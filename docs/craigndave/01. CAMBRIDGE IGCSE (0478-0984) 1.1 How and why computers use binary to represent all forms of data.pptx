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handoutMasterIdLst>
    <p:handoutMasterId r:id="rId16"/>
  </p:handoutMasterIdLst>
  <p:sldIdLst>
    <p:sldId id="257" r:id="rId2"/>
    <p:sldId id="259" r:id="rId3"/>
    <p:sldId id="264" r:id="rId4"/>
    <p:sldId id="266" r:id="rId5"/>
    <p:sldId id="267" r:id="rId6"/>
    <p:sldId id="270" r:id="rId7"/>
    <p:sldId id="271" r:id="rId8"/>
    <p:sldId id="273" r:id="rId9"/>
    <p:sldId id="276" r:id="rId10"/>
    <p:sldId id="277" r:id="rId11"/>
    <p:sldId id="278" r:id="rId12"/>
    <p:sldId id="263" r:id="rId13"/>
    <p:sldId id="282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303C42"/>
    <a:srgbClr val="EBEBEB"/>
    <a:srgbClr val="354146"/>
    <a:srgbClr val="3D484E"/>
    <a:srgbClr val="D38D5D"/>
    <a:srgbClr val="F26521"/>
    <a:srgbClr val="FFFFFF"/>
    <a:srgbClr val="0087B1"/>
    <a:srgbClr val="00095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345" autoAdjust="0"/>
    <p:restoredTop sz="94543" autoAdjust="0"/>
  </p:normalViewPr>
  <p:slideViewPr>
    <p:cSldViewPr snapToGrid="0">
      <p:cViewPr varScale="1">
        <p:scale>
          <a:sx n="103" d="100"/>
          <a:sy n="103" d="100"/>
        </p:scale>
        <p:origin x="528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6" d="100"/>
          <a:sy n="86" d="100"/>
        </p:scale>
        <p:origin x="3408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EA54553-2A3F-4C94-AA62-ABFC40E07E5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0996737-DD0F-4016-9F43-1C3C1167168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E11316-EC54-4B9D-B716-15D72C7F09B1}" type="datetimeFigureOut">
              <a:rPr lang="en-GB" smtClean="0"/>
              <a:t>12/05/2022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47A745F-1972-497D-8174-B5868433DF0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CE6AC0-619C-486F-A045-23AE3DF3E3C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3CFB52-3982-4249-B609-86D9E888361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9516366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001D13-C50D-4862-A50B-4E5D0E7CA144}" type="datetimeFigureOut">
              <a:rPr lang="en-GB" smtClean="0"/>
              <a:t>12/05/2022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0E031B-FEB2-4221-8849-89831B3F1108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976442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767369-A355-4D19-AEEC-9D0100EF3C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924699-1673-40E6-9241-180D779421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CBE935-35F7-402A-9F4D-C68B29248B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12/05/2022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4D7A12-EBDB-45B0-9FF5-F17A7EF671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7C7090-3E02-4EBA-95BB-2F3FF45C1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184295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977CF4-093B-4C66-A107-491AFAE190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7249AB-C9F4-4A3F-A472-C5FDCF3AAF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6A491B-E55E-4F96-A0A2-08ABE85381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12/05/2022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5EE9C3-3BD7-499C-9C8F-E914AF0CCD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CA0F2C-BB77-4D20-BD01-009748E06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430069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CEAB41-C5F4-4F77-8A5C-14CA38A3E7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C5B807-A41F-4934-B9B5-F06B7FECFD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BA9AEC-9ECF-4105-84CF-CCC301ADB0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12/05/2022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9A81FA-05E8-4A50-9FC5-A94F3634CB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B13BE1-EE3A-45AF-BF76-41B86D070B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307353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601685-8ECA-46F3-BC78-B8E4D43D8A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A252D3-EA14-47C6-8BDF-B549E97DE4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9FA317-5ECF-4693-88DD-BCA7EC3919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CCA0AA-2226-49B9-8142-4F45D8CE68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12/05/2022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7F340D-9456-43F7-A764-CBD130EF68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72910B-6BBA-4043-8CD2-7AE056F14A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606041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F960B3-16E7-4811-A5F8-83614659AC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DB62EE-BCB8-429D-BB6F-89DF9F3EA1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34AD67-4C0E-484D-B7FF-FB976A1710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4D7660E-8B38-43A5-A48D-A4523AA03AB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E7EFE82-A3BC-42B8-9F71-5C3C1ADD41B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BBD8DB3-F688-4AB2-AAFC-0E5E7F2EB1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12/05/2022</a:t>
            </a:fld>
            <a:endParaRPr lang="en-GB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48F70DA-1B40-4425-B025-A8D06411AA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A95CE6D-8A51-4013-A622-D11EFBB72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052274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4E232E-9E69-481F-BDD8-74F4219ED3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BAD69E5-4081-437F-98E4-2CAF4F5CCA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12/05/2022</a:t>
            </a:fld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1B30953-0189-477F-ABF4-CE4D2ED1E4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CC43C7-506A-468F-96CB-96E8683CF1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998141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o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B0CC6F3-15F4-4749-9242-EDD4FF8C5DBF}"/>
              </a:ext>
            </a:extLst>
          </p:cNvPr>
          <p:cNvSpPr/>
          <p:nvPr userDrawn="1"/>
        </p:nvSpPr>
        <p:spPr>
          <a:xfrm>
            <a:off x="10088880" y="0"/>
            <a:ext cx="2103120" cy="6858000"/>
          </a:xfrm>
          <a:prstGeom prst="rect">
            <a:avLst/>
          </a:prstGeom>
          <a:solidFill>
            <a:srgbClr val="F265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80000" rtlCol="0" anchor="t"/>
          <a:lstStyle/>
          <a:p>
            <a:pPr algn="ctr"/>
            <a:r>
              <a:rPr lang="en-GB" sz="2400" b="1" dirty="0">
                <a:solidFill>
                  <a:schemeClr val="bg1"/>
                </a:solidFill>
                <a:latin typeface="Century Gothic" panose="020B0502020202020204" pitchFamily="34" charset="0"/>
              </a:rPr>
              <a:t>CAMBRIDGE IGCSE</a:t>
            </a:r>
          </a:p>
          <a:p>
            <a:pPr algn="ctr"/>
            <a:r>
              <a:rPr lang="en-GB" sz="2400" b="1" dirty="0">
                <a:solidFill>
                  <a:schemeClr val="bg1"/>
                </a:solidFill>
                <a:latin typeface="Century Gothic" panose="020B0502020202020204" pitchFamily="34" charset="0"/>
              </a:rPr>
              <a:t>(0478/0984)</a:t>
            </a:r>
          </a:p>
          <a:p>
            <a:pPr algn="ctr"/>
            <a:endParaRPr lang="en-GB" sz="2400" b="1" dirty="0">
              <a:solidFill>
                <a:schemeClr val="bg1"/>
              </a:solidFill>
              <a:latin typeface="Century Gothic" panose="020B0502020202020204" pitchFamily="34" charset="0"/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16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8B2C14A7-E460-4357-90EB-FC2CBD74FCA1}"/>
              </a:ext>
            </a:extLst>
          </p:cNvPr>
          <p:cNvSpPr/>
          <p:nvPr userDrawn="1"/>
        </p:nvSpPr>
        <p:spPr>
          <a:xfrm>
            <a:off x="8915400" y="2354373"/>
            <a:ext cx="2140171" cy="2140171"/>
          </a:xfrm>
          <a:prstGeom prst="ellipse">
            <a:avLst/>
          </a:prstGeom>
          <a:solidFill>
            <a:schemeClr val="bg1"/>
          </a:solidFill>
          <a:ln w="28575">
            <a:solidFill>
              <a:srgbClr val="F265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7" name="Picture 6" descr="A picture containing brush&#10;&#10;Description automatically generated">
            <a:extLst>
              <a:ext uri="{FF2B5EF4-FFF2-40B4-BE49-F238E27FC236}">
                <a16:creationId xmlns:a16="http://schemas.microsoft.com/office/drawing/2014/main" id="{802D9E8A-D873-49FF-AED9-2CD228DFF51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1" r="-3" b="-3"/>
          <a:stretch/>
        </p:blipFill>
        <p:spPr>
          <a:xfrm>
            <a:off x="9029206" y="2474254"/>
            <a:ext cx="1912560" cy="1909489"/>
          </a:xfrm>
          <a:custGeom>
            <a:avLst/>
            <a:gdLst>
              <a:gd name="connsiteX0" fmla="*/ 3028805 w 6057610"/>
              <a:gd name="connsiteY0" fmla="*/ 0 h 6057610"/>
              <a:gd name="connsiteX1" fmla="*/ 6057610 w 6057610"/>
              <a:gd name="connsiteY1" fmla="*/ 3028805 h 6057610"/>
              <a:gd name="connsiteX2" fmla="*/ 3028805 w 6057610"/>
              <a:gd name="connsiteY2" fmla="*/ 6057610 h 6057610"/>
              <a:gd name="connsiteX3" fmla="*/ 0 w 6057610"/>
              <a:gd name="connsiteY3" fmla="*/ 3028805 h 6057610"/>
              <a:gd name="connsiteX4" fmla="*/ 3028805 w 6057610"/>
              <a:gd name="connsiteY4" fmla="*/ 0 h 6057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57610" h="6057610">
                <a:moveTo>
                  <a:pt x="3028805" y="0"/>
                </a:moveTo>
                <a:cubicBezTo>
                  <a:pt x="4701568" y="0"/>
                  <a:pt x="6057610" y="1356042"/>
                  <a:pt x="6057610" y="3028805"/>
                </a:cubicBezTo>
                <a:cubicBezTo>
                  <a:pt x="6057610" y="4701568"/>
                  <a:pt x="4701568" y="6057610"/>
                  <a:pt x="3028805" y="6057610"/>
                </a:cubicBezTo>
                <a:cubicBezTo>
                  <a:pt x="1356042" y="6057610"/>
                  <a:pt x="0" y="4701568"/>
                  <a:pt x="0" y="3028805"/>
                </a:cubicBezTo>
                <a:cubicBezTo>
                  <a:pt x="0" y="1356042"/>
                  <a:pt x="1356042" y="0"/>
                  <a:pt x="3028805" y="0"/>
                </a:cubicBezTo>
                <a:close/>
              </a:path>
            </a:pathLst>
          </a:custGeom>
          <a:effectLst>
            <a:softEdge rad="0"/>
          </a:effectLst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1FE3659E-7B75-43EA-B2D2-F180CB40635B}"/>
              </a:ext>
            </a:extLst>
          </p:cNvPr>
          <p:cNvSpPr/>
          <p:nvPr userDrawn="1"/>
        </p:nvSpPr>
        <p:spPr>
          <a:xfrm>
            <a:off x="0" y="6451184"/>
            <a:ext cx="10088879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1600" b="1" dirty="0">
                <a:solidFill>
                  <a:schemeClr val="bg1">
                    <a:lumMod val="50000"/>
                  </a:schemeClr>
                </a:solidFill>
              </a:rPr>
              <a:t>Teacher site: </a:t>
            </a:r>
            <a:r>
              <a:rPr lang="en-GB" sz="1600" dirty="0">
                <a:solidFill>
                  <a:schemeClr val="bg1">
                    <a:lumMod val="50000"/>
                  </a:schemeClr>
                </a:solidFill>
              </a:rPr>
              <a:t>craigndave.org  |  </a:t>
            </a:r>
            <a:r>
              <a:rPr lang="en-GB" sz="1600" b="1" dirty="0">
                <a:solidFill>
                  <a:schemeClr val="bg1">
                    <a:lumMod val="50000"/>
                  </a:schemeClr>
                </a:solidFill>
              </a:rPr>
              <a:t>Student site: </a:t>
            </a:r>
            <a:r>
              <a:rPr lang="en-GB" sz="1600" dirty="0">
                <a:solidFill>
                  <a:schemeClr val="bg1">
                    <a:lumMod val="50000"/>
                  </a:schemeClr>
                </a:solidFill>
              </a:rPr>
              <a:t>student.craigndave.org  |  </a:t>
            </a:r>
            <a:r>
              <a:rPr lang="en-GB" sz="1600" b="1" dirty="0">
                <a:solidFill>
                  <a:schemeClr val="bg1">
                    <a:lumMod val="50000"/>
                  </a:schemeClr>
                </a:solidFill>
              </a:rPr>
              <a:t>Smart revise: </a:t>
            </a:r>
            <a:r>
              <a:rPr lang="en-GB" sz="1600" dirty="0">
                <a:solidFill>
                  <a:schemeClr val="bg1">
                    <a:lumMod val="50000"/>
                  </a:schemeClr>
                </a:solidFill>
              </a:rPr>
              <a:t>smartrevise.co.uk </a:t>
            </a:r>
          </a:p>
        </p:txBody>
      </p:sp>
    </p:spTree>
    <p:extLst>
      <p:ext uri="{BB962C8B-B14F-4D97-AF65-F5344CB8AC3E}">
        <p14:creationId xmlns:p14="http://schemas.microsoft.com/office/powerpoint/2010/main" val="40900153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o 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FF19224-2084-4C89-AEFB-59035B0F8D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12/05/2022</a:t>
            </a:fld>
            <a:endParaRPr lang="en-GB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B8E9D01-9A95-4DC3-AD5E-0657203E7B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DB0936-CF61-444A-88C9-B1BE2B0166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87AACC54-1682-4874-BD09-D8CF92EDAE43}"/>
              </a:ext>
            </a:extLst>
          </p:cNvPr>
          <p:cNvGrpSpPr/>
          <p:nvPr userDrawn="1"/>
        </p:nvGrpSpPr>
        <p:grpSpPr>
          <a:xfrm>
            <a:off x="-1" y="0"/>
            <a:ext cx="12192001" cy="419100"/>
            <a:chOff x="-1" y="0"/>
            <a:chExt cx="12192001" cy="533400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A3B4ABA0-791C-4EF4-91E1-0A7F5B882D36}"/>
                </a:ext>
              </a:extLst>
            </p:cNvPr>
            <p:cNvSpPr/>
            <p:nvPr userDrawn="1"/>
          </p:nvSpPr>
          <p:spPr>
            <a:xfrm>
              <a:off x="-1" y="0"/>
              <a:ext cx="10095723" cy="533400"/>
            </a:xfrm>
            <a:prstGeom prst="rect">
              <a:avLst/>
            </a:prstGeom>
            <a:solidFill>
              <a:srgbClr val="F2652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en-GB" b="1" dirty="0">
                  <a:solidFill>
                    <a:schemeClr val="bg1"/>
                  </a:solidFill>
                </a:rPr>
                <a:t>1.1 Number systems | How and why computers use binary to represent all forms of data </a:t>
              </a:r>
            </a:p>
            <a:p>
              <a:endParaRPr lang="en-GB" b="1" dirty="0">
                <a:solidFill>
                  <a:schemeClr val="bg1"/>
                </a:solidFill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7E5FF8B6-F953-41A2-8CA9-2F6F841BDD32}"/>
                </a:ext>
              </a:extLst>
            </p:cNvPr>
            <p:cNvSpPr/>
            <p:nvPr/>
          </p:nvSpPr>
          <p:spPr>
            <a:xfrm>
              <a:off x="8942664" y="0"/>
              <a:ext cx="3249336" cy="533400"/>
            </a:xfrm>
            <a:prstGeom prst="rect">
              <a:avLst/>
            </a:prstGeom>
            <a:solidFill>
              <a:srgbClr val="F2652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r"/>
              <a:r>
                <a:rPr lang="en-GB" b="1" dirty="0">
                  <a:solidFill>
                    <a:schemeClr val="bg1"/>
                  </a:solidFill>
                </a:rPr>
                <a:t>CAMBRIDGE IGCSE (0478/0984)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209100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4E615E-FCEC-48A2-8A58-855AC17510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A6C2E3-EFFC-4E46-8E3B-353E3410C7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8F8DFF-FB25-4FDB-AE01-189095807A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75E6D8-83E5-4A1F-91A5-3CC7778FDD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12/05/2022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62ED67-D636-4841-A380-71A8E2C223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ECBE11-BFFB-4E5F-95F9-EF6A83AD83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418179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13C68-F937-4619-AC2A-808BB5FBCD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64D0E72-F13A-47A1-9749-F939C5B614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CE7D0-DEEB-4789-9725-4826AE9B0A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252C0A-0BB5-4C36-AC67-AFCF2DC0A6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12/05/2022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1906B4-69CB-471E-B443-A6DD595560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C21424-3B0E-4EEC-875D-327603D191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82049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F6F412-1941-41D2-AC46-E8C20860A8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B2A1B5D-15E6-4D4B-B6F5-E46A1A7234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418167-751F-4B50-84DD-7F7377E43E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12/05/2022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A10E4B-ECAF-4B58-9633-F0D2214AE3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D0936C-E069-45AA-8B1E-8B295D2AAB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37371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50BBC43-F9FB-4DC0-9192-4C6BBC0BBF6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65541F-6124-45F5-9E33-C887715233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28D7AD-9B6B-4D71-A044-0A8CD107B0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12/05/2022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6F19E0-2B2A-44A5-95AA-5794953B82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8AE265-1899-40B9-ABCC-0F0FA6B452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093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768667-8C97-4EFE-84F3-BDAFCA0DEE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A6806C-F4A6-4145-8586-E1BA0D6AA7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A371F7-F0FF-4998-A335-671F6745CC7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EBD5A5-95A5-4ED6-B746-12AF9CEAF3AB}" type="datetimeFigureOut">
              <a:rPr lang="en-GB" smtClean="0"/>
              <a:t>12/05/2022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11381F-CB31-4B37-8E8C-1B4AD2A089C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B29192-27C3-435C-AA4E-0FF49DC56D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070138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60" r:id="rId8"/>
    <p:sldLayoutId id="2147483656" r:id="rId9"/>
    <p:sldLayoutId id="2147483657" r:id="rId10"/>
    <p:sldLayoutId id="2147483658" r:id="rId11"/>
    <p:sldLayoutId id="214748365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3.png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1342EC1-2AFD-4406-9F14-4D674F90CAE8}"/>
              </a:ext>
            </a:extLst>
          </p:cNvPr>
          <p:cNvSpPr txBox="1"/>
          <p:nvPr/>
        </p:nvSpPr>
        <p:spPr>
          <a:xfrm>
            <a:off x="304800" y="92954"/>
            <a:ext cx="9879279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400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  <a:ea typeface="+mj-ea"/>
                <a:cs typeface="+mj-cs"/>
              </a:rPr>
              <a:t>1.1 Number systems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FABF442-A178-4CA8-8D0A-DF0A8E18C046}"/>
              </a:ext>
            </a:extLst>
          </p:cNvPr>
          <p:cNvSpPr txBox="1"/>
          <p:nvPr/>
        </p:nvSpPr>
        <p:spPr>
          <a:xfrm>
            <a:off x="927652" y="1650609"/>
            <a:ext cx="6997148" cy="34506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Aft>
                <a:spcPts val="1200"/>
              </a:spcAft>
            </a:pPr>
            <a:r>
              <a:rPr lang="en-GB" sz="3600" dirty="0">
                <a:solidFill>
                  <a:schemeClr val="accent2">
                    <a:lumMod val="75000"/>
                  </a:schemeClr>
                </a:solidFill>
              </a:rPr>
              <a:t>How and why computers use binary to represent all forms of data</a:t>
            </a:r>
            <a:endParaRPr lang="en-US" sz="3600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37712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F73B460-4E2F-4A55-AF73-7EF5A7286910}"/>
              </a:ext>
            </a:extLst>
          </p:cNvPr>
          <p:cNvSpPr/>
          <p:nvPr/>
        </p:nvSpPr>
        <p:spPr>
          <a:xfrm>
            <a:off x="176565" y="523174"/>
            <a:ext cx="3270767" cy="4700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Living in an analog world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6D7676C3-0D5A-4F1B-99FD-2D7F176D1132}"/>
              </a:ext>
            </a:extLst>
          </p:cNvPr>
          <p:cNvSpPr/>
          <p:nvPr/>
        </p:nvSpPr>
        <p:spPr>
          <a:xfrm>
            <a:off x="0" y="3993502"/>
            <a:ext cx="12192000" cy="270032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2B49ABF9-874E-4318-AB47-70B0CAAF4EE0}"/>
              </a:ext>
            </a:extLst>
          </p:cNvPr>
          <p:cNvGrpSpPr/>
          <p:nvPr/>
        </p:nvGrpSpPr>
        <p:grpSpPr>
          <a:xfrm>
            <a:off x="0" y="5135686"/>
            <a:ext cx="12198220" cy="1313764"/>
            <a:chOff x="0" y="5135686"/>
            <a:chExt cx="12198220" cy="1313764"/>
          </a:xfrm>
        </p:grpSpPr>
        <p:pic>
          <p:nvPicPr>
            <p:cNvPr id="41" name="Picture 40">
              <a:extLst>
                <a:ext uri="{FF2B5EF4-FFF2-40B4-BE49-F238E27FC236}">
                  <a16:creationId xmlns:a16="http://schemas.microsoft.com/office/drawing/2014/main" id="{B68FF607-7036-44A0-9D44-D129F0A02A9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1092176" y="5135686"/>
              <a:ext cx="9965094" cy="1313764"/>
            </a:xfrm>
            <a:prstGeom prst="rect">
              <a:avLst/>
            </a:prstGeom>
          </p:spPr>
        </p:pic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18299971-BD4E-4586-BC5D-DAF4748B328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282613"/>
              <a:ext cx="2780522" cy="0"/>
            </a:xfrm>
            <a:prstGeom prst="line">
              <a:avLst/>
            </a:prstGeom>
            <a:ln w="19050">
              <a:solidFill>
                <a:srgbClr val="D38D5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337D0040-757B-4234-8BA6-1E4C9142A42C}"/>
                </a:ext>
              </a:extLst>
            </p:cNvPr>
            <p:cNvCxnSpPr>
              <a:cxnSpLocks/>
            </p:cNvCxnSpPr>
            <p:nvPr/>
          </p:nvCxnSpPr>
          <p:spPr>
            <a:xfrm>
              <a:off x="9417698" y="6291944"/>
              <a:ext cx="2780522" cy="0"/>
            </a:xfrm>
            <a:prstGeom prst="line">
              <a:avLst/>
            </a:prstGeom>
            <a:ln w="19050">
              <a:solidFill>
                <a:srgbClr val="D38D5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70" name="Picture 69" descr="A close up of a device&#10;&#10;Description automatically generated">
            <a:extLst>
              <a:ext uri="{FF2B5EF4-FFF2-40B4-BE49-F238E27FC236}">
                <a16:creationId xmlns:a16="http://schemas.microsoft.com/office/drawing/2014/main" id="{66978F88-DF34-49D6-8501-B5E79408990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08190" y="4079893"/>
            <a:ext cx="969402" cy="969402"/>
          </a:xfrm>
          <a:prstGeom prst="rect">
            <a:avLst/>
          </a:prstGeom>
          <a:effectLst>
            <a:glow rad="228600">
              <a:schemeClr val="accent4">
                <a:satMod val="175000"/>
                <a:alpha val="40000"/>
              </a:schemeClr>
            </a:glow>
          </a:effectLst>
        </p:spPr>
      </p:pic>
      <p:grpSp>
        <p:nvGrpSpPr>
          <p:cNvPr id="74" name="Group 73">
            <a:extLst>
              <a:ext uri="{FF2B5EF4-FFF2-40B4-BE49-F238E27FC236}">
                <a16:creationId xmlns:a16="http://schemas.microsoft.com/office/drawing/2014/main" id="{E693F1AB-8423-4D0E-882D-C7C7B1777608}"/>
              </a:ext>
            </a:extLst>
          </p:cNvPr>
          <p:cNvGrpSpPr/>
          <p:nvPr/>
        </p:nvGrpSpPr>
        <p:grpSpPr>
          <a:xfrm>
            <a:off x="7020222" y="4374261"/>
            <a:ext cx="3758110" cy="1824031"/>
            <a:chOff x="7020222" y="4374261"/>
            <a:chExt cx="3758110" cy="1824031"/>
          </a:xfrm>
        </p:grpSpPr>
        <p:pic>
          <p:nvPicPr>
            <p:cNvPr id="71" name="Picture 70" descr="A close up of a device&#10;&#10;Description automatically generated">
              <a:extLst>
                <a:ext uri="{FF2B5EF4-FFF2-40B4-BE49-F238E27FC236}">
                  <a16:creationId xmlns:a16="http://schemas.microsoft.com/office/drawing/2014/main" id="{EDA5AED3-B3CA-434D-9A94-90D41F21D2C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20222" y="4374261"/>
              <a:ext cx="969402" cy="969402"/>
            </a:xfrm>
            <a:prstGeom prst="rect">
              <a:avLst/>
            </a:prstGeom>
            <a:effectLst>
              <a:glow rad="101600">
                <a:schemeClr val="accent4">
                  <a:satMod val="175000"/>
                  <a:alpha val="40000"/>
                </a:schemeClr>
              </a:glow>
            </a:effectLst>
          </p:spPr>
        </p:pic>
        <p:pic>
          <p:nvPicPr>
            <p:cNvPr id="72" name="Picture 71" descr="A close up of a device&#10;&#10;Description automatically generated">
              <a:extLst>
                <a:ext uri="{FF2B5EF4-FFF2-40B4-BE49-F238E27FC236}">
                  <a16:creationId xmlns:a16="http://schemas.microsoft.com/office/drawing/2014/main" id="{999354C4-C103-46B7-8F75-ACC5128DA64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15394" y="4989432"/>
              <a:ext cx="969402" cy="969402"/>
            </a:xfrm>
            <a:prstGeom prst="rect">
              <a:avLst/>
            </a:prstGeom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</p:pic>
        <p:pic>
          <p:nvPicPr>
            <p:cNvPr id="73" name="Picture 72" descr="A close up of a device&#10;&#10;Description automatically generated">
              <a:extLst>
                <a:ext uri="{FF2B5EF4-FFF2-40B4-BE49-F238E27FC236}">
                  <a16:creationId xmlns:a16="http://schemas.microsoft.com/office/drawing/2014/main" id="{2FCD2784-9E31-4305-940D-D66CC01710E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808930" y="5228890"/>
              <a:ext cx="969402" cy="969402"/>
            </a:xfrm>
            <a:prstGeom prst="rect">
              <a:avLst/>
            </a:prstGeom>
            <a:effectLst/>
          </p:spPr>
        </p:pic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BD9868B8-08A7-4C90-94E1-E916EFABE762}"/>
              </a:ext>
            </a:extLst>
          </p:cNvPr>
          <p:cNvGrpSpPr/>
          <p:nvPr/>
        </p:nvGrpSpPr>
        <p:grpSpPr>
          <a:xfrm flipH="1">
            <a:off x="1294908" y="4365610"/>
            <a:ext cx="3758110" cy="1824031"/>
            <a:chOff x="7020222" y="4374261"/>
            <a:chExt cx="3758110" cy="1824031"/>
          </a:xfrm>
        </p:grpSpPr>
        <p:pic>
          <p:nvPicPr>
            <p:cNvPr id="76" name="Picture 75" descr="A close up of a device&#10;&#10;Description automatically generated">
              <a:extLst>
                <a:ext uri="{FF2B5EF4-FFF2-40B4-BE49-F238E27FC236}">
                  <a16:creationId xmlns:a16="http://schemas.microsoft.com/office/drawing/2014/main" id="{456C4EC0-B830-4B83-8D78-59509E4993F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20222" y="4374261"/>
              <a:ext cx="969402" cy="969402"/>
            </a:xfrm>
            <a:prstGeom prst="rect">
              <a:avLst/>
            </a:prstGeom>
            <a:effectLst>
              <a:glow rad="101600">
                <a:schemeClr val="accent4">
                  <a:satMod val="175000"/>
                  <a:alpha val="40000"/>
                </a:schemeClr>
              </a:glow>
            </a:effectLst>
          </p:spPr>
        </p:pic>
        <p:pic>
          <p:nvPicPr>
            <p:cNvPr id="77" name="Picture 76" descr="A close up of a device&#10;&#10;Description automatically generated">
              <a:extLst>
                <a:ext uri="{FF2B5EF4-FFF2-40B4-BE49-F238E27FC236}">
                  <a16:creationId xmlns:a16="http://schemas.microsoft.com/office/drawing/2014/main" id="{2477649D-4F0E-4ED3-81EC-0992AC44C6E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15394" y="4989432"/>
              <a:ext cx="969402" cy="969402"/>
            </a:xfrm>
            <a:prstGeom prst="rect">
              <a:avLst/>
            </a:prstGeom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</p:pic>
        <p:pic>
          <p:nvPicPr>
            <p:cNvPr id="78" name="Picture 77" descr="A close up of a device&#10;&#10;Description automatically generated">
              <a:extLst>
                <a:ext uri="{FF2B5EF4-FFF2-40B4-BE49-F238E27FC236}">
                  <a16:creationId xmlns:a16="http://schemas.microsoft.com/office/drawing/2014/main" id="{5D7C5C0D-1695-4DF4-BD6A-47AA114D898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808930" y="5228890"/>
              <a:ext cx="969402" cy="969402"/>
            </a:xfrm>
            <a:prstGeom prst="rect">
              <a:avLst/>
            </a:prstGeom>
            <a:effectLst/>
          </p:spPr>
        </p:pic>
      </p:grpSp>
      <p:sp>
        <p:nvSpPr>
          <p:cNvPr id="19" name="Rectangle 18">
            <a:extLst>
              <a:ext uri="{FF2B5EF4-FFF2-40B4-BE49-F238E27FC236}">
                <a16:creationId xmlns:a16="http://schemas.microsoft.com/office/drawing/2014/main" id="{DBFF32AD-373B-4824-8F0E-AB4F3F908CAC}"/>
              </a:ext>
            </a:extLst>
          </p:cNvPr>
          <p:cNvSpPr/>
          <p:nvPr/>
        </p:nvSpPr>
        <p:spPr>
          <a:xfrm>
            <a:off x="10584872" y="3996836"/>
            <a:ext cx="1600909" cy="4070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0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Analog</a:t>
            </a:r>
            <a:r>
              <a:rPr lang="en-GB" sz="2000" b="1" dirty="0">
                <a:solidFill>
                  <a:srgbClr val="008C8C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20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signal</a:t>
            </a:r>
          </a:p>
        </p:txBody>
      </p:sp>
    </p:spTree>
    <p:extLst>
      <p:ext uri="{BB962C8B-B14F-4D97-AF65-F5344CB8AC3E}">
        <p14:creationId xmlns:p14="http://schemas.microsoft.com/office/powerpoint/2010/main" val="39428455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F73B460-4E2F-4A55-AF73-7EF5A7286910}"/>
              </a:ext>
            </a:extLst>
          </p:cNvPr>
          <p:cNvSpPr/>
          <p:nvPr/>
        </p:nvSpPr>
        <p:spPr>
          <a:xfrm>
            <a:off x="176565" y="523174"/>
            <a:ext cx="3270767" cy="4700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Living in an analog world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pSp>
        <p:nvGrpSpPr>
          <p:cNvPr id="68" name="Group 67">
            <a:extLst>
              <a:ext uri="{FF2B5EF4-FFF2-40B4-BE49-F238E27FC236}">
                <a16:creationId xmlns:a16="http://schemas.microsoft.com/office/drawing/2014/main" id="{BF0AFE94-2BAE-4D1E-B76C-61E35C1C49F0}"/>
              </a:ext>
            </a:extLst>
          </p:cNvPr>
          <p:cNvGrpSpPr/>
          <p:nvPr/>
        </p:nvGrpSpPr>
        <p:grpSpPr>
          <a:xfrm>
            <a:off x="0" y="1048806"/>
            <a:ext cx="12192000" cy="2700322"/>
            <a:chOff x="0" y="1048806"/>
            <a:chExt cx="12192000" cy="2700322"/>
          </a:xfrm>
        </p:grpSpPr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77478DAE-36C1-4D69-BBC5-624A4B21CCD0}"/>
                </a:ext>
              </a:extLst>
            </p:cNvPr>
            <p:cNvSpPr/>
            <p:nvPr/>
          </p:nvSpPr>
          <p:spPr>
            <a:xfrm>
              <a:off x="0" y="1048806"/>
              <a:ext cx="12192000" cy="270032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grpSp>
          <p:nvGrpSpPr>
            <p:cNvPr id="60" name="Group 59">
              <a:extLst>
                <a:ext uri="{FF2B5EF4-FFF2-40B4-BE49-F238E27FC236}">
                  <a16:creationId xmlns:a16="http://schemas.microsoft.com/office/drawing/2014/main" id="{64450DC1-03CB-44DC-96FF-C386202FE26A}"/>
                </a:ext>
              </a:extLst>
            </p:cNvPr>
            <p:cNvGrpSpPr/>
            <p:nvPr/>
          </p:nvGrpSpPr>
          <p:grpSpPr>
            <a:xfrm>
              <a:off x="0" y="2289110"/>
              <a:ext cx="12192000" cy="1041919"/>
              <a:chOff x="0" y="2289110"/>
              <a:chExt cx="12192000" cy="1041919"/>
            </a:xfrm>
          </p:grpSpPr>
          <p:cxnSp>
            <p:nvCxnSpPr>
              <p:cNvPr id="48" name="Straight Connector 47">
                <a:extLst>
                  <a:ext uri="{FF2B5EF4-FFF2-40B4-BE49-F238E27FC236}">
                    <a16:creationId xmlns:a16="http://schemas.microsoft.com/office/drawing/2014/main" id="{13B0768E-57E4-4FA8-80CE-D49A0D5E45F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780522" y="2289110"/>
                <a:ext cx="0" cy="1041919"/>
              </a:xfrm>
              <a:prstGeom prst="line">
                <a:avLst/>
              </a:prstGeom>
              <a:ln w="19050">
                <a:solidFill>
                  <a:srgbClr val="D38D5D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Straight Connector 48">
                <a:extLst>
                  <a:ext uri="{FF2B5EF4-FFF2-40B4-BE49-F238E27FC236}">
                    <a16:creationId xmlns:a16="http://schemas.microsoft.com/office/drawing/2014/main" id="{8BC40D67-617C-4D12-8FD5-3950A8A1E88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408367" y="2289110"/>
                <a:ext cx="0" cy="1041919"/>
              </a:xfrm>
              <a:prstGeom prst="line">
                <a:avLst/>
              </a:prstGeom>
              <a:ln w="19050">
                <a:solidFill>
                  <a:srgbClr val="D38D5D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Connector 51">
                <a:extLst>
                  <a:ext uri="{FF2B5EF4-FFF2-40B4-BE49-F238E27FC236}">
                    <a16:creationId xmlns:a16="http://schemas.microsoft.com/office/drawing/2014/main" id="{6A609BE4-97BB-4EAF-8C74-3E79290C71B0}"/>
                  </a:ext>
                </a:extLst>
              </p:cNvPr>
              <p:cNvCxnSpPr/>
              <p:nvPr/>
            </p:nvCxnSpPr>
            <p:spPr>
              <a:xfrm>
                <a:off x="0" y="3331029"/>
                <a:ext cx="2780522" cy="0"/>
              </a:xfrm>
              <a:prstGeom prst="line">
                <a:avLst/>
              </a:prstGeom>
              <a:ln w="19050">
                <a:solidFill>
                  <a:srgbClr val="D38D5D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Straight Connector 52">
                <a:extLst>
                  <a:ext uri="{FF2B5EF4-FFF2-40B4-BE49-F238E27FC236}">
                    <a16:creationId xmlns:a16="http://schemas.microsoft.com/office/drawing/2014/main" id="{78276073-C162-491A-B0D3-EAF3563E0347}"/>
                  </a:ext>
                </a:extLst>
              </p:cNvPr>
              <p:cNvCxnSpPr/>
              <p:nvPr/>
            </p:nvCxnSpPr>
            <p:spPr>
              <a:xfrm>
                <a:off x="9411478" y="3331029"/>
                <a:ext cx="2780522" cy="0"/>
              </a:xfrm>
              <a:prstGeom prst="line">
                <a:avLst/>
              </a:prstGeom>
              <a:ln w="19050">
                <a:solidFill>
                  <a:srgbClr val="D38D5D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Straight Connector 53">
                <a:extLst>
                  <a:ext uri="{FF2B5EF4-FFF2-40B4-BE49-F238E27FC236}">
                    <a16:creationId xmlns:a16="http://schemas.microsoft.com/office/drawing/2014/main" id="{706B8686-ADEE-472C-9362-88A242D24C4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780522" y="2289110"/>
                <a:ext cx="6627845" cy="0"/>
              </a:xfrm>
              <a:prstGeom prst="line">
                <a:avLst/>
              </a:prstGeom>
              <a:ln w="19050">
                <a:solidFill>
                  <a:srgbClr val="D38D5D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42" name="Rectangle 41">
            <a:extLst>
              <a:ext uri="{FF2B5EF4-FFF2-40B4-BE49-F238E27FC236}">
                <a16:creationId xmlns:a16="http://schemas.microsoft.com/office/drawing/2014/main" id="{6D7676C3-0D5A-4F1B-99FD-2D7F176D1132}"/>
              </a:ext>
            </a:extLst>
          </p:cNvPr>
          <p:cNvSpPr/>
          <p:nvPr/>
        </p:nvSpPr>
        <p:spPr>
          <a:xfrm>
            <a:off x="0" y="3993502"/>
            <a:ext cx="12192000" cy="270032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70" name="Picture 69" descr="A close up of a device&#10;&#10;Description automatically generated">
            <a:extLst>
              <a:ext uri="{FF2B5EF4-FFF2-40B4-BE49-F238E27FC236}">
                <a16:creationId xmlns:a16="http://schemas.microsoft.com/office/drawing/2014/main" id="{66978F88-DF34-49D6-8501-B5E7940899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08190" y="4079893"/>
            <a:ext cx="969402" cy="969402"/>
          </a:xfrm>
          <a:prstGeom prst="rect">
            <a:avLst/>
          </a:prstGeom>
          <a:effectLst>
            <a:glow rad="228600">
              <a:schemeClr val="accent4">
                <a:satMod val="175000"/>
                <a:alpha val="40000"/>
              </a:schemeClr>
            </a:glow>
          </a:effectLst>
        </p:spPr>
      </p:pic>
      <p:grpSp>
        <p:nvGrpSpPr>
          <p:cNvPr id="74" name="Group 73">
            <a:extLst>
              <a:ext uri="{FF2B5EF4-FFF2-40B4-BE49-F238E27FC236}">
                <a16:creationId xmlns:a16="http://schemas.microsoft.com/office/drawing/2014/main" id="{E693F1AB-8423-4D0E-882D-C7C7B1777608}"/>
              </a:ext>
            </a:extLst>
          </p:cNvPr>
          <p:cNvGrpSpPr/>
          <p:nvPr/>
        </p:nvGrpSpPr>
        <p:grpSpPr>
          <a:xfrm>
            <a:off x="7020222" y="4374261"/>
            <a:ext cx="3758110" cy="1824031"/>
            <a:chOff x="7020222" y="4374261"/>
            <a:chExt cx="3758110" cy="1824031"/>
          </a:xfrm>
        </p:grpSpPr>
        <p:pic>
          <p:nvPicPr>
            <p:cNvPr id="71" name="Picture 70" descr="A close up of a device&#10;&#10;Description automatically generated">
              <a:extLst>
                <a:ext uri="{FF2B5EF4-FFF2-40B4-BE49-F238E27FC236}">
                  <a16:creationId xmlns:a16="http://schemas.microsoft.com/office/drawing/2014/main" id="{EDA5AED3-B3CA-434D-9A94-90D41F21D2C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20222" y="4374261"/>
              <a:ext cx="969402" cy="969402"/>
            </a:xfrm>
            <a:prstGeom prst="rect">
              <a:avLst/>
            </a:prstGeom>
            <a:effectLst>
              <a:glow rad="101600">
                <a:schemeClr val="accent4">
                  <a:satMod val="175000"/>
                  <a:alpha val="40000"/>
                </a:schemeClr>
              </a:glow>
            </a:effectLst>
          </p:spPr>
        </p:pic>
        <p:pic>
          <p:nvPicPr>
            <p:cNvPr id="72" name="Picture 71" descr="A close up of a device&#10;&#10;Description automatically generated">
              <a:extLst>
                <a:ext uri="{FF2B5EF4-FFF2-40B4-BE49-F238E27FC236}">
                  <a16:creationId xmlns:a16="http://schemas.microsoft.com/office/drawing/2014/main" id="{999354C4-C103-46B7-8F75-ACC5128DA64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15394" y="4989432"/>
              <a:ext cx="969402" cy="969402"/>
            </a:xfrm>
            <a:prstGeom prst="rect">
              <a:avLst/>
            </a:prstGeom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</p:pic>
        <p:pic>
          <p:nvPicPr>
            <p:cNvPr id="73" name="Picture 72" descr="A close up of a device&#10;&#10;Description automatically generated">
              <a:extLst>
                <a:ext uri="{FF2B5EF4-FFF2-40B4-BE49-F238E27FC236}">
                  <a16:creationId xmlns:a16="http://schemas.microsoft.com/office/drawing/2014/main" id="{2FCD2784-9E31-4305-940D-D66CC01710E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808930" y="5228890"/>
              <a:ext cx="969402" cy="969402"/>
            </a:xfrm>
            <a:prstGeom prst="rect">
              <a:avLst/>
            </a:prstGeom>
            <a:effectLst/>
          </p:spPr>
        </p:pic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BD9868B8-08A7-4C90-94E1-E916EFABE762}"/>
              </a:ext>
            </a:extLst>
          </p:cNvPr>
          <p:cNvGrpSpPr/>
          <p:nvPr/>
        </p:nvGrpSpPr>
        <p:grpSpPr>
          <a:xfrm flipH="1">
            <a:off x="1294908" y="4365610"/>
            <a:ext cx="3758110" cy="1824031"/>
            <a:chOff x="7020222" y="4374261"/>
            <a:chExt cx="3758110" cy="1824031"/>
          </a:xfrm>
        </p:grpSpPr>
        <p:pic>
          <p:nvPicPr>
            <p:cNvPr id="76" name="Picture 75" descr="A close up of a device&#10;&#10;Description automatically generated">
              <a:extLst>
                <a:ext uri="{FF2B5EF4-FFF2-40B4-BE49-F238E27FC236}">
                  <a16:creationId xmlns:a16="http://schemas.microsoft.com/office/drawing/2014/main" id="{456C4EC0-B830-4B83-8D78-59509E4993F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20222" y="4374261"/>
              <a:ext cx="969402" cy="969402"/>
            </a:xfrm>
            <a:prstGeom prst="rect">
              <a:avLst/>
            </a:prstGeom>
            <a:effectLst>
              <a:glow rad="101600">
                <a:schemeClr val="accent4">
                  <a:satMod val="175000"/>
                  <a:alpha val="40000"/>
                </a:schemeClr>
              </a:glow>
            </a:effectLst>
          </p:spPr>
        </p:pic>
        <p:pic>
          <p:nvPicPr>
            <p:cNvPr id="77" name="Picture 76" descr="A close up of a device&#10;&#10;Description automatically generated">
              <a:extLst>
                <a:ext uri="{FF2B5EF4-FFF2-40B4-BE49-F238E27FC236}">
                  <a16:creationId xmlns:a16="http://schemas.microsoft.com/office/drawing/2014/main" id="{2477649D-4F0E-4ED3-81EC-0992AC44C6E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15394" y="4989432"/>
              <a:ext cx="969402" cy="969402"/>
            </a:xfrm>
            <a:prstGeom prst="rect">
              <a:avLst/>
            </a:prstGeom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</p:pic>
        <p:pic>
          <p:nvPicPr>
            <p:cNvPr id="78" name="Picture 77" descr="A close up of a device&#10;&#10;Description automatically generated">
              <a:extLst>
                <a:ext uri="{FF2B5EF4-FFF2-40B4-BE49-F238E27FC236}">
                  <a16:creationId xmlns:a16="http://schemas.microsoft.com/office/drawing/2014/main" id="{5D7C5C0D-1695-4DF4-BD6A-47AA114D898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808930" y="5228890"/>
              <a:ext cx="969402" cy="969402"/>
            </a:xfrm>
            <a:prstGeom prst="rect">
              <a:avLst/>
            </a:prstGeom>
            <a:effectLst/>
          </p:spPr>
        </p:pic>
      </p:grpSp>
      <p:pic>
        <p:nvPicPr>
          <p:cNvPr id="79" name="Picture 78" descr="A close up of a device&#10;&#10;Description automatically generated">
            <a:extLst>
              <a:ext uri="{FF2B5EF4-FFF2-40B4-BE49-F238E27FC236}">
                <a16:creationId xmlns:a16="http://schemas.microsoft.com/office/drawing/2014/main" id="{4CEB3751-58C6-46F3-A69C-8A401613D3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08190" y="1197521"/>
            <a:ext cx="969402" cy="969402"/>
          </a:xfrm>
          <a:prstGeom prst="rect">
            <a:avLst/>
          </a:prstGeom>
          <a:effectLst>
            <a:glow rad="228600">
              <a:schemeClr val="accent4">
                <a:satMod val="175000"/>
                <a:alpha val="40000"/>
              </a:schemeClr>
            </a:glow>
          </a:effectLst>
        </p:spPr>
      </p:pic>
      <p:pic>
        <p:nvPicPr>
          <p:cNvPr id="80" name="Picture 79" descr="A close up of a device&#10;&#10;Description automatically generated">
            <a:extLst>
              <a:ext uri="{FF2B5EF4-FFF2-40B4-BE49-F238E27FC236}">
                <a16:creationId xmlns:a16="http://schemas.microsoft.com/office/drawing/2014/main" id="{00FEA088-C60C-4123-A0E7-E89CCC0F12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810207" y="2238696"/>
            <a:ext cx="969402" cy="969402"/>
          </a:xfrm>
          <a:prstGeom prst="rect">
            <a:avLst/>
          </a:prstGeom>
          <a:effectLst/>
        </p:spPr>
      </p:pic>
      <p:pic>
        <p:nvPicPr>
          <p:cNvPr id="81" name="Picture 80" descr="A close up of a device&#10;&#10;Description automatically generated">
            <a:extLst>
              <a:ext uri="{FF2B5EF4-FFF2-40B4-BE49-F238E27FC236}">
                <a16:creationId xmlns:a16="http://schemas.microsoft.com/office/drawing/2014/main" id="{EE026985-7AE6-402B-AE15-2DC5B4F5B9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0412391" y="2238696"/>
            <a:ext cx="969402" cy="969402"/>
          </a:xfrm>
          <a:prstGeom prst="rect">
            <a:avLst/>
          </a:prstGeom>
          <a:effectLst/>
        </p:spPr>
      </p:pic>
      <p:sp>
        <p:nvSpPr>
          <p:cNvPr id="82" name="Rectangle 81">
            <a:extLst>
              <a:ext uri="{FF2B5EF4-FFF2-40B4-BE49-F238E27FC236}">
                <a16:creationId xmlns:a16="http://schemas.microsoft.com/office/drawing/2014/main" id="{A59FBE18-DA82-4312-A1A2-B9F2706255B9}"/>
              </a:ext>
            </a:extLst>
          </p:cNvPr>
          <p:cNvSpPr/>
          <p:nvPr/>
        </p:nvSpPr>
        <p:spPr>
          <a:xfrm>
            <a:off x="10683383" y="1057052"/>
            <a:ext cx="1539909" cy="40703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0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Digital</a:t>
            </a:r>
            <a:r>
              <a:rPr lang="en-GB" sz="2000" b="1" dirty="0">
                <a:solidFill>
                  <a:srgbClr val="008C8C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20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signal</a:t>
            </a: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D9B7936C-C39A-4186-A0E4-D06FB0722D3B}"/>
              </a:ext>
            </a:extLst>
          </p:cNvPr>
          <p:cNvSpPr/>
          <p:nvPr/>
        </p:nvSpPr>
        <p:spPr>
          <a:xfrm>
            <a:off x="10584872" y="3996836"/>
            <a:ext cx="1600909" cy="4070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0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Analog</a:t>
            </a:r>
            <a:r>
              <a:rPr lang="en-GB" sz="2000" b="1" dirty="0">
                <a:solidFill>
                  <a:srgbClr val="008C8C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20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signal</a:t>
            </a: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82E9E860-605A-4F5C-9782-318877620744}"/>
              </a:ext>
            </a:extLst>
          </p:cNvPr>
          <p:cNvSpPr/>
          <p:nvPr/>
        </p:nvSpPr>
        <p:spPr>
          <a:xfrm>
            <a:off x="1055583" y="3341129"/>
            <a:ext cx="650698" cy="4070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Off</a:t>
            </a: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0A786BF9-8532-4E49-8C00-5BED889437A0}"/>
              </a:ext>
            </a:extLst>
          </p:cNvPr>
          <p:cNvSpPr/>
          <p:nvPr/>
        </p:nvSpPr>
        <p:spPr>
          <a:xfrm>
            <a:off x="10683383" y="3324581"/>
            <a:ext cx="650698" cy="4070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Off</a:t>
            </a: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6549C07B-6208-4B96-A170-6A86AB8FCA50}"/>
              </a:ext>
            </a:extLst>
          </p:cNvPr>
          <p:cNvSpPr/>
          <p:nvPr/>
        </p:nvSpPr>
        <p:spPr>
          <a:xfrm>
            <a:off x="5829908" y="2289110"/>
            <a:ext cx="585046" cy="4070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On</a:t>
            </a: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CA1822F5-F43E-4AF2-A94F-55BB10515099}"/>
              </a:ext>
            </a:extLst>
          </p:cNvPr>
          <p:cNvGrpSpPr/>
          <p:nvPr/>
        </p:nvGrpSpPr>
        <p:grpSpPr>
          <a:xfrm>
            <a:off x="0" y="5135686"/>
            <a:ext cx="12198220" cy="1313764"/>
            <a:chOff x="0" y="5135686"/>
            <a:chExt cx="12198220" cy="1313764"/>
          </a:xfrm>
        </p:grpSpPr>
        <p:pic>
          <p:nvPicPr>
            <p:cNvPr id="36" name="Picture 35">
              <a:extLst>
                <a:ext uri="{FF2B5EF4-FFF2-40B4-BE49-F238E27FC236}">
                  <a16:creationId xmlns:a16="http://schemas.microsoft.com/office/drawing/2014/main" id="{1728FC45-684D-4BDE-99DD-B43B5E27270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1092176" y="5135686"/>
              <a:ext cx="9965094" cy="1313764"/>
            </a:xfrm>
            <a:prstGeom prst="rect">
              <a:avLst/>
            </a:prstGeom>
          </p:spPr>
        </p:pic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796E185F-DDDB-41AF-9B60-AA349581703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282613"/>
              <a:ext cx="2780522" cy="0"/>
            </a:xfrm>
            <a:prstGeom prst="line">
              <a:avLst/>
            </a:prstGeom>
            <a:ln w="19050">
              <a:solidFill>
                <a:srgbClr val="D38D5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8011B873-1F16-49C9-89A2-4037346D94C5}"/>
                </a:ext>
              </a:extLst>
            </p:cNvPr>
            <p:cNvCxnSpPr>
              <a:cxnSpLocks/>
            </p:cNvCxnSpPr>
            <p:nvPr/>
          </p:nvCxnSpPr>
          <p:spPr>
            <a:xfrm>
              <a:off x="9417698" y="6291944"/>
              <a:ext cx="2780522" cy="0"/>
            </a:xfrm>
            <a:prstGeom prst="line">
              <a:avLst/>
            </a:prstGeom>
            <a:ln w="19050">
              <a:solidFill>
                <a:srgbClr val="D38D5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4774958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F73B460-4E2F-4A55-AF73-7EF5A7286910}"/>
              </a:ext>
            </a:extLst>
          </p:cNvPr>
          <p:cNvSpPr/>
          <p:nvPr/>
        </p:nvSpPr>
        <p:spPr>
          <a:xfrm>
            <a:off x="176565" y="523174"/>
            <a:ext cx="2129301" cy="4700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What is binary?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4F1D6916-3B49-426E-81A3-8347876E64D5}"/>
              </a:ext>
            </a:extLst>
          </p:cNvPr>
          <p:cNvGrpSpPr/>
          <p:nvPr/>
        </p:nvGrpSpPr>
        <p:grpSpPr>
          <a:xfrm>
            <a:off x="4077969" y="849747"/>
            <a:ext cx="3341097" cy="5581176"/>
            <a:chOff x="2883651" y="915061"/>
            <a:chExt cx="3341097" cy="5581176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96D24937-7381-4BD4-A0AB-D02D284AB3C5}"/>
                </a:ext>
              </a:extLst>
            </p:cNvPr>
            <p:cNvGrpSpPr/>
            <p:nvPr/>
          </p:nvGrpSpPr>
          <p:grpSpPr>
            <a:xfrm>
              <a:off x="2883651" y="915061"/>
              <a:ext cx="1679018" cy="2649309"/>
              <a:chOff x="10412391" y="2238696"/>
              <a:chExt cx="969402" cy="1529611"/>
            </a:xfrm>
          </p:grpSpPr>
          <p:pic>
            <p:nvPicPr>
              <p:cNvPr id="81" name="Picture 80" descr="A close up of a device&#10;&#10;Description automatically generated">
                <a:extLst>
                  <a:ext uri="{FF2B5EF4-FFF2-40B4-BE49-F238E27FC236}">
                    <a16:creationId xmlns:a16="http://schemas.microsoft.com/office/drawing/2014/main" id="{EE026985-7AE6-402B-AE15-2DC5B4F5B91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 flipH="1">
                <a:off x="10412391" y="2238696"/>
                <a:ext cx="969402" cy="969402"/>
              </a:xfrm>
              <a:prstGeom prst="rect">
                <a:avLst/>
              </a:prstGeom>
              <a:effectLst/>
            </p:spPr>
          </p:pic>
          <p:sp>
            <p:nvSpPr>
              <p:cNvPr id="85" name="Rectangle 84">
                <a:extLst>
                  <a:ext uri="{FF2B5EF4-FFF2-40B4-BE49-F238E27FC236}">
                    <a16:creationId xmlns:a16="http://schemas.microsoft.com/office/drawing/2014/main" id="{0A786BF9-8532-4E49-8C00-5BED889437A0}"/>
                  </a:ext>
                </a:extLst>
              </p:cNvPr>
              <p:cNvSpPr/>
              <p:nvPr/>
            </p:nvSpPr>
            <p:spPr>
              <a:xfrm>
                <a:off x="10611492" y="3315250"/>
                <a:ext cx="650698" cy="45305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n-GB" sz="44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Off</a:t>
                </a:r>
              </a:p>
            </p:txBody>
          </p:sp>
        </p:grpSp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AF431743-1EA9-45F8-A7D7-E7DD64BF872B}"/>
                </a:ext>
              </a:extLst>
            </p:cNvPr>
            <p:cNvGrpSpPr/>
            <p:nvPr/>
          </p:nvGrpSpPr>
          <p:grpSpPr>
            <a:xfrm>
              <a:off x="2883651" y="3820887"/>
              <a:ext cx="1679018" cy="2675350"/>
              <a:chOff x="5608190" y="1197521"/>
              <a:chExt cx="969402" cy="1544647"/>
            </a:xfrm>
          </p:grpSpPr>
          <p:pic>
            <p:nvPicPr>
              <p:cNvPr id="79" name="Picture 78" descr="A close up of a device&#10;&#10;Description automatically generated">
                <a:extLst>
                  <a:ext uri="{FF2B5EF4-FFF2-40B4-BE49-F238E27FC236}">
                    <a16:creationId xmlns:a16="http://schemas.microsoft.com/office/drawing/2014/main" id="{4CEB3751-58C6-46F3-A69C-8A401613D37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608190" y="1197521"/>
                <a:ext cx="969402" cy="969402"/>
              </a:xfrm>
              <a:prstGeom prst="rect">
                <a:avLst/>
              </a:prstGeom>
              <a:effectLst>
                <a:glow rad="228600">
                  <a:schemeClr val="accent4">
                    <a:satMod val="175000"/>
                    <a:alpha val="40000"/>
                  </a:schemeClr>
                </a:glow>
              </a:effectLst>
            </p:spPr>
          </p:pic>
          <p:sp>
            <p:nvSpPr>
              <p:cNvPr id="86" name="Rectangle 85">
                <a:extLst>
                  <a:ext uri="{FF2B5EF4-FFF2-40B4-BE49-F238E27FC236}">
                    <a16:creationId xmlns:a16="http://schemas.microsoft.com/office/drawing/2014/main" id="{6549C07B-6208-4B96-A170-6A86AB8FCA50}"/>
                  </a:ext>
                </a:extLst>
              </p:cNvPr>
              <p:cNvSpPr/>
              <p:nvPr/>
            </p:nvSpPr>
            <p:spPr>
              <a:xfrm>
                <a:off x="5829908" y="2289110"/>
                <a:ext cx="585046" cy="45305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n-GB" sz="44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On</a:t>
                </a:r>
              </a:p>
            </p:txBody>
          </p:sp>
        </p:grp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EB5CDEA0-F742-4232-9628-F54F7F11DC5C}"/>
                </a:ext>
              </a:extLst>
            </p:cNvPr>
            <p:cNvSpPr/>
            <p:nvPr/>
          </p:nvSpPr>
          <p:spPr>
            <a:xfrm>
              <a:off x="5097730" y="1306235"/>
              <a:ext cx="1127018" cy="103643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GB" sz="60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= 0</a:t>
              </a:r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A8174962-794E-4C35-9904-76C62AD781F2}"/>
                </a:ext>
              </a:extLst>
            </p:cNvPr>
            <p:cNvSpPr/>
            <p:nvPr/>
          </p:nvSpPr>
          <p:spPr>
            <a:xfrm>
              <a:off x="4968982" y="4285810"/>
              <a:ext cx="1127018" cy="103643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GB" sz="60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= 1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197939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F73B460-4E2F-4A55-AF73-7EF5A7286910}"/>
              </a:ext>
            </a:extLst>
          </p:cNvPr>
          <p:cNvSpPr/>
          <p:nvPr/>
        </p:nvSpPr>
        <p:spPr>
          <a:xfrm>
            <a:off x="176565" y="523174"/>
            <a:ext cx="4086247" cy="4700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Random-access memory (RAM)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6" name="Picture 5" descr="A circuit board&#10;&#10;Description automatically generated">
            <a:extLst>
              <a:ext uri="{FF2B5EF4-FFF2-40B4-BE49-F238E27FC236}">
                <a16:creationId xmlns:a16="http://schemas.microsoft.com/office/drawing/2014/main" id="{711FEDC6-DA13-4354-9B23-01FED71DE8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5386" y="2045398"/>
            <a:ext cx="4890614" cy="2972477"/>
          </a:xfrm>
          <a:prstGeom prst="rect">
            <a:avLst/>
          </a:pr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0CDB0045-85A3-4062-9175-95E81C90F9F3}"/>
              </a:ext>
            </a:extLst>
          </p:cNvPr>
          <p:cNvGrpSpPr/>
          <p:nvPr/>
        </p:nvGrpSpPr>
        <p:grpSpPr>
          <a:xfrm>
            <a:off x="7413130" y="1872561"/>
            <a:ext cx="3009163" cy="2913124"/>
            <a:chOff x="1191447" y="3463402"/>
            <a:chExt cx="895350" cy="866775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0B5259CE-16E5-48F3-A04B-7F31A32A9C73}"/>
                </a:ext>
              </a:extLst>
            </p:cNvPr>
            <p:cNvGrpSpPr>
              <a:grpSpLocks/>
            </p:cNvGrpSpPr>
            <p:nvPr/>
          </p:nvGrpSpPr>
          <p:grpSpPr bwMode="auto">
            <a:xfrm rot="20882287">
              <a:off x="1191447" y="3463402"/>
              <a:ext cx="404813" cy="695325"/>
              <a:chOff x="103639310" y="105747215"/>
              <a:chExt cx="404037" cy="694660"/>
            </a:xfrm>
          </p:grpSpPr>
          <p:sp>
            <p:nvSpPr>
              <p:cNvPr id="21" name="AutoShape 3">
                <a:extLst>
                  <a:ext uri="{FF2B5EF4-FFF2-40B4-BE49-F238E27FC236}">
                    <a16:creationId xmlns:a16="http://schemas.microsoft.com/office/drawing/2014/main" id="{16D6E82E-14C6-4A4C-8C9C-2E93D299DC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39310" y="105747215"/>
                <a:ext cx="404037" cy="531627"/>
              </a:xfrm>
              <a:prstGeom prst="flowChartMagneticDisk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EEECE1"/>
                      </a:outerShdw>
                    </a:effectLst>
                  </a14:hiddenEffects>
                </a:ext>
              </a:extLst>
            </p:spPr>
            <p:txBody>
              <a:bodyPr vert="horz" wrap="square" lIns="36576" tIns="36576" rIns="36576" bIns="36576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GB" dirty="0"/>
              </a:p>
            </p:txBody>
          </p:sp>
          <p:cxnSp>
            <p:nvCxnSpPr>
              <p:cNvPr id="22" name="AutoShape 4">
                <a:extLst>
                  <a:ext uri="{FF2B5EF4-FFF2-40B4-BE49-F238E27FC236}">
                    <a16:creationId xmlns:a16="http://schemas.microsoft.com/office/drawing/2014/main" id="{83C35F10-64E4-4FD8-B9D5-54CF34C85844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103746300" y="106279950"/>
                <a:ext cx="0" cy="161925"/>
              </a:xfrm>
              <a:prstGeom prst="straightConnector1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EEECE1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23" name="AutoShape 5">
                <a:extLst>
                  <a:ext uri="{FF2B5EF4-FFF2-40B4-BE49-F238E27FC236}">
                    <a16:creationId xmlns:a16="http://schemas.microsoft.com/office/drawing/2014/main" id="{EB6CEABC-F94D-473E-9D56-C5B958B91705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103936800" y="106279950"/>
                <a:ext cx="0" cy="161925"/>
              </a:xfrm>
              <a:prstGeom prst="straightConnector1">
                <a:avLst/>
              </a:prstGeom>
              <a:noFill/>
              <a:ln w="28575" algn="ctr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EEECE1"/>
                      </a:outerShdw>
                    </a:effectLst>
                  </a14:hiddenEffects>
                </a:ext>
              </a:extLst>
            </p:spPr>
          </p:cxn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85465D3F-D20D-4409-A552-FF1DC32C08C2}"/>
                </a:ext>
              </a:extLst>
            </p:cNvPr>
            <p:cNvGrpSpPr>
              <a:grpSpLocks/>
            </p:cNvGrpSpPr>
            <p:nvPr/>
          </p:nvGrpSpPr>
          <p:grpSpPr bwMode="auto">
            <a:xfrm rot="652815">
              <a:off x="1681985" y="3636440"/>
              <a:ext cx="404812" cy="693737"/>
              <a:chOff x="104143507" y="105747795"/>
              <a:chExt cx="404037" cy="694660"/>
            </a:xfrm>
          </p:grpSpPr>
          <p:sp>
            <p:nvSpPr>
              <p:cNvPr id="17" name="AutoShape 7">
                <a:extLst>
                  <a:ext uri="{FF2B5EF4-FFF2-40B4-BE49-F238E27FC236}">
                    <a16:creationId xmlns:a16="http://schemas.microsoft.com/office/drawing/2014/main" id="{4300A185-8939-421A-BBC7-F01C1E0B302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4143507" y="105747795"/>
                <a:ext cx="404037" cy="531627"/>
              </a:xfrm>
              <a:prstGeom prst="flowChartMagneticDisk">
                <a:avLst/>
              </a:prstGeom>
              <a:noFill/>
              <a:ln w="28575" algn="ctr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EEECE1"/>
                      </a:outerShdw>
                    </a:effectLst>
                  </a14:hiddenEffects>
                </a:ext>
              </a:extLst>
            </p:spPr>
            <p:txBody>
              <a:bodyPr vert="horz" wrap="square" lIns="36576" tIns="36576" rIns="36576" bIns="36576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GB" dirty="0"/>
              </a:p>
            </p:txBody>
          </p:sp>
          <p:cxnSp>
            <p:nvCxnSpPr>
              <p:cNvPr id="18" name="AutoShape 8">
                <a:extLst>
                  <a:ext uri="{FF2B5EF4-FFF2-40B4-BE49-F238E27FC236}">
                    <a16:creationId xmlns:a16="http://schemas.microsoft.com/office/drawing/2014/main" id="{60FB1D0E-E191-430C-9746-F06FEBBCC070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104250497" y="106280530"/>
                <a:ext cx="0" cy="161925"/>
              </a:xfrm>
              <a:prstGeom prst="straightConnector1">
                <a:avLst/>
              </a:prstGeom>
              <a:noFill/>
              <a:ln w="28575" algn="ctr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EEECE1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19" name="AutoShape 9">
                <a:extLst>
                  <a:ext uri="{FF2B5EF4-FFF2-40B4-BE49-F238E27FC236}">
                    <a16:creationId xmlns:a16="http://schemas.microsoft.com/office/drawing/2014/main" id="{E2F64BED-55D3-4502-8E14-E563F12037C7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104440997" y="106280530"/>
                <a:ext cx="0" cy="161925"/>
              </a:xfrm>
              <a:prstGeom prst="straightConnector1">
                <a:avLst/>
              </a:prstGeom>
              <a:noFill/>
              <a:ln w="28575" algn="ctr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EEECE1"/>
                      </a:outerShdw>
                    </a:effectLst>
                  </a14:hiddenEffects>
                </a:ext>
              </a:extLst>
            </p:spPr>
          </p:cxnSp>
          <p:sp>
            <p:nvSpPr>
              <p:cNvPr id="20" name="AutoShape 10">
                <a:extLst>
                  <a:ext uri="{FF2B5EF4-FFF2-40B4-BE49-F238E27FC236}">
                    <a16:creationId xmlns:a16="http://schemas.microsoft.com/office/drawing/2014/main" id="{8EBC8727-5060-4083-83D0-A6C533A3CA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4283375" y="105961321"/>
                <a:ext cx="129966" cy="243685"/>
              </a:xfrm>
              <a:prstGeom prst="lightningBolt">
                <a:avLst/>
              </a:prstGeom>
              <a:solidFill>
                <a:srgbClr val="000000"/>
              </a:solidFill>
              <a:ln w="28575" algn="in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EEECE1"/>
                      </a:outerShdw>
                    </a:effectLst>
                  </a14:hiddenEffects>
                </a:ext>
              </a:extLst>
            </p:spPr>
            <p:txBody>
              <a:bodyPr vert="horz" wrap="square" lIns="36576" tIns="36576" rIns="36576" bIns="36576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GB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7784391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F73B460-4E2F-4A55-AF73-7EF5A7286910}"/>
              </a:ext>
            </a:extLst>
          </p:cNvPr>
          <p:cNvSpPr/>
          <p:nvPr/>
        </p:nvSpPr>
        <p:spPr>
          <a:xfrm>
            <a:off x="176565" y="523174"/>
            <a:ext cx="4086247" cy="4700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Random-access memory (RAM)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6" name="Picture 5" descr="A circuit board&#10;&#10;Description automatically generated">
            <a:extLst>
              <a:ext uri="{FF2B5EF4-FFF2-40B4-BE49-F238E27FC236}">
                <a16:creationId xmlns:a16="http://schemas.microsoft.com/office/drawing/2014/main" id="{711FEDC6-DA13-4354-9B23-01FED71DE8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5386" y="2045398"/>
            <a:ext cx="4890614" cy="2972477"/>
          </a:xfrm>
          <a:prstGeom prst="rect">
            <a:avLst/>
          </a:prstGeom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0B5259CE-16E5-48F3-A04B-7F31A32A9C73}"/>
              </a:ext>
            </a:extLst>
          </p:cNvPr>
          <p:cNvGrpSpPr>
            <a:grpSpLocks/>
          </p:cNvGrpSpPr>
          <p:nvPr/>
        </p:nvGrpSpPr>
        <p:grpSpPr bwMode="auto">
          <a:xfrm rot="20882287">
            <a:off x="7413130" y="1872561"/>
            <a:ext cx="1360528" cy="2336902"/>
            <a:chOff x="103639310" y="105747215"/>
            <a:chExt cx="404037" cy="694660"/>
          </a:xfrm>
        </p:grpSpPr>
        <p:sp>
          <p:nvSpPr>
            <p:cNvPr id="21" name="AutoShape 3">
              <a:extLst>
                <a:ext uri="{FF2B5EF4-FFF2-40B4-BE49-F238E27FC236}">
                  <a16:creationId xmlns:a16="http://schemas.microsoft.com/office/drawing/2014/main" id="{16D6E82E-14C6-4A4C-8C9C-2E93D299DC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39310" y="105747215"/>
              <a:ext cx="404037" cy="531627"/>
            </a:xfrm>
            <a:prstGeom prst="flowChartMagneticDisk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EEECE1"/>
                    </a:outerShdw>
                  </a:effectLst>
                </a14:hiddenEffects>
              </a:ext>
            </a:extLst>
          </p:spPr>
          <p:txBody>
            <a:bodyPr vert="horz" wrap="square" lIns="36576" tIns="36576" rIns="36576" bIns="36576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GB" dirty="0"/>
            </a:p>
          </p:txBody>
        </p:sp>
        <p:cxnSp>
          <p:nvCxnSpPr>
            <p:cNvPr id="22" name="AutoShape 4">
              <a:extLst>
                <a:ext uri="{FF2B5EF4-FFF2-40B4-BE49-F238E27FC236}">
                  <a16:creationId xmlns:a16="http://schemas.microsoft.com/office/drawing/2014/main" id="{83C35F10-64E4-4FD8-B9D5-54CF34C85844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103746300" y="106279950"/>
              <a:ext cx="0" cy="161925"/>
            </a:xfrm>
            <a:prstGeom prst="straightConnector1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EEECE1"/>
                    </a:outerShdw>
                  </a:effectLst>
                </a14:hiddenEffects>
              </a:ext>
            </a:extLst>
          </p:spPr>
        </p:cxnSp>
        <p:cxnSp>
          <p:nvCxnSpPr>
            <p:cNvPr id="23" name="AutoShape 5">
              <a:extLst>
                <a:ext uri="{FF2B5EF4-FFF2-40B4-BE49-F238E27FC236}">
                  <a16:creationId xmlns:a16="http://schemas.microsoft.com/office/drawing/2014/main" id="{EB6CEABC-F94D-473E-9D56-C5B958B91705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103936800" y="106279950"/>
              <a:ext cx="0" cy="161925"/>
            </a:xfrm>
            <a:prstGeom prst="straightConnector1">
              <a:avLst/>
            </a:prstGeom>
            <a:noFill/>
            <a:ln w="28575" algn="ctr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EEECE1"/>
                    </a:outerShdw>
                  </a:effectLst>
                </a14:hiddenEffects>
              </a:ext>
            </a:extLst>
          </p:spPr>
        </p:cxn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85465D3F-D20D-4409-A552-FF1DC32C08C2}"/>
              </a:ext>
            </a:extLst>
          </p:cNvPr>
          <p:cNvGrpSpPr>
            <a:grpSpLocks/>
          </p:cNvGrpSpPr>
          <p:nvPr/>
        </p:nvGrpSpPr>
        <p:grpSpPr bwMode="auto">
          <a:xfrm rot="652815">
            <a:off x="9061769" y="2454120"/>
            <a:ext cx="1360524" cy="2331565"/>
            <a:chOff x="104143507" y="105747795"/>
            <a:chExt cx="404037" cy="694660"/>
          </a:xfrm>
          <a:effectLst>
            <a:glow rad="228600">
              <a:schemeClr val="accent2">
                <a:satMod val="175000"/>
                <a:alpha val="40000"/>
              </a:schemeClr>
            </a:glow>
          </a:effectLst>
        </p:grpSpPr>
        <p:sp>
          <p:nvSpPr>
            <p:cNvPr id="17" name="AutoShape 7">
              <a:extLst>
                <a:ext uri="{FF2B5EF4-FFF2-40B4-BE49-F238E27FC236}">
                  <a16:creationId xmlns:a16="http://schemas.microsoft.com/office/drawing/2014/main" id="{4300A185-8939-421A-BBC7-F01C1E0B30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143507" y="105747795"/>
              <a:ext cx="404037" cy="531627"/>
            </a:xfrm>
            <a:prstGeom prst="flowChartMagneticDisk">
              <a:avLst/>
            </a:prstGeom>
            <a:noFill/>
            <a:ln w="28575" algn="ctr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EEECE1"/>
                    </a:outerShdw>
                  </a:effectLst>
                </a14:hiddenEffects>
              </a:ext>
            </a:extLst>
          </p:spPr>
          <p:txBody>
            <a:bodyPr vert="horz" wrap="square" lIns="36576" tIns="36576" rIns="36576" bIns="36576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GB" dirty="0"/>
            </a:p>
          </p:txBody>
        </p:sp>
        <p:cxnSp>
          <p:nvCxnSpPr>
            <p:cNvPr id="18" name="AutoShape 8">
              <a:extLst>
                <a:ext uri="{FF2B5EF4-FFF2-40B4-BE49-F238E27FC236}">
                  <a16:creationId xmlns:a16="http://schemas.microsoft.com/office/drawing/2014/main" id="{60FB1D0E-E191-430C-9746-F06FEBBCC070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104250497" y="106280530"/>
              <a:ext cx="0" cy="161925"/>
            </a:xfrm>
            <a:prstGeom prst="straightConnector1">
              <a:avLst/>
            </a:prstGeom>
            <a:noFill/>
            <a:ln w="28575" algn="ctr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EEECE1"/>
                    </a:outerShdw>
                  </a:effectLst>
                </a14:hiddenEffects>
              </a:ext>
            </a:extLst>
          </p:spPr>
        </p:cxnSp>
        <p:cxnSp>
          <p:nvCxnSpPr>
            <p:cNvPr id="19" name="AutoShape 9">
              <a:extLst>
                <a:ext uri="{FF2B5EF4-FFF2-40B4-BE49-F238E27FC236}">
                  <a16:creationId xmlns:a16="http://schemas.microsoft.com/office/drawing/2014/main" id="{E2F64BED-55D3-4502-8E14-E563F12037C7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104440997" y="106280530"/>
              <a:ext cx="0" cy="161925"/>
            </a:xfrm>
            <a:prstGeom prst="straightConnector1">
              <a:avLst/>
            </a:prstGeom>
            <a:noFill/>
            <a:ln w="28575" algn="ctr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EEECE1"/>
                    </a:outerShdw>
                  </a:effectLst>
                </a14:hiddenEffects>
              </a:ext>
            </a:extLst>
          </p:spPr>
        </p:cxnSp>
        <p:sp>
          <p:nvSpPr>
            <p:cNvPr id="20" name="AutoShape 10">
              <a:extLst>
                <a:ext uri="{FF2B5EF4-FFF2-40B4-BE49-F238E27FC236}">
                  <a16:creationId xmlns:a16="http://schemas.microsoft.com/office/drawing/2014/main" id="{8EBC8727-5060-4083-83D0-A6C533A3CA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283375" y="105961321"/>
              <a:ext cx="129966" cy="243685"/>
            </a:xfrm>
            <a:prstGeom prst="lightningBolt">
              <a:avLst/>
            </a:prstGeom>
            <a:solidFill>
              <a:srgbClr val="000000"/>
            </a:solidFill>
            <a:ln w="28575" algn="in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EEECE1"/>
                    </a:outerShdw>
                  </a:effectLst>
                </a14:hiddenEffects>
              </a:ext>
            </a:extLst>
          </p:spPr>
          <p:txBody>
            <a:bodyPr vert="horz" wrap="square" lIns="36576" tIns="36576" rIns="36576" bIns="36576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GB" dirty="0"/>
            </a:p>
          </p:txBody>
        </p:sp>
      </p:grpSp>
    </p:spTree>
    <p:extLst>
      <p:ext uri="{BB962C8B-B14F-4D97-AF65-F5344CB8AC3E}">
        <p14:creationId xmlns:p14="http://schemas.microsoft.com/office/powerpoint/2010/main" val="41500341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F73B460-4E2F-4A55-AF73-7EF5A7286910}"/>
              </a:ext>
            </a:extLst>
          </p:cNvPr>
          <p:cNvSpPr/>
          <p:nvPr/>
        </p:nvSpPr>
        <p:spPr>
          <a:xfrm>
            <a:off x="176565" y="523174"/>
            <a:ext cx="4086247" cy="4700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Random-access memory (RAM)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6" name="Picture 5" descr="A circuit board&#10;&#10;Description automatically generated">
            <a:extLst>
              <a:ext uri="{FF2B5EF4-FFF2-40B4-BE49-F238E27FC236}">
                <a16:creationId xmlns:a16="http://schemas.microsoft.com/office/drawing/2014/main" id="{711FEDC6-DA13-4354-9B23-01FED71DE8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5386" y="2045398"/>
            <a:ext cx="4890614" cy="2972477"/>
          </a:xfrm>
          <a:prstGeom prst="rect">
            <a:avLst/>
          </a:prstGeom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0B5259CE-16E5-48F3-A04B-7F31A32A9C73}"/>
              </a:ext>
            </a:extLst>
          </p:cNvPr>
          <p:cNvGrpSpPr>
            <a:grpSpLocks/>
          </p:cNvGrpSpPr>
          <p:nvPr/>
        </p:nvGrpSpPr>
        <p:grpSpPr bwMode="auto">
          <a:xfrm rot="20882287">
            <a:off x="7413130" y="1872561"/>
            <a:ext cx="1360528" cy="2336902"/>
            <a:chOff x="103639310" y="105747215"/>
            <a:chExt cx="404037" cy="694660"/>
          </a:xfrm>
          <a:effectLst>
            <a:glow rad="228600">
              <a:schemeClr val="accent2">
                <a:satMod val="175000"/>
                <a:alpha val="40000"/>
              </a:schemeClr>
            </a:glow>
          </a:effectLst>
        </p:grpSpPr>
        <p:sp>
          <p:nvSpPr>
            <p:cNvPr id="21" name="AutoShape 3">
              <a:extLst>
                <a:ext uri="{FF2B5EF4-FFF2-40B4-BE49-F238E27FC236}">
                  <a16:creationId xmlns:a16="http://schemas.microsoft.com/office/drawing/2014/main" id="{16D6E82E-14C6-4A4C-8C9C-2E93D299DC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39310" y="105747215"/>
              <a:ext cx="404037" cy="531627"/>
            </a:xfrm>
            <a:prstGeom prst="flowChartMagneticDisk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EEECE1"/>
                    </a:outerShdw>
                  </a:effectLst>
                </a14:hiddenEffects>
              </a:ext>
            </a:extLst>
          </p:spPr>
          <p:txBody>
            <a:bodyPr vert="horz" wrap="square" lIns="36576" tIns="36576" rIns="36576" bIns="36576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GB" dirty="0"/>
            </a:p>
          </p:txBody>
        </p:sp>
        <p:cxnSp>
          <p:nvCxnSpPr>
            <p:cNvPr id="22" name="AutoShape 4">
              <a:extLst>
                <a:ext uri="{FF2B5EF4-FFF2-40B4-BE49-F238E27FC236}">
                  <a16:creationId xmlns:a16="http://schemas.microsoft.com/office/drawing/2014/main" id="{83C35F10-64E4-4FD8-B9D5-54CF34C85844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103746300" y="106279950"/>
              <a:ext cx="0" cy="161925"/>
            </a:xfrm>
            <a:prstGeom prst="straightConnector1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EEECE1"/>
                    </a:outerShdw>
                  </a:effectLst>
                </a14:hiddenEffects>
              </a:ext>
            </a:extLst>
          </p:spPr>
        </p:cxnSp>
        <p:cxnSp>
          <p:nvCxnSpPr>
            <p:cNvPr id="23" name="AutoShape 5">
              <a:extLst>
                <a:ext uri="{FF2B5EF4-FFF2-40B4-BE49-F238E27FC236}">
                  <a16:creationId xmlns:a16="http://schemas.microsoft.com/office/drawing/2014/main" id="{EB6CEABC-F94D-473E-9D56-C5B958B91705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103936800" y="106279950"/>
              <a:ext cx="0" cy="161925"/>
            </a:xfrm>
            <a:prstGeom prst="straightConnector1">
              <a:avLst/>
            </a:prstGeom>
            <a:noFill/>
            <a:ln w="28575" algn="ctr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EEECE1"/>
                    </a:outerShdw>
                  </a:effectLst>
                </a14:hiddenEffects>
              </a:ext>
            </a:extLst>
          </p:spPr>
        </p:cxn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85465D3F-D20D-4409-A552-FF1DC32C08C2}"/>
              </a:ext>
            </a:extLst>
          </p:cNvPr>
          <p:cNvGrpSpPr>
            <a:grpSpLocks/>
          </p:cNvGrpSpPr>
          <p:nvPr/>
        </p:nvGrpSpPr>
        <p:grpSpPr bwMode="auto">
          <a:xfrm rot="652815">
            <a:off x="9061769" y="2454120"/>
            <a:ext cx="1360524" cy="2331565"/>
            <a:chOff x="104143507" y="105747795"/>
            <a:chExt cx="404037" cy="694660"/>
          </a:xfrm>
          <a:effectLst/>
        </p:grpSpPr>
        <p:sp>
          <p:nvSpPr>
            <p:cNvPr id="17" name="AutoShape 7">
              <a:extLst>
                <a:ext uri="{FF2B5EF4-FFF2-40B4-BE49-F238E27FC236}">
                  <a16:creationId xmlns:a16="http://schemas.microsoft.com/office/drawing/2014/main" id="{4300A185-8939-421A-BBC7-F01C1E0B30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143507" y="105747795"/>
              <a:ext cx="404037" cy="531627"/>
            </a:xfrm>
            <a:prstGeom prst="flowChartMagneticDisk">
              <a:avLst/>
            </a:prstGeom>
            <a:noFill/>
            <a:ln w="28575" algn="ctr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EEECE1"/>
                    </a:outerShdw>
                  </a:effectLst>
                </a14:hiddenEffects>
              </a:ext>
            </a:extLst>
          </p:spPr>
          <p:txBody>
            <a:bodyPr vert="horz" wrap="square" lIns="36576" tIns="36576" rIns="36576" bIns="36576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GB" dirty="0"/>
            </a:p>
          </p:txBody>
        </p:sp>
        <p:cxnSp>
          <p:nvCxnSpPr>
            <p:cNvPr id="18" name="AutoShape 8">
              <a:extLst>
                <a:ext uri="{FF2B5EF4-FFF2-40B4-BE49-F238E27FC236}">
                  <a16:creationId xmlns:a16="http://schemas.microsoft.com/office/drawing/2014/main" id="{60FB1D0E-E191-430C-9746-F06FEBBCC070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104250497" y="106280530"/>
              <a:ext cx="0" cy="161925"/>
            </a:xfrm>
            <a:prstGeom prst="straightConnector1">
              <a:avLst/>
            </a:prstGeom>
            <a:noFill/>
            <a:ln w="28575" algn="ctr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EEECE1"/>
                    </a:outerShdw>
                  </a:effectLst>
                </a14:hiddenEffects>
              </a:ext>
            </a:extLst>
          </p:spPr>
        </p:cxnSp>
        <p:cxnSp>
          <p:nvCxnSpPr>
            <p:cNvPr id="19" name="AutoShape 9">
              <a:extLst>
                <a:ext uri="{FF2B5EF4-FFF2-40B4-BE49-F238E27FC236}">
                  <a16:creationId xmlns:a16="http://schemas.microsoft.com/office/drawing/2014/main" id="{E2F64BED-55D3-4502-8E14-E563F12037C7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104440997" y="106280530"/>
              <a:ext cx="0" cy="161925"/>
            </a:xfrm>
            <a:prstGeom prst="straightConnector1">
              <a:avLst/>
            </a:prstGeom>
            <a:noFill/>
            <a:ln w="28575" algn="ctr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EEECE1"/>
                    </a:outerShdw>
                  </a:effectLst>
                </a14:hiddenEffects>
              </a:ext>
            </a:extLst>
          </p:spPr>
        </p:cxnSp>
        <p:sp>
          <p:nvSpPr>
            <p:cNvPr id="20" name="AutoShape 10">
              <a:extLst>
                <a:ext uri="{FF2B5EF4-FFF2-40B4-BE49-F238E27FC236}">
                  <a16:creationId xmlns:a16="http://schemas.microsoft.com/office/drawing/2014/main" id="{8EBC8727-5060-4083-83D0-A6C533A3CA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283375" y="105961321"/>
              <a:ext cx="129966" cy="243685"/>
            </a:xfrm>
            <a:prstGeom prst="lightningBolt">
              <a:avLst/>
            </a:prstGeom>
            <a:solidFill>
              <a:srgbClr val="000000"/>
            </a:solidFill>
            <a:ln w="28575" algn="in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EEECE1"/>
                    </a:outerShdw>
                  </a:effectLst>
                </a14:hiddenEffects>
              </a:ext>
            </a:extLst>
          </p:spPr>
          <p:txBody>
            <a:bodyPr vert="horz" wrap="square" lIns="36576" tIns="36576" rIns="36576" bIns="36576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GB" dirty="0"/>
            </a:p>
          </p:txBody>
        </p:sp>
      </p:grpSp>
    </p:spTree>
    <p:extLst>
      <p:ext uri="{BB962C8B-B14F-4D97-AF65-F5344CB8AC3E}">
        <p14:creationId xmlns:p14="http://schemas.microsoft.com/office/powerpoint/2010/main" val="4953669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F73B460-4E2F-4A55-AF73-7EF5A7286910}"/>
              </a:ext>
            </a:extLst>
          </p:cNvPr>
          <p:cNvSpPr/>
          <p:nvPr/>
        </p:nvSpPr>
        <p:spPr>
          <a:xfrm>
            <a:off x="176565" y="523174"/>
            <a:ext cx="1350626" cy="4700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Hard disk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3" name="Picture 2" descr="A picture containing electronics, disk, game, table&#10;&#10;Description automatically generated">
            <a:extLst>
              <a:ext uri="{FF2B5EF4-FFF2-40B4-BE49-F238E27FC236}">
                <a16:creationId xmlns:a16="http://schemas.microsoft.com/office/drawing/2014/main" id="{288D32C6-AD0C-4E2E-9DC5-2063858A8C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5121" y="1756941"/>
            <a:ext cx="4610821" cy="3645430"/>
          </a:xfrm>
          <a:prstGeom prst="rect">
            <a:avLst/>
          </a:prstGeom>
        </p:spPr>
      </p:pic>
      <p:grpSp>
        <p:nvGrpSpPr>
          <p:cNvPr id="24" name="Group 23">
            <a:extLst>
              <a:ext uri="{FF2B5EF4-FFF2-40B4-BE49-F238E27FC236}">
                <a16:creationId xmlns:a16="http://schemas.microsoft.com/office/drawing/2014/main" id="{4BBD84C6-8791-419C-A05E-FB84F437B639}"/>
              </a:ext>
            </a:extLst>
          </p:cNvPr>
          <p:cNvGrpSpPr/>
          <p:nvPr/>
        </p:nvGrpSpPr>
        <p:grpSpPr>
          <a:xfrm>
            <a:off x="7078106" y="2342760"/>
            <a:ext cx="3708081" cy="1881135"/>
            <a:chOff x="7416638" y="5988080"/>
            <a:chExt cx="1727279" cy="876260"/>
          </a:xfrm>
        </p:grpSpPr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647853BD-8CA5-459A-B5F1-38B92210F8DA}"/>
                </a:ext>
              </a:extLst>
            </p:cNvPr>
            <p:cNvGrpSpPr>
              <a:grpSpLocks/>
            </p:cNvGrpSpPr>
            <p:nvPr/>
          </p:nvGrpSpPr>
          <p:grpSpPr bwMode="auto">
            <a:xfrm rot="20972380">
              <a:off x="7416638" y="5988080"/>
              <a:ext cx="1398586" cy="331788"/>
              <a:chOff x="115372675" y="105549271"/>
              <a:chExt cx="1399228" cy="331524"/>
            </a:xfrm>
          </p:grpSpPr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F145DE52-226A-4AF8-9E4F-1829E7F535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5372675" y="105549271"/>
                <a:ext cx="331524" cy="331524"/>
              </a:xfrm>
              <a:prstGeom prst="rect">
                <a:avLst/>
              </a:prstGeom>
              <a:noFill/>
              <a:ln w="28575" algn="in">
                <a:solidFill>
                  <a:srgbClr val="000000"/>
                </a:solidFill>
                <a:miter lim="800000"/>
                <a:headEnd/>
                <a:tailEnd/>
              </a:ln>
              <a:effectLst>
                <a:glow rad="228600">
                  <a:schemeClr val="accent2">
                    <a:satMod val="175000"/>
                    <a:alpha val="40000"/>
                  </a:schemeClr>
                </a:glow>
                <a:outerShdw dist="35921" dir="2700000" algn="ctr" rotWithShape="0">
                  <a:srgbClr val="EEECE1"/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36576" tIns="36576" rIns="36576" bIns="36576" numCol="1" anchor="ctr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GB" sz="3200" b="0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Calibri" pitchFamily="34" charset="0"/>
                    <a:cs typeface="Arial" pitchFamily="34" charset="0"/>
                  </a:rPr>
                  <a:t>N</a:t>
                </a:r>
                <a:endParaRPr kumimoji="0" lang="en-US" sz="4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5E6066F1-1DED-4E32-B35F-D22ACD084B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5700032" y="105549271"/>
                <a:ext cx="741054" cy="331524"/>
              </a:xfrm>
              <a:prstGeom prst="rect">
                <a:avLst/>
              </a:prstGeom>
              <a:noFill/>
              <a:ln w="28575" algn="in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EEECE1"/>
                      </a:outerShdw>
                    </a:effectLst>
                  </a14:hiddenEffects>
                </a:ext>
              </a:extLst>
            </p:spPr>
            <p:txBody>
              <a:bodyPr vert="horz" wrap="square" lIns="36576" tIns="36576" rIns="36576" bIns="36576" numCol="1" anchor="ctr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GB" sz="4000" dirty="0"/>
              </a:p>
            </p:txBody>
          </p:sp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06919B07-51F7-48C0-8670-138A98AFE0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6440379" y="105549271"/>
                <a:ext cx="331524" cy="331524"/>
              </a:xfrm>
              <a:prstGeom prst="rect">
                <a:avLst/>
              </a:prstGeom>
              <a:noFill/>
              <a:ln w="28575" algn="in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EEECE1"/>
                      </a:outerShdw>
                    </a:effectLst>
                  </a14:hiddenEffects>
                </a:ext>
              </a:extLst>
            </p:spPr>
            <p:txBody>
              <a:bodyPr vert="horz" wrap="square" lIns="36576" tIns="36576" rIns="36576" bIns="36576" numCol="1" anchor="ctr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GB" sz="3200" b="0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Calibri" pitchFamily="34" charset="0"/>
                    <a:cs typeface="Arial" pitchFamily="34" charset="0"/>
                  </a:rPr>
                  <a:t>S</a:t>
                </a:r>
                <a:endParaRPr kumimoji="0" lang="en-US" sz="4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</p:grp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11EDB76A-8C92-4BC6-B1FD-73BA39118B92}"/>
                </a:ext>
              </a:extLst>
            </p:cNvPr>
            <p:cNvGrpSpPr>
              <a:grpSpLocks/>
            </p:cNvGrpSpPr>
            <p:nvPr/>
          </p:nvGrpSpPr>
          <p:grpSpPr bwMode="auto">
            <a:xfrm rot="457693">
              <a:off x="7745331" y="6532553"/>
              <a:ext cx="1398586" cy="331787"/>
              <a:chOff x="115701490" y="106094089"/>
              <a:chExt cx="1399228" cy="331524"/>
            </a:xfrm>
          </p:grpSpPr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DF424C32-67F7-47CA-BE8A-102CE2BE42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5701490" y="106094089"/>
                <a:ext cx="331524" cy="331524"/>
              </a:xfrm>
              <a:prstGeom prst="rect">
                <a:avLst/>
              </a:prstGeom>
              <a:noFill/>
              <a:ln w="28575" algn="in">
                <a:solidFill>
                  <a:srgbClr val="000000"/>
                </a:solidFill>
                <a:miter lim="800000"/>
                <a:headEnd/>
                <a:tailEnd/>
              </a:ln>
              <a:effectLst>
                <a:glow rad="228600">
                  <a:schemeClr val="accent2">
                    <a:satMod val="175000"/>
                    <a:alpha val="40000"/>
                  </a:schemeClr>
                </a:glow>
                <a:outerShdw dist="35921" dir="2700000" algn="ctr" rotWithShape="0">
                  <a:srgbClr val="EEECE1"/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36576" tIns="36576" rIns="36576" bIns="36576" numCol="1" anchor="ctr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GB" sz="3200" b="0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Calibri" pitchFamily="34" charset="0"/>
                    <a:cs typeface="Arial" pitchFamily="34" charset="0"/>
                  </a:rPr>
                  <a:t>S</a:t>
                </a:r>
                <a:endParaRPr kumimoji="0" lang="en-US" sz="4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512D2083-E8BE-4A19-BBE9-449A454CEE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6033181" y="106094089"/>
                <a:ext cx="741054" cy="331524"/>
              </a:xfrm>
              <a:prstGeom prst="rect">
                <a:avLst/>
              </a:prstGeom>
              <a:noFill/>
              <a:ln w="28575" algn="in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EEECE1"/>
                      </a:outerShdw>
                    </a:effectLst>
                  </a14:hiddenEffects>
                </a:ext>
              </a:extLst>
            </p:spPr>
            <p:txBody>
              <a:bodyPr vert="horz" wrap="square" lIns="36576" tIns="36576" rIns="36576" bIns="36576" numCol="1" anchor="ctr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GB" sz="4000" dirty="0"/>
              </a:p>
            </p:txBody>
          </p:sp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91E7378C-1273-4998-9850-62F82A80AD0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6769194" y="106094089"/>
                <a:ext cx="331524" cy="331524"/>
              </a:xfrm>
              <a:prstGeom prst="rect">
                <a:avLst/>
              </a:prstGeom>
              <a:noFill/>
              <a:ln w="28575" algn="in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EEECE1"/>
                      </a:outerShdw>
                    </a:effectLst>
                  </a14:hiddenEffects>
                </a:ext>
              </a:extLst>
            </p:spPr>
            <p:txBody>
              <a:bodyPr vert="horz" wrap="square" lIns="36576" tIns="36576" rIns="36576" bIns="36576" numCol="1" anchor="ctr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GB" sz="3200" b="0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Calibri" pitchFamily="34" charset="0"/>
                    <a:cs typeface="Arial" pitchFamily="34" charset="0"/>
                  </a:rPr>
                  <a:t>N</a:t>
                </a:r>
                <a:endParaRPr kumimoji="0" lang="en-US" sz="4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6122021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F73B460-4E2F-4A55-AF73-7EF5A7286910}"/>
              </a:ext>
            </a:extLst>
          </p:cNvPr>
          <p:cNvSpPr/>
          <p:nvPr/>
        </p:nvSpPr>
        <p:spPr>
          <a:xfrm>
            <a:off x="176565" y="523174"/>
            <a:ext cx="1618648" cy="4700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Optical disc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Picture 3" descr="A picture containing device, sitting, white, table&#10;&#10;Description automatically generated">
            <a:extLst>
              <a:ext uri="{FF2B5EF4-FFF2-40B4-BE49-F238E27FC236}">
                <a16:creationId xmlns:a16="http://schemas.microsoft.com/office/drawing/2014/main" id="{76066852-C72C-4502-93B1-CECCA14421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290" y="1508998"/>
            <a:ext cx="4371677" cy="4221244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6C7CB774-DCC5-4CEF-B7F3-A7C75BE39F24}"/>
              </a:ext>
            </a:extLst>
          </p:cNvPr>
          <p:cNvGrpSpPr/>
          <p:nvPr/>
        </p:nvGrpSpPr>
        <p:grpSpPr>
          <a:xfrm>
            <a:off x="6307494" y="3601616"/>
            <a:ext cx="4574661" cy="957942"/>
            <a:chOff x="6307494" y="3601616"/>
            <a:chExt cx="4574661" cy="957942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947AAF60-D740-4D27-B135-8EC87AA9A270}"/>
                </a:ext>
              </a:extLst>
            </p:cNvPr>
            <p:cNvCxnSpPr/>
            <p:nvPr/>
          </p:nvCxnSpPr>
          <p:spPr>
            <a:xfrm>
              <a:off x="6307494" y="4553339"/>
              <a:ext cx="1903445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30B2F5FC-9814-4F2C-BCFC-4FED8160B268}"/>
                </a:ext>
              </a:extLst>
            </p:cNvPr>
            <p:cNvSpPr/>
            <p:nvPr/>
          </p:nvSpPr>
          <p:spPr>
            <a:xfrm>
              <a:off x="6680717" y="4357396"/>
              <a:ext cx="1147666" cy="167951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758A29C3-3896-458B-AF21-AE36E1D0E4C9}"/>
                </a:ext>
              </a:extLst>
            </p:cNvPr>
            <p:cNvCxnSpPr/>
            <p:nvPr/>
          </p:nvCxnSpPr>
          <p:spPr>
            <a:xfrm>
              <a:off x="8978710" y="4537788"/>
              <a:ext cx="1903445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0FECAB1E-22BC-4B84-9C9E-5462D5F657B7}"/>
                </a:ext>
              </a:extLst>
            </p:cNvPr>
            <p:cNvSpPr/>
            <p:nvPr/>
          </p:nvSpPr>
          <p:spPr>
            <a:xfrm>
              <a:off x="9351933" y="4360507"/>
              <a:ext cx="1147666" cy="167951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99B798CB-B7EF-4995-A377-C6A5DB6EFA9C}"/>
                </a:ext>
              </a:extLst>
            </p:cNvPr>
            <p:cNvCxnSpPr>
              <a:cxnSpLocks/>
            </p:cNvCxnSpPr>
            <p:nvPr/>
          </p:nvCxnSpPr>
          <p:spPr>
            <a:xfrm>
              <a:off x="9351933" y="3601616"/>
              <a:ext cx="573833" cy="908180"/>
            </a:xfrm>
            <a:prstGeom prst="line">
              <a:avLst/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2BBCD762-D1EE-4924-B8B1-A78744256C2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925766" y="3626497"/>
              <a:ext cx="573833" cy="908180"/>
            </a:xfrm>
            <a:prstGeom prst="line">
              <a:avLst/>
            </a:prstGeom>
            <a:ln w="28575">
              <a:solidFill>
                <a:srgbClr val="C00000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11E7B274-4FEB-4528-9D99-05C2AFD85335}"/>
                </a:ext>
              </a:extLst>
            </p:cNvPr>
            <p:cNvCxnSpPr>
              <a:cxnSpLocks/>
            </p:cNvCxnSpPr>
            <p:nvPr/>
          </p:nvCxnSpPr>
          <p:spPr>
            <a:xfrm>
              <a:off x="6680717" y="3626497"/>
              <a:ext cx="573833" cy="908180"/>
            </a:xfrm>
            <a:prstGeom prst="line">
              <a:avLst/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3D76FA63-0FBD-43FE-8ECD-9D6DFD1367D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254550" y="3651378"/>
              <a:ext cx="573833" cy="908180"/>
            </a:xfrm>
            <a:prstGeom prst="line">
              <a:avLst/>
            </a:prstGeom>
            <a:ln w="28575">
              <a:solidFill>
                <a:srgbClr val="C00000"/>
              </a:solidFill>
              <a:prstDash val="dash"/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F8EEE5C1-F24E-498F-9762-2684B0D098EC}"/>
              </a:ext>
            </a:extLst>
          </p:cNvPr>
          <p:cNvGrpSpPr/>
          <p:nvPr/>
        </p:nvGrpSpPr>
        <p:grpSpPr>
          <a:xfrm>
            <a:off x="6325444" y="1739472"/>
            <a:ext cx="1896869" cy="1211986"/>
            <a:chOff x="8051596" y="2851346"/>
            <a:chExt cx="1382508" cy="883340"/>
          </a:xfrm>
        </p:grpSpPr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24B0F21F-40CF-4210-AB7F-1429CE66938F}"/>
                </a:ext>
              </a:extLst>
            </p:cNvPr>
            <p:cNvGrpSpPr/>
            <p:nvPr/>
          </p:nvGrpSpPr>
          <p:grpSpPr>
            <a:xfrm>
              <a:off x="8051596" y="2851346"/>
              <a:ext cx="1382508" cy="540513"/>
              <a:chOff x="8051596" y="2851346"/>
              <a:chExt cx="1382508" cy="540513"/>
            </a:xfrm>
          </p:grpSpPr>
          <p:cxnSp>
            <p:nvCxnSpPr>
              <p:cNvPr id="45" name="Straight Connector 44">
                <a:extLst>
                  <a:ext uri="{FF2B5EF4-FFF2-40B4-BE49-F238E27FC236}">
                    <a16:creationId xmlns:a16="http://schemas.microsoft.com/office/drawing/2014/main" id="{57E5E712-83D4-4E81-B797-37EB9330BB69}"/>
                  </a:ext>
                </a:extLst>
              </p:cNvPr>
              <p:cNvCxnSpPr/>
              <p:nvPr/>
            </p:nvCxnSpPr>
            <p:spPr>
              <a:xfrm>
                <a:off x="8051596" y="3271936"/>
                <a:ext cx="460836" cy="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>
                <a:extLst>
                  <a:ext uri="{FF2B5EF4-FFF2-40B4-BE49-F238E27FC236}">
                    <a16:creationId xmlns:a16="http://schemas.microsoft.com/office/drawing/2014/main" id="{E9334606-04D7-480D-9B69-49DDE91858F2}"/>
                  </a:ext>
                </a:extLst>
              </p:cNvPr>
              <p:cNvCxnSpPr/>
              <p:nvPr/>
            </p:nvCxnSpPr>
            <p:spPr>
              <a:xfrm>
                <a:off x="8051596" y="3391858"/>
                <a:ext cx="1382508" cy="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Straight Connector 46">
                <a:extLst>
                  <a:ext uri="{FF2B5EF4-FFF2-40B4-BE49-F238E27FC236}">
                    <a16:creationId xmlns:a16="http://schemas.microsoft.com/office/drawing/2014/main" id="{49E1F4C4-7401-4EC1-9387-1A5F5CD58982}"/>
                  </a:ext>
                </a:extLst>
              </p:cNvPr>
              <p:cNvCxnSpPr/>
              <p:nvPr/>
            </p:nvCxnSpPr>
            <p:spPr>
              <a:xfrm>
                <a:off x="8973268" y="3271936"/>
                <a:ext cx="460836" cy="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Straight Connector 47">
                <a:extLst>
                  <a:ext uri="{FF2B5EF4-FFF2-40B4-BE49-F238E27FC236}">
                    <a16:creationId xmlns:a16="http://schemas.microsoft.com/office/drawing/2014/main" id="{33496908-E148-4D6A-B2D0-1B590F71C4EF}"/>
                  </a:ext>
                </a:extLst>
              </p:cNvPr>
              <p:cNvCxnSpPr/>
              <p:nvPr/>
            </p:nvCxnSpPr>
            <p:spPr>
              <a:xfrm>
                <a:off x="8512166" y="3271936"/>
                <a:ext cx="0" cy="119922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Straight Connector 48">
                <a:extLst>
                  <a:ext uri="{FF2B5EF4-FFF2-40B4-BE49-F238E27FC236}">
                    <a16:creationId xmlns:a16="http://schemas.microsoft.com/office/drawing/2014/main" id="{AE02EC57-A9B8-4525-89BC-373C709B2D6C}"/>
                  </a:ext>
                </a:extLst>
              </p:cNvPr>
              <p:cNvCxnSpPr/>
              <p:nvPr/>
            </p:nvCxnSpPr>
            <p:spPr>
              <a:xfrm>
                <a:off x="8973002" y="3271936"/>
                <a:ext cx="0" cy="119922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Arrow Connector 49">
                <a:extLst>
                  <a:ext uri="{FF2B5EF4-FFF2-40B4-BE49-F238E27FC236}">
                    <a16:creationId xmlns:a16="http://schemas.microsoft.com/office/drawing/2014/main" id="{47513718-F62D-4C1E-A8D2-8C3E325419F9}"/>
                  </a:ext>
                </a:extLst>
              </p:cNvPr>
              <p:cNvCxnSpPr/>
              <p:nvPr/>
            </p:nvCxnSpPr>
            <p:spPr>
              <a:xfrm>
                <a:off x="8350023" y="2857697"/>
                <a:ext cx="418309" cy="534161"/>
              </a:xfrm>
              <a:prstGeom prst="straightConnector1">
                <a:avLst/>
              </a:prstGeom>
              <a:ln w="28575">
                <a:solidFill>
                  <a:srgbClr val="C00000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Arrow Connector 50">
                <a:extLst>
                  <a:ext uri="{FF2B5EF4-FFF2-40B4-BE49-F238E27FC236}">
                    <a16:creationId xmlns:a16="http://schemas.microsoft.com/office/drawing/2014/main" id="{FE7C7F85-D192-499D-9A6A-B57159A397F1}"/>
                  </a:ext>
                </a:extLst>
              </p:cNvPr>
              <p:cNvCxnSpPr/>
              <p:nvPr/>
            </p:nvCxnSpPr>
            <p:spPr>
              <a:xfrm flipV="1">
                <a:off x="8746172" y="2851346"/>
                <a:ext cx="365326" cy="540513"/>
              </a:xfrm>
              <a:prstGeom prst="straightConnector1">
                <a:avLst/>
              </a:prstGeom>
              <a:ln w="28575">
                <a:solidFill>
                  <a:srgbClr val="C0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D0F6DA5F-012C-4811-8574-D9442B0CA74E}"/>
                </a:ext>
              </a:extLst>
            </p:cNvPr>
            <p:cNvSpPr txBox="1"/>
            <p:nvPr/>
          </p:nvSpPr>
          <p:spPr>
            <a:xfrm>
              <a:off x="8577457" y="3398208"/>
              <a:ext cx="378772" cy="33647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2400" dirty="0"/>
                <a:t>pit</a:t>
              </a:r>
              <a:endParaRPr lang="en-GB" sz="1200" dirty="0"/>
            </a:p>
          </p:txBody>
        </p: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5FE48821-3F9D-4E0A-8AC7-9F3AD7C9827D}"/>
              </a:ext>
            </a:extLst>
          </p:cNvPr>
          <p:cNvGrpSpPr/>
          <p:nvPr/>
        </p:nvGrpSpPr>
        <p:grpSpPr>
          <a:xfrm>
            <a:off x="8996660" y="1790839"/>
            <a:ext cx="1885495" cy="1156821"/>
            <a:chOff x="6303487" y="2857698"/>
            <a:chExt cx="1383040" cy="899472"/>
          </a:xfrm>
        </p:grpSpPr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8FA9E9E2-5C91-4FAE-A62E-1F0BB0F9FA89}"/>
                </a:ext>
              </a:extLst>
            </p:cNvPr>
            <p:cNvCxnSpPr/>
            <p:nvPr/>
          </p:nvCxnSpPr>
          <p:spPr>
            <a:xfrm>
              <a:off x="6303487" y="3271936"/>
              <a:ext cx="1383040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Arrow Connector 53">
              <a:extLst>
                <a:ext uri="{FF2B5EF4-FFF2-40B4-BE49-F238E27FC236}">
                  <a16:creationId xmlns:a16="http://schemas.microsoft.com/office/drawing/2014/main" id="{415A3B29-E4CA-4044-8AE6-5B2EEDEA0A39}"/>
                </a:ext>
              </a:extLst>
            </p:cNvPr>
            <p:cNvCxnSpPr/>
            <p:nvPr/>
          </p:nvCxnSpPr>
          <p:spPr>
            <a:xfrm>
              <a:off x="6588168" y="2857698"/>
              <a:ext cx="336884" cy="414238"/>
            </a:xfrm>
            <a:prstGeom prst="straightConnector1">
              <a:avLst/>
            </a:prstGeom>
            <a:ln w="28575">
              <a:solidFill>
                <a:srgbClr val="C00000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Arrow Connector 54">
              <a:extLst>
                <a:ext uri="{FF2B5EF4-FFF2-40B4-BE49-F238E27FC236}">
                  <a16:creationId xmlns:a16="http://schemas.microsoft.com/office/drawing/2014/main" id="{D5560E3B-D294-4DB9-A3EC-ED8AFA8B0E37}"/>
                </a:ext>
              </a:extLst>
            </p:cNvPr>
            <p:cNvCxnSpPr/>
            <p:nvPr/>
          </p:nvCxnSpPr>
          <p:spPr>
            <a:xfrm flipV="1">
              <a:off x="6913020" y="2857698"/>
              <a:ext cx="312821" cy="414238"/>
            </a:xfrm>
            <a:prstGeom prst="straightConnector1">
              <a:avLst/>
            </a:prstGeom>
            <a:ln w="28575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9B793F5B-52DA-401B-A205-D892748ABF39}"/>
                </a:ext>
              </a:extLst>
            </p:cNvPr>
            <p:cNvSpPr txBox="1"/>
            <p:nvPr/>
          </p:nvSpPr>
          <p:spPr>
            <a:xfrm>
              <a:off x="6692257" y="3398208"/>
              <a:ext cx="532885" cy="35896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2400" dirty="0"/>
                <a:t>land</a:t>
              </a:r>
              <a:endParaRPr lang="en-GB" sz="1200" dirty="0"/>
            </a:p>
          </p:txBody>
        </p: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F0B4BC63-B9B3-4A53-9614-181015F9299C}"/>
                </a:ext>
              </a:extLst>
            </p:cNvPr>
            <p:cNvCxnSpPr/>
            <p:nvPr/>
          </p:nvCxnSpPr>
          <p:spPr>
            <a:xfrm>
              <a:off x="6304019" y="3391858"/>
              <a:ext cx="1382508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926172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F73B460-4E2F-4A55-AF73-7EF5A7286910}"/>
              </a:ext>
            </a:extLst>
          </p:cNvPr>
          <p:cNvSpPr/>
          <p:nvPr/>
        </p:nvSpPr>
        <p:spPr>
          <a:xfrm>
            <a:off x="176565" y="523174"/>
            <a:ext cx="2622064" cy="4700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Solid-state memory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E2A1807-0082-4925-BFFC-20DDF9B1EA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5629" y="1706918"/>
            <a:ext cx="5171416" cy="3444163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B9C4B067-FECC-49A4-90CC-486C72787212}"/>
              </a:ext>
            </a:extLst>
          </p:cNvPr>
          <p:cNvGrpSpPr/>
          <p:nvPr/>
        </p:nvGrpSpPr>
        <p:grpSpPr>
          <a:xfrm>
            <a:off x="6463615" y="2930080"/>
            <a:ext cx="2365275" cy="997838"/>
            <a:chOff x="6463615" y="2930080"/>
            <a:chExt cx="2365275" cy="997838"/>
          </a:xfrm>
        </p:grpSpPr>
        <p:cxnSp>
          <p:nvCxnSpPr>
            <p:cNvPr id="31" name="AutoShape 19">
              <a:extLst>
                <a:ext uri="{FF2B5EF4-FFF2-40B4-BE49-F238E27FC236}">
                  <a16:creationId xmlns:a16="http://schemas.microsoft.com/office/drawing/2014/main" id="{DD9001CA-43B1-40FA-BAD6-5E980702837D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6463615" y="2941229"/>
              <a:ext cx="2365275" cy="0"/>
            </a:xfrm>
            <a:prstGeom prst="straightConnector1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EEECE1"/>
                    </a:outerShdw>
                  </a:effectLst>
                </a14:hiddenEffects>
              </a:ext>
            </a:extLst>
          </p:spPr>
        </p:cxnSp>
        <p:cxnSp>
          <p:nvCxnSpPr>
            <p:cNvPr id="32" name="AutoShape 20">
              <a:extLst>
                <a:ext uri="{FF2B5EF4-FFF2-40B4-BE49-F238E27FC236}">
                  <a16:creationId xmlns:a16="http://schemas.microsoft.com/office/drawing/2014/main" id="{5824A571-90CB-4FCA-AA1D-AE9E458AC8BE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6463615" y="3743959"/>
              <a:ext cx="2365275" cy="0"/>
            </a:xfrm>
            <a:prstGeom prst="straightConnector1">
              <a:avLst/>
            </a:prstGeom>
            <a:noFill/>
            <a:ln w="28575" algn="ctr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EEECE1"/>
                    </a:outerShdw>
                  </a:effectLst>
                </a14:hiddenEffects>
              </a:ext>
            </a:extLst>
          </p:spPr>
        </p:cxnSp>
        <p:cxnSp>
          <p:nvCxnSpPr>
            <p:cNvPr id="34" name="AutoShape 21">
              <a:extLst>
                <a:ext uri="{FF2B5EF4-FFF2-40B4-BE49-F238E27FC236}">
                  <a16:creationId xmlns:a16="http://schemas.microsoft.com/office/drawing/2014/main" id="{B88F1414-BDC4-4217-9A18-7D2B3333ADF3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7426766" y="2930080"/>
              <a:ext cx="0" cy="802730"/>
            </a:xfrm>
            <a:prstGeom prst="straightConnector1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EEECE1"/>
                    </a:outerShdw>
                  </a:effectLst>
                </a14:hiddenEffects>
              </a:ext>
            </a:extLst>
          </p:spPr>
        </p:cxnSp>
        <p:cxnSp>
          <p:nvCxnSpPr>
            <p:cNvPr id="35" name="AutoShape 22">
              <a:extLst>
                <a:ext uri="{FF2B5EF4-FFF2-40B4-BE49-F238E27FC236}">
                  <a16:creationId xmlns:a16="http://schemas.microsoft.com/office/drawing/2014/main" id="{EF075DE5-5F06-44E8-B578-A12FBD0AA6C7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7816676" y="2938443"/>
              <a:ext cx="0" cy="802730"/>
            </a:xfrm>
            <a:prstGeom prst="straightConnector1">
              <a:avLst/>
            </a:prstGeom>
            <a:noFill/>
            <a:ln w="28575" algn="ctr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EEECE1"/>
                    </a:outerShdw>
                  </a:effectLst>
                </a14:hiddenEffects>
              </a:ext>
            </a:extLst>
          </p:spPr>
        </p:cxn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98485824-71C9-4AFC-B0FF-C4C1BA72CE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11037" y="3116827"/>
              <a:ext cx="1262684" cy="390216"/>
            </a:xfrm>
            <a:prstGeom prst="rect">
              <a:avLst/>
            </a:prstGeom>
            <a:solidFill>
              <a:srgbClr val="FFFFFF"/>
            </a:solidFill>
            <a:ln w="28575" algn="in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EEECE1"/>
                    </a:outerShdw>
                  </a:effectLst>
                </a14:hiddenEffects>
              </a:ext>
            </a:extLst>
          </p:spPr>
          <p:txBody>
            <a:bodyPr vert="horz" wrap="square" lIns="36576" tIns="36576" rIns="36576" bIns="36576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GB" dirty="0"/>
            </a:p>
          </p:txBody>
        </p:sp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5327D077-C0FB-43EB-BFC1-B5E61B5EDA3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235685" y="3537702"/>
              <a:ext cx="361505" cy="390216"/>
              <a:chOff x="104755950" y="108464350"/>
              <a:chExt cx="222250" cy="222250"/>
            </a:xfrm>
          </p:grpSpPr>
          <p:sp>
            <p:nvSpPr>
              <p:cNvPr id="62" name="Oval 61">
                <a:extLst>
                  <a:ext uri="{FF2B5EF4-FFF2-40B4-BE49-F238E27FC236}">
                    <a16:creationId xmlns:a16="http://schemas.microsoft.com/office/drawing/2014/main" id="{73B03074-4DC5-4F12-BE82-A1365F25D5F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4755950" y="108464350"/>
                <a:ext cx="222250" cy="222250"/>
              </a:xfrm>
              <a:prstGeom prst="ellipse">
                <a:avLst/>
              </a:prstGeom>
              <a:solidFill>
                <a:srgbClr val="FFFFFF"/>
              </a:solidFill>
              <a:ln w="28575" algn="in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EEECE1"/>
                      </a:outerShdw>
                    </a:effectLst>
                  </a14:hiddenEffects>
                </a:ext>
              </a:extLst>
            </p:spPr>
            <p:txBody>
              <a:bodyPr vert="horz" wrap="square" lIns="36576" tIns="36576" rIns="36576" bIns="36576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  <p:cxnSp>
            <p:nvCxnSpPr>
              <p:cNvPr id="63" name="AutoShape 26">
                <a:extLst>
                  <a:ext uri="{FF2B5EF4-FFF2-40B4-BE49-F238E27FC236}">
                    <a16:creationId xmlns:a16="http://schemas.microsoft.com/office/drawing/2014/main" id="{209EFEC1-BE93-4FF4-A582-CCAC783A12F9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104821022" y="108578210"/>
                <a:ext cx="86008" cy="0"/>
              </a:xfrm>
              <a:prstGeom prst="straightConnector1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EEECE1"/>
                      </a:outerShdw>
                    </a:effectLst>
                  </a14:hiddenEffects>
                </a:ext>
              </a:extLst>
            </p:spPr>
          </p:cxnSp>
        </p:grp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D4209CCC-2A83-4B15-BDB3-632960F3B0DA}"/>
              </a:ext>
            </a:extLst>
          </p:cNvPr>
          <p:cNvGrpSpPr/>
          <p:nvPr/>
        </p:nvGrpSpPr>
        <p:grpSpPr>
          <a:xfrm>
            <a:off x="9278188" y="2932868"/>
            <a:ext cx="2365275" cy="813879"/>
            <a:chOff x="9278188" y="2932868"/>
            <a:chExt cx="2365275" cy="813879"/>
          </a:xfrm>
          <a:effectLst>
            <a:glow rad="228600">
              <a:schemeClr val="accent2">
                <a:satMod val="175000"/>
                <a:alpha val="40000"/>
              </a:schemeClr>
            </a:glow>
          </a:effectLst>
        </p:grpSpPr>
        <p:cxnSp>
          <p:nvCxnSpPr>
            <p:cNvPr id="38" name="AutoShape 27">
              <a:extLst>
                <a:ext uri="{FF2B5EF4-FFF2-40B4-BE49-F238E27FC236}">
                  <a16:creationId xmlns:a16="http://schemas.microsoft.com/office/drawing/2014/main" id="{2F3E44F1-E4CB-49ED-83F3-E538B5DC0853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9278188" y="2944017"/>
              <a:ext cx="2365275" cy="0"/>
            </a:xfrm>
            <a:prstGeom prst="straightConnector1">
              <a:avLst/>
            </a:prstGeom>
            <a:noFill/>
            <a:ln w="28575" algn="ctr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EEECE1"/>
                    </a:outerShdw>
                  </a:effectLst>
                </a14:hiddenEffects>
              </a:ext>
            </a:extLst>
          </p:spPr>
        </p:cxnSp>
        <p:cxnSp>
          <p:nvCxnSpPr>
            <p:cNvPr id="39" name="AutoShape 28">
              <a:extLst>
                <a:ext uri="{FF2B5EF4-FFF2-40B4-BE49-F238E27FC236}">
                  <a16:creationId xmlns:a16="http://schemas.microsoft.com/office/drawing/2014/main" id="{08908785-BBFD-421E-A1EF-32E822F05209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9278188" y="3746747"/>
              <a:ext cx="2365275" cy="0"/>
            </a:xfrm>
            <a:prstGeom prst="straightConnector1">
              <a:avLst/>
            </a:prstGeom>
            <a:noFill/>
            <a:ln w="28575" algn="ctr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EEECE1"/>
                    </a:outerShdw>
                  </a:effectLst>
                </a14:hiddenEffects>
              </a:ext>
            </a:extLst>
          </p:spPr>
        </p:cxnSp>
        <p:cxnSp>
          <p:nvCxnSpPr>
            <p:cNvPr id="40" name="AutoShape 29">
              <a:extLst>
                <a:ext uri="{FF2B5EF4-FFF2-40B4-BE49-F238E27FC236}">
                  <a16:creationId xmlns:a16="http://schemas.microsoft.com/office/drawing/2014/main" id="{169877D0-107E-43BC-BAC9-1A81AF864AD9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10241340" y="2932868"/>
              <a:ext cx="0" cy="802730"/>
            </a:xfrm>
            <a:prstGeom prst="straightConnector1">
              <a:avLst/>
            </a:prstGeom>
            <a:noFill/>
            <a:ln w="28575" algn="ctr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EEECE1"/>
                    </a:outerShdw>
                  </a:effectLst>
                </a14:hiddenEffects>
              </a:ext>
            </a:extLst>
          </p:spPr>
        </p:cxnSp>
        <p:cxnSp>
          <p:nvCxnSpPr>
            <p:cNvPr id="41" name="AutoShape 30">
              <a:extLst>
                <a:ext uri="{FF2B5EF4-FFF2-40B4-BE49-F238E27FC236}">
                  <a16:creationId xmlns:a16="http://schemas.microsoft.com/office/drawing/2014/main" id="{0DB95596-D1DF-4B51-A2AC-097EE72E3DA5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10631249" y="2941229"/>
              <a:ext cx="0" cy="802730"/>
            </a:xfrm>
            <a:prstGeom prst="straightConnector1">
              <a:avLst/>
            </a:prstGeom>
            <a:noFill/>
            <a:ln w="28575" algn="ctr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EEECE1"/>
                    </a:outerShdw>
                  </a:effectLst>
                </a14:hiddenEffects>
              </a:ext>
            </a:extLst>
          </p:spPr>
        </p:cxn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7A2AE0A7-A93C-498F-A30A-B43397B603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825610" y="3119613"/>
              <a:ext cx="1262684" cy="390216"/>
            </a:xfrm>
            <a:prstGeom prst="rect">
              <a:avLst/>
            </a:prstGeom>
            <a:solidFill>
              <a:srgbClr val="FFFFFF"/>
            </a:solidFill>
            <a:ln w="28575" algn="in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EEECE1"/>
                    </a:outerShdw>
                  </a:effectLst>
                </a14:hiddenEffects>
              </a:ext>
            </a:extLst>
          </p:spPr>
          <p:txBody>
            <a:bodyPr vert="horz" wrap="square" lIns="36576" tIns="36576" rIns="36576" bIns="36576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GB" dirty="0"/>
            </a:p>
          </p:txBody>
        </p:sp>
        <p:grpSp>
          <p:nvGrpSpPr>
            <p:cNvPr id="59" name="Group 58">
              <a:extLst>
                <a:ext uri="{FF2B5EF4-FFF2-40B4-BE49-F238E27FC236}">
                  <a16:creationId xmlns:a16="http://schemas.microsoft.com/office/drawing/2014/main" id="{78FACB07-A96F-4385-8FB9-F2E0B397E0A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243923" y="3119613"/>
              <a:ext cx="361505" cy="390216"/>
              <a:chOff x="104870250" y="108578650"/>
              <a:chExt cx="222250" cy="222250"/>
            </a:xfrm>
          </p:grpSpPr>
          <p:sp>
            <p:nvSpPr>
              <p:cNvPr id="60" name="Oval 59">
                <a:extLst>
                  <a:ext uri="{FF2B5EF4-FFF2-40B4-BE49-F238E27FC236}">
                    <a16:creationId xmlns:a16="http://schemas.microsoft.com/office/drawing/2014/main" id="{0AB8A2DB-AED0-4981-9561-57EB2FFF9F8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4870250" y="108578650"/>
                <a:ext cx="222250" cy="222250"/>
              </a:xfrm>
              <a:prstGeom prst="ellipse">
                <a:avLst/>
              </a:prstGeom>
              <a:solidFill>
                <a:srgbClr val="FFFFFF"/>
              </a:solidFill>
              <a:ln w="28575" algn="in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EEECE1"/>
                      </a:outerShdw>
                    </a:effectLst>
                  </a14:hiddenEffects>
                </a:ext>
              </a:extLst>
            </p:spPr>
            <p:txBody>
              <a:bodyPr vert="horz" wrap="square" lIns="36576" tIns="36576" rIns="36576" bIns="36576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  <p:cxnSp>
            <p:nvCxnSpPr>
              <p:cNvPr id="61" name="AutoShape 34">
                <a:extLst>
                  <a:ext uri="{FF2B5EF4-FFF2-40B4-BE49-F238E27FC236}">
                    <a16:creationId xmlns:a16="http://schemas.microsoft.com/office/drawing/2014/main" id="{4053F341-1B61-42E6-AD79-97CB993E3430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104935322" y="108692510"/>
                <a:ext cx="86008" cy="1"/>
              </a:xfrm>
              <a:prstGeom prst="straightConnector1">
                <a:avLst/>
              </a:prstGeom>
              <a:noFill/>
              <a:ln w="28575" algn="ctr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EEECE1"/>
                      </a:outerShdw>
                    </a:effectLst>
                  </a14:hiddenEffects>
                </a:ext>
              </a:extLst>
            </p:spPr>
          </p:cxnSp>
        </p:grpSp>
      </p:grpSp>
    </p:spTree>
    <p:extLst>
      <p:ext uri="{BB962C8B-B14F-4D97-AF65-F5344CB8AC3E}">
        <p14:creationId xmlns:p14="http://schemas.microsoft.com/office/powerpoint/2010/main" val="13936103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F73B460-4E2F-4A55-AF73-7EF5A7286910}"/>
              </a:ext>
            </a:extLst>
          </p:cNvPr>
          <p:cNvSpPr/>
          <p:nvPr/>
        </p:nvSpPr>
        <p:spPr>
          <a:xfrm>
            <a:off x="176565" y="523174"/>
            <a:ext cx="1546514" cy="4700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Logic gates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04" name="Picture 103">
            <a:extLst>
              <a:ext uri="{FF2B5EF4-FFF2-40B4-BE49-F238E27FC236}">
                <a16:creationId xmlns:a16="http://schemas.microsoft.com/office/drawing/2014/main" id="{85E16FC3-6D65-412B-B79E-235D4E8DDD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0475" y="2286000"/>
            <a:ext cx="742927" cy="989926"/>
          </a:xfrm>
          <a:prstGeom prst="rect">
            <a:avLst/>
          </a:prstGeom>
        </p:spPr>
      </p:pic>
      <p:pic>
        <p:nvPicPr>
          <p:cNvPr id="93" name="Picture 92">
            <a:extLst>
              <a:ext uri="{FF2B5EF4-FFF2-40B4-BE49-F238E27FC236}">
                <a16:creationId xmlns:a16="http://schemas.microsoft.com/office/drawing/2014/main" id="{66AEC11F-302B-4A24-BB7E-73990D6865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40475" y="3582075"/>
            <a:ext cx="742927" cy="989926"/>
          </a:xfrm>
          <a:prstGeom prst="rect">
            <a:avLst/>
          </a:prstGeom>
        </p:spPr>
      </p:pic>
      <p:pic>
        <p:nvPicPr>
          <p:cNvPr id="106" name="Picture 105" descr="A picture containing icon&#10;&#10;Description automatically generated">
            <a:extLst>
              <a:ext uri="{FF2B5EF4-FFF2-40B4-BE49-F238E27FC236}">
                <a16:creationId xmlns:a16="http://schemas.microsoft.com/office/drawing/2014/main" id="{87564EBF-C294-4CDD-9E7A-2391B322343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79213" y="1688824"/>
            <a:ext cx="5651400" cy="3174203"/>
          </a:xfrm>
          <a:prstGeom prst="rect">
            <a:avLst/>
          </a:prstGeom>
        </p:spPr>
      </p:pic>
      <p:pic>
        <p:nvPicPr>
          <p:cNvPr id="107" name="Picture 106" descr="A close up of a device&#10;&#10;Description automatically generated">
            <a:extLst>
              <a:ext uri="{FF2B5EF4-FFF2-40B4-BE49-F238E27FC236}">
                <a16:creationId xmlns:a16="http://schemas.microsoft.com/office/drawing/2014/main" id="{0DF5268B-0D78-463A-A311-580C57DED41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30613" y="2135380"/>
            <a:ext cx="2281089" cy="2281089"/>
          </a:xfrm>
          <a:prstGeom prst="rect">
            <a:avLst/>
          </a:prstGeom>
          <a:effectLst>
            <a:glow rad="228600">
              <a:schemeClr val="accent4">
                <a:satMod val="175000"/>
                <a:alpha val="40000"/>
              </a:schemeClr>
            </a:glow>
          </a:effectLst>
        </p:spPr>
      </p:pic>
      <p:sp>
        <p:nvSpPr>
          <p:cNvPr id="108" name="Rectangle 107">
            <a:extLst>
              <a:ext uri="{FF2B5EF4-FFF2-40B4-BE49-F238E27FC236}">
                <a16:creationId xmlns:a16="http://schemas.microsoft.com/office/drawing/2014/main" id="{B35FF955-24D3-4A25-837A-AAE47797B6C8}"/>
              </a:ext>
            </a:extLst>
          </p:cNvPr>
          <p:cNvSpPr/>
          <p:nvPr/>
        </p:nvSpPr>
        <p:spPr>
          <a:xfrm>
            <a:off x="1370039" y="3684687"/>
            <a:ext cx="1127018" cy="78470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4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Off</a:t>
            </a:r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D642E849-8FC5-4456-BFC2-7637D1C78515}"/>
              </a:ext>
            </a:extLst>
          </p:cNvPr>
          <p:cNvSpPr/>
          <p:nvPr/>
        </p:nvSpPr>
        <p:spPr>
          <a:xfrm>
            <a:off x="1408053" y="2345292"/>
            <a:ext cx="1127018" cy="78470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4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On</a:t>
            </a:r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24D9EA15-7349-4D00-8DCA-3A0E2FFA7D1A}"/>
              </a:ext>
            </a:extLst>
          </p:cNvPr>
          <p:cNvSpPr/>
          <p:nvPr/>
        </p:nvSpPr>
        <p:spPr>
          <a:xfrm>
            <a:off x="4147804" y="1893649"/>
            <a:ext cx="666792" cy="78470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4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678BEAAB-E0FE-442B-9133-AC54955C0FDE}"/>
              </a:ext>
            </a:extLst>
          </p:cNvPr>
          <p:cNvSpPr/>
          <p:nvPr/>
        </p:nvSpPr>
        <p:spPr>
          <a:xfrm>
            <a:off x="4147804" y="3337118"/>
            <a:ext cx="666792" cy="78470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4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0</a:t>
            </a:r>
          </a:p>
        </p:txBody>
      </p:sp>
      <p:cxnSp>
        <p:nvCxnSpPr>
          <p:cNvPr id="113" name="Straight Connector 112">
            <a:extLst>
              <a:ext uri="{FF2B5EF4-FFF2-40B4-BE49-F238E27FC236}">
                <a16:creationId xmlns:a16="http://schemas.microsoft.com/office/drawing/2014/main" id="{5F8ACF13-9029-4BBA-9F83-3026464530CF}"/>
              </a:ext>
            </a:extLst>
          </p:cNvPr>
          <p:cNvCxnSpPr/>
          <p:nvPr/>
        </p:nvCxnSpPr>
        <p:spPr>
          <a:xfrm>
            <a:off x="3679213" y="2728311"/>
            <a:ext cx="1695220" cy="0"/>
          </a:xfrm>
          <a:prstGeom prst="line">
            <a:avLst/>
          </a:prstGeom>
          <a:ln>
            <a:solidFill>
              <a:schemeClr val="tx1"/>
            </a:solidFill>
          </a:ln>
          <a:effectLst>
            <a:glow rad="2286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Connector 113">
            <a:extLst>
              <a:ext uri="{FF2B5EF4-FFF2-40B4-BE49-F238E27FC236}">
                <a16:creationId xmlns:a16="http://schemas.microsoft.com/office/drawing/2014/main" id="{4C12ECB7-AB38-407D-88E2-D925BED287DC}"/>
              </a:ext>
            </a:extLst>
          </p:cNvPr>
          <p:cNvCxnSpPr>
            <a:cxnSpLocks/>
          </p:cNvCxnSpPr>
          <p:nvPr/>
        </p:nvCxnSpPr>
        <p:spPr>
          <a:xfrm>
            <a:off x="7909092" y="3438331"/>
            <a:ext cx="1421521" cy="0"/>
          </a:xfrm>
          <a:prstGeom prst="line">
            <a:avLst/>
          </a:prstGeom>
          <a:ln>
            <a:solidFill>
              <a:schemeClr val="tx1"/>
            </a:solidFill>
          </a:ln>
          <a:effectLst>
            <a:glow rad="2286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774168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606FC4BB-E42D-4B5A-9B89-6AD16D0263F8}"/>
              </a:ext>
            </a:extLst>
          </p:cNvPr>
          <p:cNvSpPr/>
          <p:nvPr/>
        </p:nvSpPr>
        <p:spPr>
          <a:xfrm>
            <a:off x="404196" y="1887113"/>
            <a:ext cx="11277731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With just two states, electronic components are: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Easier to manufacture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Therefore cheaper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More reliable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Examples of using two states to store data: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EB16EF68-96E6-4EFC-A94E-4A190D2865A8}"/>
              </a:ext>
            </a:extLst>
          </p:cNvPr>
          <p:cNvGrpSpPr/>
          <p:nvPr/>
        </p:nvGrpSpPr>
        <p:grpSpPr>
          <a:xfrm>
            <a:off x="802496" y="3935808"/>
            <a:ext cx="1103734" cy="1068508"/>
            <a:chOff x="1191447" y="3463402"/>
            <a:chExt cx="895350" cy="866775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6A351176-6930-4393-A64E-D13658CB2582}"/>
                </a:ext>
              </a:extLst>
            </p:cNvPr>
            <p:cNvGrpSpPr>
              <a:grpSpLocks/>
            </p:cNvGrpSpPr>
            <p:nvPr/>
          </p:nvGrpSpPr>
          <p:grpSpPr bwMode="auto">
            <a:xfrm rot="20882287">
              <a:off x="1191447" y="3463402"/>
              <a:ext cx="404813" cy="695325"/>
              <a:chOff x="103639310" y="105747215"/>
              <a:chExt cx="404037" cy="694660"/>
            </a:xfrm>
          </p:grpSpPr>
          <p:sp>
            <p:nvSpPr>
              <p:cNvPr id="14" name="AutoShape 3">
                <a:extLst>
                  <a:ext uri="{FF2B5EF4-FFF2-40B4-BE49-F238E27FC236}">
                    <a16:creationId xmlns:a16="http://schemas.microsoft.com/office/drawing/2014/main" id="{F5124D27-E07D-497A-8B18-20E2DE9D2A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39310" y="105747215"/>
                <a:ext cx="404037" cy="531627"/>
              </a:xfrm>
              <a:prstGeom prst="flowChartMagneticDisk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EEECE1"/>
                      </a:outerShdw>
                    </a:effectLst>
                  </a14:hiddenEffects>
                </a:ext>
              </a:extLst>
            </p:spPr>
            <p:txBody>
              <a:bodyPr vert="horz" wrap="square" lIns="36576" tIns="36576" rIns="36576" bIns="36576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GB" dirty="0"/>
              </a:p>
            </p:txBody>
          </p:sp>
          <p:cxnSp>
            <p:nvCxnSpPr>
              <p:cNvPr id="15" name="AutoShape 4">
                <a:extLst>
                  <a:ext uri="{FF2B5EF4-FFF2-40B4-BE49-F238E27FC236}">
                    <a16:creationId xmlns:a16="http://schemas.microsoft.com/office/drawing/2014/main" id="{D78DFDD6-4A24-41E1-BF5C-89E6F7ABF63A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103746300" y="106279950"/>
                <a:ext cx="0" cy="161925"/>
              </a:xfrm>
              <a:prstGeom prst="straightConnector1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EEECE1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16" name="AutoShape 5">
                <a:extLst>
                  <a:ext uri="{FF2B5EF4-FFF2-40B4-BE49-F238E27FC236}">
                    <a16:creationId xmlns:a16="http://schemas.microsoft.com/office/drawing/2014/main" id="{25715E63-5689-4897-9719-BA0ED61F38AD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103936800" y="106279950"/>
                <a:ext cx="0" cy="161925"/>
              </a:xfrm>
              <a:prstGeom prst="straightConnector1">
                <a:avLst/>
              </a:prstGeom>
              <a:noFill/>
              <a:ln w="28575" algn="ctr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EEECE1"/>
                      </a:outerShdw>
                    </a:effectLst>
                  </a14:hiddenEffects>
                </a:ext>
              </a:extLst>
            </p:spPr>
          </p:cxn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EAA8C273-D351-43BC-BF5F-1AD861F6710A}"/>
                </a:ext>
              </a:extLst>
            </p:cNvPr>
            <p:cNvGrpSpPr>
              <a:grpSpLocks/>
            </p:cNvGrpSpPr>
            <p:nvPr/>
          </p:nvGrpSpPr>
          <p:grpSpPr bwMode="auto">
            <a:xfrm rot="652815">
              <a:off x="1681985" y="3636440"/>
              <a:ext cx="404812" cy="693737"/>
              <a:chOff x="104143507" y="105747795"/>
              <a:chExt cx="404037" cy="694660"/>
            </a:xfrm>
          </p:grpSpPr>
          <p:sp>
            <p:nvSpPr>
              <p:cNvPr id="10" name="AutoShape 7">
                <a:extLst>
                  <a:ext uri="{FF2B5EF4-FFF2-40B4-BE49-F238E27FC236}">
                    <a16:creationId xmlns:a16="http://schemas.microsoft.com/office/drawing/2014/main" id="{576090A8-E7F8-4101-B64C-5E622138B1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4143507" y="105747795"/>
                <a:ext cx="404037" cy="531627"/>
              </a:xfrm>
              <a:prstGeom prst="flowChartMagneticDisk">
                <a:avLst/>
              </a:prstGeom>
              <a:noFill/>
              <a:ln w="28575" algn="ctr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EEECE1"/>
                      </a:outerShdw>
                    </a:effectLst>
                  </a14:hiddenEffects>
                </a:ext>
              </a:extLst>
            </p:spPr>
            <p:txBody>
              <a:bodyPr vert="horz" wrap="square" lIns="36576" tIns="36576" rIns="36576" bIns="36576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GB" dirty="0"/>
              </a:p>
            </p:txBody>
          </p:sp>
          <p:cxnSp>
            <p:nvCxnSpPr>
              <p:cNvPr id="11" name="AutoShape 8">
                <a:extLst>
                  <a:ext uri="{FF2B5EF4-FFF2-40B4-BE49-F238E27FC236}">
                    <a16:creationId xmlns:a16="http://schemas.microsoft.com/office/drawing/2014/main" id="{98DF7D77-EDCD-446A-A59C-EBF9B34B488B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104250497" y="106280530"/>
                <a:ext cx="0" cy="161925"/>
              </a:xfrm>
              <a:prstGeom prst="straightConnector1">
                <a:avLst/>
              </a:prstGeom>
              <a:noFill/>
              <a:ln w="28575" algn="ctr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EEECE1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12" name="AutoShape 9">
                <a:extLst>
                  <a:ext uri="{FF2B5EF4-FFF2-40B4-BE49-F238E27FC236}">
                    <a16:creationId xmlns:a16="http://schemas.microsoft.com/office/drawing/2014/main" id="{539F78AC-8AB4-4D5B-B8E7-2F4BC7516F6F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104440997" y="106280530"/>
                <a:ext cx="0" cy="161925"/>
              </a:xfrm>
              <a:prstGeom prst="straightConnector1">
                <a:avLst/>
              </a:prstGeom>
              <a:noFill/>
              <a:ln w="28575" algn="ctr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EEECE1"/>
                      </a:outerShdw>
                    </a:effectLst>
                  </a14:hiddenEffects>
                </a:ext>
              </a:extLst>
            </p:spPr>
          </p:cxnSp>
          <p:sp>
            <p:nvSpPr>
              <p:cNvPr id="13" name="AutoShape 10">
                <a:extLst>
                  <a:ext uri="{FF2B5EF4-FFF2-40B4-BE49-F238E27FC236}">
                    <a16:creationId xmlns:a16="http://schemas.microsoft.com/office/drawing/2014/main" id="{C83805D8-7C9E-493B-A993-DA5EDBB2FDD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4283375" y="105961321"/>
                <a:ext cx="129966" cy="243685"/>
              </a:xfrm>
              <a:prstGeom prst="lightningBolt">
                <a:avLst/>
              </a:prstGeom>
              <a:solidFill>
                <a:srgbClr val="000000"/>
              </a:solidFill>
              <a:ln w="28575" algn="in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EEECE1"/>
                      </a:outerShdw>
                    </a:effectLst>
                  </a14:hiddenEffects>
                </a:ext>
              </a:extLst>
            </p:spPr>
            <p:txBody>
              <a:bodyPr vert="horz" wrap="square" lIns="36576" tIns="36576" rIns="36576" bIns="36576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GB" dirty="0"/>
              </a:p>
            </p:txBody>
          </p:sp>
        </p:grp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81B55472-B79C-418B-BC1F-D1F4DB51E744}"/>
              </a:ext>
            </a:extLst>
          </p:cNvPr>
          <p:cNvGrpSpPr/>
          <p:nvPr/>
        </p:nvGrpSpPr>
        <p:grpSpPr>
          <a:xfrm>
            <a:off x="802239" y="5531246"/>
            <a:ext cx="1664678" cy="844503"/>
            <a:chOff x="7416638" y="5988080"/>
            <a:chExt cx="1727279" cy="876260"/>
          </a:xfrm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B58AD29E-3519-4521-89A9-0E1BF1211AF4}"/>
                </a:ext>
              </a:extLst>
            </p:cNvPr>
            <p:cNvGrpSpPr>
              <a:grpSpLocks/>
            </p:cNvGrpSpPr>
            <p:nvPr/>
          </p:nvGrpSpPr>
          <p:grpSpPr bwMode="auto">
            <a:xfrm rot="20972380">
              <a:off x="7416638" y="5988080"/>
              <a:ext cx="1398586" cy="331788"/>
              <a:chOff x="115372675" y="105549271"/>
              <a:chExt cx="1399228" cy="331524"/>
            </a:xfrm>
          </p:grpSpPr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25723C6A-1ED1-48AD-A235-FD74AD94D2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5372675" y="105549271"/>
                <a:ext cx="331524" cy="331524"/>
              </a:xfrm>
              <a:prstGeom prst="rect">
                <a:avLst/>
              </a:prstGeom>
              <a:noFill/>
              <a:ln w="28575" algn="in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EEECE1"/>
                      </a:outerShdw>
                    </a:effectLst>
                  </a14:hiddenEffects>
                </a:ext>
              </a:extLst>
            </p:spPr>
            <p:txBody>
              <a:bodyPr vert="horz" wrap="square" lIns="36576" tIns="36576" rIns="36576" bIns="36576" numCol="1" anchor="ctr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GB" sz="1600" b="0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Calibri" pitchFamily="34" charset="0"/>
                    <a:cs typeface="Arial" pitchFamily="34" charset="0"/>
                  </a:rPr>
                  <a:t>N</a:t>
                </a:r>
                <a:endParaRPr kumimoji="0" lang="en-US" sz="2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D6FD8A8B-5758-4849-B989-FA20B350E8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5700032" y="105549271"/>
                <a:ext cx="741054" cy="331524"/>
              </a:xfrm>
              <a:prstGeom prst="rect">
                <a:avLst/>
              </a:prstGeom>
              <a:noFill/>
              <a:ln w="28575" algn="in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EEECE1"/>
                      </a:outerShdw>
                    </a:effectLst>
                  </a14:hiddenEffects>
                </a:ext>
              </a:extLst>
            </p:spPr>
            <p:txBody>
              <a:bodyPr vert="horz" wrap="square" lIns="36576" tIns="36576" rIns="36576" bIns="36576" numCol="1" anchor="ctr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GB" sz="2000" dirty="0"/>
              </a:p>
            </p:txBody>
          </p:sp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43C317D4-11B7-4ED6-A574-1478C0497C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6440379" y="105549271"/>
                <a:ext cx="331524" cy="331524"/>
              </a:xfrm>
              <a:prstGeom prst="rect">
                <a:avLst/>
              </a:prstGeom>
              <a:noFill/>
              <a:ln w="28575" algn="in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EEECE1"/>
                      </a:outerShdw>
                    </a:effectLst>
                  </a14:hiddenEffects>
                </a:ext>
              </a:extLst>
            </p:spPr>
            <p:txBody>
              <a:bodyPr vert="horz" wrap="square" lIns="36576" tIns="36576" rIns="36576" bIns="36576" numCol="1" anchor="ctr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GB" sz="1600" b="0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Calibri" pitchFamily="34" charset="0"/>
                    <a:cs typeface="Arial" pitchFamily="34" charset="0"/>
                  </a:rPr>
                  <a:t>S</a:t>
                </a:r>
                <a:endParaRPr kumimoji="0" lang="en-US" sz="2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2F128261-F9C2-4AC2-BD15-B938DCE0C471}"/>
                </a:ext>
              </a:extLst>
            </p:cNvPr>
            <p:cNvGrpSpPr>
              <a:grpSpLocks/>
            </p:cNvGrpSpPr>
            <p:nvPr/>
          </p:nvGrpSpPr>
          <p:grpSpPr bwMode="auto">
            <a:xfrm rot="457693">
              <a:off x="7745331" y="6532553"/>
              <a:ext cx="1398586" cy="331787"/>
              <a:chOff x="115701490" y="106094089"/>
              <a:chExt cx="1399228" cy="331524"/>
            </a:xfrm>
          </p:grpSpPr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6DE0F402-9592-439B-9D73-66CB4E6F69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5701490" y="106094089"/>
                <a:ext cx="331524" cy="331524"/>
              </a:xfrm>
              <a:prstGeom prst="rect">
                <a:avLst/>
              </a:prstGeom>
              <a:noFill/>
              <a:ln w="28575" algn="in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EEECE1"/>
                      </a:outerShdw>
                    </a:effectLst>
                  </a14:hiddenEffects>
                </a:ext>
              </a:extLst>
            </p:spPr>
            <p:txBody>
              <a:bodyPr vert="horz" wrap="square" lIns="36576" tIns="36576" rIns="36576" bIns="36576" numCol="1" anchor="ctr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GB" sz="1600" b="0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Calibri" pitchFamily="34" charset="0"/>
                    <a:cs typeface="Arial" pitchFamily="34" charset="0"/>
                  </a:rPr>
                  <a:t>S</a:t>
                </a:r>
                <a:endParaRPr kumimoji="0" lang="en-US" sz="2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57D4517A-9076-4CA2-9BD8-874039EA9A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6033181" y="106094089"/>
                <a:ext cx="741054" cy="331524"/>
              </a:xfrm>
              <a:prstGeom prst="rect">
                <a:avLst/>
              </a:prstGeom>
              <a:noFill/>
              <a:ln w="28575" algn="in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EEECE1"/>
                      </a:outerShdw>
                    </a:effectLst>
                  </a14:hiddenEffects>
                </a:ext>
              </a:extLst>
            </p:spPr>
            <p:txBody>
              <a:bodyPr vert="horz" wrap="square" lIns="36576" tIns="36576" rIns="36576" bIns="36576" numCol="1" anchor="ctr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GB" sz="2000" dirty="0"/>
              </a:p>
            </p:txBody>
          </p: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5B1F5AC6-07CA-4DAF-A148-EAD561FEE81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6769194" y="106094089"/>
                <a:ext cx="331524" cy="331524"/>
              </a:xfrm>
              <a:prstGeom prst="rect">
                <a:avLst/>
              </a:prstGeom>
              <a:noFill/>
              <a:ln w="28575" algn="in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EEECE1"/>
                      </a:outerShdw>
                    </a:effectLst>
                  </a14:hiddenEffects>
                </a:ext>
              </a:extLst>
            </p:spPr>
            <p:txBody>
              <a:bodyPr vert="horz" wrap="square" lIns="36576" tIns="36576" rIns="36576" bIns="36576" numCol="1" anchor="ctr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GB" sz="1600" b="0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Calibri" pitchFamily="34" charset="0"/>
                    <a:cs typeface="Arial" pitchFamily="34" charset="0"/>
                  </a:rPr>
                  <a:t>N</a:t>
                </a:r>
                <a:endParaRPr kumimoji="0" lang="en-US" sz="2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</p:grp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01DB74BA-3A71-4F02-B8AA-9B6BAD421ADA}"/>
              </a:ext>
            </a:extLst>
          </p:cNvPr>
          <p:cNvGrpSpPr/>
          <p:nvPr/>
        </p:nvGrpSpPr>
        <p:grpSpPr>
          <a:xfrm>
            <a:off x="4802996" y="4148080"/>
            <a:ext cx="2724727" cy="570563"/>
            <a:chOff x="6307494" y="3601616"/>
            <a:chExt cx="4574661" cy="957942"/>
          </a:xfrm>
        </p:grpSpPr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6A6D355F-3509-4AED-9597-C6B3BF641006}"/>
                </a:ext>
              </a:extLst>
            </p:cNvPr>
            <p:cNvCxnSpPr/>
            <p:nvPr/>
          </p:nvCxnSpPr>
          <p:spPr>
            <a:xfrm>
              <a:off x="6307494" y="4553339"/>
              <a:ext cx="1903445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80B2E51B-BD70-49F7-8DFD-AD1DE23AFA8A}"/>
                </a:ext>
              </a:extLst>
            </p:cNvPr>
            <p:cNvSpPr/>
            <p:nvPr/>
          </p:nvSpPr>
          <p:spPr>
            <a:xfrm>
              <a:off x="6680717" y="4357396"/>
              <a:ext cx="1147666" cy="167951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A644A37A-7F4B-4D8A-B818-F5D46E89FCD6}"/>
                </a:ext>
              </a:extLst>
            </p:cNvPr>
            <p:cNvCxnSpPr/>
            <p:nvPr/>
          </p:nvCxnSpPr>
          <p:spPr>
            <a:xfrm>
              <a:off x="8978710" y="4537788"/>
              <a:ext cx="1903445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76DA2229-0AAB-4D02-8806-55A5F5C15A1C}"/>
                </a:ext>
              </a:extLst>
            </p:cNvPr>
            <p:cNvSpPr/>
            <p:nvPr/>
          </p:nvSpPr>
          <p:spPr>
            <a:xfrm>
              <a:off x="9351933" y="4360507"/>
              <a:ext cx="1147666" cy="167951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19FFA235-B466-4335-9238-967BC3B912CE}"/>
                </a:ext>
              </a:extLst>
            </p:cNvPr>
            <p:cNvCxnSpPr>
              <a:cxnSpLocks/>
            </p:cNvCxnSpPr>
            <p:nvPr/>
          </p:nvCxnSpPr>
          <p:spPr>
            <a:xfrm>
              <a:off x="9351933" y="3601616"/>
              <a:ext cx="573833" cy="908180"/>
            </a:xfrm>
            <a:prstGeom prst="line">
              <a:avLst/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23347368-B5E8-4463-8EBE-988B4C73A82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925766" y="3626497"/>
              <a:ext cx="573833" cy="908180"/>
            </a:xfrm>
            <a:prstGeom prst="line">
              <a:avLst/>
            </a:prstGeom>
            <a:ln w="28575">
              <a:solidFill>
                <a:srgbClr val="C00000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56E0BD1E-AFE6-4D52-ADD9-63522BD614F0}"/>
                </a:ext>
              </a:extLst>
            </p:cNvPr>
            <p:cNvCxnSpPr>
              <a:cxnSpLocks/>
            </p:cNvCxnSpPr>
            <p:nvPr/>
          </p:nvCxnSpPr>
          <p:spPr>
            <a:xfrm>
              <a:off x="6680717" y="3626497"/>
              <a:ext cx="573833" cy="908180"/>
            </a:xfrm>
            <a:prstGeom prst="line">
              <a:avLst/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682F702F-A074-4CCE-ABD8-CCB02FA721C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254550" y="3651378"/>
              <a:ext cx="573833" cy="908180"/>
            </a:xfrm>
            <a:prstGeom prst="line">
              <a:avLst/>
            </a:prstGeom>
            <a:ln w="28575">
              <a:solidFill>
                <a:srgbClr val="C00000"/>
              </a:solidFill>
              <a:prstDash val="dash"/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4B3F2ADF-B6F3-4BD1-95B6-79F073414404}"/>
              </a:ext>
            </a:extLst>
          </p:cNvPr>
          <p:cNvGrpSpPr/>
          <p:nvPr/>
        </p:nvGrpSpPr>
        <p:grpSpPr>
          <a:xfrm>
            <a:off x="4802996" y="5597759"/>
            <a:ext cx="2807913" cy="540912"/>
            <a:chOff x="2892132" y="5531197"/>
            <a:chExt cx="3184525" cy="568325"/>
          </a:xfrm>
        </p:grpSpPr>
        <p:cxnSp>
          <p:nvCxnSpPr>
            <p:cNvPr id="36" name="AutoShape 19">
              <a:extLst>
                <a:ext uri="{FF2B5EF4-FFF2-40B4-BE49-F238E27FC236}">
                  <a16:creationId xmlns:a16="http://schemas.microsoft.com/office/drawing/2014/main" id="{61731D41-1590-486A-A7A9-CB6C024AE50B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892132" y="5537547"/>
              <a:ext cx="1454150" cy="0"/>
            </a:xfrm>
            <a:prstGeom prst="straightConnector1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EEECE1"/>
                    </a:outerShdw>
                  </a:effectLst>
                </a14:hiddenEffects>
              </a:ext>
            </a:extLst>
          </p:spPr>
        </p:cxnSp>
        <p:cxnSp>
          <p:nvCxnSpPr>
            <p:cNvPr id="37" name="AutoShape 20">
              <a:extLst>
                <a:ext uri="{FF2B5EF4-FFF2-40B4-BE49-F238E27FC236}">
                  <a16:creationId xmlns:a16="http://schemas.microsoft.com/office/drawing/2014/main" id="{3A3EFEB7-F13C-41CD-86F1-1B9DBD8FBF30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892132" y="5994747"/>
              <a:ext cx="1454150" cy="0"/>
            </a:xfrm>
            <a:prstGeom prst="straightConnector1">
              <a:avLst/>
            </a:prstGeom>
            <a:noFill/>
            <a:ln w="28575" algn="ctr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EEECE1"/>
                    </a:outerShdw>
                  </a:effectLst>
                </a14:hiddenEffects>
              </a:ext>
            </a:extLst>
          </p:spPr>
        </p:cxnSp>
        <p:cxnSp>
          <p:nvCxnSpPr>
            <p:cNvPr id="38" name="AutoShape 21">
              <a:extLst>
                <a:ext uri="{FF2B5EF4-FFF2-40B4-BE49-F238E27FC236}">
                  <a16:creationId xmlns:a16="http://schemas.microsoft.com/office/drawing/2014/main" id="{194A32CC-B8A7-4CAE-A782-3DE07D7B211E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3484269" y="5531197"/>
              <a:ext cx="0" cy="457200"/>
            </a:xfrm>
            <a:prstGeom prst="straightConnector1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EEECE1"/>
                    </a:outerShdw>
                  </a:effectLst>
                </a14:hiddenEffects>
              </a:ext>
            </a:extLst>
          </p:spPr>
        </p:cxnSp>
        <p:cxnSp>
          <p:nvCxnSpPr>
            <p:cNvPr id="39" name="AutoShape 22">
              <a:extLst>
                <a:ext uri="{FF2B5EF4-FFF2-40B4-BE49-F238E27FC236}">
                  <a16:creationId xmlns:a16="http://schemas.microsoft.com/office/drawing/2014/main" id="{4A4100EC-0375-4118-83C6-1A43259DCEB4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3723982" y="5535960"/>
              <a:ext cx="0" cy="457200"/>
            </a:xfrm>
            <a:prstGeom prst="straightConnector1">
              <a:avLst/>
            </a:prstGeom>
            <a:noFill/>
            <a:ln w="28575" algn="ctr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EEECE1"/>
                    </a:outerShdw>
                  </a:effectLst>
                </a14:hiddenEffects>
              </a:ext>
            </a:extLst>
          </p:spPr>
        </p:cxn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572927AA-AF76-4ACC-82D2-3AFDD430A1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28682" y="5637560"/>
              <a:ext cx="776287" cy="222250"/>
            </a:xfrm>
            <a:prstGeom prst="rect">
              <a:avLst/>
            </a:prstGeom>
            <a:solidFill>
              <a:srgbClr val="FFFFFF"/>
            </a:solidFill>
            <a:ln w="28575" algn="in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EEECE1"/>
                    </a:outerShdw>
                  </a:effectLst>
                </a14:hiddenEffects>
              </a:ext>
            </a:extLst>
          </p:spPr>
          <p:txBody>
            <a:bodyPr vert="horz" wrap="square" lIns="36576" tIns="36576" rIns="36576" bIns="36576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GB" dirty="0"/>
            </a:p>
          </p:txBody>
        </p: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3B7DE19B-91A4-4F49-A209-F37328C86A6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66794" y="5877272"/>
              <a:ext cx="222250" cy="222250"/>
              <a:chOff x="104755950" y="108464350"/>
              <a:chExt cx="222250" cy="222250"/>
            </a:xfrm>
          </p:grpSpPr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707EB5E1-6D0B-4B18-80A7-6CFF2E1CAB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4755950" y="108464350"/>
                <a:ext cx="222250" cy="222250"/>
              </a:xfrm>
              <a:prstGeom prst="ellipse">
                <a:avLst/>
              </a:prstGeom>
              <a:solidFill>
                <a:srgbClr val="FFFFFF"/>
              </a:solidFill>
              <a:ln w="28575" algn="in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EEECE1"/>
                      </a:outerShdw>
                    </a:effectLst>
                  </a14:hiddenEffects>
                </a:ext>
              </a:extLst>
            </p:spPr>
            <p:txBody>
              <a:bodyPr vert="horz" wrap="square" lIns="36576" tIns="36576" rIns="36576" bIns="36576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  <p:cxnSp>
            <p:nvCxnSpPr>
              <p:cNvPr id="51" name="AutoShape 26">
                <a:extLst>
                  <a:ext uri="{FF2B5EF4-FFF2-40B4-BE49-F238E27FC236}">
                    <a16:creationId xmlns:a16="http://schemas.microsoft.com/office/drawing/2014/main" id="{B5F0F7DE-27B2-4F24-862E-60A2D9F59245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104821022" y="108578210"/>
                <a:ext cx="86008" cy="0"/>
              </a:xfrm>
              <a:prstGeom prst="straightConnector1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EEECE1"/>
                      </a:outerShdw>
                    </a:effectLst>
                  </a14:hiddenEffects>
                </a:ext>
              </a:extLst>
            </p:spPr>
          </p:cxnSp>
        </p:grpSp>
        <p:cxnSp>
          <p:nvCxnSpPr>
            <p:cNvPr id="42" name="AutoShape 27">
              <a:extLst>
                <a:ext uri="{FF2B5EF4-FFF2-40B4-BE49-F238E27FC236}">
                  <a16:creationId xmlns:a16="http://schemas.microsoft.com/office/drawing/2014/main" id="{1BF40FC2-F7F3-411C-8CC6-EEDF7E663C84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4622507" y="5539135"/>
              <a:ext cx="1454150" cy="0"/>
            </a:xfrm>
            <a:prstGeom prst="straightConnector1">
              <a:avLst/>
            </a:prstGeom>
            <a:noFill/>
            <a:ln w="28575" algn="ctr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EEECE1"/>
                    </a:outerShdw>
                  </a:effectLst>
                </a14:hiddenEffects>
              </a:ext>
            </a:extLst>
          </p:spPr>
        </p:cxnSp>
        <p:cxnSp>
          <p:nvCxnSpPr>
            <p:cNvPr id="43" name="AutoShape 28">
              <a:extLst>
                <a:ext uri="{FF2B5EF4-FFF2-40B4-BE49-F238E27FC236}">
                  <a16:creationId xmlns:a16="http://schemas.microsoft.com/office/drawing/2014/main" id="{57B00919-5480-4C70-B83E-8E37F33F0D36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4622507" y="5996335"/>
              <a:ext cx="1454150" cy="0"/>
            </a:xfrm>
            <a:prstGeom prst="straightConnector1">
              <a:avLst/>
            </a:prstGeom>
            <a:noFill/>
            <a:ln w="28575" algn="ctr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EEECE1"/>
                    </a:outerShdw>
                  </a:effectLst>
                </a14:hiddenEffects>
              </a:ext>
            </a:extLst>
          </p:spPr>
        </p:cxnSp>
        <p:cxnSp>
          <p:nvCxnSpPr>
            <p:cNvPr id="44" name="AutoShape 29">
              <a:extLst>
                <a:ext uri="{FF2B5EF4-FFF2-40B4-BE49-F238E27FC236}">
                  <a16:creationId xmlns:a16="http://schemas.microsoft.com/office/drawing/2014/main" id="{F9651499-E4E5-4A5D-AF9F-044D03B098AE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5214644" y="5532785"/>
              <a:ext cx="0" cy="457200"/>
            </a:xfrm>
            <a:prstGeom prst="straightConnector1">
              <a:avLst/>
            </a:prstGeom>
            <a:noFill/>
            <a:ln w="28575" algn="ctr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EEECE1"/>
                    </a:outerShdw>
                  </a:effectLst>
                </a14:hiddenEffects>
              </a:ext>
            </a:extLst>
          </p:spPr>
        </p:cxnSp>
        <p:cxnSp>
          <p:nvCxnSpPr>
            <p:cNvPr id="45" name="AutoShape 30">
              <a:extLst>
                <a:ext uri="{FF2B5EF4-FFF2-40B4-BE49-F238E27FC236}">
                  <a16:creationId xmlns:a16="http://schemas.microsoft.com/office/drawing/2014/main" id="{A6A725D2-0194-4187-AF6F-8C198F130EEC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5454357" y="5537547"/>
              <a:ext cx="0" cy="457200"/>
            </a:xfrm>
            <a:prstGeom prst="straightConnector1">
              <a:avLst/>
            </a:prstGeom>
            <a:noFill/>
            <a:ln w="28575" algn="ctr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EEECE1"/>
                    </a:outerShdw>
                  </a:effectLst>
                </a14:hiddenEffects>
              </a:ext>
            </a:extLst>
          </p:spPr>
        </p:cxn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49238317-89CB-423A-AFD5-54C9ABB041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59057" y="5639147"/>
              <a:ext cx="776287" cy="222250"/>
            </a:xfrm>
            <a:prstGeom prst="rect">
              <a:avLst/>
            </a:prstGeom>
            <a:solidFill>
              <a:srgbClr val="FFFFFF"/>
            </a:solidFill>
            <a:ln w="28575" algn="in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EEECE1"/>
                    </a:outerShdw>
                  </a:effectLst>
                </a14:hiddenEffects>
              </a:ext>
            </a:extLst>
          </p:spPr>
          <p:txBody>
            <a:bodyPr vert="horz" wrap="square" lIns="36576" tIns="36576" rIns="36576" bIns="36576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GB" dirty="0"/>
            </a:p>
          </p:txBody>
        </p:sp>
        <p:grpSp>
          <p:nvGrpSpPr>
            <p:cNvPr id="47" name="Group 46">
              <a:extLst>
                <a:ext uri="{FF2B5EF4-FFF2-40B4-BE49-F238E27FC236}">
                  <a16:creationId xmlns:a16="http://schemas.microsoft.com/office/drawing/2014/main" id="{9DB6BEF9-EA64-4F34-B784-0BE18455F45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216232" y="5639147"/>
              <a:ext cx="222250" cy="222250"/>
              <a:chOff x="104870250" y="108578650"/>
              <a:chExt cx="222250" cy="222250"/>
            </a:xfrm>
          </p:grpSpPr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6ABA0279-7086-41CE-9FA7-DB64A4A55F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4870250" y="108578650"/>
                <a:ext cx="222250" cy="222250"/>
              </a:xfrm>
              <a:prstGeom prst="ellipse">
                <a:avLst/>
              </a:prstGeom>
              <a:solidFill>
                <a:srgbClr val="FFFFFF"/>
              </a:solidFill>
              <a:ln w="28575" algn="in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EEECE1"/>
                      </a:outerShdw>
                    </a:effectLst>
                  </a14:hiddenEffects>
                </a:ext>
              </a:extLst>
            </p:spPr>
            <p:txBody>
              <a:bodyPr vert="horz" wrap="square" lIns="36576" tIns="36576" rIns="36576" bIns="36576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  <p:cxnSp>
            <p:nvCxnSpPr>
              <p:cNvPr id="49" name="AutoShape 34">
                <a:extLst>
                  <a:ext uri="{FF2B5EF4-FFF2-40B4-BE49-F238E27FC236}">
                    <a16:creationId xmlns:a16="http://schemas.microsoft.com/office/drawing/2014/main" id="{61E0F9BD-6071-4FFB-80FF-314A6FF02E7A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104935322" y="108692510"/>
                <a:ext cx="86008" cy="1"/>
              </a:xfrm>
              <a:prstGeom prst="straightConnector1">
                <a:avLst/>
              </a:prstGeom>
              <a:noFill/>
              <a:ln w="28575" algn="ctr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EEECE1"/>
                      </a:outerShdw>
                    </a:effectLst>
                  </a14:hiddenEffects>
                </a:ext>
              </a:extLst>
            </p:spPr>
          </p:cxnSp>
        </p:grpSp>
      </p:grpSp>
      <p:sp>
        <p:nvSpPr>
          <p:cNvPr id="52" name="Rectangle 51">
            <a:extLst>
              <a:ext uri="{FF2B5EF4-FFF2-40B4-BE49-F238E27FC236}">
                <a16:creationId xmlns:a16="http://schemas.microsoft.com/office/drawing/2014/main" id="{73E1EBD9-A24B-4E5D-9940-C5BCBD0D0AAF}"/>
              </a:ext>
            </a:extLst>
          </p:cNvPr>
          <p:cNvSpPr/>
          <p:nvPr/>
        </p:nvSpPr>
        <p:spPr>
          <a:xfrm>
            <a:off x="2811409" y="4345607"/>
            <a:ext cx="84055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RAM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D5EB13E4-4AE6-418B-BD7C-B59F8D4860C6}"/>
              </a:ext>
            </a:extLst>
          </p:cNvPr>
          <p:cNvSpPr/>
          <p:nvPr/>
        </p:nvSpPr>
        <p:spPr>
          <a:xfrm>
            <a:off x="2733458" y="5720514"/>
            <a:ext cx="122828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Hard disk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2E4E1B24-A0A2-45BF-8AA8-06BD205B2FEB}"/>
              </a:ext>
            </a:extLst>
          </p:cNvPr>
          <p:cNvSpPr/>
          <p:nvPr/>
        </p:nvSpPr>
        <p:spPr>
          <a:xfrm>
            <a:off x="7828161" y="4311644"/>
            <a:ext cx="126531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Optical disc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E3C9DC32-10F7-4D72-9D4C-75DB605AD16A}"/>
              </a:ext>
            </a:extLst>
          </p:cNvPr>
          <p:cNvSpPr/>
          <p:nvPr/>
        </p:nvSpPr>
        <p:spPr>
          <a:xfrm>
            <a:off x="7785133" y="5650956"/>
            <a:ext cx="175074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Flash memory</a:t>
            </a:r>
          </a:p>
        </p:txBody>
      </p:sp>
      <p:pic>
        <p:nvPicPr>
          <p:cNvPr id="56" name="Picture 2" descr="make_notes">
            <a:extLst>
              <a:ext uri="{FF2B5EF4-FFF2-40B4-BE49-F238E27FC236}">
                <a16:creationId xmlns:a16="http://schemas.microsoft.com/office/drawing/2014/main" id="{BE730D2B-D872-490C-9B39-6351628716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906" y="611347"/>
            <a:ext cx="1113436" cy="11134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424636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82947853-E1EE-4D77-9DC1-BD14C2A806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7625" y="-28575"/>
            <a:ext cx="12239625" cy="6886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486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738</TotalTime>
  <Words>113</Words>
  <Application>Microsoft Office PowerPoint</Application>
  <PresentationFormat>Widescreen</PresentationFormat>
  <Paragraphs>46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Calibri Light</vt:lpstr>
      <vt:lpstr>Century Gothic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Craig Sargent</dc:creator>
  <cp:lastModifiedBy>Craig Sargent</cp:lastModifiedBy>
  <cp:revision>65</cp:revision>
  <dcterms:created xsi:type="dcterms:W3CDTF">2019-10-14T15:21:06Z</dcterms:created>
  <dcterms:modified xsi:type="dcterms:W3CDTF">2022-05-12T13:22:03Z</dcterms:modified>
</cp:coreProperties>
</file>