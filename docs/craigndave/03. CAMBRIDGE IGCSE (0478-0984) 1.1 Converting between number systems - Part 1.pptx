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7" r:id="rId2"/>
    <p:sldId id="259" r:id="rId3"/>
    <p:sldId id="264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3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4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8E2FF9-972B-493C-B823-F8B3E64E4B4D}" type="doc">
      <dgm:prSet loTypeId="urn:microsoft.com/office/officeart/2005/8/layout/lProcess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40810A08-9C8D-48B5-B7E3-B4D8096486AA}">
      <dgm:prSet phldrT="[Text]"/>
      <dgm:spPr/>
      <dgm:t>
        <a:bodyPr/>
        <a:lstStyle/>
        <a:p>
          <a:r>
            <a:rPr lang="en-GB" dirty="0"/>
            <a:t>Method 1</a:t>
          </a:r>
        </a:p>
      </dgm:t>
    </dgm:pt>
    <dgm:pt modelId="{2EFB317D-D80F-4B15-A4C9-1EEE79545B3F}" type="parTrans" cxnId="{CBAD56F4-B820-4630-8583-C8659F4BF2D0}">
      <dgm:prSet/>
      <dgm:spPr/>
      <dgm:t>
        <a:bodyPr/>
        <a:lstStyle/>
        <a:p>
          <a:endParaRPr lang="en-GB"/>
        </a:p>
      </dgm:t>
    </dgm:pt>
    <dgm:pt modelId="{5B68DA26-090D-4239-8E29-297C8956F3A7}" type="sibTrans" cxnId="{CBAD56F4-B820-4630-8583-C8659F4BF2D0}">
      <dgm:prSet/>
      <dgm:spPr/>
      <dgm:t>
        <a:bodyPr/>
        <a:lstStyle/>
        <a:p>
          <a:endParaRPr lang="en-GB"/>
        </a:p>
      </dgm:t>
    </dgm:pt>
    <dgm:pt modelId="{C3414B16-BBF3-450A-8E84-3C3E9461CF50}">
      <dgm:prSet phldrT="[Text]" custT="1"/>
      <dgm:spPr/>
      <dgm:t>
        <a:bodyPr/>
        <a:lstStyle/>
        <a:p>
          <a:r>
            <a:rPr lang="en-GB" sz="3600" dirty="0"/>
            <a:t>Divide-by-two</a:t>
          </a:r>
        </a:p>
      </dgm:t>
    </dgm:pt>
    <dgm:pt modelId="{E7B29488-DDC0-4CB7-BE18-3949EB4F3A87}" type="parTrans" cxnId="{3F572691-0F35-43A4-BCA5-99572387C594}">
      <dgm:prSet/>
      <dgm:spPr/>
      <dgm:t>
        <a:bodyPr/>
        <a:lstStyle/>
        <a:p>
          <a:endParaRPr lang="en-GB"/>
        </a:p>
      </dgm:t>
    </dgm:pt>
    <dgm:pt modelId="{1D14392C-CC71-4424-9D0B-3C206C062E68}" type="sibTrans" cxnId="{3F572691-0F35-43A4-BCA5-99572387C594}">
      <dgm:prSet/>
      <dgm:spPr/>
      <dgm:t>
        <a:bodyPr/>
        <a:lstStyle/>
        <a:p>
          <a:endParaRPr lang="en-GB"/>
        </a:p>
      </dgm:t>
    </dgm:pt>
    <dgm:pt modelId="{F4FFD356-E84E-4E18-8320-740C0F2871EB}">
      <dgm:prSet phldrT="[Text]"/>
      <dgm:spPr/>
      <dgm:t>
        <a:bodyPr/>
        <a:lstStyle/>
        <a:p>
          <a:r>
            <a:rPr lang="en-GB" dirty="0"/>
            <a:t>Method 2</a:t>
          </a:r>
        </a:p>
      </dgm:t>
    </dgm:pt>
    <dgm:pt modelId="{579A7206-B2B4-4BB1-8D74-1E2541DF901D}" type="parTrans" cxnId="{4182F02E-7825-4562-B600-A0A39CA94E54}">
      <dgm:prSet/>
      <dgm:spPr/>
      <dgm:t>
        <a:bodyPr/>
        <a:lstStyle/>
        <a:p>
          <a:endParaRPr lang="en-GB"/>
        </a:p>
      </dgm:t>
    </dgm:pt>
    <dgm:pt modelId="{A91379C7-F8AD-4755-BD52-5D53A8BD5C39}" type="sibTrans" cxnId="{4182F02E-7825-4562-B600-A0A39CA94E54}">
      <dgm:prSet/>
      <dgm:spPr/>
      <dgm:t>
        <a:bodyPr/>
        <a:lstStyle/>
        <a:p>
          <a:endParaRPr lang="en-GB"/>
        </a:p>
      </dgm:t>
    </dgm:pt>
    <dgm:pt modelId="{9EF119C7-B89C-44C2-A943-7C65C2639D47}">
      <dgm:prSet phldrT="[Text]"/>
      <dgm:spPr/>
      <dgm:t>
        <a:bodyPr/>
        <a:lstStyle/>
        <a:p>
          <a:r>
            <a:rPr lang="en-GB" dirty="0"/>
            <a:t>Binary number line</a:t>
          </a:r>
        </a:p>
      </dgm:t>
    </dgm:pt>
    <dgm:pt modelId="{A64FFB49-FEF6-430E-9854-2BA5699FD69B}" type="parTrans" cxnId="{5BD8AA14-E2C1-49AC-8F8D-878DD2065871}">
      <dgm:prSet/>
      <dgm:spPr/>
      <dgm:t>
        <a:bodyPr/>
        <a:lstStyle/>
        <a:p>
          <a:endParaRPr lang="en-GB"/>
        </a:p>
      </dgm:t>
    </dgm:pt>
    <dgm:pt modelId="{D42B904C-2F3D-47A2-B508-7B0ACD844BB9}" type="sibTrans" cxnId="{5BD8AA14-E2C1-49AC-8F8D-878DD2065871}">
      <dgm:prSet/>
      <dgm:spPr/>
      <dgm:t>
        <a:bodyPr/>
        <a:lstStyle/>
        <a:p>
          <a:endParaRPr lang="en-GB"/>
        </a:p>
      </dgm:t>
    </dgm:pt>
    <dgm:pt modelId="{D9376ACB-F369-4DD0-BB68-0E6A219BDCF5}" type="pres">
      <dgm:prSet presAssocID="{B18E2FF9-972B-493C-B823-F8B3E64E4B4D}" presName="theList" presStyleCnt="0">
        <dgm:presLayoutVars>
          <dgm:dir/>
          <dgm:animLvl val="lvl"/>
          <dgm:resizeHandles val="exact"/>
        </dgm:presLayoutVars>
      </dgm:prSet>
      <dgm:spPr/>
    </dgm:pt>
    <dgm:pt modelId="{B720B61A-0D85-4DB6-97DE-4C6A4A635D3E}" type="pres">
      <dgm:prSet presAssocID="{40810A08-9C8D-48B5-B7E3-B4D8096486AA}" presName="compNode" presStyleCnt="0"/>
      <dgm:spPr/>
    </dgm:pt>
    <dgm:pt modelId="{D58BCC9F-74C5-459F-9E32-C79E0335AA5C}" type="pres">
      <dgm:prSet presAssocID="{40810A08-9C8D-48B5-B7E3-B4D8096486AA}" presName="aNode" presStyleLbl="bgShp" presStyleIdx="0" presStyleCnt="2"/>
      <dgm:spPr/>
    </dgm:pt>
    <dgm:pt modelId="{7A72CEFE-ADEC-42D1-84BC-CE2E8EA8FC12}" type="pres">
      <dgm:prSet presAssocID="{40810A08-9C8D-48B5-B7E3-B4D8096486AA}" presName="textNode" presStyleLbl="bgShp" presStyleIdx="0" presStyleCnt="2"/>
      <dgm:spPr/>
    </dgm:pt>
    <dgm:pt modelId="{D983706A-3B16-4C68-9128-D509DC0B6E34}" type="pres">
      <dgm:prSet presAssocID="{40810A08-9C8D-48B5-B7E3-B4D8096486AA}" presName="compChildNode" presStyleCnt="0"/>
      <dgm:spPr/>
    </dgm:pt>
    <dgm:pt modelId="{8D03ADE6-6320-4E30-AE33-D16009CA5DD7}" type="pres">
      <dgm:prSet presAssocID="{40810A08-9C8D-48B5-B7E3-B4D8096486AA}" presName="theInnerList" presStyleCnt="0"/>
      <dgm:spPr/>
    </dgm:pt>
    <dgm:pt modelId="{CEA83298-117F-486F-AEDC-0487D9BC3749}" type="pres">
      <dgm:prSet presAssocID="{C3414B16-BBF3-450A-8E84-3C3E9461CF50}" presName="childNode" presStyleLbl="node1" presStyleIdx="0" presStyleCnt="2">
        <dgm:presLayoutVars>
          <dgm:bulletEnabled val="1"/>
        </dgm:presLayoutVars>
      </dgm:prSet>
      <dgm:spPr/>
    </dgm:pt>
    <dgm:pt modelId="{D779650D-D95D-4EDD-8323-CCD938200642}" type="pres">
      <dgm:prSet presAssocID="{40810A08-9C8D-48B5-B7E3-B4D8096486AA}" presName="aSpace" presStyleCnt="0"/>
      <dgm:spPr/>
    </dgm:pt>
    <dgm:pt modelId="{0FF62CD6-7163-4CE0-A2BC-725A7D083001}" type="pres">
      <dgm:prSet presAssocID="{F4FFD356-E84E-4E18-8320-740C0F2871EB}" presName="compNode" presStyleCnt="0"/>
      <dgm:spPr/>
    </dgm:pt>
    <dgm:pt modelId="{BBC11A61-DEC0-417D-AF99-8EDA767A8909}" type="pres">
      <dgm:prSet presAssocID="{F4FFD356-E84E-4E18-8320-740C0F2871EB}" presName="aNode" presStyleLbl="bgShp" presStyleIdx="1" presStyleCnt="2"/>
      <dgm:spPr/>
    </dgm:pt>
    <dgm:pt modelId="{DDA156A9-7B1F-4E2C-BE60-286C72A51128}" type="pres">
      <dgm:prSet presAssocID="{F4FFD356-E84E-4E18-8320-740C0F2871EB}" presName="textNode" presStyleLbl="bgShp" presStyleIdx="1" presStyleCnt="2"/>
      <dgm:spPr/>
    </dgm:pt>
    <dgm:pt modelId="{916449DB-4A9D-48B6-BFCF-AD324F75FAA2}" type="pres">
      <dgm:prSet presAssocID="{F4FFD356-E84E-4E18-8320-740C0F2871EB}" presName="compChildNode" presStyleCnt="0"/>
      <dgm:spPr/>
    </dgm:pt>
    <dgm:pt modelId="{710C2C27-B065-44E3-AD6F-0372937C0977}" type="pres">
      <dgm:prSet presAssocID="{F4FFD356-E84E-4E18-8320-740C0F2871EB}" presName="theInnerList" presStyleCnt="0"/>
      <dgm:spPr/>
    </dgm:pt>
    <dgm:pt modelId="{1CCE0B0B-9CFB-4D73-ADB3-12F34465AE01}" type="pres">
      <dgm:prSet presAssocID="{9EF119C7-B89C-44C2-A943-7C65C2639D47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5BD8AA14-E2C1-49AC-8F8D-878DD2065871}" srcId="{F4FFD356-E84E-4E18-8320-740C0F2871EB}" destId="{9EF119C7-B89C-44C2-A943-7C65C2639D47}" srcOrd="0" destOrd="0" parTransId="{A64FFB49-FEF6-430E-9854-2BA5699FD69B}" sibTransId="{D42B904C-2F3D-47A2-B508-7B0ACD844BB9}"/>
    <dgm:cxn modelId="{4182F02E-7825-4562-B600-A0A39CA94E54}" srcId="{B18E2FF9-972B-493C-B823-F8B3E64E4B4D}" destId="{F4FFD356-E84E-4E18-8320-740C0F2871EB}" srcOrd="1" destOrd="0" parTransId="{579A7206-B2B4-4BB1-8D74-1E2541DF901D}" sibTransId="{A91379C7-F8AD-4755-BD52-5D53A8BD5C39}"/>
    <dgm:cxn modelId="{A6469631-3B9B-44F2-ABF6-E35898A82399}" type="presOf" srcId="{C3414B16-BBF3-450A-8E84-3C3E9461CF50}" destId="{CEA83298-117F-486F-AEDC-0487D9BC3749}" srcOrd="0" destOrd="0" presId="urn:microsoft.com/office/officeart/2005/8/layout/lProcess2"/>
    <dgm:cxn modelId="{950FAF3C-93BF-4EB9-8899-81F346BC7C6E}" type="presOf" srcId="{F4FFD356-E84E-4E18-8320-740C0F2871EB}" destId="{BBC11A61-DEC0-417D-AF99-8EDA767A8909}" srcOrd="0" destOrd="0" presId="urn:microsoft.com/office/officeart/2005/8/layout/lProcess2"/>
    <dgm:cxn modelId="{46FACF86-D58A-423F-8648-1D90B3443833}" type="presOf" srcId="{9EF119C7-B89C-44C2-A943-7C65C2639D47}" destId="{1CCE0B0B-9CFB-4D73-ADB3-12F34465AE01}" srcOrd="0" destOrd="0" presId="urn:microsoft.com/office/officeart/2005/8/layout/lProcess2"/>
    <dgm:cxn modelId="{3F572691-0F35-43A4-BCA5-99572387C594}" srcId="{40810A08-9C8D-48B5-B7E3-B4D8096486AA}" destId="{C3414B16-BBF3-450A-8E84-3C3E9461CF50}" srcOrd="0" destOrd="0" parTransId="{E7B29488-DDC0-4CB7-BE18-3949EB4F3A87}" sibTransId="{1D14392C-CC71-4424-9D0B-3C206C062E68}"/>
    <dgm:cxn modelId="{50F766C4-5AB4-4D45-A7E5-55858CEA50CE}" type="presOf" srcId="{F4FFD356-E84E-4E18-8320-740C0F2871EB}" destId="{DDA156A9-7B1F-4E2C-BE60-286C72A51128}" srcOrd="1" destOrd="0" presId="urn:microsoft.com/office/officeart/2005/8/layout/lProcess2"/>
    <dgm:cxn modelId="{DEF151D8-5F12-4A2A-B187-E89B39EE0EA1}" type="presOf" srcId="{40810A08-9C8D-48B5-B7E3-B4D8096486AA}" destId="{D58BCC9F-74C5-459F-9E32-C79E0335AA5C}" srcOrd="0" destOrd="0" presId="urn:microsoft.com/office/officeart/2005/8/layout/lProcess2"/>
    <dgm:cxn modelId="{E79281EB-178A-42DA-A26C-959B4915A574}" type="presOf" srcId="{B18E2FF9-972B-493C-B823-F8B3E64E4B4D}" destId="{D9376ACB-F369-4DD0-BB68-0E6A219BDCF5}" srcOrd="0" destOrd="0" presId="urn:microsoft.com/office/officeart/2005/8/layout/lProcess2"/>
    <dgm:cxn modelId="{CBAD56F4-B820-4630-8583-C8659F4BF2D0}" srcId="{B18E2FF9-972B-493C-B823-F8B3E64E4B4D}" destId="{40810A08-9C8D-48B5-B7E3-B4D8096486AA}" srcOrd="0" destOrd="0" parTransId="{2EFB317D-D80F-4B15-A4C9-1EEE79545B3F}" sibTransId="{5B68DA26-090D-4239-8E29-297C8956F3A7}"/>
    <dgm:cxn modelId="{554F8DF8-B08F-4D03-93FA-ABF1AA5CA0FE}" type="presOf" srcId="{40810A08-9C8D-48B5-B7E3-B4D8096486AA}" destId="{7A72CEFE-ADEC-42D1-84BC-CE2E8EA8FC12}" srcOrd="1" destOrd="0" presId="urn:microsoft.com/office/officeart/2005/8/layout/lProcess2"/>
    <dgm:cxn modelId="{419FDE00-2208-429F-9EB4-615B288DD45C}" type="presParOf" srcId="{D9376ACB-F369-4DD0-BB68-0E6A219BDCF5}" destId="{B720B61A-0D85-4DB6-97DE-4C6A4A635D3E}" srcOrd="0" destOrd="0" presId="urn:microsoft.com/office/officeart/2005/8/layout/lProcess2"/>
    <dgm:cxn modelId="{E02CB439-3A87-4731-927B-2026EE1DDD92}" type="presParOf" srcId="{B720B61A-0D85-4DB6-97DE-4C6A4A635D3E}" destId="{D58BCC9F-74C5-459F-9E32-C79E0335AA5C}" srcOrd="0" destOrd="0" presId="urn:microsoft.com/office/officeart/2005/8/layout/lProcess2"/>
    <dgm:cxn modelId="{BADA30C1-95FE-4DEA-B919-C275D231DB79}" type="presParOf" srcId="{B720B61A-0D85-4DB6-97DE-4C6A4A635D3E}" destId="{7A72CEFE-ADEC-42D1-84BC-CE2E8EA8FC12}" srcOrd="1" destOrd="0" presId="urn:microsoft.com/office/officeart/2005/8/layout/lProcess2"/>
    <dgm:cxn modelId="{375597E5-8404-4F85-A828-91035F330E8A}" type="presParOf" srcId="{B720B61A-0D85-4DB6-97DE-4C6A4A635D3E}" destId="{D983706A-3B16-4C68-9128-D509DC0B6E34}" srcOrd="2" destOrd="0" presId="urn:microsoft.com/office/officeart/2005/8/layout/lProcess2"/>
    <dgm:cxn modelId="{092DF83D-B297-4AC7-A704-883C52056797}" type="presParOf" srcId="{D983706A-3B16-4C68-9128-D509DC0B6E34}" destId="{8D03ADE6-6320-4E30-AE33-D16009CA5DD7}" srcOrd="0" destOrd="0" presId="urn:microsoft.com/office/officeart/2005/8/layout/lProcess2"/>
    <dgm:cxn modelId="{96F389EC-3B1B-49B1-8BF9-CE276BAF1ED7}" type="presParOf" srcId="{8D03ADE6-6320-4E30-AE33-D16009CA5DD7}" destId="{CEA83298-117F-486F-AEDC-0487D9BC3749}" srcOrd="0" destOrd="0" presId="urn:microsoft.com/office/officeart/2005/8/layout/lProcess2"/>
    <dgm:cxn modelId="{649E08F5-775D-43E3-B0A5-BEC516E2C4BA}" type="presParOf" srcId="{D9376ACB-F369-4DD0-BB68-0E6A219BDCF5}" destId="{D779650D-D95D-4EDD-8323-CCD938200642}" srcOrd="1" destOrd="0" presId="urn:microsoft.com/office/officeart/2005/8/layout/lProcess2"/>
    <dgm:cxn modelId="{25681320-36A6-44BF-9521-3995D3F01DF2}" type="presParOf" srcId="{D9376ACB-F369-4DD0-BB68-0E6A219BDCF5}" destId="{0FF62CD6-7163-4CE0-A2BC-725A7D083001}" srcOrd="2" destOrd="0" presId="urn:microsoft.com/office/officeart/2005/8/layout/lProcess2"/>
    <dgm:cxn modelId="{2F435008-1B8C-4516-8D9A-F1D324A5D3AA}" type="presParOf" srcId="{0FF62CD6-7163-4CE0-A2BC-725A7D083001}" destId="{BBC11A61-DEC0-417D-AF99-8EDA767A8909}" srcOrd="0" destOrd="0" presId="urn:microsoft.com/office/officeart/2005/8/layout/lProcess2"/>
    <dgm:cxn modelId="{5A8BBA0E-22A9-4E1F-A4C3-6CF02168EA0C}" type="presParOf" srcId="{0FF62CD6-7163-4CE0-A2BC-725A7D083001}" destId="{DDA156A9-7B1F-4E2C-BE60-286C72A51128}" srcOrd="1" destOrd="0" presId="urn:microsoft.com/office/officeart/2005/8/layout/lProcess2"/>
    <dgm:cxn modelId="{5EEF5CFB-419B-4E66-A438-7FAF14B06CDC}" type="presParOf" srcId="{0FF62CD6-7163-4CE0-A2BC-725A7D083001}" destId="{916449DB-4A9D-48B6-BFCF-AD324F75FAA2}" srcOrd="2" destOrd="0" presId="urn:microsoft.com/office/officeart/2005/8/layout/lProcess2"/>
    <dgm:cxn modelId="{9A808C77-6D1E-4DDA-A55B-50222FC6BFED}" type="presParOf" srcId="{916449DB-4A9D-48B6-BFCF-AD324F75FAA2}" destId="{710C2C27-B065-44E3-AD6F-0372937C0977}" srcOrd="0" destOrd="0" presId="urn:microsoft.com/office/officeart/2005/8/layout/lProcess2"/>
    <dgm:cxn modelId="{7893059C-2BEF-4B40-BBC5-E42A34DFDE68}" type="presParOf" srcId="{710C2C27-B065-44E3-AD6F-0372937C0977}" destId="{1CCE0B0B-9CFB-4D73-ADB3-12F34465AE01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BCC9F-74C5-459F-9E32-C79E0335AA5C}">
      <dsp:nvSpPr>
        <dsp:cNvPr id="0" name=""/>
        <dsp:cNvSpPr/>
      </dsp:nvSpPr>
      <dsp:spPr>
        <a:xfrm>
          <a:off x="4067" y="0"/>
          <a:ext cx="3913187" cy="322387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Method 1</a:t>
          </a:r>
        </a:p>
      </dsp:txBody>
      <dsp:txXfrm>
        <a:off x="4067" y="0"/>
        <a:ext cx="3913187" cy="967163"/>
      </dsp:txXfrm>
    </dsp:sp>
    <dsp:sp modelId="{CEA83298-117F-486F-AEDC-0487D9BC3749}">
      <dsp:nvSpPr>
        <dsp:cNvPr id="0" name=""/>
        <dsp:cNvSpPr/>
      </dsp:nvSpPr>
      <dsp:spPr>
        <a:xfrm>
          <a:off x="395386" y="967163"/>
          <a:ext cx="3130549" cy="20955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68580" rIns="9144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Divide-by-two</a:t>
          </a:r>
        </a:p>
      </dsp:txBody>
      <dsp:txXfrm>
        <a:off x="456762" y="1028539"/>
        <a:ext cx="3007797" cy="1972768"/>
      </dsp:txXfrm>
    </dsp:sp>
    <dsp:sp modelId="{BBC11A61-DEC0-417D-AF99-8EDA767A8909}">
      <dsp:nvSpPr>
        <dsp:cNvPr id="0" name=""/>
        <dsp:cNvSpPr/>
      </dsp:nvSpPr>
      <dsp:spPr>
        <a:xfrm>
          <a:off x="4210744" y="0"/>
          <a:ext cx="3913187" cy="322387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Method 2</a:t>
          </a:r>
        </a:p>
      </dsp:txBody>
      <dsp:txXfrm>
        <a:off x="4210744" y="0"/>
        <a:ext cx="3913187" cy="967163"/>
      </dsp:txXfrm>
    </dsp:sp>
    <dsp:sp modelId="{1CCE0B0B-9CFB-4D73-ADB3-12F34465AE01}">
      <dsp:nvSpPr>
        <dsp:cNvPr id="0" name=""/>
        <dsp:cNvSpPr/>
      </dsp:nvSpPr>
      <dsp:spPr>
        <a:xfrm>
          <a:off x="4602063" y="967163"/>
          <a:ext cx="3130549" cy="20955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760" tIns="83820" rIns="11176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Binary number line</a:t>
          </a:r>
        </a:p>
      </dsp:txBody>
      <dsp:txXfrm>
        <a:off x="4663439" y="1028539"/>
        <a:ext cx="3007797" cy="1972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5524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885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617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1611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9933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2172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0778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1784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8678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4071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43728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7552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2444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3644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68074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186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132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219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2759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7066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99608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83454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8776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C59DA8-85C9-40EA-9726-8653BED2898B}" type="slidenum">
              <a:rPr lang="en-GB" smtClean="0"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1480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1.1 Number systems | Converting between number systems – Part 1</a:t>
              </a:r>
            </a:p>
            <a:p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42664" y="0"/>
              <a:ext cx="3249336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1.1 Number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Converting between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number systems – Part 1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EEBF94-F02A-40DB-9651-65A1D2775A15}"/>
              </a:ext>
            </a:extLst>
          </p:cNvPr>
          <p:cNvGrpSpPr/>
          <p:nvPr/>
        </p:nvGrpSpPr>
        <p:grpSpPr>
          <a:xfrm>
            <a:off x="1303787" y="1561217"/>
            <a:ext cx="4012158" cy="1537179"/>
            <a:chOff x="1303787" y="1561217"/>
            <a:chExt cx="4012158" cy="1537179"/>
          </a:xfrm>
        </p:grpSpPr>
        <p:pic>
          <p:nvPicPr>
            <p:cNvPr id="18" name="Picture 17" descr="A close up of a device&#10;&#10;Description automatically generated">
              <a:extLst>
                <a:ext uri="{FF2B5EF4-FFF2-40B4-BE49-F238E27FC236}">
                  <a16:creationId xmlns:a16="http://schemas.microsoft.com/office/drawing/2014/main" id="{A4F88CB4-A4C5-4470-9C4A-588DDF29D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5726" y="1561217"/>
              <a:ext cx="1530219" cy="1530219"/>
            </a:xfrm>
            <a:prstGeom prst="rect">
              <a:avLst/>
            </a:prstGeom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17" name="Picture 16" descr="A close up of a device&#10;&#10;Description automatically generated">
              <a:extLst>
                <a:ext uri="{FF2B5EF4-FFF2-40B4-BE49-F238E27FC236}">
                  <a16:creationId xmlns:a16="http://schemas.microsoft.com/office/drawing/2014/main" id="{11D7A931-261B-4CAF-994C-5BBD7880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3787" y="1568177"/>
              <a:ext cx="1530219" cy="1530219"/>
            </a:xfrm>
            <a:prstGeom prst="rect">
              <a:avLst/>
            </a:prstGeom>
            <a:solidFill>
              <a:schemeClr val="bg1"/>
            </a:solidFill>
            <a:effectLst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9333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denary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6CEE78-1ED8-4863-8A8F-3CBECDFF6925}"/>
              </a:ext>
            </a:extLst>
          </p:cNvPr>
          <p:cNvGrpSpPr/>
          <p:nvPr/>
        </p:nvGrpSpPr>
        <p:grpSpPr>
          <a:xfrm>
            <a:off x="363788" y="2477014"/>
            <a:ext cx="4647361" cy="3084137"/>
            <a:chOff x="3296099" y="1782147"/>
            <a:chExt cx="4647361" cy="308413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638A189-28AC-4F00-83B5-D2ADBCE989E4}"/>
                </a:ext>
              </a:extLst>
            </p:cNvPr>
            <p:cNvGrpSpPr/>
            <p:nvPr/>
          </p:nvGrpSpPr>
          <p:grpSpPr>
            <a:xfrm>
              <a:off x="3470988" y="1782147"/>
              <a:ext cx="3987281" cy="1530220"/>
              <a:chOff x="3470988" y="1782147"/>
              <a:chExt cx="3987281" cy="153022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C090A82-A0D6-4F7E-AEBE-101D4811D4BA}"/>
                  </a:ext>
                </a:extLst>
              </p:cNvPr>
              <p:cNvSpPr/>
              <p:nvPr/>
            </p:nvSpPr>
            <p:spPr>
              <a:xfrm>
                <a:off x="3470988" y="1782147"/>
                <a:ext cx="1530220" cy="153022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0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D653DBB-4E5B-491B-8621-FED7CD30FDEA}"/>
                  </a:ext>
                </a:extLst>
              </p:cNvPr>
              <p:cNvSpPr/>
              <p:nvPr/>
            </p:nvSpPr>
            <p:spPr>
              <a:xfrm>
                <a:off x="5928049" y="1782147"/>
                <a:ext cx="1530220" cy="1530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0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5A8477-53F8-45CD-96C6-9DC47A6D44BC}"/>
                </a:ext>
              </a:extLst>
            </p:cNvPr>
            <p:cNvSpPr/>
            <p:nvPr/>
          </p:nvSpPr>
          <p:spPr>
            <a:xfrm>
              <a:off x="3296099" y="3829846"/>
              <a:ext cx="4647361" cy="1036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6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= </a:t>
              </a:r>
              <a:r>
                <a:rPr lang="en-GB" sz="6000" b="1" u="sn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Bi</a:t>
              </a:r>
              <a:r>
                <a:rPr lang="en-GB" sz="6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nary Digi</a:t>
              </a:r>
              <a:r>
                <a:rPr lang="en-GB" sz="6000" b="1" u="sn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GB" sz="36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06D040D0-6B34-42DE-ABD5-4EFE0F5F1845}"/>
              </a:ext>
            </a:extLst>
          </p:cNvPr>
          <p:cNvGrpSpPr/>
          <p:nvPr/>
        </p:nvGrpSpPr>
        <p:grpSpPr>
          <a:xfrm>
            <a:off x="1303787" y="1561217"/>
            <a:ext cx="4012158" cy="1537179"/>
            <a:chOff x="1303787" y="1561217"/>
            <a:chExt cx="4012158" cy="1537179"/>
          </a:xfrm>
        </p:grpSpPr>
        <p:pic>
          <p:nvPicPr>
            <p:cNvPr id="30" name="Picture 29" descr="A close up of a device&#10;&#10;Description automatically generated">
              <a:extLst>
                <a:ext uri="{FF2B5EF4-FFF2-40B4-BE49-F238E27FC236}">
                  <a16:creationId xmlns:a16="http://schemas.microsoft.com/office/drawing/2014/main" id="{B39BA29C-4FAA-4E20-8D38-C1CF6ABE2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5726" y="1561217"/>
              <a:ext cx="1530219" cy="1530219"/>
            </a:xfrm>
            <a:prstGeom prst="rect">
              <a:avLst/>
            </a:prstGeom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31" name="Picture 30" descr="A close up of a device&#10;&#10;Description automatically generated">
              <a:extLst>
                <a:ext uri="{FF2B5EF4-FFF2-40B4-BE49-F238E27FC236}">
                  <a16:creationId xmlns:a16="http://schemas.microsoft.com/office/drawing/2014/main" id="{51C7B820-35B1-4DCB-B560-5DB981FE0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3787" y="1568177"/>
              <a:ext cx="1530219" cy="1530219"/>
            </a:xfrm>
            <a:prstGeom prst="rect">
              <a:avLst/>
            </a:prstGeom>
            <a:solidFill>
              <a:schemeClr val="bg1"/>
            </a:solidFill>
            <a:effectLst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9333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denary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6CEE78-1ED8-4863-8A8F-3CBECDFF6925}"/>
              </a:ext>
            </a:extLst>
          </p:cNvPr>
          <p:cNvGrpSpPr/>
          <p:nvPr/>
        </p:nvGrpSpPr>
        <p:grpSpPr>
          <a:xfrm>
            <a:off x="363788" y="2477014"/>
            <a:ext cx="4647361" cy="3084137"/>
            <a:chOff x="3296099" y="1782147"/>
            <a:chExt cx="4647361" cy="308413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638A189-28AC-4F00-83B5-D2ADBCE989E4}"/>
                </a:ext>
              </a:extLst>
            </p:cNvPr>
            <p:cNvGrpSpPr/>
            <p:nvPr/>
          </p:nvGrpSpPr>
          <p:grpSpPr>
            <a:xfrm>
              <a:off x="3470988" y="1782147"/>
              <a:ext cx="3987281" cy="1530220"/>
              <a:chOff x="3470988" y="1782147"/>
              <a:chExt cx="3987281" cy="153022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C090A82-A0D6-4F7E-AEBE-101D4811D4BA}"/>
                  </a:ext>
                </a:extLst>
              </p:cNvPr>
              <p:cNvSpPr/>
              <p:nvPr/>
            </p:nvSpPr>
            <p:spPr>
              <a:xfrm>
                <a:off x="3470988" y="1782147"/>
                <a:ext cx="1530220" cy="153022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0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D653DBB-4E5B-491B-8621-FED7CD30FDEA}"/>
                  </a:ext>
                </a:extLst>
              </p:cNvPr>
              <p:cNvSpPr/>
              <p:nvPr/>
            </p:nvSpPr>
            <p:spPr>
              <a:xfrm>
                <a:off x="5928049" y="1782147"/>
                <a:ext cx="1530220" cy="1530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0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5A8477-53F8-45CD-96C6-9DC47A6D44BC}"/>
                </a:ext>
              </a:extLst>
            </p:cNvPr>
            <p:cNvSpPr/>
            <p:nvPr/>
          </p:nvSpPr>
          <p:spPr>
            <a:xfrm>
              <a:off x="3296099" y="3829846"/>
              <a:ext cx="4647361" cy="1036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6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= </a:t>
              </a:r>
              <a:r>
                <a:rPr lang="en-GB" sz="6000" b="1" u="sn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Bi</a:t>
              </a:r>
              <a:r>
                <a:rPr lang="en-GB" sz="6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nary Digi</a:t>
              </a:r>
              <a:r>
                <a:rPr lang="en-GB" sz="6000" b="1" u="sn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GB" sz="36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9460FC-B869-499C-973B-B459DB970A64}"/>
              </a:ext>
            </a:extLst>
          </p:cNvPr>
          <p:cNvGrpSpPr/>
          <p:nvPr/>
        </p:nvGrpSpPr>
        <p:grpSpPr>
          <a:xfrm>
            <a:off x="6959936" y="636982"/>
            <a:ext cx="4015011" cy="5341861"/>
            <a:chOff x="6942091" y="1112843"/>
            <a:chExt cx="4015011" cy="534186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5DA86B9-1D71-41CE-A9B4-55C7C31CF9A3}"/>
                </a:ext>
              </a:extLst>
            </p:cNvPr>
            <p:cNvSpPr/>
            <p:nvPr/>
          </p:nvSpPr>
          <p:spPr>
            <a:xfrm>
              <a:off x="6945740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1"/>
                  </a:solidFill>
                </a:rPr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F1BEE11-23B0-4DE5-BDE1-289DB8E996FB}"/>
                </a:ext>
              </a:extLst>
            </p:cNvPr>
            <p:cNvSpPr/>
            <p:nvPr/>
          </p:nvSpPr>
          <p:spPr>
            <a:xfrm>
              <a:off x="8308537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338074-7E69-457B-A714-01FEEC4748D0}"/>
                </a:ext>
              </a:extLst>
            </p:cNvPr>
            <p:cNvSpPr/>
            <p:nvPr/>
          </p:nvSpPr>
          <p:spPr>
            <a:xfrm>
              <a:off x="9663472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21FA21-22F3-4BFD-9415-BBCE19E61CB5}"/>
                </a:ext>
              </a:extLst>
            </p:cNvPr>
            <p:cNvSpPr/>
            <p:nvPr/>
          </p:nvSpPr>
          <p:spPr>
            <a:xfrm>
              <a:off x="6942091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EEE443-8909-4D1C-A213-DE1645D0136C}"/>
                </a:ext>
              </a:extLst>
            </p:cNvPr>
            <p:cNvSpPr/>
            <p:nvPr/>
          </p:nvSpPr>
          <p:spPr>
            <a:xfrm>
              <a:off x="8304889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92D050"/>
                  </a:solidFill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2500D3-BD5F-4184-BB25-6845B1EF8822}"/>
                </a:ext>
              </a:extLst>
            </p:cNvPr>
            <p:cNvSpPr/>
            <p:nvPr/>
          </p:nvSpPr>
          <p:spPr>
            <a:xfrm>
              <a:off x="9667686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A1AC304-DCFC-4CF3-9D5A-C3B2DD180110}"/>
                </a:ext>
              </a:extLst>
            </p:cNvPr>
            <p:cNvSpPr/>
            <p:nvPr/>
          </p:nvSpPr>
          <p:spPr>
            <a:xfrm>
              <a:off x="6945740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13422F-D0CA-42D8-827E-0675BA6C79E2}"/>
                </a:ext>
              </a:extLst>
            </p:cNvPr>
            <p:cNvSpPr/>
            <p:nvPr/>
          </p:nvSpPr>
          <p:spPr>
            <a:xfrm>
              <a:off x="8308537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FF66FF"/>
                  </a:solidFill>
                </a:rPr>
                <a:t>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1361566-0CE5-4DB6-99DF-29A1BB71F286}"/>
                </a:ext>
              </a:extLst>
            </p:cNvPr>
            <p:cNvSpPr/>
            <p:nvPr/>
          </p:nvSpPr>
          <p:spPr>
            <a:xfrm>
              <a:off x="9663472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26C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26C9FF"/>
                  </a:solidFill>
                </a:rPr>
                <a:t>8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56CF02-935D-4DAE-AAD7-392818313E11}"/>
                </a:ext>
              </a:extLst>
            </p:cNvPr>
            <p:cNvSpPr/>
            <p:nvPr/>
          </p:nvSpPr>
          <p:spPr>
            <a:xfrm>
              <a:off x="8304889" y="516528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6">
                      <a:lumMod val="75000"/>
                    </a:schemeClr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1823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7267F0C-EBD3-427C-BE37-BE0C9C6819AF}"/>
              </a:ext>
            </a:extLst>
          </p:cNvPr>
          <p:cNvGrpSpPr/>
          <p:nvPr/>
        </p:nvGrpSpPr>
        <p:grpSpPr>
          <a:xfrm>
            <a:off x="1303787" y="1561217"/>
            <a:ext cx="4012158" cy="1537179"/>
            <a:chOff x="1303787" y="1561217"/>
            <a:chExt cx="4012158" cy="1537179"/>
          </a:xfrm>
        </p:grpSpPr>
        <p:pic>
          <p:nvPicPr>
            <p:cNvPr id="30" name="Picture 29" descr="A close up of a device&#10;&#10;Description automatically generated">
              <a:extLst>
                <a:ext uri="{FF2B5EF4-FFF2-40B4-BE49-F238E27FC236}">
                  <a16:creationId xmlns:a16="http://schemas.microsoft.com/office/drawing/2014/main" id="{46BF02CF-1182-4D0C-AE7A-098567383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5726" y="1561217"/>
              <a:ext cx="1530219" cy="1530219"/>
            </a:xfrm>
            <a:prstGeom prst="rect">
              <a:avLst/>
            </a:prstGeom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34" name="Picture 33" descr="A close up of a device&#10;&#10;Description automatically generated">
              <a:extLst>
                <a:ext uri="{FF2B5EF4-FFF2-40B4-BE49-F238E27FC236}">
                  <a16:creationId xmlns:a16="http://schemas.microsoft.com/office/drawing/2014/main" id="{383540DF-FA8E-4AA4-A7D7-A96111DEE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3787" y="1568177"/>
              <a:ext cx="1530219" cy="1530219"/>
            </a:xfrm>
            <a:prstGeom prst="rect">
              <a:avLst/>
            </a:prstGeom>
            <a:solidFill>
              <a:schemeClr val="bg1"/>
            </a:solidFill>
            <a:effectLst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9333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denary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6CEE78-1ED8-4863-8A8F-3CBECDFF6925}"/>
              </a:ext>
            </a:extLst>
          </p:cNvPr>
          <p:cNvGrpSpPr/>
          <p:nvPr/>
        </p:nvGrpSpPr>
        <p:grpSpPr>
          <a:xfrm>
            <a:off x="363788" y="2477014"/>
            <a:ext cx="4647361" cy="3084137"/>
            <a:chOff x="3296099" y="1782147"/>
            <a:chExt cx="4647361" cy="308413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638A189-28AC-4F00-83B5-D2ADBCE989E4}"/>
                </a:ext>
              </a:extLst>
            </p:cNvPr>
            <p:cNvGrpSpPr/>
            <p:nvPr/>
          </p:nvGrpSpPr>
          <p:grpSpPr>
            <a:xfrm>
              <a:off x="3470988" y="1782147"/>
              <a:ext cx="3987281" cy="1530220"/>
              <a:chOff x="3470988" y="1782147"/>
              <a:chExt cx="3987281" cy="153022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C090A82-A0D6-4F7E-AEBE-101D4811D4BA}"/>
                  </a:ext>
                </a:extLst>
              </p:cNvPr>
              <p:cNvSpPr/>
              <p:nvPr/>
            </p:nvSpPr>
            <p:spPr>
              <a:xfrm>
                <a:off x="3470988" y="1782147"/>
                <a:ext cx="1530220" cy="153022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000" b="1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D653DBB-4E5B-491B-8621-FED7CD30FDEA}"/>
                  </a:ext>
                </a:extLst>
              </p:cNvPr>
              <p:cNvSpPr/>
              <p:nvPr/>
            </p:nvSpPr>
            <p:spPr>
              <a:xfrm>
                <a:off x="5928049" y="1782147"/>
                <a:ext cx="1530220" cy="1530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60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5A8477-53F8-45CD-96C6-9DC47A6D44BC}"/>
                </a:ext>
              </a:extLst>
            </p:cNvPr>
            <p:cNvSpPr/>
            <p:nvPr/>
          </p:nvSpPr>
          <p:spPr>
            <a:xfrm>
              <a:off x="3296099" y="3829846"/>
              <a:ext cx="4647361" cy="1036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6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= </a:t>
              </a:r>
              <a:r>
                <a:rPr lang="en-GB" sz="6000" b="1" u="sn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Bi</a:t>
              </a:r>
              <a:r>
                <a:rPr lang="en-GB" sz="6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nary Digi</a:t>
              </a:r>
              <a:r>
                <a:rPr lang="en-GB" sz="6000" b="1" u="sn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GB" sz="36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9460FC-B869-499C-973B-B459DB970A64}"/>
              </a:ext>
            </a:extLst>
          </p:cNvPr>
          <p:cNvGrpSpPr/>
          <p:nvPr/>
        </p:nvGrpSpPr>
        <p:grpSpPr>
          <a:xfrm>
            <a:off x="6959936" y="636982"/>
            <a:ext cx="4015011" cy="5341861"/>
            <a:chOff x="6942091" y="1112843"/>
            <a:chExt cx="4015011" cy="534186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5DA86B9-1D71-41CE-A9B4-55C7C31CF9A3}"/>
                </a:ext>
              </a:extLst>
            </p:cNvPr>
            <p:cNvSpPr/>
            <p:nvPr/>
          </p:nvSpPr>
          <p:spPr>
            <a:xfrm>
              <a:off x="6945740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1"/>
                  </a:solidFill>
                </a:rPr>
                <a:t>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F1BEE11-23B0-4DE5-BDE1-289DB8E996FB}"/>
                </a:ext>
              </a:extLst>
            </p:cNvPr>
            <p:cNvSpPr/>
            <p:nvPr/>
          </p:nvSpPr>
          <p:spPr>
            <a:xfrm>
              <a:off x="8308537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338074-7E69-457B-A714-01FEEC4748D0}"/>
                </a:ext>
              </a:extLst>
            </p:cNvPr>
            <p:cNvSpPr/>
            <p:nvPr/>
          </p:nvSpPr>
          <p:spPr>
            <a:xfrm>
              <a:off x="9663472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21FA21-22F3-4BFD-9415-BBCE19E61CB5}"/>
                </a:ext>
              </a:extLst>
            </p:cNvPr>
            <p:cNvSpPr/>
            <p:nvPr/>
          </p:nvSpPr>
          <p:spPr>
            <a:xfrm>
              <a:off x="6942091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EEE443-8909-4D1C-A213-DE1645D0136C}"/>
                </a:ext>
              </a:extLst>
            </p:cNvPr>
            <p:cNvSpPr/>
            <p:nvPr/>
          </p:nvSpPr>
          <p:spPr>
            <a:xfrm>
              <a:off x="8304889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92D050"/>
                  </a:solidFill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2500D3-BD5F-4184-BB25-6845B1EF8822}"/>
                </a:ext>
              </a:extLst>
            </p:cNvPr>
            <p:cNvSpPr/>
            <p:nvPr/>
          </p:nvSpPr>
          <p:spPr>
            <a:xfrm>
              <a:off x="9667686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A1AC304-DCFC-4CF3-9D5A-C3B2DD180110}"/>
                </a:ext>
              </a:extLst>
            </p:cNvPr>
            <p:cNvSpPr/>
            <p:nvPr/>
          </p:nvSpPr>
          <p:spPr>
            <a:xfrm>
              <a:off x="6945740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13422F-D0CA-42D8-827E-0675BA6C79E2}"/>
                </a:ext>
              </a:extLst>
            </p:cNvPr>
            <p:cNvSpPr/>
            <p:nvPr/>
          </p:nvSpPr>
          <p:spPr>
            <a:xfrm>
              <a:off x="8308537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FF66FF"/>
                  </a:solidFill>
                </a:rPr>
                <a:t>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1361566-0CE5-4DB6-99DF-29A1BB71F286}"/>
                </a:ext>
              </a:extLst>
            </p:cNvPr>
            <p:cNvSpPr/>
            <p:nvPr/>
          </p:nvSpPr>
          <p:spPr>
            <a:xfrm>
              <a:off x="9663472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26C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26C9FF"/>
                  </a:solidFill>
                </a:rPr>
                <a:t>8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56CF02-935D-4DAE-AAD7-392818313E11}"/>
                </a:ext>
              </a:extLst>
            </p:cNvPr>
            <p:cNvSpPr/>
            <p:nvPr/>
          </p:nvSpPr>
          <p:spPr>
            <a:xfrm>
              <a:off x="8304889" y="516528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6">
                      <a:lumMod val="75000"/>
                    </a:schemeClr>
                  </a:solidFill>
                </a:rPr>
                <a:t>9</a:t>
              </a:r>
            </a:p>
          </p:txBody>
        </p:sp>
      </p:grpSp>
      <p:pic>
        <p:nvPicPr>
          <p:cNvPr id="31" name="Picture 30" descr="A picture containing fireworks&#10;&#10;Description automatically generated">
            <a:extLst>
              <a:ext uri="{FF2B5EF4-FFF2-40B4-BE49-F238E27FC236}">
                <a16:creationId xmlns:a16="http://schemas.microsoft.com/office/drawing/2014/main" id="{A3CC3F81-BA7A-41C5-A74B-6C713161D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150" y="4422076"/>
            <a:ext cx="2579850" cy="2615968"/>
          </a:xfrm>
          <a:prstGeom prst="rect">
            <a:avLst/>
          </a:prstGeom>
        </p:spPr>
      </p:pic>
      <p:pic>
        <p:nvPicPr>
          <p:cNvPr id="33" name="Picture 32" descr="A picture containing fireworks&#10;&#10;Description automatically generated">
            <a:extLst>
              <a:ext uri="{FF2B5EF4-FFF2-40B4-BE49-F238E27FC236}">
                <a16:creationId xmlns:a16="http://schemas.microsoft.com/office/drawing/2014/main" id="{203AB48F-CDBA-42A2-BD9D-E21D66A55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42884" y="4422076"/>
            <a:ext cx="2579850" cy="261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2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9333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denary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0FF7D4-14D7-4D5E-92B2-DE425773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843496"/>
              </p:ext>
            </p:extLst>
          </p:nvPr>
        </p:nvGraphicFramePr>
        <p:xfrm>
          <a:off x="1770743" y="1664842"/>
          <a:ext cx="8127999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866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9333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denary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0FF7D4-14D7-4D5E-92B2-DE425773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310807"/>
              </p:ext>
            </p:extLst>
          </p:nvPr>
        </p:nvGraphicFramePr>
        <p:xfrm>
          <a:off x="1770743" y="1664842"/>
          <a:ext cx="8127999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×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×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×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B720A3-4ED4-43BB-BF49-2CE9DFFAA63A}"/>
              </a:ext>
            </a:extLst>
          </p:cNvPr>
          <p:cNvSpPr txBox="1"/>
          <p:nvPr/>
        </p:nvSpPr>
        <p:spPr>
          <a:xfrm>
            <a:off x="4198777" y="427875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34F6D-BA2B-4110-A702-11F9B9203D43}"/>
              </a:ext>
            </a:extLst>
          </p:cNvPr>
          <p:cNvSpPr txBox="1"/>
          <p:nvPr/>
        </p:nvSpPr>
        <p:spPr>
          <a:xfrm>
            <a:off x="6904312" y="427875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A7DEAE-CAB4-49DC-8A22-ACAAE407333E}"/>
              </a:ext>
            </a:extLst>
          </p:cNvPr>
          <p:cNvSpPr txBox="1"/>
          <p:nvPr/>
        </p:nvSpPr>
        <p:spPr>
          <a:xfrm>
            <a:off x="9898742" y="4463422"/>
            <a:ext cx="986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= 10</a:t>
            </a:r>
          </a:p>
        </p:txBody>
      </p:sp>
    </p:spTree>
    <p:extLst>
      <p:ext uri="{BB962C8B-B14F-4D97-AF65-F5344CB8AC3E}">
        <p14:creationId xmlns:p14="http://schemas.microsoft.com/office/powerpoint/2010/main" val="16111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9333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denary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0FF7D4-14D7-4D5E-92B2-DE425773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731943"/>
              </p:ext>
            </p:extLst>
          </p:nvPr>
        </p:nvGraphicFramePr>
        <p:xfrm>
          <a:off x="1770743" y="1664842"/>
          <a:ext cx="8127999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×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8 ×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9 ×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B720A3-4ED4-43BB-BF49-2CE9DFFAA63A}"/>
              </a:ext>
            </a:extLst>
          </p:cNvPr>
          <p:cNvSpPr txBox="1"/>
          <p:nvPr/>
        </p:nvSpPr>
        <p:spPr>
          <a:xfrm>
            <a:off x="4198777" y="427875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34F6D-BA2B-4110-A702-11F9B9203D43}"/>
              </a:ext>
            </a:extLst>
          </p:cNvPr>
          <p:cNvSpPr txBox="1"/>
          <p:nvPr/>
        </p:nvSpPr>
        <p:spPr>
          <a:xfrm>
            <a:off x="6904312" y="427875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C955E-62A7-4FD5-B676-AB9DDAEDB671}"/>
              </a:ext>
            </a:extLst>
          </p:cNvPr>
          <p:cNvSpPr txBox="1"/>
          <p:nvPr/>
        </p:nvSpPr>
        <p:spPr>
          <a:xfrm>
            <a:off x="9898742" y="4463422"/>
            <a:ext cx="986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= 89</a:t>
            </a:r>
          </a:p>
        </p:txBody>
      </p:sp>
    </p:spTree>
    <p:extLst>
      <p:ext uri="{BB962C8B-B14F-4D97-AF65-F5344CB8AC3E}">
        <p14:creationId xmlns:p14="http://schemas.microsoft.com/office/powerpoint/2010/main" val="302535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0998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binary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0FF7D4-14D7-4D5E-92B2-DE425773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861631"/>
              </p:ext>
            </p:extLst>
          </p:nvPr>
        </p:nvGraphicFramePr>
        <p:xfrm>
          <a:off x="1770743" y="1664842"/>
          <a:ext cx="8127999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854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0998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0FF7D4-14D7-4D5E-92B2-DE425773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205689"/>
              </p:ext>
            </p:extLst>
          </p:nvPr>
        </p:nvGraphicFramePr>
        <p:xfrm>
          <a:off x="1770743" y="1664842"/>
          <a:ext cx="8127999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× 4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713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0998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0FF7D4-14D7-4D5E-92B2-DE425773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213492"/>
              </p:ext>
            </p:extLst>
          </p:nvPr>
        </p:nvGraphicFramePr>
        <p:xfrm>
          <a:off x="1770743" y="1664842"/>
          <a:ext cx="8127999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×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× 2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B720A3-4ED4-43BB-BF49-2CE9DFFAA63A}"/>
              </a:ext>
            </a:extLst>
          </p:cNvPr>
          <p:cNvSpPr txBox="1"/>
          <p:nvPr/>
        </p:nvSpPr>
        <p:spPr>
          <a:xfrm>
            <a:off x="4198777" y="427875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37522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0998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0FF7D4-14D7-4D5E-92B2-DE425773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56720"/>
              </p:ext>
            </p:extLst>
          </p:nvPr>
        </p:nvGraphicFramePr>
        <p:xfrm>
          <a:off x="1770743" y="1664842"/>
          <a:ext cx="8127999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×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×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× 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B720A3-4ED4-43BB-BF49-2CE9DFFAA63A}"/>
              </a:ext>
            </a:extLst>
          </p:cNvPr>
          <p:cNvSpPr txBox="1"/>
          <p:nvPr/>
        </p:nvSpPr>
        <p:spPr>
          <a:xfrm>
            <a:off x="4198777" y="427875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34F6D-BA2B-4110-A702-11F9B9203D43}"/>
              </a:ext>
            </a:extLst>
          </p:cNvPr>
          <p:cNvSpPr txBox="1"/>
          <p:nvPr/>
        </p:nvSpPr>
        <p:spPr>
          <a:xfrm>
            <a:off x="6904312" y="427875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C955E-62A7-4FD5-B676-AB9DDAEDB671}"/>
              </a:ext>
            </a:extLst>
          </p:cNvPr>
          <p:cNvSpPr txBox="1"/>
          <p:nvPr/>
        </p:nvSpPr>
        <p:spPr>
          <a:xfrm>
            <a:off x="9898742" y="4463422"/>
            <a:ext cx="752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= 3</a:t>
            </a:r>
          </a:p>
        </p:txBody>
      </p:sp>
    </p:spTree>
    <p:extLst>
      <p:ext uri="{BB962C8B-B14F-4D97-AF65-F5344CB8AC3E}">
        <p14:creationId xmlns:p14="http://schemas.microsoft.com/office/powerpoint/2010/main" val="284653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180998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0FF7D4-14D7-4D5E-92B2-DE425773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631938"/>
              </p:ext>
            </p:extLst>
          </p:nvPr>
        </p:nvGraphicFramePr>
        <p:xfrm>
          <a:off x="1770743" y="1664842"/>
          <a:ext cx="8127999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×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×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×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B720A3-4ED4-43BB-BF49-2CE9DFFAA63A}"/>
              </a:ext>
            </a:extLst>
          </p:cNvPr>
          <p:cNvSpPr txBox="1"/>
          <p:nvPr/>
        </p:nvSpPr>
        <p:spPr>
          <a:xfrm>
            <a:off x="4198777" y="427875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34F6D-BA2B-4110-A702-11F9B9203D43}"/>
              </a:ext>
            </a:extLst>
          </p:cNvPr>
          <p:cNvSpPr txBox="1"/>
          <p:nvPr/>
        </p:nvSpPr>
        <p:spPr>
          <a:xfrm>
            <a:off x="6904312" y="427875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C955E-62A7-4FD5-B676-AB9DDAEDB671}"/>
              </a:ext>
            </a:extLst>
          </p:cNvPr>
          <p:cNvSpPr txBox="1"/>
          <p:nvPr/>
        </p:nvSpPr>
        <p:spPr>
          <a:xfrm>
            <a:off x="9898742" y="4463422"/>
            <a:ext cx="752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= 3</a:t>
            </a:r>
          </a:p>
        </p:txBody>
      </p:sp>
    </p:spTree>
    <p:extLst>
      <p:ext uri="{BB962C8B-B14F-4D97-AF65-F5344CB8AC3E}">
        <p14:creationId xmlns:p14="http://schemas.microsoft.com/office/powerpoint/2010/main" val="3812611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227491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1C5F03-9AAF-4AD6-983B-022F5BDF6FC4}"/>
              </a:ext>
            </a:extLst>
          </p:cNvPr>
          <p:cNvSpPr/>
          <p:nvPr/>
        </p:nvSpPr>
        <p:spPr>
          <a:xfrm>
            <a:off x="176564" y="1342974"/>
            <a:ext cx="11803941" cy="407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two main methods you can use to convert from denary to binary: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F6FA9-5783-4504-84A5-33055FFA9D9C}"/>
              </a:ext>
            </a:extLst>
          </p:cNvPr>
          <p:cNvSpPr txBox="1"/>
          <p:nvPr/>
        </p:nvSpPr>
        <p:spPr>
          <a:xfrm>
            <a:off x="176564" y="5691618"/>
            <a:ext cx="10926865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Both are equally as valid, so use whichever you feel most comfortable with.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A12474D-1C90-49BB-BB57-927B208D3C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5675730"/>
              </p:ext>
            </p:extLst>
          </p:nvPr>
        </p:nvGraphicFramePr>
        <p:xfrm>
          <a:off x="2032000" y="2146040"/>
          <a:ext cx="8128000" cy="3223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526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D6B75B-79A9-4BCC-8D58-713CB9461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7187"/>
              </p:ext>
            </p:extLst>
          </p:nvPr>
        </p:nvGraphicFramePr>
        <p:xfrm>
          <a:off x="1395731" y="1615990"/>
          <a:ext cx="4700270" cy="48438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0135">
                  <a:extLst>
                    <a:ext uri="{9D8B030D-6E8A-4147-A177-3AD203B41FA5}">
                      <a16:colId xmlns:a16="http://schemas.microsoft.com/office/drawing/2014/main" val="3262020756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38365777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Divisions by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Remainder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655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769573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432372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4479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46074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77389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223818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092790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40136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CF2F936-23C7-44EF-BF9E-AB393774C44A}"/>
              </a:ext>
            </a:extLst>
          </p:cNvPr>
          <p:cNvSpPr/>
          <p:nvPr/>
        </p:nvSpPr>
        <p:spPr>
          <a:xfrm>
            <a:off x="176565" y="523174"/>
            <a:ext cx="559847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Divide-by-two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C37C7A-A86D-D740-B073-87EB504C1B9C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2367672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D6B75B-79A9-4BCC-8D58-713CB9461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852434"/>
              </p:ext>
            </p:extLst>
          </p:nvPr>
        </p:nvGraphicFramePr>
        <p:xfrm>
          <a:off x="1395731" y="1615990"/>
          <a:ext cx="4700270" cy="48438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0135">
                  <a:extLst>
                    <a:ext uri="{9D8B030D-6E8A-4147-A177-3AD203B41FA5}">
                      <a16:colId xmlns:a16="http://schemas.microsoft.com/office/drawing/2014/main" val="3262020756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38365777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Divisions by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Remainder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655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769573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44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432372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4479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46074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77389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223818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092790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4013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22D893D-7B05-DD4A-905D-FA2AC38ECB8A}"/>
              </a:ext>
            </a:extLst>
          </p:cNvPr>
          <p:cNvSpPr/>
          <p:nvPr/>
        </p:nvSpPr>
        <p:spPr>
          <a:xfrm>
            <a:off x="176565" y="523174"/>
            <a:ext cx="559847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Divide-by-two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05E4CF-5DF2-F74C-BFD2-6A65194773F6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1459687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D6B75B-79A9-4BCC-8D58-713CB9461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94635"/>
              </p:ext>
            </p:extLst>
          </p:nvPr>
        </p:nvGraphicFramePr>
        <p:xfrm>
          <a:off x="1395731" y="1615990"/>
          <a:ext cx="4700270" cy="48438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0135">
                  <a:extLst>
                    <a:ext uri="{9D8B030D-6E8A-4147-A177-3AD203B41FA5}">
                      <a16:colId xmlns:a16="http://schemas.microsoft.com/office/drawing/2014/main" val="3262020756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38365777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Divisions by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Remainder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655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769573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432372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4479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46074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77389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223818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092790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4013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F0262B8-0BA7-BF47-ABEA-6A32CC971CF4}"/>
              </a:ext>
            </a:extLst>
          </p:cNvPr>
          <p:cNvSpPr/>
          <p:nvPr/>
        </p:nvSpPr>
        <p:spPr>
          <a:xfrm>
            <a:off x="176565" y="523174"/>
            <a:ext cx="559847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Divide-by-two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903DA0-EE92-3844-BEC1-78F0787A81E7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3193608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D6B75B-79A9-4BCC-8D58-713CB9461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537522"/>
              </p:ext>
            </p:extLst>
          </p:nvPr>
        </p:nvGraphicFramePr>
        <p:xfrm>
          <a:off x="1395731" y="1615990"/>
          <a:ext cx="4700270" cy="48438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0135">
                  <a:extLst>
                    <a:ext uri="{9D8B030D-6E8A-4147-A177-3AD203B41FA5}">
                      <a16:colId xmlns:a16="http://schemas.microsoft.com/office/drawing/2014/main" val="3262020756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38365777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Divisions by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Remainder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655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769573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432372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84479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46074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77389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223818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092790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4013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C85DCCF-AD1E-EE42-9FC7-4E1A9B2EEE73}"/>
              </a:ext>
            </a:extLst>
          </p:cNvPr>
          <p:cNvSpPr/>
          <p:nvPr/>
        </p:nvSpPr>
        <p:spPr>
          <a:xfrm>
            <a:off x="176565" y="523174"/>
            <a:ext cx="559847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Divide-by-two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CD6CB1-D7F4-F344-A82F-2449F7BC270F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3151893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D6B75B-79A9-4BCC-8D58-713CB9461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600145"/>
              </p:ext>
            </p:extLst>
          </p:nvPr>
        </p:nvGraphicFramePr>
        <p:xfrm>
          <a:off x="1395731" y="1615990"/>
          <a:ext cx="4700270" cy="48438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0135">
                  <a:extLst>
                    <a:ext uri="{9D8B030D-6E8A-4147-A177-3AD203B41FA5}">
                      <a16:colId xmlns:a16="http://schemas.microsoft.com/office/drawing/2014/main" val="3262020756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38365777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Divisions by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Remainder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655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769573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432372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0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4479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46074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77389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223818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092790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4013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19B9199-B559-8748-9655-A892C621A2FB}"/>
              </a:ext>
            </a:extLst>
          </p:cNvPr>
          <p:cNvSpPr/>
          <p:nvPr/>
        </p:nvSpPr>
        <p:spPr>
          <a:xfrm>
            <a:off x="176565" y="523174"/>
            <a:ext cx="559847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Divide-by-two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26BD84-E1C1-7A44-8955-256CC1D96C45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4165665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D6B75B-79A9-4BCC-8D58-713CB9461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568290"/>
              </p:ext>
            </p:extLst>
          </p:nvPr>
        </p:nvGraphicFramePr>
        <p:xfrm>
          <a:off x="1395731" y="1615990"/>
          <a:ext cx="4700270" cy="483189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0135">
                  <a:extLst>
                    <a:ext uri="{9D8B030D-6E8A-4147-A177-3AD203B41FA5}">
                      <a16:colId xmlns:a16="http://schemas.microsoft.com/office/drawing/2014/main" val="3262020756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38365777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Divisions by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Remainder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655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769573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432372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0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4479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460745"/>
                  </a:ext>
                </a:extLst>
              </a:tr>
              <a:tr h="526217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77389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223818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092790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4013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40D0FA-459F-A049-B228-4C5FAC86A2A2}"/>
              </a:ext>
            </a:extLst>
          </p:cNvPr>
          <p:cNvSpPr/>
          <p:nvPr/>
        </p:nvSpPr>
        <p:spPr>
          <a:xfrm>
            <a:off x="176565" y="523174"/>
            <a:ext cx="559847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Divide-by-two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4200D-8A20-8146-BEDB-E97BAE82929D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1868529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D6B75B-79A9-4BCC-8D58-713CB9461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969095"/>
              </p:ext>
            </p:extLst>
          </p:nvPr>
        </p:nvGraphicFramePr>
        <p:xfrm>
          <a:off x="1395731" y="1615990"/>
          <a:ext cx="4700270" cy="483189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0135">
                  <a:extLst>
                    <a:ext uri="{9D8B030D-6E8A-4147-A177-3AD203B41FA5}">
                      <a16:colId xmlns:a16="http://schemas.microsoft.com/office/drawing/2014/main" val="3262020756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38365777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Divisions by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Remainder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655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769573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432372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0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4479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460745"/>
                  </a:ext>
                </a:extLst>
              </a:tr>
              <a:tr h="526217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77389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223818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092790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4013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69435AF-81FD-DB4D-9E94-3701B91A7DE8}"/>
              </a:ext>
            </a:extLst>
          </p:cNvPr>
          <p:cNvSpPr/>
          <p:nvPr/>
        </p:nvSpPr>
        <p:spPr>
          <a:xfrm>
            <a:off x="176565" y="523174"/>
            <a:ext cx="559847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Divide-by-two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038DC4-466F-7646-91E7-85F2F0AB118C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1607642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D6B75B-79A9-4BCC-8D58-713CB9461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003403"/>
              </p:ext>
            </p:extLst>
          </p:nvPr>
        </p:nvGraphicFramePr>
        <p:xfrm>
          <a:off x="1395731" y="1615990"/>
          <a:ext cx="4700270" cy="483189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0135">
                  <a:extLst>
                    <a:ext uri="{9D8B030D-6E8A-4147-A177-3AD203B41FA5}">
                      <a16:colId xmlns:a16="http://schemas.microsoft.com/office/drawing/2014/main" val="3262020756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38365777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Divisions by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Remainder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655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769573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432372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0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4479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460745"/>
                  </a:ext>
                </a:extLst>
              </a:tr>
              <a:tr h="526217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77389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223818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92790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4013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093CA0C-6180-8541-9E1D-287607B6B62D}"/>
              </a:ext>
            </a:extLst>
          </p:cNvPr>
          <p:cNvSpPr/>
          <p:nvPr/>
        </p:nvSpPr>
        <p:spPr>
          <a:xfrm>
            <a:off x="176565" y="523174"/>
            <a:ext cx="559847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Divide-by-two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03AA43-1FB3-354E-91FB-CD6F306F7780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3182039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D6B75B-79A9-4BCC-8D58-713CB9461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502313"/>
              </p:ext>
            </p:extLst>
          </p:nvPr>
        </p:nvGraphicFramePr>
        <p:xfrm>
          <a:off x="1395731" y="1615990"/>
          <a:ext cx="4700270" cy="483189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0135">
                  <a:extLst>
                    <a:ext uri="{9D8B030D-6E8A-4147-A177-3AD203B41FA5}">
                      <a16:colId xmlns:a16="http://schemas.microsoft.com/office/drawing/2014/main" val="3262020756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38365777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Divisions by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Remainder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655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769573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432372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0</a:t>
                      </a:r>
                      <a:endParaRPr lang="en-GB" sz="2400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84479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460745"/>
                  </a:ext>
                </a:extLst>
              </a:tr>
              <a:tr h="526217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77389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223818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92790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401365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2880A3D-CD02-4D46-A1FD-99DB8BFF1580}"/>
              </a:ext>
            </a:extLst>
          </p:cNvPr>
          <p:cNvCxnSpPr/>
          <p:nvPr/>
        </p:nvCxnSpPr>
        <p:spPr>
          <a:xfrm flipV="1">
            <a:off x="5514392" y="2341984"/>
            <a:ext cx="0" cy="3396343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1B9630C-5AB5-2642-BEF6-F2067C06339F}"/>
              </a:ext>
            </a:extLst>
          </p:cNvPr>
          <p:cNvSpPr/>
          <p:nvPr/>
        </p:nvSpPr>
        <p:spPr>
          <a:xfrm>
            <a:off x="176565" y="523174"/>
            <a:ext cx="559847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Divide-by-two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8BA186-E485-D349-984B-0D93C490557B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1819914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D6B75B-79A9-4BCC-8D58-713CB9461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746737"/>
              </p:ext>
            </p:extLst>
          </p:nvPr>
        </p:nvGraphicFramePr>
        <p:xfrm>
          <a:off x="1395731" y="1615990"/>
          <a:ext cx="4700270" cy="483189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50135">
                  <a:extLst>
                    <a:ext uri="{9D8B030D-6E8A-4147-A177-3AD203B41FA5}">
                      <a16:colId xmlns:a16="http://schemas.microsoft.com/office/drawing/2014/main" val="3262020756"/>
                    </a:ext>
                  </a:extLst>
                </a:gridCol>
                <a:gridCol w="2350135">
                  <a:extLst>
                    <a:ext uri="{9D8B030D-6E8A-4147-A177-3AD203B41FA5}">
                      <a16:colId xmlns:a16="http://schemas.microsoft.com/office/drawing/2014/main" val="38365777"/>
                    </a:ext>
                  </a:extLst>
                </a:gridCol>
              </a:tblGrid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Divisions by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Remainder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65521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769573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432372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/>
                        <a:t>0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84479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460745"/>
                  </a:ext>
                </a:extLst>
              </a:tr>
              <a:tr h="526217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773895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223818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092790"/>
                  </a:ext>
                </a:extLst>
              </a:tr>
              <a:tr h="53821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01365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86FA32-E5E6-4A8D-90FE-77E4190AD7BB}"/>
              </a:ext>
            </a:extLst>
          </p:cNvPr>
          <p:cNvCxnSpPr>
            <a:cxnSpLocks/>
          </p:cNvCxnSpPr>
          <p:nvPr/>
        </p:nvCxnSpPr>
        <p:spPr>
          <a:xfrm flipV="1">
            <a:off x="5514392" y="2341985"/>
            <a:ext cx="0" cy="381621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159B5B9-A76F-AE4A-993C-5C65C8AE5F1E}"/>
              </a:ext>
            </a:extLst>
          </p:cNvPr>
          <p:cNvSpPr/>
          <p:nvPr/>
        </p:nvSpPr>
        <p:spPr>
          <a:xfrm>
            <a:off x="1290001" y="506417"/>
            <a:ext cx="5598472" cy="86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</a:t>
            </a:r>
            <a:b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Divide-by-two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5F16C4-B880-6448-BB1C-183032A7DCB6}"/>
              </a:ext>
            </a:extLst>
          </p:cNvPr>
          <p:cNvSpPr/>
          <p:nvPr/>
        </p:nvSpPr>
        <p:spPr>
          <a:xfrm>
            <a:off x="6201731" y="5924667"/>
            <a:ext cx="19078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/>
              <a:t>= 01011001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84650A-C44B-D044-90F2-768492BD9B36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  <p:pic>
        <p:nvPicPr>
          <p:cNvPr id="10" name="Picture 2" descr="make_notes">
            <a:extLst>
              <a:ext uri="{FF2B5EF4-FFF2-40B4-BE49-F238E27FC236}">
                <a16:creationId xmlns:a16="http://schemas.microsoft.com/office/drawing/2014/main" id="{E360CCF9-F69F-476F-9879-36ACA2F1F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440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60936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Binary number line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713518"/>
              </p:ext>
            </p:extLst>
          </p:nvPr>
        </p:nvGraphicFramePr>
        <p:xfrm>
          <a:off x="1803184" y="2971800"/>
          <a:ext cx="8128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19D56F0-29C9-6440-AFAF-5D569EF30856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3551987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762583"/>
              </p:ext>
            </p:extLst>
          </p:nvPr>
        </p:nvGraphicFramePr>
        <p:xfrm>
          <a:off x="1803184" y="2971800"/>
          <a:ext cx="8128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FB7F38-2FDA-4668-AD78-EE5F9FBD9328}"/>
              </a:ext>
            </a:extLst>
          </p:cNvPr>
          <p:cNvSpPr txBox="1"/>
          <p:nvPr/>
        </p:nvSpPr>
        <p:spPr>
          <a:xfrm>
            <a:off x="2045780" y="237511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7A7097-FD75-FA46-9795-EF4B258B7040}"/>
              </a:ext>
            </a:extLst>
          </p:cNvPr>
          <p:cNvSpPr/>
          <p:nvPr/>
        </p:nvSpPr>
        <p:spPr>
          <a:xfrm>
            <a:off x="176565" y="523174"/>
            <a:ext cx="60936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Binary number line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DF576A-7E02-8247-BE42-1A6A08F9A384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1259611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044868"/>
              </p:ext>
            </p:extLst>
          </p:nvPr>
        </p:nvGraphicFramePr>
        <p:xfrm>
          <a:off x="1803184" y="2971800"/>
          <a:ext cx="8128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FB7F38-2FDA-4668-AD78-EE5F9FBD9328}"/>
              </a:ext>
            </a:extLst>
          </p:cNvPr>
          <p:cNvSpPr txBox="1"/>
          <p:nvPr/>
        </p:nvSpPr>
        <p:spPr>
          <a:xfrm>
            <a:off x="2045780" y="2375114"/>
            <a:ext cx="1641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89 - 64 = 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AB5337-7CB2-4846-A3B0-C870287D445B}"/>
              </a:ext>
            </a:extLst>
          </p:cNvPr>
          <p:cNvSpPr/>
          <p:nvPr/>
        </p:nvSpPr>
        <p:spPr>
          <a:xfrm>
            <a:off x="176565" y="523174"/>
            <a:ext cx="60936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Binary number line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627471-B98F-AA48-9474-374B25E3D25B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3051004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13170"/>
              </p:ext>
            </p:extLst>
          </p:nvPr>
        </p:nvGraphicFramePr>
        <p:xfrm>
          <a:off x="1803184" y="2971800"/>
          <a:ext cx="8128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FB7F38-2FDA-4668-AD78-EE5F9FBD9328}"/>
              </a:ext>
            </a:extLst>
          </p:cNvPr>
          <p:cNvSpPr txBox="1"/>
          <p:nvPr/>
        </p:nvSpPr>
        <p:spPr>
          <a:xfrm>
            <a:off x="2045780" y="2375114"/>
            <a:ext cx="1641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89 - 64 = 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541AB0-EEEE-CA4C-B14B-E8987C2DAE47}"/>
              </a:ext>
            </a:extLst>
          </p:cNvPr>
          <p:cNvSpPr/>
          <p:nvPr/>
        </p:nvSpPr>
        <p:spPr>
          <a:xfrm>
            <a:off x="176565" y="523174"/>
            <a:ext cx="60936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Binary number line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A1C2DC-7A46-FD4F-A5AC-0EA11ADFBDAF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3864758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019508"/>
              </p:ext>
            </p:extLst>
          </p:nvPr>
        </p:nvGraphicFramePr>
        <p:xfrm>
          <a:off x="1803184" y="2971800"/>
          <a:ext cx="8128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FB7F38-2FDA-4668-AD78-EE5F9FBD9328}"/>
              </a:ext>
            </a:extLst>
          </p:cNvPr>
          <p:cNvSpPr txBox="1"/>
          <p:nvPr/>
        </p:nvSpPr>
        <p:spPr>
          <a:xfrm>
            <a:off x="2045780" y="2375114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89 - 64 = 25 - 16 = 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D6ADF7-5509-3C49-A272-7191D8F4DFB9}"/>
              </a:ext>
            </a:extLst>
          </p:cNvPr>
          <p:cNvSpPr/>
          <p:nvPr/>
        </p:nvSpPr>
        <p:spPr>
          <a:xfrm>
            <a:off x="176565" y="523174"/>
            <a:ext cx="60936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Binary number line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E8DB1C-E9B3-7E42-81F3-FF0F5295C0F1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1324544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29419"/>
              </p:ext>
            </p:extLst>
          </p:nvPr>
        </p:nvGraphicFramePr>
        <p:xfrm>
          <a:off x="1803184" y="2971800"/>
          <a:ext cx="8128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FB7F38-2FDA-4668-AD78-EE5F9FBD9328}"/>
              </a:ext>
            </a:extLst>
          </p:cNvPr>
          <p:cNvSpPr txBox="1"/>
          <p:nvPr/>
        </p:nvSpPr>
        <p:spPr>
          <a:xfrm>
            <a:off x="2045780" y="2375114"/>
            <a:ext cx="3467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89 - 64 = 25 - 16 = 9 - 8 =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AF8C51-D1F5-1048-AFCC-66A693280354}"/>
              </a:ext>
            </a:extLst>
          </p:cNvPr>
          <p:cNvSpPr/>
          <p:nvPr/>
        </p:nvSpPr>
        <p:spPr>
          <a:xfrm>
            <a:off x="176565" y="523174"/>
            <a:ext cx="60936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Binary number line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27E77F-E25E-E34C-B755-38752A67B2C8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127910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350883"/>
              </p:ext>
            </p:extLst>
          </p:nvPr>
        </p:nvGraphicFramePr>
        <p:xfrm>
          <a:off x="1803184" y="2971800"/>
          <a:ext cx="8128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FB7F38-2FDA-4668-AD78-EE5F9FBD9328}"/>
              </a:ext>
            </a:extLst>
          </p:cNvPr>
          <p:cNvSpPr txBox="1"/>
          <p:nvPr/>
        </p:nvSpPr>
        <p:spPr>
          <a:xfrm>
            <a:off x="2045780" y="2375114"/>
            <a:ext cx="3467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89 - 64 = 25 - 16 = 9 - 8 =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3BC9B5-6900-9546-BBE6-5F80AE3E9A7D}"/>
              </a:ext>
            </a:extLst>
          </p:cNvPr>
          <p:cNvSpPr/>
          <p:nvPr/>
        </p:nvSpPr>
        <p:spPr>
          <a:xfrm>
            <a:off x="176565" y="523174"/>
            <a:ext cx="60936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Binary number line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C2633D-969F-EB4F-86CC-32C54C1D6150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3155781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295236"/>
              </p:ext>
            </p:extLst>
          </p:nvPr>
        </p:nvGraphicFramePr>
        <p:xfrm>
          <a:off x="1803184" y="2971800"/>
          <a:ext cx="8128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FB7F38-2FDA-4668-AD78-EE5F9FBD9328}"/>
              </a:ext>
            </a:extLst>
          </p:cNvPr>
          <p:cNvSpPr txBox="1"/>
          <p:nvPr/>
        </p:nvSpPr>
        <p:spPr>
          <a:xfrm>
            <a:off x="2045780" y="2375114"/>
            <a:ext cx="3467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89 - 64 = 25 - 16 = 9 - 8 =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E0B6EF-54FC-E34F-A8AB-84D3EFE8C90F}"/>
              </a:ext>
            </a:extLst>
          </p:cNvPr>
          <p:cNvSpPr/>
          <p:nvPr/>
        </p:nvSpPr>
        <p:spPr>
          <a:xfrm>
            <a:off x="176565" y="523174"/>
            <a:ext cx="60936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Binary number line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65EA9A-A0EA-6546-B3CC-A916A3FDA1A3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941502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273404"/>
              </p:ext>
            </p:extLst>
          </p:nvPr>
        </p:nvGraphicFramePr>
        <p:xfrm>
          <a:off x="1803184" y="2971800"/>
          <a:ext cx="8128000" cy="914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FB7F38-2FDA-4668-AD78-EE5F9FBD9328}"/>
              </a:ext>
            </a:extLst>
          </p:cNvPr>
          <p:cNvSpPr txBox="1"/>
          <p:nvPr/>
        </p:nvSpPr>
        <p:spPr>
          <a:xfrm>
            <a:off x="2045780" y="2375114"/>
            <a:ext cx="3536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89 - 64 = 25 - 16 = 9 - 8 = 1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11C8F7-7A16-3E45-B778-4573D4BC860B}"/>
              </a:ext>
            </a:extLst>
          </p:cNvPr>
          <p:cNvSpPr/>
          <p:nvPr/>
        </p:nvSpPr>
        <p:spPr>
          <a:xfrm>
            <a:off x="176565" y="523174"/>
            <a:ext cx="60936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Binary number line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88D8CA-DDFF-CE4E-B23E-F0DDFFBBB715}"/>
              </a:ext>
            </a:extLst>
          </p:cNvPr>
          <p:cNvSpPr/>
          <p:nvPr/>
        </p:nvSpPr>
        <p:spPr>
          <a:xfrm>
            <a:off x="9931184" y="3440245"/>
            <a:ext cx="16514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= 01011001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390068-FE3F-F342-9611-A80462FC1FBE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</p:spTree>
    <p:extLst>
      <p:ext uri="{BB962C8B-B14F-4D97-AF65-F5344CB8AC3E}">
        <p14:creationId xmlns:p14="http://schemas.microsoft.com/office/powerpoint/2010/main" val="2318312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290001" y="523174"/>
            <a:ext cx="4289705" cy="86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 to binary: </a:t>
            </a:r>
            <a:b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number line method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825924"/>
              </p:ext>
            </p:extLst>
          </p:nvPr>
        </p:nvGraphicFramePr>
        <p:xfrm>
          <a:off x="1803184" y="3398520"/>
          <a:ext cx="8128000" cy="1493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39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33330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BDDA53D-C592-4ACB-9F4A-481B057B15BC}"/>
              </a:ext>
            </a:extLst>
          </p:cNvPr>
          <p:cNvSpPr/>
          <p:nvPr/>
        </p:nvSpPr>
        <p:spPr>
          <a:xfrm>
            <a:off x="6416963" y="610242"/>
            <a:ext cx="55984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Convert the denary number 89 into binary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B7F38-2FDA-4668-AD78-EE5F9FBD9328}"/>
              </a:ext>
            </a:extLst>
          </p:cNvPr>
          <p:cNvSpPr txBox="1"/>
          <p:nvPr/>
        </p:nvSpPr>
        <p:spPr>
          <a:xfrm>
            <a:off x="2045780" y="2375114"/>
            <a:ext cx="3536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89 - 64 = 25 - 16 = 9 - 8 = 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7AE43-3D49-4409-A89D-0EA4DEE3AC75}"/>
              </a:ext>
            </a:extLst>
          </p:cNvPr>
          <p:cNvSpPr txBox="1"/>
          <p:nvPr/>
        </p:nvSpPr>
        <p:spPr>
          <a:xfrm>
            <a:off x="4573099" y="412945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140E2-5F0E-452F-95BF-4BFC036BE129}"/>
              </a:ext>
            </a:extLst>
          </p:cNvPr>
          <p:cNvSpPr txBox="1"/>
          <p:nvPr/>
        </p:nvSpPr>
        <p:spPr>
          <a:xfrm>
            <a:off x="5590638" y="4138440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F89879-7D66-453D-AC31-94724B42A27B}"/>
              </a:ext>
            </a:extLst>
          </p:cNvPr>
          <p:cNvSpPr txBox="1"/>
          <p:nvPr/>
        </p:nvSpPr>
        <p:spPr>
          <a:xfrm>
            <a:off x="8639084" y="4129459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F4FD9-0C98-4BD3-A2F6-83F303A5C7A8}"/>
              </a:ext>
            </a:extLst>
          </p:cNvPr>
          <p:cNvSpPr txBox="1"/>
          <p:nvPr/>
        </p:nvSpPr>
        <p:spPr>
          <a:xfrm>
            <a:off x="9931184" y="3995557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89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F82A00-585F-354B-9805-1C47BF5CC315}"/>
              </a:ext>
            </a:extLst>
          </p:cNvPr>
          <p:cNvSpPr/>
          <p:nvPr/>
        </p:nvSpPr>
        <p:spPr>
          <a:xfrm>
            <a:off x="9931184" y="3440245"/>
            <a:ext cx="16514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= 01011001</a:t>
            </a:r>
          </a:p>
        </p:txBody>
      </p:sp>
      <p:pic>
        <p:nvPicPr>
          <p:cNvPr id="12" name="Picture 2" descr="make_notes">
            <a:extLst>
              <a:ext uri="{FF2B5EF4-FFF2-40B4-BE49-F238E27FC236}">
                <a16:creationId xmlns:a16="http://schemas.microsoft.com/office/drawing/2014/main" id="{71752D07-8430-4BE9-8761-0DB4900BC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40744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76565" y="523174"/>
            <a:ext cx="304669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to denary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017466"/>
              </p:ext>
            </p:extLst>
          </p:nvPr>
        </p:nvGraphicFramePr>
        <p:xfrm>
          <a:off x="1803184" y="2971800"/>
          <a:ext cx="8128000" cy="1493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39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33330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18FD32F-1F13-4CA9-8C81-F33F90AE0EE5}"/>
              </a:ext>
            </a:extLst>
          </p:cNvPr>
          <p:cNvSpPr/>
          <p:nvPr/>
        </p:nvSpPr>
        <p:spPr>
          <a:xfrm>
            <a:off x="5573486" y="610242"/>
            <a:ext cx="6441949" cy="47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dirty="0">
                <a:solidFill>
                  <a:schemeClr val="tx1"/>
                </a:solidFill>
              </a:rPr>
              <a:t>Convert the binary number 01100110 into denary</a:t>
            </a:r>
          </a:p>
          <a:p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183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823153"/>
              </p:ext>
            </p:extLst>
          </p:nvPr>
        </p:nvGraphicFramePr>
        <p:xfrm>
          <a:off x="1803184" y="2971800"/>
          <a:ext cx="8128000" cy="1493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39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33330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7D2012D-E061-445E-8434-EB01E387E4D4}"/>
              </a:ext>
            </a:extLst>
          </p:cNvPr>
          <p:cNvSpPr/>
          <p:nvPr/>
        </p:nvSpPr>
        <p:spPr>
          <a:xfrm>
            <a:off x="176565" y="523174"/>
            <a:ext cx="304669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to denary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D38E8C-44AC-1B42-A46C-510BA89BC8E3}"/>
              </a:ext>
            </a:extLst>
          </p:cNvPr>
          <p:cNvSpPr/>
          <p:nvPr/>
        </p:nvSpPr>
        <p:spPr>
          <a:xfrm>
            <a:off x="5573486" y="610242"/>
            <a:ext cx="6441949" cy="47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dirty="0">
                <a:solidFill>
                  <a:schemeClr val="tx1"/>
                </a:solidFill>
              </a:rPr>
              <a:t>Convert the binary number 01100110 into denary</a:t>
            </a:r>
          </a:p>
          <a:p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2960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AC34DF-FF04-4010-B76A-8BC78CBA6B8D}"/>
              </a:ext>
            </a:extLst>
          </p:cNvPr>
          <p:cNvSpPr/>
          <p:nvPr/>
        </p:nvSpPr>
        <p:spPr>
          <a:xfrm>
            <a:off x="1290001" y="523174"/>
            <a:ext cx="428970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to denary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21D04FE-E410-46ED-B208-BE191AFD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172877"/>
              </p:ext>
            </p:extLst>
          </p:nvPr>
        </p:nvGraphicFramePr>
        <p:xfrm>
          <a:off x="1803184" y="2971800"/>
          <a:ext cx="8128000" cy="1493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0695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299027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22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791692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856524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50162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0387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35884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39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2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39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33330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9EEA86-F79C-438D-B56F-F9FFF4C2FAB1}"/>
              </a:ext>
            </a:extLst>
          </p:cNvPr>
          <p:cNvSpPr txBox="1"/>
          <p:nvPr/>
        </p:nvSpPr>
        <p:spPr>
          <a:xfrm>
            <a:off x="3546732" y="369989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43D5AB-33E8-4524-92A8-02E5F0BC695C}"/>
              </a:ext>
            </a:extLst>
          </p:cNvPr>
          <p:cNvSpPr txBox="1"/>
          <p:nvPr/>
        </p:nvSpPr>
        <p:spPr>
          <a:xfrm>
            <a:off x="4557549" y="369989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E232CA-97A1-4516-B01B-478E8FD19B7B}"/>
              </a:ext>
            </a:extLst>
          </p:cNvPr>
          <p:cNvSpPr txBox="1"/>
          <p:nvPr/>
        </p:nvSpPr>
        <p:spPr>
          <a:xfrm>
            <a:off x="6603651" y="370540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54149B-13F7-4171-B7D5-FC3CF591D240}"/>
              </a:ext>
            </a:extLst>
          </p:cNvPr>
          <p:cNvSpPr txBox="1"/>
          <p:nvPr/>
        </p:nvSpPr>
        <p:spPr>
          <a:xfrm>
            <a:off x="7608950" y="3699896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2BF9B-9609-45B0-8C68-9235C285ED66}"/>
              </a:ext>
            </a:extLst>
          </p:cNvPr>
          <p:cNvSpPr txBox="1"/>
          <p:nvPr/>
        </p:nvSpPr>
        <p:spPr>
          <a:xfrm>
            <a:off x="9931184" y="3995557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8C64B4-43E4-284C-BCE1-8554C108A8B0}"/>
              </a:ext>
            </a:extLst>
          </p:cNvPr>
          <p:cNvSpPr/>
          <p:nvPr/>
        </p:nvSpPr>
        <p:spPr>
          <a:xfrm>
            <a:off x="5573486" y="610242"/>
            <a:ext cx="6441949" cy="47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dirty="0">
                <a:solidFill>
                  <a:schemeClr val="tx1"/>
                </a:solidFill>
              </a:rPr>
              <a:t>Convert the binary number 01100110 into denary</a:t>
            </a:r>
          </a:p>
          <a:p>
            <a:endParaRPr lang="en-GB" sz="2400" dirty="0">
              <a:solidFill>
                <a:schemeClr val="tx1"/>
              </a:solidFill>
            </a:endParaRPr>
          </a:p>
        </p:txBody>
      </p:sp>
      <p:pic>
        <p:nvPicPr>
          <p:cNvPr id="15" name="Picture 2" descr="make_notes">
            <a:extLst>
              <a:ext uri="{FF2B5EF4-FFF2-40B4-BE49-F238E27FC236}">
                <a16:creationId xmlns:a16="http://schemas.microsoft.com/office/drawing/2014/main" id="{D40F8AEA-CFDA-43E2-ADB3-073EEDCD2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4576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06380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Binary (base 2) 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F7D39-85B0-49BB-862D-A48F96239830}"/>
              </a:ext>
            </a:extLst>
          </p:cNvPr>
          <p:cNvSpPr/>
          <p:nvPr/>
        </p:nvSpPr>
        <p:spPr>
          <a:xfrm>
            <a:off x="176565" y="1187484"/>
            <a:ext cx="10716225" cy="1663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maximum binary number length you will get in your exam is 16 bits – this means: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smallest positive whole number you can represent will be 0.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largest positive whole number you can represent will be 65,535.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9671A89-911B-41DE-9A76-E722C746E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302616"/>
              </p:ext>
            </p:extLst>
          </p:nvPr>
        </p:nvGraphicFramePr>
        <p:xfrm>
          <a:off x="102233" y="3158858"/>
          <a:ext cx="11038176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89886">
                  <a:extLst>
                    <a:ext uri="{9D8B030D-6E8A-4147-A177-3AD203B41FA5}">
                      <a16:colId xmlns:a16="http://schemas.microsoft.com/office/drawing/2014/main" val="2445582220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140293450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822528201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960221255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4206076957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3087580506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147065730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3186276046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32,768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16,384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8,192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4,096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2,048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1,024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512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256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4EF79B6-307E-4DB8-B273-18BF79462ECA}"/>
              </a:ext>
            </a:extLst>
          </p:cNvPr>
          <p:cNvGrpSpPr/>
          <p:nvPr/>
        </p:nvGrpSpPr>
        <p:grpSpPr>
          <a:xfrm>
            <a:off x="11102309" y="3863407"/>
            <a:ext cx="1365923" cy="1039862"/>
            <a:chOff x="9159207" y="3884335"/>
            <a:chExt cx="1083795" cy="10398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B158EB1-39F1-494C-B61C-7A37BE92D3CA}"/>
                </a:ext>
              </a:extLst>
            </p:cNvPr>
            <p:cNvSpPr txBox="1"/>
            <p:nvPr/>
          </p:nvSpPr>
          <p:spPr>
            <a:xfrm>
              <a:off x="9159207" y="3884335"/>
              <a:ext cx="7182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= 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3DA71C-8A39-4EC5-9267-1BBB8CE11C1A}"/>
                </a:ext>
              </a:extLst>
            </p:cNvPr>
            <p:cNvSpPr txBox="1"/>
            <p:nvPr/>
          </p:nvSpPr>
          <p:spPr>
            <a:xfrm>
              <a:off x="9159207" y="4524087"/>
              <a:ext cx="10837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= 65,535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7049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1063</Words>
  <Application>Microsoft Office PowerPoint</Application>
  <PresentationFormat>Widescreen</PresentationFormat>
  <Paragraphs>554</Paragraphs>
  <Slides>38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69</cp:revision>
  <dcterms:created xsi:type="dcterms:W3CDTF">2019-10-14T15:21:06Z</dcterms:created>
  <dcterms:modified xsi:type="dcterms:W3CDTF">2022-05-12T13:22:29Z</dcterms:modified>
</cp:coreProperties>
</file>