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7" r:id="rId2"/>
    <p:sldId id="259" r:id="rId3"/>
    <p:sldId id="286" r:id="rId4"/>
    <p:sldId id="288" r:id="rId5"/>
    <p:sldId id="287" r:id="rId6"/>
    <p:sldId id="289" r:id="rId7"/>
    <p:sldId id="290" r:id="rId8"/>
    <p:sldId id="291" r:id="rId9"/>
    <p:sldId id="292" r:id="rId10"/>
    <p:sldId id="261" r:id="rId11"/>
    <p:sldId id="294" r:id="rId12"/>
    <p:sldId id="262" r:id="rId13"/>
    <p:sldId id="263" r:id="rId14"/>
    <p:sldId id="264" r:id="rId15"/>
    <p:sldId id="29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93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9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4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76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12/05/2022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E031B-FEB2-4221-8849-89831B3F1108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313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chemeClr val="bg1"/>
                  </a:solidFill>
                </a:rPr>
                <a:t>1.1 Number systems | Converting between number systems – Part 2</a:t>
              </a:r>
            </a:p>
            <a:p>
              <a:endParaRPr lang="en-GB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8942664" y="0"/>
              <a:ext cx="3249336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1.1 Number systems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Converting </a:t>
            </a:r>
            <a:r>
              <a:rPr lang="en-GB" sz="4000">
                <a:solidFill>
                  <a:schemeClr val="accent2">
                    <a:lumMod val="75000"/>
                  </a:schemeClr>
                </a:solidFill>
              </a:rPr>
              <a:t>between </a:t>
            </a:r>
            <a:br>
              <a:rPr lang="en-GB" sz="4000">
                <a:solidFill>
                  <a:schemeClr val="accent2">
                    <a:lumMod val="75000"/>
                  </a:schemeClr>
                </a:solidFill>
              </a:rPr>
            </a:br>
            <a:r>
              <a:rPr lang="en-GB" sz="4000">
                <a:solidFill>
                  <a:schemeClr val="accent2">
                    <a:lumMod val="75000"/>
                  </a:schemeClr>
                </a:solidFill>
              </a:rPr>
              <a:t>number </a:t>
            </a: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systems – Part 2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D6E9B48-C719-496C-90CF-93D0ACE2C28A}"/>
              </a:ext>
            </a:extLst>
          </p:cNvPr>
          <p:cNvSpPr/>
          <p:nvPr/>
        </p:nvSpPr>
        <p:spPr>
          <a:xfrm>
            <a:off x="148566" y="485850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About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829D17EB-B6E9-48F9-807D-A78A0794F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878862"/>
              </p:ext>
            </p:extLst>
          </p:nvPr>
        </p:nvGraphicFramePr>
        <p:xfrm>
          <a:off x="7903030" y="485850"/>
          <a:ext cx="4205718" cy="6304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01906">
                  <a:extLst>
                    <a:ext uri="{9D8B030D-6E8A-4147-A177-3AD203B41FA5}">
                      <a16:colId xmlns:a16="http://schemas.microsoft.com/office/drawing/2014/main" val="1412128303"/>
                    </a:ext>
                  </a:extLst>
                </a:gridCol>
                <a:gridCol w="1401906">
                  <a:extLst>
                    <a:ext uri="{9D8B030D-6E8A-4147-A177-3AD203B41FA5}">
                      <a16:colId xmlns:a16="http://schemas.microsoft.com/office/drawing/2014/main" val="3524571092"/>
                    </a:ext>
                  </a:extLst>
                </a:gridCol>
                <a:gridCol w="1401906">
                  <a:extLst>
                    <a:ext uri="{9D8B030D-6E8A-4147-A177-3AD203B41FA5}">
                      <a16:colId xmlns:a16="http://schemas.microsoft.com/office/drawing/2014/main" val="307616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Denary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Binary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Hexadecimal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038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2095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651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683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8717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183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5391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5750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8679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64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5601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4741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9998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9213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707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5802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588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2845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829D17EB-B6E9-48F9-807D-A78A0794F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900518"/>
              </p:ext>
            </p:extLst>
          </p:nvPr>
        </p:nvGraphicFramePr>
        <p:xfrm>
          <a:off x="7903030" y="485850"/>
          <a:ext cx="4205718" cy="6304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01906">
                  <a:extLst>
                    <a:ext uri="{9D8B030D-6E8A-4147-A177-3AD203B41FA5}">
                      <a16:colId xmlns:a16="http://schemas.microsoft.com/office/drawing/2014/main" val="1412128303"/>
                    </a:ext>
                  </a:extLst>
                </a:gridCol>
                <a:gridCol w="1401906">
                  <a:extLst>
                    <a:ext uri="{9D8B030D-6E8A-4147-A177-3AD203B41FA5}">
                      <a16:colId xmlns:a16="http://schemas.microsoft.com/office/drawing/2014/main" val="3524571092"/>
                    </a:ext>
                  </a:extLst>
                </a:gridCol>
                <a:gridCol w="1401906">
                  <a:extLst>
                    <a:ext uri="{9D8B030D-6E8A-4147-A177-3AD203B41FA5}">
                      <a16:colId xmlns:a16="http://schemas.microsoft.com/office/drawing/2014/main" val="307616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Denary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Binary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Hexadecimal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038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2095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651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0010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683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8717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183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5391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5750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8679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64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5601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4741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9998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9213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707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5802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58822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528A703-D047-4056-8A63-B167221C9658}"/>
              </a:ext>
            </a:extLst>
          </p:cNvPr>
          <p:cNvSpPr/>
          <p:nvPr/>
        </p:nvSpPr>
        <p:spPr>
          <a:xfrm>
            <a:off x="148566" y="485850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About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694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829D17EB-B6E9-48F9-807D-A78A0794F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674786"/>
              </p:ext>
            </p:extLst>
          </p:nvPr>
        </p:nvGraphicFramePr>
        <p:xfrm>
          <a:off x="7903030" y="485850"/>
          <a:ext cx="4205718" cy="6304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01906">
                  <a:extLst>
                    <a:ext uri="{9D8B030D-6E8A-4147-A177-3AD203B41FA5}">
                      <a16:colId xmlns:a16="http://schemas.microsoft.com/office/drawing/2014/main" val="1412128303"/>
                    </a:ext>
                  </a:extLst>
                </a:gridCol>
                <a:gridCol w="1401906">
                  <a:extLst>
                    <a:ext uri="{9D8B030D-6E8A-4147-A177-3AD203B41FA5}">
                      <a16:colId xmlns:a16="http://schemas.microsoft.com/office/drawing/2014/main" val="3524571092"/>
                    </a:ext>
                  </a:extLst>
                </a:gridCol>
                <a:gridCol w="1401906">
                  <a:extLst>
                    <a:ext uri="{9D8B030D-6E8A-4147-A177-3AD203B41FA5}">
                      <a16:colId xmlns:a16="http://schemas.microsoft.com/office/drawing/2014/main" val="307616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Denary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Binary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Hexadecimal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038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2095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651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683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8717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183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5391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5750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8679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64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5601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4741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9998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9213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707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5802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58822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8B890E8-3FEF-4688-AB44-49D53BDF9E49}"/>
              </a:ext>
            </a:extLst>
          </p:cNvPr>
          <p:cNvSpPr/>
          <p:nvPr/>
        </p:nvSpPr>
        <p:spPr>
          <a:xfrm>
            <a:off x="148566" y="485850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About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0910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829D17EB-B6E9-48F9-807D-A78A0794F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527724"/>
              </p:ext>
            </p:extLst>
          </p:nvPr>
        </p:nvGraphicFramePr>
        <p:xfrm>
          <a:off x="7903030" y="485850"/>
          <a:ext cx="4205718" cy="6304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01906">
                  <a:extLst>
                    <a:ext uri="{9D8B030D-6E8A-4147-A177-3AD203B41FA5}">
                      <a16:colId xmlns:a16="http://schemas.microsoft.com/office/drawing/2014/main" val="1412128303"/>
                    </a:ext>
                  </a:extLst>
                </a:gridCol>
                <a:gridCol w="1401906">
                  <a:extLst>
                    <a:ext uri="{9D8B030D-6E8A-4147-A177-3AD203B41FA5}">
                      <a16:colId xmlns:a16="http://schemas.microsoft.com/office/drawing/2014/main" val="3524571092"/>
                    </a:ext>
                  </a:extLst>
                </a:gridCol>
                <a:gridCol w="1401906">
                  <a:extLst>
                    <a:ext uri="{9D8B030D-6E8A-4147-A177-3AD203B41FA5}">
                      <a16:colId xmlns:a16="http://schemas.microsoft.com/office/drawing/2014/main" val="307616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Denary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Binary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Hexadecimal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038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095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651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683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717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183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5391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750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79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64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601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741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998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213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707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5802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8822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DE5D8348-A1DC-4821-B193-8F1E3E4EACE8}"/>
              </a:ext>
            </a:extLst>
          </p:cNvPr>
          <p:cNvSpPr/>
          <p:nvPr/>
        </p:nvSpPr>
        <p:spPr>
          <a:xfrm>
            <a:off x="148566" y="485850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About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422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829D17EB-B6E9-48F9-807D-A78A0794F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957557"/>
              </p:ext>
            </p:extLst>
          </p:nvPr>
        </p:nvGraphicFramePr>
        <p:xfrm>
          <a:off x="7903030" y="485850"/>
          <a:ext cx="4205718" cy="6304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01906">
                  <a:extLst>
                    <a:ext uri="{9D8B030D-6E8A-4147-A177-3AD203B41FA5}">
                      <a16:colId xmlns:a16="http://schemas.microsoft.com/office/drawing/2014/main" val="1412128303"/>
                    </a:ext>
                  </a:extLst>
                </a:gridCol>
                <a:gridCol w="1401906">
                  <a:extLst>
                    <a:ext uri="{9D8B030D-6E8A-4147-A177-3AD203B41FA5}">
                      <a16:colId xmlns:a16="http://schemas.microsoft.com/office/drawing/2014/main" val="3524571092"/>
                    </a:ext>
                  </a:extLst>
                </a:gridCol>
                <a:gridCol w="1401906">
                  <a:extLst>
                    <a:ext uri="{9D8B030D-6E8A-4147-A177-3AD203B41FA5}">
                      <a16:colId xmlns:a16="http://schemas.microsoft.com/office/drawing/2014/main" val="307616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Denary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Binary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Hexadecimal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038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2095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651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683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8717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183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5391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5750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8679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64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5601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741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998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213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707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5802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8822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43E7BEF0-8EC6-48DD-8DDC-0F8F52A1A26E}"/>
              </a:ext>
            </a:extLst>
          </p:cNvPr>
          <p:cNvSpPr/>
          <p:nvPr/>
        </p:nvSpPr>
        <p:spPr>
          <a:xfrm>
            <a:off x="148566" y="485850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About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310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A429E162-868D-40B4-9CFF-161BBD8B8E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241" y="3531636"/>
            <a:ext cx="4369587" cy="31483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CCF4FA-4038-4207-9C7C-0CC202969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11" y="1776121"/>
            <a:ext cx="6391275" cy="28765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AF167D1-1C61-45BF-8B67-84F02F47D267}"/>
              </a:ext>
            </a:extLst>
          </p:cNvPr>
          <p:cNvSpPr/>
          <p:nvPr/>
        </p:nvSpPr>
        <p:spPr>
          <a:xfrm>
            <a:off x="563401" y="2965904"/>
            <a:ext cx="4232531" cy="21583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D3BD40-650C-485B-B82A-10F558CF71A3}"/>
              </a:ext>
            </a:extLst>
          </p:cNvPr>
          <p:cNvSpPr/>
          <p:nvPr/>
        </p:nvSpPr>
        <p:spPr>
          <a:xfrm>
            <a:off x="5607698" y="5777136"/>
            <a:ext cx="1409872" cy="35307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2" name="Table 9">
            <a:extLst>
              <a:ext uri="{FF2B5EF4-FFF2-40B4-BE49-F238E27FC236}">
                <a16:creationId xmlns:a16="http://schemas.microsoft.com/office/drawing/2014/main" id="{E97654BB-1060-450D-8BB4-140B46BBF7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142064"/>
              </p:ext>
            </p:extLst>
          </p:nvPr>
        </p:nvGraphicFramePr>
        <p:xfrm>
          <a:off x="7903030" y="485850"/>
          <a:ext cx="4205718" cy="6304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01906">
                  <a:extLst>
                    <a:ext uri="{9D8B030D-6E8A-4147-A177-3AD203B41FA5}">
                      <a16:colId xmlns:a16="http://schemas.microsoft.com/office/drawing/2014/main" val="1412128303"/>
                    </a:ext>
                  </a:extLst>
                </a:gridCol>
                <a:gridCol w="1401906">
                  <a:extLst>
                    <a:ext uri="{9D8B030D-6E8A-4147-A177-3AD203B41FA5}">
                      <a16:colId xmlns:a16="http://schemas.microsoft.com/office/drawing/2014/main" val="3524571092"/>
                    </a:ext>
                  </a:extLst>
                </a:gridCol>
                <a:gridCol w="1401906">
                  <a:extLst>
                    <a:ext uri="{9D8B030D-6E8A-4147-A177-3AD203B41FA5}">
                      <a16:colId xmlns:a16="http://schemas.microsoft.com/office/drawing/2014/main" val="307616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Denary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Binary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Hexadecimal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038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2095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651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683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8717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183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5391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5750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8679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64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5601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4741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9998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9213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707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5802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588220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223A04FC-F57A-4DE9-9DF4-8938C8692C55}"/>
              </a:ext>
            </a:extLst>
          </p:cNvPr>
          <p:cNvSpPr/>
          <p:nvPr/>
        </p:nvSpPr>
        <p:spPr>
          <a:xfrm>
            <a:off x="148566" y="485850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About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711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A429E162-868D-40B4-9CFF-161BBD8B8E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241" y="3531636"/>
            <a:ext cx="4369587" cy="31483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CCF4FA-4038-4207-9C7C-0CC202969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11" y="1776121"/>
            <a:ext cx="6391275" cy="28765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AF167D1-1C61-45BF-8B67-84F02F47D267}"/>
              </a:ext>
            </a:extLst>
          </p:cNvPr>
          <p:cNvSpPr/>
          <p:nvPr/>
        </p:nvSpPr>
        <p:spPr>
          <a:xfrm>
            <a:off x="563401" y="2965904"/>
            <a:ext cx="4232531" cy="21583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D3BD40-650C-485B-B82A-10F558CF71A3}"/>
              </a:ext>
            </a:extLst>
          </p:cNvPr>
          <p:cNvSpPr/>
          <p:nvPr/>
        </p:nvSpPr>
        <p:spPr>
          <a:xfrm>
            <a:off x="5607698" y="5777136"/>
            <a:ext cx="1409872" cy="35307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2" name="Table 9">
            <a:extLst>
              <a:ext uri="{FF2B5EF4-FFF2-40B4-BE49-F238E27FC236}">
                <a16:creationId xmlns:a16="http://schemas.microsoft.com/office/drawing/2014/main" id="{E97654BB-1060-450D-8BB4-140B46BBF7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453374"/>
              </p:ext>
            </p:extLst>
          </p:nvPr>
        </p:nvGraphicFramePr>
        <p:xfrm>
          <a:off x="7903030" y="485850"/>
          <a:ext cx="4205718" cy="63042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01906">
                  <a:extLst>
                    <a:ext uri="{9D8B030D-6E8A-4147-A177-3AD203B41FA5}">
                      <a16:colId xmlns:a16="http://schemas.microsoft.com/office/drawing/2014/main" val="1412128303"/>
                    </a:ext>
                  </a:extLst>
                </a:gridCol>
                <a:gridCol w="1401906">
                  <a:extLst>
                    <a:ext uri="{9D8B030D-6E8A-4147-A177-3AD203B41FA5}">
                      <a16:colId xmlns:a16="http://schemas.microsoft.com/office/drawing/2014/main" val="3524571092"/>
                    </a:ext>
                  </a:extLst>
                </a:gridCol>
                <a:gridCol w="1401906">
                  <a:extLst>
                    <a:ext uri="{9D8B030D-6E8A-4147-A177-3AD203B41FA5}">
                      <a16:colId xmlns:a16="http://schemas.microsoft.com/office/drawing/2014/main" val="307616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Denary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Binary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Hexadecimal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038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2095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651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683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8717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183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5391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5750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8679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64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5601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4741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9998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9213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707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5802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58822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EE32519E-D70F-40ED-84D1-CDF1FE401228}"/>
              </a:ext>
            </a:extLst>
          </p:cNvPr>
          <p:cNvSpPr/>
          <p:nvPr/>
        </p:nvSpPr>
        <p:spPr>
          <a:xfrm>
            <a:off x="10972800" y="915374"/>
            <a:ext cx="908177" cy="587475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99A8E1-3FB0-427C-89F5-D2A105DC3CD5}"/>
              </a:ext>
            </a:extLst>
          </p:cNvPr>
          <p:cNvSpPr/>
          <p:nvPr/>
        </p:nvSpPr>
        <p:spPr>
          <a:xfrm>
            <a:off x="148566" y="485850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About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795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A429E162-868D-40B4-9CFF-161BBD8B8E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241" y="3531636"/>
            <a:ext cx="4369587" cy="31483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CCF4FA-4038-4207-9C7C-0CC202969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11" y="1776121"/>
            <a:ext cx="6391275" cy="28765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AF167D1-1C61-45BF-8B67-84F02F47D267}"/>
              </a:ext>
            </a:extLst>
          </p:cNvPr>
          <p:cNvSpPr/>
          <p:nvPr/>
        </p:nvSpPr>
        <p:spPr>
          <a:xfrm>
            <a:off x="563401" y="2965904"/>
            <a:ext cx="4232531" cy="21583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D3BD40-650C-485B-B82A-10F558CF71A3}"/>
              </a:ext>
            </a:extLst>
          </p:cNvPr>
          <p:cNvSpPr/>
          <p:nvPr/>
        </p:nvSpPr>
        <p:spPr>
          <a:xfrm>
            <a:off x="5607698" y="5777136"/>
            <a:ext cx="1409872" cy="35307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2" name="Table 9">
            <a:extLst>
              <a:ext uri="{FF2B5EF4-FFF2-40B4-BE49-F238E27FC236}">
                <a16:creationId xmlns:a16="http://schemas.microsoft.com/office/drawing/2014/main" id="{E97654BB-1060-450D-8BB4-140B46BBF7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459621"/>
              </p:ext>
            </p:extLst>
          </p:nvPr>
        </p:nvGraphicFramePr>
        <p:xfrm>
          <a:off x="7903030" y="485850"/>
          <a:ext cx="4205718" cy="6304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01906">
                  <a:extLst>
                    <a:ext uri="{9D8B030D-6E8A-4147-A177-3AD203B41FA5}">
                      <a16:colId xmlns:a16="http://schemas.microsoft.com/office/drawing/2014/main" val="1412128303"/>
                    </a:ext>
                  </a:extLst>
                </a:gridCol>
                <a:gridCol w="1401906">
                  <a:extLst>
                    <a:ext uri="{9D8B030D-6E8A-4147-A177-3AD203B41FA5}">
                      <a16:colId xmlns:a16="http://schemas.microsoft.com/office/drawing/2014/main" val="3524571092"/>
                    </a:ext>
                  </a:extLst>
                </a:gridCol>
                <a:gridCol w="1401906">
                  <a:extLst>
                    <a:ext uri="{9D8B030D-6E8A-4147-A177-3AD203B41FA5}">
                      <a16:colId xmlns:a16="http://schemas.microsoft.com/office/drawing/2014/main" val="307616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Denary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Binary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Hexadecimal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038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2095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651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683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8717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183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5391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5750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8679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64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5601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4741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9998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9213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707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5802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58822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EE32519E-D70F-40ED-84D1-CDF1FE401228}"/>
              </a:ext>
            </a:extLst>
          </p:cNvPr>
          <p:cNvSpPr/>
          <p:nvPr/>
        </p:nvSpPr>
        <p:spPr>
          <a:xfrm>
            <a:off x="10972800" y="915374"/>
            <a:ext cx="908177" cy="587475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4AA91D-3B6A-47E0-AC50-BADCCD287F4F}"/>
              </a:ext>
            </a:extLst>
          </p:cNvPr>
          <p:cNvSpPr/>
          <p:nvPr/>
        </p:nvSpPr>
        <p:spPr>
          <a:xfrm>
            <a:off x="9551800" y="915374"/>
            <a:ext cx="908177" cy="587475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A982EC-7B11-486F-9BEB-695103044B81}"/>
              </a:ext>
            </a:extLst>
          </p:cNvPr>
          <p:cNvSpPr/>
          <p:nvPr/>
        </p:nvSpPr>
        <p:spPr>
          <a:xfrm>
            <a:off x="148566" y="485850"/>
            <a:ext cx="439234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About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737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D6E9B48-C719-496C-90CF-93D0ACE2C28A}"/>
              </a:ext>
            </a:extLst>
          </p:cNvPr>
          <p:cNvSpPr/>
          <p:nvPr/>
        </p:nvSpPr>
        <p:spPr>
          <a:xfrm>
            <a:off x="188988" y="504512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Converting between denary and 2-digit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12D8837-0FBE-4464-93C1-CCE70D58D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770303"/>
              </p:ext>
            </p:extLst>
          </p:nvPr>
        </p:nvGraphicFramePr>
        <p:xfrm>
          <a:off x="335902" y="2053942"/>
          <a:ext cx="11523301" cy="276065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418253">
                  <a:extLst>
                    <a:ext uri="{9D8B030D-6E8A-4147-A177-3AD203B41FA5}">
                      <a16:colId xmlns:a16="http://schemas.microsoft.com/office/drawing/2014/main" val="194402532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674541518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30847418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158571759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9277886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09060572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443708424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5792833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256955813"/>
                    </a:ext>
                  </a:extLst>
                </a:gridCol>
              </a:tblGrid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Denary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29780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Binary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31689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049230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Nibble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635962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Hexadecimal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0265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029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12D8837-0FBE-4464-93C1-CCE70D58D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357533"/>
              </p:ext>
            </p:extLst>
          </p:nvPr>
        </p:nvGraphicFramePr>
        <p:xfrm>
          <a:off x="335902" y="2053942"/>
          <a:ext cx="11523301" cy="276065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418253">
                  <a:extLst>
                    <a:ext uri="{9D8B030D-6E8A-4147-A177-3AD203B41FA5}">
                      <a16:colId xmlns:a16="http://schemas.microsoft.com/office/drawing/2014/main" val="194402532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674541518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30847418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158571759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9277886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09060572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443708424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5792833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256955813"/>
                    </a:ext>
                  </a:extLst>
                </a:gridCol>
              </a:tblGrid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Denary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29780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Binary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31689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049230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Nibble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635962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Hexadecimal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026578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8B38F69-6557-4806-B8F3-F15E8DE16564}"/>
              </a:ext>
            </a:extLst>
          </p:cNvPr>
          <p:cNvSpPr/>
          <p:nvPr/>
        </p:nvSpPr>
        <p:spPr>
          <a:xfrm>
            <a:off x="1631576" y="2501153"/>
            <a:ext cx="1550895" cy="770965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E7D45E4-BED2-4AEF-A037-279312009043}"/>
              </a:ext>
            </a:extLst>
          </p:cNvPr>
          <p:cNvSpPr/>
          <p:nvPr/>
        </p:nvSpPr>
        <p:spPr>
          <a:xfrm>
            <a:off x="10460708" y="2501152"/>
            <a:ext cx="1550895" cy="770965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0C1F70-EC1F-4AA2-868D-FEBC6E6EF2BE}"/>
              </a:ext>
            </a:extLst>
          </p:cNvPr>
          <p:cNvSpPr/>
          <p:nvPr/>
        </p:nvSpPr>
        <p:spPr>
          <a:xfrm>
            <a:off x="1896034" y="2040761"/>
            <a:ext cx="1021977" cy="47000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4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MSB</a:t>
            </a:r>
            <a:endParaRPr lang="en-GB" sz="1200" b="1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B30616-706D-4B8F-978C-DCB64D1398D2}"/>
              </a:ext>
            </a:extLst>
          </p:cNvPr>
          <p:cNvSpPr/>
          <p:nvPr/>
        </p:nvSpPr>
        <p:spPr>
          <a:xfrm>
            <a:off x="10725166" y="2031152"/>
            <a:ext cx="1021977" cy="47000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4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LSB</a:t>
            </a:r>
            <a:endParaRPr lang="en-GB" sz="1200" b="1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C09FCB8-6AD2-4110-8FF0-3C36ED7D5BEF}"/>
              </a:ext>
            </a:extLst>
          </p:cNvPr>
          <p:cNvCxnSpPr>
            <a:stCxn id="2" idx="2"/>
          </p:cNvCxnSpPr>
          <p:nvPr/>
        </p:nvCxnSpPr>
        <p:spPr>
          <a:xfrm flipH="1">
            <a:off x="2407022" y="3272118"/>
            <a:ext cx="2" cy="2232211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9844E48-4AEA-4A92-A520-02148BBADCB2}"/>
              </a:ext>
            </a:extLst>
          </p:cNvPr>
          <p:cNvCxnSpPr/>
          <p:nvPr/>
        </p:nvCxnSpPr>
        <p:spPr>
          <a:xfrm flipH="1">
            <a:off x="11236154" y="3240743"/>
            <a:ext cx="2" cy="2232211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F2372A07-B273-4059-9A49-6072D262DAD0}"/>
              </a:ext>
            </a:extLst>
          </p:cNvPr>
          <p:cNvSpPr/>
          <p:nvPr/>
        </p:nvSpPr>
        <p:spPr>
          <a:xfrm>
            <a:off x="472885" y="5472954"/>
            <a:ext cx="3868273" cy="47000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4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GB" sz="2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ost</a:t>
            </a:r>
            <a:r>
              <a:rPr lang="en-GB" sz="24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</a:t>
            </a:r>
            <a:r>
              <a:rPr lang="en-GB" sz="2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ignificant</a:t>
            </a:r>
            <a:r>
              <a:rPr lang="en-GB" sz="24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</a:t>
            </a:r>
            <a:r>
              <a:rPr lang="en-GB" sz="2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endParaRPr lang="en-GB" sz="1200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7EE63C-A34E-4937-B201-CB842F9E269D}"/>
              </a:ext>
            </a:extLst>
          </p:cNvPr>
          <p:cNvSpPr/>
          <p:nvPr/>
        </p:nvSpPr>
        <p:spPr>
          <a:xfrm>
            <a:off x="9563097" y="5472954"/>
            <a:ext cx="2637867" cy="47000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4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GB" sz="2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east</a:t>
            </a:r>
            <a:r>
              <a:rPr lang="en-GB" sz="24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</a:t>
            </a:r>
            <a:r>
              <a:rPr lang="en-GB" sz="2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ignificant</a:t>
            </a:r>
            <a:r>
              <a:rPr lang="en-GB" sz="24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</a:t>
            </a:r>
            <a:r>
              <a:rPr lang="en-GB" sz="2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endParaRPr lang="en-GB" sz="1200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9852F0-E217-43D3-9BEA-69733D6CA496}"/>
              </a:ext>
            </a:extLst>
          </p:cNvPr>
          <p:cNvSpPr/>
          <p:nvPr/>
        </p:nvSpPr>
        <p:spPr>
          <a:xfrm>
            <a:off x="188988" y="504512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Converting between denary and 2-digit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113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12D8837-0FBE-4464-93C1-CCE70D58D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04871"/>
              </p:ext>
            </p:extLst>
          </p:nvPr>
        </p:nvGraphicFramePr>
        <p:xfrm>
          <a:off x="335902" y="2053942"/>
          <a:ext cx="11523301" cy="276065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418253">
                  <a:extLst>
                    <a:ext uri="{9D8B030D-6E8A-4147-A177-3AD203B41FA5}">
                      <a16:colId xmlns:a16="http://schemas.microsoft.com/office/drawing/2014/main" val="194402532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674541518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30847418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158571759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9277886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09060572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443708424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5792833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256955813"/>
                    </a:ext>
                  </a:extLst>
                </a:gridCol>
              </a:tblGrid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Denary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29780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Binary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31689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049230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Nibble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635962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Hexadecimal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02657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D333142F-19C8-4F7E-885F-4AFDEB708A9D}"/>
              </a:ext>
            </a:extLst>
          </p:cNvPr>
          <p:cNvSpPr/>
          <p:nvPr/>
        </p:nvSpPr>
        <p:spPr>
          <a:xfrm>
            <a:off x="188988" y="504512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Converting between denary and 2-digit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509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12D8837-0FBE-4464-93C1-CCE70D58D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369884"/>
              </p:ext>
            </p:extLst>
          </p:nvPr>
        </p:nvGraphicFramePr>
        <p:xfrm>
          <a:off x="335902" y="2053942"/>
          <a:ext cx="11523301" cy="276065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418253">
                  <a:extLst>
                    <a:ext uri="{9D8B030D-6E8A-4147-A177-3AD203B41FA5}">
                      <a16:colId xmlns:a16="http://schemas.microsoft.com/office/drawing/2014/main" val="194402532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674541518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30847418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158571759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9277886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09060572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443708424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5792833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256955813"/>
                    </a:ext>
                  </a:extLst>
                </a:gridCol>
              </a:tblGrid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Denary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29780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Binary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31689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049230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Nibble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635962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Hexadecimal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02657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F4FE63D-2CC1-490A-BAEA-FEEB60149879}"/>
              </a:ext>
            </a:extLst>
          </p:cNvPr>
          <p:cNvSpPr/>
          <p:nvPr/>
        </p:nvSpPr>
        <p:spPr>
          <a:xfrm>
            <a:off x="188988" y="504512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Converting between denary and 2-digit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859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D6E9B48-C719-496C-90CF-93D0ACE2C28A}"/>
              </a:ext>
            </a:extLst>
          </p:cNvPr>
          <p:cNvSpPr/>
          <p:nvPr/>
        </p:nvSpPr>
        <p:spPr>
          <a:xfrm>
            <a:off x="1290000" y="523174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Converting between denary and 2-digit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12D8837-0FBE-4464-93C1-CCE70D58D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261817"/>
              </p:ext>
            </p:extLst>
          </p:nvPr>
        </p:nvGraphicFramePr>
        <p:xfrm>
          <a:off x="335902" y="2053942"/>
          <a:ext cx="11523301" cy="276065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418253">
                  <a:extLst>
                    <a:ext uri="{9D8B030D-6E8A-4147-A177-3AD203B41FA5}">
                      <a16:colId xmlns:a16="http://schemas.microsoft.com/office/drawing/2014/main" val="194402532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674541518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30847418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158571759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9277886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09060572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443708424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5792833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256955813"/>
                    </a:ext>
                  </a:extLst>
                </a:gridCol>
              </a:tblGrid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Denary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29780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Binary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1689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049230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Nibble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635962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Hexadecimal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C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026578"/>
                  </a:ext>
                </a:extLst>
              </a:tr>
            </a:tbl>
          </a:graphicData>
        </a:graphic>
      </p:graphicFrame>
      <p:pic>
        <p:nvPicPr>
          <p:cNvPr id="6" name="Picture 2" descr="make_notes">
            <a:extLst>
              <a:ext uri="{FF2B5EF4-FFF2-40B4-BE49-F238E27FC236}">
                <a16:creationId xmlns:a16="http://schemas.microsoft.com/office/drawing/2014/main" id="{2BC8A18E-E428-4272-876C-CF1DBD5E0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074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D6E9B48-C719-496C-90CF-93D0ACE2C28A}"/>
              </a:ext>
            </a:extLst>
          </p:cNvPr>
          <p:cNvSpPr/>
          <p:nvPr/>
        </p:nvSpPr>
        <p:spPr>
          <a:xfrm>
            <a:off x="235641" y="532505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Converting between denary and 2-digit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12D8837-0FBE-4464-93C1-CCE70D58D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984353"/>
              </p:ext>
            </p:extLst>
          </p:nvPr>
        </p:nvGraphicFramePr>
        <p:xfrm>
          <a:off x="335902" y="2053942"/>
          <a:ext cx="11523301" cy="276065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418253">
                  <a:extLst>
                    <a:ext uri="{9D8B030D-6E8A-4147-A177-3AD203B41FA5}">
                      <a16:colId xmlns:a16="http://schemas.microsoft.com/office/drawing/2014/main" val="194402532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674541518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30847418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158571759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9277886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09060572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443708424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5792833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256955813"/>
                    </a:ext>
                  </a:extLst>
                </a:gridCol>
              </a:tblGrid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Denary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29780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Binary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31689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049230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Nibble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635962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Hexadecimal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0265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6941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12D8837-0FBE-4464-93C1-CCE70D58D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281479"/>
              </p:ext>
            </p:extLst>
          </p:nvPr>
        </p:nvGraphicFramePr>
        <p:xfrm>
          <a:off x="335902" y="2053942"/>
          <a:ext cx="11523301" cy="276065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418253">
                  <a:extLst>
                    <a:ext uri="{9D8B030D-6E8A-4147-A177-3AD203B41FA5}">
                      <a16:colId xmlns:a16="http://schemas.microsoft.com/office/drawing/2014/main" val="194402532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674541518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30847418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158571759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9277886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09060572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443708424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5792833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256955813"/>
                    </a:ext>
                  </a:extLst>
                </a:gridCol>
              </a:tblGrid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Denary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29780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Binary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31689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049230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Nibble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635962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Hexadecimal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02657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177D89D-1255-4253-81A1-B2DDCC87576F}"/>
              </a:ext>
            </a:extLst>
          </p:cNvPr>
          <p:cNvSpPr/>
          <p:nvPr/>
        </p:nvSpPr>
        <p:spPr>
          <a:xfrm>
            <a:off x="235641" y="532505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Converting between denary and 2-digit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5852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12D8837-0FBE-4464-93C1-CCE70D58D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136427"/>
              </p:ext>
            </p:extLst>
          </p:nvPr>
        </p:nvGraphicFramePr>
        <p:xfrm>
          <a:off x="335902" y="2053942"/>
          <a:ext cx="11523301" cy="276065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418253">
                  <a:extLst>
                    <a:ext uri="{9D8B030D-6E8A-4147-A177-3AD203B41FA5}">
                      <a16:colId xmlns:a16="http://schemas.microsoft.com/office/drawing/2014/main" val="194402532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674541518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30847418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158571759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9277886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09060572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443708424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5792833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256955813"/>
                    </a:ext>
                  </a:extLst>
                </a:gridCol>
              </a:tblGrid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Denary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29780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Binary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31689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049230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Nibble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635962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Hexadecimal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02657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FDEE869D-A2A1-4B28-B1D3-EBA13E1CC415}"/>
              </a:ext>
            </a:extLst>
          </p:cNvPr>
          <p:cNvSpPr/>
          <p:nvPr/>
        </p:nvSpPr>
        <p:spPr>
          <a:xfrm>
            <a:off x="235641" y="532505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Converting between denary and 2-digit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09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D6E9B48-C719-496C-90CF-93D0ACE2C28A}"/>
              </a:ext>
            </a:extLst>
          </p:cNvPr>
          <p:cNvSpPr/>
          <p:nvPr/>
        </p:nvSpPr>
        <p:spPr>
          <a:xfrm>
            <a:off x="1290000" y="523174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Converting between denary and 2-digit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12D8837-0FBE-4464-93C1-CCE70D58D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54706"/>
              </p:ext>
            </p:extLst>
          </p:nvPr>
        </p:nvGraphicFramePr>
        <p:xfrm>
          <a:off x="335902" y="2053942"/>
          <a:ext cx="11523301" cy="276065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418253">
                  <a:extLst>
                    <a:ext uri="{9D8B030D-6E8A-4147-A177-3AD203B41FA5}">
                      <a16:colId xmlns:a16="http://schemas.microsoft.com/office/drawing/2014/main" val="194402532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674541518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30847418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158571759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9277886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09060572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443708424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5792833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256955813"/>
                    </a:ext>
                  </a:extLst>
                </a:gridCol>
              </a:tblGrid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Denary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29780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Binary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1689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049230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Nibble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635962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Hexadecimal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026578"/>
                  </a:ext>
                </a:extLst>
              </a:tr>
            </a:tbl>
          </a:graphicData>
        </a:graphic>
      </p:graphicFrame>
      <p:pic>
        <p:nvPicPr>
          <p:cNvPr id="6" name="Picture 2" descr="make_notes">
            <a:extLst>
              <a:ext uri="{FF2B5EF4-FFF2-40B4-BE49-F238E27FC236}">
                <a16:creationId xmlns:a16="http://schemas.microsoft.com/office/drawing/2014/main" id="{72999306-5BC4-4672-95EC-F316D55AC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91915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12D8837-0FBE-4464-93C1-CCE70D58D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671877"/>
              </p:ext>
            </p:extLst>
          </p:nvPr>
        </p:nvGraphicFramePr>
        <p:xfrm>
          <a:off x="335902" y="2053942"/>
          <a:ext cx="11523301" cy="276065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418253">
                  <a:extLst>
                    <a:ext uri="{9D8B030D-6E8A-4147-A177-3AD203B41FA5}">
                      <a16:colId xmlns:a16="http://schemas.microsoft.com/office/drawing/2014/main" val="194402532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674541518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30847418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158571759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9277886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09060572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443708424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5792833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256955813"/>
                    </a:ext>
                  </a:extLst>
                </a:gridCol>
              </a:tblGrid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Denary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230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29780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Binary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31689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049230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Nibble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635962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Hexadecimal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02657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34B3EE81-A5A1-475F-AECE-7E2A05433D2C}"/>
              </a:ext>
            </a:extLst>
          </p:cNvPr>
          <p:cNvSpPr/>
          <p:nvPr/>
        </p:nvSpPr>
        <p:spPr>
          <a:xfrm>
            <a:off x="235641" y="532505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Converting between denary and 2-digit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24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12D8837-0FBE-4464-93C1-CCE70D58D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26192"/>
              </p:ext>
            </p:extLst>
          </p:nvPr>
        </p:nvGraphicFramePr>
        <p:xfrm>
          <a:off x="335902" y="2053942"/>
          <a:ext cx="11523301" cy="276065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418253">
                  <a:extLst>
                    <a:ext uri="{9D8B030D-6E8A-4147-A177-3AD203B41FA5}">
                      <a16:colId xmlns:a16="http://schemas.microsoft.com/office/drawing/2014/main" val="194402532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674541518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30847418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158571759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9277886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09060572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443708424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5792833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256955813"/>
                    </a:ext>
                  </a:extLst>
                </a:gridCol>
              </a:tblGrid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Denary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230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29780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Binary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31689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049230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Nibble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635962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Hexadecimal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02657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65C41C2E-C619-45C6-BACA-B2387EE603BA}"/>
              </a:ext>
            </a:extLst>
          </p:cNvPr>
          <p:cNvSpPr/>
          <p:nvPr/>
        </p:nvSpPr>
        <p:spPr>
          <a:xfrm>
            <a:off x="235641" y="532505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Converting between denary and 2-digit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8699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12D8837-0FBE-4464-93C1-CCE70D58D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921711"/>
              </p:ext>
            </p:extLst>
          </p:nvPr>
        </p:nvGraphicFramePr>
        <p:xfrm>
          <a:off x="335902" y="2053942"/>
          <a:ext cx="11523301" cy="276065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418253">
                  <a:extLst>
                    <a:ext uri="{9D8B030D-6E8A-4147-A177-3AD203B41FA5}">
                      <a16:colId xmlns:a16="http://schemas.microsoft.com/office/drawing/2014/main" val="194402532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674541518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30847418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158571759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9277886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09060572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443708424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5792833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256955813"/>
                    </a:ext>
                  </a:extLst>
                </a:gridCol>
              </a:tblGrid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Denary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230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29780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Binary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31689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049230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Nibble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635962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Hexadecimal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02657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4D12F1A-4FF6-4FC0-BFA4-77F4E8B67DA9}"/>
              </a:ext>
            </a:extLst>
          </p:cNvPr>
          <p:cNvSpPr/>
          <p:nvPr/>
        </p:nvSpPr>
        <p:spPr>
          <a:xfrm>
            <a:off x="235641" y="532505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Converting between denary and 2-digit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1696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D6E9B48-C719-496C-90CF-93D0ACE2C28A}"/>
              </a:ext>
            </a:extLst>
          </p:cNvPr>
          <p:cNvSpPr/>
          <p:nvPr/>
        </p:nvSpPr>
        <p:spPr>
          <a:xfrm>
            <a:off x="1290000" y="523174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Converting between denary and 2-digit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12D8837-0FBE-4464-93C1-CCE70D58D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147030"/>
              </p:ext>
            </p:extLst>
          </p:nvPr>
        </p:nvGraphicFramePr>
        <p:xfrm>
          <a:off x="335902" y="2053942"/>
          <a:ext cx="11523301" cy="276065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418253">
                  <a:extLst>
                    <a:ext uri="{9D8B030D-6E8A-4147-A177-3AD203B41FA5}">
                      <a16:colId xmlns:a16="http://schemas.microsoft.com/office/drawing/2014/main" val="194402532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674541518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30847418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158571759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9277886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09060572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443708424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5792833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256955813"/>
                    </a:ext>
                  </a:extLst>
                </a:gridCol>
              </a:tblGrid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Denary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230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29780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Binary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31689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049230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Nibble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635962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Hexadecimal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026578"/>
                  </a:ext>
                </a:extLst>
              </a:tr>
            </a:tbl>
          </a:graphicData>
        </a:graphic>
      </p:graphicFrame>
      <p:pic>
        <p:nvPicPr>
          <p:cNvPr id="6" name="Picture 2" descr="make_notes">
            <a:extLst>
              <a:ext uri="{FF2B5EF4-FFF2-40B4-BE49-F238E27FC236}">
                <a16:creationId xmlns:a16="http://schemas.microsoft.com/office/drawing/2014/main" id="{261FC020-D68A-4D81-8CBE-815015C00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94911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12D8837-0FBE-4464-93C1-CCE70D58D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955191"/>
              </p:ext>
            </p:extLst>
          </p:nvPr>
        </p:nvGraphicFramePr>
        <p:xfrm>
          <a:off x="335902" y="2053942"/>
          <a:ext cx="11523301" cy="276065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418253">
                  <a:extLst>
                    <a:ext uri="{9D8B030D-6E8A-4147-A177-3AD203B41FA5}">
                      <a16:colId xmlns:a16="http://schemas.microsoft.com/office/drawing/2014/main" val="194402532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674541518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30847418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158571759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9277886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09060572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443708424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5792833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256955813"/>
                    </a:ext>
                  </a:extLst>
                </a:gridCol>
              </a:tblGrid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Denary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100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29780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Binary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31689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049230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Nibble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635962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Hexadecimal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02657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4ADA9020-8FC2-4925-9FFC-709E60ED4F3C}"/>
              </a:ext>
            </a:extLst>
          </p:cNvPr>
          <p:cNvSpPr/>
          <p:nvPr/>
        </p:nvSpPr>
        <p:spPr>
          <a:xfrm>
            <a:off x="235641" y="532505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Converting between denary and 2-digit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5500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12D8837-0FBE-4464-93C1-CCE70D58D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934742"/>
              </p:ext>
            </p:extLst>
          </p:nvPr>
        </p:nvGraphicFramePr>
        <p:xfrm>
          <a:off x="335902" y="2053942"/>
          <a:ext cx="11523301" cy="276065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418253">
                  <a:extLst>
                    <a:ext uri="{9D8B030D-6E8A-4147-A177-3AD203B41FA5}">
                      <a16:colId xmlns:a16="http://schemas.microsoft.com/office/drawing/2014/main" val="194402532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674541518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30847418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158571759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9277886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09060572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443708424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5792833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256955813"/>
                    </a:ext>
                  </a:extLst>
                </a:gridCol>
              </a:tblGrid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Denary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100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29780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Binary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31689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049230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Nibble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635962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Hexadecimal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02657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DC52273F-CEB6-4E9B-A93D-0BB37D4C89BD}"/>
              </a:ext>
            </a:extLst>
          </p:cNvPr>
          <p:cNvSpPr/>
          <p:nvPr/>
        </p:nvSpPr>
        <p:spPr>
          <a:xfrm>
            <a:off x="235641" y="532505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Converting between denary and 2-digit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0692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12D8837-0FBE-4464-93C1-CCE70D58D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115106"/>
              </p:ext>
            </p:extLst>
          </p:nvPr>
        </p:nvGraphicFramePr>
        <p:xfrm>
          <a:off x="335902" y="2053942"/>
          <a:ext cx="11523301" cy="276065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418253">
                  <a:extLst>
                    <a:ext uri="{9D8B030D-6E8A-4147-A177-3AD203B41FA5}">
                      <a16:colId xmlns:a16="http://schemas.microsoft.com/office/drawing/2014/main" val="194402532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674541518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30847418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158571759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9277886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09060572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443708424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5792833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256955813"/>
                    </a:ext>
                  </a:extLst>
                </a:gridCol>
              </a:tblGrid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Denary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100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29780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Binary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31689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049230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Nibble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635962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Hexadecimal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02657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6249FDC5-2A27-43CF-9592-38A3CE1F5BE0}"/>
              </a:ext>
            </a:extLst>
          </p:cNvPr>
          <p:cNvSpPr/>
          <p:nvPr/>
        </p:nvSpPr>
        <p:spPr>
          <a:xfrm>
            <a:off x="235641" y="532505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Converting between denary and 2-digit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385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D6E9B48-C719-496C-90CF-93D0ACE2C28A}"/>
              </a:ext>
            </a:extLst>
          </p:cNvPr>
          <p:cNvSpPr/>
          <p:nvPr/>
        </p:nvSpPr>
        <p:spPr>
          <a:xfrm>
            <a:off x="1290000" y="523174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Converting between denary and 2-digit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12D8837-0FBE-4464-93C1-CCE70D58D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683360"/>
              </p:ext>
            </p:extLst>
          </p:nvPr>
        </p:nvGraphicFramePr>
        <p:xfrm>
          <a:off x="335902" y="2053942"/>
          <a:ext cx="11523301" cy="276065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418253">
                  <a:extLst>
                    <a:ext uri="{9D8B030D-6E8A-4147-A177-3AD203B41FA5}">
                      <a16:colId xmlns:a16="http://schemas.microsoft.com/office/drawing/2014/main" val="194402532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674541518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30847418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158571759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9277886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09060572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443708424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5792833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256955813"/>
                    </a:ext>
                  </a:extLst>
                </a:gridCol>
              </a:tblGrid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Denary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100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29780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Binary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31689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049230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Nibble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635962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Hexadecimal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026578"/>
                  </a:ext>
                </a:extLst>
              </a:tr>
            </a:tbl>
          </a:graphicData>
        </a:graphic>
      </p:graphicFrame>
      <p:pic>
        <p:nvPicPr>
          <p:cNvPr id="6" name="Picture 2" descr="make_notes">
            <a:extLst>
              <a:ext uri="{FF2B5EF4-FFF2-40B4-BE49-F238E27FC236}">
                <a16:creationId xmlns:a16="http://schemas.microsoft.com/office/drawing/2014/main" id="{276868EF-F432-4928-8800-9AA76AA94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81019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12D8837-0FBE-4464-93C1-CCE70D58D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27954"/>
              </p:ext>
            </p:extLst>
          </p:nvPr>
        </p:nvGraphicFramePr>
        <p:xfrm>
          <a:off x="335902" y="2053942"/>
          <a:ext cx="11523301" cy="276065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418253">
                  <a:extLst>
                    <a:ext uri="{9D8B030D-6E8A-4147-A177-3AD203B41FA5}">
                      <a16:colId xmlns:a16="http://schemas.microsoft.com/office/drawing/2014/main" val="194402532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674541518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30847418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158571759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9277886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09060572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443708424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5792833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256955813"/>
                    </a:ext>
                  </a:extLst>
                </a:gridCol>
              </a:tblGrid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Denary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29780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Binary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31689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049230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Nibble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635962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Hexadecimal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B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02657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E623076E-8CA6-4D12-A75A-96D2362256A1}"/>
              </a:ext>
            </a:extLst>
          </p:cNvPr>
          <p:cNvSpPr/>
          <p:nvPr/>
        </p:nvSpPr>
        <p:spPr>
          <a:xfrm>
            <a:off x="235641" y="532505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Converting between denary and 2-digit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969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12D8837-0FBE-4464-93C1-CCE70D58D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279825"/>
              </p:ext>
            </p:extLst>
          </p:nvPr>
        </p:nvGraphicFramePr>
        <p:xfrm>
          <a:off x="335902" y="2053942"/>
          <a:ext cx="11523301" cy="276065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418253">
                  <a:extLst>
                    <a:ext uri="{9D8B030D-6E8A-4147-A177-3AD203B41FA5}">
                      <a16:colId xmlns:a16="http://schemas.microsoft.com/office/drawing/2014/main" val="194402532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674541518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30847418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158571759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9277886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09060572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443708424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5792833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256955813"/>
                    </a:ext>
                  </a:extLst>
                </a:gridCol>
              </a:tblGrid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Denary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29780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Binary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31689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049230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Nibble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635962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Hexadecimal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A = 10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B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02657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5891CF1F-D71F-4BFE-999F-130D043042DC}"/>
              </a:ext>
            </a:extLst>
          </p:cNvPr>
          <p:cNvSpPr/>
          <p:nvPr/>
        </p:nvSpPr>
        <p:spPr>
          <a:xfrm>
            <a:off x="235641" y="532505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Converting between denary and 2-digit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24413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12D8837-0FBE-4464-93C1-CCE70D58D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05336"/>
              </p:ext>
            </p:extLst>
          </p:nvPr>
        </p:nvGraphicFramePr>
        <p:xfrm>
          <a:off x="335902" y="2053942"/>
          <a:ext cx="11523301" cy="276065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418253">
                  <a:extLst>
                    <a:ext uri="{9D8B030D-6E8A-4147-A177-3AD203B41FA5}">
                      <a16:colId xmlns:a16="http://schemas.microsoft.com/office/drawing/2014/main" val="194402532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674541518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30847418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158571759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9277886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09060572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443708424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5792833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256955813"/>
                    </a:ext>
                  </a:extLst>
                </a:gridCol>
              </a:tblGrid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Denary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29780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Binary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31689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049230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Nibble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635962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Hexadecimal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B = 11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026578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F3E9C510-A211-4C9E-8C8D-2974F2CC706F}"/>
              </a:ext>
            </a:extLst>
          </p:cNvPr>
          <p:cNvSpPr/>
          <p:nvPr/>
        </p:nvSpPr>
        <p:spPr>
          <a:xfrm>
            <a:off x="235641" y="532505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Converting between denary and 2-digit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5070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D6E9B48-C719-496C-90CF-93D0ACE2C28A}"/>
              </a:ext>
            </a:extLst>
          </p:cNvPr>
          <p:cNvSpPr/>
          <p:nvPr/>
        </p:nvSpPr>
        <p:spPr>
          <a:xfrm>
            <a:off x="1290000" y="523174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Converting between denary and 2-digit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12D8837-0FBE-4464-93C1-CCE70D58D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58314"/>
              </p:ext>
            </p:extLst>
          </p:nvPr>
        </p:nvGraphicFramePr>
        <p:xfrm>
          <a:off x="335902" y="2053942"/>
          <a:ext cx="11523301" cy="276065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418253">
                  <a:extLst>
                    <a:ext uri="{9D8B030D-6E8A-4147-A177-3AD203B41FA5}">
                      <a16:colId xmlns:a16="http://schemas.microsoft.com/office/drawing/2014/main" val="194402532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674541518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30847418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158571759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9277886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09060572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443708424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5792833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256955813"/>
                    </a:ext>
                  </a:extLst>
                </a:gridCol>
              </a:tblGrid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Denary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l"/>
                      <a:r>
                        <a:rPr lang="en-GB" sz="2400" dirty="0"/>
                        <a:t>128 + 32 + 8 + 2 + 1 = 171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29780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Binary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1689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049230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Nibble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635962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Hexadecimal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B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026578"/>
                  </a:ext>
                </a:extLst>
              </a:tr>
            </a:tbl>
          </a:graphicData>
        </a:graphic>
      </p:graphicFrame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81C68F76-29A8-424E-BAAC-DF7F2834F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01432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12D8837-0FBE-4464-93C1-CCE70D58D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187328"/>
              </p:ext>
            </p:extLst>
          </p:nvPr>
        </p:nvGraphicFramePr>
        <p:xfrm>
          <a:off x="335902" y="2053942"/>
          <a:ext cx="11523301" cy="276065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418253">
                  <a:extLst>
                    <a:ext uri="{9D8B030D-6E8A-4147-A177-3AD203B41FA5}">
                      <a16:colId xmlns:a16="http://schemas.microsoft.com/office/drawing/2014/main" val="194402532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674541518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30847418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158571759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9277886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09060572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443708424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5792833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256955813"/>
                    </a:ext>
                  </a:extLst>
                </a:gridCol>
              </a:tblGrid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Denary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29780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Binary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31689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049230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Nibble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635962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Hexadecimal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3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02657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7D4ABF4-3491-4AA6-BFA7-A51A6C71AAE7}"/>
              </a:ext>
            </a:extLst>
          </p:cNvPr>
          <p:cNvSpPr/>
          <p:nvPr/>
        </p:nvSpPr>
        <p:spPr>
          <a:xfrm>
            <a:off x="235641" y="532505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Converting between denary and 2-digit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6090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12D8837-0FBE-4464-93C1-CCE70D58D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939438"/>
              </p:ext>
            </p:extLst>
          </p:nvPr>
        </p:nvGraphicFramePr>
        <p:xfrm>
          <a:off x="335902" y="2053942"/>
          <a:ext cx="11523301" cy="276065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418253">
                  <a:extLst>
                    <a:ext uri="{9D8B030D-6E8A-4147-A177-3AD203B41FA5}">
                      <a16:colId xmlns:a16="http://schemas.microsoft.com/office/drawing/2014/main" val="194402532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674541518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30847418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158571759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9277886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09060572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443708424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5792833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256955813"/>
                    </a:ext>
                  </a:extLst>
                </a:gridCol>
              </a:tblGrid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Denary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29780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Binary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31689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049230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Nibble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635962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Hexadecimal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3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02657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5CBBEA63-F83F-4EE9-8994-7A00225CD538}"/>
              </a:ext>
            </a:extLst>
          </p:cNvPr>
          <p:cNvSpPr/>
          <p:nvPr/>
        </p:nvSpPr>
        <p:spPr>
          <a:xfrm>
            <a:off x="235641" y="532505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Converting between denary and 2-digit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4186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D6E9B48-C719-496C-90CF-93D0ACE2C28A}"/>
              </a:ext>
            </a:extLst>
          </p:cNvPr>
          <p:cNvSpPr/>
          <p:nvPr/>
        </p:nvSpPr>
        <p:spPr>
          <a:xfrm>
            <a:off x="1290000" y="523174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Converting between denary and 2-digit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12D8837-0FBE-4464-93C1-CCE70D58D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031547"/>
              </p:ext>
            </p:extLst>
          </p:nvPr>
        </p:nvGraphicFramePr>
        <p:xfrm>
          <a:off x="335902" y="2053942"/>
          <a:ext cx="11523301" cy="276065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418253">
                  <a:extLst>
                    <a:ext uri="{9D8B030D-6E8A-4147-A177-3AD203B41FA5}">
                      <a16:colId xmlns:a16="http://schemas.microsoft.com/office/drawing/2014/main" val="194402532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674541518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30847418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158571759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9277886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09060572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443708424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5792833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256955813"/>
                    </a:ext>
                  </a:extLst>
                </a:gridCol>
              </a:tblGrid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Denary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l"/>
                      <a:r>
                        <a:rPr lang="en-GB" sz="2400" dirty="0"/>
                        <a:t>32 + 16 + 4 + 2 = 54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29780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Binary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31689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049230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Nibble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635962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Hexadecimal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3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026578"/>
                  </a:ext>
                </a:extLst>
              </a:tr>
            </a:tbl>
          </a:graphicData>
        </a:graphic>
      </p:graphicFrame>
      <p:pic>
        <p:nvPicPr>
          <p:cNvPr id="6" name="Picture 2" descr="make_notes">
            <a:extLst>
              <a:ext uri="{FF2B5EF4-FFF2-40B4-BE49-F238E27FC236}">
                <a16:creationId xmlns:a16="http://schemas.microsoft.com/office/drawing/2014/main" id="{FB7CC33D-3AFE-4D75-97AC-1C7148FC1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3429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12D8837-0FBE-4464-93C1-CCE70D58D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909068"/>
              </p:ext>
            </p:extLst>
          </p:nvPr>
        </p:nvGraphicFramePr>
        <p:xfrm>
          <a:off x="335902" y="2053942"/>
          <a:ext cx="11523301" cy="276065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418253">
                  <a:extLst>
                    <a:ext uri="{9D8B030D-6E8A-4147-A177-3AD203B41FA5}">
                      <a16:colId xmlns:a16="http://schemas.microsoft.com/office/drawing/2014/main" val="194402532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674541518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30847418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158571759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9277886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09060572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443708424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5792833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256955813"/>
                    </a:ext>
                  </a:extLst>
                </a:gridCol>
              </a:tblGrid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Denary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29780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Binary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31689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049230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Nibble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635962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Hexadecimal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7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F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02657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21107B56-3EBB-443C-B8B8-DC4C854D53D1}"/>
              </a:ext>
            </a:extLst>
          </p:cNvPr>
          <p:cNvSpPr/>
          <p:nvPr/>
        </p:nvSpPr>
        <p:spPr>
          <a:xfrm>
            <a:off x="235641" y="532505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Converting between denary and 2-digit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5570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12D8837-0FBE-4464-93C1-CCE70D58D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357154"/>
              </p:ext>
            </p:extLst>
          </p:nvPr>
        </p:nvGraphicFramePr>
        <p:xfrm>
          <a:off x="335902" y="2053942"/>
          <a:ext cx="11523301" cy="276065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418253">
                  <a:extLst>
                    <a:ext uri="{9D8B030D-6E8A-4147-A177-3AD203B41FA5}">
                      <a16:colId xmlns:a16="http://schemas.microsoft.com/office/drawing/2014/main" val="194402532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674541518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30847418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158571759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9277886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09060572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443708424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5792833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256955813"/>
                    </a:ext>
                  </a:extLst>
                </a:gridCol>
              </a:tblGrid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Denary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29780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Binary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31689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049230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Nibble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635962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Hexadecimal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7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F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02657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D6C69149-422E-4674-A912-6F846B80F0A5}"/>
              </a:ext>
            </a:extLst>
          </p:cNvPr>
          <p:cNvSpPr/>
          <p:nvPr/>
        </p:nvSpPr>
        <p:spPr>
          <a:xfrm>
            <a:off x="235641" y="532505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Converting between denary and 2-digit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8520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D6E9B48-C719-496C-90CF-93D0ACE2C28A}"/>
              </a:ext>
            </a:extLst>
          </p:cNvPr>
          <p:cNvSpPr/>
          <p:nvPr/>
        </p:nvSpPr>
        <p:spPr>
          <a:xfrm>
            <a:off x="1290000" y="523174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Converting between denary and 2-digit hexadecimal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12D8837-0FBE-4464-93C1-CCE70D58D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64145"/>
              </p:ext>
            </p:extLst>
          </p:nvPr>
        </p:nvGraphicFramePr>
        <p:xfrm>
          <a:off x="335902" y="2053942"/>
          <a:ext cx="11523301" cy="276065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418253">
                  <a:extLst>
                    <a:ext uri="{9D8B030D-6E8A-4147-A177-3AD203B41FA5}">
                      <a16:colId xmlns:a16="http://schemas.microsoft.com/office/drawing/2014/main" val="194402532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674541518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30847418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1585717596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9277886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090605725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3443708424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57928332"/>
                    </a:ext>
                  </a:extLst>
                </a:gridCol>
                <a:gridCol w="1263131">
                  <a:extLst>
                    <a:ext uri="{9D8B030D-6E8A-4147-A177-3AD203B41FA5}">
                      <a16:colId xmlns:a16="http://schemas.microsoft.com/office/drawing/2014/main" val="2256955813"/>
                    </a:ext>
                  </a:extLst>
                </a:gridCol>
              </a:tblGrid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Denary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l"/>
                      <a:r>
                        <a:rPr lang="en-GB" sz="2400" dirty="0"/>
                        <a:t>64 + 32 + 16 + 8 + 4 + 2 + 1 = 127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29780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Binary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16895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049230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Nibble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635962"/>
                  </a:ext>
                </a:extLst>
              </a:tr>
              <a:tr h="552131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Hexadecimal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7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F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026578"/>
                  </a:ext>
                </a:extLst>
              </a:tr>
            </a:tbl>
          </a:graphicData>
        </a:graphic>
      </p:graphicFrame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00402330-44FE-44BE-BF24-7A042F657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18981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</TotalTime>
  <Words>1312</Words>
  <Application>Microsoft Office PowerPoint</Application>
  <PresentationFormat>Widescreen</PresentationFormat>
  <Paragraphs>1120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70</cp:revision>
  <dcterms:created xsi:type="dcterms:W3CDTF">2019-10-14T15:21:06Z</dcterms:created>
  <dcterms:modified xsi:type="dcterms:W3CDTF">2022-05-12T13:22:49Z</dcterms:modified>
</cp:coreProperties>
</file>