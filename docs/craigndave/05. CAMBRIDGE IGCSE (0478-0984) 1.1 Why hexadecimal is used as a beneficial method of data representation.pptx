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93" r:id="rId3"/>
    <p:sldId id="290" r:id="rId4"/>
    <p:sldId id="291" r:id="rId5"/>
    <p:sldId id="292" r:id="rId6"/>
    <p:sldId id="259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5747D-4F09-4D59-8F01-5DD69D06A4F9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8F0A079F-FD60-44DA-A045-696BEBC46769}">
      <dgm:prSet phldrT="[Text]"/>
      <dgm:spPr>
        <a:solidFill>
          <a:schemeClr val="accent4"/>
        </a:solidFill>
      </dgm:spPr>
      <dgm:t>
        <a:bodyPr/>
        <a:lstStyle/>
        <a:p>
          <a:r>
            <a:rPr lang="en-GB" dirty="0"/>
            <a:t>Base number systems for IGCSE</a:t>
          </a:r>
        </a:p>
      </dgm:t>
    </dgm:pt>
    <dgm:pt modelId="{A877F8DE-DC29-4B54-A8DE-2E114CEC986F}" type="parTrans" cxnId="{DD9E4192-677E-40E8-944D-C6A13F2996AB}">
      <dgm:prSet/>
      <dgm:spPr/>
      <dgm:t>
        <a:bodyPr/>
        <a:lstStyle/>
        <a:p>
          <a:endParaRPr lang="en-GB"/>
        </a:p>
      </dgm:t>
    </dgm:pt>
    <dgm:pt modelId="{E27CCF54-58BD-4F90-B85D-6B6DB6B0851A}" type="sibTrans" cxnId="{DD9E4192-677E-40E8-944D-C6A13F2996AB}">
      <dgm:prSet/>
      <dgm:spPr/>
      <dgm:t>
        <a:bodyPr/>
        <a:lstStyle/>
        <a:p>
          <a:endParaRPr lang="en-GB"/>
        </a:p>
      </dgm:t>
    </dgm:pt>
    <dgm:pt modelId="{45DFCEFE-1D96-4E76-9EDD-E742C3AA38AC}">
      <dgm:prSet phldrT="[Text]"/>
      <dgm:spPr/>
      <dgm:t>
        <a:bodyPr/>
        <a:lstStyle/>
        <a:p>
          <a:r>
            <a:rPr lang="en-GB" dirty="0"/>
            <a:t>Base 2:      Binary</a:t>
          </a:r>
        </a:p>
      </dgm:t>
    </dgm:pt>
    <dgm:pt modelId="{E36E8F42-D1FC-4D6B-99BA-5330AC37A38B}" type="parTrans" cxnId="{6704FF98-4766-4F3B-A428-68E74EDE44FB}">
      <dgm:prSet/>
      <dgm:spPr/>
      <dgm:t>
        <a:bodyPr/>
        <a:lstStyle/>
        <a:p>
          <a:endParaRPr lang="en-GB"/>
        </a:p>
      </dgm:t>
    </dgm:pt>
    <dgm:pt modelId="{0A179C26-BE5E-44D3-8813-02C689D50B0E}" type="sibTrans" cxnId="{6704FF98-4766-4F3B-A428-68E74EDE44FB}">
      <dgm:prSet/>
      <dgm:spPr/>
      <dgm:t>
        <a:bodyPr/>
        <a:lstStyle/>
        <a:p>
          <a:endParaRPr lang="en-GB"/>
        </a:p>
      </dgm:t>
    </dgm:pt>
    <dgm:pt modelId="{6D8764CC-CFAB-4BD3-95EC-5D188AFFF264}">
      <dgm:prSet phldrT="[Text]"/>
      <dgm:spPr/>
      <dgm:t>
        <a:bodyPr/>
        <a:lstStyle/>
        <a:p>
          <a:r>
            <a:rPr lang="en-GB" dirty="0"/>
            <a:t>Base 10:  Denary</a:t>
          </a:r>
        </a:p>
      </dgm:t>
    </dgm:pt>
    <dgm:pt modelId="{C396F1EF-77DB-4544-BD88-60B452D11F54}" type="parTrans" cxnId="{7A808F58-A507-48AF-854C-098D5E11DFDB}">
      <dgm:prSet/>
      <dgm:spPr/>
      <dgm:t>
        <a:bodyPr/>
        <a:lstStyle/>
        <a:p>
          <a:endParaRPr lang="en-GB"/>
        </a:p>
      </dgm:t>
    </dgm:pt>
    <dgm:pt modelId="{E8BF59AD-599E-48DD-BA7F-18A839244581}" type="sibTrans" cxnId="{7A808F58-A507-48AF-854C-098D5E11DFDB}">
      <dgm:prSet/>
      <dgm:spPr/>
      <dgm:t>
        <a:bodyPr/>
        <a:lstStyle/>
        <a:p>
          <a:endParaRPr lang="en-GB"/>
        </a:p>
      </dgm:t>
    </dgm:pt>
    <dgm:pt modelId="{7F735BD2-F889-477A-A9DA-40975C410DA0}">
      <dgm:prSet phldrT="[Text]"/>
      <dgm:spPr/>
      <dgm:t>
        <a:bodyPr/>
        <a:lstStyle/>
        <a:p>
          <a:r>
            <a:rPr lang="en-GB" dirty="0"/>
            <a:t>Base 16: Hexadecimal</a:t>
          </a:r>
        </a:p>
      </dgm:t>
    </dgm:pt>
    <dgm:pt modelId="{E8B2CBE4-6401-4E28-B5AD-DC4A450A1368}" type="parTrans" cxnId="{FDFEF26F-2C09-44F2-A098-AE3A12D16949}">
      <dgm:prSet/>
      <dgm:spPr/>
      <dgm:t>
        <a:bodyPr/>
        <a:lstStyle/>
        <a:p>
          <a:endParaRPr lang="en-GB"/>
        </a:p>
      </dgm:t>
    </dgm:pt>
    <dgm:pt modelId="{499E99EB-C23E-4498-8AA0-8E216BD5CDB3}" type="sibTrans" cxnId="{FDFEF26F-2C09-44F2-A098-AE3A12D16949}">
      <dgm:prSet/>
      <dgm:spPr/>
      <dgm:t>
        <a:bodyPr/>
        <a:lstStyle/>
        <a:p>
          <a:endParaRPr lang="en-GB"/>
        </a:p>
      </dgm:t>
    </dgm:pt>
    <dgm:pt modelId="{0663A228-4CD5-49A6-BDF0-7655C9D8FD97}" type="pres">
      <dgm:prSet presAssocID="{9905747D-4F09-4D59-8F01-5DD69D06A4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9CC0FB0-6ACC-492F-8F49-BF66A6437ECC}" type="pres">
      <dgm:prSet presAssocID="{8F0A079F-FD60-44DA-A045-696BEBC46769}" presName="hierRoot1" presStyleCnt="0">
        <dgm:presLayoutVars>
          <dgm:hierBranch val="init"/>
        </dgm:presLayoutVars>
      </dgm:prSet>
      <dgm:spPr/>
    </dgm:pt>
    <dgm:pt modelId="{98BF3153-93FA-4516-B542-A5989A11E0EE}" type="pres">
      <dgm:prSet presAssocID="{8F0A079F-FD60-44DA-A045-696BEBC46769}" presName="rootComposite1" presStyleCnt="0"/>
      <dgm:spPr/>
    </dgm:pt>
    <dgm:pt modelId="{A17B287A-CEC6-4B4C-BE29-D55C8AC19296}" type="pres">
      <dgm:prSet presAssocID="{8F0A079F-FD60-44DA-A045-696BEBC46769}" presName="rootText1" presStyleLbl="node0" presStyleIdx="0" presStyleCnt="1">
        <dgm:presLayoutVars>
          <dgm:chPref val="3"/>
        </dgm:presLayoutVars>
      </dgm:prSet>
      <dgm:spPr/>
    </dgm:pt>
    <dgm:pt modelId="{90BF08D6-5E38-44C9-AD82-63DAE09A4906}" type="pres">
      <dgm:prSet presAssocID="{8F0A079F-FD60-44DA-A045-696BEBC46769}" presName="rootConnector1" presStyleLbl="node1" presStyleIdx="0" presStyleCnt="0"/>
      <dgm:spPr/>
    </dgm:pt>
    <dgm:pt modelId="{7E17C747-EDBB-4BE9-B420-B9397614647C}" type="pres">
      <dgm:prSet presAssocID="{8F0A079F-FD60-44DA-A045-696BEBC46769}" presName="hierChild2" presStyleCnt="0"/>
      <dgm:spPr/>
    </dgm:pt>
    <dgm:pt modelId="{08844011-1278-4683-ABB3-60511A427D4D}" type="pres">
      <dgm:prSet presAssocID="{E36E8F42-D1FC-4D6B-99BA-5330AC37A38B}" presName="Name37" presStyleLbl="parChTrans1D2" presStyleIdx="0" presStyleCnt="3"/>
      <dgm:spPr/>
    </dgm:pt>
    <dgm:pt modelId="{FABE219F-843F-4A37-80AF-05D90DC8D2D8}" type="pres">
      <dgm:prSet presAssocID="{45DFCEFE-1D96-4E76-9EDD-E742C3AA38AC}" presName="hierRoot2" presStyleCnt="0">
        <dgm:presLayoutVars>
          <dgm:hierBranch val="init"/>
        </dgm:presLayoutVars>
      </dgm:prSet>
      <dgm:spPr/>
    </dgm:pt>
    <dgm:pt modelId="{C46207A3-EAC9-449F-AC8D-169D95BD7002}" type="pres">
      <dgm:prSet presAssocID="{45DFCEFE-1D96-4E76-9EDD-E742C3AA38AC}" presName="rootComposite" presStyleCnt="0"/>
      <dgm:spPr/>
    </dgm:pt>
    <dgm:pt modelId="{D7AF7893-FAD9-40E2-97B0-55338BEB705C}" type="pres">
      <dgm:prSet presAssocID="{45DFCEFE-1D96-4E76-9EDD-E742C3AA38AC}" presName="rootText" presStyleLbl="node2" presStyleIdx="0" presStyleCnt="3">
        <dgm:presLayoutVars>
          <dgm:chPref val="3"/>
        </dgm:presLayoutVars>
      </dgm:prSet>
      <dgm:spPr/>
    </dgm:pt>
    <dgm:pt modelId="{E2998C89-70EA-4E92-BE36-1EF267141A7A}" type="pres">
      <dgm:prSet presAssocID="{45DFCEFE-1D96-4E76-9EDD-E742C3AA38AC}" presName="rootConnector" presStyleLbl="node2" presStyleIdx="0" presStyleCnt="3"/>
      <dgm:spPr/>
    </dgm:pt>
    <dgm:pt modelId="{A33AC2DE-682A-4C24-9C3A-0C636BB50DE1}" type="pres">
      <dgm:prSet presAssocID="{45DFCEFE-1D96-4E76-9EDD-E742C3AA38AC}" presName="hierChild4" presStyleCnt="0"/>
      <dgm:spPr/>
    </dgm:pt>
    <dgm:pt modelId="{829E46C9-7CA6-4331-B4A5-21A325D5610D}" type="pres">
      <dgm:prSet presAssocID="{45DFCEFE-1D96-4E76-9EDD-E742C3AA38AC}" presName="hierChild5" presStyleCnt="0"/>
      <dgm:spPr/>
    </dgm:pt>
    <dgm:pt modelId="{BB97DF2E-31E3-4CAE-A4C0-8AB20C68E626}" type="pres">
      <dgm:prSet presAssocID="{C396F1EF-77DB-4544-BD88-60B452D11F54}" presName="Name37" presStyleLbl="parChTrans1D2" presStyleIdx="1" presStyleCnt="3"/>
      <dgm:spPr/>
    </dgm:pt>
    <dgm:pt modelId="{19664EDB-F099-44BB-9530-580637490164}" type="pres">
      <dgm:prSet presAssocID="{6D8764CC-CFAB-4BD3-95EC-5D188AFFF264}" presName="hierRoot2" presStyleCnt="0">
        <dgm:presLayoutVars>
          <dgm:hierBranch val="init"/>
        </dgm:presLayoutVars>
      </dgm:prSet>
      <dgm:spPr/>
    </dgm:pt>
    <dgm:pt modelId="{64CFF446-2C06-4F61-9313-AD4DF1EF863D}" type="pres">
      <dgm:prSet presAssocID="{6D8764CC-CFAB-4BD3-95EC-5D188AFFF264}" presName="rootComposite" presStyleCnt="0"/>
      <dgm:spPr/>
    </dgm:pt>
    <dgm:pt modelId="{9053595A-E151-4805-99BF-B27DC107B9EA}" type="pres">
      <dgm:prSet presAssocID="{6D8764CC-CFAB-4BD3-95EC-5D188AFFF264}" presName="rootText" presStyleLbl="node2" presStyleIdx="1" presStyleCnt="3">
        <dgm:presLayoutVars>
          <dgm:chPref val="3"/>
        </dgm:presLayoutVars>
      </dgm:prSet>
      <dgm:spPr/>
    </dgm:pt>
    <dgm:pt modelId="{38C0D8AC-85AC-4338-87DF-9AE4D441C71A}" type="pres">
      <dgm:prSet presAssocID="{6D8764CC-CFAB-4BD3-95EC-5D188AFFF264}" presName="rootConnector" presStyleLbl="node2" presStyleIdx="1" presStyleCnt="3"/>
      <dgm:spPr/>
    </dgm:pt>
    <dgm:pt modelId="{E1826DDA-848C-4426-870F-60E166F7D193}" type="pres">
      <dgm:prSet presAssocID="{6D8764CC-CFAB-4BD3-95EC-5D188AFFF264}" presName="hierChild4" presStyleCnt="0"/>
      <dgm:spPr/>
    </dgm:pt>
    <dgm:pt modelId="{CAED1617-38EB-4493-82D4-49E840EBD34E}" type="pres">
      <dgm:prSet presAssocID="{6D8764CC-CFAB-4BD3-95EC-5D188AFFF264}" presName="hierChild5" presStyleCnt="0"/>
      <dgm:spPr/>
    </dgm:pt>
    <dgm:pt modelId="{BDC3702B-EEED-4C18-BD0C-576583F1E0B2}" type="pres">
      <dgm:prSet presAssocID="{E8B2CBE4-6401-4E28-B5AD-DC4A450A1368}" presName="Name37" presStyleLbl="parChTrans1D2" presStyleIdx="2" presStyleCnt="3"/>
      <dgm:spPr/>
    </dgm:pt>
    <dgm:pt modelId="{7F53C197-9288-4EAD-A6F0-FA3A720F5DB8}" type="pres">
      <dgm:prSet presAssocID="{7F735BD2-F889-477A-A9DA-40975C410DA0}" presName="hierRoot2" presStyleCnt="0">
        <dgm:presLayoutVars>
          <dgm:hierBranch val="init"/>
        </dgm:presLayoutVars>
      </dgm:prSet>
      <dgm:spPr/>
    </dgm:pt>
    <dgm:pt modelId="{538F94D3-7554-41A7-B2B6-3CE04A66802B}" type="pres">
      <dgm:prSet presAssocID="{7F735BD2-F889-477A-A9DA-40975C410DA0}" presName="rootComposite" presStyleCnt="0"/>
      <dgm:spPr/>
    </dgm:pt>
    <dgm:pt modelId="{FB4B5FE0-E372-4165-BD6B-9EDE8FA8E635}" type="pres">
      <dgm:prSet presAssocID="{7F735BD2-F889-477A-A9DA-40975C410DA0}" presName="rootText" presStyleLbl="node2" presStyleIdx="2" presStyleCnt="3">
        <dgm:presLayoutVars>
          <dgm:chPref val="3"/>
        </dgm:presLayoutVars>
      </dgm:prSet>
      <dgm:spPr/>
    </dgm:pt>
    <dgm:pt modelId="{203F8118-BD2F-48AD-A6DD-DAE1A9CF26D6}" type="pres">
      <dgm:prSet presAssocID="{7F735BD2-F889-477A-A9DA-40975C410DA0}" presName="rootConnector" presStyleLbl="node2" presStyleIdx="2" presStyleCnt="3"/>
      <dgm:spPr/>
    </dgm:pt>
    <dgm:pt modelId="{83F784A8-60A2-43EF-95AE-92E0FA28BCF0}" type="pres">
      <dgm:prSet presAssocID="{7F735BD2-F889-477A-A9DA-40975C410DA0}" presName="hierChild4" presStyleCnt="0"/>
      <dgm:spPr/>
    </dgm:pt>
    <dgm:pt modelId="{DDF20F99-72BB-4F4E-B839-1B4CA7E30ADF}" type="pres">
      <dgm:prSet presAssocID="{7F735BD2-F889-477A-A9DA-40975C410DA0}" presName="hierChild5" presStyleCnt="0"/>
      <dgm:spPr/>
    </dgm:pt>
    <dgm:pt modelId="{E955886A-700C-44BB-BB70-30951DAE99FF}" type="pres">
      <dgm:prSet presAssocID="{8F0A079F-FD60-44DA-A045-696BEBC46769}" presName="hierChild3" presStyleCnt="0"/>
      <dgm:spPr/>
    </dgm:pt>
  </dgm:ptLst>
  <dgm:cxnLst>
    <dgm:cxn modelId="{573F021B-1CF6-4CC2-A207-6496218934CF}" type="presOf" srcId="{6D8764CC-CFAB-4BD3-95EC-5D188AFFF264}" destId="{38C0D8AC-85AC-4338-87DF-9AE4D441C71A}" srcOrd="1" destOrd="0" presId="urn:microsoft.com/office/officeart/2005/8/layout/orgChart1"/>
    <dgm:cxn modelId="{1A421726-285F-4D2D-8451-CEDACAA5C2AD}" type="presOf" srcId="{E36E8F42-D1FC-4D6B-99BA-5330AC37A38B}" destId="{08844011-1278-4683-ABB3-60511A427D4D}" srcOrd="0" destOrd="0" presId="urn:microsoft.com/office/officeart/2005/8/layout/orgChart1"/>
    <dgm:cxn modelId="{06A9FB62-9E1E-4DFD-ABA4-5EE16E6A95D7}" type="presOf" srcId="{45DFCEFE-1D96-4E76-9EDD-E742C3AA38AC}" destId="{E2998C89-70EA-4E92-BE36-1EF267141A7A}" srcOrd="1" destOrd="0" presId="urn:microsoft.com/office/officeart/2005/8/layout/orgChart1"/>
    <dgm:cxn modelId="{FDFEF26F-2C09-44F2-A098-AE3A12D16949}" srcId="{8F0A079F-FD60-44DA-A045-696BEBC46769}" destId="{7F735BD2-F889-477A-A9DA-40975C410DA0}" srcOrd="2" destOrd="0" parTransId="{E8B2CBE4-6401-4E28-B5AD-DC4A450A1368}" sibTransId="{499E99EB-C23E-4498-8AA0-8E216BD5CDB3}"/>
    <dgm:cxn modelId="{93184E53-A7EE-499A-BF23-89B9DA003891}" type="presOf" srcId="{45DFCEFE-1D96-4E76-9EDD-E742C3AA38AC}" destId="{D7AF7893-FAD9-40E2-97B0-55338BEB705C}" srcOrd="0" destOrd="0" presId="urn:microsoft.com/office/officeart/2005/8/layout/orgChart1"/>
    <dgm:cxn modelId="{5A0ED277-C427-4A85-B723-00433F4A9013}" type="presOf" srcId="{8F0A079F-FD60-44DA-A045-696BEBC46769}" destId="{90BF08D6-5E38-44C9-AD82-63DAE09A4906}" srcOrd="1" destOrd="0" presId="urn:microsoft.com/office/officeart/2005/8/layout/orgChart1"/>
    <dgm:cxn modelId="{7A808F58-A507-48AF-854C-098D5E11DFDB}" srcId="{8F0A079F-FD60-44DA-A045-696BEBC46769}" destId="{6D8764CC-CFAB-4BD3-95EC-5D188AFFF264}" srcOrd="1" destOrd="0" parTransId="{C396F1EF-77DB-4544-BD88-60B452D11F54}" sibTransId="{E8BF59AD-599E-48DD-BA7F-18A839244581}"/>
    <dgm:cxn modelId="{0BC0697D-87DF-4D2F-89C2-CDA45DB1C18A}" type="presOf" srcId="{C396F1EF-77DB-4544-BD88-60B452D11F54}" destId="{BB97DF2E-31E3-4CAE-A4C0-8AB20C68E626}" srcOrd="0" destOrd="0" presId="urn:microsoft.com/office/officeart/2005/8/layout/orgChart1"/>
    <dgm:cxn modelId="{DD9E4192-677E-40E8-944D-C6A13F2996AB}" srcId="{9905747D-4F09-4D59-8F01-5DD69D06A4F9}" destId="{8F0A079F-FD60-44DA-A045-696BEBC46769}" srcOrd="0" destOrd="0" parTransId="{A877F8DE-DC29-4B54-A8DE-2E114CEC986F}" sibTransId="{E27CCF54-58BD-4F90-B85D-6B6DB6B0851A}"/>
    <dgm:cxn modelId="{6704FF98-4766-4F3B-A428-68E74EDE44FB}" srcId="{8F0A079F-FD60-44DA-A045-696BEBC46769}" destId="{45DFCEFE-1D96-4E76-9EDD-E742C3AA38AC}" srcOrd="0" destOrd="0" parTransId="{E36E8F42-D1FC-4D6B-99BA-5330AC37A38B}" sibTransId="{0A179C26-BE5E-44D3-8813-02C689D50B0E}"/>
    <dgm:cxn modelId="{6B02D1A5-37A1-4249-9603-7DEB282B632A}" type="presOf" srcId="{7F735BD2-F889-477A-A9DA-40975C410DA0}" destId="{203F8118-BD2F-48AD-A6DD-DAE1A9CF26D6}" srcOrd="1" destOrd="0" presId="urn:microsoft.com/office/officeart/2005/8/layout/orgChart1"/>
    <dgm:cxn modelId="{76538DB8-43FA-42A6-B657-CBC28BC26D2A}" type="presOf" srcId="{7F735BD2-F889-477A-A9DA-40975C410DA0}" destId="{FB4B5FE0-E372-4165-BD6B-9EDE8FA8E635}" srcOrd="0" destOrd="0" presId="urn:microsoft.com/office/officeart/2005/8/layout/orgChart1"/>
    <dgm:cxn modelId="{1986E9C6-E905-4136-BC9E-9CC15313D753}" type="presOf" srcId="{9905747D-4F09-4D59-8F01-5DD69D06A4F9}" destId="{0663A228-4CD5-49A6-BDF0-7655C9D8FD97}" srcOrd="0" destOrd="0" presId="urn:microsoft.com/office/officeart/2005/8/layout/orgChart1"/>
    <dgm:cxn modelId="{F06175CE-AD24-4597-867A-435F5358BE35}" type="presOf" srcId="{8F0A079F-FD60-44DA-A045-696BEBC46769}" destId="{A17B287A-CEC6-4B4C-BE29-D55C8AC19296}" srcOrd="0" destOrd="0" presId="urn:microsoft.com/office/officeart/2005/8/layout/orgChart1"/>
    <dgm:cxn modelId="{F29513D3-2188-46BB-B003-16706B4E41F3}" type="presOf" srcId="{6D8764CC-CFAB-4BD3-95EC-5D188AFFF264}" destId="{9053595A-E151-4805-99BF-B27DC107B9EA}" srcOrd="0" destOrd="0" presId="urn:microsoft.com/office/officeart/2005/8/layout/orgChart1"/>
    <dgm:cxn modelId="{CF3458D8-BEF7-44EF-875D-E90F062BDCE4}" type="presOf" srcId="{E8B2CBE4-6401-4E28-B5AD-DC4A450A1368}" destId="{BDC3702B-EEED-4C18-BD0C-576583F1E0B2}" srcOrd="0" destOrd="0" presId="urn:microsoft.com/office/officeart/2005/8/layout/orgChart1"/>
    <dgm:cxn modelId="{4D165733-CF15-4556-8FC2-F5A97E5EEA90}" type="presParOf" srcId="{0663A228-4CD5-49A6-BDF0-7655C9D8FD97}" destId="{89CC0FB0-6ACC-492F-8F49-BF66A6437ECC}" srcOrd="0" destOrd="0" presId="urn:microsoft.com/office/officeart/2005/8/layout/orgChart1"/>
    <dgm:cxn modelId="{EB889076-0365-4523-9E77-AB8BE3B7301D}" type="presParOf" srcId="{89CC0FB0-6ACC-492F-8F49-BF66A6437ECC}" destId="{98BF3153-93FA-4516-B542-A5989A11E0EE}" srcOrd="0" destOrd="0" presId="urn:microsoft.com/office/officeart/2005/8/layout/orgChart1"/>
    <dgm:cxn modelId="{C88420DA-F1F4-4600-AE90-CA6DE3099B53}" type="presParOf" srcId="{98BF3153-93FA-4516-B542-A5989A11E0EE}" destId="{A17B287A-CEC6-4B4C-BE29-D55C8AC19296}" srcOrd="0" destOrd="0" presId="urn:microsoft.com/office/officeart/2005/8/layout/orgChart1"/>
    <dgm:cxn modelId="{352BD605-AE83-493C-84D6-82587BB2B4AB}" type="presParOf" srcId="{98BF3153-93FA-4516-B542-A5989A11E0EE}" destId="{90BF08D6-5E38-44C9-AD82-63DAE09A4906}" srcOrd="1" destOrd="0" presId="urn:microsoft.com/office/officeart/2005/8/layout/orgChart1"/>
    <dgm:cxn modelId="{ED137992-87C4-41E6-A20D-1CAF694CB90A}" type="presParOf" srcId="{89CC0FB0-6ACC-492F-8F49-BF66A6437ECC}" destId="{7E17C747-EDBB-4BE9-B420-B9397614647C}" srcOrd="1" destOrd="0" presId="urn:microsoft.com/office/officeart/2005/8/layout/orgChart1"/>
    <dgm:cxn modelId="{D6C562DC-13A7-4D5D-ADFD-277AB140E28A}" type="presParOf" srcId="{7E17C747-EDBB-4BE9-B420-B9397614647C}" destId="{08844011-1278-4683-ABB3-60511A427D4D}" srcOrd="0" destOrd="0" presId="urn:microsoft.com/office/officeart/2005/8/layout/orgChart1"/>
    <dgm:cxn modelId="{85018AB6-0E1B-495D-8FD9-AF8ABE26D804}" type="presParOf" srcId="{7E17C747-EDBB-4BE9-B420-B9397614647C}" destId="{FABE219F-843F-4A37-80AF-05D90DC8D2D8}" srcOrd="1" destOrd="0" presId="urn:microsoft.com/office/officeart/2005/8/layout/orgChart1"/>
    <dgm:cxn modelId="{076507F2-3285-4982-9AC9-4AEE3A98CE6B}" type="presParOf" srcId="{FABE219F-843F-4A37-80AF-05D90DC8D2D8}" destId="{C46207A3-EAC9-449F-AC8D-169D95BD7002}" srcOrd="0" destOrd="0" presId="urn:microsoft.com/office/officeart/2005/8/layout/orgChart1"/>
    <dgm:cxn modelId="{FEFE5040-4C0E-469F-8455-F97F4D9D845C}" type="presParOf" srcId="{C46207A3-EAC9-449F-AC8D-169D95BD7002}" destId="{D7AF7893-FAD9-40E2-97B0-55338BEB705C}" srcOrd="0" destOrd="0" presId="urn:microsoft.com/office/officeart/2005/8/layout/orgChart1"/>
    <dgm:cxn modelId="{AD25C5B0-AC59-4182-A645-DE500D645C54}" type="presParOf" srcId="{C46207A3-EAC9-449F-AC8D-169D95BD7002}" destId="{E2998C89-70EA-4E92-BE36-1EF267141A7A}" srcOrd="1" destOrd="0" presId="urn:microsoft.com/office/officeart/2005/8/layout/orgChart1"/>
    <dgm:cxn modelId="{80D4B2C1-B0AA-4037-8FEA-52B88F6D7154}" type="presParOf" srcId="{FABE219F-843F-4A37-80AF-05D90DC8D2D8}" destId="{A33AC2DE-682A-4C24-9C3A-0C636BB50DE1}" srcOrd="1" destOrd="0" presId="urn:microsoft.com/office/officeart/2005/8/layout/orgChart1"/>
    <dgm:cxn modelId="{B50E5360-A5C3-41CB-979D-F6D6158AA568}" type="presParOf" srcId="{FABE219F-843F-4A37-80AF-05D90DC8D2D8}" destId="{829E46C9-7CA6-4331-B4A5-21A325D5610D}" srcOrd="2" destOrd="0" presId="urn:microsoft.com/office/officeart/2005/8/layout/orgChart1"/>
    <dgm:cxn modelId="{DBB4CFEC-E75A-4FD6-AD12-F7B31DA3B289}" type="presParOf" srcId="{7E17C747-EDBB-4BE9-B420-B9397614647C}" destId="{BB97DF2E-31E3-4CAE-A4C0-8AB20C68E626}" srcOrd="2" destOrd="0" presId="urn:microsoft.com/office/officeart/2005/8/layout/orgChart1"/>
    <dgm:cxn modelId="{B553F7FA-52E2-4109-9E0E-AFDA264A67E8}" type="presParOf" srcId="{7E17C747-EDBB-4BE9-B420-B9397614647C}" destId="{19664EDB-F099-44BB-9530-580637490164}" srcOrd="3" destOrd="0" presId="urn:microsoft.com/office/officeart/2005/8/layout/orgChart1"/>
    <dgm:cxn modelId="{4E9FE2EA-6ED8-4C90-80D7-68D454D745AA}" type="presParOf" srcId="{19664EDB-F099-44BB-9530-580637490164}" destId="{64CFF446-2C06-4F61-9313-AD4DF1EF863D}" srcOrd="0" destOrd="0" presId="urn:microsoft.com/office/officeart/2005/8/layout/orgChart1"/>
    <dgm:cxn modelId="{E9134DE5-0967-4B12-B202-ABD8076B47DF}" type="presParOf" srcId="{64CFF446-2C06-4F61-9313-AD4DF1EF863D}" destId="{9053595A-E151-4805-99BF-B27DC107B9EA}" srcOrd="0" destOrd="0" presId="urn:microsoft.com/office/officeart/2005/8/layout/orgChart1"/>
    <dgm:cxn modelId="{98CBCE0D-8CEB-496C-AEF6-913CD7367C84}" type="presParOf" srcId="{64CFF446-2C06-4F61-9313-AD4DF1EF863D}" destId="{38C0D8AC-85AC-4338-87DF-9AE4D441C71A}" srcOrd="1" destOrd="0" presId="urn:microsoft.com/office/officeart/2005/8/layout/orgChart1"/>
    <dgm:cxn modelId="{76BB1BB5-BBD4-414C-964D-4D063FB0F930}" type="presParOf" srcId="{19664EDB-F099-44BB-9530-580637490164}" destId="{E1826DDA-848C-4426-870F-60E166F7D193}" srcOrd="1" destOrd="0" presId="urn:microsoft.com/office/officeart/2005/8/layout/orgChart1"/>
    <dgm:cxn modelId="{854328A9-4F8E-46FB-9949-CD5CDE0AA187}" type="presParOf" srcId="{19664EDB-F099-44BB-9530-580637490164}" destId="{CAED1617-38EB-4493-82D4-49E840EBD34E}" srcOrd="2" destOrd="0" presId="urn:microsoft.com/office/officeart/2005/8/layout/orgChart1"/>
    <dgm:cxn modelId="{4385ACD7-5E54-4A2F-BF9B-0ECB81E0C162}" type="presParOf" srcId="{7E17C747-EDBB-4BE9-B420-B9397614647C}" destId="{BDC3702B-EEED-4C18-BD0C-576583F1E0B2}" srcOrd="4" destOrd="0" presId="urn:microsoft.com/office/officeart/2005/8/layout/orgChart1"/>
    <dgm:cxn modelId="{EE04477C-5590-4A61-B669-F5714262DC44}" type="presParOf" srcId="{7E17C747-EDBB-4BE9-B420-B9397614647C}" destId="{7F53C197-9288-4EAD-A6F0-FA3A720F5DB8}" srcOrd="5" destOrd="0" presId="urn:microsoft.com/office/officeart/2005/8/layout/orgChart1"/>
    <dgm:cxn modelId="{3B634893-4902-46E8-9C0F-8CEE990880DF}" type="presParOf" srcId="{7F53C197-9288-4EAD-A6F0-FA3A720F5DB8}" destId="{538F94D3-7554-41A7-B2B6-3CE04A66802B}" srcOrd="0" destOrd="0" presId="urn:microsoft.com/office/officeart/2005/8/layout/orgChart1"/>
    <dgm:cxn modelId="{FE515872-29AF-41D8-821A-795544EE961A}" type="presParOf" srcId="{538F94D3-7554-41A7-B2B6-3CE04A66802B}" destId="{FB4B5FE0-E372-4165-BD6B-9EDE8FA8E635}" srcOrd="0" destOrd="0" presId="urn:microsoft.com/office/officeart/2005/8/layout/orgChart1"/>
    <dgm:cxn modelId="{DF4ED684-9D17-4A7D-B28E-600440F0340E}" type="presParOf" srcId="{538F94D3-7554-41A7-B2B6-3CE04A66802B}" destId="{203F8118-BD2F-48AD-A6DD-DAE1A9CF26D6}" srcOrd="1" destOrd="0" presId="urn:microsoft.com/office/officeart/2005/8/layout/orgChart1"/>
    <dgm:cxn modelId="{B14A9EE7-35AE-474B-8147-D83FA8542E1F}" type="presParOf" srcId="{7F53C197-9288-4EAD-A6F0-FA3A720F5DB8}" destId="{83F784A8-60A2-43EF-95AE-92E0FA28BCF0}" srcOrd="1" destOrd="0" presId="urn:microsoft.com/office/officeart/2005/8/layout/orgChart1"/>
    <dgm:cxn modelId="{BE826D09-2B1F-4F6F-92A4-DD22901DE543}" type="presParOf" srcId="{7F53C197-9288-4EAD-A6F0-FA3A720F5DB8}" destId="{DDF20F99-72BB-4F4E-B839-1B4CA7E30ADF}" srcOrd="2" destOrd="0" presId="urn:microsoft.com/office/officeart/2005/8/layout/orgChart1"/>
    <dgm:cxn modelId="{E5C44457-64E2-441F-8CD3-2560771CA6BD}" type="presParOf" srcId="{89CC0FB0-6ACC-492F-8F49-BF66A6437ECC}" destId="{E955886A-700C-44BB-BB70-30951DAE99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3702B-EEED-4C18-BD0C-576583F1E0B2}">
      <dsp:nvSpPr>
        <dsp:cNvPr id="0" name=""/>
        <dsp:cNvSpPr/>
      </dsp:nvSpPr>
      <dsp:spPr>
        <a:xfrm>
          <a:off x="4030113" y="1764250"/>
          <a:ext cx="2851334" cy="494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429"/>
              </a:lnTo>
              <a:lnTo>
                <a:pt x="2851334" y="247429"/>
              </a:lnTo>
              <a:lnTo>
                <a:pt x="2851334" y="49485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97DF2E-31E3-4CAE-A4C0-8AB20C68E626}">
      <dsp:nvSpPr>
        <dsp:cNvPr id="0" name=""/>
        <dsp:cNvSpPr/>
      </dsp:nvSpPr>
      <dsp:spPr>
        <a:xfrm>
          <a:off x="3984393" y="1764250"/>
          <a:ext cx="91440" cy="4948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485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844011-1278-4683-ABB3-60511A427D4D}">
      <dsp:nvSpPr>
        <dsp:cNvPr id="0" name=""/>
        <dsp:cNvSpPr/>
      </dsp:nvSpPr>
      <dsp:spPr>
        <a:xfrm>
          <a:off x="1178778" y="1764250"/>
          <a:ext cx="2851334" cy="494859"/>
        </a:xfrm>
        <a:custGeom>
          <a:avLst/>
          <a:gdLst/>
          <a:ahLst/>
          <a:cxnLst/>
          <a:rect l="0" t="0" r="0" b="0"/>
          <a:pathLst>
            <a:path>
              <a:moveTo>
                <a:pt x="2851334" y="0"/>
              </a:moveTo>
              <a:lnTo>
                <a:pt x="2851334" y="247429"/>
              </a:lnTo>
              <a:lnTo>
                <a:pt x="0" y="247429"/>
              </a:lnTo>
              <a:lnTo>
                <a:pt x="0" y="49485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B287A-CEC6-4B4C-BE29-D55C8AC19296}">
      <dsp:nvSpPr>
        <dsp:cNvPr id="0" name=""/>
        <dsp:cNvSpPr/>
      </dsp:nvSpPr>
      <dsp:spPr>
        <a:xfrm>
          <a:off x="2851875" y="586012"/>
          <a:ext cx="2356475" cy="1178237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Base number systems for IGCSE</a:t>
          </a:r>
        </a:p>
      </dsp:txBody>
      <dsp:txXfrm>
        <a:off x="2851875" y="586012"/>
        <a:ext cx="2356475" cy="1178237"/>
      </dsp:txXfrm>
    </dsp:sp>
    <dsp:sp modelId="{D7AF7893-FAD9-40E2-97B0-55338BEB705C}">
      <dsp:nvSpPr>
        <dsp:cNvPr id="0" name=""/>
        <dsp:cNvSpPr/>
      </dsp:nvSpPr>
      <dsp:spPr>
        <a:xfrm>
          <a:off x="541" y="2259109"/>
          <a:ext cx="2356475" cy="11782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Base 2:      Binary</a:t>
          </a:r>
        </a:p>
      </dsp:txBody>
      <dsp:txXfrm>
        <a:off x="541" y="2259109"/>
        <a:ext cx="2356475" cy="1178237"/>
      </dsp:txXfrm>
    </dsp:sp>
    <dsp:sp modelId="{9053595A-E151-4805-99BF-B27DC107B9EA}">
      <dsp:nvSpPr>
        <dsp:cNvPr id="0" name=""/>
        <dsp:cNvSpPr/>
      </dsp:nvSpPr>
      <dsp:spPr>
        <a:xfrm>
          <a:off x="2851875" y="2259109"/>
          <a:ext cx="2356475" cy="11782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Base 10:  Denary</a:t>
          </a:r>
        </a:p>
      </dsp:txBody>
      <dsp:txXfrm>
        <a:off x="2851875" y="2259109"/>
        <a:ext cx="2356475" cy="1178237"/>
      </dsp:txXfrm>
    </dsp:sp>
    <dsp:sp modelId="{FB4B5FE0-E372-4165-BD6B-9EDE8FA8E635}">
      <dsp:nvSpPr>
        <dsp:cNvPr id="0" name=""/>
        <dsp:cNvSpPr/>
      </dsp:nvSpPr>
      <dsp:spPr>
        <a:xfrm>
          <a:off x="5703210" y="2259109"/>
          <a:ext cx="2356475" cy="11782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Base 16: Hexadecimal</a:t>
          </a:r>
        </a:p>
      </dsp:txBody>
      <dsp:txXfrm>
        <a:off x="5703210" y="2259109"/>
        <a:ext cx="2356475" cy="1178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700" b="1" dirty="0">
                  <a:solidFill>
                    <a:schemeClr val="bg1"/>
                  </a:solidFill>
                </a:rPr>
                <a:t>1.1 Number systems | Why hexadecimal is used as a beneficial method of data representation</a:t>
              </a:r>
            </a:p>
            <a:p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sz="1700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Why hexadecimal is used as a beneficial method of data representation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589353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hexadecimal is used in computer science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36DDE5F-8EBA-452E-9FAE-5B96A6611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205118"/>
              </p:ext>
            </p:extLst>
          </p:nvPr>
        </p:nvGraphicFramePr>
        <p:xfrm>
          <a:off x="8583929" y="684932"/>
          <a:ext cx="3463290" cy="594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071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Denary</a:t>
                      </a:r>
                    </a:p>
                    <a:p>
                      <a:pPr algn="ctr"/>
                      <a:r>
                        <a:rPr lang="en-GB" sz="16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Hex</a:t>
                      </a:r>
                    </a:p>
                    <a:p>
                      <a:pPr algn="ctr"/>
                      <a:r>
                        <a:rPr lang="en-GB" sz="16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Binary </a:t>
                      </a:r>
                    </a:p>
                    <a:p>
                      <a:pPr algn="ctr"/>
                      <a:r>
                        <a:rPr lang="en-GB" sz="16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4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4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5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5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6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6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7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7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8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8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1000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9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9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1001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B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12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1100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13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1101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14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E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15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DE09965-AC75-4AA0-A474-43CF08244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299829"/>
              </p:ext>
            </p:extLst>
          </p:nvPr>
        </p:nvGraphicFramePr>
        <p:xfrm>
          <a:off x="272243" y="1417320"/>
          <a:ext cx="8060227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5057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599090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hexadecimal is used in computer science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E162-868D-40B4-9CFF-161BBD8B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41" y="3531636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CF4FA-4038-4207-9C7C-0CC20296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1" y="1776121"/>
            <a:ext cx="6391275" cy="287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F167D1-1C61-45BF-8B67-84F02F47D267}"/>
              </a:ext>
            </a:extLst>
          </p:cNvPr>
          <p:cNvSpPr/>
          <p:nvPr/>
        </p:nvSpPr>
        <p:spPr>
          <a:xfrm>
            <a:off x="563401" y="2965904"/>
            <a:ext cx="4232531" cy="2158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BD40-650C-485B-B82A-10F558CF71A3}"/>
              </a:ext>
            </a:extLst>
          </p:cNvPr>
          <p:cNvSpPr/>
          <p:nvPr/>
        </p:nvSpPr>
        <p:spPr>
          <a:xfrm>
            <a:off x="5607698" y="5777136"/>
            <a:ext cx="1409872" cy="353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97654BB-1060-450D-8BB4-140B46BB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21897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pic>
        <p:nvPicPr>
          <p:cNvPr id="14" name="Picture 2" descr="make_notes">
            <a:extLst>
              <a:ext uri="{FF2B5EF4-FFF2-40B4-BE49-F238E27FC236}">
                <a16:creationId xmlns:a16="http://schemas.microsoft.com/office/drawing/2014/main" id="{8586F828-127A-41E4-BFD9-4EDB97FEB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71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13950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hexadecimal is used in computer science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E162-868D-40B4-9CFF-161BBD8B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41" y="3531636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CF4FA-4038-4207-9C7C-0CC20296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1" y="1776121"/>
            <a:ext cx="6391275" cy="287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F167D1-1C61-45BF-8B67-84F02F47D267}"/>
              </a:ext>
            </a:extLst>
          </p:cNvPr>
          <p:cNvSpPr/>
          <p:nvPr/>
        </p:nvSpPr>
        <p:spPr>
          <a:xfrm>
            <a:off x="563401" y="2965904"/>
            <a:ext cx="4232531" cy="2158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BD40-650C-485B-B82A-10F558CF71A3}"/>
              </a:ext>
            </a:extLst>
          </p:cNvPr>
          <p:cNvSpPr/>
          <p:nvPr/>
        </p:nvSpPr>
        <p:spPr>
          <a:xfrm>
            <a:off x="5607698" y="5777136"/>
            <a:ext cx="1409872" cy="353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97654BB-1060-450D-8BB4-140B46BB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65341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E32519E-D70F-40ED-84D1-CDF1FE401228}"/>
              </a:ext>
            </a:extLst>
          </p:cNvPr>
          <p:cNvSpPr/>
          <p:nvPr/>
        </p:nvSpPr>
        <p:spPr>
          <a:xfrm>
            <a:off x="10972800" y="915374"/>
            <a:ext cx="908177" cy="587475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2" descr="make_notes">
            <a:extLst>
              <a:ext uri="{FF2B5EF4-FFF2-40B4-BE49-F238E27FC236}">
                <a16:creationId xmlns:a16="http://schemas.microsoft.com/office/drawing/2014/main" id="{58BEA928-8FFD-4877-B3E3-B7A723BAB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79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E9B48-C719-496C-90CF-93D0ACE2C28A}"/>
              </a:ext>
            </a:extLst>
          </p:cNvPr>
          <p:cNvSpPr/>
          <p:nvPr/>
        </p:nvSpPr>
        <p:spPr>
          <a:xfrm>
            <a:off x="1290000" y="523174"/>
            <a:ext cx="6238827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hexadecimal is used in computer science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E162-868D-40B4-9CFF-161BBD8B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41" y="3531636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CF4FA-4038-4207-9C7C-0CC20296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1" y="1776121"/>
            <a:ext cx="6391275" cy="287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F167D1-1C61-45BF-8B67-84F02F47D267}"/>
              </a:ext>
            </a:extLst>
          </p:cNvPr>
          <p:cNvSpPr/>
          <p:nvPr/>
        </p:nvSpPr>
        <p:spPr>
          <a:xfrm>
            <a:off x="563401" y="2965904"/>
            <a:ext cx="4232531" cy="2158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BD40-650C-485B-B82A-10F558CF71A3}"/>
              </a:ext>
            </a:extLst>
          </p:cNvPr>
          <p:cNvSpPr/>
          <p:nvPr/>
        </p:nvSpPr>
        <p:spPr>
          <a:xfrm>
            <a:off x="5607698" y="5777136"/>
            <a:ext cx="1409872" cy="353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97654BB-1060-450D-8BB4-140B46BB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716485"/>
              </p:ext>
            </p:extLst>
          </p:nvPr>
        </p:nvGraphicFramePr>
        <p:xfrm>
          <a:off x="7903030" y="485850"/>
          <a:ext cx="4205718" cy="630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1906">
                  <a:extLst>
                    <a:ext uri="{9D8B030D-6E8A-4147-A177-3AD203B41FA5}">
                      <a16:colId xmlns:a16="http://schemas.microsoft.com/office/drawing/2014/main" val="1412128303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524571092"/>
                    </a:ext>
                  </a:extLst>
                </a:gridCol>
                <a:gridCol w="1401906">
                  <a:extLst>
                    <a:ext uri="{9D8B030D-6E8A-4147-A177-3AD203B41FA5}">
                      <a16:colId xmlns:a16="http://schemas.microsoft.com/office/drawing/2014/main" val="30761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Hexadecimal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0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9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68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8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9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75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6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0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9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1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0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8822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E32519E-D70F-40ED-84D1-CDF1FE401228}"/>
              </a:ext>
            </a:extLst>
          </p:cNvPr>
          <p:cNvSpPr/>
          <p:nvPr/>
        </p:nvSpPr>
        <p:spPr>
          <a:xfrm>
            <a:off x="10972800" y="915374"/>
            <a:ext cx="908177" cy="587475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4AA91D-3B6A-47E0-AC50-BADCCD287F4F}"/>
              </a:ext>
            </a:extLst>
          </p:cNvPr>
          <p:cNvSpPr/>
          <p:nvPr/>
        </p:nvSpPr>
        <p:spPr>
          <a:xfrm>
            <a:off x="9551800" y="915374"/>
            <a:ext cx="908177" cy="587475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2" descr="make_notes">
            <a:extLst>
              <a:ext uri="{FF2B5EF4-FFF2-40B4-BE49-F238E27FC236}">
                <a16:creationId xmlns:a16="http://schemas.microsoft.com/office/drawing/2014/main" id="{AFE84546-464B-4B33-90E7-F154980A4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737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C861CE-865A-4348-8345-D841C872BF6C}"/>
              </a:ext>
            </a:extLst>
          </p:cNvPr>
          <p:cNvSpPr/>
          <p:nvPr/>
        </p:nvSpPr>
        <p:spPr>
          <a:xfrm>
            <a:off x="1290000" y="523174"/>
            <a:ext cx="6238827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hexadecimal is used in computer science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FF9931CF-B5C5-40D8-9C45-3E9D594B7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75" y="3577590"/>
            <a:ext cx="4369587" cy="314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970FEE-B972-4B52-BFC0-8FD9C4DEA6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785"/>
          <a:stretch/>
        </p:blipFill>
        <p:spPr>
          <a:xfrm>
            <a:off x="176565" y="1683505"/>
            <a:ext cx="6391275" cy="18471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9F18CA-5A7C-41E4-B27C-0ECF79B2054E}"/>
              </a:ext>
            </a:extLst>
          </p:cNvPr>
          <p:cNvSpPr/>
          <p:nvPr/>
        </p:nvSpPr>
        <p:spPr>
          <a:xfrm>
            <a:off x="3108960" y="2880360"/>
            <a:ext cx="1402902" cy="190500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11E8CA-706B-4D5F-9692-63513D2453CC}"/>
              </a:ext>
            </a:extLst>
          </p:cNvPr>
          <p:cNvSpPr/>
          <p:nvPr/>
        </p:nvSpPr>
        <p:spPr>
          <a:xfrm>
            <a:off x="3108960" y="5826760"/>
            <a:ext cx="838200" cy="368300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682350-68ED-4794-8D93-5FA0561566CD}"/>
              </a:ext>
            </a:extLst>
          </p:cNvPr>
          <p:cNvSpPr/>
          <p:nvPr/>
        </p:nvSpPr>
        <p:spPr>
          <a:xfrm>
            <a:off x="6567840" y="1683505"/>
            <a:ext cx="4249740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GB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base-16 hexadecimal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0001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1011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0110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0100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1100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base-2 binary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D94D91-22BF-4148-91B9-385F0EF403E6}"/>
              </a:ext>
            </a:extLst>
          </p:cNvPr>
          <p:cNvSpPr/>
          <p:nvPr/>
        </p:nvSpPr>
        <p:spPr>
          <a:xfrm>
            <a:off x="4511862" y="4388286"/>
            <a:ext cx="5083019" cy="1572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base-16 hexadecimal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0000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base-2 binary</a:t>
            </a:r>
          </a:p>
        </p:txBody>
      </p:sp>
      <p:pic>
        <p:nvPicPr>
          <p:cNvPr id="14" name="Picture 2" descr="make_notes">
            <a:extLst>
              <a:ext uri="{FF2B5EF4-FFF2-40B4-BE49-F238E27FC236}">
                <a16:creationId xmlns:a16="http://schemas.microsoft.com/office/drawing/2014/main" id="{1F9D7E97-CDD6-4990-85F9-02EFBBCE0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316</Words>
  <Application>Microsoft Office PowerPoint</Application>
  <PresentationFormat>Widescreen</PresentationFormat>
  <Paragraphs>226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65</cp:revision>
  <dcterms:created xsi:type="dcterms:W3CDTF">2019-10-14T15:21:06Z</dcterms:created>
  <dcterms:modified xsi:type="dcterms:W3CDTF">2022-05-12T13:22:58Z</dcterms:modified>
</cp:coreProperties>
</file>