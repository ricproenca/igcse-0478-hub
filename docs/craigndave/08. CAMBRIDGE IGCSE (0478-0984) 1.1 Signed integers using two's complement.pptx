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2"/>
    <p:sldId id="267" r:id="rId3"/>
    <p:sldId id="268" r:id="rId4"/>
    <p:sldId id="269" r:id="rId5"/>
    <p:sldId id="262" r:id="rId6"/>
    <p:sldId id="270" r:id="rId7"/>
    <p:sldId id="271" r:id="rId8"/>
    <p:sldId id="272" r:id="rId9"/>
    <p:sldId id="274" r:id="rId10"/>
    <p:sldId id="273" r:id="rId11"/>
    <p:sldId id="275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7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65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4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2A6B02-944C-4385-8F7A-562FE8BF61F1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4A86CA3-27FA-470C-AFCB-13801ADF915F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Write out the positive version of the number.</a:t>
          </a:r>
          <a:endParaRPr lang="en-GB" sz="2000" dirty="0"/>
        </a:p>
      </dgm:t>
    </dgm:pt>
    <dgm:pt modelId="{59D9C940-F396-40AA-8253-EAE1885BE3EA}" type="parTrans" cxnId="{04EB0090-71AA-45D2-A25F-C8A9BC859374}">
      <dgm:prSet/>
      <dgm:spPr/>
      <dgm:t>
        <a:bodyPr/>
        <a:lstStyle/>
        <a:p>
          <a:endParaRPr lang="en-GB"/>
        </a:p>
      </dgm:t>
    </dgm:pt>
    <dgm:pt modelId="{FE78BC43-A11F-46EA-ABB5-D15C7E43D977}" type="sibTrans" cxnId="{04EB0090-71AA-45D2-A25F-C8A9BC859374}">
      <dgm:prSet/>
      <dgm:spPr/>
      <dgm:t>
        <a:bodyPr/>
        <a:lstStyle/>
        <a:p>
          <a:endParaRPr lang="en-GB"/>
        </a:p>
      </dgm:t>
    </dgm:pt>
    <dgm:pt modelId="{1D9AFD05-6015-415C-BA36-944E08F4DFA2}">
      <dgm:prSet phldrT="[Text]"/>
      <dgm:spPr>
        <a:ln>
          <a:solidFill>
            <a:schemeClr val="bg1"/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Starting from the right-hand digit (the least significant bit), copy out each digit exactly as it appears </a:t>
          </a:r>
          <a:r>
            <a:rPr lang="en-GB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up to and including the first 1 </a:t>
          </a: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you come across.</a:t>
          </a:r>
          <a:endParaRPr lang="en-GB" dirty="0">
            <a:solidFill>
              <a:schemeClr val="bg1"/>
            </a:solidFill>
          </a:endParaRPr>
        </a:p>
      </dgm:t>
    </dgm:pt>
    <dgm:pt modelId="{B75A0975-28C8-4237-B008-CC305BA7F618}" type="parTrans" cxnId="{FEED49B6-CC4D-41D7-9E6C-3F824D91CB83}">
      <dgm:prSet/>
      <dgm:spPr/>
      <dgm:t>
        <a:bodyPr/>
        <a:lstStyle/>
        <a:p>
          <a:endParaRPr lang="en-GB"/>
        </a:p>
      </dgm:t>
    </dgm:pt>
    <dgm:pt modelId="{C8EEA47C-C0B9-4C5C-89CA-F56E801A7E81}" type="sibTrans" cxnId="{FEED49B6-CC4D-41D7-9E6C-3F824D91CB83}">
      <dgm:prSet/>
      <dgm:spPr/>
      <dgm:t>
        <a:bodyPr/>
        <a:lstStyle/>
        <a:p>
          <a:endParaRPr lang="en-GB"/>
        </a:p>
      </dgm:t>
    </dgm:pt>
    <dgm:pt modelId="{693A4886-CEAC-4074-AC2E-5A50AF114BD8}">
      <dgm:prSet phldrT="[Text]"/>
      <dgm:spPr>
        <a:solidFill>
          <a:schemeClr val="bg1">
            <a:alpha val="90000"/>
          </a:schemeClr>
        </a:solidFill>
        <a:ln>
          <a:solidFill>
            <a:schemeClr val="bg1"/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From the next digit onwards, </a:t>
          </a:r>
          <a:r>
            <a:rPr lang="en-GB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1 for a 0 </a:t>
          </a: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and </a:t>
          </a:r>
          <a:r>
            <a:rPr lang="en-GB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0 for a 1</a:t>
          </a: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en-GB" dirty="0">
            <a:solidFill>
              <a:schemeClr val="bg1"/>
            </a:solidFill>
          </a:endParaRPr>
        </a:p>
      </dgm:t>
    </dgm:pt>
    <dgm:pt modelId="{3BFDD7F2-B0F8-4E42-AE86-41F4EDB077B0}" type="parTrans" cxnId="{06770F47-4006-470E-9FB5-8F13C30D4719}">
      <dgm:prSet/>
      <dgm:spPr/>
      <dgm:t>
        <a:bodyPr/>
        <a:lstStyle/>
        <a:p>
          <a:endParaRPr lang="en-GB"/>
        </a:p>
      </dgm:t>
    </dgm:pt>
    <dgm:pt modelId="{949DABAE-1B86-4445-9205-6515DD4F0B40}" type="sibTrans" cxnId="{06770F47-4006-470E-9FB5-8F13C30D4719}">
      <dgm:prSet/>
      <dgm:spPr/>
      <dgm:t>
        <a:bodyPr/>
        <a:lstStyle/>
        <a:p>
          <a:endParaRPr lang="en-GB"/>
        </a:p>
      </dgm:t>
    </dgm:pt>
    <dgm:pt modelId="{619F1D4B-EB80-4E68-A8D6-CD3AA157EF5D}" type="pres">
      <dgm:prSet presAssocID="{C02A6B02-944C-4385-8F7A-562FE8BF61F1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DA58898-21DE-4D44-AED7-6A6E3A187473}" type="pres">
      <dgm:prSet presAssocID="{693A4886-CEAC-4074-AC2E-5A50AF114BD8}" presName="Accent3" presStyleCnt="0"/>
      <dgm:spPr/>
    </dgm:pt>
    <dgm:pt modelId="{67D4D52D-F0A9-478C-9BB1-7433514FA296}" type="pres">
      <dgm:prSet presAssocID="{693A4886-CEAC-4074-AC2E-5A50AF114BD8}" presName="Accent" presStyleLbl="node1" presStyleIdx="0" presStyleCnt="3"/>
      <dgm:spPr>
        <a:solidFill>
          <a:schemeClr val="bg1"/>
        </a:solidFill>
        <a:ln>
          <a:solidFill>
            <a:schemeClr val="bg1"/>
          </a:solidFill>
        </a:ln>
      </dgm:spPr>
    </dgm:pt>
    <dgm:pt modelId="{66C2C570-3E01-4625-85FB-494926EF63F6}" type="pres">
      <dgm:prSet presAssocID="{693A4886-CEAC-4074-AC2E-5A50AF114BD8}" presName="ParentBackground3" presStyleCnt="0"/>
      <dgm:spPr/>
    </dgm:pt>
    <dgm:pt modelId="{2576E575-8787-4F3F-B269-CAE4E7650C85}" type="pres">
      <dgm:prSet presAssocID="{693A4886-CEAC-4074-AC2E-5A50AF114BD8}" presName="ParentBackground" presStyleLbl="fgAcc1" presStyleIdx="0" presStyleCnt="3"/>
      <dgm:spPr/>
    </dgm:pt>
    <dgm:pt modelId="{E527A810-F940-4BDC-BBE2-67BD96775235}" type="pres">
      <dgm:prSet presAssocID="{693A4886-CEAC-4074-AC2E-5A50AF114BD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026EB98-D455-4A81-9A13-E039A5B62EA4}" type="pres">
      <dgm:prSet presAssocID="{1D9AFD05-6015-415C-BA36-944E08F4DFA2}" presName="Accent2" presStyleCnt="0"/>
      <dgm:spPr/>
    </dgm:pt>
    <dgm:pt modelId="{71F039C1-2B3A-44FF-9253-06C278D744FE}" type="pres">
      <dgm:prSet presAssocID="{1D9AFD05-6015-415C-BA36-944E08F4DFA2}" presName="Accent" presStyleLbl="node1" presStyleIdx="1" presStyleCnt="3"/>
      <dgm:spPr>
        <a:solidFill>
          <a:schemeClr val="bg1"/>
        </a:solidFill>
        <a:ln>
          <a:solidFill>
            <a:schemeClr val="bg1"/>
          </a:solidFill>
        </a:ln>
      </dgm:spPr>
    </dgm:pt>
    <dgm:pt modelId="{CC766666-F701-408E-BB2E-3FA410205059}" type="pres">
      <dgm:prSet presAssocID="{1D9AFD05-6015-415C-BA36-944E08F4DFA2}" presName="ParentBackground2" presStyleCnt="0"/>
      <dgm:spPr/>
    </dgm:pt>
    <dgm:pt modelId="{78D77476-317B-4786-A524-1B6FF0339E68}" type="pres">
      <dgm:prSet presAssocID="{1D9AFD05-6015-415C-BA36-944E08F4DFA2}" presName="ParentBackground" presStyleLbl="fgAcc1" presStyleIdx="1" presStyleCnt="3"/>
      <dgm:spPr/>
    </dgm:pt>
    <dgm:pt modelId="{6A4AAF0C-83E4-421F-8FED-5D61427B256D}" type="pres">
      <dgm:prSet presAssocID="{1D9AFD05-6015-415C-BA36-944E08F4DFA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287AD93-DA9C-498B-9E5E-E42E88C670E9}" type="pres">
      <dgm:prSet presAssocID="{A4A86CA3-27FA-470C-AFCB-13801ADF915F}" presName="Accent1" presStyleCnt="0"/>
      <dgm:spPr/>
    </dgm:pt>
    <dgm:pt modelId="{C251C6C0-4718-4EF3-B9DD-B68F215BD7A8}" type="pres">
      <dgm:prSet presAssocID="{A4A86CA3-27FA-470C-AFCB-13801ADF915F}" presName="Accent" presStyleLbl="node1" presStyleIdx="2" presStyleCnt="3"/>
      <dgm:spPr/>
    </dgm:pt>
    <dgm:pt modelId="{692BD436-625E-4CE3-AF34-21C14AA002DE}" type="pres">
      <dgm:prSet presAssocID="{A4A86CA3-27FA-470C-AFCB-13801ADF915F}" presName="ParentBackground1" presStyleCnt="0"/>
      <dgm:spPr/>
    </dgm:pt>
    <dgm:pt modelId="{E6553E92-3243-4A10-9339-E460B61CFEB7}" type="pres">
      <dgm:prSet presAssocID="{A4A86CA3-27FA-470C-AFCB-13801ADF915F}" presName="ParentBackground" presStyleLbl="fgAcc1" presStyleIdx="2" presStyleCnt="3"/>
      <dgm:spPr/>
    </dgm:pt>
    <dgm:pt modelId="{8622F398-AFA9-4B54-817F-55187FD30FC0}" type="pres">
      <dgm:prSet presAssocID="{A4A86CA3-27FA-470C-AFCB-13801ADF915F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E408F2E-C059-44F6-A838-42C49BD43636}" type="presOf" srcId="{A4A86CA3-27FA-470C-AFCB-13801ADF915F}" destId="{E6553E92-3243-4A10-9339-E460B61CFEB7}" srcOrd="0" destOrd="0" presId="urn:microsoft.com/office/officeart/2011/layout/CircleProcess"/>
    <dgm:cxn modelId="{DA192A43-8F94-4F69-AD30-05DEB36790C6}" type="presOf" srcId="{1D9AFD05-6015-415C-BA36-944E08F4DFA2}" destId="{78D77476-317B-4786-A524-1B6FF0339E68}" srcOrd="0" destOrd="0" presId="urn:microsoft.com/office/officeart/2011/layout/CircleProcess"/>
    <dgm:cxn modelId="{06770F47-4006-470E-9FB5-8F13C30D4719}" srcId="{C02A6B02-944C-4385-8F7A-562FE8BF61F1}" destId="{693A4886-CEAC-4074-AC2E-5A50AF114BD8}" srcOrd="2" destOrd="0" parTransId="{3BFDD7F2-B0F8-4E42-AE86-41F4EDB077B0}" sibTransId="{949DABAE-1B86-4445-9205-6515DD4F0B40}"/>
    <dgm:cxn modelId="{F160E074-29A1-4A07-9450-5130333FB00F}" type="presOf" srcId="{693A4886-CEAC-4074-AC2E-5A50AF114BD8}" destId="{2576E575-8787-4F3F-B269-CAE4E7650C85}" srcOrd="0" destOrd="0" presId="urn:microsoft.com/office/officeart/2011/layout/CircleProcess"/>
    <dgm:cxn modelId="{04EB0090-71AA-45D2-A25F-C8A9BC859374}" srcId="{C02A6B02-944C-4385-8F7A-562FE8BF61F1}" destId="{A4A86CA3-27FA-470C-AFCB-13801ADF915F}" srcOrd="0" destOrd="0" parTransId="{59D9C940-F396-40AA-8253-EAE1885BE3EA}" sibTransId="{FE78BC43-A11F-46EA-ABB5-D15C7E43D977}"/>
    <dgm:cxn modelId="{245CF19C-55F4-4847-AD47-F2B83D8426DA}" type="presOf" srcId="{A4A86CA3-27FA-470C-AFCB-13801ADF915F}" destId="{8622F398-AFA9-4B54-817F-55187FD30FC0}" srcOrd="1" destOrd="0" presId="urn:microsoft.com/office/officeart/2011/layout/CircleProcess"/>
    <dgm:cxn modelId="{FEED49B6-CC4D-41D7-9E6C-3F824D91CB83}" srcId="{C02A6B02-944C-4385-8F7A-562FE8BF61F1}" destId="{1D9AFD05-6015-415C-BA36-944E08F4DFA2}" srcOrd="1" destOrd="0" parTransId="{B75A0975-28C8-4237-B008-CC305BA7F618}" sibTransId="{C8EEA47C-C0B9-4C5C-89CA-F56E801A7E81}"/>
    <dgm:cxn modelId="{172149DF-5D6E-4F23-A6F0-B525A88E616F}" type="presOf" srcId="{C02A6B02-944C-4385-8F7A-562FE8BF61F1}" destId="{619F1D4B-EB80-4E68-A8D6-CD3AA157EF5D}" srcOrd="0" destOrd="0" presId="urn:microsoft.com/office/officeart/2011/layout/CircleProcess"/>
    <dgm:cxn modelId="{4BD25DE9-302F-4963-B99B-A04913587000}" type="presOf" srcId="{1D9AFD05-6015-415C-BA36-944E08F4DFA2}" destId="{6A4AAF0C-83E4-421F-8FED-5D61427B256D}" srcOrd="1" destOrd="0" presId="urn:microsoft.com/office/officeart/2011/layout/CircleProcess"/>
    <dgm:cxn modelId="{2131E1F1-BF8C-49F7-A0A6-12800C2E9E3D}" type="presOf" srcId="{693A4886-CEAC-4074-AC2E-5A50AF114BD8}" destId="{E527A810-F940-4BDC-BBE2-67BD96775235}" srcOrd="1" destOrd="0" presId="urn:microsoft.com/office/officeart/2011/layout/CircleProcess"/>
    <dgm:cxn modelId="{20A5D6CC-96C0-4D1B-82A2-7B0401686B94}" type="presParOf" srcId="{619F1D4B-EB80-4E68-A8D6-CD3AA157EF5D}" destId="{DDA58898-21DE-4D44-AED7-6A6E3A187473}" srcOrd="0" destOrd="0" presId="urn:microsoft.com/office/officeart/2011/layout/CircleProcess"/>
    <dgm:cxn modelId="{3C44F70B-F208-40E8-84B4-FF639896FF02}" type="presParOf" srcId="{DDA58898-21DE-4D44-AED7-6A6E3A187473}" destId="{67D4D52D-F0A9-478C-9BB1-7433514FA296}" srcOrd="0" destOrd="0" presId="urn:microsoft.com/office/officeart/2011/layout/CircleProcess"/>
    <dgm:cxn modelId="{2BB46AC9-7E26-48AB-9E25-DFCD0662310D}" type="presParOf" srcId="{619F1D4B-EB80-4E68-A8D6-CD3AA157EF5D}" destId="{66C2C570-3E01-4625-85FB-494926EF63F6}" srcOrd="1" destOrd="0" presId="urn:microsoft.com/office/officeart/2011/layout/CircleProcess"/>
    <dgm:cxn modelId="{3E682C5E-4057-4760-8C6E-67E3587DF017}" type="presParOf" srcId="{66C2C570-3E01-4625-85FB-494926EF63F6}" destId="{2576E575-8787-4F3F-B269-CAE4E7650C85}" srcOrd="0" destOrd="0" presId="urn:microsoft.com/office/officeart/2011/layout/CircleProcess"/>
    <dgm:cxn modelId="{4DEC4FB3-410C-4C8D-A9F5-7EF2EA93B7C0}" type="presParOf" srcId="{619F1D4B-EB80-4E68-A8D6-CD3AA157EF5D}" destId="{E527A810-F940-4BDC-BBE2-67BD96775235}" srcOrd="2" destOrd="0" presId="urn:microsoft.com/office/officeart/2011/layout/CircleProcess"/>
    <dgm:cxn modelId="{A7F5DEBB-A6AB-4E56-9ABB-3EF2DDBDB855}" type="presParOf" srcId="{619F1D4B-EB80-4E68-A8D6-CD3AA157EF5D}" destId="{A026EB98-D455-4A81-9A13-E039A5B62EA4}" srcOrd="3" destOrd="0" presId="urn:microsoft.com/office/officeart/2011/layout/CircleProcess"/>
    <dgm:cxn modelId="{0A5DEDE4-28E7-44F9-BA08-E041489EC3CB}" type="presParOf" srcId="{A026EB98-D455-4A81-9A13-E039A5B62EA4}" destId="{71F039C1-2B3A-44FF-9253-06C278D744FE}" srcOrd="0" destOrd="0" presId="urn:microsoft.com/office/officeart/2011/layout/CircleProcess"/>
    <dgm:cxn modelId="{E1F69B1C-B90F-4D79-AB5A-37740DF17E90}" type="presParOf" srcId="{619F1D4B-EB80-4E68-A8D6-CD3AA157EF5D}" destId="{CC766666-F701-408E-BB2E-3FA410205059}" srcOrd="4" destOrd="0" presId="urn:microsoft.com/office/officeart/2011/layout/CircleProcess"/>
    <dgm:cxn modelId="{FCC14DEA-B27A-4A4E-8375-094E8F504EBF}" type="presParOf" srcId="{CC766666-F701-408E-BB2E-3FA410205059}" destId="{78D77476-317B-4786-A524-1B6FF0339E68}" srcOrd="0" destOrd="0" presId="urn:microsoft.com/office/officeart/2011/layout/CircleProcess"/>
    <dgm:cxn modelId="{C48C9F31-E7F5-4756-B59F-D3738FBA19A3}" type="presParOf" srcId="{619F1D4B-EB80-4E68-A8D6-CD3AA157EF5D}" destId="{6A4AAF0C-83E4-421F-8FED-5D61427B256D}" srcOrd="5" destOrd="0" presId="urn:microsoft.com/office/officeart/2011/layout/CircleProcess"/>
    <dgm:cxn modelId="{9193E7E2-A649-4448-9AB0-46CBEA75C4AB}" type="presParOf" srcId="{619F1D4B-EB80-4E68-A8D6-CD3AA157EF5D}" destId="{E287AD93-DA9C-498B-9E5E-E42E88C670E9}" srcOrd="6" destOrd="0" presId="urn:microsoft.com/office/officeart/2011/layout/CircleProcess"/>
    <dgm:cxn modelId="{EB339C4B-C3F0-46ED-A0C5-D4F2AFEB367E}" type="presParOf" srcId="{E287AD93-DA9C-498B-9E5E-E42E88C670E9}" destId="{C251C6C0-4718-4EF3-B9DD-B68F215BD7A8}" srcOrd="0" destOrd="0" presId="urn:microsoft.com/office/officeart/2011/layout/CircleProcess"/>
    <dgm:cxn modelId="{62D9A94E-FBB2-4FD7-9202-C49F1667C302}" type="presParOf" srcId="{619F1D4B-EB80-4E68-A8D6-CD3AA157EF5D}" destId="{692BD436-625E-4CE3-AF34-21C14AA002DE}" srcOrd="7" destOrd="0" presId="urn:microsoft.com/office/officeart/2011/layout/CircleProcess"/>
    <dgm:cxn modelId="{3C98BFA0-86C4-4219-ADFB-EDB93E222DC5}" type="presParOf" srcId="{692BD436-625E-4CE3-AF34-21C14AA002DE}" destId="{E6553E92-3243-4A10-9339-E460B61CFEB7}" srcOrd="0" destOrd="0" presId="urn:microsoft.com/office/officeart/2011/layout/CircleProcess"/>
    <dgm:cxn modelId="{60CDA626-5C5A-430E-ABF4-E3FA916C7EFE}" type="presParOf" srcId="{619F1D4B-EB80-4E68-A8D6-CD3AA157EF5D}" destId="{8622F398-AFA9-4B54-817F-55187FD30FC0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2A6B02-944C-4385-8F7A-562FE8BF61F1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4A86CA3-27FA-470C-AFCB-13801ADF915F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Write out the positive version of the number.</a:t>
          </a:r>
          <a:endParaRPr lang="en-GB" sz="2000" dirty="0"/>
        </a:p>
      </dgm:t>
    </dgm:pt>
    <dgm:pt modelId="{59D9C940-F396-40AA-8253-EAE1885BE3EA}" type="parTrans" cxnId="{04EB0090-71AA-45D2-A25F-C8A9BC859374}">
      <dgm:prSet/>
      <dgm:spPr/>
      <dgm:t>
        <a:bodyPr/>
        <a:lstStyle/>
        <a:p>
          <a:endParaRPr lang="en-GB"/>
        </a:p>
      </dgm:t>
    </dgm:pt>
    <dgm:pt modelId="{FE78BC43-A11F-46EA-ABB5-D15C7E43D977}" type="sibTrans" cxnId="{04EB0090-71AA-45D2-A25F-C8A9BC859374}">
      <dgm:prSet/>
      <dgm:spPr/>
      <dgm:t>
        <a:bodyPr/>
        <a:lstStyle/>
        <a:p>
          <a:endParaRPr lang="en-GB"/>
        </a:p>
      </dgm:t>
    </dgm:pt>
    <dgm:pt modelId="{1D9AFD05-6015-415C-BA36-944E08F4DFA2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Starting from the right-hand digit (the least significant bit), copy out each digit exactly as it appears </a:t>
          </a:r>
          <a:r>
            <a:rPr lang="en-GB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up to and including the first 1 </a:t>
          </a: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you come across.</a:t>
          </a:r>
          <a:endParaRPr lang="en-GB" sz="2000" dirty="0"/>
        </a:p>
      </dgm:t>
    </dgm:pt>
    <dgm:pt modelId="{B75A0975-28C8-4237-B008-CC305BA7F618}" type="parTrans" cxnId="{FEED49B6-CC4D-41D7-9E6C-3F824D91CB83}">
      <dgm:prSet/>
      <dgm:spPr/>
      <dgm:t>
        <a:bodyPr/>
        <a:lstStyle/>
        <a:p>
          <a:endParaRPr lang="en-GB"/>
        </a:p>
      </dgm:t>
    </dgm:pt>
    <dgm:pt modelId="{C8EEA47C-C0B9-4C5C-89CA-F56E801A7E81}" type="sibTrans" cxnId="{FEED49B6-CC4D-41D7-9E6C-3F824D91CB83}">
      <dgm:prSet/>
      <dgm:spPr/>
      <dgm:t>
        <a:bodyPr/>
        <a:lstStyle/>
        <a:p>
          <a:endParaRPr lang="en-GB"/>
        </a:p>
      </dgm:t>
    </dgm:pt>
    <dgm:pt modelId="{693A4886-CEAC-4074-AC2E-5A50AF114BD8}">
      <dgm:prSet phldrT="[Text]"/>
      <dgm:spPr>
        <a:solidFill>
          <a:schemeClr val="bg1">
            <a:alpha val="90000"/>
          </a:schemeClr>
        </a:solidFill>
        <a:ln>
          <a:solidFill>
            <a:schemeClr val="bg1"/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From the next digit onwards, </a:t>
          </a:r>
          <a:r>
            <a:rPr lang="en-GB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1 for a 0 </a:t>
          </a: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and </a:t>
          </a:r>
          <a:r>
            <a:rPr lang="en-GB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0 for a 1</a:t>
          </a:r>
          <a:r>
            <a: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en-GB" dirty="0">
            <a:solidFill>
              <a:schemeClr val="bg1"/>
            </a:solidFill>
          </a:endParaRPr>
        </a:p>
      </dgm:t>
    </dgm:pt>
    <dgm:pt modelId="{3BFDD7F2-B0F8-4E42-AE86-41F4EDB077B0}" type="parTrans" cxnId="{06770F47-4006-470E-9FB5-8F13C30D4719}">
      <dgm:prSet/>
      <dgm:spPr/>
      <dgm:t>
        <a:bodyPr/>
        <a:lstStyle/>
        <a:p>
          <a:endParaRPr lang="en-GB"/>
        </a:p>
      </dgm:t>
    </dgm:pt>
    <dgm:pt modelId="{949DABAE-1B86-4445-9205-6515DD4F0B40}" type="sibTrans" cxnId="{06770F47-4006-470E-9FB5-8F13C30D4719}">
      <dgm:prSet/>
      <dgm:spPr/>
      <dgm:t>
        <a:bodyPr/>
        <a:lstStyle/>
        <a:p>
          <a:endParaRPr lang="en-GB"/>
        </a:p>
      </dgm:t>
    </dgm:pt>
    <dgm:pt modelId="{619F1D4B-EB80-4E68-A8D6-CD3AA157EF5D}" type="pres">
      <dgm:prSet presAssocID="{C02A6B02-944C-4385-8F7A-562FE8BF61F1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DA58898-21DE-4D44-AED7-6A6E3A187473}" type="pres">
      <dgm:prSet presAssocID="{693A4886-CEAC-4074-AC2E-5A50AF114BD8}" presName="Accent3" presStyleCnt="0"/>
      <dgm:spPr/>
    </dgm:pt>
    <dgm:pt modelId="{67D4D52D-F0A9-478C-9BB1-7433514FA296}" type="pres">
      <dgm:prSet presAssocID="{693A4886-CEAC-4074-AC2E-5A50AF114BD8}" presName="Accent" presStyleLbl="node1" presStyleIdx="0" presStyleCnt="3"/>
      <dgm:spPr>
        <a:solidFill>
          <a:schemeClr val="bg1"/>
        </a:solidFill>
        <a:ln>
          <a:solidFill>
            <a:schemeClr val="bg1"/>
          </a:solidFill>
        </a:ln>
      </dgm:spPr>
    </dgm:pt>
    <dgm:pt modelId="{66C2C570-3E01-4625-85FB-494926EF63F6}" type="pres">
      <dgm:prSet presAssocID="{693A4886-CEAC-4074-AC2E-5A50AF114BD8}" presName="ParentBackground3" presStyleCnt="0"/>
      <dgm:spPr/>
    </dgm:pt>
    <dgm:pt modelId="{2576E575-8787-4F3F-B269-CAE4E7650C85}" type="pres">
      <dgm:prSet presAssocID="{693A4886-CEAC-4074-AC2E-5A50AF114BD8}" presName="ParentBackground" presStyleLbl="fgAcc1" presStyleIdx="0" presStyleCnt="3"/>
      <dgm:spPr/>
    </dgm:pt>
    <dgm:pt modelId="{E527A810-F940-4BDC-BBE2-67BD96775235}" type="pres">
      <dgm:prSet presAssocID="{693A4886-CEAC-4074-AC2E-5A50AF114BD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026EB98-D455-4A81-9A13-E039A5B62EA4}" type="pres">
      <dgm:prSet presAssocID="{1D9AFD05-6015-415C-BA36-944E08F4DFA2}" presName="Accent2" presStyleCnt="0"/>
      <dgm:spPr/>
    </dgm:pt>
    <dgm:pt modelId="{71F039C1-2B3A-44FF-9253-06C278D744FE}" type="pres">
      <dgm:prSet presAssocID="{1D9AFD05-6015-415C-BA36-944E08F4DFA2}" presName="Accent" presStyleLbl="node1" presStyleIdx="1" presStyleCnt="3"/>
      <dgm:spPr/>
    </dgm:pt>
    <dgm:pt modelId="{CC766666-F701-408E-BB2E-3FA410205059}" type="pres">
      <dgm:prSet presAssocID="{1D9AFD05-6015-415C-BA36-944E08F4DFA2}" presName="ParentBackground2" presStyleCnt="0"/>
      <dgm:spPr/>
    </dgm:pt>
    <dgm:pt modelId="{78D77476-317B-4786-A524-1B6FF0339E68}" type="pres">
      <dgm:prSet presAssocID="{1D9AFD05-6015-415C-BA36-944E08F4DFA2}" presName="ParentBackground" presStyleLbl="fgAcc1" presStyleIdx="1" presStyleCnt="3"/>
      <dgm:spPr/>
    </dgm:pt>
    <dgm:pt modelId="{6A4AAF0C-83E4-421F-8FED-5D61427B256D}" type="pres">
      <dgm:prSet presAssocID="{1D9AFD05-6015-415C-BA36-944E08F4DFA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287AD93-DA9C-498B-9E5E-E42E88C670E9}" type="pres">
      <dgm:prSet presAssocID="{A4A86CA3-27FA-470C-AFCB-13801ADF915F}" presName="Accent1" presStyleCnt="0"/>
      <dgm:spPr/>
    </dgm:pt>
    <dgm:pt modelId="{C251C6C0-4718-4EF3-B9DD-B68F215BD7A8}" type="pres">
      <dgm:prSet presAssocID="{A4A86CA3-27FA-470C-AFCB-13801ADF915F}" presName="Accent" presStyleLbl="node1" presStyleIdx="2" presStyleCnt="3"/>
      <dgm:spPr/>
    </dgm:pt>
    <dgm:pt modelId="{692BD436-625E-4CE3-AF34-21C14AA002DE}" type="pres">
      <dgm:prSet presAssocID="{A4A86CA3-27FA-470C-AFCB-13801ADF915F}" presName="ParentBackground1" presStyleCnt="0"/>
      <dgm:spPr/>
    </dgm:pt>
    <dgm:pt modelId="{E6553E92-3243-4A10-9339-E460B61CFEB7}" type="pres">
      <dgm:prSet presAssocID="{A4A86CA3-27FA-470C-AFCB-13801ADF915F}" presName="ParentBackground" presStyleLbl="fgAcc1" presStyleIdx="2" presStyleCnt="3"/>
      <dgm:spPr/>
    </dgm:pt>
    <dgm:pt modelId="{8622F398-AFA9-4B54-817F-55187FD30FC0}" type="pres">
      <dgm:prSet presAssocID="{A4A86CA3-27FA-470C-AFCB-13801ADF915F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E408F2E-C059-44F6-A838-42C49BD43636}" type="presOf" srcId="{A4A86CA3-27FA-470C-AFCB-13801ADF915F}" destId="{E6553E92-3243-4A10-9339-E460B61CFEB7}" srcOrd="0" destOrd="0" presId="urn:microsoft.com/office/officeart/2011/layout/CircleProcess"/>
    <dgm:cxn modelId="{DA192A43-8F94-4F69-AD30-05DEB36790C6}" type="presOf" srcId="{1D9AFD05-6015-415C-BA36-944E08F4DFA2}" destId="{78D77476-317B-4786-A524-1B6FF0339E68}" srcOrd="0" destOrd="0" presId="urn:microsoft.com/office/officeart/2011/layout/CircleProcess"/>
    <dgm:cxn modelId="{06770F47-4006-470E-9FB5-8F13C30D4719}" srcId="{C02A6B02-944C-4385-8F7A-562FE8BF61F1}" destId="{693A4886-CEAC-4074-AC2E-5A50AF114BD8}" srcOrd="2" destOrd="0" parTransId="{3BFDD7F2-B0F8-4E42-AE86-41F4EDB077B0}" sibTransId="{949DABAE-1B86-4445-9205-6515DD4F0B40}"/>
    <dgm:cxn modelId="{F160E074-29A1-4A07-9450-5130333FB00F}" type="presOf" srcId="{693A4886-CEAC-4074-AC2E-5A50AF114BD8}" destId="{2576E575-8787-4F3F-B269-CAE4E7650C85}" srcOrd="0" destOrd="0" presId="urn:microsoft.com/office/officeart/2011/layout/CircleProcess"/>
    <dgm:cxn modelId="{04EB0090-71AA-45D2-A25F-C8A9BC859374}" srcId="{C02A6B02-944C-4385-8F7A-562FE8BF61F1}" destId="{A4A86CA3-27FA-470C-AFCB-13801ADF915F}" srcOrd="0" destOrd="0" parTransId="{59D9C940-F396-40AA-8253-EAE1885BE3EA}" sibTransId="{FE78BC43-A11F-46EA-ABB5-D15C7E43D977}"/>
    <dgm:cxn modelId="{245CF19C-55F4-4847-AD47-F2B83D8426DA}" type="presOf" srcId="{A4A86CA3-27FA-470C-AFCB-13801ADF915F}" destId="{8622F398-AFA9-4B54-817F-55187FD30FC0}" srcOrd="1" destOrd="0" presId="urn:microsoft.com/office/officeart/2011/layout/CircleProcess"/>
    <dgm:cxn modelId="{FEED49B6-CC4D-41D7-9E6C-3F824D91CB83}" srcId="{C02A6B02-944C-4385-8F7A-562FE8BF61F1}" destId="{1D9AFD05-6015-415C-BA36-944E08F4DFA2}" srcOrd="1" destOrd="0" parTransId="{B75A0975-28C8-4237-B008-CC305BA7F618}" sibTransId="{C8EEA47C-C0B9-4C5C-89CA-F56E801A7E81}"/>
    <dgm:cxn modelId="{172149DF-5D6E-4F23-A6F0-B525A88E616F}" type="presOf" srcId="{C02A6B02-944C-4385-8F7A-562FE8BF61F1}" destId="{619F1D4B-EB80-4E68-A8D6-CD3AA157EF5D}" srcOrd="0" destOrd="0" presId="urn:microsoft.com/office/officeart/2011/layout/CircleProcess"/>
    <dgm:cxn modelId="{4BD25DE9-302F-4963-B99B-A04913587000}" type="presOf" srcId="{1D9AFD05-6015-415C-BA36-944E08F4DFA2}" destId="{6A4AAF0C-83E4-421F-8FED-5D61427B256D}" srcOrd="1" destOrd="0" presId="urn:microsoft.com/office/officeart/2011/layout/CircleProcess"/>
    <dgm:cxn modelId="{2131E1F1-BF8C-49F7-A0A6-12800C2E9E3D}" type="presOf" srcId="{693A4886-CEAC-4074-AC2E-5A50AF114BD8}" destId="{E527A810-F940-4BDC-BBE2-67BD96775235}" srcOrd="1" destOrd="0" presId="urn:microsoft.com/office/officeart/2011/layout/CircleProcess"/>
    <dgm:cxn modelId="{20A5D6CC-96C0-4D1B-82A2-7B0401686B94}" type="presParOf" srcId="{619F1D4B-EB80-4E68-A8D6-CD3AA157EF5D}" destId="{DDA58898-21DE-4D44-AED7-6A6E3A187473}" srcOrd="0" destOrd="0" presId="urn:microsoft.com/office/officeart/2011/layout/CircleProcess"/>
    <dgm:cxn modelId="{3C44F70B-F208-40E8-84B4-FF639896FF02}" type="presParOf" srcId="{DDA58898-21DE-4D44-AED7-6A6E3A187473}" destId="{67D4D52D-F0A9-478C-9BB1-7433514FA296}" srcOrd="0" destOrd="0" presId="urn:microsoft.com/office/officeart/2011/layout/CircleProcess"/>
    <dgm:cxn modelId="{2BB46AC9-7E26-48AB-9E25-DFCD0662310D}" type="presParOf" srcId="{619F1D4B-EB80-4E68-A8D6-CD3AA157EF5D}" destId="{66C2C570-3E01-4625-85FB-494926EF63F6}" srcOrd="1" destOrd="0" presId="urn:microsoft.com/office/officeart/2011/layout/CircleProcess"/>
    <dgm:cxn modelId="{3E682C5E-4057-4760-8C6E-67E3587DF017}" type="presParOf" srcId="{66C2C570-3E01-4625-85FB-494926EF63F6}" destId="{2576E575-8787-4F3F-B269-CAE4E7650C85}" srcOrd="0" destOrd="0" presId="urn:microsoft.com/office/officeart/2011/layout/CircleProcess"/>
    <dgm:cxn modelId="{4DEC4FB3-410C-4C8D-A9F5-7EF2EA93B7C0}" type="presParOf" srcId="{619F1D4B-EB80-4E68-A8D6-CD3AA157EF5D}" destId="{E527A810-F940-4BDC-BBE2-67BD96775235}" srcOrd="2" destOrd="0" presId="urn:microsoft.com/office/officeart/2011/layout/CircleProcess"/>
    <dgm:cxn modelId="{A7F5DEBB-A6AB-4E56-9ABB-3EF2DDBDB855}" type="presParOf" srcId="{619F1D4B-EB80-4E68-A8D6-CD3AA157EF5D}" destId="{A026EB98-D455-4A81-9A13-E039A5B62EA4}" srcOrd="3" destOrd="0" presId="urn:microsoft.com/office/officeart/2011/layout/CircleProcess"/>
    <dgm:cxn modelId="{0A5DEDE4-28E7-44F9-BA08-E041489EC3CB}" type="presParOf" srcId="{A026EB98-D455-4A81-9A13-E039A5B62EA4}" destId="{71F039C1-2B3A-44FF-9253-06C278D744FE}" srcOrd="0" destOrd="0" presId="urn:microsoft.com/office/officeart/2011/layout/CircleProcess"/>
    <dgm:cxn modelId="{E1F69B1C-B90F-4D79-AB5A-37740DF17E90}" type="presParOf" srcId="{619F1D4B-EB80-4E68-A8D6-CD3AA157EF5D}" destId="{CC766666-F701-408E-BB2E-3FA410205059}" srcOrd="4" destOrd="0" presId="urn:microsoft.com/office/officeart/2011/layout/CircleProcess"/>
    <dgm:cxn modelId="{FCC14DEA-B27A-4A4E-8375-094E8F504EBF}" type="presParOf" srcId="{CC766666-F701-408E-BB2E-3FA410205059}" destId="{78D77476-317B-4786-A524-1B6FF0339E68}" srcOrd="0" destOrd="0" presId="urn:microsoft.com/office/officeart/2011/layout/CircleProcess"/>
    <dgm:cxn modelId="{C48C9F31-E7F5-4756-B59F-D3738FBA19A3}" type="presParOf" srcId="{619F1D4B-EB80-4E68-A8D6-CD3AA157EF5D}" destId="{6A4AAF0C-83E4-421F-8FED-5D61427B256D}" srcOrd="5" destOrd="0" presId="urn:microsoft.com/office/officeart/2011/layout/CircleProcess"/>
    <dgm:cxn modelId="{9193E7E2-A649-4448-9AB0-46CBEA75C4AB}" type="presParOf" srcId="{619F1D4B-EB80-4E68-A8D6-CD3AA157EF5D}" destId="{E287AD93-DA9C-498B-9E5E-E42E88C670E9}" srcOrd="6" destOrd="0" presId="urn:microsoft.com/office/officeart/2011/layout/CircleProcess"/>
    <dgm:cxn modelId="{EB339C4B-C3F0-46ED-A0C5-D4F2AFEB367E}" type="presParOf" srcId="{E287AD93-DA9C-498B-9E5E-E42E88C670E9}" destId="{C251C6C0-4718-4EF3-B9DD-B68F215BD7A8}" srcOrd="0" destOrd="0" presId="urn:microsoft.com/office/officeart/2011/layout/CircleProcess"/>
    <dgm:cxn modelId="{62D9A94E-FBB2-4FD7-9202-C49F1667C302}" type="presParOf" srcId="{619F1D4B-EB80-4E68-A8D6-CD3AA157EF5D}" destId="{692BD436-625E-4CE3-AF34-21C14AA002DE}" srcOrd="7" destOrd="0" presId="urn:microsoft.com/office/officeart/2011/layout/CircleProcess"/>
    <dgm:cxn modelId="{3C98BFA0-86C4-4219-ADFB-EDB93E222DC5}" type="presParOf" srcId="{692BD436-625E-4CE3-AF34-21C14AA002DE}" destId="{E6553E92-3243-4A10-9339-E460B61CFEB7}" srcOrd="0" destOrd="0" presId="urn:microsoft.com/office/officeart/2011/layout/CircleProcess"/>
    <dgm:cxn modelId="{60CDA626-5C5A-430E-ABF4-E3FA916C7EFE}" type="presParOf" srcId="{619F1D4B-EB80-4E68-A8D6-CD3AA157EF5D}" destId="{8622F398-AFA9-4B54-817F-55187FD30FC0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2A6B02-944C-4385-8F7A-562FE8BF61F1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4A86CA3-27FA-470C-AFCB-13801ADF915F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Write out the positive version of the number.</a:t>
          </a:r>
          <a:endParaRPr lang="en-GB" sz="2000" dirty="0"/>
        </a:p>
      </dgm:t>
    </dgm:pt>
    <dgm:pt modelId="{59D9C940-F396-40AA-8253-EAE1885BE3EA}" type="parTrans" cxnId="{04EB0090-71AA-45D2-A25F-C8A9BC859374}">
      <dgm:prSet/>
      <dgm:spPr/>
      <dgm:t>
        <a:bodyPr/>
        <a:lstStyle/>
        <a:p>
          <a:endParaRPr lang="en-GB"/>
        </a:p>
      </dgm:t>
    </dgm:pt>
    <dgm:pt modelId="{FE78BC43-A11F-46EA-ABB5-D15C7E43D977}" type="sibTrans" cxnId="{04EB0090-71AA-45D2-A25F-C8A9BC859374}">
      <dgm:prSet/>
      <dgm:spPr/>
      <dgm:t>
        <a:bodyPr/>
        <a:lstStyle/>
        <a:p>
          <a:endParaRPr lang="en-GB"/>
        </a:p>
      </dgm:t>
    </dgm:pt>
    <dgm:pt modelId="{1D9AFD05-6015-415C-BA36-944E08F4DFA2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Starting from the right-hand digit (the least significant bit), copy out each digit exactly as it appears </a:t>
          </a:r>
          <a:r>
            <a:rPr lang="en-GB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up to and including the first 1 </a:t>
          </a: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you come across.</a:t>
          </a:r>
          <a:endParaRPr lang="en-GB" sz="2000" dirty="0"/>
        </a:p>
      </dgm:t>
    </dgm:pt>
    <dgm:pt modelId="{B75A0975-28C8-4237-B008-CC305BA7F618}" type="parTrans" cxnId="{FEED49B6-CC4D-41D7-9E6C-3F824D91CB83}">
      <dgm:prSet/>
      <dgm:spPr/>
      <dgm:t>
        <a:bodyPr/>
        <a:lstStyle/>
        <a:p>
          <a:endParaRPr lang="en-GB"/>
        </a:p>
      </dgm:t>
    </dgm:pt>
    <dgm:pt modelId="{C8EEA47C-C0B9-4C5C-89CA-F56E801A7E81}" type="sibTrans" cxnId="{FEED49B6-CC4D-41D7-9E6C-3F824D91CB83}">
      <dgm:prSet/>
      <dgm:spPr/>
      <dgm:t>
        <a:bodyPr/>
        <a:lstStyle/>
        <a:p>
          <a:endParaRPr lang="en-GB"/>
        </a:p>
      </dgm:t>
    </dgm:pt>
    <dgm:pt modelId="{693A4886-CEAC-4074-AC2E-5A50AF114BD8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From the next digit onwards, </a:t>
          </a:r>
          <a:r>
            <a:rPr lang="en-GB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1 for a 0 </a:t>
          </a: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and </a:t>
          </a:r>
          <a:r>
            <a:rPr lang="en-GB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0 for a 1</a:t>
          </a:r>
          <a:r>
            <a: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en-GB" sz="2000" dirty="0"/>
        </a:p>
      </dgm:t>
    </dgm:pt>
    <dgm:pt modelId="{3BFDD7F2-B0F8-4E42-AE86-41F4EDB077B0}" type="parTrans" cxnId="{06770F47-4006-470E-9FB5-8F13C30D4719}">
      <dgm:prSet/>
      <dgm:spPr/>
      <dgm:t>
        <a:bodyPr/>
        <a:lstStyle/>
        <a:p>
          <a:endParaRPr lang="en-GB"/>
        </a:p>
      </dgm:t>
    </dgm:pt>
    <dgm:pt modelId="{949DABAE-1B86-4445-9205-6515DD4F0B40}" type="sibTrans" cxnId="{06770F47-4006-470E-9FB5-8F13C30D4719}">
      <dgm:prSet/>
      <dgm:spPr/>
      <dgm:t>
        <a:bodyPr/>
        <a:lstStyle/>
        <a:p>
          <a:endParaRPr lang="en-GB"/>
        </a:p>
      </dgm:t>
    </dgm:pt>
    <dgm:pt modelId="{619F1D4B-EB80-4E68-A8D6-CD3AA157EF5D}" type="pres">
      <dgm:prSet presAssocID="{C02A6B02-944C-4385-8F7A-562FE8BF61F1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DA58898-21DE-4D44-AED7-6A6E3A187473}" type="pres">
      <dgm:prSet presAssocID="{693A4886-CEAC-4074-AC2E-5A50AF114BD8}" presName="Accent3" presStyleCnt="0"/>
      <dgm:spPr/>
    </dgm:pt>
    <dgm:pt modelId="{67D4D52D-F0A9-478C-9BB1-7433514FA296}" type="pres">
      <dgm:prSet presAssocID="{693A4886-CEAC-4074-AC2E-5A50AF114BD8}" presName="Accent" presStyleLbl="node1" presStyleIdx="0" presStyleCnt="3"/>
      <dgm:spPr/>
    </dgm:pt>
    <dgm:pt modelId="{66C2C570-3E01-4625-85FB-494926EF63F6}" type="pres">
      <dgm:prSet presAssocID="{693A4886-CEAC-4074-AC2E-5A50AF114BD8}" presName="ParentBackground3" presStyleCnt="0"/>
      <dgm:spPr/>
    </dgm:pt>
    <dgm:pt modelId="{2576E575-8787-4F3F-B269-CAE4E7650C85}" type="pres">
      <dgm:prSet presAssocID="{693A4886-CEAC-4074-AC2E-5A50AF114BD8}" presName="ParentBackground" presStyleLbl="fgAcc1" presStyleIdx="0" presStyleCnt="3"/>
      <dgm:spPr/>
    </dgm:pt>
    <dgm:pt modelId="{E527A810-F940-4BDC-BBE2-67BD96775235}" type="pres">
      <dgm:prSet presAssocID="{693A4886-CEAC-4074-AC2E-5A50AF114BD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026EB98-D455-4A81-9A13-E039A5B62EA4}" type="pres">
      <dgm:prSet presAssocID="{1D9AFD05-6015-415C-BA36-944E08F4DFA2}" presName="Accent2" presStyleCnt="0"/>
      <dgm:spPr/>
    </dgm:pt>
    <dgm:pt modelId="{71F039C1-2B3A-44FF-9253-06C278D744FE}" type="pres">
      <dgm:prSet presAssocID="{1D9AFD05-6015-415C-BA36-944E08F4DFA2}" presName="Accent" presStyleLbl="node1" presStyleIdx="1" presStyleCnt="3"/>
      <dgm:spPr/>
    </dgm:pt>
    <dgm:pt modelId="{CC766666-F701-408E-BB2E-3FA410205059}" type="pres">
      <dgm:prSet presAssocID="{1D9AFD05-6015-415C-BA36-944E08F4DFA2}" presName="ParentBackground2" presStyleCnt="0"/>
      <dgm:spPr/>
    </dgm:pt>
    <dgm:pt modelId="{78D77476-317B-4786-A524-1B6FF0339E68}" type="pres">
      <dgm:prSet presAssocID="{1D9AFD05-6015-415C-BA36-944E08F4DFA2}" presName="ParentBackground" presStyleLbl="fgAcc1" presStyleIdx="1" presStyleCnt="3"/>
      <dgm:spPr/>
    </dgm:pt>
    <dgm:pt modelId="{6A4AAF0C-83E4-421F-8FED-5D61427B256D}" type="pres">
      <dgm:prSet presAssocID="{1D9AFD05-6015-415C-BA36-944E08F4DFA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287AD93-DA9C-498B-9E5E-E42E88C670E9}" type="pres">
      <dgm:prSet presAssocID="{A4A86CA3-27FA-470C-AFCB-13801ADF915F}" presName="Accent1" presStyleCnt="0"/>
      <dgm:spPr/>
    </dgm:pt>
    <dgm:pt modelId="{C251C6C0-4718-4EF3-B9DD-B68F215BD7A8}" type="pres">
      <dgm:prSet presAssocID="{A4A86CA3-27FA-470C-AFCB-13801ADF915F}" presName="Accent" presStyleLbl="node1" presStyleIdx="2" presStyleCnt="3"/>
      <dgm:spPr/>
    </dgm:pt>
    <dgm:pt modelId="{692BD436-625E-4CE3-AF34-21C14AA002DE}" type="pres">
      <dgm:prSet presAssocID="{A4A86CA3-27FA-470C-AFCB-13801ADF915F}" presName="ParentBackground1" presStyleCnt="0"/>
      <dgm:spPr/>
    </dgm:pt>
    <dgm:pt modelId="{E6553E92-3243-4A10-9339-E460B61CFEB7}" type="pres">
      <dgm:prSet presAssocID="{A4A86CA3-27FA-470C-AFCB-13801ADF915F}" presName="ParentBackground" presStyleLbl="fgAcc1" presStyleIdx="2" presStyleCnt="3"/>
      <dgm:spPr/>
    </dgm:pt>
    <dgm:pt modelId="{8622F398-AFA9-4B54-817F-55187FD30FC0}" type="pres">
      <dgm:prSet presAssocID="{A4A86CA3-27FA-470C-AFCB-13801ADF915F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E408F2E-C059-44F6-A838-42C49BD43636}" type="presOf" srcId="{A4A86CA3-27FA-470C-AFCB-13801ADF915F}" destId="{E6553E92-3243-4A10-9339-E460B61CFEB7}" srcOrd="0" destOrd="0" presId="urn:microsoft.com/office/officeart/2011/layout/CircleProcess"/>
    <dgm:cxn modelId="{DA192A43-8F94-4F69-AD30-05DEB36790C6}" type="presOf" srcId="{1D9AFD05-6015-415C-BA36-944E08F4DFA2}" destId="{78D77476-317B-4786-A524-1B6FF0339E68}" srcOrd="0" destOrd="0" presId="urn:microsoft.com/office/officeart/2011/layout/CircleProcess"/>
    <dgm:cxn modelId="{06770F47-4006-470E-9FB5-8F13C30D4719}" srcId="{C02A6B02-944C-4385-8F7A-562FE8BF61F1}" destId="{693A4886-CEAC-4074-AC2E-5A50AF114BD8}" srcOrd="2" destOrd="0" parTransId="{3BFDD7F2-B0F8-4E42-AE86-41F4EDB077B0}" sibTransId="{949DABAE-1B86-4445-9205-6515DD4F0B40}"/>
    <dgm:cxn modelId="{F160E074-29A1-4A07-9450-5130333FB00F}" type="presOf" srcId="{693A4886-CEAC-4074-AC2E-5A50AF114BD8}" destId="{2576E575-8787-4F3F-B269-CAE4E7650C85}" srcOrd="0" destOrd="0" presId="urn:microsoft.com/office/officeart/2011/layout/CircleProcess"/>
    <dgm:cxn modelId="{04EB0090-71AA-45D2-A25F-C8A9BC859374}" srcId="{C02A6B02-944C-4385-8F7A-562FE8BF61F1}" destId="{A4A86CA3-27FA-470C-AFCB-13801ADF915F}" srcOrd="0" destOrd="0" parTransId="{59D9C940-F396-40AA-8253-EAE1885BE3EA}" sibTransId="{FE78BC43-A11F-46EA-ABB5-D15C7E43D977}"/>
    <dgm:cxn modelId="{245CF19C-55F4-4847-AD47-F2B83D8426DA}" type="presOf" srcId="{A4A86CA3-27FA-470C-AFCB-13801ADF915F}" destId="{8622F398-AFA9-4B54-817F-55187FD30FC0}" srcOrd="1" destOrd="0" presId="urn:microsoft.com/office/officeart/2011/layout/CircleProcess"/>
    <dgm:cxn modelId="{FEED49B6-CC4D-41D7-9E6C-3F824D91CB83}" srcId="{C02A6B02-944C-4385-8F7A-562FE8BF61F1}" destId="{1D9AFD05-6015-415C-BA36-944E08F4DFA2}" srcOrd="1" destOrd="0" parTransId="{B75A0975-28C8-4237-B008-CC305BA7F618}" sibTransId="{C8EEA47C-C0B9-4C5C-89CA-F56E801A7E81}"/>
    <dgm:cxn modelId="{172149DF-5D6E-4F23-A6F0-B525A88E616F}" type="presOf" srcId="{C02A6B02-944C-4385-8F7A-562FE8BF61F1}" destId="{619F1D4B-EB80-4E68-A8D6-CD3AA157EF5D}" srcOrd="0" destOrd="0" presId="urn:microsoft.com/office/officeart/2011/layout/CircleProcess"/>
    <dgm:cxn modelId="{4BD25DE9-302F-4963-B99B-A04913587000}" type="presOf" srcId="{1D9AFD05-6015-415C-BA36-944E08F4DFA2}" destId="{6A4AAF0C-83E4-421F-8FED-5D61427B256D}" srcOrd="1" destOrd="0" presId="urn:microsoft.com/office/officeart/2011/layout/CircleProcess"/>
    <dgm:cxn modelId="{2131E1F1-BF8C-49F7-A0A6-12800C2E9E3D}" type="presOf" srcId="{693A4886-CEAC-4074-AC2E-5A50AF114BD8}" destId="{E527A810-F940-4BDC-BBE2-67BD96775235}" srcOrd="1" destOrd="0" presId="urn:microsoft.com/office/officeart/2011/layout/CircleProcess"/>
    <dgm:cxn modelId="{20A5D6CC-96C0-4D1B-82A2-7B0401686B94}" type="presParOf" srcId="{619F1D4B-EB80-4E68-A8D6-CD3AA157EF5D}" destId="{DDA58898-21DE-4D44-AED7-6A6E3A187473}" srcOrd="0" destOrd="0" presId="urn:microsoft.com/office/officeart/2011/layout/CircleProcess"/>
    <dgm:cxn modelId="{3C44F70B-F208-40E8-84B4-FF639896FF02}" type="presParOf" srcId="{DDA58898-21DE-4D44-AED7-6A6E3A187473}" destId="{67D4D52D-F0A9-478C-9BB1-7433514FA296}" srcOrd="0" destOrd="0" presId="urn:microsoft.com/office/officeart/2011/layout/CircleProcess"/>
    <dgm:cxn modelId="{2BB46AC9-7E26-48AB-9E25-DFCD0662310D}" type="presParOf" srcId="{619F1D4B-EB80-4E68-A8D6-CD3AA157EF5D}" destId="{66C2C570-3E01-4625-85FB-494926EF63F6}" srcOrd="1" destOrd="0" presId="urn:microsoft.com/office/officeart/2011/layout/CircleProcess"/>
    <dgm:cxn modelId="{3E682C5E-4057-4760-8C6E-67E3587DF017}" type="presParOf" srcId="{66C2C570-3E01-4625-85FB-494926EF63F6}" destId="{2576E575-8787-4F3F-B269-CAE4E7650C85}" srcOrd="0" destOrd="0" presId="urn:microsoft.com/office/officeart/2011/layout/CircleProcess"/>
    <dgm:cxn modelId="{4DEC4FB3-410C-4C8D-A9F5-7EF2EA93B7C0}" type="presParOf" srcId="{619F1D4B-EB80-4E68-A8D6-CD3AA157EF5D}" destId="{E527A810-F940-4BDC-BBE2-67BD96775235}" srcOrd="2" destOrd="0" presId="urn:microsoft.com/office/officeart/2011/layout/CircleProcess"/>
    <dgm:cxn modelId="{A7F5DEBB-A6AB-4E56-9ABB-3EF2DDBDB855}" type="presParOf" srcId="{619F1D4B-EB80-4E68-A8D6-CD3AA157EF5D}" destId="{A026EB98-D455-4A81-9A13-E039A5B62EA4}" srcOrd="3" destOrd="0" presId="urn:microsoft.com/office/officeart/2011/layout/CircleProcess"/>
    <dgm:cxn modelId="{0A5DEDE4-28E7-44F9-BA08-E041489EC3CB}" type="presParOf" srcId="{A026EB98-D455-4A81-9A13-E039A5B62EA4}" destId="{71F039C1-2B3A-44FF-9253-06C278D744FE}" srcOrd="0" destOrd="0" presId="urn:microsoft.com/office/officeart/2011/layout/CircleProcess"/>
    <dgm:cxn modelId="{E1F69B1C-B90F-4D79-AB5A-37740DF17E90}" type="presParOf" srcId="{619F1D4B-EB80-4E68-A8D6-CD3AA157EF5D}" destId="{CC766666-F701-408E-BB2E-3FA410205059}" srcOrd="4" destOrd="0" presId="urn:microsoft.com/office/officeart/2011/layout/CircleProcess"/>
    <dgm:cxn modelId="{FCC14DEA-B27A-4A4E-8375-094E8F504EBF}" type="presParOf" srcId="{CC766666-F701-408E-BB2E-3FA410205059}" destId="{78D77476-317B-4786-A524-1B6FF0339E68}" srcOrd="0" destOrd="0" presId="urn:microsoft.com/office/officeart/2011/layout/CircleProcess"/>
    <dgm:cxn modelId="{C48C9F31-E7F5-4756-B59F-D3738FBA19A3}" type="presParOf" srcId="{619F1D4B-EB80-4E68-A8D6-CD3AA157EF5D}" destId="{6A4AAF0C-83E4-421F-8FED-5D61427B256D}" srcOrd="5" destOrd="0" presId="urn:microsoft.com/office/officeart/2011/layout/CircleProcess"/>
    <dgm:cxn modelId="{9193E7E2-A649-4448-9AB0-46CBEA75C4AB}" type="presParOf" srcId="{619F1D4B-EB80-4E68-A8D6-CD3AA157EF5D}" destId="{E287AD93-DA9C-498B-9E5E-E42E88C670E9}" srcOrd="6" destOrd="0" presId="urn:microsoft.com/office/officeart/2011/layout/CircleProcess"/>
    <dgm:cxn modelId="{EB339C4B-C3F0-46ED-A0C5-D4F2AFEB367E}" type="presParOf" srcId="{E287AD93-DA9C-498B-9E5E-E42E88C670E9}" destId="{C251C6C0-4718-4EF3-B9DD-B68F215BD7A8}" srcOrd="0" destOrd="0" presId="urn:microsoft.com/office/officeart/2011/layout/CircleProcess"/>
    <dgm:cxn modelId="{62D9A94E-FBB2-4FD7-9202-C49F1667C302}" type="presParOf" srcId="{619F1D4B-EB80-4E68-A8D6-CD3AA157EF5D}" destId="{692BD436-625E-4CE3-AF34-21C14AA002DE}" srcOrd="7" destOrd="0" presId="urn:microsoft.com/office/officeart/2011/layout/CircleProcess"/>
    <dgm:cxn modelId="{3C98BFA0-86C4-4219-ADFB-EDB93E222DC5}" type="presParOf" srcId="{692BD436-625E-4CE3-AF34-21C14AA002DE}" destId="{E6553E92-3243-4A10-9339-E460B61CFEB7}" srcOrd="0" destOrd="0" presId="urn:microsoft.com/office/officeart/2011/layout/CircleProcess"/>
    <dgm:cxn modelId="{60CDA626-5C5A-430E-ABF4-E3FA916C7EFE}" type="presParOf" srcId="{619F1D4B-EB80-4E68-A8D6-CD3AA157EF5D}" destId="{8622F398-AFA9-4B54-817F-55187FD30FC0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4D52D-F0A9-478C-9BB1-7433514FA296}">
      <dsp:nvSpPr>
        <dsp:cNvPr id="0" name=""/>
        <dsp:cNvSpPr/>
      </dsp:nvSpPr>
      <dsp:spPr>
        <a:xfrm>
          <a:off x="8818806" y="1396881"/>
          <a:ext cx="3700305" cy="3700990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6E575-8787-4F3F-B269-CAE4E7650C85}">
      <dsp:nvSpPr>
        <dsp:cNvPr id="0" name=""/>
        <dsp:cNvSpPr/>
      </dsp:nvSpPr>
      <dsp:spPr>
        <a:xfrm>
          <a:off x="8941667" y="1520269"/>
          <a:ext cx="3454582" cy="3454214"/>
        </a:xfrm>
        <a:prstGeom prst="ellipse">
          <a:avLst/>
        </a:prstGeom>
        <a:solidFill>
          <a:schemeClr val="bg1">
            <a:alpha val="9000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From the next digit onwards, </a:t>
          </a:r>
          <a:r>
            <a:rPr lang="en-GB" sz="21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1 for a 0 </a:t>
          </a:r>
          <a:r>
            <a:rPr lang="en-GB" sz="21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and </a:t>
          </a:r>
          <a:r>
            <a:rPr lang="en-GB" sz="21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0 for a 1</a:t>
          </a:r>
          <a:r>
            <a:rPr lang="en-GB" sz="21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en-GB" sz="2100" kern="1200" dirty="0">
            <a:solidFill>
              <a:schemeClr val="bg1"/>
            </a:solidFill>
          </a:endParaRPr>
        </a:p>
      </dsp:txBody>
      <dsp:txXfrm>
        <a:off x="9435523" y="2013821"/>
        <a:ext cx="2466870" cy="2467110"/>
      </dsp:txXfrm>
    </dsp:sp>
    <dsp:sp modelId="{71F039C1-2B3A-44FF-9253-06C278D744FE}">
      <dsp:nvSpPr>
        <dsp:cNvPr id="0" name=""/>
        <dsp:cNvSpPr/>
      </dsp:nvSpPr>
      <dsp:spPr>
        <a:xfrm rot="2700000">
          <a:off x="4998890" y="1401355"/>
          <a:ext cx="3691393" cy="3691393"/>
        </a:xfrm>
        <a:prstGeom prst="teardrop">
          <a:avLst>
            <a:gd name="adj" fmla="val 100000"/>
          </a:avLst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77476-317B-4786-A524-1B6FF0339E68}">
      <dsp:nvSpPr>
        <dsp:cNvPr id="0" name=""/>
        <dsp:cNvSpPr/>
      </dsp:nvSpPr>
      <dsp:spPr>
        <a:xfrm>
          <a:off x="5117296" y="1520269"/>
          <a:ext cx="3454582" cy="3454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Starting from the right-hand digit (the least significant bit), copy out each digit exactly as it appears </a:t>
          </a:r>
          <a:r>
            <a:rPr lang="en-GB" sz="21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up to and including the first 1 </a:t>
          </a:r>
          <a:r>
            <a:rPr lang="en-GB" sz="21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you come across.</a:t>
          </a:r>
          <a:endParaRPr lang="en-GB" sz="2100" kern="1200" dirty="0">
            <a:solidFill>
              <a:schemeClr val="bg1"/>
            </a:solidFill>
          </a:endParaRPr>
        </a:p>
      </dsp:txBody>
      <dsp:txXfrm>
        <a:off x="5611151" y="2013821"/>
        <a:ext cx="2466870" cy="2467110"/>
      </dsp:txXfrm>
    </dsp:sp>
    <dsp:sp modelId="{C251C6C0-4718-4EF3-B9DD-B68F215BD7A8}">
      <dsp:nvSpPr>
        <dsp:cNvPr id="0" name=""/>
        <dsp:cNvSpPr/>
      </dsp:nvSpPr>
      <dsp:spPr>
        <a:xfrm rot="2700000">
          <a:off x="1174518" y="1401355"/>
          <a:ext cx="3691393" cy="3691393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53E92-3243-4A10-9339-E460B61CFEB7}">
      <dsp:nvSpPr>
        <dsp:cNvPr id="0" name=""/>
        <dsp:cNvSpPr/>
      </dsp:nvSpPr>
      <dsp:spPr>
        <a:xfrm>
          <a:off x="1292924" y="1520269"/>
          <a:ext cx="3454582" cy="3454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Write out the positive version of the number.</a:t>
          </a:r>
          <a:endParaRPr lang="en-GB" sz="2000" kern="1200" dirty="0"/>
        </a:p>
      </dsp:txBody>
      <dsp:txXfrm>
        <a:off x="1786779" y="2013821"/>
        <a:ext cx="2466870" cy="2467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4D52D-F0A9-478C-9BB1-7433514FA296}">
      <dsp:nvSpPr>
        <dsp:cNvPr id="0" name=""/>
        <dsp:cNvSpPr/>
      </dsp:nvSpPr>
      <dsp:spPr>
        <a:xfrm>
          <a:off x="8818806" y="1396881"/>
          <a:ext cx="3700305" cy="3700990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6E575-8787-4F3F-B269-CAE4E7650C85}">
      <dsp:nvSpPr>
        <dsp:cNvPr id="0" name=""/>
        <dsp:cNvSpPr/>
      </dsp:nvSpPr>
      <dsp:spPr>
        <a:xfrm>
          <a:off x="8941667" y="1520269"/>
          <a:ext cx="3454582" cy="3454214"/>
        </a:xfrm>
        <a:prstGeom prst="ellipse">
          <a:avLst/>
        </a:prstGeom>
        <a:solidFill>
          <a:schemeClr val="bg1">
            <a:alpha val="9000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8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From the next digit onwards, </a:t>
          </a:r>
          <a:r>
            <a:rPr lang="en-GB" sz="28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1 for a 0 </a:t>
          </a:r>
          <a:r>
            <a:rPr lang="en-GB" sz="28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and </a:t>
          </a:r>
          <a:r>
            <a:rPr lang="en-GB" sz="28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0 for a 1</a:t>
          </a:r>
          <a:r>
            <a:rPr lang="en-GB" sz="28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en-GB" sz="2800" kern="1200" dirty="0">
            <a:solidFill>
              <a:schemeClr val="bg1"/>
            </a:solidFill>
          </a:endParaRPr>
        </a:p>
      </dsp:txBody>
      <dsp:txXfrm>
        <a:off x="9435523" y="2013821"/>
        <a:ext cx="2466870" cy="2467110"/>
      </dsp:txXfrm>
    </dsp:sp>
    <dsp:sp modelId="{71F039C1-2B3A-44FF-9253-06C278D744FE}">
      <dsp:nvSpPr>
        <dsp:cNvPr id="0" name=""/>
        <dsp:cNvSpPr/>
      </dsp:nvSpPr>
      <dsp:spPr>
        <a:xfrm rot="2700000">
          <a:off x="4998890" y="1401355"/>
          <a:ext cx="3691393" cy="3691393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77476-317B-4786-A524-1B6FF0339E68}">
      <dsp:nvSpPr>
        <dsp:cNvPr id="0" name=""/>
        <dsp:cNvSpPr/>
      </dsp:nvSpPr>
      <dsp:spPr>
        <a:xfrm>
          <a:off x="5117296" y="1520269"/>
          <a:ext cx="3454582" cy="3454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Starting from the right-hand digit (the least significant bit), copy out each digit exactly as it appears </a:t>
          </a:r>
          <a:r>
            <a:rPr lang="en-GB" sz="2000" b="1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up to and including the first 1 </a:t>
          </a: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you come across.</a:t>
          </a:r>
          <a:endParaRPr lang="en-GB" sz="2000" kern="1200" dirty="0"/>
        </a:p>
      </dsp:txBody>
      <dsp:txXfrm>
        <a:off x="5611151" y="2013821"/>
        <a:ext cx="2466870" cy="2467110"/>
      </dsp:txXfrm>
    </dsp:sp>
    <dsp:sp modelId="{C251C6C0-4718-4EF3-B9DD-B68F215BD7A8}">
      <dsp:nvSpPr>
        <dsp:cNvPr id="0" name=""/>
        <dsp:cNvSpPr/>
      </dsp:nvSpPr>
      <dsp:spPr>
        <a:xfrm rot="2700000">
          <a:off x="1174518" y="1401355"/>
          <a:ext cx="3691393" cy="3691393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53E92-3243-4A10-9339-E460B61CFEB7}">
      <dsp:nvSpPr>
        <dsp:cNvPr id="0" name=""/>
        <dsp:cNvSpPr/>
      </dsp:nvSpPr>
      <dsp:spPr>
        <a:xfrm>
          <a:off x="1292924" y="1520269"/>
          <a:ext cx="3454582" cy="3454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Write out the positive version of the number.</a:t>
          </a:r>
          <a:endParaRPr lang="en-GB" sz="2000" kern="1200" dirty="0"/>
        </a:p>
      </dsp:txBody>
      <dsp:txXfrm>
        <a:off x="1786779" y="2013821"/>
        <a:ext cx="2466870" cy="2467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4D52D-F0A9-478C-9BB1-7433514FA296}">
      <dsp:nvSpPr>
        <dsp:cNvPr id="0" name=""/>
        <dsp:cNvSpPr/>
      </dsp:nvSpPr>
      <dsp:spPr>
        <a:xfrm>
          <a:off x="8818806" y="1396881"/>
          <a:ext cx="3700305" cy="37009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6E575-8787-4F3F-B269-CAE4E7650C85}">
      <dsp:nvSpPr>
        <dsp:cNvPr id="0" name=""/>
        <dsp:cNvSpPr/>
      </dsp:nvSpPr>
      <dsp:spPr>
        <a:xfrm>
          <a:off x="8941667" y="1520269"/>
          <a:ext cx="3454582" cy="3454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From the next digit onwards, </a:t>
          </a:r>
          <a:r>
            <a:rPr lang="en-GB" sz="2000" b="1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1 for a 0 </a:t>
          </a: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and </a:t>
          </a:r>
          <a:r>
            <a:rPr lang="en-GB" sz="2000" b="1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swap every 0 for a 1</a:t>
          </a: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en-GB" sz="2000" kern="1200" dirty="0"/>
        </a:p>
      </dsp:txBody>
      <dsp:txXfrm>
        <a:off x="9435523" y="2013821"/>
        <a:ext cx="2466870" cy="2467110"/>
      </dsp:txXfrm>
    </dsp:sp>
    <dsp:sp modelId="{71F039C1-2B3A-44FF-9253-06C278D744FE}">
      <dsp:nvSpPr>
        <dsp:cNvPr id="0" name=""/>
        <dsp:cNvSpPr/>
      </dsp:nvSpPr>
      <dsp:spPr>
        <a:xfrm rot="2700000">
          <a:off x="4998890" y="1401355"/>
          <a:ext cx="3691393" cy="3691393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77476-317B-4786-A524-1B6FF0339E68}">
      <dsp:nvSpPr>
        <dsp:cNvPr id="0" name=""/>
        <dsp:cNvSpPr/>
      </dsp:nvSpPr>
      <dsp:spPr>
        <a:xfrm>
          <a:off x="5117296" y="1520269"/>
          <a:ext cx="3454582" cy="3454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Starting from the right-hand digit (the least significant bit), copy out each digit exactly as it appears </a:t>
          </a:r>
          <a:r>
            <a:rPr lang="en-GB" sz="2000" b="1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up to and including the first 1 </a:t>
          </a: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you come across.</a:t>
          </a:r>
          <a:endParaRPr lang="en-GB" sz="2000" kern="1200" dirty="0"/>
        </a:p>
      </dsp:txBody>
      <dsp:txXfrm>
        <a:off x="5611151" y="2013821"/>
        <a:ext cx="2466870" cy="2467110"/>
      </dsp:txXfrm>
    </dsp:sp>
    <dsp:sp modelId="{C251C6C0-4718-4EF3-B9DD-B68F215BD7A8}">
      <dsp:nvSpPr>
        <dsp:cNvPr id="0" name=""/>
        <dsp:cNvSpPr/>
      </dsp:nvSpPr>
      <dsp:spPr>
        <a:xfrm rot="2700000">
          <a:off x="1174518" y="1401355"/>
          <a:ext cx="3691393" cy="3691393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53E92-3243-4A10-9339-E460B61CFEB7}">
      <dsp:nvSpPr>
        <dsp:cNvPr id="0" name=""/>
        <dsp:cNvSpPr/>
      </dsp:nvSpPr>
      <dsp:spPr>
        <a:xfrm>
          <a:off x="1292924" y="1520269"/>
          <a:ext cx="3454582" cy="3454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0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Write out the positive version of the number.</a:t>
          </a:r>
          <a:endParaRPr lang="en-GB" sz="2000" kern="1200" dirty="0"/>
        </a:p>
      </dsp:txBody>
      <dsp:txXfrm>
        <a:off x="1786779" y="2013821"/>
        <a:ext cx="2466870" cy="2467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1.1 Number systems | Logical binary shifts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Signed integers using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two's complement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553529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can we represent a negative number?</a:t>
            </a:r>
          </a:p>
        </p:txBody>
      </p: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FB2A5CB7-BA10-4EC9-9BF4-1CDDC10B6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79768"/>
              </p:ext>
            </p:extLst>
          </p:nvPr>
        </p:nvGraphicFramePr>
        <p:xfrm>
          <a:off x="1327187" y="2393048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7C987B21-ACDF-4AFD-B1BD-60A4D1962E02}"/>
              </a:ext>
            </a:extLst>
          </p:cNvPr>
          <p:cNvSpPr/>
          <p:nvPr/>
        </p:nvSpPr>
        <p:spPr>
          <a:xfrm>
            <a:off x="10225880" y="3075057"/>
            <a:ext cx="6389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58542-4476-1537-CF7F-1915D63B6BCC}"/>
              </a:ext>
            </a:extLst>
          </p:cNvPr>
          <p:cNvSpPr/>
          <p:nvPr/>
        </p:nvSpPr>
        <p:spPr>
          <a:xfrm>
            <a:off x="176565" y="1203046"/>
            <a:ext cx="1139857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previous video, we know the smallest number you can represent in binary is 0.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are using 8 bits: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82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553529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can we represent a negative number?</a:t>
            </a:r>
          </a:p>
        </p:txBody>
      </p: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FB2A5CB7-BA10-4EC9-9BF4-1CDDC10B6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713679"/>
              </p:ext>
            </p:extLst>
          </p:nvPr>
        </p:nvGraphicFramePr>
        <p:xfrm>
          <a:off x="1327187" y="2393048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1D425B03-FDF9-4BF1-8AEF-888754700F93}"/>
              </a:ext>
            </a:extLst>
          </p:cNvPr>
          <p:cNvSpPr/>
          <p:nvPr/>
        </p:nvSpPr>
        <p:spPr>
          <a:xfrm>
            <a:off x="176565" y="1203046"/>
            <a:ext cx="1139857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previous video, we know the smallest number you can represent in binary is 0.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are using 8 bits: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F8F8F-DE35-45AF-83AE-C8B537E7EEDA}"/>
              </a:ext>
            </a:extLst>
          </p:cNvPr>
          <p:cNvSpPr/>
          <p:nvPr/>
        </p:nvSpPr>
        <p:spPr>
          <a:xfrm>
            <a:off x="176564" y="4403984"/>
            <a:ext cx="11398571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also know that if we add a 1 in any of the columns, the number becomes positive and increases in value.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C256FD-F1E2-4D45-A706-0EBB71D425F7}"/>
              </a:ext>
            </a:extLst>
          </p:cNvPr>
          <p:cNvSpPr/>
          <p:nvPr/>
        </p:nvSpPr>
        <p:spPr>
          <a:xfrm>
            <a:off x="10225880" y="3075057"/>
            <a:ext cx="6389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F2C1C-5EC7-4A00-A104-6D045E564B9D}"/>
              </a:ext>
            </a:extLst>
          </p:cNvPr>
          <p:cNvSpPr/>
          <p:nvPr/>
        </p:nvSpPr>
        <p:spPr>
          <a:xfrm>
            <a:off x="10209333" y="3693354"/>
            <a:ext cx="6389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6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553529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can we represent a negative number?</a:t>
            </a:r>
          </a:p>
        </p:txBody>
      </p: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FB2A5CB7-BA10-4EC9-9BF4-1CDDC10B6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67306"/>
              </p:ext>
            </p:extLst>
          </p:nvPr>
        </p:nvGraphicFramePr>
        <p:xfrm>
          <a:off x="1327187" y="2393048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3C256FD-F1E2-4D45-A706-0EBB71D425F7}"/>
              </a:ext>
            </a:extLst>
          </p:cNvPr>
          <p:cNvSpPr/>
          <p:nvPr/>
        </p:nvSpPr>
        <p:spPr>
          <a:xfrm>
            <a:off x="10225880" y="3075057"/>
            <a:ext cx="6389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F2C1C-5EC7-4A00-A104-6D045E564B9D}"/>
              </a:ext>
            </a:extLst>
          </p:cNvPr>
          <p:cNvSpPr/>
          <p:nvPr/>
        </p:nvSpPr>
        <p:spPr>
          <a:xfrm>
            <a:off x="10209333" y="3693354"/>
            <a:ext cx="6389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AED0F7-C49C-4573-08F2-E3CDCA878601}"/>
              </a:ext>
            </a:extLst>
          </p:cNvPr>
          <p:cNvSpPr/>
          <p:nvPr/>
        </p:nvSpPr>
        <p:spPr>
          <a:xfrm>
            <a:off x="176565" y="1203046"/>
            <a:ext cx="1139857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previous video, we know the smallest number you can represent in binary is 0.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are using 8 bits: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276CD1-8BAE-9978-4A08-3DEAE94A57F2}"/>
              </a:ext>
            </a:extLst>
          </p:cNvPr>
          <p:cNvSpPr/>
          <p:nvPr/>
        </p:nvSpPr>
        <p:spPr>
          <a:xfrm>
            <a:off x="176565" y="4401240"/>
            <a:ext cx="1139857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also know that if we add a 1 in any of the columns, the number becomes positive and increases in value.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if adding 1s increases the number’s value, how can we represent negative numbers like -10?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66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390408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about a car's milometer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72CDA8-C9CD-4658-9033-99C7BBC918B6}"/>
              </a:ext>
            </a:extLst>
          </p:cNvPr>
          <p:cNvGrpSpPr/>
          <p:nvPr/>
        </p:nvGrpSpPr>
        <p:grpSpPr>
          <a:xfrm>
            <a:off x="324042" y="993174"/>
            <a:ext cx="3536543" cy="3857265"/>
            <a:chOff x="8183016" y="758174"/>
            <a:chExt cx="3536543" cy="3857265"/>
          </a:xfrm>
        </p:grpSpPr>
        <p:pic>
          <p:nvPicPr>
            <p:cNvPr id="3" name="Picture 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18CB15B-2C8F-4497-8B2E-195570834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3016" y="758174"/>
              <a:ext cx="3536543" cy="353654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7B24EE-F3D2-459B-9994-4884226B73BB}"/>
                </a:ext>
              </a:extLst>
            </p:cNvPr>
            <p:cNvSpPr/>
            <p:nvPr/>
          </p:nvSpPr>
          <p:spPr>
            <a:xfrm>
              <a:off x="8864871" y="4139189"/>
              <a:ext cx="2179368" cy="47625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F2001C3-7B5E-41C3-A0F0-B83CE88E0F1B}"/>
                </a:ext>
              </a:extLst>
            </p:cNvPr>
            <p:cNvGrpSpPr/>
            <p:nvPr/>
          </p:nvGrpSpPr>
          <p:grpSpPr>
            <a:xfrm>
              <a:off x="8898731" y="4175366"/>
              <a:ext cx="2102644" cy="396634"/>
              <a:chOff x="8898731" y="4175366"/>
              <a:chExt cx="1571628" cy="39663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0D7973-F5FD-4724-A5F8-E56DE8E01DE8}"/>
                  </a:ext>
                </a:extLst>
              </p:cNvPr>
              <p:cNvSpPr/>
              <p:nvPr/>
            </p:nvSpPr>
            <p:spPr>
              <a:xfrm>
                <a:off x="889873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0579532-429A-49C7-8F7A-2BD7F6D04C38}"/>
                  </a:ext>
                </a:extLst>
              </p:cNvPr>
              <p:cNvSpPr/>
              <p:nvPr/>
            </p:nvSpPr>
            <p:spPr>
              <a:xfrm>
                <a:off x="9160669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CCB794B-C666-40D2-876D-6DD7943CF11E}"/>
                  </a:ext>
                </a:extLst>
              </p:cNvPr>
              <p:cNvSpPr/>
              <p:nvPr/>
            </p:nvSpPr>
            <p:spPr>
              <a:xfrm>
                <a:off x="9422607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5C6745B-6EE6-4345-884B-C2AECB68847A}"/>
                  </a:ext>
                </a:extLst>
              </p:cNvPr>
              <p:cNvSpPr/>
              <p:nvPr/>
            </p:nvSpPr>
            <p:spPr>
              <a:xfrm>
                <a:off x="9684545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7C69D4-9D16-4BCF-BCDD-908DD7401218}"/>
                  </a:ext>
                </a:extLst>
              </p:cNvPr>
              <p:cNvSpPr/>
              <p:nvPr/>
            </p:nvSpPr>
            <p:spPr>
              <a:xfrm>
                <a:off x="9946483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3861148-F347-4554-AA0F-4E1141DCD9EE}"/>
                  </a:ext>
                </a:extLst>
              </p:cNvPr>
              <p:cNvSpPr/>
              <p:nvPr/>
            </p:nvSpPr>
            <p:spPr>
              <a:xfrm>
                <a:off x="1020842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48FE3C4-B777-4F85-BAD5-454E248046C3}"/>
              </a:ext>
            </a:extLst>
          </p:cNvPr>
          <p:cNvSpPr/>
          <p:nvPr/>
        </p:nvSpPr>
        <p:spPr>
          <a:xfrm>
            <a:off x="395479" y="5165275"/>
            <a:ext cx="333070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car leaves the factory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all digits set to 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91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390408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about a car's milometer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72CDA8-C9CD-4658-9033-99C7BBC918B6}"/>
              </a:ext>
            </a:extLst>
          </p:cNvPr>
          <p:cNvGrpSpPr/>
          <p:nvPr/>
        </p:nvGrpSpPr>
        <p:grpSpPr>
          <a:xfrm>
            <a:off x="324042" y="993174"/>
            <a:ext cx="3536543" cy="3857265"/>
            <a:chOff x="8183016" y="758174"/>
            <a:chExt cx="3536543" cy="3857265"/>
          </a:xfrm>
        </p:grpSpPr>
        <p:pic>
          <p:nvPicPr>
            <p:cNvPr id="3" name="Picture 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18CB15B-2C8F-4497-8B2E-195570834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3016" y="758174"/>
              <a:ext cx="3536543" cy="353654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7B24EE-F3D2-459B-9994-4884226B73BB}"/>
                </a:ext>
              </a:extLst>
            </p:cNvPr>
            <p:cNvSpPr/>
            <p:nvPr/>
          </p:nvSpPr>
          <p:spPr>
            <a:xfrm>
              <a:off x="8864871" y="4139189"/>
              <a:ext cx="2179368" cy="47625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F2001C3-7B5E-41C3-A0F0-B83CE88E0F1B}"/>
                </a:ext>
              </a:extLst>
            </p:cNvPr>
            <p:cNvGrpSpPr/>
            <p:nvPr/>
          </p:nvGrpSpPr>
          <p:grpSpPr>
            <a:xfrm>
              <a:off x="8898731" y="4175366"/>
              <a:ext cx="2102644" cy="396634"/>
              <a:chOff x="8898731" y="4175366"/>
              <a:chExt cx="1571628" cy="39663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0D7973-F5FD-4724-A5F8-E56DE8E01DE8}"/>
                  </a:ext>
                </a:extLst>
              </p:cNvPr>
              <p:cNvSpPr/>
              <p:nvPr/>
            </p:nvSpPr>
            <p:spPr>
              <a:xfrm>
                <a:off x="889873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0579532-429A-49C7-8F7A-2BD7F6D04C38}"/>
                  </a:ext>
                </a:extLst>
              </p:cNvPr>
              <p:cNvSpPr/>
              <p:nvPr/>
            </p:nvSpPr>
            <p:spPr>
              <a:xfrm>
                <a:off x="9160669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CCB794B-C666-40D2-876D-6DD7943CF11E}"/>
                  </a:ext>
                </a:extLst>
              </p:cNvPr>
              <p:cNvSpPr/>
              <p:nvPr/>
            </p:nvSpPr>
            <p:spPr>
              <a:xfrm>
                <a:off x="9422607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5C6745B-6EE6-4345-884B-C2AECB68847A}"/>
                  </a:ext>
                </a:extLst>
              </p:cNvPr>
              <p:cNvSpPr/>
              <p:nvPr/>
            </p:nvSpPr>
            <p:spPr>
              <a:xfrm>
                <a:off x="9684545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7C69D4-9D16-4BCF-BCDD-908DD7401218}"/>
                  </a:ext>
                </a:extLst>
              </p:cNvPr>
              <p:cNvSpPr/>
              <p:nvPr/>
            </p:nvSpPr>
            <p:spPr>
              <a:xfrm>
                <a:off x="9946483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3861148-F347-4554-AA0F-4E1141DCD9EE}"/>
                  </a:ext>
                </a:extLst>
              </p:cNvPr>
              <p:cNvSpPr/>
              <p:nvPr/>
            </p:nvSpPr>
            <p:spPr>
              <a:xfrm>
                <a:off x="1020842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2371A7-0E20-49D3-9E61-0F5C6CD3DA48}"/>
              </a:ext>
            </a:extLst>
          </p:cNvPr>
          <p:cNvGrpSpPr/>
          <p:nvPr/>
        </p:nvGrpSpPr>
        <p:grpSpPr>
          <a:xfrm>
            <a:off x="4327728" y="993174"/>
            <a:ext cx="3536543" cy="3857265"/>
            <a:chOff x="8183016" y="758174"/>
            <a:chExt cx="3536543" cy="3857265"/>
          </a:xfrm>
        </p:grpSpPr>
        <p:pic>
          <p:nvPicPr>
            <p:cNvPr id="19" name="Picture 1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AFD6B23-40AE-457F-BD97-7E76955FA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3016" y="758174"/>
              <a:ext cx="3536543" cy="353654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C0BC26-DEF6-4ECA-8E73-4F24098886FE}"/>
                </a:ext>
              </a:extLst>
            </p:cNvPr>
            <p:cNvSpPr/>
            <p:nvPr/>
          </p:nvSpPr>
          <p:spPr>
            <a:xfrm>
              <a:off x="8864871" y="4139189"/>
              <a:ext cx="2179368" cy="47625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1C70438-649E-4749-8EFC-A7461890EA40}"/>
                </a:ext>
              </a:extLst>
            </p:cNvPr>
            <p:cNvGrpSpPr/>
            <p:nvPr/>
          </p:nvGrpSpPr>
          <p:grpSpPr>
            <a:xfrm>
              <a:off x="8898731" y="4175366"/>
              <a:ext cx="2102644" cy="396634"/>
              <a:chOff x="8898731" y="4175366"/>
              <a:chExt cx="1571628" cy="39663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D7DF4DA-B26F-4507-9DA5-F968D05523E3}"/>
                  </a:ext>
                </a:extLst>
              </p:cNvPr>
              <p:cNvSpPr/>
              <p:nvPr/>
            </p:nvSpPr>
            <p:spPr>
              <a:xfrm>
                <a:off x="889873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4052FC8-4B49-456F-88EA-4F29C2BC4677}"/>
                  </a:ext>
                </a:extLst>
              </p:cNvPr>
              <p:cNvSpPr/>
              <p:nvPr/>
            </p:nvSpPr>
            <p:spPr>
              <a:xfrm>
                <a:off x="9160669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6832891-AC20-4E7E-9CB6-562859CF55F2}"/>
                  </a:ext>
                </a:extLst>
              </p:cNvPr>
              <p:cNvSpPr/>
              <p:nvPr/>
            </p:nvSpPr>
            <p:spPr>
              <a:xfrm>
                <a:off x="9422607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2571598-9E31-4E6E-AA81-049F30ED6372}"/>
                  </a:ext>
                </a:extLst>
              </p:cNvPr>
              <p:cNvSpPr/>
              <p:nvPr/>
            </p:nvSpPr>
            <p:spPr>
              <a:xfrm>
                <a:off x="9684545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7596DE0-4931-4B33-BB62-B5A707F6FEAE}"/>
                  </a:ext>
                </a:extLst>
              </p:cNvPr>
              <p:cNvSpPr/>
              <p:nvPr/>
            </p:nvSpPr>
            <p:spPr>
              <a:xfrm>
                <a:off x="9946483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5140266-18A7-4886-9A5E-1756FA8188B0}"/>
                  </a:ext>
                </a:extLst>
              </p:cNvPr>
              <p:cNvSpPr/>
              <p:nvPr/>
            </p:nvSpPr>
            <p:spPr>
              <a:xfrm>
                <a:off x="1020842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1</a:t>
                </a:r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48FE3C4-B777-4F85-BAD5-454E248046C3}"/>
              </a:ext>
            </a:extLst>
          </p:cNvPr>
          <p:cNvSpPr/>
          <p:nvPr/>
        </p:nvSpPr>
        <p:spPr>
          <a:xfrm>
            <a:off x="395479" y="5165275"/>
            <a:ext cx="333070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car leaves the factory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all digits set to 0.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D547C4-D62A-4E41-95E5-481303D431CE}"/>
              </a:ext>
            </a:extLst>
          </p:cNvPr>
          <p:cNvSpPr/>
          <p:nvPr/>
        </p:nvSpPr>
        <p:spPr>
          <a:xfrm>
            <a:off x="4378195" y="5165275"/>
            <a:ext cx="3433140" cy="1331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drive the car for one mile, we end up with 000001 on the meter.</a:t>
            </a:r>
          </a:p>
          <a:p>
            <a:pPr algn="ctr"/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think of this as +1 mile.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02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390408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about a car's milometer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72CDA8-C9CD-4658-9033-99C7BBC918B6}"/>
              </a:ext>
            </a:extLst>
          </p:cNvPr>
          <p:cNvGrpSpPr/>
          <p:nvPr/>
        </p:nvGrpSpPr>
        <p:grpSpPr>
          <a:xfrm>
            <a:off x="324042" y="993174"/>
            <a:ext cx="3536543" cy="3857265"/>
            <a:chOff x="8183016" y="758174"/>
            <a:chExt cx="3536543" cy="3857265"/>
          </a:xfrm>
        </p:grpSpPr>
        <p:pic>
          <p:nvPicPr>
            <p:cNvPr id="3" name="Picture 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18CB15B-2C8F-4497-8B2E-195570834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3016" y="758174"/>
              <a:ext cx="3536543" cy="353654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7B24EE-F3D2-459B-9994-4884226B73BB}"/>
                </a:ext>
              </a:extLst>
            </p:cNvPr>
            <p:cNvSpPr/>
            <p:nvPr/>
          </p:nvSpPr>
          <p:spPr>
            <a:xfrm>
              <a:off x="8864871" y="4139189"/>
              <a:ext cx="2179368" cy="47625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F2001C3-7B5E-41C3-A0F0-B83CE88E0F1B}"/>
                </a:ext>
              </a:extLst>
            </p:cNvPr>
            <p:cNvGrpSpPr/>
            <p:nvPr/>
          </p:nvGrpSpPr>
          <p:grpSpPr>
            <a:xfrm>
              <a:off x="8898731" y="4175366"/>
              <a:ext cx="2102644" cy="396634"/>
              <a:chOff x="8898731" y="4175366"/>
              <a:chExt cx="1571628" cy="39663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0D7973-F5FD-4724-A5F8-E56DE8E01DE8}"/>
                  </a:ext>
                </a:extLst>
              </p:cNvPr>
              <p:cNvSpPr/>
              <p:nvPr/>
            </p:nvSpPr>
            <p:spPr>
              <a:xfrm>
                <a:off x="889873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0579532-429A-49C7-8F7A-2BD7F6D04C38}"/>
                  </a:ext>
                </a:extLst>
              </p:cNvPr>
              <p:cNvSpPr/>
              <p:nvPr/>
            </p:nvSpPr>
            <p:spPr>
              <a:xfrm>
                <a:off x="9160669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CCB794B-C666-40D2-876D-6DD7943CF11E}"/>
                  </a:ext>
                </a:extLst>
              </p:cNvPr>
              <p:cNvSpPr/>
              <p:nvPr/>
            </p:nvSpPr>
            <p:spPr>
              <a:xfrm>
                <a:off x="9422607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5C6745B-6EE6-4345-884B-C2AECB68847A}"/>
                  </a:ext>
                </a:extLst>
              </p:cNvPr>
              <p:cNvSpPr/>
              <p:nvPr/>
            </p:nvSpPr>
            <p:spPr>
              <a:xfrm>
                <a:off x="9684545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7C69D4-9D16-4BCF-BCDD-908DD7401218}"/>
                  </a:ext>
                </a:extLst>
              </p:cNvPr>
              <p:cNvSpPr/>
              <p:nvPr/>
            </p:nvSpPr>
            <p:spPr>
              <a:xfrm>
                <a:off x="9946483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3861148-F347-4554-AA0F-4E1141DCD9EE}"/>
                  </a:ext>
                </a:extLst>
              </p:cNvPr>
              <p:cNvSpPr/>
              <p:nvPr/>
            </p:nvSpPr>
            <p:spPr>
              <a:xfrm>
                <a:off x="1020842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2371A7-0E20-49D3-9E61-0F5C6CD3DA48}"/>
              </a:ext>
            </a:extLst>
          </p:cNvPr>
          <p:cNvGrpSpPr/>
          <p:nvPr/>
        </p:nvGrpSpPr>
        <p:grpSpPr>
          <a:xfrm>
            <a:off x="4327728" y="993174"/>
            <a:ext cx="3536543" cy="3857265"/>
            <a:chOff x="8183016" y="758174"/>
            <a:chExt cx="3536543" cy="3857265"/>
          </a:xfrm>
        </p:grpSpPr>
        <p:pic>
          <p:nvPicPr>
            <p:cNvPr id="19" name="Picture 1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AFD6B23-40AE-457F-BD97-7E76955FA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3016" y="758174"/>
              <a:ext cx="3536543" cy="353654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C0BC26-DEF6-4ECA-8E73-4F24098886FE}"/>
                </a:ext>
              </a:extLst>
            </p:cNvPr>
            <p:cNvSpPr/>
            <p:nvPr/>
          </p:nvSpPr>
          <p:spPr>
            <a:xfrm>
              <a:off x="8864871" y="4139189"/>
              <a:ext cx="2179368" cy="47625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1C70438-649E-4749-8EFC-A7461890EA40}"/>
                </a:ext>
              </a:extLst>
            </p:cNvPr>
            <p:cNvGrpSpPr/>
            <p:nvPr/>
          </p:nvGrpSpPr>
          <p:grpSpPr>
            <a:xfrm>
              <a:off x="8898731" y="4175366"/>
              <a:ext cx="2102644" cy="396634"/>
              <a:chOff x="8898731" y="4175366"/>
              <a:chExt cx="1571628" cy="39663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D7DF4DA-B26F-4507-9DA5-F968D05523E3}"/>
                  </a:ext>
                </a:extLst>
              </p:cNvPr>
              <p:cNvSpPr/>
              <p:nvPr/>
            </p:nvSpPr>
            <p:spPr>
              <a:xfrm>
                <a:off x="889873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4052FC8-4B49-456F-88EA-4F29C2BC4677}"/>
                  </a:ext>
                </a:extLst>
              </p:cNvPr>
              <p:cNvSpPr/>
              <p:nvPr/>
            </p:nvSpPr>
            <p:spPr>
              <a:xfrm>
                <a:off x="9160669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6832891-AC20-4E7E-9CB6-562859CF55F2}"/>
                  </a:ext>
                </a:extLst>
              </p:cNvPr>
              <p:cNvSpPr/>
              <p:nvPr/>
            </p:nvSpPr>
            <p:spPr>
              <a:xfrm>
                <a:off x="9422607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2571598-9E31-4E6E-AA81-049F30ED6372}"/>
                  </a:ext>
                </a:extLst>
              </p:cNvPr>
              <p:cNvSpPr/>
              <p:nvPr/>
            </p:nvSpPr>
            <p:spPr>
              <a:xfrm>
                <a:off x="9684545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7596DE0-4931-4B33-BB62-B5A707F6FEAE}"/>
                  </a:ext>
                </a:extLst>
              </p:cNvPr>
              <p:cNvSpPr/>
              <p:nvPr/>
            </p:nvSpPr>
            <p:spPr>
              <a:xfrm>
                <a:off x="9946483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0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5140266-18A7-4886-9A5E-1756FA8188B0}"/>
                  </a:ext>
                </a:extLst>
              </p:cNvPr>
              <p:cNvSpPr/>
              <p:nvPr/>
            </p:nvSpPr>
            <p:spPr>
              <a:xfrm>
                <a:off x="1020842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1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AB5736-5100-416B-8585-637A48A2556C}"/>
              </a:ext>
            </a:extLst>
          </p:cNvPr>
          <p:cNvGrpSpPr/>
          <p:nvPr/>
        </p:nvGrpSpPr>
        <p:grpSpPr>
          <a:xfrm>
            <a:off x="8331414" y="993174"/>
            <a:ext cx="3536543" cy="3857265"/>
            <a:chOff x="8183016" y="758174"/>
            <a:chExt cx="3536543" cy="3857265"/>
          </a:xfrm>
        </p:grpSpPr>
        <p:pic>
          <p:nvPicPr>
            <p:cNvPr id="29" name="Picture 2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7E6B018-594B-45BB-9DE5-85AE71FC3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3016" y="758174"/>
              <a:ext cx="3536543" cy="3536543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8243F16-D4D2-43FF-A3F6-39A9F3702C72}"/>
                </a:ext>
              </a:extLst>
            </p:cNvPr>
            <p:cNvSpPr/>
            <p:nvPr/>
          </p:nvSpPr>
          <p:spPr>
            <a:xfrm>
              <a:off x="8864871" y="4139189"/>
              <a:ext cx="2179368" cy="47625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4A4D144-C498-4AE6-83C6-66B9523DE27D}"/>
                </a:ext>
              </a:extLst>
            </p:cNvPr>
            <p:cNvGrpSpPr/>
            <p:nvPr/>
          </p:nvGrpSpPr>
          <p:grpSpPr>
            <a:xfrm>
              <a:off x="8898731" y="4175366"/>
              <a:ext cx="2102644" cy="396634"/>
              <a:chOff x="8898731" y="4175366"/>
              <a:chExt cx="1571628" cy="396634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99BE993-3526-4829-B797-59BDEDF1CA8D}"/>
                  </a:ext>
                </a:extLst>
              </p:cNvPr>
              <p:cNvSpPr/>
              <p:nvPr/>
            </p:nvSpPr>
            <p:spPr>
              <a:xfrm>
                <a:off x="889873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2D1FBC6-8C17-4F5E-B9F2-AD1696B9EB65}"/>
                  </a:ext>
                </a:extLst>
              </p:cNvPr>
              <p:cNvSpPr/>
              <p:nvPr/>
            </p:nvSpPr>
            <p:spPr>
              <a:xfrm>
                <a:off x="9160669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9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80AC283-3284-4290-A81E-72FDF870C876}"/>
                  </a:ext>
                </a:extLst>
              </p:cNvPr>
              <p:cNvSpPr/>
              <p:nvPr/>
            </p:nvSpPr>
            <p:spPr>
              <a:xfrm>
                <a:off x="9422607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9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B5BA1CD-6980-4EFF-A42E-F123956C0B4D}"/>
                  </a:ext>
                </a:extLst>
              </p:cNvPr>
              <p:cNvSpPr/>
              <p:nvPr/>
            </p:nvSpPr>
            <p:spPr>
              <a:xfrm>
                <a:off x="9684545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9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7CC7EA2-01D1-4304-92A4-6B723DABCF70}"/>
                  </a:ext>
                </a:extLst>
              </p:cNvPr>
              <p:cNvSpPr/>
              <p:nvPr/>
            </p:nvSpPr>
            <p:spPr>
              <a:xfrm>
                <a:off x="9946483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9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BE376A8-29FE-4840-93AF-2A00BEEB70C1}"/>
                  </a:ext>
                </a:extLst>
              </p:cNvPr>
              <p:cNvSpPr/>
              <p:nvPr/>
            </p:nvSpPr>
            <p:spPr>
              <a:xfrm>
                <a:off x="10208421" y="4175366"/>
                <a:ext cx="261938" cy="39663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9</a:t>
                </a:r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48FE3C4-B777-4F85-BAD5-454E248046C3}"/>
              </a:ext>
            </a:extLst>
          </p:cNvPr>
          <p:cNvSpPr/>
          <p:nvPr/>
        </p:nvSpPr>
        <p:spPr>
          <a:xfrm>
            <a:off x="395479" y="5165275"/>
            <a:ext cx="333070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car leaves the factory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all digits set to 0.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634FB9-D031-4CDB-B606-2C51F40AB41F}"/>
              </a:ext>
            </a:extLst>
          </p:cNvPr>
          <p:cNvSpPr/>
          <p:nvPr/>
        </p:nvSpPr>
        <p:spPr>
          <a:xfrm>
            <a:off x="4378195" y="5165275"/>
            <a:ext cx="3433140" cy="1331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drive the car for one mile, we end up with 000001 on the meter.</a:t>
            </a:r>
          </a:p>
          <a:p>
            <a:pPr algn="ctr"/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think of this as +1 mile.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5AC0D6-73BB-47F6-A650-26A72398DAEE}"/>
              </a:ext>
            </a:extLst>
          </p:cNvPr>
          <p:cNvSpPr/>
          <p:nvPr/>
        </p:nvSpPr>
        <p:spPr>
          <a:xfrm>
            <a:off x="8168158" y="5165275"/>
            <a:ext cx="38605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Imagine if we could turn the meter back one mile to 999999.</a:t>
            </a:r>
          </a:p>
          <a:p>
            <a:pPr algn="ctr"/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think of this as -1 mile.</a:t>
            </a:r>
          </a:p>
          <a:p>
            <a:pPr algn="ctr"/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Computers can use a similar concept.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81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38217965-63BA-4057-A5E6-FAB01B43B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859838"/>
              </p:ext>
            </p:extLst>
          </p:nvPr>
        </p:nvGraphicFramePr>
        <p:xfrm>
          <a:off x="1498637" y="993174"/>
          <a:ext cx="8769350" cy="3418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6935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186261980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250347436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461912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14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652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03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18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25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05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1469D67-CA7D-807D-B713-F7D380E86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82922"/>
              </p:ext>
            </p:extLst>
          </p:nvPr>
        </p:nvGraphicFramePr>
        <p:xfrm>
          <a:off x="1498637" y="993174"/>
          <a:ext cx="8769350" cy="3418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6935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186261980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250347436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461912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14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652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03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18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2504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6B61E-64BA-4363-A521-F4DBC2A06681}"/>
              </a:ext>
            </a:extLst>
          </p:cNvPr>
          <p:cNvSpPr/>
          <p:nvPr/>
        </p:nvSpPr>
        <p:spPr>
          <a:xfrm>
            <a:off x="1360543" y="4881646"/>
            <a:ext cx="1139857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using the two’s complement method of representing binary numbers, you will notice that: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positive numbers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start with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</a:t>
            </a:r>
            <a:r>
              <a:rPr lang="en-GB" dirty="0"/>
              <a:t>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715864-C2D5-42B8-8805-34215EE51D16}"/>
              </a:ext>
            </a:extLst>
          </p:cNvPr>
          <p:cNvGrpSpPr/>
          <p:nvPr/>
        </p:nvGrpSpPr>
        <p:grpSpPr>
          <a:xfrm>
            <a:off x="1360543" y="2480310"/>
            <a:ext cx="9029327" cy="2045970"/>
            <a:chOff x="1360543" y="2480310"/>
            <a:chExt cx="9029327" cy="204597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C02170A-F5F5-4CA9-A3B3-9151A7263E3F}"/>
                </a:ext>
              </a:extLst>
            </p:cNvPr>
            <p:cNvSpPr/>
            <p:nvPr/>
          </p:nvSpPr>
          <p:spPr>
            <a:xfrm>
              <a:off x="9269730" y="2480310"/>
              <a:ext cx="1120140" cy="2045970"/>
            </a:xfrm>
            <a:prstGeom prst="roundRect">
              <a:avLst/>
            </a:prstGeom>
            <a:solidFill>
              <a:schemeClr val="accent4">
                <a:alpha val="50000"/>
              </a:schemeClr>
            </a:solidFill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6C36968-9831-4ECD-BAB2-3F0A1C3CF069}"/>
                </a:ext>
              </a:extLst>
            </p:cNvPr>
            <p:cNvSpPr/>
            <p:nvPr/>
          </p:nvSpPr>
          <p:spPr>
            <a:xfrm>
              <a:off x="1360543" y="2480310"/>
              <a:ext cx="1120140" cy="2045970"/>
            </a:xfrm>
            <a:prstGeom prst="roundRect">
              <a:avLst/>
            </a:prstGeom>
            <a:solidFill>
              <a:schemeClr val="accent4">
                <a:alpha val="50000"/>
              </a:schemeClr>
            </a:solidFill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98A75B1-6F6E-4151-9DC9-246E7A31C131}"/>
                </a:ext>
              </a:extLst>
            </p:cNvPr>
            <p:cNvCxnSpPr>
              <a:stCxn id="6" idx="0"/>
              <a:endCxn id="2" idx="0"/>
            </p:cNvCxnSpPr>
            <p:nvPr/>
          </p:nvCxnSpPr>
          <p:spPr>
            <a:xfrm>
              <a:off x="1920613" y="2480310"/>
              <a:ext cx="7909187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1B9D019-885F-4087-B4DF-D0C983974B15}"/>
                </a:ext>
              </a:extLst>
            </p:cNvPr>
            <p:cNvCxnSpPr/>
            <p:nvPr/>
          </p:nvCxnSpPr>
          <p:spPr>
            <a:xfrm>
              <a:off x="1928718" y="4526280"/>
              <a:ext cx="7909187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8134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C400CEC2-826B-5D12-784E-D2413C795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82922"/>
              </p:ext>
            </p:extLst>
          </p:nvPr>
        </p:nvGraphicFramePr>
        <p:xfrm>
          <a:off x="1498637" y="993174"/>
          <a:ext cx="8769350" cy="3418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6935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186261980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1250347436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461912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14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652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03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18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=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2504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42724ED-1116-4023-9E0B-F73281F01E4F}"/>
              </a:ext>
            </a:extLst>
          </p:cNvPr>
          <p:cNvGrpSpPr/>
          <p:nvPr/>
        </p:nvGrpSpPr>
        <p:grpSpPr>
          <a:xfrm>
            <a:off x="1360543" y="1107808"/>
            <a:ext cx="9029327" cy="1555382"/>
            <a:chOff x="1360543" y="2480310"/>
            <a:chExt cx="9029327" cy="204597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7162DF4-F106-4B12-BF36-7EE1DEDD06C1}"/>
                </a:ext>
              </a:extLst>
            </p:cNvPr>
            <p:cNvSpPr/>
            <p:nvPr/>
          </p:nvSpPr>
          <p:spPr>
            <a:xfrm>
              <a:off x="9269730" y="2480310"/>
              <a:ext cx="1120140" cy="2045970"/>
            </a:xfrm>
            <a:prstGeom prst="roundRect">
              <a:avLst/>
            </a:prstGeom>
            <a:solidFill>
              <a:schemeClr val="accent4">
                <a:alpha val="50000"/>
              </a:schemeClr>
            </a:solidFill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5DF9DFE-9309-4CB6-8A31-6F17C7FA985F}"/>
                </a:ext>
              </a:extLst>
            </p:cNvPr>
            <p:cNvSpPr/>
            <p:nvPr/>
          </p:nvSpPr>
          <p:spPr>
            <a:xfrm>
              <a:off x="1360543" y="2480310"/>
              <a:ext cx="1120140" cy="2045970"/>
            </a:xfrm>
            <a:prstGeom prst="roundRect">
              <a:avLst/>
            </a:prstGeom>
            <a:solidFill>
              <a:schemeClr val="accent4">
                <a:alpha val="50000"/>
              </a:schemeClr>
            </a:solidFill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4DB7BB-536A-43F5-9477-5CF69334AF8A}"/>
                </a:ext>
              </a:extLst>
            </p:cNvPr>
            <p:cNvCxnSpPr>
              <a:stCxn id="7" idx="0"/>
              <a:endCxn id="6" idx="0"/>
            </p:cNvCxnSpPr>
            <p:nvPr/>
          </p:nvCxnSpPr>
          <p:spPr>
            <a:xfrm>
              <a:off x="1920613" y="2480310"/>
              <a:ext cx="7909187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6EFFF77-DA2D-4F55-8CBA-0AF0B46F6319}"/>
                </a:ext>
              </a:extLst>
            </p:cNvPr>
            <p:cNvCxnSpPr/>
            <p:nvPr/>
          </p:nvCxnSpPr>
          <p:spPr>
            <a:xfrm>
              <a:off x="1928718" y="4526280"/>
              <a:ext cx="7909187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C2CC3EC-827B-7795-F7E4-EBF1A78BC205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2" descr="make_notes">
            <a:extLst>
              <a:ext uri="{FF2B5EF4-FFF2-40B4-BE49-F238E27FC236}">
                <a16:creationId xmlns:a16="http://schemas.microsoft.com/office/drawing/2014/main" id="{F7D19809-EFBA-5F5D-A19B-A88BB4A5E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930" y="65387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629B174-763B-75A2-556A-72C31212D87A}"/>
              </a:ext>
            </a:extLst>
          </p:cNvPr>
          <p:cNvSpPr/>
          <p:nvPr/>
        </p:nvSpPr>
        <p:spPr>
          <a:xfrm>
            <a:off x="1360543" y="4881646"/>
            <a:ext cx="1139857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using the two’s complement method of representing binary numbers, you will notice that: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positive numbers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start with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negative numbers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start with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en-GB" dirty="0"/>
              <a:t>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71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1A4DF18B-55F3-405E-A81F-205330C72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222854"/>
              </p:ext>
            </p:extLst>
          </p:nvPr>
        </p:nvGraphicFramePr>
        <p:xfrm>
          <a:off x="1711324" y="2004428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Notice that the left-hand bit – known as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most significant bit (MSB)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is now representing a negative value.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DF9B1D-564E-4F2D-B43C-7F2F78B5EE6B}"/>
              </a:ext>
            </a:extLst>
          </p:cNvPr>
          <p:cNvSpPr/>
          <p:nvPr/>
        </p:nvSpPr>
        <p:spPr>
          <a:xfrm>
            <a:off x="1543422" y="1873618"/>
            <a:ext cx="1394087" cy="69813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952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start by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(+117):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1316BF5E-3925-A946-3EEE-DB814F980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215679"/>
              </p:ext>
            </p:extLst>
          </p:nvPr>
        </p:nvGraphicFramePr>
        <p:xfrm>
          <a:off x="1711324" y="2004428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850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CA1136A1-E2FC-2066-E4D0-FD86CE2B3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896777"/>
              </p:ext>
            </p:extLst>
          </p:nvPr>
        </p:nvGraphicFramePr>
        <p:xfrm>
          <a:off x="1711324" y="2004428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start by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(+117):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BB8D6E-134F-48B2-BAC5-BFD41414A691}"/>
              </a:ext>
            </a:extLst>
          </p:cNvPr>
          <p:cNvSpPr/>
          <p:nvPr/>
        </p:nvSpPr>
        <p:spPr>
          <a:xfrm>
            <a:off x="1566282" y="2554522"/>
            <a:ext cx="1394087" cy="69813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848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1A4DF18B-55F3-405E-A81F-205330C72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08522"/>
              </p:ext>
            </p:extLst>
          </p:nvPr>
        </p:nvGraphicFramePr>
        <p:xfrm>
          <a:off x="1711324" y="2004428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start by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(+117):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24085-8AFB-44B1-ACD4-9A0BA23C9A83}"/>
              </a:ext>
            </a:extLst>
          </p:cNvPr>
          <p:cNvSpPr/>
          <p:nvPr/>
        </p:nvSpPr>
        <p:spPr>
          <a:xfrm>
            <a:off x="10589879" y="3341083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+117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C5E18-AFFE-4A34-96D1-4556E4A4E759}"/>
              </a:ext>
            </a:extLst>
          </p:cNvPr>
          <p:cNvSpPr/>
          <p:nvPr/>
        </p:nvSpPr>
        <p:spPr>
          <a:xfrm>
            <a:off x="3663316" y="3144248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69FC68-E0F6-446B-AB46-19895F1A2CC8}"/>
              </a:ext>
            </a:extLst>
          </p:cNvPr>
          <p:cNvSpPr/>
          <p:nvPr/>
        </p:nvSpPr>
        <p:spPr>
          <a:xfrm>
            <a:off x="4749166" y="3156416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8CBA6-2117-4AF0-83F0-2B47672D31DB}"/>
              </a:ext>
            </a:extLst>
          </p:cNvPr>
          <p:cNvSpPr/>
          <p:nvPr/>
        </p:nvSpPr>
        <p:spPr>
          <a:xfrm>
            <a:off x="6945631" y="3140686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0622B7-8821-4254-B0E1-51B81AE620F1}"/>
              </a:ext>
            </a:extLst>
          </p:cNvPr>
          <p:cNvSpPr/>
          <p:nvPr/>
        </p:nvSpPr>
        <p:spPr>
          <a:xfrm>
            <a:off x="9142096" y="3140686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942338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1A4DF18B-55F3-405E-A81F-205330C72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009766"/>
              </p:ext>
            </p:extLst>
          </p:nvPr>
        </p:nvGraphicFramePr>
        <p:xfrm>
          <a:off x="1711324" y="2004428"/>
          <a:ext cx="876935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1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87823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let’s try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(-117):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24085-8AFB-44B1-ACD4-9A0BA23C9A83}"/>
              </a:ext>
            </a:extLst>
          </p:cNvPr>
          <p:cNvSpPr/>
          <p:nvPr/>
        </p:nvSpPr>
        <p:spPr>
          <a:xfrm>
            <a:off x="10567019" y="2672755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+117</a:t>
            </a:r>
          </a:p>
        </p:txBody>
      </p:sp>
    </p:spTree>
    <p:extLst>
      <p:ext uri="{BB962C8B-B14F-4D97-AF65-F5344CB8AC3E}">
        <p14:creationId xmlns:p14="http://schemas.microsoft.com/office/powerpoint/2010/main" val="773111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1A4DF18B-55F3-405E-A81F-205330C72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251438"/>
              </p:ext>
            </p:extLst>
          </p:nvPr>
        </p:nvGraphicFramePr>
        <p:xfrm>
          <a:off x="1711324" y="2004428"/>
          <a:ext cx="876935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1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87823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let’s try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(-117):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24085-8AFB-44B1-ACD4-9A0BA23C9A83}"/>
              </a:ext>
            </a:extLst>
          </p:cNvPr>
          <p:cNvSpPr/>
          <p:nvPr/>
        </p:nvSpPr>
        <p:spPr>
          <a:xfrm>
            <a:off x="10567019" y="2672755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+117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B02C7A-FA1F-4ADE-BCA5-7B85E17E1D43}"/>
              </a:ext>
            </a:extLst>
          </p:cNvPr>
          <p:cNvSpPr/>
          <p:nvPr/>
        </p:nvSpPr>
        <p:spPr>
          <a:xfrm>
            <a:off x="1554852" y="3230474"/>
            <a:ext cx="1394087" cy="69813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397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1A4DF18B-55F3-405E-A81F-205330C72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314660"/>
              </p:ext>
            </p:extLst>
          </p:nvPr>
        </p:nvGraphicFramePr>
        <p:xfrm>
          <a:off x="1711324" y="2004428"/>
          <a:ext cx="876935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1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87823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let’s try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(-117):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24085-8AFB-44B1-ACD4-9A0BA23C9A83}"/>
              </a:ext>
            </a:extLst>
          </p:cNvPr>
          <p:cNvSpPr/>
          <p:nvPr/>
        </p:nvSpPr>
        <p:spPr>
          <a:xfrm>
            <a:off x="10567019" y="2672755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+117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367EF-2A18-4C99-A3A9-AF1ECBC97A03}"/>
              </a:ext>
            </a:extLst>
          </p:cNvPr>
          <p:cNvSpPr/>
          <p:nvPr/>
        </p:nvSpPr>
        <p:spPr>
          <a:xfrm>
            <a:off x="5857384" y="3803378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81BFC1-8EFB-40B4-A302-481FEBA6A562}"/>
              </a:ext>
            </a:extLst>
          </p:cNvPr>
          <p:cNvSpPr/>
          <p:nvPr/>
        </p:nvSpPr>
        <p:spPr>
          <a:xfrm>
            <a:off x="6096000" y="4473308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-120</a:t>
            </a:r>
          </a:p>
        </p:txBody>
      </p:sp>
    </p:spTree>
    <p:extLst>
      <p:ext uri="{BB962C8B-B14F-4D97-AF65-F5344CB8AC3E}">
        <p14:creationId xmlns:p14="http://schemas.microsoft.com/office/powerpoint/2010/main" val="2892288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1A4DF18B-55F3-405E-A81F-205330C72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325554"/>
              </p:ext>
            </p:extLst>
          </p:nvPr>
        </p:nvGraphicFramePr>
        <p:xfrm>
          <a:off x="1711324" y="2004428"/>
          <a:ext cx="876935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1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87823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390DC74-3BB2-451D-A76A-4DD56D6F338D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let’s try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(-117):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24085-8AFB-44B1-ACD4-9A0BA23C9A83}"/>
              </a:ext>
            </a:extLst>
          </p:cNvPr>
          <p:cNvSpPr/>
          <p:nvPr/>
        </p:nvSpPr>
        <p:spPr>
          <a:xfrm>
            <a:off x="10567019" y="2672755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+117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367EF-2A18-4C99-A3A9-AF1ECBC97A03}"/>
              </a:ext>
            </a:extLst>
          </p:cNvPr>
          <p:cNvSpPr/>
          <p:nvPr/>
        </p:nvSpPr>
        <p:spPr>
          <a:xfrm>
            <a:off x="5857384" y="3803378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81BFC1-8EFB-40B4-A302-481FEBA6A562}"/>
              </a:ext>
            </a:extLst>
          </p:cNvPr>
          <p:cNvSpPr/>
          <p:nvPr/>
        </p:nvSpPr>
        <p:spPr>
          <a:xfrm>
            <a:off x="8290560" y="4473308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-118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BB638F-75E4-4DED-BECF-3BD822BDBB91}"/>
              </a:ext>
            </a:extLst>
          </p:cNvPr>
          <p:cNvSpPr/>
          <p:nvPr/>
        </p:nvSpPr>
        <p:spPr>
          <a:xfrm>
            <a:off x="8039490" y="3803377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58165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1A4DF18B-55F3-405E-A81F-205330C72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823324"/>
              </p:ext>
            </p:extLst>
          </p:nvPr>
        </p:nvGraphicFramePr>
        <p:xfrm>
          <a:off x="1711324" y="2004428"/>
          <a:ext cx="876935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1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87823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9C24085-8AFB-44B1-ACD4-9A0BA23C9A83}"/>
              </a:ext>
            </a:extLst>
          </p:cNvPr>
          <p:cNvSpPr/>
          <p:nvPr/>
        </p:nvSpPr>
        <p:spPr>
          <a:xfrm>
            <a:off x="10567019" y="2672755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+117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367EF-2A18-4C99-A3A9-AF1ECBC97A03}"/>
              </a:ext>
            </a:extLst>
          </p:cNvPr>
          <p:cNvSpPr/>
          <p:nvPr/>
        </p:nvSpPr>
        <p:spPr>
          <a:xfrm>
            <a:off x="5857384" y="3803378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BB638F-75E4-4DED-BECF-3BD822BDBB91}"/>
              </a:ext>
            </a:extLst>
          </p:cNvPr>
          <p:cNvSpPr/>
          <p:nvPr/>
        </p:nvSpPr>
        <p:spPr>
          <a:xfrm>
            <a:off x="8039490" y="3803377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C62657-D250-4253-A18A-525A1E9AE669}"/>
              </a:ext>
            </a:extLst>
          </p:cNvPr>
          <p:cNvSpPr/>
          <p:nvPr/>
        </p:nvSpPr>
        <p:spPr>
          <a:xfrm>
            <a:off x="9141973" y="3803378"/>
            <a:ext cx="35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0218D2-A002-4167-B164-0DA06A9A3793}"/>
              </a:ext>
            </a:extLst>
          </p:cNvPr>
          <p:cNvSpPr/>
          <p:nvPr/>
        </p:nvSpPr>
        <p:spPr>
          <a:xfrm>
            <a:off x="10480676" y="4011643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-117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A1B37-589E-1CCB-3B78-A1ECE1F79FB5}"/>
              </a:ext>
            </a:extLst>
          </p:cNvPr>
          <p:cNvSpPr/>
          <p:nvPr/>
        </p:nvSpPr>
        <p:spPr>
          <a:xfrm>
            <a:off x="176565" y="523174"/>
            <a:ext cx="252986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Two’s complement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538A18-985B-C751-BF0D-20104CEE6135}"/>
              </a:ext>
            </a:extLst>
          </p:cNvPr>
          <p:cNvSpPr/>
          <p:nvPr/>
        </p:nvSpPr>
        <p:spPr>
          <a:xfrm>
            <a:off x="176565" y="993174"/>
            <a:ext cx="1139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let’s try representing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117 (-117):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" descr="make_notes">
            <a:extLst>
              <a:ext uri="{FF2B5EF4-FFF2-40B4-BE49-F238E27FC236}">
                <a16:creationId xmlns:a16="http://schemas.microsoft.com/office/drawing/2014/main" id="{91003385-E763-B62C-90F5-B3839B56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930" y="65387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204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91C5651-2287-5247-720A-D206BCCEE7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366747"/>
              </p:ext>
            </p:extLst>
          </p:nvPr>
        </p:nvGraphicFramePr>
        <p:xfrm>
          <a:off x="-737117" y="363894"/>
          <a:ext cx="12929118" cy="6494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5065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CBFEC91-6499-426E-CDD9-5FBFCFA70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6844461"/>
              </p:ext>
            </p:extLst>
          </p:nvPr>
        </p:nvGraphicFramePr>
        <p:xfrm>
          <a:off x="-737117" y="363894"/>
          <a:ext cx="12929118" cy="6494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0219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3BEB88A-3CD7-1B5A-BCD6-09C7B16F71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478507"/>
              </p:ext>
            </p:extLst>
          </p:nvPr>
        </p:nvGraphicFramePr>
        <p:xfrm>
          <a:off x="-737117" y="363894"/>
          <a:ext cx="12929118" cy="6494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1410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5BAECF-FCFB-6505-487A-436DEC3CD6A4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E01B92-9370-AD49-633D-A1F9D70ADBE0}"/>
              </a:ext>
            </a:extLst>
          </p:cNvPr>
          <p:cNvSpPr/>
          <p:nvPr/>
        </p:nvSpPr>
        <p:spPr>
          <a:xfrm>
            <a:off x="176565" y="1127261"/>
            <a:ext cx="876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convert the number +12 into -12.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C1996D3-99DF-481C-399E-C23EDBACC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24696"/>
              </p:ext>
            </p:extLst>
          </p:nvPr>
        </p:nvGraphicFramePr>
        <p:xfrm>
          <a:off x="1601799" y="1736996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375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06747B-CDEC-4BAF-BFA5-65A446F8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178020"/>
              </p:ext>
            </p:extLst>
          </p:nvPr>
        </p:nvGraphicFramePr>
        <p:xfrm>
          <a:off x="1601799" y="1736996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81D6DE-68BE-4CD7-9160-8696946FA700}"/>
              </a:ext>
            </a:extLst>
          </p:cNvPr>
          <p:cNvSpPr/>
          <p:nvPr/>
        </p:nvSpPr>
        <p:spPr>
          <a:xfrm>
            <a:off x="1601800" y="4012256"/>
            <a:ext cx="87693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out the positive version of the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right-hand digit (the least significant bit), copy out each digit exactly as it appears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to and including the first 1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come across.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next digit onwards,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1 for a 0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0 for a 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8E65C8-3587-4CFC-A148-BB1CEA8978DA}"/>
              </a:ext>
            </a:extLst>
          </p:cNvPr>
          <p:cNvSpPr/>
          <p:nvPr/>
        </p:nvSpPr>
        <p:spPr>
          <a:xfrm>
            <a:off x="1601799" y="4023686"/>
            <a:ext cx="4730421" cy="334590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705FD5-2552-A55D-E58B-89BB3302A48D}"/>
              </a:ext>
            </a:extLst>
          </p:cNvPr>
          <p:cNvSpPr/>
          <p:nvPr/>
        </p:nvSpPr>
        <p:spPr>
          <a:xfrm>
            <a:off x="176565" y="1127261"/>
            <a:ext cx="876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convert the number +12 into -12.</a:t>
            </a:r>
          </a:p>
        </p:txBody>
      </p:sp>
    </p:spTree>
    <p:extLst>
      <p:ext uri="{BB962C8B-B14F-4D97-AF65-F5344CB8AC3E}">
        <p14:creationId xmlns:p14="http://schemas.microsoft.com/office/powerpoint/2010/main" val="3278892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06747B-CDEC-4BAF-BFA5-65A446F8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86742"/>
              </p:ext>
            </p:extLst>
          </p:nvPr>
        </p:nvGraphicFramePr>
        <p:xfrm>
          <a:off x="1601799" y="1737010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81D6DE-68BE-4CD7-9160-8696946FA700}"/>
              </a:ext>
            </a:extLst>
          </p:cNvPr>
          <p:cNvSpPr/>
          <p:nvPr/>
        </p:nvSpPr>
        <p:spPr>
          <a:xfrm>
            <a:off x="1601800" y="4012270"/>
            <a:ext cx="87693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out the positive version of the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right-hand digit (the least significant bit), copy out each digit exactly as it appears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to and including the first 1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come across.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next digit onwards,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1 for a 0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0 for a 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8E65C8-3587-4CFC-A148-BB1CEA8978DA}"/>
              </a:ext>
            </a:extLst>
          </p:cNvPr>
          <p:cNvSpPr/>
          <p:nvPr/>
        </p:nvSpPr>
        <p:spPr>
          <a:xfrm>
            <a:off x="1601799" y="4320880"/>
            <a:ext cx="8690517" cy="608910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11630-3B69-71CB-F740-D90A2A1D4672}"/>
              </a:ext>
            </a:extLst>
          </p:cNvPr>
          <p:cNvSpPr/>
          <p:nvPr/>
        </p:nvSpPr>
        <p:spPr>
          <a:xfrm>
            <a:off x="176565" y="1127261"/>
            <a:ext cx="876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convert the number +12 into -12.</a:t>
            </a:r>
          </a:p>
        </p:txBody>
      </p:sp>
    </p:spTree>
    <p:extLst>
      <p:ext uri="{BB962C8B-B14F-4D97-AF65-F5344CB8AC3E}">
        <p14:creationId xmlns:p14="http://schemas.microsoft.com/office/powerpoint/2010/main" val="2149523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06747B-CDEC-4BAF-BFA5-65A446F8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634018"/>
              </p:ext>
            </p:extLst>
          </p:nvPr>
        </p:nvGraphicFramePr>
        <p:xfrm>
          <a:off x="1601799" y="1737010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81D6DE-68BE-4CD7-9160-8696946FA700}"/>
              </a:ext>
            </a:extLst>
          </p:cNvPr>
          <p:cNvSpPr/>
          <p:nvPr/>
        </p:nvSpPr>
        <p:spPr>
          <a:xfrm>
            <a:off x="1601800" y="4012270"/>
            <a:ext cx="87693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out the positive version of the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right-hand digit (the least significant bit), copy out each digit exactly as it appears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to and including the first 1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come across.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next digit onwards,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1 for a 0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0 for a 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8E65C8-3587-4CFC-A148-BB1CEA8978DA}"/>
              </a:ext>
            </a:extLst>
          </p:cNvPr>
          <p:cNvSpPr/>
          <p:nvPr/>
        </p:nvSpPr>
        <p:spPr>
          <a:xfrm>
            <a:off x="1601799" y="4880950"/>
            <a:ext cx="7499671" cy="334590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22173-FC25-4425-9F22-DEE3D6AA1AD9}"/>
              </a:ext>
            </a:extLst>
          </p:cNvPr>
          <p:cNvSpPr/>
          <p:nvPr/>
        </p:nvSpPr>
        <p:spPr>
          <a:xfrm>
            <a:off x="176565" y="1127261"/>
            <a:ext cx="876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convert the number +12 into -12.</a:t>
            </a:r>
          </a:p>
        </p:txBody>
      </p:sp>
    </p:spTree>
    <p:extLst>
      <p:ext uri="{BB962C8B-B14F-4D97-AF65-F5344CB8AC3E}">
        <p14:creationId xmlns:p14="http://schemas.microsoft.com/office/powerpoint/2010/main" val="681390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06747B-CDEC-4BAF-BFA5-65A446F8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78388"/>
              </p:ext>
            </p:extLst>
          </p:nvPr>
        </p:nvGraphicFramePr>
        <p:xfrm>
          <a:off x="1601799" y="1737010"/>
          <a:ext cx="8769352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6169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81D6DE-68BE-4CD7-9160-8696946FA700}"/>
              </a:ext>
            </a:extLst>
          </p:cNvPr>
          <p:cNvSpPr/>
          <p:nvPr/>
        </p:nvSpPr>
        <p:spPr>
          <a:xfrm>
            <a:off x="1601800" y="4012270"/>
            <a:ext cx="87693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out the positive version of the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right-hand digit (the least significant bit), copy out each digit exactly as it appears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to and including the first 1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come across.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next digit onwards,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1 for a 0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 every 0 for a 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971A7D-4A98-4159-B054-20119316FDB5}"/>
              </a:ext>
            </a:extLst>
          </p:cNvPr>
          <p:cNvSpPr/>
          <p:nvPr/>
        </p:nvSpPr>
        <p:spPr>
          <a:xfrm>
            <a:off x="10371151" y="2405337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+12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1F10AA-2BAF-4FA7-BB18-3FA39C74D3F2}"/>
              </a:ext>
            </a:extLst>
          </p:cNvPr>
          <p:cNvSpPr/>
          <p:nvPr/>
        </p:nvSpPr>
        <p:spPr>
          <a:xfrm>
            <a:off x="10371150" y="3042843"/>
            <a:ext cx="1274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-12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1986B-5420-FD8E-3EBC-4C5CEE47DAA4}"/>
              </a:ext>
            </a:extLst>
          </p:cNvPr>
          <p:cNvSpPr/>
          <p:nvPr/>
        </p:nvSpPr>
        <p:spPr>
          <a:xfrm>
            <a:off x="176565" y="523174"/>
            <a:ext cx="101945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easily turn a positive number into its two’s complement negative version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 descr="make_notes">
            <a:extLst>
              <a:ext uri="{FF2B5EF4-FFF2-40B4-BE49-F238E27FC236}">
                <a16:creationId xmlns:a16="http://schemas.microsoft.com/office/drawing/2014/main" id="{71776D0B-A7D3-8D47-9120-27AA6835C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930" y="65387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D0D25EE-0E87-A05B-3E00-D693E944B848}"/>
              </a:ext>
            </a:extLst>
          </p:cNvPr>
          <p:cNvSpPr/>
          <p:nvPr/>
        </p:nvSpPr>
        <p:spPr>
          <a:xfrm>
            <a:off x="176565" y="1127261"/>
            <a:ext cx="876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convert the number +12 into -12.</a:t>
            </a:r>
          </a:p>
        </p:txBody>
      </p:sp>
    </p:spTree>
    <p:extLst>
      <p:ext uri="{BB962C8B-B14F-4D97-AF65-F5344CB8AC3E}">
        <p14:creationId xmlns:p14="http://schemas.microsoft.com/office/powerpoint/2010/main" val="2113662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1709</Words>
  <Application>Microsoft Office PowerPoint</Application>
  <PresentationFormat>Widescreen</PresentationFormat>
  <Paragraphs>690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75</cp:revision>
  <dcterms:created xsi:type="dcterms:W3CDTF">2019-10-14T15:21:06Z</dcterms:created>
  <dcterms:modified xsi:type="dcterms:W3CDTF">2022-05-12T13:23:25Z</dcterms:modified>
</cp:coreProperties>
</file>