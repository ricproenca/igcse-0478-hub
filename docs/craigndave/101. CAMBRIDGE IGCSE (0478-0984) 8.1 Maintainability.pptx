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9" r:id="rId3"/>
    <p:sldId id="271" r:id="rId4"/>
    <p:sldId id="270" r:id="rId5"/>
    <p:sldId id="272" r:id="rId6"/>
    <p:sldId id="273" r:id="rId7"/>
    <p:sldId id="274" r:id="rId8"/>
    <p:sldId id="275" r:id="rId9"/>
    <p:sldId id="266" r:id="rId10"/>
    <p:sldId id="33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07" autoAdjust="0"/>
    <p:restoredTop sz="94748"/>
  </p:normalViewPr>
  <p:slideViewPr>
    <p:cSldViewPr snapToGrid="0">
      <p:cViewPr varScale="1">
        <p:scale>
          <a:sx n="101" d="100"/>
          <a:sy n="101" d="100"/>
        </p:scale>
        <p:origin x="90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02/09/2022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Maintainability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02/09/2022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://www.justintarte.com/2011/12/top-10-questions-to-ask-yourself-in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Maintainability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466532"/>
            <a:ext cx="1797711" cy="1655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program that is not well- maintained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8CDDC1-D82B-4214-B846-3E58CB0F34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1"/>
          <a:stretch/>
        </p:blipFill>
        <p:spPr>
          <a:xfrm>
            <a:off x="1797711" y="419877"/>
            <a:ext cx="10397403" cy="643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4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466532"/>
            <a:ext cx="1797711" cy="1655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program that is not well-maintained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38CDDC1-D82B-4214-B846-3E58CB0F34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1"/>
          <a:stretch/>
        </p:blipFill>
        <p:spPr>
          <a:xfrm>
            <a:off x="1797711" y="419877"/>
            <a:ext cx="10397403" cy="6438123"/>
          </a:xfrm>
          <a:prstGeom prst="rect">
            <a:avLst/>
          </a:prstGeom>
        </p:spPr>
      </p:pic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93D6674D-B0A4-4FD0-A61A-7C191F8B51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183724" y="1776703"/>
            <a:ext cx="4269533" cy="426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7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502359"/>
            <a:ext cx="1651028" cy="126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well-maintained program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E3BD4-1B33-4DFD-A4EF-BE6E3480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"/>
          <a:stretch/>
        </p:blipFill>
        <p:spPr>
          <a:xfrm>
            <a:off x="1651028" y="429209"/>
            <a:ext cx="10540972" cy="642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8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502359"/>
            <a:ext cx="1651028" cy="126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well-maintained program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E3BD4-1B33-4DFD-A4EF-BE6E3480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"/>
          <a:stretch/>
        </p:blipFill>
        <p:spPr>
          <a:xfrm>
            <a:off x="1651028" y="429209"/>
            <a:ext cx="10540972" cy="64287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8CC71-302A-49C8-93DE-E4C7987D4418}"/>
              </a:ext>
            </a:extLst>
          </p:cNvPr>
          <p:cNvSpPr/>
          <p:nvPr/>
        </p:nvSpPr>
        <p:spPr>
          <a:xfrm>
            <a:off x="1651028" y="1031034"/>
            <a:ext cx="10494317" cy="373224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190AB-F10A-41D0-B243-4B94969D0F97}"/>
              </a:ext>
            </a:extLst>
          </p:cNvPr>
          <p:cNvSpPr/>
          <p:nvPr/>
        </p:nvSpPr>
        <p:spPr>
          <a:xfrm>
            <a:off x="1651027" y="3805335"/>
            <a:ext cx="10494317" cy="373224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5B9E9-F2BB-4018-9C7B-E3EE7F1AA418}"/>
              </a:ext>
            </a:extLst>
          </p:cNvPr>
          <p:cNvSpPr/>
          <p:nvPr/>
        </p:nvSpPr>
        <p:spPr>
          <a:xfrm>
            <a:off x="1697683" y="1492898"/>
            <a:ext cx="10376129" cy="221135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3CE2BD-286F-4287-91C7-AC4B04E24A34}"/>
              </a:ext>
            </a:extLst>
          </p:cNvPr>
          <p:cNvSpPr/>
          <p:nvPr/>
        </p:nvSpPr>
        <p:spPr>
          <a:xfrm>
            <a:off x="1710120" y="4282751"/>
            <a:ext cx="10376129" cy="2416629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A5B4EC-B0F3-4514-A4BA-3F6B978C6B08}"/>
              </a:ext>
            </a:extLst>
          </p:cNvPr>
          <p:cNvSpPr/>
          <p:nvPr/>
        </p:nvSpPr>
        <p:spPr>
          <a:xfrm>
            <a:off x="46655" y="1920489"/>
            <a:ext cx="160437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Using comments to divide the program into distinct sections.</a:t>
            </a:r>
          </a:p>
        </p:txBody>
      </p:sp>
    </p:spTree>
    <p:extLst>
      <p:ext uri="{BB962C8B-B14F-4D97-AF65-F5344CB8AC3E}">
        <p14:creationId xmlns:p14="http://schemas.microsoft.com/office/powerpoint/2010/main" val="308157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502359"/>
            <a:ext cx="1651028" cy="126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well-maintained program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E3BD4-1B33-4DFD-A4EF-BE6E3480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"/>
          <a:stretch/>
        </p:blipFill>
        <p:spPr>
          <a:xfrm>
            <a:off x="1651028" y="429209"/>
            <a:ext cx="10540972" cy="64287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8CC71-302A-49C8-93DE-E4C7987D4418}"/>
              </a:ext>
            </a:extLst>
          </p:cNvPr>
          <p:cNvSpPr/>
          <p:nvPr/>
        </p:nvSpPr>
        <p:spPr>
          <a:xfrm>
            <a:off x="1725677" y="1753373"/>
            <a:ext cx="1034813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B5B9E9-F2BB-4018-9C7B-E3EE7F1AA418}"/>
              </a:ext>
            </a:extLst>
          </p:cNvPr>
          <p:cNvSpPr/>
          <p:nvPr/>
        </p:nvSpPr>
        <p:spPr>
          <a:xfrm>
            <a:off x="1697683" y="1492898"/>
            <a:ext cx="10376129" cy="2211355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C98CA-B309-4E2C-9060-2E34A642B547}"/>
              </a:ext>
            </a:extLst>
          </p:cNvPr>
          <p:cNvSpPr/>
          <p:nvPr/>
        </p:nvSpPr>
        <p:spPr>
          <a:xfrm>
            <a:off x="1725677" y="2191521"/>
            <a:ext cx="10348136" cy="533017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0939E-DFAC-44F3-B52A-81173713FA07}"/>
              </a:ext>
            </a:extLst>
          </p:cNvPr>
          <p:cNvSpPr/>
          <p:nvPr/>
        </p:nvSpPr>
        <p:spPr>
          <a:xfrm>
            <a:off x="1697682" y="3148300"/>
            <a:ext cx="1034813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BD4A83-6430-43AE-AC66-50D6254C2FAC}"/>
              </a:ext>
            </a:extLst>
          </p:cNvPr>
          <p:cNvSpPr/>
          <p:nvPr/>
        </p:nvSpPr>
        <p:spPr>
          <a:xfrm>
            <a:off x="46655" y="1920489"/>
            <a:ext cx="16043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Using comments to explain what various parts of the program are designed to do.</a:t>
            </a:r>
          </a:p>
        </p:txBody>
      </p:sp>
    </p:spTree>
    <p:extLst>
      <p:ext uri="{BB962C8B-B14F-4D97-AF65-F5344CB8AC3E}">
        <p14:creationId xmlns:p14="http://schemas.microsoft.com/office/powerpoint/2010/main" val="306333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502359"/>
            <a:ext cx="1651028" cy="126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well-maintained program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E3BD4-1B33-4DFD-A4EF-BE6E3480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"/>
          <a:stretch/>
        </p:blipFill>
        <p:spPr>
          <a:xfrm>
            <a:off x="1651028" y="429209"/>
            <a:ext cx="10540972" cy="64287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D18CC71-302A-49C8-93DE-E4C7987D4418}"/>
              </a:ext>
            </a:extLst>
          </p:cNvPr>
          <p:cNvSpPr/>
          <p:nvPr/>
        </p:nvSpPr>
        <p:spPr>
          <a:xfrm>
            <a:off x="2230016" y="1509995"/>
            <a:ext cx="84908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0A27B7-9C9F-4407-8ECB-32C0672BF3F7}"/>
              </a:ext>
            </a:extLst>
          </p:cNvPr>
          <p:cNvSpPr/>
          <p:nvPr/>
        </p:nvSpPr>
        <p:spPr>
          <a:xfrm>
            <a:off x="2230015" y="4302958"/>
            <a:ext cx="1380931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911143-2D3A-45D0-81EF-32BEB3948AA7}"/>
              </a:ext>
            </a:extLst>
          </p:cNvPr>
          <p:cNvSpPr/>
          <p:nvPr/>
        </p:nvSpPr>
        <p:spPr>
          <a:xfrm>
            <a:off x="2230015" y="1973027"/>
            <a:ext cx="70912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9C57-22EE-4792-B23C-EB7F796BCC13}"/>
              </a:ext>
            </a:extLst>
          </p:cNvPr>
          <p:cNvSpPr/>
          <p:nvPr/>
        </p:nvSpPr>
        <p:spPr>
          <a:xfrm>
            <a:off x="2985797" y="2665629"/>
            <a:ext cx="1082349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02670-C315-4ACB-B181-4CB1CBE4C06D}"/>
              </a:ext>
            </a:extLst>
          </p:cNvPr>
          <p:cNvSpPr/>
          <p:nvPr/>
        </p:nvSpPr>
        <p:spPr>
          <a:xfrm>
            <a:off x="5974703" y="2665629"/>
            <a:ext cx="1082349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6B516E-F520-4508-A9DD-15F5C0D36ED4}"/>
              </a:ext>
            </a:extLst>
          </p:cNvPr>
          <p:cNvSpPr/>
          <p:nvPr/>
        </p:nvSpPr>
        <p:spPr>
          <a:xfrm>
            <a:off x="2740090" y="5245919"/>
            <a:ext cx="132805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040CA9-E64E-4F51-A56D-9FC9A3199577}"/>
              </a:ext>
            </a:extLst>
          </p:cNvPr>
          <p:cNvSpPr/>
          <p:nvPr/>
        </p:nvSpPr>
        <p:spPr>
          <a:xfrm>
            <a:off x="3079102" y="5690477"/>
            <a:ext cx="914400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526BC0-1BA2-4377-B214-8E88127A0424}"/>
              </a:ext>
            </a:extLst>
          </p:cNvPr>
          <p:cNvSpPr/>
          <p:nvPr/>
        </p:nvSpPr>
        <p:spPr>
          <a:xfrm>
            <a:off x="3163076" y="1500664"/>
            <a:ext cx="108234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73C8AB-A718-4FC9-8F35-87EBFCE72387}"/>
              </a:ext>
            </a:extLst>
          </p:cNvPr>
          <p:cNvSpPr/>
          <p:nvPr/>
        </p:nvSpPr>
        <p:spPr>
          <a:xfrm>
            <a:off x="4329398" y="1509995"/>
            <a:ext cx="108234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F53381-6547-48B3-A816-381C277B661F}"/>
              </a:ext>
            </a:extLst>
          </p:cNvPr>
          <p:cNvSpPr/>
          <p:nvPr/>
        </p:nvSpPr>
        <p:spPr>
          <a:xfrm>
            <a:off x="3123715" y="3383092"/>
            <a:ext cx="108234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4A53F1-B34D-4FEC-B401-6845512F96EA}"/>
              </a:ext>
            </a:extLst>
          </p:cNvPr>
          <p:cNvSpPr/>
          <p:nvPr/>
        </p:nvSpPr>
        <p:spPr>
          <a:xfrm>
            <a:off x="4178072" y="2665629"/>
            <a:ext cx="68317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AE8958-54BC-41F5-B0EC-B4766ACD4331}"/>
              </a:ext>
            </a:extLst>
          </p:cNvPr>
          <p:cNvSpPr/>
          <p:nvPr/>
        </p:nvSpPr>
        <p:spPr>
          <a:xfrm>
            <a:off x="2782126" y="2939618"/>
            <a:ext cx="68317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C1DC70-E3A0-4BE9-9452-309A0AB79441}"/>
              </a:ext>
            </a:extLst>
          </p:cNvPr>
          <p:cNvSpPr/>
          <p:nvPr/>
        </p:nvSpPr>
        <p:spPr>
          <a:xfrm>
            <a:off x="3775836" y="2945823"/>
            <a:ext cx="68317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9BAA89-162B-41D3-BFBE-6894BD7E24AF}"/>
              </a:ext>
            </a:extLst>
          </p:cNvPr>
          <p:cNvSpPr/>
          <p:nvPr/>
        </p:nvSpPr>
        <p:spPr>
          <a:xfrm>
            <a:off x="4309718" y="3392595"/>
            <a:ext cx="683178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FAFB18-C254-4383-BBF4-5C5EAE9141BF}"/>
              </a:ext>
            </a:extLst>
          </p:cNvPr>
          <p:cNvSpPr/>
          <p:nvPr/>
        </p:nvSpPr>
        <p:spPr>
          <a:xfrm>
            <a:off x="3664889" y="4302958"/>
            <a:ext cx="794125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FDA66F-0590-4E12-BA13-DE26C65A3EA9}"/>
              </a:ext>
            </a:extLst>
          </p:cNvPr>
          <p:cNvSpPr/>
          <p:nvPr/>
        </p:nvSpPr>
        <p:spPr>
          <a:xfrm>
            <a:off x="2230015" y="4774438"/>
            <a:ext cx="933061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590D96-C5C4-4EEC-B1BF-14D8AECED5F6}"/>
              </a:ext>
            </a:extLst>
          </p:cNvPr>
          <p:cNvSpPr/>
          <p:nvPr/>
        </p:nvSpPr>
        <p:spPr>
          <a:xfrm>
            <a:off x="5199240" y="5236588"/>
            <a:ext cx="794125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DC7673-FB1A-4E69-8053-9733BD9BEC1D}"/>
              </a:ext>
            </a:extLst>
          </p:cNvPr>
          <p:cNvSpPr/>
          <p:nvPr/>
        </p:nvSpPr>
        <p:spPr>
          <a:xfrm>
            <a:off x="3284372" y="6163731"/>
            <a:ext cx="933061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2743D5-6AE1-4ADD-AF72-E0C7A53F033F}"/>
              </a:ext>
            </a:extLst>
          </p:cNvPr>
          <p:cNvSpPr/>
          <p:nvPr/>
        </p:nvSpPr>
        <p:spPr>
          <a:xfrm>
            <a:off x="3163076" y="6444431"/>
            <a:ext cx="933061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38B983-3B32-4C39-BB1F-E55C9B18EF24}"/>
              </a:ext>
            </a:extLst>
          </p:cNvPr>
          <p:cNvSpPr/>
          <p:nvPr/>
        </p:nvSpPr>
        <p:spPr>
          <a:xfrm>
            <a:off x="5157778" y="6169624"/>
            <a:ext cx="132805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F99E0E-096D-4DEC-AB5C-F90F30A2EEFD}"/>
              </a:ext>
            </a:extLst>
          </p:cNvPr>
          <p:cNvSpPr/>
          <p:nvPr/>
        </p:nvSpPr>
        <p:spPr>
          <a:xfrm>
            <a:off x="4268246" y="5703106"/>
            <a:ext cx="1328056" cy="2807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61C836-ED37-4215-86F8-C5F7F6E9EFF0}"/>
              </a:ext>
            </a:extLst>
          </p:cNvPr>
          <p:cNvSpPr/>
          <p:nvPr/>
        </p:nvSpPr>
        <p:spPr>
          <a:xfrm>
            <a:off x="46655" y="1920489"/>
            <a:ext cx="160437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Using sensible, descriptive identifier names.</a:t>
            </a:r>
          </a:p>
        </p:txBody>
      </p:sp>
    </p:spTree>
    <p:extLst>
      <p:ext uri="{BB962C8B-B14F-4D97-AF65-F5344CB8AC3E}">
        <p14:creationId xmlns:p14="http://schemas.microsoft.com/office/powerpoint/2010/main" val="4125533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88EA8A-8C1A-434A-88D8-E0A4CF8FD388}"/>
              </a:ext>
            </a:extLst>
          </p:cNvPr>
          <p:cNvSpPr/>
          <p:nvPr/>
        </p:nvSpPr>
        <p:spPr>
          <a:xfrm>
            <a:off x="46655" y="502359"/>
            <a:ext cx="1651028" cy="1260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well-maintained program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E3BD4-1B33-4DFD-A4EF-BE6E3480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"/>
          <a:stretch/>
        </p:blipFill>
        <p:spPr>
          <a:xfrm>
            <a:off x="1651028" y="429209"/>
            <a:ext cx="10540972" cy="642879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E451FE0-5B9F-4548-B3DB-27CEC1383C4A}"/>
              </a:ext>
            </a:extLst>
          </p:cNvPr>
          <p:cNvGrpSpPr/>
          <p:nvPr/>
        </p:nvGrpSpPr>
        <p:grpSpPr>
          <a:xfrm>
            <a:off x="1768475" y="2008187"/>
            <a:ext cx="479425" cy="200025"/>
            <a:chOff x="1781175" y="1985962"/>
            <a:chExt cx="479425" cy="20002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CC8313F-594F-4822-AB47-B494F8F83618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A01AE3F-4410-4398-8917-408A6CFEF814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15EB647-511B-4A3A-8185-840EF5A1BB82}"/>
              </a:ext>
            </a:extLst>
          </p:cNvPr>
          <p:cNvGrpSpPr/>
          <p:nvPr/>
        </p:nvGrpSpPr>
        <p:grpSpPr>
          <a:xfrm>
            <a:off x="1768475" y="2719387"/>
            <a:ext cx="479425" cy="200025"/>
            <a:chOff x="1781175" y="1985962"/>
            <a:chExt cx="479425" cy="200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40258BA-641E-4E15-8D68-248DA9B8EC3B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A3503BD-65C7-41C9-9B9A-F2E605CE7DD8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34FD1B-2953-4F7F-9AB1-4DC1F6E4EED6}"/>
              </a:ext>
            </a:extLst>
          </p:cNvPr>
          <p:cNvGrpSpPr/>
          <p:nvPr/>
        </p:nvGrpSpPr>
        <p:grpSpPr>
          <a:xfrm>
            <a:off x="1768475" y="2954336"/>
            <a:ext cx="990596" cy="200025"/>
            <a:chOff x="1781175" y="1985962"/>
            <a:chExt cx="479425" cy="20002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3EC7CF5-0CCD-4D45-B239-A7A670D2CAC2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4297B4-4661-4A7F-8FD4-412925831E23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8A160-B4F3-4FBE-9238-61E04A84D70C}"/>
              </a:ext>
            </a:extLst>
          </p:cNvPr>
          <p:cNvGrpSpPr/>
          <p:nvPr/>
        </p:nvGrpSpPr>
        <p:grpSpPr>
          <a:xfrm>
            <a:off x="1784348" y="3424236"/>
            <a:ext cx="479425" cy="200025"/>
            <a:chOff x="1781175" y="1985962"/>
            <a:chExt cx="479425" cy="20002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787ACF-1400-4813-9D7D-35B80A9F873F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99E45C9-83B0-4AD0-89AE-1ECC2287B96E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8F2849-8FA7-42F3-BEAF-0D746EE27FEB}"/>
              </a:ext>
            </a:extLst>
          </p:cNvPr>
          <p:cNvGrpSpPr/>
          <p:nvPr/>
        </p:nvGrpSpPr>
        <p:grpSpPr>
          <a:xfrm>
            <a:off x="1768474" y="4806155"/>
            <a:ext cx="479425" cy="200025"/>
            <a:chOff x="1781175" y="1985962"/>
            <a:chExt cx="479425" cy="20002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84318F3-863D-45B5-B491-B99DDA277B5A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E12E93A-1B6D-4403-AFD1-539458C7BB7C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829803E-E127-4EFE-9476-389C392F6F85}"/>
              </a:ext>
            </a:extLst>
          </p:cNvPr>
          <p:cNvGrpSpPr/>
          <p:nvPr/>
        </p:nvGrpSpPr>
        <p:grpSpPr>
          <a:xfrm>
            <a:off x="1766885" y="5276055"/>
            <a:ext cx="479425" cy="200025"/>
            <a:chOff x="1781175" y="1985962"/>
            <a:chExt cx="479425" cy="20002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23D842E-96CB-47B4-9515-179238B1D802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CBFDE72-F57F-4C74-BF05-1B1A6738D7F5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5FC096-C9B9-49CD-AC56-E075C5F43314}"/>
              </a:ext>
            </a:extLst>
          </p:cNvPr>
          <p:cNvGrpSpPr/>
          <p:nvPr/>
        </p:nvGrpSpPr>
        <p:grpSpPr>
          <a:xfrm>
            <a:off x="1784348" y="5745957"/>
            <a:ext cx="990596" cy="200025"/>
            <a:chOff x="1781175" y="1985962"/>
            <a:chExt cx="479425" cy="20002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6E06986-B30E-49F8-B43A-40B7A2E4C764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AC64964-0DBC-4544-8AAA-1441B5593807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241EB19-FB9C-4C38-81E4-151317B56737}"/>
              </a:ext>
            </a:extLst>
          </p:cNvPr>
          <p:cNvGrpSpPr/>
          <p:nvPr/>
        </p:nvGrpSpPr>
        <p:grpSpPr>
          <a:xfrm>
            <a:off x="1784347" y="6215856"/>
            <a:ext cx="1504151" cy="200025"/>
            <a:chOff x="1781175" y="1985962"/>
            <a:chExt cx="479425" cy="200025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D0865B-10A6-4F75-B1EB-D38B4CC5E164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894E3E7-B874-4C13-8FF4-604583ADA805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015DCAD-3E2C-4916-B06A-CF514A8C7E3D}"/>
              </a:ext>
            </a:extLst>
          </p:cNvPr>
          <p:cNvGrpSpPr/>
          <p:nvPr/>
        </p:nvGrpSpPr>
        <p:grpSpPr>
          <a:xfrm>
            <a:off x="1784347" y="6457951"/>
            <a:ext cx="479425" cy="200025"/>
            <a:chOff x="1781175" y="1985962"/>
            <a:chExt cx="479425" cy="200025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3EB1D5-1CAF-4F17-83A2-2714210163C5}"/>
                </a:ext>
              </a:extLst>
            </p:cNvPr>
            <p:cNvCxnSpPr/>
            <p:nvPr/>
          </p:nvCxnSpPr>
          <p:spPr>
            <a:xfrm>
              <a:off x="1781175" y="1985962"/>
              <a:ext cx="0" cy="200025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1056E5B-0299-4017-A5BA-512320B75600}"/>
                </a:ext>
              </a:extLst>
            </p:cNvPr>
            <p:cNvCxnSpPr/>
            <p:nvPr/>
          </p:nvCxnSpPr>
          <p:spPr>
            <a:xfrm>
              <a:off x="1781175" y="2085975"/>
              <a:ext cx="479425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809FE40-9B98-4961-B4A0-7C44B03F0C49}"/>
              </a:ext>
            </a:extLst>
          </p:cNvPr>
          <p:cNvSpPr/>
          <p:nvPr/>
        </p:nvSpPr>
        <p:spPr>
          <a:xfrm>
            <a:off x="46655" y="1920489"/>
            <a:ext cx="16043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Using indentation.</a:t>
            </a:r>
          </a:p>
        </p:txBody>
      </p:sp>
    </p:spTree>
    <p:extLst>
      <p:ext uri="{BB962C8B-B14F-4D97-AF65-F5344CB8AC3E}">
        <p14:creationId xmlns:p14="http://schemas.microsoft.com/office/powerpoint/2010/main" val="349942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483744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maintainable 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F227C-0D82-4267-8CF9-4E4A8735984A}"/>
              </a:ext>
            </a:extLst>
          </p:cNvPr>
          <p:cNvSpPr/>
          <p:nvPr/>
        </p:nvSpPr>
        <p:spPr>
          <a:xfrm>
            <a:off x="336959" y="1845844"/>
            <a:ext cx="1130977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/>
              <a:t>To make your code as easy to read and maintain as possible, make sure you 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Comments to divide the program into sections and explain: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The program’s purpose.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Sections of code – typically, selections, iterations and procedures.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Any unusual approaches taken.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White space to make program sections easier to see.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Indentation for every selection and iteration branch.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Descriptive variable names, explaining each variable’s purpose with a comment when it is declared.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Procedures and/or functions to: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en-GB" dirty="0"/>
              <a:t>Structure code.</a:t>
            </a:r>
          </a:p>
          <a:p>
            <a:pPr marL="1200150" lvl="2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dirty="0"/>
              <a:t>Eliminate duplicate code.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Constants – declared at the top of the program.</a:t>
            </a: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046F2723-A347-E61F-ADA1-656059AFC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1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176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162</cp:revision>
  <dcterms:created xsi:type="dcterms:W3CDTF">2019-10-14T15:21:06Z</dcterms:created>
  <dcterms:modified xsi:type="dcterms:W3CDTF">2022-09-02T10:40:20Z</dcterms:modified>
</cp:coreProperties>
</file>