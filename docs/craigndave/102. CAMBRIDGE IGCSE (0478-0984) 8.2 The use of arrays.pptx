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7" r:id="rId2"/>
    <p:sldId id="297" r:id="rId3"/>
    <p:sldId id="298" r:id="rId4"/>
    <p:sldId id="299" r:id="rId5"/>
    <p:sldId id="287" r:id="rId6"/>
    <p:sldId id="288" r:id="rId7"/>
    <p:sldId id="271" r:id="rId8"/>
    <p:sldId id="272" r:id="rId9"/>
    <p:sldId id="274" r:id="rId10"/>
    <p:sldId id="273" r:id="rId11"/>
    <p:sldId id="289" r:id="rId12"/>
    <p:sldId id="276" r:id="rId13"/>
    <p:sldId id="291" r:id="rId14"/>
    <p:sldId id="263" r:id="rId15"/>
    <p:sldId id="322" r:id="rId16"/>
    <p:sldId id="279" r:id="rId17"/>
    <p:sldId id="280" r:id="rId18"/>
    <p:sldId id="281" r:id="rId19"/>
    <p:sldId id="282" r:id="rId20"/>
    <p:sldId id="283" r:id="rId21"/>
    <p:sldId id="33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1"/>
    <a:srgbClr val="FFFFFF"/>
    <a:srgbClr val="0087B1"/>
    <a:srgbClr val="000956"/>
    <a:srgbClr val="99E265"/>
    <a:srgbClr val="008C8C"/>
    <a:srgbClr val="00B2B2"/>
    <a:srgbClr val="26C9FF"/>
    <a:srgbClr val="7CD0DA"/>
    <a:srgbClr val="197D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52" autoAdjust="0"/>
    <p:restoredTop sz="94694"/>
  </p:normalViewPr>
  <p:slideViewPr>
    <p:cSldViewPr snapToGrid="0">
      <p:cViewPr varScale="1">
        <p:scale>
          <a:sx n="101" d="100"/>
          <a:sy n="101" d="100"/>
        </p:scale>
        <p:origin x="1272" y="10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02/09/2022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02/09/2022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3EB7FAF-7247-47FB-8151-E37AD3CE5449}" type="slidenum">
              <a:rPr lang="en-GB" smtClean="0"/>
              <a:t>16</a:t>
            </a:fld>
            <a:endParaRPr lang="en-GB"/>
          </a:p>
        </p:txBody>
      </p:sp>
    </p:spTree>
    <p:extLst>
      <p:ext uri="{BB962C8B-B14F-4D97-AF65-F5344CB8AC3E}">
        <p14:creationId xmlns:p14="http://schemas.microsoft.com/office/powerpoint/2010/main" val="322949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8.2 Arrays | The use of arrays</a:t>
              </a:r>
            </a:p>
          </p:txBody>
        </p:sp>
        <p:sp>
          <p:nvSpPr>
            <p:cNvPr id="14" name="Rectangle 13">
              <a:extLst>
                <a:ext uri="{FF2B5EF4-FFF2-40B4-BE49-F238E27FC236}">
                  <a16:creationId xmlns:a16="http://schemas.microsoft.com/office/drawing/2014/main" id="{7E5FF8B6-F953-41A2-8CA9-2F6F841BDD32}"/>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02/09/2022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342EC1-2AFD-4406-9F14-4D674F90CAE8}"/>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chemeClr val="accent2">
                    <a:lumMod val="75000"/>
                  </a:schemeClr>
                </a:solidFill>
                <a:latin typeface="Century Gothic" panose="020B0502020202020204" pitchFamily="34" charset="0"/>
                <a:ea typeface="+mj-ea"/>
                <a:cs typeface="+mj-cs"/>
              </a:rPr>
              <a:t>8.2 Arrays</a:t>
            </a:r>
          </a:p>
        </p:txBody>
      </p:sp>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The use of arrays</a:t>
            </a:r>
            <a:endParaRPr lang="en-US" sz="4000" dirty="0">
              <a:solidFill>
                <a:schemeClr val="accent2">
                  <a:lumMod val="75000"/>
                </a:schemeClr>
              </a:solidFill>
            </a:endParaRP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What is an array?</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30026"/>
            <a:ext cx="6321889" cy="1070871"/>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An array can be thought of </a:t>
            </a:r>
            <a:r>
              <a:rPr lang="en-GB" dirty="0">
                <a:latin typeface="Calibri" panose="020F0502020204030204" pitchFamily="34" charset="0"/>
                <a:ea typeface="Calibri" panose="020F0502020204030204" pitchFamily="34" charset="0"/>
                <a:cs typeface="Times New Roman" panose="02020603050405020304" pitchFamily="18" charset="0"/>
              </a:rPr>
              <a:t>as</a:t>
            </a:r>
            <a:r>
              <a:rPr lang="en-GB" dirty="0">
                <a:effectLst/>
                <a:latin typeface="Calibri" panose="020F0502020204030204" pitchFamily="34" charset="0"/>
                <a:ea typeface="Calibri" panose="020F0502020204030204" pitchFamily="34" charset="0"/>
                <a:cs typeface="Times New Roman" panose="02020603050405020304" pitchFamily="18" charset="0"/>
              </a:rPr>
              <a:t> a variable that can contain more than one data item – e</a:t>
            </a:r>
            <a:r>
              <a:rPr lang="en-GB" dirty="0">
                <a:latin typeface="Calibri" panose="020F0502020204030204" pitchFamily="34" charset="0"/>
                <a:ea typeface="Calibri" panose="020F0502020204030204" pitchFamily="34" charset="0"/>
                <a:cs typeface="Times New Roman" panose="02020603050405020304" pitchFamily="18" charset="0"/>
              </a:rPr>
              <a:t>.g., storing a list of names.</a:t>
            </a:r>
          </a:p>
          <a:p>
            <a:pPr>
              <a:lnSpc>
                <a:spcPct val="107000"/>
              </a:lnSpc>
              <a:spcAft>
                <a:spcPts val="800"/>
              </a:spcAft>
            </a:pP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71158D2A-7CE5-4685-96F5-6968589120FA}"/>
              </a:ext>
            </a:extLst>
          </p:cNvPr>
          <p:cNvGraphicFramePr>
            <a:graphicFrameLocks noGrp="1"/>
          </p:cNvGraphicFramePr>
          <p:nvPr>
            <p:extLst>
              <p:ext uri="{D42A27DB-BD31-4B8C-83A1-F6EECF244321}">
                <p14:modId xmlns:p14="http://schemas.microsoft.com/office/powerpoint/2010/main" val="89450551"/>
              </p:ext>
            </p:extLst>
          </p:nvPr>
        </p:nvGraphicFramePr>
        <p:xfrm>
          <a:off x="7872964" y="617323"/>
          <a:ext cx="4023566" cy="4820920"/>
        </p:xfrm>
        <a:graphic>
          <a:graphicData uri="http://schemas.openxmlformats.org/drawingml/2006/table">
            <a:tbl>
              <a:tblPr firstRow="1" bandRow="1">
                <a:tableStyleId>{21E4AEA4-8DFA-4A89-87EB-49C32662AFE0}</a:tableStyleId>
              </a:tblPr>
              <a:tblGrid>
                <a:gridCol w="717813">
                  <a:extLst>
                    <a:ext uri="{9D8B030D-6E8A-4147-A177-3AD203B41FA5}">
                      <a16:colId xmlns:a16="http://schemas.microsoft.com/office/drawing/2014/main" val="1146965063"/>
                    </a:ext>
                  </a:extLst>
                </a:gridCol>
                <a:gridCol w="1066406">
                  <a:extLst>
                    <a:ext uri="{9D8B030D-6E8A-4147-A177-3AD203B41FA5}">
                      <a16:colId xmlns:a16="http://schemas.microsoft.com/office/drawing/2014/main" val="732109823"/>
                    </a:ext>
                  </a:extLst>
                </a:gridCol>
                <a:gridCol w="2239347">
                  <a:extLst>
                    <a:ext uri="{9D8B030D-6E8A-4147-A177-3AD203B41FA5}">
                      <a16:colId xmlns:a16="http://schemas.microsoft.com/office/drawing/2014/main" val="1456570496"/>
                    </a:ext>
                  </a:extLst>
                </a:gridCol>
              </a:tblGrid>
              <a:tr h="370840">
                <a:tc rowSpan="13">
                  <a:txBody>
                    <a:bodyPr/>
                    <a:lstStyle/>
                    <a:p>
                      <a:pPr algn="ctr"/>
                      <a:r>
                        <a:rPr lang="en-GB" dirty="0"/>
                        <a:t>RANDOM ACCESS MEMORY</a:t>
                      </a:r>
                    </a:p>
                  </a:txBody>
                  <a:tcPr vert="vert270" anchor="ctr"/>
                </a:tc>
                <a:tc>
                  <a:txBody>
                    <a:bodyPr/>
                    <a:lstStyle/>
                    <a:p>
                      <a:pPr algn="ctr"/>
                      <a:r>
                        <a:rPr lang="en-GB" dirty="0"/>
                        <a:t>ADDRESS</a:t>
                      </a:r>
                    </a:p>
                  </a:txBody>
                  <a:tcPr/>
                </a:tc>
                <a:tc>
                  <a:txBody>
                    <a:bodyPr/>
                    <a:lstStyle/>
                    <a:p>
                      <a:pPr algn="ctr"/>
                      <a:r>
                        <a:rPr lang="en-GB" dirty="0"/>
                        <a:t>INSTRUCTION/DATA</a:t>
                      </a:r>
                    </a:p>
                  </a:txBody>
                  <a:tcPr/>
                </a:tc>
                <a:extLst>
                  <a:ext uri="{0D108BD9-81ED-4DB2-BD59-A6C34878D82A}">
                    <a16:rowId xmlns:a16="http://schemas.microsoft.com/office/drawing/2014/main" val="3343418848"/>
                  </a:ext>
                </a:extLst>
              </a:tr>
              <a:tr h="370840">
                <a:tc vMerge="1">
                  <a:txBody>
                    <a:bodyPr/>
                    <a:lstStyle/>
                    <a:p>
                      <a:endParaRPr lang="en-GB"/>
                    </a:p>
                  </a:txBody>
                  <a:tcPr/>
                </a:tc>
                <a:tc>
                  <a:txBody>
                    <a:bodyPr/>
                    <a:lstStyle/>
                    <a:p>
                      <a:pPr algn="ctr"/>
                      <a:r>
                        <a:rPr lang="en-GB" dirty="0"/>
                        <a:t>01</a:t>
                      </a:r>
                    </a:p>
                  </a:txBody>
                  <a:tcPr/>
                </a:tc>
                <a:tc>
                  <a:txBody>
                    <a:bodyPr/>
                    <a:lstStyle/>
                    <a:p>
                      <a:endParaRPr lang="en-GB" dirty="0"/>
                    </a:p>
                  </a:txBody>
                  <a:tcPr/>
                </a:tc>
                <a:extLst>
                  <a:ext uri="{0D108BD9-81ED-4DB2-BD59-A6C34878D82A}">
                    <a16:rowId xmlns:a16="http://schemas.microsoft.com/office/drawing/2014/main" val="1821236433"/>
                  </a:ext>
                </a:extLst>
              </a:tr>
              <a:tr h="370840">
                <a:tc vMerge="1">
                  <a:txBody>
                    <a:bodyPr/>
                    <a:lstStyle/>
                    <a:p>
                      <a:endParaRPr lang="en-GB"/>
                    </a:p>
                  </a:txBody>
                  <a:tcPr/>
                </a:tc>
                <a:tc>
                  <a:txBody>
                    <a:bodyPr/>
                    <a:lstStyle/>
                    <a:p>
                      <a:pPr algn="ctr"/>
                      <a:r>
                        <a:rPr lang="en-GB" dirty="0"/>
                        <a:t>02</a:t>
                      </a:r>
                    </a:p>
                  </a:txBody>
                  <a:tcPr/>
                </a:tc>
                <a:tc>
                  <a:txBody>
                    <a:bodyPr/>
                    <a:lstStyle/>
                    <a:p>
                      <a:endParaRPr lang="en-GB" dirty="0"/>
                    </a:p>
                  </a:txBody>
                  <a:tcPr/>
                </a:tc>
                <a:extLst>
                  <a:ext uri="{0D108BD9-81ED-4DB2-BD59-A6C34878D82A}">
                    <a16:rowId xmlns:a16="http://schemas.microsoft.com/office/drawing/2014/main" val="2182810742"/>
                  </a:ext>
                </a:extLst>
              </a:tr>
              <a:tr h="370840">
                <a:tc vMerge="1">
                  <a:txBody>
                    <a:bodyPr/>
                    <a:lstStyle/>
                    <a:p>
                      <a:endParaRPr lang="en-GB"/>
                    </a:p>
                  </a:txBody>
                  <a:tcPr/>
                </a:tc>
                <a:tc>
                  <a:txBody>
                    <a:bodyPr/>
                    <a:lstStyle/>
                    <a:p>
                      <a:pPr algn="ctr"/>
                      <a:r>
                        <a:rPr lang="en-GB" dirty="0"/>
                        <a:t>03</a:t>
                      </a:r>
                    </a:p>
                  </a:txBody>
                  <a:tcPr/>
                </a:tc>
                <a:tc>
                  <a:txBody>
                    <a:bodyPr/>
                    <a:lstStyle/>
                    <a:p>
                      <a:endParaRPr lang="en-GB" dirty="0"/>
                    </a:p>
                  </a:txBody>
                  <a:tcPr/>
                </a:tc>
                <a:extLst>
                  <a:ext uri="{0D108BD9-81ED-4DB2-BD59-A6C34878D82A}">
                    <a16:rowId xmlns:a16="http://schemas.microsoft.com/office/drawing/2014/main" val="1507685987"/>
                  </a:ext>
                </a:extLst>
              </a:tr>
              <a:tr h="370840">
                <a:tc vMerge="1">
                  <a:txBody>
                    <a:bodyPr/>
                    <a:lstStyle/>
                    <a:p>
                      <a:endParaRPr lang="en-GB"/>
                    </a:p>
                  </a:txBody>
                  <a:tcPr/>
                </a:tc>
                <a:tc>
                  <a:txBody>
                    <a:bodyPr/>
                    <a:lstStyle/>
                    <a:p>
                      <a:pPr algn="ctr"/>
                      <a:r>
                        <a:rPr lang="en-GB" dirty="0"/>
                        <a:t>04</a:t>
                      </a:r>
                    </a:p>
                  </a:txBody>
                  <a:tcPr/>
                </a:tc>
                <a:tc>
                  <a:txBody>
                    <a:bodyPr/>
                    <a:lstStyle/>
                    <a:p>
                      <a:endParaRPr lang="en-GB" dirty="0"/>
                    </a:p>
                  </a:txBody>
                  <a:tcPr/>
                </a:tc>
                <a:extLst>
                  <a:ext uri="{0D108BD9-81ED-4DB2-BD59-A6C34878D82A}">
                    <a16:rowId xmlns:a16="http://schemas.microsoft.com/office/drawing/2014/main" val="2011686544"/>
                  </a:ext>
                </a:extLst>
              </a:tr>
              <a:tr h="370840">
                <a:tc vMerge="1">
                  <a:txBody>
                    <a:bodyPr/>
                    <a:lstStyle/>
                    <a:p>
                      <a:endParaRPr lang="en-GB"/>
                    </a:p>
                  </a:txBody>
                  <a:tcPr/>
                </a:tc>
                <a:tc>
                  <a:txBody>
                    <a:bodyPr/>
                    <a:lstStyle/>
                    <a:p>
                      <a:pPr algn="ctr"/>
                      <a:r>
                        <a:rPr lang="en-GB" dirty="0"/>
                        <a:t>05</a:t>
                      </a:r>
                    </a:p>
                  </a:txBody>
                  <a:tcPr/>
                </a:tc>
                <a:tc>
                  <a:txBody>
                    <a:bodyPr/>
                    <a:lstStyle/>
                    <a:p>
                      <a:endParaRPr lang="en-GB" dirty="0"/>
                    </a:p>
                  </a:txBody>
                  <a:tcPr/>
                </a:tc>
                <a:extLst>
                  <a:ext uri="{0D108BD9-81ED-4DB2-BD59-A6C34878D82A}">
                    <a16:rowId xmlns:a16="http://schemas.microsoft.com/office/drawing/2014/main" val="962658945"/>
                  </a:ext>
                </a:extLst>
              </a:tr>
              <a:tr h="370840">
                <a:tc vMerge="1">
                  <a:txBody>
                    <a:bodyPr/>
                    <a:lstStyle/>
                    <a:p>
                      <a:endParaRPr lang="en-GB"/>
                    </a:p>
                  </a:txBody>
                  <a:tcPr/>
                </a:tc>
                <a:tc>
                  <a:txBody>
                    <a:bodyPr/>
                    <a:lstStyle/>
                    <a:p>
                      <a:pPr algn="ctr"/>
                      <a:r>
                        <a:rPr lang="en-GB" dirty="0"/>
                        <a:t>06</a:t>
                      </a:r>
                    </a:p>
                  </a:txBody>
                  <a:tcPr/>
                </a:tc>
                <a:tc>
                  <a:txBody>
                    <a:bodyPr/>
                    <a:lstStyle/>
                    <a:p>
                      <a:endParaRPr lang="en-GB" dirty="0"/>
                    </a:p>
                  </a:txBody>
                  <a:tcPr/>
                </a:tc>
                <a:extLst>
                  <a:ext uri="{0D108BD9-81ED-4DB2-BD59-A6C34878D82A}">
                    <a16:rowId xmlns:a16="http://schemas.microsoft.com/office/drawing/2014/main" val="3996212649"/>
                  </a:ext>
                </a:extLst>
              </a:tr>
              <a:tr h="370840">
                <a:tc vMerge="1">
                  <a:txBody>
                    <a:bodyPr/>
                    <a:lstStyle/>
                    <a:p>
                      <a:endParaRPr lang="en-GB"/>
                    </a:p>
                  </a:txBody>
                  <a:tcPr/>
                </a:tc>
                <a:tc>
                  <a:txBody>
                    <a:bodyPr/>
                    <a:lstStyle/>
                    <a:p>
                      <a:pPr algn="ctr"/>
                      <a:r>
                        <a:rPr lang="en-GB" dirty="0"/>
                        <a:t>07</a:t>
                      </a:r>
                    </a:p>
                  </a:txBody>
                  <a:tcPr/>
                </a:tc>
                <a:tc>
                  <a:txBody>
                    <a:bodyPr/>
                    <a:lstStyle/>
                    <a:p>
                      <a:endParaRPr lang="en-GB" dirty="0"/>
                    </a:p>
                  </a:txBody>
                  <a:tcPr/>
                </a:tc>
                <a:extLst>
                  <a:ext uri="{0D108BD9-81ED-4DB2-BD59-A6C34878D82A}">
                    <a16:rowId xmlns:a16="http://schemas.microsoft.com/office/drawing/2014/main" val="1325936306"/>
                  </a:ext>
                </a:extLst>
              </a:tr>
              <a:tr h="370840">
                <a:tc vMerge="1">
                  <a:txBody>
                    <a:bodyPr/>
                    <a:lstStyle/>
                    <a:p>
                      <a:endParaRPr lang="en-GB"/>
                    </a:p>
                  </a:txBody>
                  <a:tcPr/>
                </a:tc>
                <a:tc>
                  <a:txBody>
                    <a:bodyPr/>
                    <a:lstStyle/>
                    <a:p>
                      <a:pPr algn="ctr"/>
                      <a:r>
                        <a:rPr lang="en-GB" dirty="0"/>
                        <a:t>08</a:t>
                      </a:r>
                    </a:p>
                  </a:txBody>
                  <a:tcPr/>
                </a:tc>
                <a:tc>
                  <a:txBody>
                    <a:bodyPr/>
                    <a:lstStyle/>
                    <a:p>
                      <a:endParaRPr lang="en-GB" dirty="0"/>
                    </a:p>
                  </a:txBody>
                  <a:tcPr/>
                </a:tc>
                <a:extLst>
                  <a:ext uri="{0D108BD9-81ED-4DB2-BD59-A6C34878D82A}">
                    <a16:rowId xmlns:a16="http://schemas.microsoft.com/office/drawing/2014/main" val="4261778269"/>
                  </a:ext>
                </a:extLst>
              </a:tr>
              <a:tr h="370840">
                <a:tc vMerge="1">
                  <a:txBody>
                    <a:bodyPr/>
                    <a:lstStyle/>
                    <a:p>
                      <a:endParaRPr lang="en-GB"/>
                    </a:p>
                  </a:txBody>
                  <a:tcPr/>
                </a:tc>
                <a:tc>
                  <a:txBody>
                    <a:bodyPr/>
                    <a:lstStyle/>
                    <a:p>
                      <a:pPr algn="ctr"/>
                      <a:r>
                        <a:rPr lang="en-GB" dirty="0"/>
                        <a:t>09</a:t>
                      </a:r>
                    </a:p>
                  </a:txBody>
                  <a:tcPr/>
                </a:tc>
                <a:tc>
                  <a:txBody>
                    <a:bodyPr/>
                    <a:lstStyle/>
                    <a:p>
                      <a:endParaRPr lang="en-GB" dirty="0"/>
                    </a:p>
                  </a:txBody>
                  <a:tcPr/>
                </a:tc>
                <a:extLst>
                  <a:ext uri="{0D108BD9-81ED-4DB2-BD59-A6C34878D82A}">
                    <a16:rowId xmlns:a16="http://schemas.microsoft.com/office/drawing/2014/main" val="2900008557"/>
                  </a:ext>
                </a:extLst>
              </a:tr>
              <a:tr h="370840">
                <a:tc vMerge="1">
                  <a:txBody>
                    <a:bodyPr/>
                    <a:lstStyle/>
                    <a:p>
                      <a:endParaRPr lang="en-GB"/>
                    </a:p>
                  </a:txBody>
                  <a:tcPr/>
                </a:tc>
                <a:tc>
                  <a:txBody>
                    <a:bodyPr/>
                    <a:lstStyle/>
                    <a:p>
                      <a:pPr algn="ctr"/>
                      <a:r>
                        <a:rPr lang="en-GB" dirty="0"/>
                        <a:t>10</a:t>
                      </a:r>
                    </a:p>
                  </a:txBody>
                  <a:tcPr/>
                </a:tc>
                <a:tc>
                  <a:txBody>
                    <a:bodyPr/>
                    <a:lstStyle/>
                    <a:p>
                      <a:endParaRPr lang="en-GB" dirty="0"/>
                    </a:p>
                  </a:txBody>
                  <a:tcPr/>
                </a:tc>
                <a:extLst>
                  <a:ext uri="{0D108BD9-81ED-4DB2-BD59-A6C34878D82A}">
                    <a16:rowId xmlns:a16="http://schemas.microsoft.com/office/drawing/2014/main" val="2995349329"/>
                  </a:ext>
                </a:extLst>
              </a:tr>
              <a:tr h="370840">
                <a:tc vMerge="1">
                  <a:txBody>
                    <a:bodyPr/>
                    <a:lstStyle/>
                    <a:p>
                      <a:endParaRPr lang="en-GB"/>
                    </a:p>
                  </a:txBody>
                  <a:tcPr/>
                </a:tc>
                <a:tc>
                  <a:txBody>
                    <a:bodyPr/>
                    <a:lstStyle/>
                    <a:p>
                      <a:pPr algn="ctr"/>
                      <a:r>
                        <a:rPr lang="en-GB" dirty="0"/>
                        <a:t>11</a:t>
                      </a:r>
                    </a:p>
                  </a:txBody>
                  <a:tcPr/>
                </a:tc>
                <a:tc>
                  <a:txBody>
                    <a:bodyPr/>
                    <a:lstStyle/>
                    <a:p>
                      <a:endParaRPr lang="en-GB" dirty="0"/>
                    </a:p>
                  </a:txBody>
                  <a:tcPr/>
                </a:tc>
                <a:extLst>
                  <a:ext uri="{0D108BD9-81ED-4DB2-BD59-A6C34878D82A}">
                    <a16:rowId xmlns:a16="http://schemas.microsoft.com/office/drawing/2014/main" val="2765599270"/>
                  </a:ext>
                </a:extLst>
              </a:tr>
              <a:tr h="370840">
                <a:tc vMerge="1">
                  <a:txBody>
                    <a:bodyPr/>
                    <a:lstStyle/>
                    <a:p>
                      <a:endParaRPr lang="en-GB" dirty="0"/>
                    </a:p>
                  </a:txBody>
                  <a:tcPr/>
                </a:tc>
                <a:tc>
                  <a:txBody>
                    <a:bodyPr/>
                    <a:lstStyle/>
                    <a:p>
                      <a:pPr algn="ctr"/>
                      <a:r>
                        <a:rPr lang="en-GB" dirty="0"/>
                        <a:t>12</a:t>
                      </a:r>
                    </a:p>
                  </a:txBody>
                  <a:tcPr/>
                </a:tc>
                <a:tc>
                  <a:txBody>
                    <a:bodyPr/>
                    <a:lstStyle/>
                    <a:p>
                      <a:endParaRPr lang="en-GB" dirty="0"/>
                    </a:p>
                  </a:txBody>
                  <a:tcPr/>
                </a:tc>
                <a:extLst>
                  <a:ext uri="{0D108BD9-81ED-4DB2-BD59-A6C34878D82A}">
                    <a16:rowId xmlns:a16="http://schemas.microsoft.com/office/drawing/2014/main" val="679484558"/>
                  </a:ext>
                </a:extLst>
              </a:tr>
            </a:tbl>
          </a:graphicData>
        </a:graphic>
      </p:graphicFrame>
    </p:spTree>
    <p:extLst>
      <p:ext uri="{BB962C8B-B14F-4D97-AF65-F5344CB8AC3E}">
        <p14:creationId xmlns:p14="http://schemas.microsoft.com/office/powerpoint/2010/main" val="50342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chemeClr val="accent2">
                    <a:lumMod val="75000"/>
                  </a:schemeClr>
                </a:solidFill>
                <a:effectLst/>
                <a:uLnTx/>
                <a:uFillTx/>
                <a:latin typeface="Calibri" panose="020F0502020204030204" pitchFamily="34" charset="0"/>
                <a:ea typeface="Calibri" panose="020F0502020204030204" pitchFamily="34" charset="0"/>
                <a:cs typeface="Times New Roman" panose="02020603050405020304" pitchFamily="18" charset="0"/>
              </a:rPr>
              <a:t>What is an array?</a:t>
            </a:r>
            <a:endParaRPr kumimoji="0" lang="en-GB" sz="1200" b="0" i="0" u="none" strike="noStrike" kern="1200" cap="none" spc="0" normalizeH="0" baseline="0" noProof="0" dirty="0">
              <a:ln>
                <a:noFill/>
              </a:ln>
              <a:solidFill>
                <a:schemeClr val="accent2">
                  <a:lumMod val="75000"/>
                </a:schemeClr>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30026"/>
            <a:ext cx="6357400" cy="238456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 array can be thought of as a variable that can contain more than one data item – e.g., storing a list of names. </a:t>
            </a:r>
          </a:p>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We can do that by allocating a contiguous part of memory for the purpose of storing that data.</a:t>
            </a:r>
          </a:p>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Contiguous means all the data is stored together, one element after the other. </a:t>
            </a:r>
          </a:p>
          <a:p>
            <a:pPr marL="0" marR="0" lvl="0" indent="0" algn="l" defTabSz="914400" rtl="0" eaLnBrk="1" fontAlgn="auto" latinLnBrk="0" hangingPunct="1">
              <a:lnSpc>
                <a:spcPct val="107000"/>
              </a:lnSpc>
              <a:spcBef>
                <a:spcPts val="0"/>
              </a:spcBef>
              <a:spcAft>
                <a:spcPts val="60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Note:</a:t>
            </a:r>
            <a:r>
              <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Lists are different to arrays because lists are not contiguous.</a:t>
            </a:r>
          </a:p>
        </p:txBody>
      </p:sp>
      <p:graphicFrame>
        <p:nvGraphicFramePr>
          <p:cNvPr id="2" name="Table 2">
            <a:extLst>
              <a:ext uri="{FF2B5EF4-FFF2-40B4-BE49-F238E27FC236}">
                <a16:creationId xmlns:a16="http://schemas.microsoft.com/office/drawing/2014/main" id="{71158D2A-7CE5-4685-96F5-6968589120FA}"/>
              </a:ext>
            </a:extLst>
          </p:cNvPr>
          <p:cNvGraphicFramePr>
            <a:graphicFrameLocks noGrp="1"/>
          </p:cNvGraphicFramePr>
          <p:nvPr>
            <p:extLst>
              <p:ext uri="{D42A27DB-BD31-4B8C-83A1-F6EECF244321}">
                <p14:modId xmlns:p14="http://schemas.microsoft.com/office/powerpoint/2010/main" val="2084033778"/>
              </p:ext>
            </p:extLst>
          </p:nvPr>
        </p:nvGraphicFramePr>
        <p:xfrm>
          <a:off x="7872964" y="617323"/>
          <a:ext cx="4023566" cy="4820920"/>
        </p:xfrm>
        <a:graphic>
          <a:graphicData uri="http://schemas.openxmlformats.org/drawingml/2006/table">
            <a:tbl>
              <a:tblPr firstRow="1" bandRow="1">
                <a:tableStyleId>{21E4AEA4-8DFA-4A89-87EB-49C32662AFE0}</a:tableStyleId>
              </a:tblPr>
              <a:tblGrid>
                <a:gridCol w="717813">
                  <a:extLst>
                    <a:ext uri="{9D8B030D-6E8A-4147-A177-3AD203B41FA5}">
                      <a16:colId xmlns:a16="http://schemas.microsoft.com/office/drawing/2014/main" val="1146965063"/>
                    </a:ext>
                  </a:extLst>
                </a:gridCol>
                <a:gridCol w="1066406">
                  <a:extLst>
                    <a:ext uri="{9D8B030D-6E8A-4147-A177-3AD203B41FA5}">
                      <a16:colId xmlns:a16="http://schemas.microsoft.com/office/drawing/2014/main" val="732109823"/>
                    </a:ext>
                  </a:extLst>
                </a:gridCol>
                <a:gridCol w="2239347">
                  <a:extLst>
                    <a:ext uri="{9D8B030D-6E8A-4147-A177-3AD203B41FA5}">
                      <a16:colId xmlns:a16="http://schemas.microsoft.com/office/drawing/2014/main" val="1456570496"/>
                    </a:ext>
                  </a:extLst>
                </a:gridCol>
              </a:tblGrid>
              <a:tr h="370840">
                <a:tc rowSpan="13">
                  <a:txBody>
                    <a:bodyPr/>
                    <a:lstStyle/>
                    <a:p>
                      <a:pPr algn="ctr"/>
                      <a:r>
                        <a:rPr lang="en-GB" dirty="0"/>
                        <a:t>RANDOM ACCESS MEMORY</a:t>
                      </a:r>
                    </a:p>
                  </a:txBody>
                  <a:tcPr vert="vert270" anchor="ctr"/>
                </a:tc>
                <a:tc>
                  <a:txBody>
                    <a:bodyPr/>
                    <a:lstStyle/>
                    <a:p>
                      <a:pPr algn="ctr"/>
                      <a:r>
                        <a:rPr lang="en-GB" dirty="0"/>
                        <a:t>ADDRESS</a:t>
                      </a:r>
                    </a:p>
                  </a:txBody>
                  <a:tcPr/>
                </a:tc>
                <a:tc>
                  <a:txBody>
                    <a:bodyPr/>
                    <a:lstStyle/>
                    <a:p>
                      <a:pPr algn="ctr"/>
                      <a:r>
                        <a:rPr lang="en-GB" dirty="0"/>
                        <a:t>INSTRUCTION/DATA</a:t>
                      </a:r>
                    </a:p>
                  </a:txBody>
                  <a:tcPr/>
                </a:tc>
                <a:extLst>
                  <a:ext uri="{0D108BD9-81ED-4DB2-BD59-A6C34878D82A}">
                    <a16:rowId xmlns:a16="http://schemas.microsoft.com/office/drawing/2014/main" val="3343418848"/>
                  </a:ext>
                </a:extLst>
              </a:tr>
              <a:tr h="370840">
                <a:tc vMerge="1">
                  <a:txBody>
                    <a:bodyPr/>
                    <a:lstStyle/>
                    <a:p>
                      <a:endParaRPr lang="en-GB"/>
                    </a:p>
                  </a:txBody>
                  <a:tcPr/>
                </a:tc>
                <a:tc>
                  <a:txBody>
                    <a:bodyPr/>
                    <a:lstStyle/>
                    <a:p>
                      <a:pPr algn="ctr"/>
                      <a:r>
                        <a:rPr lang="en-GB" dirty="0"/>
                        <a:t>01</a:t>
                      </a:r>
                    </a:p>
                  </a:txBody>
                  <a:tcPr/>
                </a:tc>
                <a:tc>
                  <a:txBody>
                    <a:bodyPr/>
                    <a:lstStyle/>
                    <a:p>
                      <a:endParaRPr lang="en-GB" dirty="0"/>
                    </a:p>
                  </a:txBody>
                  <a:tcPr/>
                </a:tc>
                <a:extLst>
                  <a:ext uri="{0D108BD9-81ED-4DB2-BD59-A6C34878D82A}">
                    <a16:rowId xmlns:a16="http://schemas.microsoft.com/office/drawing/2014/main" val="1821236433"/>
                  </a:ext>
                </a:extLst>
              </a:tr>
              <a:tr h="370840">
                <a:tc vMerge="1">
                  <a:txBody>
                    <a:bodyPr/>
                    <a:lstStyle/>
                    <a:p>
                      <a:endParaRPr lang="en-GB"/>
                    </a:p>
                  </a:txBody>
                  <a:tcPr/>
                </a:tc>
                <a:tc>
                  <a:txBody>
                    <a:bodyPr/>
                    <a:lstStyle/>
                    <a:p>
                      <a:pPr algn="ctr"/>
                      <a:r>
                        <a:rPr lang="en-GB" dirty="0"/>
                        <a:t>02</a:t>
                      </a:r>
                    </a:p>
                  </a:txBody>
                  <a:tcPr/>
                </a:tc>
                <a:tc>
                  <a:txBody>
                    <a:bodyPr/>
                    <a:lstStyle/>
                    <a:p>
                      <a:endParaRPr lang="en-GB" dirty="0"/>
                    </a:p>
                  </a:txBody>
                  <a:tcPr/>
                </a:tc>
                <a:extLst>
                  <a:ext uri="{0D108BD9-81ED-4DB2-BD59-A6C34878D82A}">
                    <a16:rowId xmlns:a16="http://schemas.microsoft.com/office/drawing/2014/main" val="2182810742"/>
                  </a:ext>
                </a:extLst>
              </a:tr>
              <a:tr h="370840">
                <a:tc vMerge="1">
                  <a:txBody>
                    <a:bodyPr/>
                    <a:lstStyle/>
                    <a:p>
                      <a:endParaRPr lang="en-GB"/>
                    </a:p>
                  </a:txBody>
                  <a:tcPr/>
                </a:tc>
                <a:tc>
                  <a:txBody>
                    <a:bodyPr/>
                    <a:lstStyle/>
                    <a:p>
                      <a:pPr algn="ctr"/>
                      <a:r>
                        <a:rPr lang="en-GB" dirty="0"/>
                        <a:t>03</a:t>
                      </a:r>
                    </a:p>
                  </a:txBody>
                  <a:tcPr/>
                </a:tc>
                <a:tc>
                  <a:txBody>
                    <a:bodyPr/>
                    <a:lstStyle/>
                    <a:p>
                      <a:endParaRPr lang="en-GB" dirty="0"/>
                    </a:p>
                  </a:txBody>
                  <a:tcPr/>
                </a:tc>
                <a:extLst>
                  <a:ext uri="{0D108BD9-81ED-4DB2-BD59-A6C34878D82A}">
                    <a16:rowId xmlns:a16="http://schemas.microsoft.com/office/drawing/2014/main" val="1507685987"/>
                  </a:ext>
                </a:extLst>
              </a:tr>
              <a:tr h="370840">
                <a:tc vMerge="1">
                  <a:txBody>
                    <a:bodyPr/>
                    <a:lstStyle/>
                    <a:p>
                      <a:endParaRPr lang="en-GB"/>
                    </a:p>
                  </a:txBody>
                  <a:tcPr/>
                </a:tc>
                <a:tc>
                  <a:txBody>
                    <a:bodyPr/>
                    <a:lstStyle/>
                    <a:p>
                      <a:pPr algn="ctr"/>
                      <a:r>
                        <a:rPr lang="en-GB" dirty="0"/>
                        <a:t>04</a:t>
                      </a:r>
                    </a:p>
                  </a:txBody>
                  <a:tcPr/>
                </a:tc>
                <a:tc>
                  <a:txBody>
                    <a:bodyPr/>
                    <a:lstStyle/>
                    <a:p>
                      <a:endParaRPr lang="en-GB" dirty="0"/>
                    </a:p>
                  </a:txBody>
                  <a:tcPr/>
                </a:tc>
                <a:extLst>
                  <a:ext uri="{0D108BD9-81ED-4DB2-BD59-A6C34878D82A}">
                    <a16:rowId xmlns:a16="http://schemas.microsoft.com/office/drawing/2014/main" val="2011686544"/>
                  </a:ext>
                </a:extLst>
              </a:tr>
              <a:tr h="370840">
                <a:tc vMerge="1">
                  <a:txBody>
                    <a:bodyPr/>
                    <a:lstStyle/>
                    <a:p>
                      <a:endParaRPr lang="en-GB"/>
                    </a:p>
                  </a:txBody>
                  <a:tcPr/>
                </a:tc>
                <a:tc>
                  <a:txBody>
                    <a:bodyPr/>
                    <a:lstStyle/>
                    <a:p>
                      <a:pPr algn="ctr"/>
                      <a:r>
                        <a:rPr lang="en-GB" dirty="0"/>
                        <a:t>05</a:t>
                      </a:r>
                    </a:p>
                  </a:txBody>
                  <a:tcPr>
                    <a:solidFill>
                      <a:schemeClr val="accent4"/>
                    </a:solidFill>
                  </a:tcPr>
                </a:tc>
                <a:tc>
                  <a:txBody>
                    <a:bodyPr/>
                    <a:lstStyle/>
                    <a:p>
                      <a:r>
                        <a:rPr lang="en-GB" dirty="0"/>
                        <a:t>Boris</a:t>
                      </a:r>
                    </a:p>
                  </a:txBody>
                  <a:tcPr>
                    <a:solidFill>
                      <a:schemeClr val="accent4"/>
                    </a:solidFill>
                  </a:tcPr>
                </a:tc>
                <a:extLst>
                  <a:ext uri="{0D108BD9-81ED-4DB2-BD59-A6C34878D82A}">
                    <a16:rowId xmlns:a16="http://schemas.microsoft.com/office/drawing/2014/main" val="962658945"/>
                  </a:ext>
                </a:extLst>
              </a:tr>
              <a:tr h="370840">
                <a:tc vMerge="1">
                  <a:txBody>
                    <a:bodyPr/>
                    <a:lstStyle/>
                    <a:p>
                      <a:endParaRPr lang="en-GB"/>
                    </a:p>
                  </a:txBody>
                  <a:tcPr/>
                </a:tc>
                <a:tc>
                  <a:txBody>
                    <a:bodyPr/>
                    <a:lstStyle/>
                    <a:p>
                      <a:pPr algn="ctr"/>
                      <a:r>
                        <a:rPr lang="en-GB" dirty="0"/>
                        <a:t>06</a:t>
                      </a:r>
                    </a:p>
                  </a:txBody>
                  <a:tcPr>
                    <a:solidFill>
                      <a:schemeClr val="accent4">
                        <a:lumMod val="20000"/>
                        <a:lumOff val="80000"/>
                      </a:schemeClr>
                    </a:solidFill>
                  </a:tcPr>
                </a:tc>
                <a:tc>
                  <a:txBody>
                    <a:bodyPr/>
                    <a:lstStyle/>
                    <a:p>
                      <a:r>
                        <a:rPr lang="en-GB" dirty="0"/>
                        <a:t>Marek</a:t>
                      </a:r>
                    </a:p>
                  </a:txBody>
                  <a:tcPr>
                    <a:solidFill>
                      <a:schemeClr val="accent4">
                        <a:lumMod val="20000"/>
                        <a:lumOff val="80000"/>
                      </a:schemeClr>
                    </a:solidFill>
                  </a:tcPr>
                </a:tc>
                <a:extLst>
                  <a:ext uri="{0D108BD9-81ED-4DB2-BD59-A6C34878D82A}">
                    <a16:rowId xmlns:a16="http://schemas.microsoft.com/office/drawing/2014/main" val="3996212649"/>
                  </a:ext>
                </a:extLst>
              </a:tr>
              <a:tr h="370840">
                <a:tc vMerge="1">
                  <a:txBody>
                    <a:bodyPr/>
                    <a:lstStyle/>
                    <a:p>
                      <a:endParaRPr lang="en-GB"/>
                    </a:p>
                  </a:txBody>
                  <a:tcPr/>
                </a:tc>
                <a:tc>
                  <a:txBody>
                    <a:bodyPr/>
                    <a:lstStyle/>
                    <a:p>
                      <a:pPr algn="ctr"/>
                      <a:r>
                        <a:rPr lang="en-GB" dirty="0"/>
                        <a:t>07</a:t>
                      </a:r>
                    </a:p>
                  </a:txBody>
                  <a:tcPr>
                    <a:solidFill>
                      <a:schemeClr val="accent4"/>
                    </a:solidFill>
                  </a:tcPr>
                </a:tc>
                <a:tc>
                  <a:txBody>
                    <a:bodyPr/>
                    <a:lstStyle/>
                    <a:p>
                      <a:r>
                        <a:rPr lang="en-GB" dirty="0"/>
                        <a:t>Jane</a:t>
                      </a:r>
                    </a:p>
                  </a:txBody>
                  <a:tcPr>
                    <a:solidFill>
                      <a:schemeClr val="accent4"/>
                    </a:solidFill>
                  </a:tcPr>
                </a:tc>
                <a:extLst>
                  <a:ext uri="{0D108BD9-81ED-4DB2-BD59-A6C34878D82A}">
                    <a16:rowId xmlns:a16="http://schemas.microsoft.com/office/drawing/2014/main" val="1325936306"/>
                  </a:ext>
                </a:extLst>
              </a:tr>
              <a:tr h="370840">
                <a:tc vMerge="1">
                  <a:txBody>
                    <a:bodyPr/>
                    <a:lstStyle/>
                    <a:p>
                      <a:endParaRPr lang="en-GB"/>
                    </a:p>
                  </a:txBody>
                  <a:tcPr/>
                </a:tc>
                <a:tc>
                  <a:txBody>
                    <a:bodyPr/>
                    <a:lstStyle/>
                    <a:p>
                      <a:pPr algn="ctr"/>
                      <a:r>
                        <a:rPr lang="en-GB" dirty="0"/>
                        <a:t>08</a:t>
                      </a:r>
                    </a:p>
                  </a:txBody>
                  <a:tcPr>
                    <a:solidFill>
                      <a:schemeClr val="accent4">
                        <a:lumMod val="20000"/>
                        <a:lumOff val="80000"/>
                      </a:schemeClr>
                    </a:solidFill>
                  </a:tcPr>
                </a:tc>
                <a:tc>
                  <a:txBody>
                    <a:bodyPr/>
                    <a:lstStyle/>
                    <a:p>
                      <a:r>
                        <a:rPr lang="en-GB" dirty="0"/>
                        <a:t>Ryan</a:t>
                      </a:r>
                    </a:p>
                  </a:txBody>
                  <a:tcPr>
                    <a:solidFill>
                      <a:schemeClr val="accent4">
                        <a:lumMod val="20000"/>
                        <a:lumOff val="80000"/>
                      </a:schemeClr>
                    </a:solidFill>
                  </a:tcPr>
                </a:tc>
                <a:extLst>
                  <a:ext uri="{0D108BD9-81ED-4DB2-BD59-A6C34878D82A}">
                    <a16:rowId xmlns:a16="http://schemas.microsoft.com/office/drawing/2014/main" val="4261778269"/>
                  </a:ext>
                </a:extLst>
              </a:tr>
              <a:tr h="370840">
                <a:tc vMerge="1">
                  <a:txBody>
                    <a:bodyPr/>
                    <a:lstStyle/>
                    <a:p>
                      <a:endParaRPr lang="en-GB"/>
                    </a:p>
                  </a:txBody>
                  <a:tcPr/>
                </a:tc>
                <a:tc>
                  <a:txBody>
                    <a:bodyPr/>
                    <a:lstStyle/>
                    <a:p>
                      <a:pPr algn="ctr"/>
                      <a:r>
                        <a:rPr lang="en-GB" dirty="0"/>
                        <a:t>09</a:t>
                      </a:r>
                    </a:p>
                  </a:txBody>
                  <a:tcPr/>
                </a:tc>
                <a:tc>
                  <a:txBody>
                    <a:bodyPr/>
                    <a:lstStyle/>
                    <a:p>
                      <a:endParaRPr lang="en-GB" dirty="0"/>
                    </a:p>
                  </a:txBody>
                  <a:tcPr/>
                </a:tc>
                <a:extLst>
                  <a:ext uri="{0D108BD9-81ED-4DB2-BD59-A6C34878D82A}">
                    <a16:rowId xmlns:a16="http://schemas.microsoft.com/office/drawing/2014/main" val="2900008557"/>
                  </a:ext>
                </a:extLst>
              </a:tr>
              <a:tr h="370840">
                <a:tc vMerge="1">
                  <a:txBody>
                    <a:bodyPr/>
                    <a:lstStyle/>
                    <a:p>
                      <a:endParaRPr lang="en-GB"/>
                    </a:p>
                  </a:txBody>
                  <a:tcPr/>
                </a:tc>
                <a:tc>
                  <a:txBody>
                    <a:bodyPr/>
                    <a:lstStyle/>
                    <a:p>
                      <a:pPr algn="ctr"/>
                      <a:r>
                        <a:rPr lang="en-GB" dirty="0"/>
                        <a:t>10</a:t>
                      </a:r>
                    </a:p>
                  </a:txBody>
                  <a:tcPr/>
                </a:tc>
                <a:tc>
                  <a:txBody>
                    <a:bodyPr/>
                    <a:lstStyle/>
                    <a:p>
                      <a:endParaRPr lang="en-GB" dirty="0"/>
                    </a:p>
                  </a:txBody>
                  <a:tcPr/>
                </a:tc>
                <a:extLst>
                  <a:ext uri="{0D108BD9-81ED-4DB2-BD59-A6C34878D82A}">
                    <a16:rowId xmlns:a16="http://schemas.microsoft.com/office/drawing/2014/main" val="2995349329"/>
                  </a:ext>
                </a:extLst>
              </a:tr>
              <a:tr h="370840">
                <a:tc vMerge="1">
                  <a:txBody>
                    <a:bodyPr/>
                    <a:lstStyle/>
                    <a:p>
                      <a:endParaRPr lang="en-GB"/>
                    </a:p>
                  </a:txBody>
                  <a:tcPr/>
                </a:tc>
                <a:tc>
                  <a:txBody>
                    <a:bodyPr/>
                    <a:lstStyle/>
                    <a:p>
                      <a:pPr algn="ctr"/>
                      <a:r>
                        <a:rPr lang="en-GB" dirty="0"/>
                        <a:t>11</a:t>
                      </a:r>
                    </a:p>
                  </a:txBody>
                  <a:tcPr/>
                </a:tc>
                <a:tc>
                  <a:txBody>
                    <a:bodyPr/>
                    <a:lstStyle/>
                    <a:p>
                      <a:endParaRPr lang="en-GB" dirty="0"/>
                    </a:p>
                  </a:txBody>
                  <a:tcPr/>
                </a:tc>
                <a:extLst>
                  <a:ext uri="{0D108BD9-81ED-4DB2-BD59-A6C34878D82A}">
                    <a16:rowId xmlns:a16="http://schemas.microsoft.com/office/drawing/2014/main" val="2765599270"/>
                  </a:ext>
                </a:extLst>
              </a:tr>
              <a:tr h="370840">
                <a:tc vMerge="1">
                  <a:txBody>
                    <a:bodyPr/>
                    <a:lstStyle/>
                    <a:p>
                      <a:endParaRPr lang="en-GB" dirty="0"/>
                    </a:p>
                  </a:txBody>
                  <a:tcPr/>
                </a:tc>
                <a:tc>
                  <a:txBody>
                    <a:bodyPr/>
                    <a:lstStyle/>
                    <a:p>
                      <a:pPr algn="ctr"/>
                      <a:r>
                        <a:rPr lang="en-GB" dirty="0"/>
                        <a:t>12</a:t>
                      </a:r>
                    </a:p>
                  </a:txBody>
                  <a:tcPr/>
                </a:tc>
                <a:tc>
                  <a:txBody>
                    <a:bodyPr/>
                    <a:lstStyle/>
                    <a:p>
                      <a:endParaRPr lang="en-GB" dirty="0"/>
                    </a:p>
                  </a:txBody>
                  <a:tcPr/>
                </a:tc>
                <a:extLst>
                  <a:ext uri="{0D108BD9-81ED-4DB2-BD59-A6C34878D82A}">
                    <a16:rowId xmlns:a16="http://schemas.microsoft.com/office/drawing/2014/main" val="679484558"/>
                  </a:ext>
                </a:extLst>
              </a:tr>
            </a:tbl>
          </a:graphicData>
        </a:graphic>
      </p:graphicFrame>
    </p:spTree>
    <p:extLst>
      <p:ext uri="{BB962C8B-B14F-4D97-AF65-F5344CB8AC3E}">
        <p14:creationId xmlns:p14="http://schemas.microsoft.com/office/powerpoint/2010/main" val="2449697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What is an array?</a:t>
            </a:r>
            <a:endParaRPr lang="en-GB" sz="12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30026"/>
            <a:ext cx="6348522" cy="4470519"/>
          </a:xfrm>
          <a:prstGeom prst="rect">
            <a:avLst/>
          </a:prstGeom>
        </p:spPr>
        <p:txBody>
          <a:bodyPr wrap="square">
            <a:spAutoFit/>
          </a:bodyPr>
          <a:lstStyle/>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An array can be thought of as a variable that can contain more than one data item – e.g., storing a list of names. </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We can do that by allocating a contiguous part of memory for the purpose of storing that data.</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Contiguous means all the data is stored together, one element after the other. </a:t>
            </a:r>
          </a:p>
          <a:p>
            <a:pPr>
              <a:lnSpc>
                <a:spcPct val="107000"/>
              </a:lnSpc>
              <a:spcAft>
                <a:spcPts val="600"/>
              </a:spcAft>
            </a:pPr>
            <a:r>
              <a:rPr lang="en-GB" b="1" dirty="0">
                <a:latin typeface="Calibri" panose="020F0502020204030204" pitchFamily="34" charset="0"/>
                <a:ea typeface="Calibri" panose="020F0502020204030204" pitchFamily="34" charset="0"/>
                <a:cs typeface="Times New Roman" panose="02020603050405020304" pitchFamily="18" charset="0"/>
              </a:rPr>
              <a:t>Note:</a:t>
            </a:r>
            <a:r>
              <a:rPr lang="en-GB" dirty="0">
                <a:latin typeface="Calibri" panose="020F0502020204030204" pitchFamily="34" charset="0"/>
                <a:ea typeface="Calibri" panose="020F0502020204030204" pitchFamily="34" charset="0"/>
                <a:cs typeface="Times New Roman" panose="02020603050405020304" pitchFamily="18" charset="0"/>
              </a:rPr>
              <a:t> Lists are different to arrays because lists are not contiguous.</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This program will know the position in memory where the array starts – in this case, address 05.</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The program uses an index relative to this start point to allow us to easily access the array’s contents.</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So, “Jane” is at index 2.</a:t>
            </a:r>
          </a:p>
          <a:p>
            <a:pPr>
              <a:lnSpc>
                <a:spcPct val="107000"/>
              </a:lnSpc>
              <a:spcAft>
                <a:spcPts val="600"/>
              </a:spcAft>
            </a:pP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71158D2A-7CE5-4685-96F5-6968589120FA}"/>
              </a:ext>
            </a:extLst>
          </p:cNvPr>
          <p:cNvGraphicFramePr>
            <a:graphicFrameLocks noGrp="1"/>
          </p:cNvGraphicFramePr>
          <p:nvPr>
            <p:extLst>
              <p:ext uri="{D42A27DB-BD31-4B8C-83A1-F6EECF244321}">
                <p14:modId xmlns:p14="http://schemas.microsoft.com/office/powerpoint/2010/main" val="2402180406"/>
              </p:ext>
            </p:extLst>
          </p:nvPr>
        </p:nvGraphicFramePr>
        <p:xfrm>
          <a:off x="7872964" y="617323"/>
          <a:ext cx="4023566" cy="4820920"/>
        </p:xfrm>
        <a:graphic>
          <a:graphicData uri="http://schemas.openxmlformats.org/drawingml/2006/table">
            <a:tbl>
              <a:tblPr firstRow="1" bandRow="1">
                <a:tableStyleId>{21E4AEA4-8DFA-4A89-87EB-49C32662AFE0}</a:tableStyleId>
              </a:tblPr>
              <a:tblGrid>
                <a:gridCol w="717813">
                  <a:extLst>
                    <a:ext uri="{9D8B030D-6E8A-4147-A177-3AD203B41FA5}">
                      <a16:colId xmlns:a16="http://schemas.microsoft.com/office/drawing/2014/main" val="1146965063"/>
                    </a:ext>
                  </a:extLst>
                </a:gridCol>
                <a:gridCol w="1066406">
                  <a:extLst>
                    <a:ext uri="{9D8B030D-6E8A-4147-A177-3AD203B41FA5}">
                      <a16:colId xmlns:a16="http://schemas.microsoft.com/office/drawing/2014/main" val="732109823"/>
                    </a:ext>
                  </a:extLst>
                </a:gridCol>
                <a:gridCol w="2239347">
                  <a:extLst>
                    <a:ext uri="{9D8B030D-6E8A-4147-A177-3AD203B41FA5}">
                      <a16:colId xmlns:a16="http://schemas.microsoft.com/office/drawing/2014/main" val="1456570496"/>
                    </a:ext>
                  </a:extLst>
                </a:gridCol>
              </a:tblGrid>
              <a:tr h="370840">
                <a:tc rowSpan="13">
                  <a:txBody>
                    <a:bodyPr/>
                    <a:lstStyle/>
                    <a:p>
                      <a:pPr algn="ctr"/>
                      <a:r>
                        <a:rPr lang="en-GB" dirty="0"/>
                        <a:t>RANDOM ACCESS MEMORY</a:t>
                      </a:r>
                    </a:p>
                  </a:txBody>
                  <a:tcPr vert="vert270" anchor="ctr"/>
                </a:tc>
                <a:tc>
                  <a:txBody>
                    <a:bodyPr/>
                    <a:lstStyle/>
                    <a:p>
                      <a:pPr algn="ctr"/>
                      <a:r>
                        <a:rPr lang="en-GB" dirty="0"/>
                        <a:t>ADDRESS</a:t>
                      </a:r>
                    </a:p>
                  </a:txBody>
                  <a:tcPr/>
                </a:tc>
                <a:tc>
                  <a:txBody>
                    <a:bodyPr/>
                    <a:lstStyle/>
                    <a:p>
                      <a:pPr algn="ctr"/>
                      <a:r>
                        <a:rPr lang="en-GB" dirty="0"/>
                        <a:t>INSTRUCTION/DATA</a:t>
                      </a:r>
                    </a:p>
                  </a:txBody>
                  <a:tcPr/>
                </a:tc>
                <a:extLst>
                  <a:ext uri="{0D108BD9-81ED-4DB2-BD59-A6C34878D82A}">
                    <a16:rowId xmlns:a16="http://schemas.microsoft.com/office/drawing/2014/main" val="3343418848"/>
                  </a:ext>
                </a:extLst>
              </a:tr>
              <a:tr h="370840">
                <a:tc vMerge="1">
                  <a:txBody>
                    <a:bodyPr/>
                    <a:lstStyle/>
                    <a:p>
                      <a:endParaRPr lang="en-GB"/>
                    </a:p>
                  </a:txBody>
                  <a:tcPr/>
                </a:tc>
                <a:tc>
                  <a:txBody>
                    <a:bodyPr/>
                    <a:lstStyle/>
                    <a:p>
                      <a:pPr algn="ctr"/>
                      <a:r>
                        <a:rPr lang="en-GB" dirty="0"/>
                        <a:t>01</a:t>
                      </a:r>
                    </a:p>
                  </a:txBody>
                  <a:tcPr/>
                </a:tc>
                <a:tc>
                  <a:txBody>
                    <a:bodyPr/>
                    <a:lstStyle/>
                    <a:p>
                      <a:endParaRPr lang="en-GB" dirty="0"/>
                    </a:p>
                  </a:txBody>
                  <a:tcPr/>
                </a:tc>
                <a:extLst>
                  <a:ext uri="{0D108BD9-81ED-4DB2-BD59-A6C34878D82A}">
                    <a16:rowId xmlns:a16="http://schemas.microsoft.com/office/drawing/2014/main" val="1821236433"/>
                  </a:ext>
                </a:extLst>
              </a:tr>
              <a:tr h="370840">
                <a:tc vMerge="1">
                  <a:txBody>
                    <a:bodyPr/>
                    <a:lstStyle/>
                    <a:p>
                      <a:endParaRPr lang="en-GB"/>
                    </a:p>
                  </a:txBody>
                  <a:tcPr/>
                </a:tc>
                <a:tc>
                  <a:txBody>
                    <a:bodyPr/>
                    <a:lstStyle/>
                    <a:p>
                      <a:pPr algn="ctr"/>
                      <a:r>
                        <a:rPr lang="en-GB" dirty="0"/>
                        <a:t>02</a:t>
                      </a:r>
                    </a:p>
                  </a:txBody>
                  <a:tcPr/>
                </a:tc>
                <a:tc>
                  <a:txBody>
                    <a:bodyPr/>
                    <a:lstStyle/>
                    <a:p>
                      <a:endParaRPr lang="en-GB" dirty="0"/>
                    </a:p>
                  </a:txBody>
                  <a:tcPr/>
                </a:tc>
                <a:extLst>
                  <a:ext uri="{0D108BD9-81ED-4DB2-BD59-A6C34878D82A}">
                    <a16:rowId xmlns:a16="http://schemas.microsoft.com/office/drawing/2014/main" val="2182810742"/>
                  </a:ext>
                </a:extLst>
              </a:tr>
              <a:tr h="370840">
                <a:tc vMerge="1">
                  <a:txBody>
                    <a:bodyPr/>
                    <a:lstStyle/>
                    <a:p>
                      <a:endParaRPr lang="en-GB"/>
                    </a:p>
                  </a:txBody>
                  <a:tcPr/>
                </a:tc>
                <a:tc>
                  <a:txBody>
                    <a:bodyPr/>
                    <a:lstStyle/>
                    <a:p>
                      <a:pPr algn="ctr"/>
                      <a:r>
                        <a:rPr lang="en-GB" dirty="0"/>
                        <a:t>03</a:t>
                      </a:r>
                    </a:p>
                  </a:txBody>
                  <a:tcPr/>
                </a:tc>
                <a:tc>
                  <a:txBody>
                    <a:bodyPr/>
                    <a:lstStyle/>
                    <a:p>
                      <a:endParaRPr lang="en-GB" dirty="0"/>
                    </a:p>
                  </a:txBody>
                  <a:tcPr/>
                </a:tc>
                <a:extLst>
                  <a:ext uri="{0D108BD9-81ED-4DB2-BD59-A6C34878D82A}">
                    <a16:rowId xmlns:a16="http://schemas.microsoft.com/office/drawing/2014/main" val="1507685987"/>
                  </a:ext>
                </a:extLst>
              </a:tr>
              <a:tr h="370840">
                <a:tc vMerge="1">
                  <a:txBody>
                    <a:bodyPr/>
                    <a:lstStyle/>
                    <a:p>
                      <a:endParaRPr lang="en-GB"/>
                    </a:p>
                  </a:txBody>
                  <a:tcPr/>
                </a:tc>
                <a:tc>
                  <a:txBody>
                    <a:bodyPr/>
                    <a:lstStyle/>
                    <a:p>
                      <a:pPr algn="ctr"/>
                      <a:r>
                        <a:rPr lang="en-GB" dirty="0"/>
                        <a:t>04</a:t>
                      </a:r>
                    </a:p>
                  </a:txBody>
                  <a:tcPr/>
                </a:tc>
                <a:tc>
                  <a:txBody>
                    <a:bodyPr/>
                    <a:lstStyle/>
                    <a:p>
                      <a:endParaRPr lang="en-GB" dirty="0"/>
                    </a:p>
                  </a:txBody>
                  <a:tcPr/>
                </a:tc>
                <a:extLst>
                  <a:ext uri="{0D108BD9-81ED-4DB2-BD59-A6C34878D82A}">
                    <a16:rowId xmlns:a16="http://schemas.microsoft.com/office/drawing/2014/main" val="2011686544"/>
                  </a:ext>
                </a:extLst>
              </a:tr>
              <a:tr h="370840">
                <a:tc vMerge="1">
                  <a:txBody>
                    <a:bodyPr/>
                    <a:lstStyle/>
                    <a:p>
                      <a:endParaRPr lang="en-GB"/>
                    </a:p>
                  </a:txBody>
                  <a:tcPr/>
                </a:tc>
                <a:tc>
                  <a:txBody>
                    <a:bodyPr/>
                    <a:lstStyle/>
                    <a:p>
                      <a:pPr algn="ctr"/>
                      <a:r>
                        <a:rPr lang="en-GB" dirty="0"/>
                        <a:t>05</a:t>
                      </a:r>
                    </a:p>
                  </a:txBody>
                  <a:tcPr>
                    <a:solidFill>
                      <a:schemeClr val="accent4"/>
                    </a:solidFill>
                  </a:tcPr>
                </a:tc>
                <a:tc>
                  <a:txBody>
                    <a:bodyPr/>
                    <a:lstStyle/>
                    <a:p>
                      <a:r>
                        <a:rPr lang="en-GB" dirty="0"/>
                        <a:t>Boris</a:t>
                      </a:r>
                    </a:p>
                  </a:txBody>
                  <a:tcPr>
                    <a:solidFill>
                      <a:schemeClr val="accent4"/>
                    </a:solidFill>
                  </a:tcPr>
                </a:tc>
                <a:extLst>
                  <a:ext uri="{0D108BD9-81ED-4DB2-BD59-A6C34878D82A}">
                    <a16:rowId xmlns:a16="http://schemas.microsoft.com/office/drawing/2014/main" val="962658945"/>
                  </a:ext>
                </a:extLst>
              </a:tr>
              <a:tr h="370840">
                <a:tc vMerge="1">
                  <a:txBody>
                    <a:bodyPr/>
                    <a:lstStyle/>
                    <a:p>
                      <a:endParaRPr lang="en-GB"/>
                    </a:p>
                  </a:txBody>
                  <a:tcPr/>
                </a:tc>
                <a:tc>
                  <a:txBody>
                    <a:bodyPr/>
                    <a:lstStyle/>
                    <a:p>
                      <a:pPr algn="ctr"/>
                      <a:r>
                        <a:rPr lang="en-GB" dirty="0"/>
                        <a:t>06</a:t>
                      </a:r>
                    </a:p>
                  </a:txBody>
                  <a:tcPr>
                    <a:solidFill>
                      <a:schemeClr val="accent4">
                        <a:lumMod val="20000"/>
                        <a:lumOff val="80000"/>
                      </a:schemeClr>
                    </a:solidFill>
                  </a:tcPr>
                </a:tc>
                <a:tc>
                  <a:txBody>
                    <a:bodyPr/>
                    <a:lstStyle/>
                    <a:p>
                      <a:r>
                        <a:rPr lang="en-GB" dirty="0"/>
                        <a:t>Marek</a:t>
                      </a:r>
                    </a:p>
                  </a:txBody>
                  <a:tcPr>
                    <a:solidFill>
                      <a:schemeClr val="accent4">
                        <a:lumMod val="20000"/>
                        <a:lumOff val="80000"/>
                      </a:schemeClr>
                    </a:solidFill>
                  </a:tcPr>
                </a:tc>
                <a:extLst>
                  <a:ext uri="{0D108BD9-81ED-4DB2-BD59-A6C34878D82A}">
                    <a16:rowId xmlns:a16="http://schemas.microsoft.com/office/drawing/2014/main" val="3996212649"/>
                  </a:ext>
                </a:extLst>
              </a:tr>
              <a:tr h="370840">
                <a:tc vMerge="1">
                  <a:txBody>
                    <a:bodyPr/>
                    <a:lstStyle/>
                    <a:p>
                      <a:endParaRPr lang="en-GB"/>
                    </a:p>
                  </a:txBody>
                  <a:tcPr/>
                </a:tc>
                <a:tc>
                  <a:txBody>
                    <a:bodyPr/>
                    <a:lstStyle/>
                    <a:p>
                      <a:pPr algn="ctr"/>
                      <a:r>
                        <a:rPr lang="en-GB" dirty="0"/>
                        <a:t>07</a:t>
                      </a:r>
                    </a:p>
                  </a:txBody>
                  <a:tcPr>
                    <a:solidFill>
                      <a:schemeClr val="accent4"/>
                    </a:solidFill>
                  </a:tcPr>
                </a:tc>
                <a:tc>
                  <a:txBody>
                    <a:bodyPr/>
                    <a:lstStyle/>
                    <a:p>
                      <a:r>
                        <a:rPr lang="en-GB" dirty="0"/>
                        <a:t>Jane</a:t>
                      </a:r>
                    </a:p>
                  </a:txBody>
                  <a:tcPr>
                    <a:solidFill>
                      <a:schemeClr val="accent4"/>
                    </a:solidFill>
                  </a:tcPr>
                </a:tc>
                <a:extLst>
                  <a:ext uri="{0D108BD9-81ED-4DB2-BD59-A6C34878D82A}">
                    <a16:rowId xmlns:a16="http://schemas.microsoft.com/office/drawing/2014/main" val="1325936306"/>
                  </a:ext>
                </a:extLst>
              </a:tr>
              <a:tr h="370840">
                <a:tc vMerge="1">
                  <a:txBody>
                    <a:bodyPr/>
                    <a:lstStyle/>
                    <a:p>
                      <a:endParaRPr lang="en-GB"/>
                    </a:p>
                  </a:txBody>
                  <a:tcPr/>
                </a:tc>
                <a:tc>
                  <a:txBody>
                    <a:bodyPr/>
                    <a:lstStyle/>
                    <a:p>
                      <a:pPr algn="ctr"/>
                      <a:r>
                        <a:rPr lang="en-GB" dirty="0"/>
                        <a:t>08</a:t>
                      </a:r>
                    </a:p>
                  </a:txBody>
                  <a:tcPr>
                    <a:solidFill>
                      <a:schemeClr val="accent4">
                        <a:lumMod val="20000"/>
                        <a:lumOff val="80000"/>
                      </a:schemeClr>
                    </a:solidFill>
                  </a:tcPr>
                </a:tc>
                <a:tc>
                  <a:txBody>
                    <a:bodyPr/>
                    <a:lstStyle/>
                    <a:p>
                      <a:r>
                        <a:rPr lang="en-GB" dirty="0"/>
                        <a:t>Ryan</a:t>
                      </a:r>
                    </a:p>
                  </a:txBody>
                  <a:tcPr>
                    <a:solidFill>
                      <a:schemeClr val="accent4">
                        <a:lumMod val="20000"/>
                        <a:lumOff val="80000"/>
                      </a:schemeClr>
                    </a:solidFill>
                  </a:tcPr>
                </a:tc>
                <a:extLst>
                  <a:ext uri="{0D108BD9-81ED-4DB2-BD59-A6C34878D82A}">
                    <a16:rowId xmlns:a16="http://schemas.microsoft.com/office/drawing/2014/main" val="4261778269"/>
                  </a:ext>
                </a:extLst>
              </a:tr>
              <a:tr h="370840">
                <a:tc vMerge="1">
                  <a:txBody>
                    <a:bodyPr/>
                    <a:lstStyle/>
                    <a:p>
                      <a:endParaRPr lang="en-GB"/>
                    </a:p>
                  </a:txBody>
                  <a:tcPr/>
                </a:tc>
                <a:tc>
                  <a:txBody>
                    <a:bodyPr/>
                    <a:lstStyle/>
                    <a:p>
                      <a:pPr algn="ctr"/>
                      <a:r>
                        <a:rPr lang="en-GB" dirty="0"/>
                        <a:t>09</a:t>
                      </a:r>
                    </a:p>
                  </a:txBody>
                  <a:tcPr/>
                </a:tc>
                <a:tc>
                  <a:txBody>
                    <a:bodyPr/>
                    <a:lstStyle/>
                    <a:p>
                      <a:endParaRPr lang="en-GB" dirty="0"/>
                    </a:p>
                  </a:txBody>
                  <a:tcPr/>
                </a:tc>
                <a:extLst>
                  <a:ext uri="{0D108BD9-81ED-4DB2-BD59-A6C34878D82A}">
                    <a16:rowId xmlns:a16="http://schemas.microsoft.com/office/drawing/2014/main" val="2900008557"/>
                  </a:ext>
                </a:extLst>
              </a:tr>
              <a:tr h="370840">
                <a:tc vMerge="1">
                  <a:txBody>
                    <a:bodyPr/>
                    <a:lstStyle/>
                    <a:p>
                      <a:endParaRPr lang="en-GB"/>
                    </a:p>
                  </a:txBody>
                  <a:tcPr/>
                </a:tc>
                <a:tc>
                  <a:txBody>
                    <a:bodyPr/>
                    <a:lstStyle/>
                    <a:p>
                      <a:pPr algn="ctr"/>
                      <a:r>
                        <a:rPr lang="en-GB" dirty="0"/>
                        <a:t>10</a:t>
                      </a:r>
                    </a:p>
                  </a:txBody>
                  <a:tcPr/>
                </a:tc>
                <a:tc>
                  <a:txBody>
                    <a:bodyPr/>
                    <a:lstStyle/>
                    <a:p>
                      <a:endParaRPr lang="en-GB" dirty="0"/>
                    </a:p>
                  </a:txBody>
                  <a:tcPr/>
                </a:tc>
                <a:extLst>
                  <a:ext uri="{0D108BD9-81ED-4DB2-BD59-A6C34878D82A}">
                    <a16:rowId xmlns:a16="http://schemas.microsoft.com/office/drawing/2014/main" val="2995349329"/>
                  </a:ext>
                </a:extLst>
              </a:tr>
              <a:tr h="370840">
                <a:tc vMerge="1">
                  <a:txBody>
                    <a:bodyPr/>
                    <a:lstStyle/>
                    <a:p>
                      <a:endParaRPr lang="en-GB"/>
                    </a:p>
                  </a:txBody>
                  <a:tcPr/>
                </a:tc>
                <a:tc>
                  <a:txBody>
                    <a:bodyPr/>
                    <a:lstStyle/>
                    <a:p>
                      <a:pPr algn="ctr"/>
                      <a:r>
                        <a:rPr lang="en-GB" dirty="0"/>
                        <a:t>11</a:t>
                      </a:r>
                    </a:p>
                  </a:txBody>
                  <a:tcPr/>
                </a:tc>
                <a:tc>
                  <a:txBody>
                    <a:bodyPr/>
                    <a:lstStyle/>
                    <a:p>
                      <a:endParaRPr lang="en-GB" dirty="0"/>
                    </a:p>
                  </a:txBody>
                  <a:tcPr/>
                </a:tc>
                <a:extLst>
                  <a:ext uri="{0D108BD9-81ED-4DB2-BD59-A6C34878D82A}">
                    <a16:rowId xmlns:a16="http://schemas.microsoft.com/office/drawing/2014/main" val="2765599270"/>
                  </a:ext>
                </a:extLst>
              </a:tr>
              <a:tr h="370840">
                <a:tc vMerge="1">
                  <a:txBody>
                    <a:bodyPr/>
                    <a:lstStyle/>
                    <a:p>
                      <a:endParaRPr lang="en-GB" dirty="0"/>
                    </a:p>
                  </a:txBody>
                  <a:tcPr/>
                </a:tc>
                <a:tc>
                  <a:txBody>
                    <a:bodyPr/>
                    <a:lstStyle/>
                    <a:p>
                      <a:pPr algn="ctr"/>
                      <a:r>
                        <a:rPr lang="en-GB" dirty="0"/>
                        <a:t>12</a:t>
                      </a:r>
                    </a:p>
                  </a:txBody>
                  <a:tcPr/>
                </a:tc>
                <a:tc>
                  <a:txBody>
                    <a:bodyPr/>
                    <a:lstStyle/>
                    <a:p>
                      <a:endParaRPr lang="en-GB" dirty="0"/>
                    </a:p>
                  </a:txBody>
                  <a:tcPr/>
                </a:tc>
                <a:extLst>
                  <a:ext uri="{0D108BD9-81ED-4DB2-BD59-A6C34878D82A}">
                    <a16:rowId xmlns:a16="http://schemas.microsoft.com/office/drawing/2014/main" val="679484558"/>
                  </a:ext>
                </a:extLst>
              </a:tr>
            </a:tbl>
          </a:graphicData>
        </a:graphic>
      </p:graphicFrame>
      <p:sp>
        <p:nvSpPr>
          <p:cNvPr id="5" name="Rectangle 4">
            <a:extLst>
              <a:ext uri="{FF2B5EF4-FFF2-40B4-BE49-F238E27FC236}">
                <a16:creationId xmlns:a16="http://schemas.microsoft.com/office/drawing/2014/main" id="{1EB26A08-6E2C-4A8E-BC6A-ADA83CF01A0E}"/>
              </a:ext>
            </a:extLst>
          </p:cNvPr>
          <p:cNvSpPr/>
          <p:nvPr/>
        </p:nvSpPr>
        <p:spPr>
          <a:xfrm>
            <a:off x="11131420" y="2088751"/>
            <a:ext cx="884015" cy="1868781"/>
          </a:xfrm>
          <a:prstGeom prst="rect">
            <a:avLst/>
          </a:prstGeom>
        </p:spPr>
        <p:txBody>
          <a:bodyPr wrap="square">
            <a:spAutoFit/>
          </a:bodyPr>
          <a:lstStyle/>
          <a:p>
            <a:pPr>
              <a:lnSpc>
                <a:spcPct val="107000"/>
              </a:lnSpc>
              <a:spcAft>
                <a:spcPts val="600"/>
              </a:spcAft>
            </a:pPr>
            <a:r>
              <a:rPr lang="en-GB" dirty="0">
                <a:effectLst/>
                <a:latin typeface="Calibri" panose="020F0502020204030204" pitchFamily="34" charset="0"/>
                <a:ea typeface="Calibri" panose="020F0502020204030204" pitchFamily="34" charset="0"/>
                <a:cs typeface="Times New Roman" panose="02020603050405020304" pitchFamily="18" charset="0"/>
              </a:rPr>
              <a:t>index</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[0]</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[1]</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[2]</a:t>
            </a:r>
          </a:p>
          <a:p>
            <a:pPr>
              <a:lnSpc>
                <a:spcPct val="107000"/>
              </a:lnSpc>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[3]</a:t>
            </a:r>
          </a:p>
        </p:txBody>
      </p:sp>
    </p:spTree>
    <p:extLst>
      <p:ext uri="{BB962C8B-B14F-4D97-AF65-F5344CB8AC3E}">
        <p14:creationId xmlns:p14="http://schemas.microsoft.com/office/powerpoint/2010/main" val="138054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One-dimensional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081280"/>
            <a:ext cx="4578247" cy="3350597"/>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This line sets up a one-dimensional array of strings called “countries”.</a:t>
            </a:r>
          </a:p>
          <a:p>
            <a:pPr>
              <a:lnSpc>
                <a:spcPct val="107000"/>
              </a:lnSpc>
            </a:pPr>
            <a:r>
              <a:rPr lang="en-GB" dirty="0">
                <a:latin typeface="Calibri" panose="020F0502020204030204" pitchFamily="34" charset="0"/>
                <a:ea typeface="Calibri" panose="020F0502020204030204" pitchFamily="34" charset="0"/>
                <a:cs typeface="Times New Roman" panose="02020603050405020304" pitchFamily="18" charset="0"/>
              </a:rPr>
              <a:t>It assigns the initial values of:</a:t>
            </a:r>
          </a:p>
          <a:p>
            <a:pPr marL="540000" indent="-28575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“Angola” at index 0</a:t>
            </a:r>
          </a:p>
          <a:p>
            <a:pPr marL="540000" indent="-285750">
              <a:lnSpc>
                <a:spcPct val="107000"/>
              </a:lnSpc>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“Austria” at index 1</a:t>
            </a:r>
          </a:p>
          <a:p>
            <a:pPr marL="540000" indent="-285750">
              <a:lnSpc>
                <a:spcPct val="107000"/>
              </a:lnSpc>
              <a:spcAft>
                <a:spcPts val="800"/>
              </a:spcAft>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“Belgium” at index 2</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Note how indexes start at 0 and not 1.</a:t>
            </a:r>
          </a:p>
          <a:p>
            <a:pPr>
              <a:lnSpc>
                <a:spcPct val="107000"/>
              </a:lnSpc>
              <a:spcAft>
                <a:spcPts val="800"/>
              </a:spcAft>
            </a:pPr>
            <a:r>
              <a:rPr lang="en-GB" i="1" dirty="0">
                <a:latin typeface="Calibri" panose="020F0502020204030204" pitchFamily="34" charset="0"/>
                <a:ea typeface="Calibri" panose="020F0502020204030204" pitchFamily="34" charset="0"/>
                <a:cs typeface="Times New Roman" panose="02020603050405020304" pitchFamily="18" charset="0"/>
              </a:rPr>
              <a:t>Python actually uses arrays but allows programmers to use them as lists. That’s why most people think Python only supports lists.</a:t>
            </a:r>
            <a:endParaRPr lang="en-GB" i="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956CBDA-898B-427A-ABD3-55D90B05446B}"/>
              </a:ext>
            </a:extLst>
          </p:cNvPr>
          <p:cNvPicPr>
            <a:picLocks noChangeAspect="1"/>
          </p:cNvPicPr>
          <p:nvPr/>
        </p:nvPicPr>
        <p:blipFill>
          <a:blip r:embed="rId2"/>
          <a:stretch>
            <a:fillRect/>
          </a:stretch>
        </p:blipFill>
        <p:spPr>
          <a:xfrm>
            <a:off x="4799677" y="425857"/>
            <a:ext cx="7392323" cy="3755617"/>
          </a:xfrm>
          <a:prstGeom prst="rect">
            <a:avLst/>
          </a:prstGeom>
        </p:spPr>
      </p:pic>
      <p:graphicFrame>
        <p:nvGraphicFramePr>
          <p:cNvPr id="9" name="Table 9">
            <a:extLst>
              <a:ext uri="{FF2B5EF4-FFF2-40B4-BE49-F238E27FC236}">
                <a16:creationId xmlns:a16="http://schemas.microsoft.com/office/drawing/2014/main" id="{8A362E2D-F940-42F5-8B05-BE767A795C3D}"/>
              </a:ext>
            </a:extLst>
          </p:cNvPr>
          <p:cNvGraphicFramePr>
            <a:graphicFrameLocks noGrp="1"/>
          </p:cNvGraphicFramePr>
          <p:nvPr>
            <p:extLst>
              <p:ext uri="{D42A27DB-BD31-4B8C-83A1-F6EECF244321}">
                <p14:modId xmlns:p14="http://schemas.microsoft.com/office/powerpoint/2010/main" val="1942645425"/>
              </p:ext>
            </p:extLst>
          </p:nvPr>
        </p:nvGraphicFramePr>
        <p:xfrm>
          <a:off x="7702088" y="4352050"/>
          <a:ext cx="2235200" cy="1854200"/>
        </p:xfrm>
        <a:graphic>
          <a:graphicData uri="http://schemas.openxmlformats.org/drawingml/2006/table">
            <a:tbl>
              <a:tblPr firstRow="1" bandRow="1">
                <a:tableStyleId>{21E4AEA4-8DFA-4A89-87EB-49C32662AFE0}</a:tableStyleId>
              </a:tblPr>
              <a:tblGrid>
                <a:gridCol w="1117600">
                  <a:extLst>
                    <a:ext uri="{9D8B030D-6E8A-4147-A177-3AD203B41FA5}">
                      <a16:colId xmlns:a16="http://schemas.microsoft.com/office/drawing/2014/main" val="218393775"/>
                    </a:ext>
                  </a:extLst>
                </a:gridCol>
                <a:gridCol w="1117600">
                  <a:extLst>
                    <a:ext uri="{9D8B030D-6E8A-4147-A177-3AD203B41FA5}">
                      <a16:colId xmlns:a16="http://schemas.microsoft.com/office/drawing/2014/main" val="2593630649"/>
                    </a:ext>
                  </a:extLst>
                </a:gridCol>
              </a:tblGrid>
              <a:tr h="370840">
                <a:tc gridSpan="2">
                  <a:txBody>
                    <a:bodyPr/>
                    <a:lstStyle/>
                    <a:p>
                      <a:pPr algn="ctr"/>
                      <a:r>
                        <a:rPr lang="en-GB" dirty="0">
                          <a:solidFill>
                            <a:schemeClr val="bg1"/>
                          </a:solidFill>
                        </a:rPr>
                        <a:t>countries</a:t>
                      </a:r>
                    </a:p>
                  </a:txBody>
                  <a:tcPr anchor="ctr"/>
                </a:tc>
                <a:tc hMerge="1">
                  <a:txBody>
                    <a:bodyPr/>
                    <a:lstStyle/>
                    <a:p>
                      <a:endParaRPr lang="en-GB" dirty="0"/>
                    </a:p>
                  </a:txBody>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Contents</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extLst>
                  <a:ext uri="{0D108BD9-81ED-4DB2-BD59-A6C34878D82A}">
                    <a16:rowId xmlns:a16="http://schemas.microsoft.com/office/drawing/2014/main" val="1489663766"/>
                  </a:ext>
                </a:extLst>
              </a:tr>
            </a:tbl>
          </a:graphicData>
        </a:graphic>
      </p:graphicFrame>
      <p:sp>
        <p:nvSpPr>
          <p:cNvPr id="11" name="Rectangle 10">
            <a:extLst>
              <a:ext uri="{FF2B5EF4-FFF2-40B4-BE49-F238E27FC236}">
                <a16:creationId xmlns:a16="http://schemas.microsoft.com/office/drawing/2014/main" id="{FF96196D-57F3-4658-9061-3209630545A7}"/>
              </a:ext>
            </a:extLst>
          </p:cNvPr>
          <p:cNvSpPr/>
          <p:nvPr/>
        </p:nvSpPr>
        <p:spPr>
          <a:xfrm>
            <a:off x="4799677" y="1419225"/>
            <a:ext cx="5496848" cy="381000"/>
          </a:xfrm>
          <a:prstGeom prst="rect">
            <a:avLst/>
          </a:prstGeom>
          <a:solidFill>
            <a:schemeClr val="accent2">
              <a:alpha val="5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5" name="Straight Arrow Connector 14">
            <a:extLst>
              <a:ext uri="{FF2B5EF4-FFF2-40B4-BE49-F238E27FC236}">
                <a16:creationId xmlns:a16="http://schemas.microsoft.com/office/drawing/2014/main" id="{FF9B771A-254C-4ADC-9C4D-521A8128EF81}"/>
              </a:ext>
            </a:extLst>
          </p:cNvPr>
          <p:cNvCxnSpPr>
            <a:cxnSpLocks/>
            <a:endCxn id="9" idx="0"/>
          </p:cNvCxnSpPr>
          <p:nvPr/>
        </p:nvCxnSpPr>
        <p:spPr>
          <a:xfrm>
            <a:off x="8448675" y="1800225"/>
            <a:ext cx="371013" cy="2551825"/>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419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One-dimensional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01405"/>
            <a:ext cx="4578247" cy="968278"/>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To output “Austria” from the array, we would need to use index 1, as index 1 represents the second item in the “countries” array.</a:t>
            </a:r>
          </a:p>
        </p:txBody>
      </p:sp>
      <p:pic>
        <p:nvPicPr>
          <p:cNvPr id="7" name="Picture 6">
            <a:extLst>
              <a:ext uri="{FF2B5EF4-FFF2-40B4-BE49-F238E27FC236}">
                <a16:creationId xmlns:a16="http://schemas.microsoft.com/office/drawing/2014/main" id="{8956CBDA-898B-427A-ABD3-55D90B05446B}"/>
              </a:ext>
            </a:extLst>
          </p:cNvPr>
          <p:cNvPicPr>
            <a:picLocks noChangeAspect="1"/>
          </p:cNvPicPr>
          <p:nvPr/>
        </p:nvPicPr>
        <p:blipFill>
          <a:blip r:embed="rId2"/>
          <a:stretch>
            <a:fillRect/>
          </a:stretch>
        </p:blipFill>
        <p:spPr>
          <a:xfrm>
            <a:off x="4799677" y="425857"/>
            <a:ext cx="7392323" cy="3755617"/>
          </a:xfrm>
          <a:prstGeom prst="rect">
            <a:avLst/>
          </a:prstGeom>
        </p:spPr>
      </p:pic>
      <p:graphicFrame>
        <p:nvGraphicFramePr>
          <p:cNvPr id="9" name="Table 9">
            <a:extLst>
              <a:ext uri="{FF2B5EF4-FFF2-40B4-BE49-F238E27FC236}">
                <a16:creationId xmlns:a16="http://schemas.microsoft.com/office/drawing/2014/main" id="{8A362E2D-F940-42F5-8B05-BE767A795C3D}"/>
              </a:ext>
            </a:extLst>
          </p:cNvPr>
          <p:cNvGraphicFramePr>
            <a:graphicFrameLocks noGrp="1"/>
          </p:cNvGraphicFramePr>
          <p:nvPr>
            <p:extLst>
              <p:ext uri="{D42A27DB-BD31-4B8C-83A1-F6EECF244321}">
                <p14:modId xmlns:p14="http://schemas.microsoft.com/office/powerpoint/2010/main" val="3695146435"/>
              </p:ext>
            </p:extLst>
          </p:nvPr>
        </p:nvGraphicFramePr>
        <p:xfrm>
          <a:off x="7702088" y="4352050"/>
          <a:ext cx="2235200" cy="1854200"/>
        </p:xfrm>
        <a:graphic>
          <a:graphicData uri="http://schemas.openxmlformats.org/drawingml/2006/table">
            <a:tbl>
              <a:tblPr firstRow="1" bandRow="1">
                <a:tableStyleId>{21E4AEA4-8DFA-4A89-87EB-49C32662AFE0}</a:tableStyleId>
              </a:tblPr>
              <a:tblGrid>
                <a:gridCol w="1117600">
                  <a:extLst>
                    <a:ext uri="{9D8B030D-6E8A-4147-A177-3AD203B41FA5}">
                      <a16:colId xmlns:a16="http://schemas.microsoft.com/office/drawing/2014/main" val="218393775"/>
                    </a:ext>
                  </a:extLst>
                </a:gridCol>
                <a:gridCol w="1117600">
                  <a:extLst>
                    <a:ext uri="{9D8B030D-6E8A-4147-A177-3AD203B41FA5}">
                      <a16:colId xmlns:a16="http://schemas.microsoft.com/office/drawing/2014/main" val="2593630649"/>
                    </a:ext>
                  </a:extLst>
                </a:gridCol>
              </a:tblGrid>
              <a:tr h="370840">
                <a:tc gridSpan="2">
                  <a:txBody>
                    <a:bodyPr/>
                    <a:lstStyle/>
                    <a:p>
                      <a:pPr algn="ctr"/>
                      <a:r>
                        <a:rPr lang="en-GB" dirty="0">
                          <a:solidFill>
                            <a:schemeClr val="bg1"/>
                          </a:solidFill>
                        </a:rPr>
                        <a:t>countries</a:t>
                      </a:r>
                    </a:p>
                  </a:txBody>
                  <a:tcPr anchor="ctr"/>
                </a:tc>
                <a:tc hMerge="1">
                  <a:txBody>
                    <a:bodyPr/>
                    <a:lstStyle/>
                    <a:p>
                      <a:endParaRPr lang="en-GB" dirty="0"/>
                    </a:p>
                  </a:txBody>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Contents</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4"/>
                    </a:solidFill>
                  </a:tcPr>
                </a:tc>
                <a:tc>
                  <a:txBody>
                    <a:bodyPr/>
                    <a:lstStyle/>
                    <a:p>
                      <a:pPr algn="ctr"/>
                      <a:r>
                        <a:rPr lang="en-GB" dirty="0"/>
                        <a:t>Austria</a:t>
                      </a:r>
                    </a:p>
                  </a:txBody>
                  <a:tcPr anchor="ctr">
                    <a:solidFill>
                      <a:schemeClr val="accent4"/>
                    </a:solidFill>
                  </a:tcP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extLst>
                  <a:ext uri="{0D108BD9-81ED-4DB2-BD59-A6C34878D82A}">
                    <a16:rowId xmlns:a16="http://schemas.microsoft.com/office/drawing/2014/main" val="1489663766"/>
                  </a:ext>
                </a:extLst>
              </a:tr>
            </a:tbl>
          </a:graphicData>
        </a:graphic>
      </p:graphicFrame>
      <p:sp>
        <p:nvSpPr>
          <p:cNvPr id="10" name="Rectangle 9">
            <a:extLst>
              <a:ext uri="{FF2B5EF4-FFF2-40B4-BE49-F238E27FC236}">
                <a16:creationId xmlns:a16="http://schemas.microsoft.com/office/drawing/2014/main" id="{3E261876-DDA1-4146-A069-90E3A49E0870}"/>
              </a:ext>
            </a:extLst>
          </p:cNvPr>
          <p:cNvSpPr/>
          <p:nvPr/>
        </p:nvSpPr>
        <p:spPr>
          <a:xfrm>
            <a:off x="4799677" y="1933575"/>
            <a:ext cx="5496848" cy="381000"/>
          </a:xfrm>
          <a:prstGeom prst="rect">
            <a:avLst/>
          </a:prstGeom>
          <a:solidFill>
            <a:schemeClr val="accent2">
              <a:alpha val="5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38136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One-dimensional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956CBDA-898B-427A-ABD3-55D90B05446B}"/>
              </a:ext>
            </a:extLst>
          </p:cNvPr>
          <p:cNvPicPr>
            <a:picLocks noChangeAspect="1"/>
          </p:cNvPicPr>
          <p:nvPr/>
        </p:nvPicPr>
        <p:blipFill>
          <a:blip r:embed="rId2"/>
          <a:stretch>
            <a:fillRect/>
          </a:stretch>
        </p:blipFill>
        <p:spPr>
          <a:xfrm>
            <a:off x="4799677" y="425857"/>
            <a:ext cx="7392323" cy="3755617"/>
          </a:xfrm>
          <a:prstGeom prst="rect">
            <a:avLst/>
          </a:prstGeom>
        </p:spPr>
      </p:pic>
      <p:graphicFrame>
        <p:nvGraphicFramePr>
          <p:cNvPr id="11" name="Table 9">
            <a:extLst>
              <a:ext uri="{FF2B5EF4-FFF2-40B4-BE49-F238E27FC236}">
                <a16:creationId xmlns:a16="http://schemas.microsoft.com/office/drawing/2014/main" id="{62B2219F-9CE5-4CFE-8B7B-4D3DF3B57514}"/>
              </a:ext>
            </a:extLst>
          </p:cNvPr>
          <p:cNvGraphicFramePr>
            <a:graphicFrameLocks noGrp="1"/>
          </p:cNvGraphicFramePr>
          <p:nvPr>
            <p:extLst>
              <p:ext uri="{D42A27DB-BD31-4B8C-83A1-F6EECF244321}">
                <p14:modId xmlns:p14="http://schemas.microsoft.com/office/powerpoint/2010/main" val="4072509991"/>
              </p:ext>
            </p:extLst>
          </p:nvPr>
        </p:nvGraphicFramePr>
        <p:xfrm>
          <a:off x="7702088" y="4352050"/>
          <a:ext cx="2235200" cy="2225040"/>
        </p:xfrm>
        <a:graphic>
          <a:graphicData uri="http://schemas.openxmlformats.org/drawingml/2006/table">
            <a:tbl>
              <a:tblPr firstRow="1" bandRow="1">
                <a:tableStyleId>{21E4AEA4-8DFA-4A89-87EB-49C32662AFE0}</a:tableStyleId>
              </a:tblPr>
              <a:tblGrid>
                <a:gridCol w="1117600">
                  <a:extLst>
                    <a:ext uri="{9D8B030D-6E8A-4147-A177-3AD203B41FA5}">
                      <a16:colId xmlns:a16="http://schemas.microsoft.com/office/drawing/2014/main" val="218393775"/>
                    </a:ext>
                  </a:extLst>
                </a:gridCol>
                <a:gridCol w="1117600">
                  <a:extLst>
                    <a:ext uri="{9D8B030D-6E8A-4147-A177-3AD203B41FA5}">
                      <a16:colId xmlns:a16="http://schemas.microsoft.com/office/drawing/2014/main" val="2593630649"/>
                    </a:ext>
                  </a:extLst>
                </a:gridCol>
              </a:tblGrid>
              <a:tr h="370840">
                <a:tc gridSpan="2">
                  <a:txBody>
                    <a:bodyPr/>
                    <a:lstStyle/>
                    <a:p>
                      <a:pPr algn="ctr"/>
                      <a:r>
                        <a:rPr lang="en-GB" dirty="0">
                          <a:solidFill>
                            <a:schemeClr val="bg1"/>
                          </a:solidFill>
                        </a:rPr>
                        <a:t>countries</a:t>
                      </a:r>
                    </a:p>
                  </a:txBody>
                  <a:tcPr anchor="ctr"/>
                </a:tc>
                <a:tc hMerge="1">
                  <a:txBody>
                    <a:bodyPr/>
                    <a:lstStyle/>
                    <a:p>
                      <a:endParaRPr lang="en-GB" dirty="0"/>
                    </a:p>
                  </a:txBody>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Contents</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extLst>
                  <a:ext uri="{0D108BD9-81ED-4DB2-BD59-A6C34878D82A}">
                    <a16:rowId xmlns:a16="http://schemas.microsoft.com/office/drawing/2014/main" val="1489663766"/>
                  </a:ext>
                </a:extLst>
              </a:tr>
              <a:tr h="370840">
                <a:tc>
                  <a:txBody>
                    <a:bodyPr/>
                    <a:lstStyle/>
                    <a:p>
                      <a:pPr algn="ctr"/>
                      <a:r>
                        <a:rPr lang="en-GB" dirty="0">
                          <a:solidFill>
                            <a:schemeClr val="bg1"/>
                          </a:solidFill>
                        </a:rPr>
                        <a:t>3</a:t>
                      </a:r>
                    </a:p>
                  </a:txBody>
                  <a:tcPr anchor="ctr">
                    <a:solidFill>
                      <a:schemeClr val="accent4"/>
                    </a:solidFill>
                  </a:tcPr>
                </a:tc>
                <a:tc>
                  <a:txBody>
                    <a:bodyPr/>
                    <a:lstStyle/>
                    <a:p>
                      <a:pPr algn="ctr"/>
                      <a:endParaRPr lang="en-GB" dirty="0"/>
                    </a:p>
                  </a:txBody>
                  <a:tcPr anchor="ctr">
                    <a:solidFill>
                      <a:schemeClr val="accent4">
                        <a:lumMod val="20000"/>
                        <a:lumOff val="80000"/>
                      </a:schemeClr>
                    </a:solidFill>
                  </a:tcPr>
                </a:tc>
                <a:extLst>
                  <a:ext uri="{0D108BD9-81ED-4DB2-BD59-A6C34878D82A}">
                    <a16:rowId xmlns:a16="http://schemas.microsoft.com/office/drawing/2014/main" val="205733927"/>
                  </a:ext>
                </a:extLst>
              </a:tr>
            </a:tbl>
          </a:graphicData>
        </a:graphic>
      </p:graphicFrame>
      <p:sp>
        <p:nvSpPr>
          <p:cNvPr id="6" name="Rectangle 5">
            <a:extLst>
              <a:ext uri="{FF2B5EF4-FFF2-40B4-BE49-F238E27FC236}">
                <a16:creationId xmlns:a16="http://schemas.microsoft.com/office/drawing/2014/main" id="{8C22A264-D510-4828-ADFC-34CBED2A0E06}"/>
              </a:ext>
            </a:extLst>
          </p:cNvPr>
          <p:cNvSpPr/>
          <p:nvPr/>
        </p:nvSpPr>
        <p:spPr>
          <a:xfrm>
            <a:off x="4799677" y="2428875"/>
            <a:ext cx="5496848" cy="381000"/>
          </a:xfrm>
          <a:prstGeom prst="rect">
            <a:avLst/>
          </a:prstGeom>
          <a:solidFill>
            <a:schemeClr val="accent2">
              <a:alpha val="5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3E3A3BA0-2160-431A-A01A-CAA91C84D6C8}"/>
              </a:ext>
            </a:extLst>
          </p:cNvPr>
          <p:cNvSpPr/>
          <p:nvPr/>
        </p:nvSpPr>
        <p:spPr>
          <a:xfrm>
            <a:off x="176565" y="1014023"/>
            <a:ext cx="4578247" cy="2849050"/>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Arrays are a static data structure – that means you can’t change the size of an array once you have set it up.</a:t>
            </a:r>
          </a:p>
          <a:p>
            <a:pPr>
              <a:lnSpc>
                <a:spcPct val="107000"/>
              </a:lnSpc>
              <a:spcAft>
                <a:spcPts val="800"/>
              </a:spcAft>
            </a:pPr>
            <a:r>
              <a:rPr lang="en-GB" i="1" dirty="0">
                <a:latin typeface="Calibri" panose="020F0502020204030204" pitchFamily="34" charset="0"/>
                <a:ea typeface="Calibri" panose="020F0502020204030204" pitchFamily="34" charset="0"/>
                <a:cs typeface="Times New Roman" panose="02020603050405020304" pitchFamily="18" charset="0"/>
              </a:rPr>
              <a:t>This is a good example of Python allowing an array to behave like a list. Although you can’t tell (because it is abstracted from you), Python is actually moving the entire data structure to a new part of the memory to ensure it is contiguous if it needs to be.</a:t>
            </a:r>
          </a:p>
        </p:txBody>
      </p:sp>
    </p:spTree>
    <p:extLst>
      <p:ext uri="{BB962C8B-B14F-4D97-AF65-F5344CB8AC3E}">
        <p14:creationId xmlns:p14="http://schemas.microsoft.com/office/powerpoint/2010/main" val="1043360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One-dimensional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8956CBDA-898B-427A-ABD3-55D90B05446B}"/>
              </a:ext>
            </a:extLst>
          </p:cNvPr>
          <p:cNvPicPr>
            <a:picLocks noChangeAspect="1"/>
          </p:cNvPicPr>
          <p:nvPr/>
        </p:nvPicPr>
        <p:blipFill>
          <a:blip r:embed="rId2"/>
          <a:stretch>
            <a:fillRect/>
          </a:stretch>
        </p:blipFill>
        <p:spPr>
          <a:xfrm>
            <a:off x="4799677" y="425857"/>
            <a:ext cx="7392323" cy="3755617"/>
          </a:xfrm>
          <a:prstGeom prst="rect">
            <a:avLst/>
          </a:prstGeom>
        </p:spPr>
      </p:pic>
      <p:graphicFrame>
        <p:nvGraphicFramePr>
          <p:cNvPr id="11" name="Table 9">
            <a:extLst>
              <a:ext uri="{FF2B5EF4-FFF2-40B4-BE49-F238E27FC236}">
                <a16:creationId xmlns:a16="http://schemas.microsoft.com/office/drawing/2014/main" id="{62B2219F-9CE5-4CFE-8B7B-4D3DF3B57514}"/>
              </a:ext>
            </a:extLst>
          </p:cNvPr>
          <p:cNvGraphicFramePr>
            <a:graphicFrameLocks noGrp="1"/>
          </p:cNvGraphicFramePr>
          <p:nvPr>
            <p:extLst>
              <p:ext uri="{D42A27DB-BD31-4B8C-83A1-F6EECF244321}">
                <p14:modId xmlns:p14="http://schemas.microsoft.com/office/powerpoint/2010/main" val="3538989609"/>
              </p:ext>
            </p:extLst>
          </p:nvPr>
        </p:nvGraphicFramePr>
        <p:xfrm>
          <a:off x="7702088" y="4352050"/>
          <a:ext cx="2235200" cy="2225040"/>
        </p:xfrm>
        <a:graphic>
          <a:graphicData uri="http://schemas.openxmlformats.org/drawingml/2006/table">
            <a:tbl>
              <a:tblPr firstRow="1" bandRow="1">
                <a:tableStyleId>{21E4AEA4-8DFA-4A89-87EB-49C32662AFE0}</a:tableStyleId>
              </a:tblPr>
              <a:tblGrid>
                <a:gridCol w="1117600">
                  <a:extLst>
                    <a:ext uri="{9D8B030D-6E8A-4147-A177-3AD203B41FA5}">
                      <a16:colId xmlns:a16="http://schemas.microsoft.com/office/drawing/2014/main" val="218393775"/>
                    </a:ext>
                  </a:extLst>
                </a:gridCol>
                <a:gridCol w="1117600">
                  <a:extLst>
                    <a:ext uri="{9D8B030D-6E8A-4147-A177-3AD203B41FA5}">
                      <a16:colId xmlns:a16="http://schemas.microsoft.com/office/drawing/2014/main" val="2593630649"/>
                    </a:ext>
                  </a:extLst>
                </a:gridCol>
              </a:tblGrid>
              <a:tr h="370840">
                <a:tc gridSpan="2">
                  <a:txBody>
                    <a:bodyPr/>
                    <a:lstStyle/>
                    <a:p>
                      <a:pPr algn="ctr"/>
                      <a:r>
                        <a:rPr lang="en-GB" dirty="0">
                          <a:solidFill>
                            <a:schemeClr val="bg1"/>
                          </a:solidFill>
                        </a:rPr>
                        <a:t>countries</a:t>
                      </a:r>
                    </a:p>
                  </a:txBody>
                  <a:tcPr anchor="ctr"/>
                </a:tc>
                <a:tc hMerge="1">
                  <a:txBody>
                    <a:bodyPr/>
                    <a:lstStyle/>
                    <a:p>
                      <a:endParaRPr lang="en-GB" dirty="0"/>
                    </a:p>
                  </a:txBody>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Contents</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extLst>
                  <a:ext uri="{0D108BD9-81ED-4DB2-BD59-A6C34878D82A}">
                    <a16:rowId xmlns:a16="http://schemas.microsoft.com/office/drawing/2014/main" val="1489663766"/>
                  </a:ext>
                </a:extLst>
              </a:tr>
              <a:tr h="370840">
                <a:tc>
                  <a:txBody>
                    <a:bodyPr/>
                    <a:lstStyle/>
                    <a:p>
                      <a:pPr algn="ctr"/>
                      <a:r>
                        <a:rPr lang="en-GB" dirty="0">
                          <a:solidFill>
                            <a:schemeClr val="bg1"/>
                          </a:solidFill>
                        </a:rPr>
                        <a:t>3</a:t>
                      </a:r>
                    </a:p>
                  </a:txBody>
                  <a:tcPr anchor="ctr">
                    <a:solidFill>
                      <a:schemeClr val="accent4"/>
                    </a:solidFill>
                  </a:tcPr>
                </a:tc>
                <a:tc>
                  <a:txBody>
                    <a:bodyPr/>
                    <a:lstStyle/>
                    <a:p>
                      <a:pPr algn="ctr"/>
                      <a:r>
                        <a:rPr lang="en-GB" dirty="0"/>
                        <a:t>Canada</a:t>
                      </a:r>
                    </a:p>
                  </a:txBody>
                  <a:tcPr anchor="ctr">
                    <a:solidFill>
                      <a:schemeClr val="accent4">
                        <a:lumMod val="20000"/>
                        <a:lumOff val="80000"/>
                      </a:schemeClr>
                    </a:solidFill>
                  </a:tcPr>
                </a:tc>
                <a:extLst>
                  <a:ext uri="{0D108BD9-81ED-4DB2-BD59-A6C34878D82A}">
                    <a16:rowId xmlns:a16="http://schemas.microsoft.com/office/drawing/2014/main" val="205733927"/>
                  </a:ext>
                </a:extLst>
              </a:tr>
            </a:tbl>
          </a:graphicData>
        </a:graphic>
      </p:graphicFrame>
      <p:sp>
        <p:nvSpPr>
          <p:cNvPr id="6" name="Rectangle 5">
            <a:extLst>
              <a:ext uri="{FF2B5EF4-FFF2-40B4-BE49-F238E27FC236}">
                <a16:creationId xmlns:a16="http://schemas.microsoft.com/office/drawing/2014/main" id="{8C22A264-D510-4828-ADFC-34CBED2A0E06}"/>
              </a:ext>
            </a:extLst>
          </p:cNvPr>
          <p:cNvSpPr/>
          <p:nvPr/>
        </p:nvSpPr>
        <p:spPr>
          <a:xfrm>
            <a:off x="4799677" y="2695575"/>
            <a:ext cx="5496848" cy="381000"/>
          </a:xfrm>
          <a:prstGeom prst="rect">
            <a:avLst/>
          </a:prstGeom>
          <a:solidFill>
            <a:schemeClr val="accent2">
              <a:alpha val="50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68B3E89D-E318-4859-9879-FC9F615F3F68}"/>
              </a:ext>
            </a:extLst>
          </p:cNvPr>
          <p:cNvSpPr/>
          <p:nvPr/>
        </p:nvSpPr>
        <p:spPr>
          <a:xfrm>
            <a:off x="176565" y="1014023"/>
            <a:ext cx="4578247" cy="3544368"/>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Arrays are a static data structure – that means you can’t change the size of an array once you have set it up.</a:t>
            </a:r>
          </a:p>
          <a:p>
            <a:pPr>
              <a:lnSpc>
                <a:spcPct val="107000"/>
              </a:lnSpc>
              <a:spcAft>
                <a:spcPts val="800"/>
              </a:spcAft>
            </a:pPr>
            <a:r>
              <a:rPr lang="en-GB" i="1" dirty="0">
                <a:latin typeface="Calibri" panose="020F0502020204030204" pitchFamily="34" charset="0"/>
                <a:ea typeface="Calibri" panose="020F0502020204030204" pitchFamily="34" charset="0"/>
                <a:cs typeface="Times New Roman" panose="02020603050405020304" pitchFamily="18" charset="0"/>
              </a:rPr>
              <a:t>This is a good example of Python allowing an array to behave like a list. Although you can’t tell (because it is abstracted from you), Python is actually moving the entire data structure to a new part of the memory to ensure it is contiguous if it needs to be.</a:t>
            </a:r>
          </a:p>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We can then insert an item into the new location at the end of the array using its index.</a:t>
            </a:r>
          </a:p>
        </p:txBody>
      </p:sp>
    </p:spTree>
    <p:extLst>
      <p:ext uri="{BB962C8B-B14F-4D97-AF65-F5344CB8AC3E}">
        <p14:creationId xmlns:p14="http://schemas.microsoft.com/office/powerpoint/2010/main" val="4190475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Two-dimensional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12826"/>
            <a:ext cx="4578247" cy="968278"/>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You can visualise a two-dimensional array as a table with two sets of indexes – one for the rows and another for the columns.</a:t>
            </a:r>
          </a:p>
        </p:txBody>
      </p:sp>
      <p:graphicFrame>
        <p:nvGraphicFramePr>
          <p:cNvPr id="11" name="Table 9">
            <a:extLst>
              <a:ext uri="{FF2B5EF4-FFF2-40B4-BE49-F238E27FC236}">
                <a16:creationId xmlns:a16="http://schemas.microsoft.com/office/drawing/2014/main" id="{62B2219F-9CE5-4CFE-8B7B-4D3DF3B57514}"/>
              </a:ext>
            </a:extLst>
          </p:cNvPr>
          <p:cNvGraphicFramePr>
            <a:graphicFrameLocks noGrp="1"/>
          </p:cNvGraphicFramePr>
          <p:nvPr>
            <p:extLst>
              <p:ext uri="{D42A27DB-BD31-4B8C-83A1-F6EECF244321}">
                <p14:modId xmlns:p14="http://schemas.microsoft.com/office/powerpoint/2010/main" val="2965926192"/>
              </p:ext>
            </p:extLst>
          </p:nvPr>
        </p:nvGraphicFramePr>
        <p:xfrm>
          <a:off x="7229475" y="4466818"/>
          <a:ext cx="2933700" cy="1854200"/>
        </p:xfrm>
        <a:graphic>
          <a:graphicData uri="http://schemas.openxmlformats.org/drawingml/2006/table">
            <a:tbl>
              <a:tblPr firstRow="1" bandRow="1">
                <a:tableStyleId>{21E4AEA4-8DFA-4A89-87EB-49C32662AFE0}</a:tableStyleId>
              </a:tblPr>
              <a:tblGrid>
                <a:gridCol w="819150">
                  <a:extLst>
                    <a:ext uri="{9D8B030D-6E8A-4147-A177-3AD203B41FA5}">
                      <a16:colId xmlns:a16="http://schemas.microsoft.com/office/drawing/2014/main" val="218393775"/>
                    </a:ext>
                  </a:extLst>
                </a:gridCol>
                <a:gridCol w="1057275">
                  <a:extLst>
                    <a:ext uri="{9D8B030D-6E8A-4147-A177-3AD203B41FA5}">
                      <a16:colId xmlns:a16="http://schemas.microsoft.com/office/drawing/2014/main" val="2593630649"/>
                    </a:ext>
                  </a:extLst>
                </a:gridCol>
                <a:gridCol w="1057275">
                  <a:extLst>
                    <a:ext uri="{9D8B030D-6E8A-4147-A177-3AD203B41FA5}">
                      <a16:colId xmlns:a16="http://schemas.microsoft.com/office/drawing/2014/main" val="479884621"/>
                    </a:ext>
                  </a:extLst>
                </a:gridCol>
              </a:tblGrid>
              <a:tr h="370840">
                <a:tc gridSpan="3">
                  <a:txBody>
                    <a:bodyPr/>
                    <a:lstStyle/>
                    <a:p>
                      <a:pPr algn="ctr"/>
                      <a:r>
                        <a:rPr lang="en-GB" dirty="0">
                          <a:solidFill>
                            <a:schemeClr val="bg1"/>
                          </a:solidFill>
                        </a:rPr>
                        <a:t>countries</a:t>
                      </a:r>
                    </a:p>
                  </a:txBody>
                  <a:tcPr anchor="ctr"/>
                </a:tc>
                <a:tc hMerge="1">
                  <a:txBody>
                    <a:bodyPr/>
                    <a:lstStyle/>
                    <a:p>
                      <a:endParaRPr lang="en-GB" dirty="0"/>
                    </a:p>
                  </a:txBody>
                  <a:tcPr/>
                </a:tc>
                <a:tc hMerge="1">
                  <a:txBody>
                    <a:bodyPr/>
                    <a:lstStyle/>
                    <a:p>
                      <a:pPr algn="ctr"/>
                      <a:endParaRPr lang="en-GB" dirty="0">
                        <a:solidFill>
                          <a:schemeClr val="bg1"/>
                        </a:solidFill>
                      </a:endParaRPr>
                    </a:p>
                  </a:txBody>
                  <a:tcPr anchor="ctr">
                    <a:solidFill>
                      <a:srgbClr val="4472C4"/>
                    </a:solidFill>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0</a:t>
                      </a:r>
                    </a:p>
                  </a:txBody>
                  <a:tcPr anchor="ctr">
                    <a:solidFill>
                      <a:schemeClr val="accent2"/>
                    </a:solidFill>
                  </a:tcPr>
                </a:tc>
                <a:tc>
                  <a:txBody>
                    <a:bodyPr/>
                    <a:lstStyle/>
                    <a:p>
                      <a:pPr algn="ctr"/>
                      <a:r>
                        <a:rPr lang="en-GB" dirty="0">
                          <a:solidFill>
                            <a:schemeClr val="bg1"/>
                          </a:solidFill>
                        </a:rPr>
                        <a:t>1</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tc>
                  <a:txBody>
                    <a:bodyPr/>
                    <a:lstStyle/>
                    <a:p>
                      <a:pPr algn="ctr"/>
                      <a:r>
                        <a:rPr lang="en-GB" dirty="0"/>
                        <a:t>1246700</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tc>
                  <a:txBody>
                    <a:bodyPr/>
                    <a:lstStyle/>
                    <a:p>
                      <a:pPr algn="ctr"/>
                      <a:r>
                        <a:rPr lang="en-GB" dirty="0"/>
                        <a:t>83871</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tc>
                  <a:txBody>
                    <a:bodyPr/>
                    <a:lstStyle/>
                    <a:p>
                      <a:pPr algn="ctr"/>
                      <a:r>
                        <a:rPr lang="en-GB" dirty="0"/>
                        <a:t>30528</a:t>
                      </a:r>
                    </a:p>
                  </a:txBody>
                  <a:tcPr anchor="ctr"/>
                </a:tc>
                <a:extLst>
                  <a:ext uri="{0D108BD9-81ED-4DB2-BD59-A6C34878D82A}">
                    <a16:rowId xmlns:a16="http://schemas.microsoft.com/office/drawing/2014/main" val="1489663766"/>
                  </a:ext>
                </a:extLst>
              </a:tr>
            </a:tbl>
          </a:graphicData>
        </a:graphic>
      </p:graphicFrame>
      <p:pic>
        <p:nvPicPr>
          <p:cNvPr id="5" name="Picture 4">
            <a:extLst>
              <a:ext uri="{FF2B5EF4-FFF2-40B4-BE49-F238E27FC236}">
                <a16:creationId xmlns:a16="http://schemas.microsoft.com/office/drawing/2014/main" id="{27A72A0C-6F16-44EC-9DEC-4FF842BDB370}"/>
              </a:ext>
            </a:extLst>
          </p:cNvPr>
          <p:cNvPicPr>
            <a:picLocks noChangeAspect="1"/>
          </p:cNvPicPr>
          <p:nvPr/>
        </p:nvPicPr>
        <p:blipFill>
          <a:blip r:embed="rId2"/>
          <a:stretch>
            <a:fillRect/>
          </a:stretch>
        </p:blipFill>
        <p:spPr>
          <a:xfrm>
            <a:off x="4754812" y="415413"/>
            <a:ext cx="7436024" cy="3824475"/>
          </a:xfrm>
          <a:prstGeom prst="rect">
            <a:avLst/>
          </a:prstGeom>
        </p:spPr>
      </p:pic>
    </p:spTree>
    <p:extLst>
      <p:ext uri="{BB962C8B-B14F-4D97-AF65-F5344CB8AC3E}">
        <p14:creationId xmlns:p14="http://schemas.microsoft.com/office/powerpoint/2010/main" val="2097385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Two-dimensional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12826"/>
            <a:ext cx="4578247" cy="1959960"/>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You can visualise a two-dimensional array as a table with two sets of indexes – one for the rows and another for the columns.</a:t>
            </a:r>
            <a:br>
              <a:rPr lang="en-GB" dirty="0">
                <a:latin typeface="Calibri" panose="020F0502020204030204" pitchFamily="34" charset="0"/>
                <a:ea typeface="Calibri" panose="020F0502020204030204" pitchFamily="34" charset="0"/>
                <a:cs typeface="Times New Roman" panose="02020603050405020304" pitchFamily="18" charset="0"/>
              </a:rPr>
            </a:br>
            <a:br>
              <a:rPr lang="en-GB" dirty="0">
                <a:latin typeface="Calibri" panose="020F0502020204030204" pitchFamily="34" charset="0"/>
                <a:ea typeface="Calibri" panose="020F0502020204030204" pitchFamily="34" charset="0"/>
                <a:cs typeface="Times New Roman" panose="02020603050405020304" pitchFamily="18" charset="0"/>
              </a:rPr>
            </a:br>
            <a:r>
              <a:rPr lang="en-GB" dirty="0">
                <a:latin typeface="Calibri" panose="020F0502020204030204" pitchFamily="34" charset="0"/>
                <a:ea typeface="Calibri" panose="020F0502020204030204" pitchFamily="34" charset="0"/>
                <a:cs typeface="Times New Roman" panose="02020603050405020304" pitchFamily="18" charset="0"/>
              </a:rPr>
              <a:t>“countries[0][0]” contains “Angola”.</a:t>
            </a:r>
          </a:p>
          <a:p>
            <a:pPr>
              <a:lnSpc>
                <a:spcPct val="107000"/>
              </a:lnSpc>
              <a:spcAft>
                <a:spcPts val="800"/>
              </a:spcAft>
            </a:pPr>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1" name="Table 9">
            <a:extLst>
              <a:ext uri="{FF2B5EF4-FFF2-40B4-BE49-F238E27FC236}">
                <a16:creationId xmlns:a16="http://schemas.microsoft.com/office/drawing/2014/main" id="{62B2219F-9CE5-4CFE-8B7B-4D3DF3B57514}"/>
              </a:ext>
            </a:extLst>
          </p:cNvPr>
          <p:cNvGraphicFramePr>
            <a:graphicFrameLocks noGrp="1"/>
          </p:cNvGraphicFramePr>
          <p:nvPr>
            <p:extLst>
              <p:ext uri="{D42A27DB-BD31-4B8C-83A1-F6EECF244321}">
                <p14:modId xmlns:p14="http://schemas.microsoft.com/office/powerpoint/2010/main" val="117111194"/>
              </p:ext>
            </p:extLst>
          </p:nvPr>
        </p:nvGraphicFramePr>
        <p:xfrm>
          <a:off x="7229475" y="4466818"/>
          <a:ext cx="2933700" cy="1854200"/>
        </p:xfrm>
        <a:graphic>
          <a:graphicData uri="http://schemas.openxmlformats.org/drawingml/2006/table">
            <a:tbl>
              <a:tblPr firstRow="1" bandRow="1">
                <a:tableStyleId>{21E4AEA4-8DFA-4A89-87EB-49C32662AFE0}</a:tableStyleId>
              </a:tblPr>
              <a:tblGrid>
                <a:gridCol w="819150">
                  <a:extLst>
                    <a:ext uri="{9D8B030D-6E8A-4147-A177-3AD203B41FA5}">
                      <a16:colId xmlns:a16="http://schemas.microsoft.com/office/drawing/2014/main" val="218393775"/>
                    </a:ext>
                  </a:extLst>
                </a:gridCol>
                <a:gridCol w="1057275">
                  <a:extLst>
                    <a:ext uri="{9D8B030D-6E8A-4147-A177-3AD203B41FA5}">
                      <a16:colId xmlns:a16="http://schemas.microsoft.com/office/drawing/2014/main" val="2593630649"/>
                    </a:ext>
                  </a:extLst>
                </a:gridCol>
                <a:gridCol w="1057275">
                  <a:extLst>
                    <a:ext uri="{9D8B030D-6E8A-4147-A177-3AD203B41FA5}">
                      <a16:colId xmlns:a16="http://schemas.microsoft.com/office/drawing/2014/main" val="479884621"/>
                    </a:ext>
                  </a:extLst>
                </a:gridCol>
              </a:tblGrid>
              <a:tr h="370840">
                <a:tc gridSpan="3">
                  <a:txBody>
                    <a:bodyPr/>
                    <a:lstStyle/>
                    <a:p>
                      <a:pPr algn="ctr"/>
                      <a:r>
                        <a:rPr lang="en-GB" dirty="0">
                          <a:solidFill>
                            <a:schemeClr val="bg1"/>
                          </a:solidFill>
                        </a:rPr>
                        <a:t>countries</a:t>
                      </a:r>
                    </a:p>
                  </a:txBody>
                  <a:tcPr anchor="ctr"/>
                </a:tc>
                <a:tc hMerge="1">
                  <a:txBody>
                    <a:bodyPr/>
                    <a:lstStyle/>
                    <a:p>
                      <a:endParaRPr lang="en-GB" dirty="0"/>
                    </a:p>
                  </a:txBody>
                  <a:tcPr/>
                </a:tc>
                <a:tc hMerge="1">
                  <a:txBody>
                    <a:bodyPr/>
                    <a:lstStyle/>
                    <a:p>
                      <a:pPr algn="ctr"/>
                      <a:endParaRPr lang="en-GB" dirty="0">
                        <a:solidFill>
                          <a:schemeClr val="bg1"/>
                        </a:solidFill>
                      </a:endParaRPr>
                    </a:p>
                  </a:txBody>
                  <a:tcPr anchor="ctr">
                    <a:solidFill>
                      <a:srgbClr val="4472C4"/>
                    </a:solidFill>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0</a:t>
                      </a:r>
                    </a:p>
                  </a:txBody>
                  <a:tcPr anchor="ctr">
                    <a:solidFill>
                      <a:schemeClr val="accent4"/>
                    </a:solidFill>
                  </a:tcPr>
                </a:tc>
                <a:tc>
                  <a:txBody>
                    <a:bodyPr/>
                    <a:lstStyle/>
                    <a:p>
                      <a:pPr algn="ctr"/>
                      <a:r>
                        <a:rPr lang="en-GB" dirty="0">
                          <a:solidFill>
                            <a:schemeClr val="bg1"/>
                          </a:solidFill>
                        </a:rPr>
                        <a:t>1</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4"/>
                    </a:solidFill>
                  </a:tcPr>
                </a:tc>
                <a:tc>
                  <a:txBody>
                    <a:bodyPr/>
                    <a:lstStyle/>
                    <a:p>
                      <a:pPr algn="ctr"/>
                      <a:r>
                        <a:rPr lang="en-GB" dirty="0"/>
                        <a:t>Angola</a:t>
                      </a:r>
                    </a:p>
                  </a:txBody>
                  <a:tcPr anchor="ctr">
                    <a:solidFill>
                      <a:schemeClr val="accent4">
                        <a:lumMod val="20000"/>
                        <a:lumOff val="80000"/>
                      </a:schemeClr>
                    </a:solidFill>
                  </a:tcPr>
                </a:tc>
                <a:tc>
                  <a:txBody>
                    <a:bodyPr/>
                    <a:lstStyle/>
                    <a:p>
                      <a:pPr algn="ctr"/>
                      <a:r>
                        <a:rPr lang="en-GB" dirty="0"/>
                        <a:t>1246700</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tc>
                  <a:txBody>
                    <a:bodyPr/>
                    <a:lstStyle/>
                    <a:p>
                      <a:pPr algn="ctr"/>
                      <a:r>
                        <a:rPr lang="en-GB" dirty="0"/>
                        <a:t>83871</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tc>
                  <a:txBody>
                    <a:bodyPr/>
                    <a:lstStyle/>
                    <a:p>
                      <a:pPr algn="ctr"/>
                      <a:r>
                        <a:rPr lang="en-GB" dirty="0"/>
                        <a:t>30528</a:t>
                      </a:r>
                    </a:p>
                  </a:txBody>
                  <a:tcPr anchor="ctr"/>
                </a:tc>
                <a:extLst>
                  <a:ext uri="{0D108BD9-81ED-4DB2-BD59-A6C34878D82A}">
                    <a16:rowId xmlns:a16="http://schemas.microsoft.com/office/drawing/2014/main" val="1489663766"/>
                  </a:ext>
                </a:extLst>
              </a:tr>
            </a:tbl>
          </a:graphicData>
        </a:graphic>
      </p:graphicFrame>
      <p:pic>
        <p:nvPicPr>
          <p:cNvPr id="5" name="Picture 4">
            <a:extLst>
              <a:ext uri="{FF2B5EF4-FFF2-40B4-BE49-F238E27FC236}">
                <a16:creationId xmlns:a16="http://schemas.microsoft.com/office/drawing/2014/main" id="{27A72A0C-6F16-44EC-9DEC-4FF842BDB370}"/>
              </a:ext>
            </a:extLst>
          </p:cNvPr>
          <p:cNvPicPr>
            <a:picLocks noChangeAspect="1"/>
          </p:cNvPicPr>
          <p:nvPr/>
        </p:nvPicPr>
        <p:blipFill>
          <a:blip r:embed="rId2"/>
          <a:stretch>
            <a:fillRect/>
          </a:stretch>
        </p:blipFill>
        <p:spPr>
          <a:xfrm>
            <a:off x="4754812" y="415413"/>
            <a:ext cx="7436024" cy="3824475"/>
          </a:xfrm>
          <a:prstGeom prst="rect">
            <a:avLst/>
          </a:prstGeom>
        </p:spPr>
      </p:pic>
    </p:spTree>
    <p:extLst>
      <p:ext uri="{BB962C8B-B14F-4D97-AF65-F5344CB8AC3E}">
        <p14:creationId xmlns:p14="http://schemas.microsoft.com/office/powerpoint/2010/main" val="1718175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Two-dimensional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13685"/>
            <a:ext cx="4578247" cy="2358915"/>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You can visualise a two-dimensional array as a table with two sets of indexes – one for the rows and another for the columns.</a:t>
            </a:r>
            <a:br>
              <a:rPr lang="en-GB" dirty="0">
                <a:latin typeface="Calibri" panose="020F0502020204030204" pitchFamily="34" charset="0"/>
                <a:ea typeface="Calibri" panose="020F0502020204030204" pitchFamily="34" charset="0"/>
                <a:cs typeface="Times New Roman" panose="02020603050405020304" pitchFamily="18" charset="0"/>
              </a:rPr>
            </a:br>
            <a:br>
              <a:rPr lang="en-GB" dirty="0">
                <a:latin typeface="Calibri" panose="020F0502020204030204" pitchFamily="34" charset="0"/>
                <a:ea typeface="Calibri" panose="020F0502020204030204" pitchFamily="34" charset="0"/>
                <a:cs typeface="Times New Roman" panose="02020603050405020304" pitchFamily="18" charset="0"/>
              </a:rPr>
            </a:br>
            <a:r>
              <a:rPr lang="en-GB" dirty="0">
                <a:latin typeface="Calibri" panose="020F0502020204030204" pitchFamily="34" charset="0"/>
                <a:ea typeface="Calibri" panose="020F0502020204030204" pitchFamily="34" charset="0"/>
                <a:cs typeface="Times New Roman" panose="02020603050405020304" pitchFamily="18" charset="0"/>
              </a:rPr>
              <a:t>“countries[0][0]” contains “Angola”.</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“countries[0][1]” contains “1246700”.</a:t>
            </a:r>
          </a:p>
          <a:p>
            <a:pPr>
              <a:lnSpc>
                <a:spcPct val="107000"/>
              </a:lnSpc>
              <a:spcAft>
                <a:spcPts val="800"/>
              </a:spcAft>
            </a:pPr>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27A72A0C-6F16-44EC-9DEC-4FF842BDB370}"/>
              </a:ext>
            </a:extLst>
          </p:cNvPr>
          <p:cNvPicPr>
            <a:picLocks noChangeAspect="1"/>
          </p:cNvPicPr>
          <p:nvPr/>
        </p:nvPicPr>
        <p:blipFill>
          <a:blip r:embed="rId2"/>
          <a:stretch>
            <a:fillRect/>
          </a:stretch>
        </p:blipFill>
        <p:spPr>
          <a:xfrm>
            <a:off x="4754812" y="415413"/>
            <a:ext cx="7436024" cy="3824475"/>
          </a:xfrm>
          <a:prstGeom prst="rect">
            <a:avLst/>
          </a:prstGeom>
        </p:spPr>
      </p:pic>
      <p:graphicFrame>
        <p:nvGraphicFramePr>
          <p:cNvPr id="6" name="Table 9">
            <a:extLst>
              <a:ext uri="{FF2B5EF4-FFF2-40B4-BE49-F238E27FC236}">
                <a16:creationId xmlns:a16="http://schemas.microsoft.com/office/drawing/2014/main" id="{1A47C8A2-5543-414A-9BA1-1AD563A340F0}"/>
              </a:ext>
            </a:extLst>
          </p:cNvPr>
          <p:cNvGraphicFramePr>
            <a:graphicFrameLocks noGrp="1"/>
          </p:cNvGraphicFramePr>
          <p:nvPr>
            <p:extLst>
              <p:ext uri="{D42A27DB-BD31-4B8C-83A1-F6EECF244321}">
                <p14:modId xmlns:p14="http://schemas.microsoft.com/office/powerpoint/2010/main" val="3315705063"/>
              </p:ext>
            </p:extLst>
          </p:nvPr>
        </p:nvGraphicFramePr>
        <p:xfrm>
          <a:off x="7229475" y="4466818"/>
          <a:ext cx="2933700" cy="1854200"/>
        </p:xfrm>
        <a:graphic>
          <a:graphicData uri="http://schemas.openxmlformats.org/drawingml/2006/table">
            <a:tbl>
              <a:tblPr firstRow="1" bandRow="1">
                <a:tableStyleId>{21E4AEA4-8DFA-4A89-87EB-49C32662AFE0}</a:tableStyleId>
              </a:tblPr>
              <a:tblGrid>
                <a:gridCol w="819150">
                  <a:extLst>
                    <a:ext uri="{9D8B030D-6E8A-4147-A177-3AD203B41FA5}">
                      <a16:colId xmlns:a16="http://schemas.microsoft.com/office/drawing/2014/main" val="218393775"/>
                    </a:ext>
                  </a:extLst>
                </a:gridCol>
                <a:gridCol w="1057275">
                  <a:extLst>
                    <a:ext uri="{9D8B030D-6E8A-4147-A177-3AD203B41FA5}">
                      <a16:colId xmlns:a16="http://schemas.microsoft.com/office/drawing/2014/main" val="2593630649"/>
                    </a:ext>
                  </a:extLst>
                </a:gridCol>
                <a:gridCol w="1057275">
                  <a:extLst>
                    <a:ext uri="{9D8B030D-6E8A-4147-A177-3AD203B41FA5}">
                      <a16:colId xmlns:a16="http://schemas.microsoft.com/office/drawing/2014/main" val="479884621"/>
                    </a:ext>
                  </a:extLst>
                </a:gridCol>
              </a:tblGrid>
              <a:tr h="370840">
                <a:tc gridSpan="3">
                  <a:txBody>
                    <a:bodyPr/>
                    <a:lstStyle/>
                    <a:p>
                      <a:pPr algn="ctr"/>
                      <a:r>
                        <a:rPr lang="en-GB" dirty="0">
                          <a:solidFill>
                            <a:schemeClr val="bg1"/>
                          </a:solidFill>
                        </a:rPr>
                        <a:t>countries</a:t>
                      </a:r>
                    </a:p>
                  </a:txBody>
                  <a:tcPr anchor="ctr"/>
                </a:tc>
                <a:tc hMerge="1">
                  <a:txBody>
                    <a:bodyPr/>
                    <a:lstStyle/>
                    <a:p>
                      <a:endParaRPr lang="en-GB" dirty="0"/>
                    </a:p>
                  </a:txBody>
                  <a:tcPr/>
                </a:tc>
                <a:tc hMerge="1">
                  <a:txBody>
                    <a:bodyPr/>
                    <a:lstStyle/>
                    <a:p>
                      <a:pPr algn="ctr"/>
                      <a:endParaRPr lang="en-GB" dirty="0">
                        <a:solidFill>
                          <a:schemeClr val="bg1"/>
                        </a:solidFill>
                      </a:endParaRPr>
                    </a:p>
                  </a:txBody>
                  <a:tcPr anchor="ctr">
                    <a:solidFill>
                      <a:srgbClr val="4472C4"/>
                    </a:solidFill>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0</a:t>
                      </a:r>
                    </a:p>
                  </a:txBody>
                  <a:tcPr anchor="ctr">
                    <a:solidFill>
                      <a:schemeClr val="accent2"/>
                    </a:solidFill>
                  </a:tcPr>
                </a:tc>
                <a:tc>
                  <a:txBody>
                    <a:bodyPr/>
                    <a:lstStyle/>
                    <a:p>
                      <a:pPr algn="ctr"/>
                      <a:r>
                        <a:rPr lang="en-GB" dirty="0">
                          <a:solidFill>
                            <a:schemeClr val="bg1"/>
                          </a:solidFill>
                        </a:rPr>
                        <a:t>1</a:t>
                      </a:r>
                    </a:p>
                  </a:txBody>
                  <a:tcPr anchor="ctr">
                    <a:solidFill>
                      <a:schemeClr val="accent4"/>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4"/>
                    </a:solidFill>
                  </a:tcPr>
                </a:tc>
                <a:tc>
                  <a:txBody>
                    <a:bodyPr/>
                    <a:lstStyle/>
                    <a:p>
                      <a:pPr algn="ctr"/>
                      <a:r>
                        <a:rPr lang="en-GB" dirty="0"/>
                        <a:t>Angola</a:t>
                      </a:r>
                    </a:p>
                  </a:txBody>
                  <a:tcPr anchor="ctr"/>
                </a:tc>
                <a:tc>
                  <a:txBody>
                    <a:bodyPr/>
                    <a:lstStyle/>
                    <a:p>
                      <a:pPr algn="ctr"/>
                      <a:r>
                        <a:rPr lang="en-GB" dirty="0"/>
                        <a:t>1246700</a:t>
                      </a:r>
                    </a:p>
                  </a:txBody>
                  <a:tcPr anchor="ctr">
                    <a:solidFill>
                      <a:schemeClr val="accent4">
                        <a:lumMod val="20000"/>
                        <a:lumOff val="80000"/>
                      </a:schemeClr>
                    </a:solidFill>
                  </a:tcP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2"/>
                    </a:solidFill>
                  </a:tcPr>
                </a:tc>
                <a:tc>
                  <a:txBody>
                    <a:bodyPr/>
                    <a:lstStyle/>
                    <a:p>
                      <a:pPr algn="ctr"/>
                      <a:r>
                        <a:rPr lang="en-GB" dirty="0"/>
                        <a:t>Austria</a:t>
                      </a:r>
                    </a:p>
                  </a:txBody>
                  <a:tcPr anchor="ctr"/>
                </a:tc>
                <a:tc>
                  <a:txBody>
                    <a:bodyPr/>
                    <a:lstStyle/>
                    <a:p>
                      <a:pPr algn="ctr"/>
                      <a:r>
                        <a:rPr lang="en-GB" dirty="0"/>
                        <a:t>83871</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tc>
                  <a:txBody>
                    <a:bodyPr/>
                    <a:lstStyle/>
                    <a:p>
                      <a:pPr algn="ctr"/>
                      <a:r>
                        <a:rPr lang="en-GB" dirty="0"/>
                        <a:t>30528</a:t>
                      </a:r>
                    </a:p>
                  </a:txBody>
                  <a:tcPr anchor="ctr"/>
                </a:tc>
                <a:extLst>
                  <a:ext uri="{0D108BD9-81ED-4DB2-BD59-A6C34878D82A}">
                    <a16:rowId xmlns:a16="http://schemas.microsoft.com/office/drawing/2014/main" val="1489663766"/>
                  </a:ext>
                </a:extLst>
              </a:tr>
            </a:tbl>
          </a:graphicData>
        </a:graphic>
      </p:graphicFrame>
    </p:spTree>
    <p:extLst>
      <p:ext uri="{BB962C8B-B14F-4D97-AF65-F5344CB8AC3E}">
        <p14:creationId xmlns:p14="http://schemas.microsoft.com/office/powerpoint/2010/main" val="3574383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432079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Two-dimensional arrays </a:t>
            </a: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(Python)</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76565" y="1113685"/>
            <a:ext cx="4578247" cy="2358915"/>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You can visualise a two-dimensional array as a table with two sets of indexes – one for the rows and another for the columns.</a:t>
            </a:r>
            <a:br>
              <a:rPr lang="en-GB" dirty="0">
                <a:latin typeface="Calibri" panose="020F0502020204030204" pitchFamily="34" charset="0"/>
                <a:ea typeface="Calibri" panose="020F0502020204030204" pitchFamily="34" charset="0"/>
                <a:cs typeface="Times New Roman" panose="02020603050405020304" pitchFamily="18" charset="0"/>
              </a:rPr>
            </a:br>
            <a:br>
              <a:rPr lang="en-GB" dirty="0">
                <a:latin typeface="Calibri" panose="020F0502020204030204" pitchFamily="34" charset="0"/>
                <a:ea typeface="Calibri" panose="020F0502020204030204" pitchFamily="34" charset="0"/>
                <a:cs typeface="Times New Roman" panose="02020603050405020304" pitchFamily="18" charset="0"/>
              </a:rPr>
            </a:br>
            <a:r>
              <a:rPr lang="en-GB" dirty="0">
                <a:latin typeface="Calibri" panose="020F0502020204030204" pitchFamily="34" charset="0"/>
                <a:ea typeface="Calibri" panose="020F0502020204030204" pitchFamily="34" charset="0"/>
                <a:cs typeface="Times New Roman" panose="02020603050405020304" pitchFamily="18" charset="0"/>
              </a:rPr>
              <a:t>“countries[0][0]” contains “Angola”.</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“countries[0][1]” contains “1246700”.</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“countries[1][1]” contains “83871”.</a:t>
            </a:r>
          </a:p>
        </p:txBody>
      </p:sp>
      <p:pic>
        <p:nvPicPr>
          <p:cNvPr id="5" name="Picture 4">
            <a:extLst>
              <a:ext uri="{FF2B5EF4-FFF2-40B4-BE49-F238E27FC236}">
                <a16:creationId xmlns:a16="http://schemas.microsoft.com/office/drawing/2014/main" id="{27A72A0C-6F16-44EC-9DEC-4FF842BDB370}"/>
              </a:ext>
            </a:extLst>
          </p:cNvPr>
          <p:cNvPicPr>
            <a:picLocks noChangeAspect="1"/>
          </p:cNvPicPr>
          <p:nvPr/>
        </p:nvPicPr>
        <p:blipFill>
          <a:blip r:embed="rId2"/>
          <a:stretch>
            <a:fillRect/>
          </a:stretch>
        </p:blipFill>
        <p:spPr>
          <a:xfrm>
            <a:off x="4754812" y="415413"/>
            <a:ext cx="7436024" cy="3824475"/>
          </a:xfrm>
          <a:prstGeom prst="rect">
            <a:avLst/>
          </a:prstGeom>
        </p:spPr>
      </p:pic>
      <p:graphicFrame>
        <p:nvGraphicFramePr>
          <p:cNvPr id="6" name="Table 9">
            <a:extLst>
              <a:ext uri="{FF2B5EF4-FFF2-40B4-BE49-F238E27FC236}">
                <a16:creationId xmlns:a16="http://schemas.microsoft.com/office/drawing/2014/main" id="{1A47C8A2-5543-414A-9BA1-1AD563A340F0}"/>
              </a:ext>
            </a:extLst>
          </p:cNvPr>
          <p:cNvGraphicFramePr>
            <a:graphicFrameLocks noGrp="1"/>
          </p:cNvGraphicFramePr>
          <p:nvPr>
            <p:extLst>
              <p:ext uri="{D42A27DB-BD31-4B8C-83A1-F6EECF244321}">
                <p14:modId xmlns:p14="http://schemas.microsoft.com/office/powerpoint/2010/main" val="4068554712"/>
              </p:ext>
            </p:extLst>
          </p:nvPr>
        </p:nvGraphicFramePr>
        <p:xfrm>
          <a:off x="7229475" y="4466818"/>
          <a:ext cx="2933700" cy="1854200"/>
        </p:xfrm>
        <a:graphic>
          <a:graphicData uri="http://schemas.openxmlformats.org/drawingml/2006/table">
            <a:tbl>
              <a:tblPr firstRow="1" bandRow="1">
                <a:tableStyleId>{21E4AEA4-8DFA-4A89-87EB-49C32662AFE0}</a:tableStyleId>
              </a:tblPr>
              <a:tblGrid>
                <a:gridCol w="819150">
                  <a:extLst>
                    <a:ext uri="{9D8B030D-6E8A-4147-A177-3AD203B41FA5}">
                      <a16:colId xmlns:a16="http://schemas.microsoft.com/office/drawing/2014/main" val="218393775"/>
                    </a:ext>
                  </a:extLst>
                </a:gridCol>
                <a:gridCol w="1057275">
                  <a:extLst>
                    <a:ext uri="{9D8B030D-6E8A-4147-A177-3AD203B41FA5}">
                      <a16:colId xmlns:a16="http://schemas.microsoft.com/office/drawing/2014/main" val="2593630649"/>
                    </a:ext>
                  </a:extLst>
                </a:gridCol>
                <a:gridCol w="1057275">
                  <a:extLst>
                    <a:ext uri="{9D8B030D-6E8A-4147-A177-3AD203B41FA5}">
                      <a16:colId xmlns:a16="http://schemas.microsoft.com/office/drawing/2014/main" val="479884621"/>
                    </a:ext>
                  </a:extLst>
                </a:gridCol>
              </a:tblGrid>
              <a:tr h="370840">
                <a:tc gridSpan="3">
                  <a:txBody>
                    <a:bodyPr/>
                    <a:lstStyle/>
                    <a:p>
                      <a:pPr algn="ctr"/>
                      <a:r>
                        <a:rPr lang="en-GB" dirty="0">
                          <a:solidFill>
                            <a:schemeClr val="bg1"/>
                          </a:solidFill>
                        </a:rPr>
                        <a:t>countries</a:t>
                      </a:r>
                    </a:p>
                  </a:txBody>
                  <a:tcPr anchor="ctr"/>
                </a:tc>
                <a:tc hMerge="1">
                  <a:txBody>
                    <a:bodyPr/>
                    <a:lstStyle/>
                    <a:p>
                      <a:endParaRPr lang="en-GB" dirty="0"/>
                    </a:p>
                  </a:txBody>
                  <a:tcPr/>
                </a:tc>
                <a:tc hMerge="1">
                  <a:txBody>
                    <a:bodyPr/>
                    <a:lstStyle/>
                    <a:p>
                      <a:pPr algn="ctr"/>
                      <a:endParaRPr lang="en-GB" dirty="0">
                        <a:solidFill>
                          <a:schemeClr val="bg1"/>
                        </a:solidFill>
                      </a:endParaRPr>
                    </a:p>
                  </a:txBody>
                  <a:tcPr anchor="ctr">
                    <a:solidFill>
                      <a:srgbClr val="4472C4"/>
                    </a:solidFill>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0</a:t>
                      </a:r>
                    </a:p>
                  </a:txBody>
                  <a:tcPr anchor="ctr">
                    <a:solidFill>
                      <a:schemeClr val="accent2"/>
                    </a:solidFill>
                  </a:tcPr>
                </a:tc>
                <a:tc>
                  <a:txBody>
                    <a:bodyPr/>
                    <a:lstStyle/>
                    <a:p>
                      <a:pPr algn="ctr"/>
                      <a:r>
                        <a:rPr lang="en-GB" dirty="0">
                          <a:solidFill>
                            <a:schemeClr val="bg1"/>
                          </a:solidFill>
                        </a:rPr>
                        <a:t>1</a:t>
                      </a:r>
                    </a:p>
                  </a:txBody>
                  <a:tcPr anchor="ctr">
                    <a:solidFill>
                      <a:schemeClr val="accent4"/>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0</a:t>
                      </a:r>
                    </a:p>
                  </a:txBody>
                  <a:tcPr anchor="ctr">
                    <a:solidFill>
                      <a:schemeClr val="accent2"/>
                    </a:solidFill>
                  </a:tcPr>
                </a:tc>
                <a:tc>
                  <a:txBody>
                    <a:bodyPr/>
                    <a:lstStyle/>
                    <a:p>
                      <a:pPr algn="ctr"/>
                      <a:r>
                        <a:rPr lang="en-GB" dirty="0"/>
                        <a:t>Angola</a:t>
                      </a:r>
                    </a:p>
                  </a:txBody>
                  <a:tcPr anchor="ctr"/>
                </a:tc>
                <a:tc>
                  <a:txBody>
                    <a:bodyPr/>
                    <a:lstStyle/>
                    <a:p>
                      <a:pPr algn="ctr"/>
                      <a:r>
                        <a:rPr lang="en-GB" dirty="0"/>
                        <a:t>1246700</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bg1"/>
                          </a:solidFill>
                        </a:rPr>
                        <a:t>1</a:t>
                      </a:r>
                    </a:p>
                  </a:txBody>
                  <a:tcPr anchor="ctr">
                    <a:solidFill>
                      <a:schemeClr val="accent4"/>
                    </a:solidFill>
                  </a:tcPr>
                </a:tc>
                <a:tc>
                  <a:txBody>
                    <a:bodyPr/>
                    <a:lstStyle/>
                    <a:p>
                      <a:pPr algn="ctr"/>
                      <a:r>
                        <a:rPr lang="en-GB" dirty="0"/>
                        <a:t>Austria</a:t>
                      </a:r>
                    </a:p>
                  </a:txBody>
                  <a:tcPr anchor="ctr"/>
                </a:tc>
                <a:tc>
                  <a:txBody>
                    <a:bodyPr/>
                    <a:lstStyle/>
                    <a:p>
                      <a:pPr algn="ctr"/>
                      <a:r>
                        <a:rPr lang="en-GB" dirty="0"/>
                        <a:t>83871</a:t>
                      </a:r>
                    </a:p>
                  </a:txBody>
                  <a:tcPr anchor="ctr">
                    <a:solidFill>
                      <a:schemeClr val="accent4">
                        <a:lumMod val="20000"/>
                        <a:lumOff val="80000"/>
                      </a:schemeClr>
                    </a:solidFill>
                  </a:tcPr>
                </a:tc>
                <a:extLst>
                  <a:ext uri="{0D108BD9-81ED-4DB2-BD59-A6C34878D82A}">
                    <a16:rowId xmlns:a16="http://schemas.microsoft.com/office/drawing/2014/main" val="886472720"/>
                  </a:ext>
                </a:extLst>
              </a:tr>
              <a:tr h="370840">
                <a:tc>
                  <a:txBody>
                    <a:bodyPr/>
                    <a:lstStyle/>
                    <a:p>
                      <a:pPr algn="ctr"/>
                      <a:r>
                        <a:rPr lang="en-GB" dirty="0">
                          <a:solidFill>
                            <a:schemeClr val="bg1"/>
                          </a:solidFill>
                        </a:rPr>
                        <a:t>2</a:t>
                      </a:r>
                    </a:p>
                  </a:txBody>
                  <a:tcPr anchor="ctr">
                    <a:solidFill>
                      <a:schemeClr val="accent2"/>
                    </a:solidFill>
                  </a:tcPr>
                </a:tc>
                <a:tc>
                  <a:txBody>
                    <a:bodyPr/>
                    <a:lstStyle/>
                    <a:p>
                      <a:pPr algn="ctr"/>
                      <a:r>
                        <a:rPr lang="en-GB" dirty="0"/>
                        <a:t>Belgium</a:t>
                      </a:r>
                    </a:p>
                  </a:txBody>
                  <a:tcPr anchor="ctr"/>
                </a:tc>
                <a:tc>
                  <a:txBody>
                    <a:bodyPr/>
                    <a:lstStyle/>
                    <a:p>
                      <a:pPr algn="ctr"/>
                      <a:r>
                        <a:rPr lang="en-GB" dirty="0"/>
                        <a:t>30528</a:t>
                      </a:r>
                    </a:p>
                  </a:txBody>
                  <a:tcPr anchor="ctr"/>
                </a:tc>
                <a:extLst>
                  <a:ext uri="{0D108BD9-81ED-4DB2-BD59-A6C34878D82A}">
                    <a16:rowId xmlns:a16="http://schemas.microsoft.com/office/drawing/2014/main" val="1489663766"/>
                  </a:ext>
                </a:extLst>
              </a:tr>
            </a:tbl>
          </a:graphicData>
        </a:graphic>
      </p:graphicFrame>
    </p:spTree>
    <p:extLst>
      <p:ext uri="{BB962C8B-B14F-4D97-AF65-F5344CB8AC3E}">
        <p14:creationId xmlns:p14="http://schemas.microsoft.com/office/powerpoint/2010/main" val="473897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055F13C-5E53-8E4C-1DCD-F9321F1CFBE7}"/>
              </a:ext>
            </a:extLst>
          </p:cNvPr>
          <p:cNvSpPr/>
          <p:nvPr/>
        </p:nvSpPr>
        <p:spPr>
          <a:xfrm>
            <a:off x="176564" y="523174"/>
            <a:ext cx="517648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Cambridge IGCSE pseudocode</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EE87CFDC-612E-7BB2-662B-9E37DA92C11F}"/>
              </a:ext>
            </a:extLst>
          </p:cNvPr>
          <p:cNvSpPr/>
          <p:nvPr/>
        </p:nvSpPr>
        <p:spPr>
          <a:xfrm>
            <a:off x="176564" y="993174"/>
            <a:ext cx="11472511" cy="1200329"/>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Here is an example of how these concepts will look in exam papers following the Cambridge IGCSE pseudocode format, which is listed towards the back of the syllabus.</a:t>
            </a:r>
          </a:p>
          <a:p>
            <a:pPr marL="742950" lvl="1" indent="-285750">
              <a:buFont typeface="Arial" panose="020B0604020202020204" pitchFamily="34" charset="0"/>
              <a:buChar char="•"/>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Arial" panose="020B0604020202020204" pitchFamily="34" charset="0"/>
              <a:buChar char="•"/>
            </a:pPr>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10" name="Group 9">
            <a:extLst>
              <a:ext uri="{FF2B5EF4-FFF2-40B4-BE49-F238E27FC236}">
                <a16:creationId xmlns:a16="http://schemas.microsoft.com/office/drawing/2014/main" id="{BD819AC5-BCD5-0650-8810-484344A1A15D}"/>
              </a:ext>
            </a:extLst>
          </p:cNvPr>
          <p:cNvGrpSpPr/>
          <p:nvPr/>
        </p:nvGrpSpPr>
        <p:grpSpPr>
          <a:xfrm>
            <a:off x="307657" y="1817501"/>
            <a:ext cx="11472510" cy="4840474"/>
            <a:chOff x="115335" y="1049783"/>
            <a:chExt cx="5795610" cy="5922367"/>
          </a:xfrm>
        </p:grpSpPr>
        <p:sp>
          <p:nvSpPr>
            <p:cNvPr id="11" name="Rectangle: Rounded Corners 10">
              <a:extLst>
                <a:ext uri="{FF2B5EF4-FFF2-40B4-BE49-F238E27FC236}">
                  <a16:creationId xmlns:a16="http://schemas.microsoft.com/office/drawing/2014/main" id="{73BED629-43D3-D5E3-C7A6-F33F64B6DDCC}"/>
                </a:ext>
              </a:extLst>
            </p:cNvPr>
            <p:cNvSpPr/>
            <p:nvPr/>
          </p:nvSpPr>
          <p:spPr>
            <a:xfrm>
              <a:off x="115335" y="1049783"/>
              <a:ext cx="5795610" cy="5922367"/>
            </a:xfrm>
            <a:prstGeom prst="roundRect">
              <a:avLst>
                <a:gd name="adj" fmla="val 5148"/>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dirty="0">
                <a:solidFill>
                  <a:schemeClr val="tx1"/>
                </a:solidFill>
                <a:latin typeface="Consolas" panose="020B0609020204030204" pitchFamily="49" charset="0"/>
              </a:endParaRPr>
            </a:p>
            <a:p>
              <a:pPr algn="l"/>
              <a:r>
                <a:rPr lang="en-GB" sz="1700" b="0" i="0" u="none" strike="noStrike" baseline="0" dirty="0">
                  <a:solidFill>
                    <a:schemeClr val="tx1"/>
                  </a:solidFill>
                </a:rPr>
                <a:t>1D and 2D arrays are declared as follows (where l, l1, l2 are lower bounds and u, u1, u2 are upper bounds):</a:t>
              </a:r>
            </a:p>
            <a:p>
              <a:pPr algn="l"/>
              <a:endParaRPr lang="en-GB" sz="1600" b="0" i="1" u="none" strike="noStrike" baseline="0" dirty="0">
                <a:solidFill>
                  <a:schemeClr val="tx1"/>
                </a:solidFill>
              </a:endParaRPr>
            </a:p>
            <a:p>
              <a:pPr algn="l"/>
              <a:r>
                <a:rPr lang="en-GB" sz="1700" b="0" i="0" u="none" strike="noStrike" baseline="0" dirty="0">
                  <a:solidFill>
                    <a:schemeClr val="tx1"/>
                  </a:solidFill>
                  <a:latin typeface="Consolas" panose="020B0609020204030204" pitchFamily="49" charset="0"/>
                </a:rPr>
                <a:t>DECLARE &lt;identifier&gt; : ARRAY[&lt;l&gt;:&lt;u&gt;] OF &lt;data type&gt;</a:t>
              </a:r>
            </a:p>
            <a:p>
              <a:pPr algn="l"/>
              <a:r>
                <a:rPr lang="en-GB" sz="1700" b="0" i="0" u="none" strike="noStrike" baseline="0" dirty="0">
                  <a:solidFill>
                    <a:schemeClr val="tx1"/>
                  </a:solidFill>
                  <a:latin typeface="Consolas" panose="020B0609020204030204" pitchFamily="49" charset="0"/>
                </a:rPr>
                <a:t>DECLARE &lt;identifier&gt; : ARRAY[&lt;l1&gt;:&lt;u1&gt;, &lt;l2&gt;:&lt;u2&gt;] OF &lt;data type&gt;</a:t>
              </a:r>
            </a:p>
            <a:p>
              <a:pPr algn="l"/>
              <a:endParaRPr lang="en-GB" sz="1600" i="1" dirty="0">
                <a:solidFill>
                  <a:schemeClr val="tx1"/>
                </a:solidFill>
                <a:latin typeface="Consolas" panose="020B0609020204030204" pitchFamily="49" charset="0"/>
              </a:endParaRPr>
            </a:p>
            <a:p>
              <a:pPr algn="l"/>
              <a:r>
                <a:rPr lang="en-GB" sz="1700" b="0" i="0" u="none" strike="noStrike" baseline="0" dirty="0">
                  <a:solidFill>
                    <a:schemeClr val="tx1"/>
                  </a:solidFill>
                  <a:latin typeface="Consolas" panose="020B0609020204030204" pitchFamily="49" charset="0"/>
                </a:rPr>
                <a:t>DECLARE StudentNames : ARRAY[1:30] OF STRING</a:t>
              </a:r>
            </a:p>
            <a:p>
              <a:pPr algn="l"/>
              <a:r>
                <a:rPr lang="en-GB" sz="1700" b="0" i="0" u="none" strike="noStrike" baseline="0" dirty="0">
                  <a:solidFill>
                    <a:schemeClr val="tx1"/>
                  </a:solidFill>
                  <a:latin typeface="Consolas" panose="020B0609020204030204" pitchFamily="49" charset="0"/>
                </a:rPr>
                <a:t>DECLARE NoughtsAndCrosses : ARRAY[1:3, 1:3] OF CHAR</a:t>
              </a:r>
            </a:p>
            <a:p>
              <a:pPr algn="l"/>
              <a:endParaRPr lang="en-GB" sz="1600" i="1" dirty="0">
                <a:solidFill>
                  <a:schemeClr val="tx1"/>
                </a:solidFill>
                <a:latin typeface="Consolas" panose="020B0609020204030204" pitchFamily="49" charset="0"/>
              </a:endParaRPr>
            </a:p>
            <a:p>
              <a:pPr algn="l"/>
              <a:r>
                <a:rPr lang="en-GB" sz="1700" b="0" i="0" u="none" strike="noStrike" baseline="0" dirty="0">
                  <a:solidFill>
                    <a:schemeClr val="tx1"/>
                  </a:solidFill>
                  <a:latin typeface="Consolas" panose="020B0609020204030204" pitchFamily="49" charset="0"/>
                </a:rPr>
                <a:t>StudentNames[1] ← "Ali"</a:t>
              </a:r>
            </a:p>
            <a:p>
              <a:pPr algn="l"/>
              <a:r>
                <a:rPr lang="en-GB" sz="1700" b="0" i="0" u="none" strike="noStrike" baseline="0" dirty="0">
                  <a:solidFill>
                    <a:schemeClr val="tx1"/>
                  </a:solidFill>
                  <a:latin typeface="Consolas" panose="020B0609020204030204" pitchFamily="49" charset="0"/>
                </a:rPr>
                <a:t>NoughtsAndCrosses[2,3] ← ꞌXꞌ</a:t>
              </a:r>
            </a:p>
            <a:p>
              <a:pPr algn="l"/>
              <a:r>
                <a:rPr lang="pt-BR" sz="1700" b="0" i="0" u="none" strike="noStrike" baseline="0" dirty="0">
                  <a:solidFill>
                    <a:schemeClr val="tx1"/>
                  </a:solidFill>
                  <a:latin typeface="Consolas" panose="020B0609020204030204" pitchFamily="49" charset="0"/>
                </a:rPr>
                <a:t>StudentNames[n + 1] ← StudentNames[n]</a:t>
              </a:r>
            </a:p>
            <a:p>
              <a:pPr algn="l"/>
              <a:endParaRPr lang="pt-BR" sz="1600" i="1" dirty="0">
                <a:solidFill>
                  <a:schemeClr val="tx1"/>
                </a:solidFill>
                <a:latin typeface="Consolas" panose="020B0609020204030204" pitchFamily="49" charset="0"/>
              </a:endParaRPr>
            </a:p>
            <a:p>
              <a:pPr algn="l"/>
              <a:r>
                <a:rPr lang="en-GB" sz="1700" b="0" i="0" u="none" strike="noStrike" baseline="0" dirty="0">
                  <a:solidFill>
                    <a:schemeClr val="tx1"/>
                  </a:solidFill>
                </a:rPr>
                <a:t>An appropriate loop structure is used to assign the elements individually:</a:t>
              </a:r>
            </a:p>
            <a:p>
              <a:pPr algn="l"/>
              <a:endParaRPr lang="en-GB" sz="1600" b="0" i="1" u="none" strike="noStrike" baseline="0" dirty="0">
                <a:solidFill>
                  <a:schemeClr val="tx1"/>
                </a:solidFill>
              </a:endParaRPr>
            </a:p>
            <a:p>
              <a:pPr algn="l"/>
              <a:r>
                <a:rPr lang="en-GB" sz="1700" b="0" i="0" u="none" strike="noStrike" baseline="0" dirty="0">
                  <a:solidFill>
                    <a:schemeClr val="tx1"/>
                  </a:solidFill>
                  <a:latin typeface="Consolas" panose="020B0609020204030204" pitchFamily="49" charset="0"/>
                </a:rPr>
                <a:t>FOR Index ← 1 TO 30</a:t>
              </a:r>
            </a:p>
            <a:p>
              <a:pPr algn="l"/>
              <a:r>
                <a:rPr lang="en-GB" sz="1700" b="0" i="0" u="none" strike="noStrike" baseline="0" dirty="0">
                  <a:solidFill>
                    <a:schemeClr val="tx1"/>
                  </a:solidFill>
                  <a:latin typeface="Consolas" panose="020B0609020204030204" pitchFamily="49" charset="0"/>
                </a:rPr>
                <a:t>    StudentNames[Index] ← ""</a:t>
              </a:r>
            </a:p>
            <a:p>
              <a:pPr algn="l"/>
              <a:r>
                <a:rPr lang="en-GB" sz="1700" b="0" i="0" u="none" strike="noStrike" baseline="0" dirty="0">
                  <a:solidFill>
                    <a:schemeClr val="tx1"/>
                  </a:solidFill>
                  <a:latin typeface="Consolas" panose="020B0609020204030204" pitchFamily="49" charset="0"/>
                </a:rPr>
                <a:t>NEXT Index</a:t>
              </a:r>
              <a:endParaRPr lang="en-GB" sz="1700" dirty="0">
                <a:solidFill>
                  <a:schemeClr val="tx1"/>
                </a:solidFill>
                <a:latin typeface="Consolas" panose="020B0609020204030204" pitchFamily="49" charset="0"/>
              </a:endParaRPr>
            </a:p>
            <a:p>
              <a:r>
                <a:rPr lang="en-GB" sz="1700" dirty="0">
                  <a:solidFill>
                    <a:schemeClr val="tx1"/>
                  </a:solidFill>
                  <a:latin typeface="Consolas" panose="020B0609020204030204" pitchFamily="49" charset="0"/>
                </a:rPr>
                <a:t>    </a:t>
              </a:r>
            </a:p>
          </p:txBody>
        </p:sp>
        <p:sp>
          <p:nvSpPr>
            <p:cNvPr id="12" name="Rectangle: Rounded Corners 11">
              <a:extLst>
                <a:ext uri="{FF2B5EF4-FFF2-40B4-BE49-F238E27FC236}">
                  <a16:creationId xmlns:a16="http://schemas.microsoft.com/office/drawing/2014/main" id="{71510C57-FE3D-DF11-D54D-C3F19F49E8FE}"/>
                </a:ext>
              </a:extLst>
            </p:cNvPr>
            <p:cNvSpPr/>
            <p:nvPr/>
          </p:nvSpPr>
          <p:spPr>
            <a:xfrm>
              <a:off x="120096" y="1049783"/>
              <a:ext cx="5790849" cy="371475"/>
            </a:xfrm>
            <a:prstGeom prst="roundRect">
              <a:avLst>
                <a:gd name="adj" fmla="val 29488"/>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Arrays</a:t>
              </a:r>
            </a:p>
          </p:txBody>
        </p:sp>
      </p:grpSp>
    </p:spTree>
    <p:extLst>
      <p:ext uri="{BB962C8B-B14F-4D97-AF65-F5344CB8AC3E}">
        <p14:creationId xmlns:p14="http://schemas.microsoft.com/office/powerpoint/2010/main" val="1505095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06FC4BB-E42D-4B5A-9B89-6AD16D0263F8}"/>
              </a:ext>
            </a:extLst>
          </p:cNvPr>
          <p:cNvSpPr/>
          <p:nvPr/>
        </p:nvSpPr>
        <p:spPr>
          <a:xfrm>
            <a:off x="404196" y="1753763"/>
            <a:ext cx="11277731" cy="2031325"/>
          </a:xfrm>
          <a:prstGeom prst="rect">
            <a:avLst/>
          </a:prstGeom>
        </p:spPr>
        <p:txBody>
          <a:bodyPr wrap="square">
            <a:spAutoFit/>
          </a:bodyPr>
          <a:lstStyle/>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static number of related data items stored in sequence within the same memory space.</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Each data item has the same (homogeneous) data type. </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 particular data item (element) is found using its index.</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Indexes usually start at 0 for the first data item (known as </a:t>
            </a:r>
            <a:r>
              <a:rPr lang="en-GB" i="1" dirty="0">
                <a:latin typeface="Calibri" panose="020F0502020204030204" pitchFamily="34" charset="0"/>
                <a:ea typeface="Calibri" panose="020F0502020204030204" pitchFamily="34" charset="0"/>
                <a:cs typeface="Times New Roman" panose="02020603050405020304" pitchFamily="18" charset="0"/>
              </a:rPr>
              <a:t>zero-indexed</a:t>
            </a:r>
            <a:r>
              <a:rPr lang="en-GB" dirty="0">
                <a:latin typeface="Calibri" panose="020F0502020204030204" pitchFamily="34" charset="0"/>
                <a:ea typeface="Calibri" panose="020F0502020204030204" pitchFamily="34" charset="0"/>
                <a:cs typeface="Times New Roman" panose="02020603050405020304" pitchFamily="18" charset="0"/>
              </a:rPr>
              <a:t>) but can also start from 1.</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Arrays may be single- or multi-dimensional.</a:t>
            </a:r>
          </a:p>
          <a:p>
            <a:pPr marL="28575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Visualise dimensions as a column (one-dimensional) or table (two-dimensional).</a:t>
            </a:r>
          </a:p>
          <a:p>
            <a:pPr marL="285750" indent="-285750">
              <a:buFont typeface="Arial" panose="020B0604020202020204" pitchFamily="34" charset="0"/>
              <a:buChar char="•"/>
            </a:pP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C6CC389D-689C-47B0-9D84-7D9ED9028C71}"/>
              </a:ext>
            </a:extLst>
          </p:cNvPr>
          <p:cNvSpPr/>
          <p:nvPr/>
        </p:nvSpPr>
        <p:spPr>
          <a:xfrm>
            <a:off x="1517631" y="523174"/>
            <a:ext cx="2979723"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Arrays</a:t>
            </a:r>
            <a:endParaRPr lang="en-GB" sz="12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Table 9">
            <a:extLst>
              <a:ext uri="{FF2B5EF4-FFF2-40B4-BE49-F238E27FC236}">
                <a16:creationId xmlns:a16="http://schemas.microsoft.com/office/drawing/2014/main" id="{471D3251-8D09-4B16-8D71-C16E0D76514F}"/>
              </a:ext>
            </a:extLst>
          </p:cNvPr>
          <p:cNvGraphicFramePr>
            <a:graphicFrameLocks noGrp="1"/>
          </p:cNvGraphicFramePr>
          <p:nvPr>
            <p:extLst>
              <p:ext uri="{D42A27DB-BD31-4B8C-83A1-F6EECF244321}">
                <p14:modId xmlns:p14="http://schemas.microsoft.com/office/powerpoint/2010/main" val="3525912156"/>
              </p:ext>
            </p:extLst>
          </p:nvPr>
        </p:nvGraphicFramePr>
        <p:xfrm>
          <a:off x="772292" y="3656725"/>
          <a:ext cx="2235200" cy="2225040"/>
        </p:xfrm>
        <a:graphic>
          <a:graphicData uri="http://schemas.openxmlformats.org/drawingml/2006/table">
            <a:tbl>
              <a:tblPr firstRow="1" bandRow="1">
                <a:tableStyleId>{21E4AEA4-8DFA-4A89-87EB-49C32662AFE0}</a:tableStyleId>
              </a:tblPr>
              <a:tblGrid>
                <a:gridCol w="1117600">
                  <a:extLst>
                    <a:ext uri="{9D8B030D-6E8A-4147-A177-3AD203B41FA5}">
                      <a16:colId xmlns:a16="http://schemas.microsoft.com/office/drawing/2014/main" val="218393775"/>
                    </a:ext>
                  </a:extLst>
                </a:gridCol>
                <a:gridCol w="1117600">
                  <a:extLst>
                    <a:ext uri="{9D8B030D-6E8A-4147-A177-3AD203B41FA5}">
                      <a16:colId xmlns:a16="http://schemas.microsoft.com/office/drawing/2014/main" val="2593630649"/>
                    </a:ext>
                  </a:extLst>
                </a:gridCol>
              </a:tblGrid>
              <a:tr h="370840">
                <a:tc gridSpan="2">
                  <a:txBody>
                    <a:bodyPr/>
                    <a:lstStyle/>
                    <a:p>
                      <a:pPr algn="ctr"/>
                      <a:r>
                        <a:rPr lang="en-GB" dirty="0">
                          <a:solidFill>
                            <a:schemeClr val="bg1"/>
                          </a:solidFill>
                        </a:rPr>
                        <a:t>Names (1D array)</a:t>
                      </a:r>
                    </a:p>
                  </a:txBody>
                  <a:tcPr anchor="ctr"/>
                </a:tc>
                <a:tc hMerge="1">
                  <a:txBody>
                    <a:bodyPr/>
                    <a:lstStyle/>
                    <a:p>
                      <a:endParaRPr lang="en-GB" dirty="0"/>
                    </a:p>
                  </a:txBody>
                  <a:tcPr/>
                </a:tc>
                <a:extLst>
                  <a:ext uri="{0D108BD9-81ED-4DB2-BD59-A6C34878D82A}">
                    <a16:rowId xmlns:a16="http://schemas.microsoft.com/office/drawing/2014/main" val="549283572"/>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bg1"/>
                          </a:solidFill>
                        </a:rPr>
                        <a:t>Name</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tx1"/>
                          </a:solidFill>
                        </a:rPr>
                        <a:t>0</a:t>
                      </a:r>
                    </a:p>
                  </a:txBody>
                  <a:tcPr anchor="ctr"/>
                </a:tc>
                <a:tc>
                  <a:txBody>
                    <a:bodyPr/>
                    <a:lstStyle/>
                    <a:p>
                      <a:pPr algn="ctr"/>
                      <a:r>
                        <a:rPr lang="en-GB" dirty="0"/>
                        <a:t>Craig</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tx1"/>
                          </a:solidFill>
                        </a:rPr>
                        <a:t>1</a:t>
                      </a:r>
                    </a:p>
                  </a:txBody>
                  <a:tcPr anchor="ctr"/>
                </a:tc>
                <a:tc>
                  <a:txBody>
                    <a:bodyPr/>
                    <a:lstStyle/>
                    <a:p>
                      <a:pPr algn="ctr"/>
                      <a:r>
                        <a:rPr lang="en-GB" dirty="0"/>
                        <a:t>Dave</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tx1"/>
                          </a:solidFill>
                        </a:rPr>
                        <a:t>2</a:t>
                      </a:r>
                    </a:p>
                  </a:txBody>
                  <a:tcPr anchor="ctr"/>
                </a:tc>
                <a:tc>
                  <a:txBody>
                    <a:bodyPr/>
                    <a:lstStyle/>
                    <a:p>
                      <a:pPr algn="ctr"/>
                      <a:r>
                        <a:rPr lang="en-GB" dirty="0"/>
                        <a:t>Sam</a:t>
                      </a:r>
                    </a:p>
                  </a:txBody>
                  <a:tcPr anchor="ctr"/>
                </a:tc>
                <a:extLst>
                  <a:ext uri="{0D108BD9-81ED-4DB2-BD59-A6C34878D82A}">
                    <a16:rowId xmlns:a16="http://schemas.microsoft.com/office/drawing/2014/main" val="1489663766"/>
                  </a:ext>
                </a:extLst>
              </a:tr>
              <a:tr h="370840">
                <a:tc>
                  <a:txBody>
                    <a:bodyPr/>
                    <a:lstStyle/>
                    <a:p>
                      <a:pPr algn="ctr"/>
                      <a:r>
                        <a:rPr lang="en-GB" dirty="0">
                          <a:solidFill>
                            <a:schemeClr val="tx1"/>
                          </a:solidFill>
                        </a:rPr>
                        <a:t>3</a:t>
                      </a:r>
                    </a:p>
                  </a:txBody>
                  <a:tcPr anchor="ctr"/>
                </a:tc>
                <a:tc>
                  <a:txBody>
                    <a:bodyPr/>
                    <a:lstStyle/>
                    <a:p>
                      <a:pPr algn="ctr"/>
                      <a:r>
                        <a:rPr lang="en-GB" dirty="0"/>
                        <a:t>Carol</a:t>
                      </a:r>
                    </a:p>
                  </a:txBody>
                  <a:tcPr anchor="ctr"/>
                </a:tc>
                <a:extLst>
                  <a:ext uri="{0D108BD9-81ED-4DB2-BD59-A6C34878D82A}">
                    <a16:rowId xmlns:a16="http://schemas.microsoft.com/office/drawing/2014/main" val="2437248268"/>
                  </a:ext>
                </a:extLst>
              </a:tr>
            </a:tbl>
          </a:graphicData>
        </a:graphic>
      </p:graphicFrame>
      <p:graphicFrame>
        <p:nvGraphicFramePr>
          <p:cNvPr id="7" name="Table 9">
            <a:extLst>
              <a:ext uri="{FF2B5EF4-FFF2-40B4-BE49-F238E27FC236}">
                <a16:creationId xmlns:a16="http://schemas.microsoft.com/office/drawing/2014/main" id="{6599F029-712E-45A3-8A85-EF3D69E02A7E}"/>
              </a:ext>
            </a:extLst>
          </p:cNvPr>
          <p:cNvGraphicFramePr>
            <a:graphicFrameLocks noGrp="1"/>
          </p:cNvGraphicFramePr>
          <p:nvPr>
            <p:extLst>
              <p:ext uri="{D42A27DB-BD31-4B8C-83A1-F6EECF244321}">
                <p14:modId xmlns:p14="http://schemas.microsoft.com/office/powerpoint/2010/main" val="2019598579"/>
              </p:ext>
            </p:extLst>
          </p:nvPr>
        </p:nvGraphicFramePr>
        <p:xfrm>
          <a:off x="4591817" y="3656725"/>
          <a:ext cx="3352032" cy="2595880"/>
        </p:xfrm>
        <a:graphic>
          <a:graphicData uri="http://schemas.openxmlformats.org/drawingml/2006/table">
            <a:tbl>
              <a:tblPr firstRow="1" bandRow="1">
                <a:tableStyleId>{21E4AEA4-8DFA-4A89-87EB-49C32662AFE0}</a:tableStyleId>
              </a:tblPr>
              <a:tblGrid>
                <a:gridCol w="1117344">
                  <a:extLst>
                    <a:ext uri="{9D8B030D-6E8A-4147-A177-3AD203B41FA5}">
                      <a16:colId xmlns:a16="http://schemas.microsoft.com/office/drawing/2014/main" val="218393775"/>
                    </a:ext>
                  </a:extLst>
                </a:gridCol>
                <a:gridCol w="1117344">
                  <a:extLst>
                    <a:ext uri="{9D8B030D-6E8A-4147-A177-3AD203B41FA5}">
                      <a16:colId xmlns:a16="http://schemas.microsoft.com/office/drawing/2014/main" val="2593630649"/>
                    </a:ext>
                  </a:extLst>
                </a:gridCol>
                <a:gridCol w="1117344">
                  <a:extLst>
                    <a:ext uri="{9D8B030D-6E8A-4147-A177-3AD203B41FA5}">
                      <a16:colId xmlns:a16="http://schemas.microsoft.com/office/drawing/2014/main" val="990509757"/>
                    </a:ext>
                  </a:extLst>
                </a:gridCol>
              </a:tblGrid>
              <a:tr h="370840">
                <a:tc gridSpan="3">
                  <a:txBody>
                    <a:bodyPr/>
                    <a:lstStyle/>
                    <a:p>
                      <a:pPr algn="ctr"/>
                      <a:r>
                        <a:rPr lang="en-GB" dirty="0">
                          <a:solidFill>
                            <a:schemeClr val="bg1"/>
                          </a:solidFill>
                        </a:rPr>
                        <a:t>Names and scores (2D array)</a:t>
                      </a:r>
                    </a:p>
                  </a:txBody>
                  <a:tcPr anchor="ctr"/>
                </a:tc>
                <a:tc hMerge="1">
                  <a:txBody>
                    <a:bodyPr/>
                    <a:lstStyle/>
                    <a:p>
                      <a:endParaRPr lang="en-GB" dirty="0"/>
                    </a:p>
                  </a:txBody>
                  <a:tcPr/>
                </a:tc>
                <a:tc hMerge="1">
                  <a:txBody>
                    <a:bodyPr/>
                    <a:lstStyle/>
                    <a:p>
                      <a:pPr algn="ctr"/>
                      <a:endParaRPr lang="en-GB" dirty="0">
                        <a:solidFill>
                          <a:schemeClr val="bg1"/>
                        </a:solidFill>
                      </a:endParaRPr>
                    </a:p>
                  </a:txBody>
                  <a:tcPr anchor="ctr">
                    <a:solidFill>
                      <a:srgbClr val="4472C4"/>
                    </a:solidFill>
                  </a:tcPr>
                </a:tc>
                <a:extLst>
                  <a:ext uri="{0D108BD9-81ED-4DB2-BD59-A6C34878D82A}">
                    <a16:rowId xmlns:a16="http://schemas.microsoft.com/office/drawing/2014/main" val="549283572"/>
                  </a:ext>
                </a:extLst>
              </a:tr>
              <a:tr h="370840">
                <a:tc>
                  <a:txBody>
                    <a:bodyPr/>
                    <a:lstStyle/>
                    <a:p>
                      <a:pPr algn="ctr"/>
                      <a:endParaRPr lang="en-GB" dirty="0">
                        <a:solidFill>
                          <a:schemeClr val="bg1"/>
                        </a:solidFill>
                      </a:endParaRPr>
                    </a:p>
                  </a:txBody>
                  <a:tcPr anchor="ctr">
                    <a:solidFill>
                      <a:schemeClr val="accent2"/>
                    </a:solidFill>
                  </a:tcPr>
                </a:tc>
                <a:tc>
                  <a:txBody>
                    <a:bodyPr/>
                    <a:lstStyle/>
                    <a:p>
                      <a:pPr algn="ctr"/>
                      <a:r>
                        <a:rPr lang="en-GB" dirty="0">
                          <a:solidFill>
                            <a:schemeClr val="bg1"/>
                          </a:solidFill>
                        </a:rPr>
                        <a:t>Name</a:t>
                      </a:r>
                    </a:p>
                  </a:txBody>
                  <a:tcPr anchor="ctr">
                    <a:solidFill>
                      <a:schemeClr val="accent2"/>
                    </a:solidFill>
                  </a:tcPr>
                </a:tc>
                <a:tc>
                  <a:txBody>
                    <a:bodyPr/>
                    <a:lstStyle/>
                    <a:p>
                      <a:pPr algn="ctr"/>
                      <a:r>
                        <a:rPr lang="en-GB" dirty="0">
                          <a:solidFill>
                            <a:schemeClr val="bg1"/>
                          </a:solidFill>
                        </a:rPr>
                        <a:t>Score</a:t>
                      </a:r>
                    </a:p>
                  </a:txBody>
                  <a:tcPr anchor="ctr">
                    <a:solidFill>
                      <a:schemeClr val="accent2"/>
                    </a:solidFill>
                  </a:tcPr>
                </a:tc>
                <a:extLst>
                  <a:ext uri="{0D108BD9-81ED-4DB2-BD59-A6C34878D82A}">
                    <a16:rowId xmlns:a16="http://schemas.microsoft.com/office/drawing/2014/main" val="1692244540"/>
                  </a:ext>
                </a:extLst>
              </a:tr>
              <a:tr h="370840">
                <a:tc>
                  <a:txBody>
                    <a:bodyPr/>
                    <a:lstStyle/>
                    <a:p>
                      <a:pPr algn="ctr"/>
                      <a:r>
                        <a:rPr lang="en-GB" dirty="0">
                          <a:solidFill>
                            <a:schemeClr val="bg1"/>
                          </a:solidFill>
                        </a:rPr>
                        <a:t>Index</a:t>
                      </a:r>
                    </a:p>
                  </a:txBody>
                  <a:tcPr anchor="ctr">
                    <a:solidFill>
                      <a:schemeClr val="accent2"/>
                    </a:solidFill>
                  </a:tcPr>
                </a:tc>
                <a:tc>
                  <a:txBody>
                    <a:bodyPr/>
                    <a:lstStyle/>
                    <a:p>
                      <a:pPr algn="ctr"/>
                      <a:r>
                        <a:rPr lang="en-GB" dirty="0">
                          <a:solidFill>
                            <a:schemeClr val="tx1"/>
                          </a:solidFill>
                        </a:rPr>
                        <a:t>0</a:t>
                      </a:r>
                    </a:p>
                  </a:txBody>
                  <a:tcPr anchor="ctr"/>
                </a:tc>
                <a:tc>
                  <a:txBody>
                    <a:bodyPr/>
                    <a:lstStyle/>
                    <a:p>
                      <a:pPr algn="ctr"/>
                      <a:r>
                        <a:rPr lang="en-GB" dirty="0">
                          <a:solidFill>
                            <a:schemeClr val="tx1"/>
                          </a:solidFill>
                        </a:rPr>
                        <a:t>1</a:t>
                      </a:r>
                    </a:p>
                  </a:txBody>
                  <a:tcPr anchor="ctr"/>
                </a:tc>
                <a:extLst>
                  <a:ext uri="{0D108BD9-81ED-4DB2-BD59-A6C34878D82A}">
                    <a16:rowId xmlns:a16="http://schemas.microsoft.com/office/drawing/2014/main" val="3281090782"/>
                  </a:ext>
                </a:extLst>
              </a:tr>
              <a:tr h="370840">
                <a:tc>
                  <a:txBody>
                    <a:bodyPr/>
                    <a:lstStyle/>
                    <a:p>
                      <a:pPr algn="ctr"/>
                      <a:r>
                        <a:rPr lang="en-GB" dirty="0">
                          <a:solidFill>
                            <a:schemeClr val="tx1"/>
                          </a:solidFill>
                        </a:rPr>
                        <a:t>0</a:t>
                      </a:r>
                    </a:p>
                  </a:txBody>
                  <a:tcPr anchor="ctr"/>
                </a:tc>
                <a:tc>
                  <a:txBody>
                    <a:bodyPr/>
                    <a:lstStyle/>
                    <a:p>
                      <a:pPr algn="ctr"/>
                      <a:r>
                        <a:rPr lang="en-GB" dirty="0"/>
                        <a:t>Craig</a:t>
                      </a:r>
                    </a:p>
                  </a:txBody>
                  <a:tcPr anchor="ctr"/>
                </a:tc>
                <a:tc>
                  <a:txBody>
                    <a:bodyPr/>
                    <a:lstStyle/>
                    <a:p>
                      <a:pPr algn="ctr"/>
                      <a:r>
                        <a:rPr lang="en-GB" dirty="0"/>
                        <a:t>112</a:t>
                      </a:r>
                    </a:p>
                  </a:txBody>
                  <a:tcPr anchor="ctr"/>
                </a:tc>
                <a:extLst>
                  <a:ext uri="{0D108BD9-81ED-4DB2-BD59-A6C34878D82A}">
                    <a16:rowId xmlns:a16="http://schemas.microsoft.com/office/drawing/2014/main" val="3713785552"/>
                  </a:ext>
                </a:extLst>
              </a:tr>
              <a:tr h="370840">
                <a:tc>
                  <a:txBody>
                    <a:bodyPr/>
                    <a:lstStyle/>
                    <a:p>
                      <a:pPr algn="ctr"/>
                      <a:r>
                        <a:rPr lang="en-GB" dirty="0">
                          <a:solidFill>
                            <a:schemeClr val="tx1"/>
                          </a:solidFill>
                        </a:rPr>
                        <a:t>1</a:t>
                      </a:r>
                    </a:p>
                  </a:txBody>
                  <a:tcPr anchor="ctr"/>
                </a:tc>
                <a:tc>
                  <a:txBody>
                    <a:bodyPr/>
                    <a:lstStyle/>
                    <a:p>
                      <a:pPr algn="ctr"/>
                      <a:r>
                        <a:rPr lang="en-GB" dirty="0"/>
                        <a:t>Dave</a:t>
                      </a:r>
                    </a:p>
                  </a:txBody>
                  <a:tcPr anchor="ctr"/>
                </a:tc>
                <a:tc>
                  <a:txBody>
                    <a:bodyPr/>
                    <a:lstStyle/>
                    <a:p>
                      <a:pPr algn="ctr"/>
                      <a:r>
                        <a:rPr lang="en-GB" dirty="0"/>
                        <a:t>75</a:t>
                      </a:r>
                    </a:p>
                  </a:txBody>
                  <a:tcPr anchor="ctr"/>
                </a:tc>
                <a:extLst>
                  <a:ext uri="{0D108BD9-81ED-4DB2-BD59-A6C34878D82A}">
                    <a16:rowId xmlns:a16="http://schemas.microsoft.com/office/drawing/2014/main" val="886472720"/>
                  </a:ext>
                </a:extLst>
              </a:tr>
              <a:tr h="370840">
                <a:tc>
                  <a:txBody>
                    <a:bodyPr/>
                    <a:lstStyle/>
                    <a:p>
                      <a:pPr algn="ctr"/>
                      <a:r>
                        <a:rPr lang="en-GB" dirty="0">
                          <a:solidFill>
                            <a:schemeClr val="tx1"/>
                          </a:solidFill>
                        </a:rPr>
                        <a:t>2</a:t>
                      </a:r>
                    </a:p>
                  </a:txBody>
                  <a:tcPr anchor="ctr"/>
                </a:tc>
                <a:tc>
                  <a:txBody>
                    <a:bodyPr/>
                    <a:lstStyle/>
                    <a:p>
                      <a:pPr algn="ctr"/>
                      <a:r>
                        <a:rPr lang="en-GB" dirty="0"/>
                        <a:t>Sam</a:t>
                      </a:r>
                    </a:p>
                  </a:txBody>
                  <a:tcPr anchor="ctr"/>
                </a:tc>
                <a:tc>
                  <a:txBody>
                    <a:bodyPr/>
                    <a:lstStyle/>
                    <a:p>
                      <a:pPr algn="ctr"/>
                      <a:r>
                        <a:rPr lang="en-GB" dirty="0"/>
                        <a:t>103</a:t>
                      </a:r>
                    </a:p>
                  </a:txBody>
                  <a:tcPr anchor="ctr"/>
                </a:tc>
                <a:extLst>
                  <a:ext uri="{0D108BD9-81ED-4DB2-BD59-A6C34878D82A}">
                    <a16:rowId xmlns:a16="http://schemas.microsoft.com/office/drawing/2014/main" val="1489663766"/>
                  </a:ext>
                </a:extLst>
              </a:tr>
              <a:tr h="370840">
                <a:tc>
                  <a:txBody>
                    <a:bodyPr/>
                    <a:lstStyle/>
                    <a:p>
                      <a:pPr algn="ctr"/>
                      <a:r>
                        <a:rPr lang="en-GB" dirty="0">
                          <a:solidFill>
                            <a:schemeClr val="tx1"/>
                          </a:solidFill>
                        </a:rPr>
                        <a:t>3</a:t>
                      </a:r>
                    </a:p>
                  </a:txBody>
                  <a:tcPr anchor="ctr"/>
                </a:tc>
                <a:tc>
                  <a:txBody>
                    <a:bodyPr/>
                    <a:lstStyle/>
                    <a:p>
                      <a:pPr algn="ctr"/>
                      <a:r>
                        <a:rPr lang="en-GB" dirty="0"/>
                        <a:t>Carol</a:t>
                      </a:r>
                    </a:p>
                  </a:txBody>
                  <a:tcPr anchor="ctr"/>
                </a:tc>
                <a:tc>
                  <a:txBody>
                    <a:bodyPr/>
                    <a:lstStyle/>
                    <a:p>
                      <a:pPr algn="ctr"/>
                      <a:r>
                        <a:rPr lang="en-GB" dirty="0"/>
                        <a:t>97</a:t>
                      </a:r>
                    </a:p>
                  </a:txBody>
                  <a:tcPr anchor="ctr"/>
                </a:tc>
                <a:extLst>
                  <a:ext uri="{0D108BD9-81ED-4DB2-BD59-A6C34878D82A}">
                    <a16:rowId xmlns:a16="http://schemas.microsoft.com/office/drawing/2014/main" val="2437248268"/>
                  </a:ext>
                </a:extLst>
              </a:tr>
            </a:tbl>
          </a:graphicData>
        </a:graphic>
      </p:graphicFrame>
      <p:sp>
        <p:nvSpPr>
          <p:cNvPr id="10" name="Rectangle 9">
            <a:extLst>
              <a:ext uri="{FF2B5EF4-FFF2-40B4-BE49-F238E27FC236}">
                <a16:creationId xmlns:a16="http://schemas.microsoft.com/office/drawing/2014/main" id="{52015580-13AB-4BCB-9E62-F2A94BD9AA40}"/>
              </a:ext>
            </a:extLst>
          </p:cNvPr>
          <p:cNvSpPr/>
          <p:nvPr/>
        </p:nvSpPr>
        <p:spPr>
          <a:xfrm>
            <a:off x="772292" y="5883273"/>
            <a:ext cx="2235199"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names[2] = “Sam”</a:t>
            </a:r>
          </a:p>
        </p:txBody>
      </p:sp>
      <p:sp>
        <p:nvSpPr>
          <p:cNvPr id="11" name="Rectangle 10">
            <a:extLst>
              <a:ext uri="{FF2B5EF4-FFF2-40B4-BE49-F238E27FC236}">
                <a16:creationId xmlns:a16="http://schemas.microsoft.com/office/drawing/2014/main" id="{5BEA6FC1-F871-4266-8B50-63111A3489E8}"/>
              </a:ext>
            </a:extLst>
          </p:cNvPr>
          <p:cNvSpPr/>
          <p:nvPr/>
        </p:nvSpPr>
        <p:spPr>
          <a:xfrm>
            <a:off x="4591816" y="6241018"/>
            <a:ext cx="3352032" cy="369332"/>
          </a:xfrm>
          <a:prstGeom prst="rect">
            <a:avLst/>
          </a:prstGeom>
        </p:spPr>
        <p:txBody>
          <a:bodyPr wrap="square">
            <a:spAutoFit/>
          </a:bodyPr>
          <a:lstStyle/>
          <a:p>
            <a:pPr algn="ctr"/>
            <a:r>
              <a:rPr lang="en-GB" dirty="0">
                <a:latin typeface="Calibri" panose="020F0502020204030204" pitchFamily="34" charset="0"/>
                <a:ea typeface="Calibri" panose="020F0502020204030204" pitchFamily="34" charset="0"/>
                <a:cs typeface="Times New Roman" panose="02020603050405020304" pitchFamily="18" charset="0"/>
              </a:rPr>
              <a:t>names[1][0] = “Dave”</a:t>
            </a:r>
          </a:p>
        </p:txBody>
      </p:sp>
      <p:sp>
        <p:nvSpPr>
          <p:cNvPr id="2" name="Speech Bubble: Rectangle with Corners Rounded 1">
            <a:extLst>
              <a:ext uri="{FF2B5EF4-FFF2-40B4-BE49-F238E27FC236}">
                <a16:creationId xmlns:a16="http://schemas.microsoft.com/office/drawing/2014/main" id="{80602C28-F0DC-4AA2-A88B-439DBBF17DDA}"/>
              </a:ext>
            </a:extLst>
          </p:cNvPr>
          <p:cNvSpPr/>
          <p:nvPr/>
        </p:nvSpPr>
        <p:spPr>
          <a:xfrm>
            <a:off x="8417474" y="4216521"/>
            <a:ext cx="2790825" cy="2475863"/>
          </a:xfrm>
          <a:prstGeom prst="wedgeRoundRectCallout">
            <a:avLst>
              <a:gd name="adj1" fmla="val -61106"/>
              <a:gd name="adj2" fmla="val -21368"/>
              <a:gd name="adj3" fmla="val 16667"/>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Note:</a:t>
            </a:r>
            <a:r>
              <a:rPr lang="en-GB" sz="1400" dirty="0">
                <a:solidFill>
                  <a:schemeClr val="tx1"/>
                </a:solidFill>
              </a:rPr>
              <a:t> [1][0] could also be 112 depending on how you choose to store the data. It doesn’t matter whether you visualise rows or columns first, providing you are consistent in your program. Read the question carefully in an exam so you can be sure which way around the array is being stored.</a:t>
            </a:r>
          </a:p>
        </p:txBody>
      </p:sp>
      <p:pic>
        <p:nvPicPr>
          <p:cNvPr id="3" name="Picture 2" descr="make_notes">
            <a:extLst>
              <a:ext uri="{FF2B5EF4-FFF2-40B4-BE49-F238E27FC236}">
                <a16:creationId xmlns:a16="http://schemas.microsoft.com/office/drawing/2014/main" id="{1D3FE01D-3E7A-7413-64C4-1AF941285EF7}"/>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4906" y="611347"/>
            <a:ext cx="1113436" cy="111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46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Going beyond the </a:t>
            </a:r>
            <a:br>
              <a:rPr lang="en-GB" sz="4000" dirty="0">
                <a:solidFill>
                  <a:schemeClr val="accent2">
                    <a:lumMod val="75000"/>
                  </a:schemeClr>
                </a:solidFill>
              </a:rPr>
            </a:br>
            <a:r>
              <a:rPr lang="en-GB" sz="4000" dirty="0">
                <a:solidFill>
                  <a:schemeClr val="accent2">
                    <a:lumMod val="75000"/>
                  </a:schemeClr>
                </a:solidFill>
              </a:rPr>
              <a:t>IGCSE specification</a:t>
            </a:r>
            <a:endParaRPr lang="en-US" sz="4000" dirty="0">
              <a:solidFill>
                <a:schemeClr val="accent2">
                  <a:lumMod val="75000"/>
                </a:schemeClr>
              </a:solidFill>
            </a:endParaRPr>
          </a:p>
        </p:txBody>
      </p:sp>
      <p:pic>
        <p:nvPicPr>
          <p:cNvPr id="4" name="Picture 3" descr="A picture containing drawing&#10;&#10;Description automatically generated">
            <a:extLst>
              <a:ext uri="{FF2B5EF4-FFF2-40B4-BE49-F238E27FC236}">
                <a16:creationId xmlns:a16="http://schemas.microsoft.com/office/drawing/2014/main" id="{FAC069AA-4085-44FE-AD96-0399346A3879}"/>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91290" y="2685345"/>
            <a:ext cx="1381140" cy="1381140"/>
          </a:xfrm>
          <a:prstGeom prst="rect">
            <a:avLst/>
          </a:prstGeom>
        </p:spPr>
      </p:pic>
      <p:sp>
        <p:nvSpPr>
          <p:cNvPr id="7" name="TextBox 6">
            <a:extLst>
              <a:ext uri="{FF2B5EF4-FFF2-40B4-BE49-F238E27FC236}">
                <a16:creationId xmlns:a16="http://schemas.microsoft.com/office/drawing/2014/main" id="{43981B8E-B917-6329-F9EC-B34820CA3867}"/>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chemeClr val="accent2">
                    <a:lumMod val="75000"/>
                  </a:schemeClr>
                </a:solidFill>
                <a:latin typeface="Century Gothic" panose="020B0502020202020204" pitchFamily="34" charset="0"/>
                <a:ea typeface="+mj-ea"/>
                <a:cs typeface="+mj-cs"/>
              </a:rPr>
              <a:t>8.2 Arrays</a:t>
            </a:r>
          </a:p>
        </p:txBody>
      </p:sp>
    </p:spTree>
    <p:extLst>
      <p:ext uri="{BB962C8B-B14F-4D97-AF65-F5344CB8AC3E}">
        <p14:creationId xmlns:p14="http://schemas.microsoft.com/office/powerpoint/2010/main" val="3598831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535746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Going beyond a two-dimensional array</a:t>
            </a:r>
            <a:endPar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110238" y="1350060"/>
            <a:ext cx="2435602" cy="1079206"/>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One-dimensional array: </a:t>
            </a:r>
          </a:p>
          <a:p>
            <a:pPr>
              <a:lnSpc>
                <a:spcPct val="107000"/>
              </a:lnSpc>
            </a:pPr>
            <a:r>
              <a:rPr lang="en-GB" dirty="0">
                <a:solidFill>
                  <a:srgbClr val="000000"/>
                </a:solidFill>
                <a:latin typeface="Courier"/>
                <a:ea typeface="Calibri" panose="020F0502020204030204" pitchFamily="34" charset="0"/>
                <a:cs typeface="Courier"/>
              </a:rPr>
              <a:t>array myArray[5]</a:t>
            </a:r>
            <a:endParaRPr lang="en-GB"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GB" dirty="0">
                <a:solidFill>
                  <a:srgbClr val="000000"/>
                </a:solidFill>
                <a:latin typeface="Courier"/>
                <a:ea typeface="Calibri" panose="020F0502020204030204" pitchFamily="34" charset="0"/>
                <a:cs typeface="Courier"/>
              </a:rPr>
              <a:t>myArray[2]</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Cube 6">
            <a:extLst>
              <a:ext uri="{FF2B5EF4-FFF2-40B4-BE49-F238E27FC236}">
                <a16:creationId xmlns:a16="http://schemas.microsoft.com/office/drawing/2014/main" id="{B437B4C4-8E89-4AD0-8C1A-7199D968BD9A}"/>
              </a:ext>
            </a:extLst>
          </p:cNvPr>
          <p:cNvSpPr/>
          <p:nvPr/>
        </p:nvSpPr>
        <p:spPr>
          <a:xfrm>
            <a:off x="2826086" y="528249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Cube 8">
            <a:extLst>
              <a:ext uri="{FF2B5EF4-FFF2-40B4-BE49-F238E27FC236}">
                <a16:creationId xmlns:a16="http://schemas.microsoft.com/office/drawing/2014/main" id="{9B5A4399-E737-4CC2-A91A-9B66B62E2645}"/>
              </a:ext>
            </a:extLst>
          </p:cNvPr>
          <p:cNvSpPr/>
          <p:nvPr/>
        </p:nvSpPr>
        <p:spPr>
          <a:xfrm>
            <a:off x="2826086" y="437787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Cube 9">
            <a:extLst>
              <a:ext uri="{FF2B5EF4-FFF2-40B4-BE49-F238E27FC236}">
                <a16:creationId xmlns:a16="http://schemas.microsoft.com/office/drawing/2014/main" id="{13240956-7ECC-40CB-8CC2-B217F91E1E8E}"/>
              </a:ext>
            </a:extLst>
          </p:cNvPr>
          <p:cNvSpPr/>
          <p:nvPr/>
        </p:nvSpPr>
        <p:spPr>
          <a:xfrm>
            <a:off x="2826086" y="3470468"/>
            <a:ext cx="1208015" cy="1208015"/>
          </a:xfrm>
          <a:prstGeom prst="cub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Cube 10">
            <a:extLst>
              <a:ext uri="{FF2B5EF4-FFF2-40B4-BE49-F238E27FC236}">
                <a16:creationId xmlns:a16="http://schemas.microsoft.com/office/drawing/2014/main" id="{735C64F0-B991-4B95-9BF7-5E8BC3C356FC}"/>
              </a:ext>
            </a:extLst>
          </p:cNvPr>
          <p:cNvSpPr/>
          <p:nvPr/>
        </p:nvSpPr>
        <p:spPr>
          <a:xfrm>
            <a:off x="2826086" y="2565855"/>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Cube 11">
            <a:extLst>
              <a:ext uri="{FF2B5EF4-FFF2-40B4-BE49-F238E27FC236}">
                <a16:creationId xmlns:a16="http://schemas.microsoft.com/office/drawing/2014/main" id="{94F5D0A7-75CF-4747-9CFE-424AD5D9647C}"/>
              </a:ext>
            </a:extLst>
          </p:cNvPr>
          <p:cNvSpPr/>
          <p:nvPr/>
        </p:nvSpPr>
        <p:spPr>
          <a:xfrm>
            <a:off x="2826085" y="168011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2297AFE0-574D-49B0-974E-65DC69B3218D}"/>
              </a:ext>
            </a:extLst>
          </p:cNvPr>
          <p:cNvSpPr txBox="1"/>
          <p:nvPr/>
        </p:nvSpPr>
        <p:spPr>
          <a:xfrm>
            <a:off x="2291987" y="1876934"/>
            <a:ext cx="436228" cy="4613571"/>
          </a:xfrm>
          <a:prstGeom prst="rect">
            <a:avLst/>
          </a:prstGeom>
          <a:noFill/>
        </p:spPr>
        <p:txBody>
          <a:bodyPr wrap="square" rtlCol="0">
            <a:spAutoFit/>
          </a:bodyPr>
          <a:lstStyle/>
          <a:p>
            <a:pPr>
              <a:lnSpc>
                <a:spcPct val="150000"/>
              </a:lnSpc>
            </a:pPr>
            <a:r>
              <a:rPr lang="en-GB" sz="4000" dirty="0"/>
              <a:t>0</a:t>
            </a:r>
          </a:p>
          <a:p>
            <a:pPr>
              <a:lnSpc>
                <a:spcPct val="150000"/>
              </a:lnSpc>
            </a:pPr>
            <a:r>
              <a:rPr lang="en-GB" sz="4000" dirty="0"/>
              <a:t>1</a:t>
            </a:r>
          </a:p>
          <a:p>
            <a:pPr>
              <a:lnSpc>
                <a:spcPct val="150000"/>
              </a:lnSpc>
            </a:pPr>
            <a:r>
              <a:rPr lang="en-GB" sz="4000" dirty="0"/>
              <a:t>2</a:t>
            </a:r>
          </a:p>
          <a:p>
            <a:pPr>
              <a:lnSpc>
                <a:spcPct val="150000"/>
              </a:lnSpc>
            </a:pPr>
            <a:r>
              <a:rPr lang="en-GB" sz="4000" dirty="0"/>
              <a:t>3</a:t>
            </a:r>
          </a:p>
          <a:p>
            <a:pPr>
              <a:lnSpc>
                <a:spcPct val="150000"/>
              </a:lnSpc>
            </a:pPr>
            <a:r>
              <a:rPr lang="en-GB" sz="4000" dirty="0"/>
              <a:t>4</a:t>
            </a:r>
          </a:p>
        </p:txBody>
      </p:sp>
      <p:grpSp>
        <p:nvGrpSpPr>
          <p:cNvPr id="15" name="Group 14">
            <a:extLst>
              <a:ext uri="{FF2B5EF4-FFF2-40B4-BE49-F238E27FC236}">
                <a16:creationId xmlns:a16="http://schemas.microsoft.com/office/drawing/2014/main" id="{2CA404FB-1006-4EA8-8489-078A98093633}"/>
              </a:ext>
            </a:extLst>
          </p:cNvPr>
          <p:cNvGrpSpPr/>
          <p:nvPr/>
        </p:nvGrpSpPr>
        <p:grpSpPr>
          <a:xfrm>
            <a:off x="6929532" y="1680117"/>
            <a:ext cx="1208016" cy="4810388"/>
            <a:chOff x="4770538" y="1892416"/>
            <a:chExt cx="1208016" cy="4810388"/>
          </a:xfrm>
        </p:grpSpPr>
        <p:sp>
          <p:nvSpPr>
            <p:cNvPr id="16" name="Cube 15">
              <a:extLst>
                <a:ext uri="{FF2B5EF4-FFF2-40B4-BE49-F238E27FC236}">
                  <a16:creationId xmlns:a16="http://schemas.microsoft.com/office/drawing/2014/main" id="{1364E199-D313-4CB5-9966-CE5871EF8642}"/>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Cube 16">
              <a:extLst>
                <a:ext uri="{FF2B5EF4-FFF2-40B4-BE49-F238E27FC236}">
                  <a16:creationId xmlns:a16="http://schemas.microsoft.com/office/drawing/2014/main" id="{4B0AB7BE-608C-42C7-A7DF-3E61A41A7EDF}"/>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ube 17">
              <a:extLst>
                <a:ext uri="{FF2B5EF4-FFF2-40B4-BE49-F238E27FC236}">
                  <a16:creationId xmlns:a16="http://schemas.microsoft.com/office/drawing/2014/main" id="{7BA12DAF-543C-42B9-9575-0D9A3DC0BF8F}"/>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Cube 18">
              <a:extLst>
                <a:ext uri="{FF2B5EF4-FFF2-40B4-BE49-F238E27FC236}">
                  <a16:creationId xmlns:a16="http://schemas.microsoft.com/office/drawing/2014/main" id="{A7A5EA92-9361-4E09-B6BE-AF91995E14BB}"/>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Cube 19">
              <a:extLst>
                <a:ext uri="{FF2B5EF4-FFF2-40B4-BE49-F238E27FC236}">
                  <a16:creationId xmlns:a16="http://schemas.microsoft.com/office/drawing/2014/main" id="{BB1B7007-FD69-4C24-9BAE-6A66ABB9A0D8}"/>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21" name="Group 20">
            <a:extLst>
              <a:ext uri="{FF2B5EF4-FFF2-40B4-BE49-F238E27FC236}">
                <a16:creationId xmlns:a16="http://schemas.microsoft.com/office/drawing/2014/main" id="{6ABAFF70-60DC-421B-8B29-F901935ECCD7}"/>
              </a:ext>
            </a:extLst>
          </p:cNvPr>
          <p:cNvGrpSpPr/>
          <p:nvPr/>
        </p:nvGrpSpPr>
        <p:grpSpPr>
          <a:xfrm>
            <a:off x="7845330" y="1680117"/>
            <a:ext cx="1208016" cy="4810388"/>
            <a:chOff x="4770538" y="1892416"/>
            <a:chExt cx="1208016" cy="4810388"/>
          </a:xfrm>
        </p:grpSpPr>
        <p:sp>
          <p:nvSpPr>
            <p:cNvPr id="22" name="Cube 21">
              <a:extLst>
                <a:ext uri="{FF2B5EF4-FFF2-40B4-BE49-F238E27FC236}">
                  <a16:creationId xmlns:a16="http://schemas.microsoft.com/office/drawing/2014/main" id="{BED19326-C22C-4BF7-99C0-944519F353C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Cube 22">
              <a:extLst>
                <a:ext uri="{FF2B5EF4-FFF2-40B4-BE49-F238E27FC236}">
                  <a16:creationId xmlns:a16="http://schemas.microsoft.com/office/drawing/2014/main" id="{4EA9799E-3883-4D4A-8723-76FD7C05597B}"/>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Cube 23">
              <a:extLst>
                <a:ext uri="{FF2B5EF4-FFF2-40B4-BE49-F238E27FC236}">
                  <a16:creationId xmlns:a16="http://schemas.microsoft.com/office/drawing/2014/main" id="{0B1576DC-6996-4CAE-A7A7-615E4D9FFD66}"/>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Cube 24">
              <a:extLst>
                <a:ext uri="{FF2B5EF4-FFF2-40B4-BE49-F238E27FC236}">
                  <a16:creationId xmlns:a16="http://schemas.microsoft.com/office/drawing/2014/main" id="{289DC8C5-47AE-4928-8829-2F909BCBE641}"/>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Cube 25">
              <a:extLst>
                <a:ext uri="{FF2B5EF4-FFF2-40B4-BE49-F238E27FC236}">
                  <a16:creationId xmlns:a16="http://schemas.microsoft.com/office/drawing/2014/main" id="{3410003F-1DBB-498C-BCAC-C82A3D722A54}"/>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7" name="Cube 26">
            <a:extLst>
              <a:ext uri="{FF2B5EF4-FFF2-40B4-BE49-F238E27FC236}">
                <a16:creationId xmlns:a16="http://schemas.microsoft.com/office/drawing/2014/main" id="{EA44AECE-FDB2-42B7-8DDE-9B56C72603C3}"/>
              </a:ext>
            </a:extLst>
          </p:cNvPr>
          <p:cNvSpPr/>
          <p:nvPr/>
        </p:nvSpPr>
        <p:spPr>
          <a:xfrm>
            <a:off x="8761127" y="528249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Cube 27">
            <a:extLst>
              <a:ext uri="{FF2B5EF4-FFF2-40B4-BE49-F238E27FC236}">
                <a16:creationId xmlns:a16="http://schemas.microsoft.com/office/drawing/2014/main" id="{B0AAFA4D-B0AC-4D6E-92BB-24E08C4D7A13}"/>
              </a:ext>
            </a:extLst>
          </p:cNvPr>
          <p:cNvSpPr/>
          <p:nvPr/>
        </p:nvSpPr>
        <p:spPr>
          <a:xfrm>
            <a:off x="8761127" y="437787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Cube 28">
            <a:extLst>
              <a:ext uri="{FF2B5EF4-FFF2-40B4-BE49-F238E27FC236}">
                <a16:creationId xmlns:a16="http://schemas.microsoft.com/office/drawing/2014/main" id="{4C6BA068-1D3D-4FC8-AFF6-BF8751799DA4}"/>
              </a:ext>
            </a:extLst>
          </p:cNvPr>
          <p:cNvSpPr/>
          <p:nvPr/>
        </p:nvSpPr>
        <p:spPr>
          <a:xfrm>
            <a:off x="8761127" y="3470468"/>
            <a:ext cx="1208015" cy="1208015"/>
          </a:xfrm>
          <a:prstGeom prst="cub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Cube 29">
            <a:extLst>
              <a:ext uri="{FF2B5EF4-FFF2-40B4-BE49-F238E27FC236}">
                <a16:creationId xmlns:a16="http://schemas.microsoft.com/office/drawing/2014/main" id="{408CE6BC-2D6D-4FD0-B6BF-71C7901A5212}"/>
              </a:ext>
            </a:extLst>
          </p:cNvPr>
          <p:cNvSpPr/>
          <p:nvPr/>
        </p:nvSpPr>
        <p:spPr>
          <a:xfrm>
            <a:off x="8761127" y="2565855"/>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Cube 30">
            <a:extLst>
              <a:ext uri="{FF2B5EF4-FFF2-40B4-BE49-F238E27FC236}">
                <a16:creationId xmlns:a16="http://schemas.microsoft.com/office/drawing/2014/main" id="{B3AD2B3F-1EFE-4A49-A736-569528E06C86}"/>
              </a:ext>
            </a:extLst>
          </p:cNvPr>
          <p:cNvSpPr/>
          <p:nvPr/>
        </p:nvSpPr>
        <p:spPr>
          <a:xfrm>
            <a:off x="8761126" y="168011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32" name="Group 31">
            <a:extLst>
              <a:ext uri="{FF2B5EF4-FFF2-40B4-BE49-F238E27FC236}">
                <a16:creationId xmlns:a16="http://schemas.microsoft.com/office/drawing/2014/main" id="{7267B6D6-1FD3-4685-AF17-D52EA9C6EC34}"/>
              </a:ext>
            </a:extLst>
          </p:cNvPr>
          <p:cNvGrpSpPr/>
          <p:nvPr/>
        </p:nvGrpSpPr>
        <p:grpSpPr>
          <a:xfrm>
            <a:off x="9676924" y="1680117"/>
            <a:ext cx="1208016" cy="4810388"/>
            <a:chOff x="4770538" y="1892416"/>
            <a:chExt cx="1208016" cy="4810388"/>
          </a:xfrm>
        </p:grpSpPr>
        <p:sp>
          <p:nvSpPr>
            <p:cNvPr id="33" name="Cube 32">
              <a:extLst>
                <a:ext uri="{FF2B5EF4-FFF2-40B4-BE49-F238E27FC236}">
                  <a16:creationId xmlns:a16="http://schemas.microsoft.com/office/drawing/2014/main" id="{C4754D98-62F4-4C6A-9F05-CA6F1547A42D}"/>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Cube 33">
              <a:extLst>
                <a:ext uri="{FF2B5EF4-FFF2-40B4-BE49-F238E27FC236}">
                  <a16:creationId xmlns:a16="http://schemas.microsoft.com/office/drawing/2014/main" id="{6E3B43B5-E155-49A3-B59C-8DEB05B5E11B}"/>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Cube 34">
              <a:extLst>
                <a:ext uri="{FF2B5EF4-FFF2-40B4-BE49-F238E27FC236}">
                  <a16:creationId xmlns:a16="http://schemas.microsoft.com/office/drawing/2014/main" id="{91BE7AB9-FE57-4A32-8B2D-4AB82F53D15D}"/>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Cube 35">
              <a:extLst>
                <a:ext uri="{FF2B5EF4-FFF2-40B4-BE49-F238E27FC236}">
                  <a16:creationId xmlns:a16="http://schemas.microsoft.com/office/drawing/2014/main" id="{505C319C-AEBD-4C37-A5F2-A802D0F6207C}"/>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Cube 36">
              <a:extLst>
                <a:ext uri="{FF2B5EF4-FFF2-40B4-BE49-F238E27FC236}">
                  <a16:creationId xmlns:a16="http://schemas.microsoft.com/office/drawing/2014/main" id="{7550E8C0-069C-4F85-AAC6-D1225C2758E3}"/>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8" name="Cube 37">
            <a:extLst>
              <a:ext uri="{FF2B5EF4-FFF2-40B4-BE49-F238E27FC236}">
                <a16:creationId xmlns:a16="http://schemas.microsoft.com/office/drawing/2014/main" id="{9D2958A7-180C-4E50-8240-5EB54C99C8A7}"/>
              </a:ext>
            </a:extLst>
          </p:cNvPr>
          <p:cNvSpPr/>
          <p:nvPr/>
        </p:nvSpPr>
        <p:spPr>
          <a:xfrm>
            <a:off x="10584331" y="528249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Cube 38">
            <a:extLst>
              <a:ext uri="{FF2B5EF4-FFF2-40B4-BE49-F238E27FC236}">
                <a16:creationId xmlns:a16="http://schemas.microsoft.com/office/drawing/2014/main" id="{0351747F-BCB5-4E50-8239-22F8CD698E0F}"/>
              </a:ext>
            </a:extLst>
          </p:cNvPr>
          <p:cNvSpPr/>
          <p:nvPr/>
        </p:nvSpPr>
        <p:spPr>
          <a:xfrm>
            <a:off x="10584331" y="437787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Cube 39">
            <a:extLst>
              <a:ext uri="{FF2B5EF4-FFF2-40B4-BE49-F238E27FC236}">
                <a16:creationId xmlns:a16="http://schemas.microsoft.com/office/drawing/2014/main" id="{6BACC577-2926-43F8-BC25-8E2969C9FADF}"/>
              </a:ext>
            </a:extLst>
          </p:cNvPr>
          <p:cNvSpPr/>
          <p:nvPr/>
        </p:nvSpPr>
        <p:spPr>
          <a:xfrm>
            <a:off x="10584331" y="347046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Cube 40">
            <a:extLst>
              <a:ext uri="{FF2B5EF4-FFF2-40B4-BE49-F238E27FC236}">
                <a16:creationId xmlns:a16="http://schemas.microsoft.com/office/drawing/2014/main" id="{DFEE6ED9-D617-4908-AE20-AA65ED86CB04}"/>
              </a:ext>
            </a:extLst>
          </p:cNvPr>
          <p:cNvSpPr/>
          <p:nvPr/>
        </p:nvSpPr>
        <p:spPr>
          <a:xfrm>
            <a:off x="10584331" y="2565855"/>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Cube 41">
            <a:extLst>
              <a:ext uri="{FF2B5EF4-FFF2-40B4-BE49-F238E27FC236}">
                <a16:creationId xmlns:a16="http://schemas.microsoft.com/office/drawing/2014/main" id="{F06266D7-4F8B-4157-906F-896999D6183C}"/>
              </a:ext>
            </a:extLst>
          </p:cNvPr>
          <p:cNvSpPr/>
          <p:nvPr/>
        </p:nvSpPr>
        <p:spPr>
          <a:xfrm>
            <a:off x="10584330" y="168011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TextBox 42">
            <a:extLst>
              <a:ext uri="{FF2B5EF4-FFF2-40B4-BE49-F238E27FC236}">
                <a16:creationId xmlns:a16="http://schemas.microsoft.com/office/drawing/2014/main" id="{A3F10864-70EE-4C61-B022-30642BC7E75F}"/>
              </a:ext>
            </a:extLst>
          </p:cNvPr>
          <p:cNvSpPr txBox="1"/>
          <p:nvPr/>
        </p:nvSpPr>
        <p:spPr>
          <a:xfrm>
            <a:off x="6399629" y="1876934"/>
            <a:ext cx="436228" cy="4613571"/>
          </a:xfrm>
          <a:prstGeom prst="rect">
            <a:avLst/>
          </a:prstGeom>
          <a:noFill/>
        </p:spPr>
        <p:txBody>
          <a:bodyPr wrap="square" rtlCol="0">
            <a:spAutoFit/>
          </a:bodyPr>
          <a:lstStyle/>
          <a:p>
            <a:pPr>
              <a:lnSpc>
                <a:spcPct val="150000"/>
              </a:lnSpc>
            </a:pPr>
            <a:r>
              <a:rPr lang="en-GB" sz="4000" dirty="0"/>
              <a:t>0</a:t>
            </a:r>
          </a:p>
          <a:p>
            <a:pPr>
              <a:lnSpc>
                <a:spcPct val="150000"/>
              </a:lnSpc>
            </a:pPr>
            <a:r>
              <a:rPr lang="en-GB" sz="4000" dirty="0"/>
              <a:t>1</a:t>
            </a:r>
          </a:p>
          <a:p>
            <a:pPr>
              <a:lnSpc>
                <a:spcPct val="150000"/>
              </a:lnSpc>
            </a:pPr>
            <a:r>
              <a:rPr lang="en-GB" sz="4000" dirty="0"/>
              <a:t>2</a:t>
            </a:r>
          </a:p>
          <a:p>
            <a:pPr>
              <a:lnSpc>
                <a:spcPct val="150000"/>
              </a:lnSpc>
            </a:pPr>
            <a:r>
              <a:rPr lang="en-GB" sz="4000" dirty="0"/>
              <a:t>3</a:t>
            </a:r>
          </a:p>
          <a:p>
            <a:pPr>
              <a:lnSpc>
                <a:spcPct val="150000"/>
              </a:lnSpc>
            </a:pPr>
            <a:r>
              <a:rPr lang="en-GB" sz="4000" dirty="0"/>
              <a:t>4</a:t>
            </a:r>
          </a:p>
        </p:txBody>
      </p:sp>
      <p:sp>
        <p:nvSpPr>
          <p:cNvPr id="44" name="Rectangle 43">
            <a:extLst>
              <a:ext uri="{FF2B5EF4-FFF2-40B4-BE49-F238E27FC236}">
                <a16:creationId xmlns:a16="http://schemas.microsoft.com/office/drawing/2014/main" id="{700425A3-DBC7-4172-AEA2-FFFA8D28704D}"/>
              </a:ext>
            </a:extLst>
          </p:cNvPr>
          <p:cNvSpPr/>
          <p:nvPr/>
        </p:nvSpPr>
        <p:spPr>
          <a:xfrm>
            <a:off x="4389407" y="1350060"/>
            <a:ext cx="2695483" cy="1079206"/>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Two-dimensional array: </a:t>
            </a:r>
          </a:p>
          <a:p>
            <a:pPr>
              <a:lnSpc>
                <a:spcPct val="107000"/>
              </a:lnSpc>
            </a:pPr>
            <a:r>
              <a:rPr lang="en-GB" dirty="0">
                <a:solidFill>
                  <a:srgbClr val="000000"/>
                </a:solidFill>
                <a:latin typeface="Courier"/>
                <a:ea typeface="Calibri" panose="020F0502020204030204" pitchFamily="34" charset="0"/>
                <a:cs typeface="Courier"/>
              </a:rPr>
              <a:t>array myArray[5,5]</a:t>
            </a:r>
            <a:endParaRPr lang="en-GB"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GB" dirty="0">
                <a:solidFill>
                  <a:srgbClr val="000000"/>
                </a:solidFill>
                <a:latin typeface="Courier"/>
                <a:ea typeface="Calibri" panose="020F0502020204030204" pitchFamily="34" charset="0"/>
                <a:cs typeface="Courier"/>
              </a:rPr>
              <a:t>myArray[2,2]</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Box 44">
            <a:extLst>
              <a:ext uri="{FF2B5EF4-FFF2-40B4-BE49-F238E27FC236}">
                <a16:creationId xmlns:a16="http://schemas.microsoft.com/office/drawing/2014/main" id="{F410C8E1-D9D6-4FAE-A2ED-274F2ED1E20B}"/>
              </a:ext>
            </a:extLst>
          </p:cNvPr>
          <p:cNvSpPr txBox="1"/>
          <p:nvPr/>
        </p:nvSpPr>
        <p:spPr>
          <a:xfrm>
            <a:off x="7284839" y="1076110"/>
            <a:ext cx="4908962" cy="920252"/>
          </a:xfrm>
          <a:prstGeom prst="rect">
            <a:avLst/>
          </a:prstGeom>
          <a:noFill/>
        </p:spPr>
        <p:txBody>
          <a:bodyPr wrap="square" rtlCol="0">
            <a:spAutoFit/>
          </a:bodyPr>
          <a:lstStyle/>
          <a:p>
            <a:pPr>
              <a:lnSpc>
                <a:spcPct val="150000"/>
              </a:lnSpc>
            </a:pPr>
            <a:r>
              <a:rPr lang="en-GB" sz="4000" dirty="0"/>
              <a:t>0      1      2      3     4</a:t>
            </a:r>
          </a:p>
        </p:txBody>
      </p:sp>
    </p:spTree>
    <p:extLst>
      <p:ext uri="{BB962C8B-B14F-4D97-AF65-F5344CB8AC3E}">
        <p14:creationId xmlns:p14="http://schemas.microsoft.com/office/powerpoint/2010/main" val="560121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535746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Going beyond a two-dimensional array</a:t>
            </a:r>
            <a:endPar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419693" y="1363614"/>
            <a:ext cx="3075982" cy="782843"/>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Three-dimensional array: </a:t>
            </a:r>
          </a:p>
          <a:p>
            <a:pPr>
              <a:lnSpc>
                <a:spcPct val="107000"/>
              </a:lnSpc>
            </a:pPr>
            <a:r>
              <a:rPr lang="en-GB" dirty="0">
                <a:solidFill>
                  <a:srgbClr val="000000"/>
                </a:solidFill>
                <a:latin typeface="Courier"/>
                <a:ea typeface="Calibri" panose="020F0502020204030204" pitchFamily="34" charset="0"/>
                <a:cs typeface="Courier"/>
              </a:rPr>
              <a:t>array myArray[5,5,5]</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F0E9DC3E-0F50-41E2-8281-4C9B152B9A4F}"/>
              </a:ext>
            </a:extLst>
          </p:cNvPr>
          <p:cNvGrpSpPr/>
          <p:nvPr/>
        </p:nvGrpSpPr>
        <p:grpSpPr>
          <a:xfrm>
            <a:off x="4312245" y="1667487"/>
            <a:ext cx="4530450" cy="4483146"/>
            <a:chOff x="3246144" y="1828800"/>
            <a:chExt cx="4279706" cy="4235020"/>
          </a:xfrm>
        </p:grpSpPr>
        <p:grpSp>
          <p:nvGrpSpPr>
            <p:cNvPr id="47" name="Group 46">
              <a:extLst>
                <a:ext uri="{FF2B5EF4-FFF2-40B4-BE49-F238E27FC236}">
                  <a16:creationId xmlns:a16="http://schemas.microsoft.com/office/drawing/2014/main" id="{AF4851CE-00AB-4DA3-A4F6-EFE8BA3EE31F}"/>
                </a:ext>
              </a:extLst>
            </p:cNvPr>
            <p:cNvGrpSpPr/>
            <p:nvPr/>
          </p:nvGrpSpPr>
          <p:grpSpPr>
            <a:xfrm>
              <a:off x="4091031" y="1828800"/>
              <a:ext cx="3434819" cy="3397788"/>
              <a:chOff x="3369577" y="1909440"/>
              <a:chExt cx="4862814" cy="4810388"/>
            </a:xfrm>
          </p:grpSpPr>
          <p:grpSp>
            <p:nvGrpSpPr>
              <p:cNvPr id="168" name="Group 167">
                <a:extLst>
                  <a:ext uri="{FF2B5EF4-FFF2-40B4-BE49-F238E27FC236}">
                    <a16:creationId xmlns:a16="http://schemas.microsoft.com/office/drawing/2014/main" id="{0FD090FE-1AE4-4155-916F-0073374C250F}"/>
                  </a:ext>
                </a:extLst>
              </p:cNvPr>
              <p:cNvGrpSpPr/>
              <p:nvPr/>
            </p:nvGrpSpPr>
            <p:grpSpPr>
              <a:xfrm>
                <a:off x="3369577" y="1909440"/>
                <a:ext cx="1208016" cy="4810388"/>
                <a:chOff x="4770538" y="1892416"/>
                <a:chExt cx="1208016" cy="4810388"/>
              </a:xfrm>
            </p:grpSpPr>
            <p:sp>
              <p:nvSpPr>
                <p:cNvPr id="192" name="Cube 191">
                  <a:extLst>
                    <a:ext uri="{FF2B5EF4-FFF2-40B4-BE49-F238E27FC236}">
                      <a16:creationId xmlns:a16="http://schemas.microsoft.com/office/drawing/2014/main" id="{B4AF5E6C-D021-48A9-97AD-4564B1A25A81}"/>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3" name="Cube 192">
                  <a:extLst>
                    <a:ext uri="{FF2B5EF4-FFF2-40B4-BE49-F238E27FC236}">
                      <a16:creationId xmlns:a16="http://schemas.microsoft.com/office/drawing/2014/main" id="{EA5F880F-B87A-445B-B963-5CED5656B670}"/>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4" name="Cube 193">
                  <a:extLst>
                    <a:ext uri="{FF2B5EF4-FFF2-40B4-BE49-F238E27FC236}">
                      <a16:creationId xmlns:a16="http://schemas.microsoft.com/office/drawing/2014/main" id="{86C80033-EA9D-4579-BB06-A6AB41398EE5}"/>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5" name="Cube 194">
                  <a:extLst>
                    <a:ext uri="{FF2B5EF4-FFF2-40B4-BE49-F238E27FC236}">
                      <a16:creationId xmlns:a16="http://schemas.microsoft.com/office/drawing/2014/main" id="{8B12FF24-9394-493C-B14F-57DB6235D910}"/>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6" name="Cube 195">
                  <a:extLst>
                    <a:ext uri="{FF2B5EF4-FFF2-40B4-BE49-F238E27FC236}">
                      <a16:creationId xmlns:a16="http://schemas.microsoft.com/office/drawing/2014/main" id="{150D4875-DA77-4FB8-A327-909E06E6FC0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69" name="Group 168">
                <a:extLst>
                  <a:ext uri="{FF2B5EF4-FFF2-40B4-BE49-F238E27FC236}">
                    <a16:creationId xmlns:a16="http://schemas.microsoft.com/office/drawing/2014/main" id="{736A26F8-E1C8-4FEF-86FA-40E250D72DEA}"/>
                  </a:ext>
                </a:extLst>
              </p:cNvPr>
              <p:cNvGrpSpPr/>
              <p:nvPr/>
            </p:nvGrpSpPr>
            <p:grpSpPr>
              <a:xfrm>
                <a:off x="4285375" y="1909440"/>
                <a:ext cx="1208016" cy="4810388"/>
                <a:chOff x="4770538" y="1892416"/>
                <a:chExt cx="1208016" cy="4810388"/>
              </a:xfrm>
            </p:grpSpPr>
            <p:sp>
              <p:nvSpPr>
                <p:cNvPr id="187" name="Cube 186">
                  <a:extLst>
                    <a:ext uri="{FF2B5EF4-FFF2-40B4-BE49-F238E27FC236}">
                      <a16:creationId xmlns:a16="http://schemas.microsoft.com/office/drawing/2014/main" id="{C0642544-C3FC-4216-A9A1-FF551E3FBB35}"/>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8" name="Cube 187">
                  <a:extLst>
                    <a:ext uri="{FF2B5EF4-FFF2-40B4-BE49-F238E27FC236}">
                      <a16:creationId xmlns:a16="http://schemas.microsoft.com/office/drawing/2014/main" id="{4EF315A4-7DE4-4483-A0D0-CCA6ED259BC6}"/>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9" name="Cube 188">
                  <a:extLst>
                    <a:ext uri="{FF2B5EF4-FFF2-40B4-BE49-F238E27FC236}">
                      <a16:creationId xmlns:a16="http://schemas.microsoft.com/office/drawing/2014/main" id="{CCD412C0-0986-427A-B019-92ECD2F706B8}"/>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0" name="Cube 189">
                  <a:extLst>
                    <a:ext uri="{FF2B5EF4-FFF2-40B4-BE49-F238E27FC236}">
                      <a16:creationId xmlns:a16="http://schemas.microsoft.com/office/drawing/2014/main" id="{0E05C47D-31AD-4327-BF65-787F54A66FEF}"/>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1" name="Cube 190">
                  <a:extLst>
                    <a:ext uri="{FF2B5EF4-FFF2-40B4-BE49-F238E27FC236}">
                      <a16:creationId xmlns:a16="http://schemas.microsoft.com/office/drawing/2014/main" id="{B0EF4AFE-8F24-4BAA-850F-0FE49CACD09C}"/>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70" name="Group 169">
                <a:extLst>
                  <a:ext uri="{FF2B5EF4-FFF2-40B4-BE49-F238E27FC236}">
                    <a16:creationId xmlns:a16="http://schemas.microsoft.com/office/drawing/2014/main" id="{D6AA9D9F-5DE9-45D0-B7FF-36B83DFC66A5}"/>
                  </a:ext>
                </a:extLst>
              </p:cNvPr>
              <p:cNvGrpSpPr/>
              <p:nvPr/>
            </p:nvGrpSpPr>
            <p:grpSpPr>
              <a:xfrm>
                <a:off x="5201171" y="1909440"/>
                <a:ext cx="1208016" cy="4810388"/>
                <a:chOff x="4770538" y="1892416"/>
                <a:chExt cx="1208016" cy="4810388"/>
              </a:xfrm>
            </p:grpSpPr>
            <p:sp>
              <p:nvSpPr>
                <p:cNvPr id="182" name="Cube 181">
                  <a:extLst>
                    <a:ext uri="{FF2B5EF4-FFF2-40B4-BE49-F238E27FC236}">
                      <a16:creationId xmlns:a16="http://schemas.microsoft.com/office/drawing/2014/main" id="{07468F78-0A40-49BC-99A3-5CA027749F9B}"/>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3" name="Cube 182">
                  <a:extLst>
                    <a:ext uri="{FF2B5EF4-FFF2-40B4-BE49-F238E27FC236}">
                      <a16:creationId xmlns:a16="http://schemas.microsoft.com/office/drawing/2014/main" id="{AB13BF47-B419-4F83-987E-4DC0109A0E4A}"/>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4" name="Cube 183">
                  <a:extLst>
                    <a:ext uri="{FF2B5EF4-FFF2-40B4-BE49-F238E27FC236}">
                      <a16:creationId xmlns:a16="http://schemas.microsoft.com/office/drawing/2014/main" id="{AF8EBC4F-E207-4235-AE0F-D4E1FFDF90DD}"/>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5" name="Cube 184">
                  <a:extLst>
                    <a:ext uri="{FF2B5EF4-FFF2-40B4-BE49-F238E27FC236}">
                      <a16:creationId xmlns:a16="http://schemas.microsoft.com/office/drawing/2014/main" id="{6CE499FA-5D8C-4A1A-A221-09318F72EA4F}"/>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6" name="Cube 185">
                  <a:extLst>
                    <a:ext uri="{FF2B5EF4-FFF2-40B4-BE49-F238E27FC236}">
                      <a16:creationId xmlns:a16="http://schemas.microsoft.com/office/drawing/2014/main" id="{B5CB3656-1FD9-4227-955F-A4008B21202F}"/>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71" name="Group 170">
                <a:extLst>
                  <a:ext uri="{FF2B5EF4-FFF2-40B4-BE49-F238E27FC236}">
                    <a16:creationId xmlns:a16="http://schemas.microsoft.com/office/drawing/2014/main" id="{41037D85-31D0-4762-A7B1-0D5EA3880279}"/>
                  </a:ext>
                </a:extLst>
              </p:cNvPr>
              <p:cNvGrpSpPr/>
              <p:nvPr/>
            </p:nvGrpSpPr>
            <p:grpSpPr>
              <a:xfrm>
                <a:off x="6116969" y="1909440"/>
                <a:ext cx="1208016" cy="4810388"/>
                <a:chOff x="4770538" y="1892416"/>
                <a:chExt cx="1208016" cy="4810388"/>
              </a:xfrm>
            </p:grpSpPr>
            <p:sp>
              <p:nvSpPr>
                <p:cNvPr id="177" name="Cube 176">
                  <a:extLst>
                    <a:ext uri="{FF2B5EF4-FFF2-40B4-BE49-F238E27FC236}">
                      <a16:creationId xmlns:a16="http://schemas.microsoft.com/office/drawing/2014/main" id="{AB812C6C-85B7-4C07-91BA-33AD630821A4}"/>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8" name="Cube 177">
                  <a:extLst>
                    <a:ext uri="{FF2B5EF4-FFF2-40B4-BE49-F238E27FC236}">
                      <a16:creationId xmlns:a16="http://schemas.microsoft.com/office/drawing/2014/main" id="{3CA2468C-71A1-49AD-8F58-5B3563CFFDD3}"/>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9" name="Cube 178">
                  <a:extLst>
                    <a:ext uri="{FF2B5EF4-FFF2-40B4-BE49-F238E27FC236}">
                      <a16:creationId xmlns:a16="http://schemas.microsoft.com/office/drawing/2014/main" id="{0873EFC5-261D-4E6F-8FB4-555FB300BBB9}"/>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0" name="Cube 179">
                  <a:extLst>
                    <a:ext uri="{FF2B5EF4-FFF2-40B4-BE49-F238E27FC236}">
                      <a16:creationId xmlns:a16="http://schemas.microsoft.com/office/drawing/2014/main" id="{1A0EAFAD-8700-42EF-8268-91B321BB1A43}"/>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1" name="Cube 180">
                  <a:extLst>
                    <a:ext uri="{FF2B5EF4-FFF2-40B4-BE49-F238E27FC236}">
                      <a16:creationId xmlns:a16="http://schemas.microsoft.com/office/drawing/2014/main" id="{1CD0F029-E3DF-4414-BB0F-D8EBC9AF70CC}"/>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72" name="Cube 171">
                <a:extLst>
                  <a:ext uri="{FF2B5EF4-FFF2-40B4-BE49-F238E27FC236}">
                    <a16:creationId xmlns:a16="http://schemas.microsoft.com/office/drawing/2014/main" id="{0789F07E-E298-45F3-BC58-C02CB4F1D9D7}"/>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3" name="Cube 172">
                <a:extLst>
                  <a:ext uri="{FF2B5EF4-FFF2-40B4-BE49-F238E27FC236}">
                    <a16:creationId xmlns:a16="http://schemas.microsoft.com/office/drawing/2014/main" id="{0A7EEA5D-56E1-4FC6-9DB9-DDC07F598174}"/>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4" name="Cube 173">
                <a:extLst>
                  <a:ext uri="{FF2B5EF4-FFF2-40B4-BE49-F238E27FC236}">
                    <a16:creationId xmlns:a16="http://schemas.microsoft.com/office/drawing/2014/main" id="{4D5A4A98-F9E6-4F2B-BB71-AD9BC12F7169}"/>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5" name="Cube 174">
                <a:extLst>
                  <a:ext uri="{FF2B5EF4-FFF2-40B4-BE49-F238E27FC236}">
                    <a16:creationId xmlns:a16="http://schemas.microsoft.com/office/drawing/2014/main" id="{6EC6ADF9-BAEC-4C5F-8878-3F848347FB2E}"/>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6" name="Cube 175">
                <a:extLst>
                  <a:ext uri="{FF2B5EF4-FFF2-40B4-BE49-F238E27FC236}">
                    <a16:creationId xmlns:a16="http://schemas.microsoft.com/office/drawing/2014/main" id="{FEEE6E50-47F6-4AB8-8BE4-7BEB43D3E9EB}"/>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8" name="Group 47">
              <a:extLst>
                <a:ext uri="{FF2B5EF4-FFF2-40B4-BE49-F238E27FC236}">
                  <a16:creationId xmlns:a16="http://schemas.microsoft.com/office/drawing/2014/main" id="{FA369AEB-4F76-4572-846E-F536D00B1D2E}"/>
                </a:ext>
              </a:extLst>
            </p:cNvPr>
            <p:cNvGrpSpPr/>
            <p:nvPr/>
          </p:nvGrpSpPr>
          <p:grpSpPr>
            <a:xfrm>
              <a:off x="3882152" y="2035452"/>
              <a:ext cx="3434819" cy="3397788"/>
              <a:chOff x="3369577" y="1909440"/>
              <a:chExt cx="4862814" cy="4810388"/>
            </a:xfrm>
          </p:grpSpPr>
          <p:grpSp>
            <p:nvGrpSpPr>
              <p:cNvPr id="139" name="Group 138">
                <a:extLst>
                  <a:ext uri="{FF2B5EF4-FFF2-40B4-BE49-F238E27FC236}">
                    <a16:creationId xmlns:a16="http://schemas.microsoft.com/office/drawing/2014/main" id="{A7FEB569-0892-4537-8BDB-B10E59092F54}"/>
                  </a:ext>
                </a:extLst>
              </p:cNvPr>
              <p:cNvGrpSpPr/>
              <p:nvPr/>
            </p:nvGrpSpPr>
            <p:grpSpPr>
              <a:xfrm>
                <a:off x="3369577" y="1909440"/>
                <a:ext cx="1208016" cy="4810388"/>
                <a:chOff x="4770538" y="1892416"/>
                <a:chExt cx="1208016" cy="4810388"/>
              </a:xfrm>
            </p:grpSpPr>
            <p:sp>
              <p:nvSpPr>
                <p:cNvPr id="163" name="Cube 162">
                  <a:extLst>
                    <a:ext uri="{FF2B5EF4-FFF2-40B4-BE49-F238E27FC236}">
                      <a16:creationId xmlns:a16="http://schemas.microsoft.com/office/drawing/2014/main" id="{09830E15-7811-43BB-BD31-C3C8AE554152}"/>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4" name="Cube 163">
                  <a:extLst>
                    <a:ext uri="{FF2B5EF4-FFF2-40B4-BE49-F238E27FC236}">
                      <a16:creationId xmlns:a16="http://schemas.microsoft.com/office/drawing/2014/main" id="{554D5495-DA6D-4661-B3AD-ACA66A5FC397}"/>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5" name="Cube 164">
                  <a:extLst>
                    <a:ext uri="{FF2B5EF4-FFF2-40B4-BE49-F238E27FC236}">
                      <a16:creationId xmlns:a16="http://schemas.microsoft.com/office/drawing/2014/main" id="{F9EC1610-85F9-4919-B82C-A538FE690D14}"/>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6" name="Cube 165">
                  <a:extLst>
                    <a:ext uri="{FF2B5EF4-FFF2-40B4-BE49-F238E27FC236}">
                      <a16:creationId xmlns:a16="http://schemas.microsoft.com/office/drawing/2014/main" id="{C7F6C8A1-A99B-49FF-ADA4-20A133E41989}"/>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7" name="Cube 166">
                  <a:extLst>
                    <a:ext uri="{FF2B5EF4-FFF2-40B4-BE49-F238E27FC236}">
                      <a16:creationId xmlns:a16="http://schemas.microsoft.com/office/drawing/2014/main" id="{4CD51D34-C9A3-43FD-B73B-0D164AB83667}"/>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40" name="Group 139">
                <a:extLst>
                  <a:ext uri="{FF2B5EF4-FFF2-40B4-BE49-F238E27FC236}">
                    <a16:creationId xmlns:a16="http://schemas.microsoft.com/office/drawing/2014/main" id="{7302FD6E-9D6D-4D47-A2C8-2DCF95A63CBF}"/>
                  </a:ext>
                </a:extLst>
              </p:cNvPr>
              <p:cNvGrpSpPr/>
              <p:nvPr/>
            </p:nvGrpSpPr>
            <p:grpSpPr>
              <a:xfrm>
                <a:off x="4285375" y="1909440"/>
                <a:ext cx="1208016" cy="4810388"/>
                <a:chOff x="4770538" y="1892416"/>
                <a:chExt cx="1208016" cy="4810388"/>
              </a:xfrm>
            </p:grpSpPr>
            <p:sp>
              <p:nvSpPr>
                <p:cNvPr id="158" name="Cube 157">
                  <a:extLst>
                    <a:ext uri="{FF2B5EF4-FFF2-40B4-BE49-F238E27FC236}">
                      <a16:creationId xmlns:a16="http://schemas.microsoft.com/office/drawing/2014/main" id="{A85491AC-A6C0-4F99-9DDA-7B69675BA6D1}"/>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9" name="Cube 158">
                  <a:extLst>
                    <a:ext uri="{FF2B5EF4-FFF2-40B4-BE49-F238E27FC236}">
                      <a16:creationId xmlns:a16="http://schemas.microsoft.com/office/drawing/2014/main" id="{09BDF07D-5827-472E-BE5F-4D443B0FA4C3}"/>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0" name="Cube 159">
                  <a:extLst>
                    <a:ext uri="{FF2B5EF4-FFF2-40B4-BE49-F238E27FC236}">
                      <a16:creationId xmlns:a16="http://schemas.microsoft.com/office/drawing/2014/main" id="{4E5A8B66-F60B-459D-8DFF-E94CE967FA0E}"/>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1" name="Cube 160">
                  <a:extLst>
                    <a:ext uri="{FF2B5EF4-FFF2-40B4-BE49-F238E27FC236}">
                      <a16:creationId xmlns:a16="http://schemas.microsoft.com/office/drawing/2014/main" id="{040973C8-61D1-4FF6-A874-BF4DB55E2D80}"/>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2" name="Cube 161">
                  <a:extLst>
                    <a:ext uri="{FF2B5EF4-FFF2-40B4-BE49-F238E27FC236}">
                      <a16:creationId xmlns:a16="http://schemas.microsoft.com/office/drawing/2014/main" id="{C17246C2-197D-40F5-9EE0-53015C8036AF}"/>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41" name="Group 140">
                <a:extLst>
                  <a:ext uri="{FF2B5EF4-FFF2-40B4-BE49-F238E27FC236}">
                    <a16:creationId xmlns:a16="http://schemas.microsoft.com/office/drawing/2014/main" id="{678EFBE9-767B-4BDF-8593-08CB146DF918}"/>
                  </a:ext>
                </a:extLst>
              </p:cNvPr>
              <p:cNvGrpSpPr/>
              <p:nvPr/>
            </p:nvGrpSpPr>
            <p:grpSpPr>
              <a:xfrm>
                <a:off x="5201171" y="1909440"/>
                <a:ext cx="1208016" cy="4810388"/>
                <a:chOff x="4770538" y="1892416"/>
                <a:chExt cx="1208016" cy="4810388"/>
              </a:xfrm>
            </p:grpSpPr>
            <p:sp>
              <p:nvSpPr>
                <p:cNvPr id="153" name="Cube 152">
                  <a:extLst>
                    <a:ext uri="{FF2B5EF4-FFF2-40B4-BE49-F238E27FC236}">
                      <a16:creationId xmlns:a16="http://schemas.microsoft.com/office/drawing/2014/main" id="{BD6F9419-1D05-4E77-B154-211DD4A2FCC8}"/>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4" name="Cube 153">
                  <a:extLst>
                    <a:ext uri="{FF2B5EF4-FFF2-40B4-BE49-F238E27FC236}">
                      <a16:creationId xmlns:a16="http://schemas.microsoft.com/office/drawing/2014/main" id="{339887B5-E62B-499F-B282-C56C4979205A}"/>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5" name="Cube 154">
                  <a:extLst>
                    <a:ext uri="{FF2B5EF4-FFF2-40B4-BE49-F238E27FC236}">
                      <a16:creationId xmlns:a16="http://schemas.microsoft.com/office/drawing/2014/main" id="{4BA1F00B-6CAD-4BE6-A925-FA989981576A}"/>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6" name="Cube 155">
                  <a:extLst>
                    <a:ext uri="{FF2B5EF4-FFF2-40B4-BE49-F238E27FC236}">
                      <a16:creationId xmlns:a16="http://schemas.microsoft.com/office/drawing/2014/main" id="{9EF2C496-F1E1-4A98-A01B-F24499506275}"/>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7" name="Cube 156">
                  <a:extLst>
                    <a:ext uri="{FF2B5EF4-FFF2-40B4-BE49-F238E27FC236}">
                      <a16:creationId xmlns:a16="http://schemas.microsoft.com/office/drawing/2014/main" id="{D4C52977-3EDA-43DD-BBEC-3556459E895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42" name="Group 141">
                <a:extLst>
                  <a:ext uri="{FF2B5EF4-FFF2-40B4-BE49-F238E27FC236}">
                    <a16:creationId xmlns:a16="http://schemas.microsoft.com/office/drawing/2014/main" id="{3E5DA6CA-1A31-4C3F-B0BD-5BE9DF09D748}"/>
                  </a:ext>
                </a:extLst>
              </p:cNvPr>
              <p:cNvGrpSpPr/>
              <p:nvPr/>
            </p:nvGrpSpPr>
            <p:grpSpPr>
              <a:xfrm>
                <a:off x="6116969" y="1909440"/>
                <a:ext cx="1208016" cy="4810388"/>
                <a:chOff x="4770538" y="1892416"/>
                <a:chExt cx="1208016" cy="4810388"/>
              </a:xfrm>
            </p:grpSpPr>
            <p:sp>
              <p:nvSpPr>
                <p:cNvPr id="148" name="Cube 147">
                  <a:extLst>
                    <a:ext uri="{FF2B5EF4-FFF2-40B4-BE49-F238E27FC236}">
                      <a16:creationId xmlns:a16="http://schemas.microsoft.com/office/drawing/2014/main" id="{2BE47184-9922-426B-A822-116D60C7DF41}"/>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9" name="Cube 148">
                  <a:extLst>
                    <a:ext uri="{FF2B5EF4-FFF2-40B4-BE49-F238E27FC236}">
                      <a16:creationId xmlns:a16="http://schemas.microsoft.com/office/drawing/2014/main" id="{583E3D91-34F8-44F0-B6FE-F5CFCCF5839E}"/>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0" name="Cube 149">
                  <a:extLst>
                    <a:ext uri="{FF2B5EF4-FFF2-40B4-BE49-F238E27FC236}">
                      <a16:creationId xmlns:a16="http://schemas.microsoft.com/office/drawing/2014/main" id="{848E312A-1839-4E78-86EE-53A22AEDB21E}"/>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1" name="Cube 150">
                  <a:extLst>
                    <a:ext uri="{FF2B5EF4-FFF2-40B4-BE49-F238E27FC236}">
                      <a16:creationId xmlns:a16="http://schemas.microsoft.com/office/drawing/2014/main" id="{5AB7F576-F671-4EBE-BEFA-1A313A232BBA}"/>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2" name="Cube 151">
                  <a:extLst>
                    <a:ext uri="{FF2B5EF4-FFF2-40B4-BE49-F238E27FC236}">
                      <a16:creationId xmlns:a16="http://schemas.microsoft.com/office/drawing/2014/main" id="{63843F2A-DF7F-4C27-9767-C302BA0B6B21}"/>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43" name="Cube 142">
                <a:extLst>
                  <a:ext uri="{FF2B5EF4-FFF2-40B4-BE49-F238E27FC236}">
                    <a16:creationId xmlns:a16="http://schemas.microsoft.com/office/drawing/2014/main" id="{E1619FF6-8889-40A9-848F-7F489522024E}"/>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4" name="Cube 143">
                <a:extLst>
                  <a:ext uri="{FF2B5EF4-FFF2-40B4-BE49-F238E27FC236}">
                    <a16:creationId xmlns:a16="http://schemas.microsoft.com/office/drawing/2014/main" id="{16025A7F-7D7A-46AE-9EA3-FB113449FE93}"/>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5" name="Cube 144">
                <a:extLst>
                  <a:ext uri="{FF2B5EF4-FFF2-40B4-BE49-F238E27FC236}">
                    <a16:creationId xmlns:a16="http://schemas.microsoft.com/office/drawing/2014/main" id="{1BFA756C-A8F6-4BF1-A635-EC39FC27EC7C}"/>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6" name="Cube 145">
                <a:extLst>
                  <a:ext uri="{FF2B5EF4-FFF2-40B4-BE49-F238E27FC236}">
                    <a16:creationId xmlns:a16="http://schemas.microsoft.com/office/drawing/2014/main" id="{691C5D7F-DCEB-44F5-B9A5-C2A687D59D88}"/>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7" name="Cube 146">
                <a:extLst>
                  <a:ext uri="{FF2B5EF4-FFF2-40B4-BE49-F238E27FC236}">
                    <a16:creationId xmlns:a16="http://schemas.microsoft.com/office/drawing/2014/main" id="{039C38B8-5973-4E8E-90BA-9D20E35DE613}"/>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9" name="Group 48">
              <a:extLst>
                <a:ext uri="{FF2B5EF4-FFF2-40B4-BE49-F238E27FC236}">
                  <a16:creationId xmlns:a16="http://schemas.microsoft.com/office/drawing/2014/main" id="{598873AB-C2C9-40EE-B0A7-1CFAA092274C}"/>
                </a:ext>
              </a:extLst>
            </p:cNvPr>
            <p:cNvGrpSpPr/>
            <p:nvPr/>
          </p:nvGrpSpPr>
          <p:grpSpPr>
            <a:xfrm>
              <a:off x="3667356" y="2247784"/>
              <a:ext cx="3434819" cy="3397788"/>
              <a:chOff x="3369577" y="1909440"/>
              <a:chExt cx="4862814" cy="4810388"/>
            </a:xfrm>
          </p:grpSpPr>
          <p:grpSp>
            <p:nvGrpSpPr>
              <p:cNvPr id="110" name="Group 109">
                <a:extLst>
                  <a:ext uri="{FF2B5EF4-FFF2-40B4-BE49-F238E27FC236}">
                    <a16:creationId xmlns:a16="http://schemas.microsoft.com/office/drawing/2014/main" id="{DFDB4DAF-7475-4FCF-850B-4382B5AF9096}"/>
                  </a:ext>
                </a:extLst>
              </p:cNvPr>
              <p:cNvGrpSpPr/>
              <p:nvPr/>
            </p:nvGrpSpPr>
            <p:grpSpPr>
              <a:xfrm>
                <a:off x="3369577" y="1909440"/>
                <a:ext cx="1208016" cy="4810388"/>
                <a:chOff x="4770538" y="1892416"/>
                <a:chExt cx="1208016" cy="4810388"/>
              </a:xfrm>
            </p:grpSpPr>
            <p:sp>
              <p:nvSpPr>
                <p:cNvPr id="134" name="Cube 133">
                  <a:extLst>
                    <a:ext uri="{FF2B5EF4-FFF2-40B4-BE49-F238E27FC236}">
                      <a16:creationId xmlns:a16="http://schemas.microsoft.com/office/drawing/2014/main" id="{C71E9711-5200-4621-AADE-C4345F044629}"/>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5" name="Cube 134">
                  <a:extLst>
                    <a:ext uri="{FF2B5EF4-FFF2-40B4-BE49-F238E27FC236}">
                      <a16:creationId xmlns:a16="http://schemas.microsoft.com/office/drawing/2014/main" id="{840D0197-8DDD-41BB-8494-69E0E8A4A6B6}"/>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6" name="Cube 135">
                  <a:extLst>
                    <a:ext uri="{FF2B5EF4-FFF2-40B4-BE49-F238E27FC236}">
                      <a16:creationId xmlns:a16="http://schemas.microsoft.com/office/drawing/2014/main" id="{82B167B4-CE72-4B2B-803E-5975F10DA18D}"/>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7" name="Cube 136">
                  <a:extLst>
                    <a:ext uri="{FF2B5EF4-FFF2-40B4-BE49-F238E27FC236}">
                      <a16:creationId xmlns:a16="http://schemas.microsoft.com/office/drawing/2014/main" id="{29D34937-C8F9-4593-8C2F-BFAA9F324319}"/>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8" name="Cube 137">
                  <a:extLst>
                    <a:ext uri="{FF2B5EF4-FFF2-40B4-BE49-F238E27FC236}">
                      <a16:creationId xmlns:a16="http://schemas.microsoft.com/office/drawing/2014/main" id="{BAA545D8-EF33-4030-9D99-E38B766C085F}"/>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11" name="Group 110">
                <a:extLst>
                  <a:ext uri="{FF2B5EF4-FFF2-40B4-BE49-F238E27FC236}">
                    <a16:creationId xmlns:a16="http://schemas.microsoft.com/office/drawing/2014/main" id="{94E2CBEF-67AD-475E-BD5B-EF0BDC496DEE}"/>
                  </a:ext>
                </a:extLst>
              </p:cNvPr>
              <p:cNvGrpSpPr/>
              <p:nvPr/>
            </p:nvGrpSpPr>
            <p:grpSpPr>
              <a:xfrm>
                <a:off x="4285375" y="1909440"/>
                <a:ext cx="1208016" cy="4810388"/>
                <a:chOff x="4770538" y="1892416"/>
                <a:chExt cx="1208016" cy="4810388"/>
              </a:xfrm>
            </p:grpSpPr>
            <p:sp>
              <p:nvSpPr>
                <p:cNvPr id="129" name="Cube 128">
                  <a:extLst>
                    <a:ext uri="{FF2B5EF4-FFF2-40B4-BE49-F238E27FC236}">
                      <a16:creationId xmlns:a16="http://schemas.microsoft.com/office/drawing/2014/main" id="{66B9CC85-A25B-4E0A-B08C-015405F4FB64}"/>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0" name="Cube 129">
                  <a:extLst>
                    <a:ext uri="{FF2B5EF4-FFF2-40B4-BE49-F238E27FC236}">
                      <a16:creationId xmlns:a16="http://schemas.microsoft.com/office/drawing/2014/main" id="{7317DC4E-C44D-4DC4-9F3E-0D7DC7CE8714}"/>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1" name="Cube 130">
                  <a:extLst>
                    <a:ext uri="{FF2B5EF4-FFF2-40B4-BE49-F238E27FC236}">
                      <a16:creationId xmlns:a16="http://schemas.microsoft.com/office/drawing/2014/main" id="{89F9CA8A-CCA9-4E67-94FF-8493B5798621}"/>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2" name="Cube 131">
                  <a:extLst>
                    <a:ext uri="{FF2B5EF4-FFF2-40B4-BE49-F238E27FC236}">
                      <a16:creationId xmlns:a16="http://schemas.microsoft.com/office/drawing/2014/main" id="{E5BA3BAB-DC4C-41EB-A5F5-A56FE57C895A}"/>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3" name="Cube 132">
                  <a:extLst>
                    <a:ext uri="{FF2B5EF4-FFF2-40B4-BE49-F238E27FC236}">
                      <a16:creationId xmlns:a16="http://schemas.microsoft.com/office/drawing/2014/main" id="{DEC738E7-39BD-42DE-838A-B218555BDC61}"/>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12" name="Group 111">
                <a:extLst>
                  <a:ext uri="{FF2B5EF4-FFF2-40B4-BE49-F238E27FC236}">
                    <a16:creationId xmlns:a16="http://schemas.microsoft.com/office/drawing/2014/main" id="{905795D6-E138-42F2-8983-2F2188BEE109}"/>
                  </a:ext>
                </a:extLst>
              </p:cNvPr>
              <p:cNvGrpSpPr/>
              <p:nvPr/>
            </p:nvGrpSpPr>
            <p:grpSpPr>
              <a:xfrm>
                <a:off x="5201171" y="1909440"/>
                <a:ext cx="1208016" cy="4810388"/>
                <a:chOff x="4770538" y="1892416"/>
                <a:chExt cx="1208016" cy="4810388"/>
              </a:xfrm>
            </p:grpSpPr>
            <p:sp>
              <p:nvSpPr>
                <p:cNvPr id="124" name="Cube 123">
                  <a:extLst>
                    <a:ext uri="{FF2B5EF4-FFF2-40B4-BE49-F238E27FC236}">
                      <a16:creationId xmlns:a16="http://schemas.microsoft.com/office/drawing/2014/main" id="{F9BA68C1-06F8-4DB1-A29F-153B054542DA}"/>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5" name="Cube 124">
                  <a:extLst>
                    <a:ext uri="{FF2B5EF4-FFF2-40B4-BE49-F238E27FC236}">
                      <a16:creationId xmlns:a16="http://schemas.microsoft.com/office/drawing/2014/main" id="{27A53D90-06B3-471E-B8F8-C1A13314822B}"/>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6" name="Cube 125">
                  <a:extLst>
                    <a:ext uri="{FF2B5EF4-FFF2-40B4-BE49-F238E27FC236}">
                      <a16:creationId xmlns:a16="http://schemas.microsoft.com/office/drawing/2014/main" id="{04EDB46E-29DD-400A-8C9C-530B90719E1A}"/>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7" name="Cube 126">
                  <a:extLst>
                    <a:ext uri="{FF2B5EF4-FFF2-40B4-BE49-F238E27FC236}">
                      <a16:creationId xmlns:a16="http://schemas.microsoft.com/office/drawing/2014/main" id="{2913FA27-D962-463B-B0A2-7303D694FF9B}"/>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8" name="Cube 127">
                  <a:extLst>
                    <a:ext uri="{FF2B5EF4-FFF2-40B4-BE49-F238E27FC236}">
                      <a16:creationId xmlns:a16="http://schemas.microsoft.com/office/drawing/2014/main" id="{30F659D8-0F63-4001-97AC-DD86FD745133}"/>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13" name="Group 112">
                <a:extLst>
                  <a:ext uri="{FF2B5EF4-FFF2-40B4-BE49-F238E27FC236}">
                    <a16:creationId xmlns:a16="http://schemas.microsoft.com/office/drawing/2014/main" id="{C999C8DB-869F-4077-97B7-DF05DF1E0D7F}"/>
                  </a:ext>
                </a:extLst>
              </p:cNvPr>
              <p:cNvGrpSpPr/>
              <p:nvPr/>
            </p:nvGrpSpPr>
            <p:grpSpPr>
              <a:xfrm>
                <a:off x="6116969" y="1909440"/>
                <a:ext cx="1208016" cy="4810388"/>
                <a:chOff x="4770538" y="1892416"/>
                <a:chExt cx="1208016" cy="4810388"/>
              </a:xfrm>
            </p:grpSpPr>
            <p:sp>
              <p:nvSpPr>
                <p:cNvPr id="119" name="Cube 118">
                  <a:extLst>
                    <a:ext uri="{FF2B5EF4-FFF2-40B4-BE49-F238E27FC236}">
                      <a16:creationId xmlns:a16="http://schemas.microsoft.com/office/drawing/2014/main" id="{9B55D2A7-3082-4F68-B490-580E725AA61E}"/>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0" name="Cube 119">
                  <a:extLst>
                    <a:ext uri="{FF2B5EF4-FFF2-40B4-BE49-F238E27FC236}">
                      <a16:creationId xmlns:a16="http://schemas.microsoft.com/office/drawing/2014/main" id="{AD7C11A0-1EA0-4FF2-94A2-7E4B576741D9}"/>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1" name="Cube 120">
                  <a:extLst>
                    <a:ext uri="{FF2B5EF4-FFF2-40B4-BE49-F238E27FC236}">
                      <a16:creationId xmlns:a16="http://schemas.microsoft.com/office/drawing/2014/main" id="{87E93E0C-CF57-4DB7-8056-D43A30BBE525}"/>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2" name="Cube 121">
                  <a:extLst>
                    <a:ext uri="{FF2B5EF4-FFF2-40B4-BE49-F238E27FC236}">
                      <a16:creationId xmlns:a16="http://schemas.microsoft.com/office/drawing/2014/main" id="{8C1AEAA5-CE31-40FA-B929-AF262BB4165E}"/>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3" name="Cube 122">
                  <a:extLst>
                    <a:ext uri="{FF2B5EF4-FFF2-40B4-BE49-F238E27FC236}">
                      <a16:creationId xmlns:a16="http://schemas.microsoft.com/office/drawing/2014/main" id="{A90D70F7-B2F9-4EAD-810E-DB1439B5A9BB}"/>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14" name="Cube 113">
                <a:extLst>
                  <a:ext uri="{FF2B5EF4-FFF2-40B4-BE49-F238E27FC236}">
                    <a16:creationId xmlns:a16="http://schemas.microsoft.com/office/drawing/2014/main" id="{0FAFA41A-2022-4146-B4E4-BFB149680A7F}"/>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5" name="Cube 114">
                <a:extLst>
                  <a:ext uri="{FF2B5EF4-FFF2-40B4-BE49-F238E27FC236}">
                    <a16:creationId xmlns:a16="http://schemas.microsoft.com/office/drawing/2014/main" id="{55E333AC-98DB-4AAD-B602-082D60A1A9F8}"/>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6" name="Cube 115">
                <a:extLst>
                  <a:ext uri="{FF2B5EF4-FFF2-40B4-BE49-F238E27FC236}">
                    <a16:creationId xmlns:a16="http://schemas.microsoft.com/office/drawing/2014/main" id="{0D6C8704-738F-4203-8CC6-94D8FC60AA3E}"/>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7" name="Cube 116">
                <a:extLst>
                  <a:ext uri="{FF2B5EF4-FFF2-40B4-BE49-F238E27FC236}">
                    <a16:creationId xmlns:a16="http://schemas.microsoft.com/office/drawing/2014/main" id="{42C684F1-F416-4A06-87D3-4AAC4B347D80}"/>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8" name="Cube 117">
                <a:extLst>
                  <a:ext uri="{FF2B5EF4-FFF2-40B4-BE49-F238E27FC236}">
                    <a16:creationId xmlns:a16="http://schemas.microsoft.com/office/drawing/2014/main" id="{B82228FA-096C-4163-A4C0-49C78FA5FBE7}"/>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50" name="Group 49">
              <a:extLst>
                <a:ext uri="{FF2B5EF4-FFF2-40B4-BE49-F238E27FC236}">
                  <a16:creationId xmlns:a16="http://schemas.microsoft.com/office/drawing/2014/main" id="{CE03C6D9-FA12-46F2-AC9E-07B5E9E47E47}"/>
                </a:ext>
              </a:extLst>
            </p:cNvPr>
            <p:cNvGrpSpPr/>
            <p:nvPr/>
          </p:nvGrpSpPr>
          <p:grpSpPr>
            <a:xfrm>
              <a:off x="3458477" y="2454436"/>
              <a:ext cx="3434819" cy="3397788"/>
              <a:chOff x="3369577" y="1909440"/>
              <a:chExt cx="4862814" cy="4810388"/>
            </a:xfrm>
          </p:grpSpPr>
          <p:grpSp>
            <p:nvGrpSpPr>
              <p:cNvPr id="81" name="Group 80">
                <a:extLst>
                  <a:ext uri="{FF2B5EF4-FFF2-40B4-BE49-F238E27FC236}">
                    <a16:creationId xmlns:a16="http://schemas.microsoft.com/office/drawing/2014/main" id="{43776ED0-7C0A-4397-8E47-E0C65E0D7258}"/>
                  </a:ext>
                </a:extLst>
              </p:cNvPr>
              <p:cNvGrpSpPr/>
              <p:nvPr/>
            </p:nvGrpSpPr>
            <p:grpSpPr>
              <a:xfrm>
                <a:off x="3369577" y="1909440"/>
                <a:ext cx="1208016" cy="4810388"/>
                <a:chOff x="4770538" y="1892416"/>
                <a:chExt cx="1208016" cy="4810388"/>
              </a:xfrm>
            </p:grpSpPr>
            <p:sp>
              <p:nvSpPr>
                <p:cNvPr id="105" name="Cube 104">
                  <a:extLst>
                    <a:ext uri="{FF2B5EF4-FFF2-40B4-BE49-F238E27FC236}">
                      <a16:creationId xmlns:a16="http://schemas.microsoft.com/office/drawing/2014/main" id="{35B43905-C81B-43E1-836E-6ABC0182F1A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6" name="Cube 105">
                  <a:extLst>
                    <a:ext uri="{FF2B5EF4-FFF2-40B4-BE49-F238E27FC236}">
                      <a16:creationId xmlns:a16="http://schemas.microsoft.com/office/drawing/2014/main" id="{766B33B0-1B35-4060-B7A8-655F44E123C6}"/>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7" name="Cube 106">
                  <a:extLst>
                    <a:ext uri="{FF2B5EF4-FFF2-40B4-BE49-F238E27FC236}">
                      <a16:creationId xmlns:a16="http://schemas.microsoft.com/office/drawing/2014/main" id="{0AF94353-2FF5-43E3-8EC7-C46901AC6A9C}"/>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8" name="Cube 107">
                  <a:extLst>
                    <a:ext uri="{FF2B5EF4-FFF2-40B4-BE49-F238E27FC236}">
                      <a16:creationId xmlns:a16="http://schemas.microsoft.com/office/drawing/2014/main" id="{1B32AAB7-4086-4320-8534-ABAA3E4DBE6B}"/>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9" name="Cube 108">
                  <a:extLst>
                    <a:ext uri="{FF2B5EF4-FFF2-40B4-BE49-F238E27FC236}">
                      <a16:creationId xmlns:a16="http://schemas.microsoft.com/office/drawing/2014/main" id="{4DE9D19C-77E7-45A8-9B65-06515A6345C0}"/>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2" name="Group 81">
                <a:extLst>
                  <a:ext uri="{FF2B5EF4-FFF2-40B4-BE49-F238E27FC236}">
                    <a16:creationId xmlns:a16="http://schemas.microsoft.com/office/drawing/2014/main" id="{ABAA6196-0949-4294-86AE-61CFCF1DA220}"/>
                  </a:ext>
                </a:extLst>
              </p:cNvPr>
              <p:cNvGrpSpPr/>
              <p:nvPr/>
            </p:nvGrpSpPr>
            <p:grpSpPr>
              <a:xfrm>
                <a:off x="4285375" y="1909440"/>
                <a:ext cx="1208016" cy="4810388"/>
                <a:chOff x="4770538" y="1892416"/>
                <a:chExt cx="1208016" cy="4810388"/>
              </a:xfrm>
            </p:grpSpPr>
            <p:sp>
              <p:nvSpPr>
                <p:cNvPr id="100" name="Cube 99">
                  <a:extLst>
                    <a:ext uri="{FF2B5EF4-FFF2-40B4-BE49-F238E27FC236}">
                      <a16:creationId xmlns:a16="http://schemas.microsoft.com/office/drawing/2014/main" id="{20B2993C-48C8-451E-B6F4-96CC94E9156B}"/>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1" name="Cube 100">
                  <a:extLst>
                    <a:ext uri="{FF2B5EF4-FFF2-40B4-BE49-F238E27FC236}">
                      <a16:creationId xmlns:a16="http://schemas.microsoft.com/office/drawing/2014/main" id="{C22B25AA-E466-4C61-9F6B-5E649AA34576}"/>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2" name="Cube 101">
                  <a:extLst>
                    <a:ext uri="{FF2B5EF4-FFF2-40B4-BE49-F238E27FC236}">
                      <a16:creationId xmlns:a16="http://schemas.microsoft.com/office/drawing/2014/main" id="{3355D26C-7F99-4251-AF32-085DA4556E84}"/>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3" name="Cube 102">
                  <a:extLst>
                    <a:ext uri="{FF2B5EF4-FFF2-40B4-BE49-F238E27FC236}">
                      <a16:creationId xmlns:a16="http://schemas.microsoft.com/office/drawing/2014/main" id="{C0215D0C-48F3-4850-B0F8-C0F3AAAC4376}"/>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4" name="Cube 103">
                  <a:extLst>
                    <a:ext uri="{FF2B5EF4-FFF2-40B4-BE49-F238E27FC236}">
                      <a16:creationId xmlns:a16="http://schemas.microsoft.com/office/drawing/2014/main" id="{F07ABAC1-56A8-439D-AB27-75568C48692B}"/>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3" name="Group 82">
                <a:extLst>
                  <a:ext uri="{FF2B5EF4-FFF2-40B4-BE49-F238E27FC236}">
                    <a16:creationId xmlns:a16="http://schemas.microsoft.com/office/drawing/2014/main" id="{20553D21-9D00-4CEE-A298-8F59AA61F769}"/>
                  </a:ext>
                </a:extLst>
              </p:cNvPr>
              <p:cNvGrpSpPr/>
              <p:nvPr/>
            </p:nvGrpSpPr>
            <p:grpSpPr>
              <a:xfrm>
                <a:off x="5201171" y="1909440"/>
                <a:ext cx="1208016" cy="4810388"/>
                <a:chOff x="4770538" y="1892416"/>
                <a:chExt cx="1208016" cy="4810388"/>
              </a:xfrm>
            </p:grpSpPr>
            <p:sp>
              <p:nvSpPr>
                <p:cNvPr id="95" name="Cube 94">
                  <a:extLst>
                    <a:ext uri="{FF2B5EF4-FFF2-40B4-BE49-F238E27FC236}">
                      <a16:creationId xmlns:a16="http://schemas.microsoft.com/office/drawing/2014/main" id="{A4F3ED72-68EC-4AB9-85EF-DC581899DC7E}"/>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6" name="Cube 95">
                  <a:extLst>
                    <a:ext uri="{FF2B5EF4-FFF2-40B4-BE49-F238E27FC236}">
                      <a16:creationId xmlns:a16="http://schemas.microsoft.com/office/drawing/2014/main" id="{78DC834C-BED3-49C1-BEEC-F9ED596A750A}"/>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7" name="Cube 96">
                  <a:extLst>
                    <a:ext uri="{FF2B5EF4-FFF2-40B4-BE49-F238E27FC236}">
                      <a16:creationId xmlns:a16="http://schemas.microsoft.com/office/drawing/2014/main" id="{6C151AB4-4255-435D-A308-EBEF24C6074F}"/>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8" name="Cube 97">
                  <a:extLst>
                    <a:ext uri="{FF2B5EF4-FFF2-40B4-BE49-F238E27FC236}">
                      <a16:creationId xmlns:a16="http://schemas.microsoft.com/office/drawing/2014/main" id="{D918AF37-28A3-446C-8F4A-AF0CB1C14B0A}"/>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Cube 98">
                  <a:extLst>
                    <a:ext uri="{FF2B5EF4-FFF2-40B4-BE49-F238E27FC236}">
                      <a16:creationId xmlns:a16="http://schemas.microsoft.com/office/drawing/2014/main" id="{6FB00493-56AF-4E18-B9D0-23DF7DB5160E}"/>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4" name="Group 83">
                <a:extLst>
                  <a:ext uri="{FF2B5EF4-FFF2-40B4-BE49-F238E27FC236}">
                    <a16:creationId xmlns:a16="http://schemas.microsoft.com/office/drawing/2014/main" id="{00F3BA03-3F7F-4E6F-BD56-ECCC720AE198}"/>
                  </a:ext>
                </a:extLst>
              </p:cNvPr>
              <p:cNvGrpSpPr/>
              <p:nvPr/>
            </p:nvGrpSpPr>
            <p:grpSpPr>
              <a:xfrm>
                <a:off x="6116969" y="1909440"/>
                <a:ext cx="1208016" cy="4810388"/>
                <a:chOff x="4770538" y="1892416"/>
                <a:chExt cx="1208016" cy="4810388"/>
              </a:xfrm>
            </p:grpSpPr>
            <p:sp>
              <p:nvSpPr>
                <p:cNvPr id="90" name="Cube 89">
                  <a:extLst>
                    <a:ext uri="{FF2B5EF4-FFF2-40B4-BE49-F238E27FC236}">
                      <a16:creationId xmlns:a16="http://schemas.microsoft.com/office/drawing/2014/main" id="{712B991E-48FE-48EC-B84E-4CC2205CFFF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1" name="Cube 90">
                  <a:extLst>
                    <a:ext uri="{FF2B5EF4-FFF2-40B4-BE49-F238E27FC236}">
                      <a16:creationId xmlns:a16="http://schemas.microsoft.com/office/drawing/2014/main" id="{939EDB50-1AFB-4088-B932-CE4F44AE65D3}"/>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2" name="Cube 91">
                  <a:extLst>
                    <a:ext uri="{FF2B5EF4-FFF2-40B4-BE49-F238E27FC236}">
                      <a16:creationId xmlns:a16="http://schemas.microsoft.com/office/drawing/2014/main" id="{557DF2A8-6E7C-43FC-BA9E-09D0A3717625}"/>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3" name="Cube 92">
                  <a:extLst>
                    <a:ext uri="{FF2B5EF4-FFF2-40B4-BE49-F238E27FC236}">
                      <a16:creationId xmlns:a16="http://schemas.microsoft.com/office/drawing/2014/main" id="{D42A99E8-09A9-490C-B31E-B318692E1634}"/>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4" name="Cube 93">
                  <a:extLst>
                    <a:ext uri="{FF2B5EF4-FFF2-40B4-BE49-F238E27FC236}">
                      <a16:creationId xmlns:a16="http://schemas.microsoft.com/office/drawing/2014/main" id="{8B2CA757-48E9-460A-8AE0-4D9C210B38A2}"/>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5" name="Cube 84">
                <a:extLst>
                  <a:ext uri="{FF2B5EF4-FFF2-40B4-BE49-F238E27FC236}">
                    <a16:creationId xmlns:a16="http://schemas.microsoft.com/office/drawing/2014/main" id="{565CE016-6A97-444B-BFE1-396410F97632}"/>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6" name="Cube 85">
                <a:extLst>
                  <a:ext uri="{FF2B5EF4-FFF2-40B4-BE49-F238E27FC236}">
                    <a16:creationId xmlns:a16="http://schemas.microsoft.com/office/drawing/2014/main" id="{8F61ACEB-F295-4FAB-AD04-43EF7D4CE8CE}"/>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7" name="Cube 86">
                <a:extLst>
                  <a:ext uri="{FF2B5EF4-FFF2-40B4-BE49-F238E27FC236}">
                    <a16:creationId xmlns:a16="http://schemas.microsoft.com/office/drawing/2014/main" id="{BB81D4C6-B67B-45A5-84F5-CF5F5BD690C4}"/>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8" name="Cube 87">
                <a:extLst>
                  <a:ext uri="{FF2B5EF4-FFF2-40B4-BE49-F238E27FC236}">
                    <a16:creationId xmlns:a16="http://schemas.microsoft.com/office/drawing/2014/main" id="{001EA534-30F5-414E-8D03-32A1F01FE153}"/>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9" name="Cube 88">
                <a:extLst>
                  <a:ext uri="{FF2B5EF4-FFF2-40B4-BE49-F238E27FC236}">
                    <a16:creationId xmlns:a16="http://schemas.microsoft.com/office/drawing/2014/main" id="{20FC336A-E3A0-434E-A8CA-79680A089D1D}"/>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51" name="Group 50">
              <a:extLst>
                <a:ext uri="{FF2B5EF4-FFF2-40B4-BE49-F238E27FC236}">
                  <a16:creationId xmlns:a16="http://schemas.microsoft.com/office/drawing/2014/main" id="{2B93F6BC-AACC-4B51-8B3D-FF5E1C2DDD34}"/>
                </a:ext>
              </a:extLst>
            </p:cNvPr>
            <p:cNvGrpSpPr/>
            <p:nvPr/>
          </p:nvGrpSpPr>
          <p:grpSpPr>
            <a:xfrm>
              <a:off x="3246144" y="2666032"/>
              <a:ext cx="3434819" cy="3397788"/>
              <a:chOff x="3369577" y="1909440"/>
              <a:chExt cx="4862814" cy="4810388"/>
            </a:xfrm>
          </p:grpSpPr>
          <p:grpSp>
            <p:nvGrpSpPr>
              <p:cNvPr id="52" name="Group 51">
                <a:extLst>
                  <a:ext uri="{FF2B5EF4-FFF2-40B4-BE49-F238E27FC236}">
                    <a16:creationId xmlns:a16="http://schemas.microsoft.com/office/drawing/2014/main" id="{861C3CE3-3840-41CD-96B5-51CDF005DD8D}"/>
                  </a:ext>
                </a:extLst>
              </p:cNvPr>
              <p:cNvGrpSpPr/>
              <p:nvPr/>
            </p:nvGrpSpPr>
            <p:grpSpPr>
              <a:xfrm>
                <a:off x="3369577" y="1909440"/>
                <a:ext cx="1208016" cy="4810388"/>
                <a:chOff x="4770538" y="1892416"/>
                <a:chExt cx="1208016" cy="4810388"/>
              </a:xfrm>
            </p:grpSpPr>
            <p:sp>
              <p:nvSpPr>
                <p:cNvPr id="76" name="Cube 75">
                  <a:extLst>
                    <a:ext uri="{FF2B5EF4-FFF2-40B4-BE49-F238E27FC236}">
                      <a16:creationId xmlns:a16="http://schemas.microsoft.com/office/drawing/2014/main" id="{1B3BB275-360B-4C9E-B79F-CCA6F0C96968}"/>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Cube 76">
                  <a:extLst>
                    <a:ext uri="{FF2B5EF4-FFF2-40B4-BE49-F238E27FC236}">
                      <a16:creationId xmlns:a16="http://schemas.microsoft.com/office/drawing/2014/main" id="{DD2A3635-1D45-4148-A402-8FE3A6B77E02}"/>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8" name="Cube 77">
                  <a:extLst>
                    <a:ext uri="{FF2B5EF4-FFF2-40B4-BE49-F238E27FC236}">
                      <a16:creationId xmlns:a16="http://schemas.microsoft.com/office/drawing/2014/main" id="{9B76D6FE-DFCB-42E3-8446-4D62622C2E17}"/>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9" name="Cube 78">
                  <a:extLst>
                    <a:ext uri="{FF2B5EF4-FFF2-40B4-BE49-F238E27FC236}">
                      <a16:creationId xmlns:a16="http://schemas.microsoft.com/office/drawing/2014/main" id="{5C0959E2-E97A-4244-A75A-3AF58FDBCB9D}"/>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0" name="Cube 79">
                  <a:extLst>
                    <a:ext uri="{FF2B5EF4-FFF2-40B4-BE49-F238E27FC236}">
                      <a16:creationId xmlns:a16="http://schemas.microsoft.com/office/drawing/2014/main" id="{AB16326C-871B-459F-B624-8E68E1E5E209}"/>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53" name="Group 52">
                <a:extLst>
                  <a:ext uri="{FF2B5EF4-FFF2-40B4-BE49-F238E27FC236}">
                    <a16:creationId xmlns:a16="http://schemas.microsoft.com/office/drawing/2014/main" id="{A56682AB-48BD-49A6-8E35-1E3413ABFC65}"/>
                  </a:ext>
                </a:extLst>
              </p:cNvPr>
              <p:cNvGrpSpPr/>
              <p:nvPr/>
            </p:nvGrpSpPr>
            <p:grpSpPr>
              <a:xfrm>
                <a:off x="4285375" y="1909440"/>
                <a:ext cx="1208016" cy="4810388"/>
                <a:chOff x="4770538" y="1892416"/>
                <a:chExt cx="1208016" cy="4810388"/>
              </a:xfrm>
            </p:grpSpPr>
            <p:sp>
              <p:nvSpPr>
                <p:cNvPr id="71" name="Cube 70">
                  <a:extLst>
                    <a:ext uri="{FF2B5EF4-FFF2-40B4-BE49-F238E27FC236}">
                      <a16:creationId xmlns:a16="http://schemas.microsoft.com/office/drawing/2014/main" id="{2411D6E8-6084-4727-81F5-03FDC38EDD0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Cube 71">
                  <a:extLst>
                    <a:ext uri="{FF2B5EF4-FFF2-40B4-BE49-F238E27FC236}">
                      <a16:creationId xmlns:a16="http://schemas.microsoft.com/office/drawing/2014/main" id="{F3AC099A-7CDF-49E9-8761-FC05EB50FE53}"/>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3" name="Cube 72">
                  <a:extLst>
                    <a:ext uri="{FF2B5EF4-FFF2-40B4-BE49-F238E27FC236}">
                      <a16:creationId xmlns:a16="http://schemas.microsoft.com/office/drawing/2014/main" id="{FAA85096-9508-4886-8E8E-EA2518B792C0}"/>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Cube 73">
                  <a:extLst>
                    <a:ext uri="{FF2B5EF4-FFF2-40B4-BE49-F238E27FC236}">
                      <a16:creationId xmlns:a16="http://schemas.microsoft.com/office/drawing/2014/main" id="{256906EB-2B46-4A29-849E-18B92C1129E8}"/>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5" name="Cube 74">
                  <a:extLst>
                    <a:ext uri="{FF2B5EF4-FFF2-40B4-BE49-F238E27FC236}">
                      <a16:creationId xmlns:a16="http://schemas.microsoft.com/office/drawing/2014/main" id="{9B776FF4-7647-4939-A509-CDCDB9DB055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54" name="Group 53">
                <a:extLst>
                  <a:ext uri="{FF2B5EF4-FFF2-40B4-BE49-F238E27FC236}">
                    <a16:creationId xmlns:a16="http://schemas.microsoft.com/office/drawing/2014/main" id="{D41C4E7F-A1C8-4349-9D17-250D2D19C9F2}"/>
                  </a:ext>
                </a:extLst>
              </p:cNvPr>
              <p:cNvGrpSpPr/>
              <p:nvPr/>
            </p:nvGrpSpPr>
            <p:grpSpPr>
              <a:xfrm>
                <a:off x="5201171" y="1909440"/>
                <a:ext cx="1208016" cy="4810388"/>
                <a:chOff x="4770538" y="1892416"/>
                <a:chExt cx="1208016" cy="4810388"/>
              </a:xfrm>
            </p:grpSpPr>
            <p:sp>
              <p:nvSpPr>
                <p:cNvPr id="66" name="Cube 65">
                  <a:extLst>
                    <a:ext uri="{FF2B5EF4-FFF2-40B4-BE49-F238E27FC236}">
                      <a16:creationId xmlns:a16="http://schemas.microsoft.com/office/drawing/2014/main" id="{55D653CF-D093-47C8-860C-B5E52E0CB36C}"/>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7" name="Cube 66">
                  <a:extLst>
                    <a:ext uri="{FF2B5EF4-FFF2-40B4-BE49-F238E27FC236}">
                      <a16:creationId xmlns:a16="http://schemas.microsoft.com/office/drawing/2014/main" id="{E1A19A93-6C06-4591-A7A5-4CA7307D3DF2}"/>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Cube 67">
                  <a:extLst>
                    <a:ext uri="{FF2B5EF4-FFF2-40B4-BE49-F238E27FC236}">
                      <a16:creationId xmlns:a16="http://schemas.microsoft.com/office/drawing/2014/main" id="{70165592-C3D2-4136-AAE0-7C2451C5E476}"/>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Cube 68">
                  <a:extLst>
                    <a:ext uri="{FF2B5EF4-FFF2-40B4-BE49-F238E27FC236}">
                      <a16:creationId xmlns:a16="http://schemas.microsoft.com/office/drawing/2014/main" id="{414F27AE-1267-4370-844C-B26BCF295D67}"/>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 name="Cube 69">
                  <a:extLst>
                    <a:ext uri="{FF2B5EF4-FFF2-40B4-BE49-F238E27FC236}">
                      <a16:creationId xmlns:a16="http://schemas.microsoft.com/office/drawing/2014/main" id="{5667B002-D6B6-4233-AC2A-4BAB04B5DD38}"/>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55" name="Group 54">
                <a:extLst>
                  <a:ext uri="{FF2B5EF4-FFF2-40B4-BE49-F238E27FC236}">
                    <a16:creationId xmlns:a16="http://schemas.microsoft.com/office/drawing/2014/main" id="{F04533C8-4455-47D1-AC3F-BBFD32706EA0}"/>
                  </a:ext>
                </a:extLst>
              </p:cNvPr>
              <p:cNvGrpSpPr/>
              <p:nvPr/>
            </p:nvGrpSpPr>
            <p:grpSpPr>
              <a:xfrm>
                <a:off x="6116969" y="1909440"/>
                <a:ext cx="1208016" cy="4810388"/>
                <a:chOff x="4770538" y="1892416"/>
                <a:chExt cx="1208016" cy="4810388"/>
              </a:xfrm>
            </p:grpSpPr>
            <p:sp>
              <p:nvSpPr>
                <p:cNvPr id="61" name="Cube 60">
                  <a:extLst>
                    <a:ext uri="{FF2B5EF4-FFF2-40B4-BE49-F238E27FC236}">
                      <a16:creationId xmlns:a16="http://schemas.microsoft.com/office/drawing/2014/main" id="{463FC99C-88F9-4A61-9BB4-57E18D65FFD6}"/>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2" name="Cube 61">
                  <a:extLst>
                    <a:ext uri="{FF2B5EF4-FFF2-40B4-BE49-F238E27FC236}">
                      <a16:creationId xmlns:a16="http://schemas.microsoft.com/office/drawing/2014/main" id="{513448E4-F2EF-43B0-AF06-6FC66FB625BE}"/>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 name="Cube 62">
                  <a:extLst>
                    <a:ext uri="{FF2B5EF4-FFF2-40B4-BE49-F238E27FC236}">
                      <a16:creationId xmlns:a16="http://schemas.microsoft.com/office/drawing/2014/main" id="{53F0B421-DBC1-413A-B50F-AA9394EB92F4}"/>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4" name="Cube 63">
                  <a:extLst>
                    <a:ext uri="{FF2B5EF4-FFF2-40B4-BE49-F238E27FC236}">
                      <a16:creationId xmlns:a16="http://schemas.microsoft.com/office/drawing/2014/main" id="{8FB2419F-5073-4C9B-9A4F-242A85FF6371}"/>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5" name="Cube 64">
                  <a:extLst>
                    <a:ext uri="{FF2B5EF4-FFF2-40B4-BE49-F238E27FC236}">
                      <a16:creationId xmlns:a16="http://schemas.microsoft.com/office/drawing/2014/main" id="{8305CCE8-6B5B-47BA-8BEB-8E46EF22FDC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6" name="Cube 55">
                <a:extLst>
                  <a:ext uri="{FF2B5EF4-FFF2-40B4-BE49-F238E27FC236}">
                    <a16:creationId xmlns:a16="http://schemas.microsoft.com/office/drawing/2014/main" id="{9DE2BB33-2636-4DC0-B1D7-FFF071DBBCF7}"/>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7" name="Cube 56">
                <a:extLst>
                  <a:ext uri="{FF2B5EF4-FFF2-40B4-BE49-F238E27FC236}">
                    <a16:creationId xmlns:a16="http://schemas.microsoft.com/office/drawing/2014/main" id="{DC84B1DB-CE50-45F0-9A60-970AF8A9B2A0}"/>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8" name="Cube 57">
                <a:extLst>
                  <a:ext uri="{FF2B5EF4-FFF2-40B4-BE49-F238E27FC236}">
                    <a16:creationId xmlns:a16="http://schemas.microsoft.com/office/drawing/2014/main" id="{74AE1BCC-03CC-4B7D-8BE3-C1B9C06B04B4}"/>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9" name="Cube 58">
                <a:extLst>
                  <a:ext uri="{FF2B5EF4-FFF2-40B4-BE49-F238E27FC236}">
                    <a16:creationId xmlns:a16="http://schemas.microsoft.com/office/drawing/2014/main" id="{814EC09A-7303-4851-8873-051EC290DB1B}"/>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Cube 59">
                <a:extLst>
                  <a:ext uri="{FF2B5EF4-FFF2-40B4-BE49-F238E27FC236}">
                    <a16:creationId xmlns:a16="http://schemas.microsoft.com/office/drawing/2014/main" id="{84FDFB9B-3FB8-4505-98BA-C7B46CF0CF39}"/>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Tree>
    <p:extLst>
      <p:ext uri="{BB962C8B-B14F-4D97-AF65-F5344CB8AC3E}">
        <p14:creationId xmlns:p14="http://schemas.microsoft.com/office/powerpoint/2010/main" val="2300171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535746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Going beyond a two-dimensional array</a:t>
            </a:r>
            <a:endPar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419693" y="1363614"/>
            <a:ext cx="3075982" cy="1079206"/>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Three-dimensional array: </a:t>
            </a:r>
          </a:p>
          <a:p>
            <a:pPr>
              <a:lnSpc>
                <a:spcPct val="107000"/>
              </a:lnSpc>
            </a:pPr>
            <a:r>
              <a:rPr lang="en-GB" dirty="0">
                <a:solidFill>
                  <a:srgbClr val="000000"/>
                </a:solidFill>
                <a:latin typeface="Courier"/>
                <a:ea typeface="Calibri" panose="020F0502020204030204" pitchFamily="34" charset="0"/>
                <a:cs typeface="Courier"/>
              </a:rPr>
              <a:t>array myArray[5,5,5]</a:t>
            </a:r>
          </a:p>
          <a:p>
            <a:pPr>
              <a:lnSpc>
                <a:spcPct val="107000"/>
              </a:lnSpc>
            </a:pPr>
            <a:r>
              <a:rPr lang="en-GB" dirty="0">
                <a:solidFill>
                  <a:srgbClr val="000000"/>
                </a:solidFill>
                <a:latin typeface="Courier"/>
                <a:ea typeface="Calibri" panose="020F0502020204030204" pitchFamily="34" charset="0"/>
                <a:cs typeface="Courier"/>
              </a:rPr>
              <a:t>myArray[2,2,2]</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501" name="TextBox 500">
            <a:extLst>
              <a:ext uri="{FF2B5EF4-FFF2-40B4-BE49-F238E27FC236}">
                <a16:creationId xmlns:a16="http://schemas.microsoft.com/office/drawing/2014/main" id="{DA8D6F88-CFE4-4DA5-99DA-A5E14B1FD89C}"/>
              </a:ext>
            </a:extLst>
          </p:cNvPr>
          <p:cNvSpPr txBox="1"/>
          <p:nvPr/>
        </p:nvSpPr>
        <p:spPr>
          <a:xfrm>
            <a:off x="5451352" y="873302"/>
            <a:ext cx="4908962" cy="1015663"/>
          </a:xfrm>
          <a:prstGeom prst="rect">
            <a:avLst/>
          </a:prstGeom>
          <a:noFill/>
        </p:spPr>
        <p:txBody>
          <a:bodyPr wrap="square" rtlCol="0">
            <a:spAutoFit/>
          </a:bodyPr>
          <a:lstStyle/>
          <a:p>
            <a:pPr>
              <a:lnSpc>
                <a:spcPct val="150000"/>
              </a:lnSpc>
            </a:pPr>
            <a:r>
              <a:rPr lang="en-GB" sz="4000" dirty="0"/>
              <a:t>0    1    2    3    4</a:t>
            </a:r>
          </a:p>
        </p:txBody>
      </p:sp>
      <p:grpSp>
        <p:nvGrpSpPr>
          <p:cNvPr id="3" name="Group 2">
            <a:extLst>
              <a:ext uri="{FF2B5EF4-FFF2-40B4-BE49-F238E27FC236}">
                <a16:creationId xmlns:a16="http://schemas.microsoft.com/office/drawing/2014/main" id="{3AD7A163-306B-4D73-B984-BF6724D53FB9}"/>
              </a:ext>
            </a:extLst>
          </p:cNvPr>
          <p:cNvGrpSpPr/>
          <p:nvPr/>
        </p:nvGrpSpPr>
        <p:grpSpPr>
          <a:xfrm>
            <a:off x="3777866" y="1079596"/>
            <a:ext cx="5064829" cy="5144885"/>
            <a:chOff x="3777866" y="1079596"/>
            <a:chExt cx="5064829" cy="5144885"/>
          </a:xfrm>
        </p:grpSpPr>
        <p:grpSp>
          <p:nvGrpSpPr>
            <p:cNvPr id="349" name="Group 348">
              <a:extLst>
                <a:ext uri="{FF2B5EF4-FFF2-40B4-BE49-F238E27FC236}">
                  <a16:creationId xmlns:a16="http://schemas.microsoft.com/office/drawing/2014/main" id="{71DABEF2-01CF-4115-AB7C-3451589AAAB9}"/>
                </a:ext>
              </a:extLst>
            </p:cNvPr>
            <p:cNvGrpSpPr/>
            <p:nvPr/>
          </p:nvGrpSpPr>
          <p:grpSpPr>
            <a:xfrm>
              <a:off x="3777866" y="1667487"/>
              <a:ext cx="5064829" cy="4556994"/>
              <a:chOff x="2939666" y="2058012"/>
              <a:chExt cx="5064829" cy="4556994"/>
            </a:xfrm>
          </p:grpSpPr>
          <p:grpSp>
            <p:nvGrpSpPr>
              <p:cNvPr id="350" name="Group 349">
                <a:extLst>
                  <a:ext uri="{FF2B5EF4-FFF2-40B4-BE49-F238E27FC236}">
                    <a16:creationId xmlns:a16="http://schemas.microsoft.com/office/drawing/2014/main" id="{C5749723-D4FB-4D65-86D8-5D4281F44035}"/>
                  </a:ext>
                </a:extLst>
              </p:cNvPr>
              <p:cNvGrpSpPr/>
              <p:nvPr/>
            </p:nvGrpSpPr>
            <p:grpSpPr>
              <a:xfrm>
                <a:off x="4368433" y="2058012"/>
                <a:ext cx="3636062" cy="3596861"/>
                <a:chOff x="3369577" y="1909440"/>
                <a:chExt cx="4862814" cy="4810388"/>
              </a:xfrm>
            </p:grpSpPr>
            <p:grpSp>
              <p:nvGrpSpPr>
                <p:cNvPr id="472" name="Group 471">
                  <a:extLst>
                    <a:ext uri="{FF2B5EF4-FFF2-40B4-BE49-F238E27FC236}">
                      <a16:creationId xmlns:a16="http://schemas.microsoft.com/office/drawing/2014/main" id="{A936392B-5EF4-45AE-86F7-872C7C749778}"/>
                    </a:ext>
                  </a:extLst>
                </p:cNvPr>
                <p:cNvGrpSpPr/>
                <p:nvPr/>
              </p:nvGrpSpPr>
              <p:grpSpPr>
                <a:xfrm>
                  <a:off x="3369577" y="1909440"/>
                  <a:ext cx="1208016" cy="4810388"/>
                  <a:chOff x="4770538" y="1892416"/>
                  <a:chExt cx="1208016" cy="4810388"/>
                </a:xfrm>
              </p:grpSpPr>
              <p:sp>
                <p:nvSpPr>
                  <p:cNvPr id="496" name="Cube 495">
                    <a:extLst>
                      <a:ext uri="{FF2B5EF4-FFF2-40B4-BE49-F238E27FC236}">
                        <a16:creationId xmlns:a16="http://schemas.microsoft.com/office/drawing/2014/main" id="{9FB6C603-A122-4D3F-8828-9BDB916936B1}"/>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7" name="Cube 496">
                    <a:extLst>
                      <a:ext uri="{FF2B5EF4-FFF2-40B4-BE49-F238E27FC236}">
                        <a16:creationId xmlns:a16="http://schemas.microsoft.com/office/drawing/2014/main" id="{D0F7E0F3-A9B6-4D5E-B0D4-51DB6FB1D076}"/>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8" name="Cube 497">
                    <a:extLst>
                      <a:ext uri="{FF2B5EF4-FFF2-40B4-BE49-F238E27FC236}">
                        <a16:creationId xmlns:a16="http://schemas.microsoft.com/office/drawing/2014/main" id="{7E451FC3-6058-41BD-A6F8-FB0F5D61387B}"/>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9" name="Cube 498">
                    <a:extLst>
                      <a:ext uri="{FF2B5EF4-FFF2-40B4-BE49-F238E27FC236}">
                        <a16:creationId xmlns:a16="http://schemas.microsoft.com/office/drawing/2014/main" id="{B484C39C-04A9-4E87-8627-3F8E7D56AF48}"/>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0" name="Cube 499">
                    <a:extLst>
                      <a:ext uri="{FF2B5EF4-FFF2-40B4-BE49-F238E27FC236}">
                        <a16:creationId xmlns:a16="http://schemas.microsoft.com/office/drawing/2014/main" id="{AC47F7CF-E533-4452-BA31-5CB2939984E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73" name="Group 472">
                  <a:extLst>
                    <a:ext uri="{FF2B5EF4-FFF2-40B4-BE49-F238E27FC236}">
                      <a16:creationId xmlns:a16="http://schemas.microsoft.com/office/drawing/2014/main" id="{E13B0DD2-7C8E-4272-BE12-FEE7660EC2FB}"/>
                    </a:ext>
                  </a:extLst>
                </p:cNvPr>
                <p:cNvGrpSpPr/>
                <p:nvPr/>
              </p:nvGrpSpPr>
              <p:grpSpPr>
                <a:xfrm>
                  <a:off x="4285375" y="1909440"/>
                  <a:ext cx="1208016" cy="4810388"/>
                  <a:chOff x="4770538" y="1892416"/>
                  <a:chExt cx="1208016" cy="4810388"/>
                </a:xfrm>
              </p:grpSpPr>
              <p:sp>
                <p:nvSpPr>
                  <p:cNvPr id="491" name="Cube 490">
                    <a:extLst>
                      <a:ext uri="{FF2B5EF4-FFF2-40B4-BE49-F238E27FC236}">
                        <a16:creationId xmlns:a16="http://schemas.microsoft.com/office/drawing/2014/main" id="{DD38D6B9-8F61-4BB9-9CDB-3DD8556C0633}"/>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2" name="Cube 491">
                    <a:extLst>
                      <a:ext uri="{FF2B5EF4-FFF2-40B4-BE49-F238E27FC236}">
                        <a16:creationId xmlns:a16="http://schemas.microsoft.com/office/drawing/2014/main" id="{99381AD0-C010-4DBD-9D6D-6C820417C5B1}"/>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3" name="Cube 492">
                    <a:extLst>
                      <a:ext uri="{FF2B5EF4-FFF2-40B4-BE49-F238E27FC236}">
                        <a16:creationId xmlns:a16="http://schemas.microsoft.com/office/drawing/2014/main" id="{FDD9BFA8-8645-4770-953B-83F69EF1DEF8}"/>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4" name="Cube 493">
                    <a:extLst>
                      <a:ext uri="{FF2B5EF4-FFF2-40B4-BE49-F238E27FC236}">
                        <a16:creationId xmlns:a16="http://schemas.microsoft.com/office/drawing/2014/main" id="{7375AC1F-F1EC-48E5-81FA-1792FFFA3954}"/>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5" name="Cube 494">
                    <a:extLst>
                      <a:ext uri="{FF2B5EF4-FFF2-40B4-BE49-F238E27FC236}">
                        <a16:creationId xmlns:a16="http://schemas.microsoft.com/office/drawing/2014/main" id="{7E04BC11-AE61-41BB-82B4-16CAF77B9B85}"/>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74" name="Group 473">
                  <a:extLst>
                    <a:ext uri="{FF2B5EF4-FFF2-40B4-BE49-F238E27FC236}">
                      <a16:creationId xmlns:a16="http://schemas.microsoft.com/office/drawing/2014/main" id="{64970EB6-95FF-426B-A590-5A8A95262BEF}"/>
                    </a:ext>
                  </a:extLst>
                </p:cNvPr>
                <p:cNvGrpSpPr/>
                <p:nvPr/>
              </p:nvGrpSpPr>
              <p:grpSpPr>
                <a:xfrm>
                  <a:off x="5201171" y="1909440"/>
                  <a:ext cx="1208016" cy="4810388"/>
                  <a:chOff x="4770538" y="1892416"/>
                  <a:chExt cx="1208016" cy="4810388"/>
                </a:xfrm>
              </p:grpSpPr>
              <p:sp>
                <p:nvSpPr>
                  <p:cNvPr id="486" name="Cube 485">
                    <a:extLst>
                      <a:ext uri="{FF2B5EF4-FFF2-40B4-BE49-F238E27FC236}">
                        <a16:creationId xmlns:a16="http://schemas.microsoft.com/office/drawing/2014/main" id="{3825A0CC-3BA5-45FE-8817-32C5C657DF54}"/>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7" name="Cube 486">
                    <a:extLst>
                      <a:ext uri="{FF2B5EF4-FFF2-40B4-BE49-F238E27FC236}">
                        <a16:creationId xmlns:a16="http://schemas.microsoft.com/office/drawing/2014/main" id="{8D840425-B218-4105-8CB7-297713E0FA05}"/>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8" name="Cube 487">
                    <a:extLst>
                      <a:ext uri="{FF2B5EF4-FFF2-40B4-BE49-F238E27FC236}">
                        <a16:creationId xmlns:a16="http://schemas.microsoft.com/office/drawing/2014/main" id="{6063C9C6-3C7F-4DB6-A224-E830E1B5F585}"/>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9" name="Cube 488">
                    <a:extLst>
                      <a:ext uri="{FF2B5EF4-FFF2-40B4-BE49-F238E27FC236}">
                        <a16:creationId xmlns:a16="http://schemas.microsoft.com/office/drawing/2014/main" id="{1957A76C-3761-4A10-8CFD-F8EBCD6731C0}"/>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0" name="Cube 489">
                    <a:extLst>
                      <a:ext uri="{FF2B5EF4-FFF2-40B4-BE49-F238E27FC236}">
                        <a16:creationId xmlns:a16="http://schemas.microsoft.com/office/drawing/2014/main" id="{2F39F694-EE36-43ED-9ABA-DF2C356C453D}"/>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75" name="Group 474">
                  <a:extLst>
                    <a:ext uri="{FF2B5EF4-FFF2-40B4-BE49-F238E27FC236}">
                      <a16:creationId xmlns:a16="http://schemas.microsoft.com/office/drawing/2014/main" id="{F0167337-7CF5-455F-BF42-15D4109FB72B}"/>
                    </a:ext>
                  </a:extLst>
                </p:cNvPr>
                <p:cNvGrpSpPr/>
                <p:nvPr/>
              </p:nvGrpSpPr>
              <p:grpSpPr>
                <a:xfrm>
                  <a:off x="6116969" y="1909440"/>
                  <a:ext cx="1208016" cy="4810388"/>
                  <a:chOff x="4770538" y="1892416"/>
                  <a:chExt cx="1208016" cy="4810388"/>
                </a:xfrm>
              </p:grpSpPr>
              <p:sp>
                <p:nvSpPr>
                  <p:cNvPr id="481" name="Cube 480">
                    <a:extLst>
                      <a:ext uri="{FF2B5EF4-FFF2-40B4-BE49-F238E27FC236}">
                        <a16:creationId xmlns:a16="http://schemas.microsoft.com/office/drawing/2014/main" id="{79417643-9272-417A-BC6C-F004B134E58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2" name="Cube 481">
                    <a:extLst>
                      <a:ext uri="{FF2B5EF4-FFF2-40B4-BE49-F238E27FC236}">
                        <a16:creationId xmlns:a16="http://schemas.microsoft.com/office/drawing/2014/main" id="{9381327E-FB41-4A93-BD16-2B12FB7BEABD}"/>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3" name="Cube 482">
                    <a:extLst>
                      <a:ext uri="{FF2B5EF4-FFF2-40B4-BE49-F238E27FC236}">
                        <a16:creationId xmlns:a16="http://schemas.microsoft.com/office/drawing/2014/main" id="{5F801177-FF79-4C96-BF19-38E6B393B7BB}"/>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4" name="Cube 483">
                    <a:extLst>
                      <a:ext uri="{FF2B5EF4-FFF2-40B4-BE49-F238E27FC236}">
                        <a16:creationId xmlns:a16="http://schemas.microsoft.com/office/drawing/2014/main" id="{9E62EA4C-5A91-49B8-9DB4-D06EB203D958}"/>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5" name="Cube 484">
                    <a:extLst>
                      <a:ext uri="{FF2B5EF4-FFF2-40B4-BE49-F238E27FC236}">
                        <a16:creationId xmlns:a16="http://schemas.microsoft.com/office/drawing/2014/main" id="{701B44F9-F0C5-4F24-86C3-E49363155C08}"/>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76" name="Cube 475">
                  <a:extLst>
                    <a:ext uri="{FF2B5EF4-FFF2-40B4-BE49-F238E27FC236}">
                      <a16:creationId xmlns:a16="http://schemas.microsoft.com/office/drawing/2014/main" id="{A999D787-EEFD-4AD2-8857-EEBD57D19135}"/>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7" name="Cube 476">
                  <a:extLst>
                    <a:ext uri="{FF2B5EF4-FFF2-40B4-BE49-F238E27FC236}">
                      <a16:creationId xmlns:a16="http://schemas.microsoft.com/office/drawing/2014/main" id="{91714051-CE4E-40F1-BF27-8A5908A7C8EF}"/>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8" name="Cube 477">
                  <a:extLst>
                    <a:ext uri="{FF2B5EF4-FFF2-40B4-BE49-F238E27FC236}">
                      <a16:creationId xmlns:a16="http://schemas.microsoft.com/office/drawing/2014/main" id="{3268D200-7560-4A20-A6E9-B06EBE020B1C}"/>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9" name="Cube 478">
                  <a:extLst>
                    <a:ext uri="{FF2B5EF4-FFF2-40B4-BE49-F238E27FC236}">
                      <a16:creationId xmlns:a16="http://schemas.microsoft.com/office/drawing/2014/main" id="{977B8C2B-2E88-4F41-842F-D449479F814E}"/>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0" name="Cube 479">
                  <a:extLst>
                    <a:ext uri="{FF2B5EF4-FFF2-40B4-BE49-F238E27FC236}">
                      <a16:creationId xmlns:a16="http://schemas.microsoft.com/office/drawing/2014/main" id="{C8474495-82D3-47AC-A404-27499728E866}"/>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1" name="Group 350">
                <a:extLst>
                  <a:ext uri="{FF2B5EF4-FFF2-40B4-BE49-F238E27FC236}">
                    <a16:creationId xmlns:a16="http://schemas.microsoft.com/office/drawing/2014/main" id="{C87DE616-0FBD-4F5B-85FF-35B26F054050}"/>
                  </a:ext>
                </a:extLst>
              </p:cNvPr>
              <p:cNvGrpSpPr/>
              <p:nvPr/>
            </p:nvGrpSpPr>
            <p:grpSpPr>
              <a:xfrm>
                <a:off x="4147316" y="2276772"/>
                <a:ext cx="3636062" cy="3596861"/>
                <a:chOff x="3369577" y="1909440"/>
                <a:chExt cx="4862814" cy="4810388"/>
              </a:xfrm>
            </p:grpSpPr>
            <p:grpSp>
              <p:nvGrpSpPr>
                <p:cNvPr id="443" name="Group 442">
                  <a:extLst>
                    <a:ext uri="{FF2B5EF4-FFF2-40B4-BE49-F238E27FC236}">
                      <a16:creationId xmlns:a16="http://schemas.microsoft.com/office/drawing/2014/main" id="{6A09EF73-7D46-4C9D-B667-8D99E57203D3}"/>
                    </a:ext>
                  </a:extLst>
                </p:cNvPr>
                <p:cNvGrpSpPr/>
                <p:nvPr/>
              </p:nvGrpSpPr>
              <p:grpSpPr>
                <a:xfrm>
                  <a:off x="3369577" y="1909440"/>
                  <a:ext cx="1208016" cy="4810388"/>
                  <a:chOff x="4770538" y="1892416"/>
                  <a:chExt cx="1208016" cy="4810388"/>
                </a:xfrm>
              </p:grpSpPr>
              <p:sp>
                <p:nvSpPr>
                  <p:cNvPr id="467" name="Cube 466">
                    <a:extLst>
                      <a:ext uri="{FF2B5EF4-FFF2-40B4-BE49-F238E27FC236}">
                        <a16:creationId xmlns:a16="http://schemas.microsoft.com/office/drawing/2014/main" id="{2D4EB658-9653-44E1-A673-31A5402BF8B1}"/>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8" name="Cube 467">
                    <a:extLst>
                      <a:ext uri="{FF2B5EF4-FFF2-40B4-BE49-F238E27FC236}">
                        <a16:creationId xmlns:a16="http://schemas.microsoft.com/office/drawing/2014/main" id="{D6B5098C-E565-4999-B04D-9DA42EE93A9D}"/>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9" name="Cube 468">
                    <a:extLst>
                      <a:ext uri="{FF2B5EF4-FFF2-40B4-BE49-F238E27FC236}">
                        <a16:creationId xmlns:a16="http://schemas.microsoft.com/office/drawing/2014/main" id="{4794BE04-B1CE-4152-80AE-BEB9FB9051FF}"/>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0" name="Cube 469">
                    <a:extLst>
                      <a:ext uri="{FF2B5EF4-FFF2-40B4-BE49-F238E27FC236}">
                        <a16:creationId xmlns:a16="http://schemas.microsoft.com/office/drawing/2014/main" id="{B6EA49D0-7197-4F99-8C2F-5C637907770F}"/>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1" name="Cube 470">
                    <a:extLst>
                      <a:ext uri="{FF2B5EF4-FFF2-40B4-BE49-F238E27FC236}">
                        <a16:creationId xmlns:a16="http://schemas.microsoft.com/office/drawing/2014/main" id="{A857D813-AAB8-4A40-9EC6-788261E653B8}"/>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44" name="Group 443">
                  <a:extLst>
                    <a:ext uri="{FF2B5EF4-FFF2-40B4-BE49-F238E27FC236}">
                      <a16:creationId xmlns:a16="http://schemas.microsoft.com/office/drawing/2014/main" id="{40FE4B9F-8C40-4089-BD83-767B1700BC5C}"/>
                    </a:ext>
                  </a:extLst>
                </p:cNvPr>
                <p:cNvGrpSpPr/>
                <p:nvPr/>
              </p:nvGrpSpPr>
              <p:grpSpPr>
                <a:xfrm>
                  <a:off x="4285375" y="1909440"/>
                  <a:ext cx="1208016" cy="4810388"/>
                  <a:chOff x="4770538" y="1892416"/>
                  <a:chExt cx="1208016" cy="4810388"/>
                </a:xfrm>
              </p:grpSpPr>
              <p:sp>
                <p:nvSpPr>
                  <p:cNvPr id="462" name="Cube 461">
                    <a:extLst>
                      <a:ext uri="{FF2B5EF4-FFF2-40B4-BE49-F238E27FC236}">
                        <a16:creationId xmlns:a16="http://schemas.microsoft.com/office/drawing/2014/main" id="{639049E5-A5F1-4C92-9CDC-ABDF3B72EBB8}"/>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3" name="Cube 462">
                    <a:extLst>
                      <a:ext uri="{FF2B5EF4-FFF2-40B4-BE49-F238E27FC236}">
                        <a16:creationId xmlns:a16="http://schemas.microsoft.com/office/drawing/2014/main" id="{E1E68343-0E30-476C-925F-6A46CF370390}"/>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4" name="Cube 463">
                    <a:extLst>
                      <a:ext uri="{FF2B5EF4-FFF2-40B4-BE49-F238E27FC236}">
                        <a16:creationId xmlns:a16="http://schemas.microsoft.com/office/drawing/2014/main" id="{FA538AF2-3214-4000-8EB0-E0A768069A85}"/>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5" name="Cube 464">
                    <a:extLst>
                      <a:ext uri="{FF2B5EF4-FFF2-40B4-BE49-F238E27FC236}">
                        <a16:creationId xmlns:a16="http://schemas.microsoft.com/office/drawing/2014/main" id="{E7309158-CC43-4BA0-B094-B8441AE756D4}"/>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6" name="Cube 465">
                    <a:extLst>
                      <a:ext uri="{FF2B5EF4-FFF2-40B4-BE49-F238E27FC236}">
                        <a16:creationId xmlns:a16="http://schemas.microsoft.com/office/drawing/2014/main" id="{0A06605A-7A9D-4C5B-8237-30B94185B48E}"/>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45" name="Group 444">
                  <a:extLst>
                    <a:ext uri="{FF2B5EF4-FFF2-40B4-BE49-F238E27FC236}">
                      <a16:creationId xmlns:a16="http://schemas.microsoft.com/office/drawing/2014/main" id="{E82284EB-2E0C-4EEC-97AB-E382AC48F380}"/>
                    </a:ext>
                  </a:extLst>
                </p:cNvPr>
                <p:cNvGrpSpPr/>
                <p:nvPr/>
              </p:nvGrpSpPr>
              <p:grpSpPr>
                <a:xfrm>
                  <a:off x="5201171" y="1909440"/>
                  <a:ext cx="1208016" cy="4810388"/>
                  <a:chOff x="4770538" y="1892416"/>
                  <a:chExt cx="1208016" cy="4810388"/>
                </a:xfrm>
              </p:grpSpPr>
              <p:sp>
                <p:nvSpPr>
                  <p:cNvPr id="457" name="Cube 456">
                    <a:extLst>
                      <a:ext uri="{FF2B5EF4-FFF2-40B4-BE49-F238E27FC236}">
                        <a16:creationId xmlns:a16="http://schemas.microsoft.com/office/drawing/2014/main" id="{3BA377B0-273E-429D-8532-17B47F2B1C94}"/>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8" name="Cube 457">
                    <a:extLst>
                      <a:ext uri="{FF2B5EF4-FFF2-40B4-BE49-F238E27FC236}">
                        <a16:creationId xmlns:a16="http://schemas.microsoft.com/office/drawing/2014/main" id="{A6ED4ABC-EFC2-4512-B67C-DC4BCB148D80}"/>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9" name="Cube 458">
                    <a:extLst>
                      <a:ext uri="{FF2B5EF4-FFF2-40B4-BE49-F238E27FC236}">
                        <a16:creationId xmlns:a16="http://schemas.microsoft.com/office/drawing/2014/main" id="{5FFD6213-E866-4E5B-A7BF-42257107AB0E}"/>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0" name="Cube 459">
                    <a:extLst>
                      <a:ext uri="{FF2B5EF4-FFF2-40B4-BE49-F238E27FC236}">
                        <a16:creationId xmlns:a16="http://schemas.microsoft.com/office/drawing/2014/main" id="{A9D346B4-9731-479C-A3BF-DC2D8E4D563F}"/>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61" name="Cube 460">
                    <a:extLst>
                      <a:ext uri="{FF2B5EF4-FFF2-40B4-BE49-F238E27FC236}">
                        <a16:creationId xmlns:a16="http://schemas.microsoft.com/office/drawing/2014/main" id="{0FEF35E5-6C22-43EF-97F1-422EC8E376B2}"/>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46" name="Group 445">
                  <a:extLst>
                    <a:ext uri="{FF2B5EF4-FFF2-40B4-BE49-F238E27FC236}">
                      <a16:creationId xmlns:a16="http://schemas.microsoft.com/office/drawing/2014/main" id="{4C088467-9645-421B-B6C6-B0440F4C056E}"/>
                    </a:ext>
                  </a:extLst>
                </p:cNvPr>
                <p:cNvGrpSpPr/>
                <p:nvPr/>
              </p:nvGrpSpPr>
              <p:grpSpPr>
                <a:xfrm>
                  <a:off x="6116969" y="1909440"/>
                  <a:ext cx="1208016" cy="4810388"/>
                  <a:chOff x="4770538" y="1892416"/>
                  <a:chExt cx="1208016" cy="4810388"/>
                </a:xfrm>
              </p:grpSpPr>
              <p:sp>
                <p:nvSpPr>
                  <p:cNvPr id="452" name="Cube 451">
                    <a:extLst>
                      <a:ext uri="{FF2B5EF4-FFF2-40B4-BE49-F238E27FC236}">
                        <a16:creationId xmlns:a16="http://schemas.microsoft.com/office/drawing/2014/main" id="{3A9D25EE-ED84-43CE-8BB0-9CF0AE4D1E17}"/>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3" name="Cube 452">
                    <a:extLst>
                      <a:ext uri="{FF2B5EF4-FFF2-40B4-BE49-F238E27FC236}">
                        <a16:creationId xmlns:a16="http://schemas.microsoft.com/office/drawing/2014/main" id="{D514FE45-C6CD-4EE6-8981-AC4330F2EF97}"/>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4" name="Cube 453">
                    <a:extLst>
                      <a:ext uri="{FF2B5EF4-FFF2-40B4-BE49-F238E27FC236}">
                        <a16:creationId xmlns:a16="http://schemas.microsoft.com/office/drawing/2014/main" id="{77B9E1C6-CFCE-438D-9711-63CECEE6470E}"/>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5" name="Cube 454">
                    <a:extLst>
                      <a:ext uri="{FF2B5EF4-FFF2-40B4-BE49-F238E27FC236}">
                        <a16:creationId xmlns:a16="http://schemas.microsoft.com/office/drawing/2014/main" id="{8C1B9481-BF4B-477C-AF12-56422806FCA6}"/>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6" name="Cube 455">
                    <a:extLst>
                      <a:ext uri="{FF2B5EF4-FFF2-40B4-BE49-F238E27FC236}">
                        <a16:creationId xmlns:a16="http://schemas.microsoft.com/office/drawing/2014/main" id="{C35DE499-DA0C-4CCF-8F84-BE70EE8E3C90}"/>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47" name="Cube 446">
                  <a:extLst>
                    <a:ext uri="{FF2B5EF4-FFF2-40B4-BE49-F238E27FC236}">
                      <a16:creationId xmlns:a16="http://schemas.microsoft.com/office/drawing/2014/main" id="{64E499A7-3A9E-405E-A00D-2E2ACBB0284E}"/>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8" name="Cube 447">
                  <a:extLst>
                    <a:ext uri="{FF2B5EF4-FFF2-40B4-BE49-F238E27FC236}">
                      <a16:creationId xmlns:a16="http://schemas.microsoft.com/office/drawing/2014/main" id="{0623993F-A424-47E0-A72A-198E65CADE84}"/>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9" name="Cube 448">
                  <a:extLst>
                    <a:ext uri="{FF2B5EF4-FFF2-40B4-BE49-F238E27FC236}">
                      <a16:creationId xmlns:a16="http://schemas.microsoft.com/office/drawing/2014/main" id="{19E2782E-A7C7-4CB0-88D3-E11DBE205EFC}"/>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0" name="Cube 449">
                  <a:extLst>
                    <a:ext uri="{FF2B5EF4-FFF2-40B4-BE49-F238E27FC236}">
                      <a16:creationId xmlns:a16="http://schemas.microsoft.com/office/drawing/2014/main" id="{A1101B6F-2E4B-4EA0-AADD-70CCD614471E}"/>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1" name="Cube 450">
                  <a:extLst>
                    <a:ext uri="{FF2B5EF4-FFF2-40B4-BE49-F238E27FC236}">
                      <a16:creationId xmlns:a16="http://schemas.microsoft.com/office/drawing/2014/main" id="{9292948C-AE86-4037-8BA9-B3E8E8D925FA}"/>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2" name="Group 351">
                <a:extLst>
                  <a:ext uri="{FF2B5EF4-FFF2-40B4-BE49-F238E27FC236}">
                    <a16:creationId xmlns:a16="http://schemas.microsoft.com/office/drawing/2014/main" id="{E98A0111-01BF-4B5A-B5A9-2D8E5E88F3FB}"/>
                  </a:ext>
                </a:extLst>
              </p:cNvPr>
              <p:cNvGrpSpPr/>
              <p:nvPr/>
            </p:nvGrpSpPr>
            <p:grpSpPr>
              <a:xfrm>
                <a:off x="3923281" y="2501256"/>
                <a:ext cx="3636062" cy="3596861"/>
                <a:chOff x="3369577" y="1909440"/>
                <a:chExt cx="4862814" cy="4810388"/>
              </a:xfrm>
            </p:grpSpPr>
            <p:grpSp>
              <p:nvGrpSpPr>
                <p:cNvPr id="414" name="Group 413">
                  <a:extLst>
                    <a:ext uri="{FF2B5EF4-FFF2-40B4-BE49-F238E27FC236}">
                      <a16:creationId xmlns:a16="http://schemas.microsoft.com/office/drawing/2014/main" id="{6139604A-8489-4F6D-A0A3-8F1097737ED1}"/>
                    </a:ext>
                  </a:extLst>
                </p:cNvPr>
                <p:cNvGrpSpPr/>
                <p:nvPr/>
              </p:nvGrpSpPr>
              <p:grpSpPr>
                <a:xfrm>
                  <a:off x="3369577" y="1909440"/>
                  <a:ext cx="1208016" cy="4810388"/>
                  <a:chOff x="4770538" y="1892416"/>
                  <a:chExt cx="1208016" cy="4810388"/>
                </a:xfrm>
              </p:grpSpPr>
              <p:sp>
                <p:nvSpPr>
                  <p:cNvPr id="438" name="Cube 437">
                    <a:extLst>
                      <a:ext uri="{FF2B5EF4-FFF2-40B4-BE49-F238E27FC236}">
                        <a16:creationId xmlns:a16="http://schemas.microsoft.com/office/drawing/2014/main" id="{415871E9-E74D-4824-9979-1D1606DBBEDE}"/>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9" name="Cube 438">
                    <a:extLst>
                      <a:ext uri="{FF2B5EF4-FFF2-40B4-BE49-F238E27FC236}">
                        <a16:creationId xmlns:a16="http://schemas.microsoft.com/office/drawing/2014/main" id="{8E314714-D64F-4C17-972E-BFC41BAB5C1C}"/>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0" name="Cube 439">
                    <a:extLst>
                      <a:ext uri="{FF2B5EF4-FFF2-40B4-BE49-F238E27FC236}">
                        <a16:creationId xmlns:a16="http://schemas.microsoft.com/office/drawing/2014/main" id="{FA6012DE-5DDF-4CFC-B3FD-D0AD38F08D8E}"/>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1" name="Cube 440">
                    <a:extLst>
                      <a:ext uri="{FF2B5EF4-FFF2-40B4-BE49-F238E27FC236}">
                        <a16:creationId xmlns:a16="http://schemas.microsoft.com/office/drawing/2014/main" id="{5ACD31CD-6EAA-4D53-848B-A21078A44B73}"/>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2" name="Cube 441">
                    <a:extLst>
                      <a:ext uri="{FF2B5EF4-FFF2-40B4-BE49-F238E27FC236}">
                        <a16:creationId xmlns:a16="http://schemas.microsoft.com/office/drawing/2014/main" id="{F223F8F9-513C-40D2-8628-F2EF5974E8CD}"/>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15" name="Group 414">
                  <a:extLst>
                    <a:ext uri="{FF2B5EF4-FFF2-40B4-BE49-F238E27FC236}">
                      <a16:creationId xmlns:a16="http://schemas.microsoft.com/office/drawing/2014/main" id="{4B28312E-9D10-4BC9-AB29-897AB3D49806}"/>
                    </a:ext>
                  </a:extLst>
                </p:cNvPr>
                <p:cNvGrpSpPr/>
                <p:nvPr/>
              </p:nvGrpSpPr>
              <p:grpSpPr>
                <a:xfrm>
                  <a:off x="4285375" y="1909440"/>
                  <a:ext cx="1208016" cy="4810388"/>
                  <a:chOff x="4770538" y="1892416"/>
                  <a:chExt cx="1208016" cy="4810388"/>
                </a:xfrm>
              </p:grpSpPr>
              <p:sp>
                <p:nvSpPr>
                  <p:cNvPr id="433" name="Cube 432">
                    <a:extLst>
                      <a:ext uri="{FF2B5EF4-FFF2-40B4-BE49-F238E27FC236}">
                        <a16:creationId xmlns:a16="http://schemas.microsoft.com/office/drawing/2014/main" id="{A19B5F7E-1928-4890-89CB-25E43545D2CE}"/>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4" name="Cube 433">
                    <a:extLst>
                      <a:ext uri="{FF2B5EF4-FFF2-40B4-BE49-F238E27FC236}">
                        <a16:creationId xmlns:a16="http://schemas.microsoft.com/office/drawing/2014/main" id="{8AF079BB-904C-407A-AA51-60BB8D6A7AC2}"/>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5" name="Cube 434">
                    <a:extLst>
                      <a:ext uri="{FF2B5EF4-FFF2-40B4-BE49-F238E27FC236}">
                        <a16:creationId xmlns:a16="http://schemas.microsoft.com/office/drawing/2014/main" id="{4A0D2513-A92D-4ACF-975E-000829B290DC}"/>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6" name="Cube 435">
                    <a:extLst>
                      <a:ext uri="{FF2B5EF4-FFF2-40B4-BE49-F238E27FC236}">
                        <a16:creationId xmlns:a16="http://schemas.microsoft.com/office/drawing/2014/main" id="{57199998-CE2A-43E8-83C9-A1F06DE4B7CA}"/>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7" name="Cube 436">
                    <a:extLst>
                      <a:ext uri="{FF2B5EF4-FFF2-40B4-BE49-F238E27FC236}">
                        <a16:creationId xmlns:a16="http://schemas.microsoft.com/office/drawing/2014/main" id="{EC4ADA84-B84E-422E-9FCC-1A6798C89E65}"/>
                      </a:ext>
                    </a:extLst>
                  </p:cNvPr>
                  <p:cNvSpPr/>
                  <p:nvPr/>
                </p:nvSpPr>
                <p:spPr>
                  <a:xfrm>
                    <a:off x="4770538" y="1892416"/>
                    <a:ext cx="1208014" cy="1208014"/>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16" name="Group 415">
                  <a:extLst>
                    <a:ext uri="{FF2B5EF4-FFF2-40B4-BE49-F238E27FC236}">
                      <a16:creationId xmlns:a16="http://schemas.microsoft.com/office/drawing/2014/main" id="{7AE297A0-D4E5-44FF-8800-103CB102C265}"/>
                    </a:ext>
                  </a:extLst>
                </p:cNvPr>
                <p:cNvGrpSpPr/>
                <p:nvPr/>
              </p:nvGrpSpPr>
              <p:grpSpPr>
                <a:xfrm>
                  <a:off x="5201171" y="1909440"/>
                  <a:ext cx="1208016" cy="4810388"/>
                  <a:chOff x="4770538" y="1892416"/>
                  <a:chExt cx="1208016" cy="4810388"/>
                </a:xfrm>
              </p:grpSpPr>
              <p:sp>
                <p:nvSpPr>
                  <p:cNvPr id="428" name="Cube 427">
                    <a:extLst>
                      <a:ext uri="{FF2B5EF4-FFF2-40B4-BE49-F238E27FC236}">
                        <a16:creationId xmlns:a16="http://schemas.microsoft.com/office/drawing/2014/main" id="{B4AB2CCC-478C-4BCA-AAD9-F9005A1EDB4F}"/>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9" name="Cube 428">
                    <a:extLst>
                      <a:ext uri="{FF2B5EF4-FFF2-40B4-BE49-F238E27FC236}">
                        <a16:creationId xmlns:a16="http://schemas.microsoft.com/office/drawing/2014/main" id="{8726606D-2F6C-4F6E-B82B-9795BE478DDA}"/>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0" name="Cube 429">
                    <a:extLst>
                      <a:ext uri="{FF2B5EF4-FFF2-40B4-BE49-F238E27FC236}">
                        <a16:creationId xmlns:a16="http://schemas.microsoft.com/office/drawing/2014/main" id="{93AB8186-3EEB-421F-A5EB-D4E876E5AAF7}"/>
                      </a:ext>
                    </a:extLst>
                  </p:cNvPr>
                  <p:cNvSpPr/>
                  <p:nvPr/>
                </p:nvSpPr>
                <p:spPr>
                  <a:xfrm>
                    <a:off x="4770539" y="3682767"/>
                    <a:ext cx="1208015" cy="1208015"/>
                  </a:xfrm>
                  <a:prstGeom prst="cub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1" name="Cube 430">
                    <a:extLst>
                      <a:ext uri="{FF2B5EF4-FFF2-40B4-BE49-F238E27FC236}">
                        <a16:creationId xmlns:a16="http://schemas.microsoft.com/office/drawing/2014/main" id="{012053E2-1A9C-4D64-AEA8-9B81643B88FF}"/>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2" name="Cube 431">
                    <a:extLst>
                      <a:ext uri="{FF2B5EF4-FFF2-40B4-BE49-F238E27FC236}">
                        <a16:creationId xmlns:a16="http://schemas.microsoft.com/office/drawing/2014/main" id="{E8D39CD5-29C3-435D-A28A-A891B6241656}"/>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417" name="Group 416">
                  <a:extLst>
                    <a:ext uri="{FF2B5EF4-FFF2-40B4-BE49-F238E27FC236}">
                      <a16:creationId xmlns:a16="http://schemas.microsoft.com/office/drawing/2014/main" id="{3E25A91C-DB8E-4744-9DA0-CF95DCE96237}"/>
                    </a:ext>
                  </a:extLst>
                </p:cNvPr>
                <p:cNvGrpSpPr/>
                <p:nvPr/>
              </p:nvGrpSpPr>
              <p:grpSpPr>
                <a:xfrm>
                  <a:off x="6116969" y="1909440"/>
                  <a:ext cx="1208016" cy="4810388"/>
                  <a:chOff x="4770538" y="1892416"/>
                  <a:chExt cx="1208016" cy="4810388"/>
                </a:xfrm>
              </p:grpSpPr>
              <p:sp>
                <p:nvSpPr>
                  <p:cNvPr id="423" name="Cube 422">
                    <a:extLst>
                      <a:ext uri="{FF2B5EF4-FFF2-40B4-BE49-F238E27FC236}">
                        <a16:creationId xmlns:a16="http://schemas.microsoft.com/office/drawing/2014/main" id="{A29E0B7E-011D-4FB3-BACC-D66ED2EB3FEF}"/>
                      </a:ext>
                    </a:extLst>
                  </p:cNvPr>
                  <p:cNvSpPr/>
                  <p:nvPr/>
                </p:nvSpPr>
                <p:spPr>
                  <a:xfrm>
                    <a:off x="4770539" y="5494789"/>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4" name="Cube 423">
                    <a:extLst>
                      <a:ext uri="{FF2B5EF4-FFF2-40B4-BE49-F238E27FC236}">
                        <a16:creationId xmlns:a16="http://schemas.microsoft.com/office/drawing/2014/main" id="{193F4412-B9A6-474B-AA48-FE3111457E4C}"/>
                      </a:ext>
                    </a:extLst>
                  </p:cNvPr>
                  <p:cNvSpPr/>
                  <p:nvPr/>
                </p:nvSpPr>
                <p:spPr>
                  <a:xfrm>
                    <a:off x="4770539" y="459017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5" name="Cube 424">
                    <a:extLst>
                      <a:ext uri="{FF2B5EF4-FFF2-40B4-BE49-F238E27FC236}">
                        <a16:creationId xmlns:a16="http://schemas.microsoft.com/office/drawing/2014/main" id="{8ED34D10-3263-412A-BAED-F88336C265D3}"/>
                      </a:ext>
                    </a:extLst>
                  </p:cNvPr>
                  <p:cNvSpPr/>
                  <p:nvPr/>
                </p:nvSpPr>
                <p:spPr>
                  <a:xfrm>
                    <a:off x="4770539" y="3682767"/>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6" name="Cube 425">
                    <a:extLst>
                      <a:ext uri="{FF2B5EF4-FFF2-40B4-BE49-F238E27FC236}">
                        <a16:creationId xmlns:a16="http://schemas.microsoft.com/office/drawing/2014/main" id="{1B34724B-3A6E-4939-AD31-03EB9A750BDE}"/>
                      </a:ext>
                    </a:extLst>
                  </p:cNvPr>
                  <p:cNvSpPr/>
                  <p:nvPr/>
                </p:nvSpPr>
                <p:spPr>
                  <a:xfrm>
                    <a:off x="4770539" y="2778154"/>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7" name="Cube 426">
                    <a:extLst>
                      <a:ext uri="{FF2B5EF4-FFF2-40B4-BE49-F238E27FC236}">
                        <a16:creationId xmlns:a16="http://schemas.microsoft.com/office/drawing/2014/main" id="{26DFB6A0-36A8-4EDC-9D06-584F1BC77CFF}"/>
                      </a:ext>
                    </a:extLst>
                  </p:cNvPr>
                  <p:cNvSpPr/>
                  <p:nvPr/>
                </p:nvSpPr>
                <p:spPr>
                  <a:xfrm>
                    <a:off x="4770538" y="1892416"/>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18" name="Cube 417">
                  <a:extLst>
                    <a:ext uri="{FF2B5EF4-FFF2-40B4-BE49-F238E27FC236}">
                      <a16:creationId xmlns:a16="http://schemas.microsoft.com/office/drawing/2014/main" id="{B83F7246-30B0-4E20-85F7-A03B2495E987}"/>
                    </a:ext>
                  </a:extLst>
                </p:cNvPr>
                <p:cNvSpPr/>
                <p:nvPr/>
              </p:nvSpPr>
              <p:spPr>
                <a:xfrm>
                  <a:off x="7024376" y="5511813"/>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9" name="Cube 418">
                  <a:extLst>
                    <a:ext uri="{FF2B5EF4-FFF2-40B4-BE49-F238E27FC236}">
                      <a16:creationId xmlns:a16="http://schemas.microsoft.com/office/drawing/2014/main" id="{3531C9FA-4ABC-4678-85D4-84746AAE966C}"/>
                    </a:ext>
                  </a:extLst>
                </p:cNvPr>
                <p:cNvSpPr/>
                <p:nvPr/>
              </p:nvSpPr>
              <p:spPr>
                <a:xfrm>
                  <a:off x="7024376" y="460720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0" name="Cube 419">
                  <a:extLst>
                    <a:ext uri="{FF2B5EF4-FFF2-40B4-BE49-F238E27FC236}">
                      <a16:creationId xmlns:a16="http://schemas.microsoft.com/office/drawing/2014/main" id="{EE0EF47A-5866-4F64-B977-A5265A51F213}"/>
                    </a:ext>
                  </a:extLst>
                </p:cNvPr>
                <p:cNvSpPr/>
                <p:nvPr/>
              </p:nvSpPr>
              <p:spPr>
                <a:xfrm>
                  <a:off x="7024376" y="3699791"/>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1" name="Cube 420">
                  <a:extLst>
                    <a:ext uri="{FF2B5EF4-FFF2-40B4-BE49-F238E27FC236}">
                      <a16:creationId xmlns:a16="http://schemas.microsoft.com/office/drawing/2014/main" id="{32E31362-5391-4ECA-95BB-ACB280CF2E38}"/>
                    </a:ext>
                  </a:extLst>
                </p:cNvPr>
                <p:cNvSpPr/>
                <p:nvPr/>
              </p:nvSpPr>
              <p:spPr>
                <a:xfrm>
                  <a:off x="7024376" y="2795178"/>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2" name="Cube 421">
                  <a:extLst>
                    <a:ext uri="{FF2B5EF4-FFF2-40B4-BE49-F238E27FC236}">
                      <a16:creationId xmlns:a16="http://schemas.microsoft.com/office/drawing/2014/main" id="{835CA1B8-772A-429C-B9AC-15A0EDE9A242}"/>
                    </a:ext>
                  </a:extLst>
                </p:cNvPr>
                <p:cNvSpPr/>
                <p:nvPr/>
              </p:nvSpPr>
              <p:spPr>
                <a:xfrm>
                  <a:off x="7024375" y="1909440"/>
                  <a:ext cx="1208015" cy="120801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3" name="Group 352">
                <a:extLst>
                  <a:ext uri="{FF2B5EF4-FFF2-40B4-BE49-F238E27FC236}">
                    <a16:creationId xmlns:a16="http://schemas.microsoft.com/office/drawing/2014/main" id="{E418AFD6-41BA-43A4-AADF-3BE49B52CFC1}"/>
                  </a:ext>
                </a:extLst>
              </p:cNvPr>
              <p:cNvGrpSpPr/>
              <p:nvPr/>
            </p:nvGrpSpPr>
            <p:grpSpPr>
              <a:xfrm>
                <a:off x="3698818" y="2720303"/>
                <a:ext cx="3636062" cy="3596861"/>
                <a:chOff x="3369577" y="1909440"/>
                <a:chExt cx="4862814" cy="4810388"/>
              </a:xfrm>
              <a:noFill/>
            </p:grpSpPr>
            <p:grpSp>
              <p:nvGrpSpPr>
                <p:cNvPr id="385" name="Group 384">
                  <a:extLst>
                    <a:ext uri="{FF2B5EF4-FFF2-40B4-BE49-F238E27FC236}">
                      <a16:creationId xmlns:a16="http://schemas.microsoft.com/office/drawing/2014/main" id="{B67EC543-8DC2-4137-993D-68709E83152F}"/>
                    </a:ext>
                  </a:extLst>
                </p:cNvPr>
                <p:cNvGrpSpPr/>
                <p:nvPr/>
              </p:nvGrpSpPr>
              <p:grpSpPr>
                <a:xfrm>
                  <a:off x="3369577" y="1909440"/>
                  <a:ext cx="1208016" cy="4810388"/>
                  <a:chOff x="4770538" y="1892416"/>
                  <a:chExt cx="1208016" cy="4810388"/>
                </a:xfrm>
                <a:grpFill/>
              </p:grpSpPr>
              <p:sp>
                <p:nvSpPr>
                  <p:cNvPr id="409" name="Cube 408">
                    <a:extLst>
                      <a:ext uri="{FF2B5EF4-FFF2-40B4-BE49-F238E27FC236}">
                        <a16:creationId xmlns:a16="http://schemas.microsoft.com/office/drawing/2014/main" id="{4288425F-EFBD-4124-9D15-9EE47798CE99}"/>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0" name="Cube 409">
                    <a:extLst>
                      <a:ext uri="{FF2B5EF4-FFF2-40B4-BE49-F238E27FC236}">
                        <a16:creationId xmlns:a16="http://schemas.microsoft.com/office/drawing/2014/main" id="{A9B9F7C7-1ECB-417C-9F86-3462CCAE49AD}"/>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1" name="Cube 410">
                    <a:extLst>
                      <a:ext uri="{FF2B5EF4-FFF2-40B4-BE49-F238E27FC236}">
                        <a16:creationId xmlns:a16="http://schemas.microsoft.com/office/drawing/2014/main" id="{F8BDDBA7-22A5-4D6F-937A-C918CB603F93}"/>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2" name="Cube 411">
                    <a:extLst>
                      <a:ext uri="{FF2B5EF4-FFF2-40B4-BE49-F238E27FC236}">
                        <a16:creationId xmlns:a16="http://schemas.microsoft.com/office/drawing/2014/main" id="{B6517C2F-31E1-496F-975B-466AF85D45B3}"/>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3" name="Cube 412">
                    <a:extLst>
                      <a:ext uri="{FF2B5EF4-FFF2-40B4-BE49-F238E27FC236}">
                        <a16:creationId xmlns:a16="http://schemas.microsoft.com/office/drawing/2014/main" id="{BB11D363-9C7C-4DD3-AFB9-A1C6669C1C25}"/>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86" name="Group 385">
                  <a:extLst>
                    <a:ext uri="{FF2B5EF4-FFF2-40B4-BE49-F238E27FC236}">
                      <a16:creationId xmlns:a16="http://schemas.microsoft.com/office/drawing/2014/main" id="{387A1A55-E3BD-49E3-9193-0DE0B380D9F0}"/>
                    </a:ext>
                  </a:extLst>
                </p:cNvPr>
                <p:cNvGrpSpPr/>
                <p:nvPr/>
              </p:nvGrpSpPr>
              <p:grpSpPr>
                <a:xfrm>
                  <a:off x="4285375" y="1909440"/>
                  <a:ext cx="1208016" cy="4810388"/>
                  <a:chOff x="4770538" y="1892416"/>
                  <a:chExt cx="1208016" cy="4810388"/>
                </a:xfrm>
                <a:grpFill/>
              </p:grpSpPr>
              <p:sp>
                <p:nvSpPr>
                  <p:cNvPr id="404" name="Cube 403">
                    <a:extLst>
                      <a:ext uri="{FF2B5EF4-FFF2-40B4-BE49-F238E27FC236}">
                        <a16:creationId xmlns:a16="http://schemas.microsoft.com/office/drawing/2014/main" id="{541558DB-5203-40E2-86E6-293AF0520501}"/>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5" name="Cube 404">
                    <a:extLst>
                      <a:ext uri="{FF2B5EF4-FFF2-40B4-BE49-F238E27FC236}">
                        <a16:creationId xmlns:a16="http://schemas.microsoft.com/office/drawing/2014/main" id="{CF4D0591-E230-49B3-9ACC-B062D574C714}"/>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6" name="Cube 405">
                    <a:extLst>
                      <a:ext uri="{FF2B5EF4-FFF2-40B4-BE49-F238E27FC236}">
                        <a16:creationId xmlns:a16="http://schemas.microsoft.com/office/drawing/2014/main" id="{67105CFD-25B2-4153-B5E2-C3970BE99BFC}"/>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7" name="Cube 406">
                    <a:extLst>
                      <a:ext uri="{FF2B5EF4-FFF2-40B4-BE49-F238E27FC236}">
                        <a16:creationId xmlns:a16="http://schemas.microsoft.com/office/drawing/2014/main" id="{143133CD-17AE-4FBA-9E7C-ADD907A225EA}"/>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8" name="Cube 407">
                    <a:extLst>
                      <a:ext uri="{FF2B5EF4-FFF2-40B4-BE49-F238E27FC236}">
                        <a16:creationId xmlns:a16="http://schemas.microsoft.com/office/drawing/2014/main" id="{FC60F161-3D3F-48CB-9101-DBF5682D7FF4}"/>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87" name="Group 386">
                  <a:extLst>
                    <a:ext uri="{FF2B5EF4-FFF2-40B4-BE49-F238E27FC236}">
                      <a16:creationId xmlns:a16="http://schemas.microsoft.com/office/drawing/2014/main" id="{33548746-8100-458E-BFE8-736EF1548EAD}"/>
                    </a:ext>
                  </a:extLst>
                </p:cNvPr>
                <p:cNvGrpSpPr/>
                <p:nvPr/>
              </p:nvGrpSpPr>
              <p:grpSpPr>
                <a:xfrm>
                  <a:off x="5201171" y="1909440"/>
                  <a:ext cx="1208016" cy="4810388"/>
                  <a:chOff x="4770538" y="1892416"/>
                  <a:chExt cx="1208016" cy="4810388"/>
                </a:xfrm>
                <a:grpFill/>
              </p:grpSpPr>
              <p:sp>
                <p:nvSpPr>
                  <p:cNvPr id="399" name="Cube 398">
                    <a:extLst>
                      <a:ext uri="{FF2B5EF4-FFF2-40B4-BE49-F238E27FC236}">
                        <a16:creationId xmlns:a16="http://schemas.microsoft.com/office/drawing/2014/main" id="{5A1886B4-E71D-43F9-AD02-0ECA9CBBF9B6}"/>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0" name="Cube 399">
                    <a:extLst>
                      <a:ext uri="{FF2B5EF4-FFF2-40B4-BE49-F238E27FC236}">
                        <a16:creationId xmlns:a16="http://schemas.microsoft.com/office/drawing/2014/main" id="{CC289E87-E0A3-472F-8DB1-33D410BF5550}"/>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1" name="Cube 400">
                    <a:extLst>
                      <a:ext uri="{FF2B5EF4-FFF2-40B4-BE49-F238E27FC236}">
                        <a16:creationId xmlns:a16="http://schemas.microsoft.com/office/drawing/2014/main" id="{2BD0B993-8C10-4FC7-AF01-D4B88E20C94F}"/>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2" name="Cube 401">
                    <a:extLst>
                      <a:ext uri="{FF2B5EF4-FFF2-40B4-BE49-F238E27FC236}">
                        <a16:creationId xmlns:a16="http://schemas.microsoft.com/office/drawing/2014/main" id="{C7D06411-ECB1-45AB-93D0-300ABCD6A62B}"/>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3" name="Cube 402">
                    <a:extLst>
                      <a:ext uri="{FF2B5EF4-FFF2-40B4-BE49-F238E27FC236}">
                        <a16:creationId xmlns:a16="http://schemas.microsoft.com/office/drawing/2014/main" id="{9CB7C4E2-5052-42DC-8063-AACFDE815541}"/>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88" name="Group 387">
                  <a:extLst>
                    <a:ext uri="{FF2B5EF4-FFF2-40B4-BE49-F238E27FC236}">
                      <a16:creationId xmlns:a16="http://schemas.microsoft.com/office/drawing/2014/main" id="{73EEC686-7A0F-4718-86E1-9D85B1F4EDF5}"/>
                    </a:ext>
                  </a:extLst>
                </p:cNvPr>
                <p:cNvGrpSpPr/>
                <p:nvPr/>
              </p:nvGrpSpPr>
              <p:grpSpPr>
                <a:xfrm>
                  <a:off x="6116969" y="1909440"/>
                  <a:ext cx="1208016" cy="4810388"/>
                  <a:chOff x="4770538" y="1892416"/>
                  <a:chExt cx="1208016" cy="4810388"/>
                </a:xfrm>
                <a:grpFill/>
              </p:grpSpPr>
              <p:sp>
                <p:nvSpPr>
                  <p:cNvPr id="394" name="Cube 393">
                    <a:extLst>
                      <a:ext uri="{FF2B5EF4-FFF2-40B4-BE49-F238E27FC236}">
                        <a16:creationId xmlns:a16="http://schemas.microsoft.com/office/drawing/2014/main" id="{65786D52-E07E-40DC-B0F7-9A0FC8EB6DCC}"/>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5" name="Cube 394">
                    <a:extLst>
                      <a:ext uri="{FF2B5EF4-FFF2-40B4-BE49-F238E27FC236}">
                        <a16:creationId xmlns:a16="http://schemas.microsoft.com/office/drawing/2014/main" id="{6C049F4C-56DD-4F4B-ABC3-BFE765663E46}"/>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6" name="Cube 395">
                    <a:extLst>
                      <a:ext uri="{FF2B5EF4-FFF2-40B4-BE49-F238E27FC236}">
                        <a16:creationId xmlns:a16="http://schemas.microsoft.com/office/drawing/2014/main" id="{E332A922-86C5-428F-88BE-A7CD0D5FF793}"/>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7" name="Cube 396">
                    <a:extLst>
                      <a:ext uri="{FF2B5EF4-FFF2-40B4-BE49-F238E27FC236}">
                        <a16:creationId xmlns:a16="http://schemas.microsoft.com/office/drawing/2014/main" id="{0F3FCF41-8727-442A-A108-5E6C8FF22E49}"/>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8" name="Cube 397">
                    <a:extLst>
                      <a:ext uri="{FF2B5EF4-FFF2-40B4-BE49-F238E27FC236}">
                        <a16:creationId xmlns:a16="http://schemas.microsoft.com/office/drawing/2014/main" id="{587D2C39-261D-415D-BAC9-4B67BEC53638}"/>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89" name="Cube 388">
                  <a:extLst>
                    <a:ext uri="{FF2B5EF4-FFF2-40B4-BE49-F238E27FC236}">
                      <a16:creationId xmlns:a16="http://schemas.microsoft.com/office/drawing/2014/main" id="{2096537C-1CB6-4278-B6A5-2654FEE31E71}"/>
                    </a:ext>
                  </a:extLst>
                </p:cNvPr>
                <p:cNvSpPr/>
                <p:nvPr/>
              </p:nvSpPr>
              <p:spPr>
                <a:xfrm>
                  <a:off x="7024376" y="5511813"/>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0" name="Cube 389">
                  <a:extLst>
                    <a:ext uri="{FF2B5EF4-FFF2-40B4-BE49-F238E27FC236}">
                      <a16:creationId xmlns:a16="http://schemas.microsoft.com/office/drawing/2014/main" id="{71ED2AEB-587B-40AD-B137-CBE86B7357E5}"/>
                    </a:ext>
                  </a:extLst>
                </p:cNvPr>
                <p:cNvSpPr/>
                <p:nvPr/>
              </p:nvSpPr>
              <p:spPr>
                <a:xfrm>
                  <a:off x="7024376" y="4607200"/>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1" name="Cube 390">
                  <a:extLst>
                    <a:ext uri="{FF2B5EF4-FFF2-40B4-BE49-F238E27FC236}">
                      <a16:creationId xmlns:a16="http://schemas.microsoft.com/office/drawing/2014/main" id="{B3E4B1E0-D556-4741-A654-AE03DB07C054}"/>
                    </a:ext>
                  </a:extLst>
                </p:cNvPr>
                <p:cNvSpPr/>
                <p:nvPr/>
              </p:nvSpPr>
              <p:spPr>
                <a:xfrm>
                  <a:off x="7024376" y="3699791"/>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2" name="Cube 391">
                  <a:extLst>
                    <a:ext uri="{FF2B5EF4-FFF2-40B4-BE49-F238E27FC236}">
                      <a16:creationId xmlns:a16="http://schemas.microsoft.com/office/drawing/2014/main" id="{3F9274E1-C080-4835-9C56-683B53B76933}"/>
                    </a:ext>
                  </a:extLst>
                </p:cNvPr>
                <p:cNvSpPr/>
                <p:nvPr/>
              </p:nvSpPr>
              <p:spPr>
                <a:xfrm>
                  <a:off x="7024376" y="2795178"/>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3" name="Cube 392">
                  <a:extLst>
                    <a:ext uri="{FF2B5EF4-FFF2-40B4-BE49-F238E27FC236}">
                      <a16:creationId xmlns:a16="http://schemas.microsoft.com/office/drawing/2014/main" id="{1E37EF86-9CB3-4079-A553-E3F3306EAB8F}"/>
                    </a:ext>
                  </a:extLst>
                </p:cNvPr>
                <p:cNvSpPr/>
                <p:nvPr/>
              </p:nvSpPr>
              <p:spPr>
                <a:xfrm>
                  <a:off x="7024375" y="1909440"/>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4" name="Group 353">
                <a:extLst>
                  <a:ext uri="{FF2B5EF4-FFF2-40B4-BE49-F238E27FC236}">
                    <a16:creationId xmlns:a16="http://schemas.microsoft.com/office/drawing/2014/main" id="{8091903F-AC94-4F2C-B5B0-69738A057170}"/>
                  </a:ext>
                </a:extLst>
              </p:cNvPr>
              <p:cNvGrpSpPr/>
              <p:nvPr/>
            </p:nvGrpSpPr>
            <p:grpSpPr>
              <a:xfrm>
                <a:off x="3474045" y="2944297"/>
                <a:ext cx="3636062" cy="3596861"/>
                <a:chOff x="3369577" y="1909440"/>
                <a:chExt cx="4862814" cy="4810388"/>
              </a:xfrm>
              <a:noFill/>
            </p:grpSpPr>
            <p:grpSp>
              <p:nvGrpSpPr>
                <p:cNvPr id="356" name="Group 355">
                  <a:extLst>
                    <a:ext uri="{FF2B5EF4-FFF2-40B4-BE49-F238E27FC236}">
                      <a16:creationId xmlns:a16="http://schemas.microsoft.com/office/drawing/2014/main" id="{2D411454-92F5-488F-8930-F5C8E06293B6}"/>
                    </a:ext>
                  </a:extLst>
                </p:cNvPr>
                <p:cNvGrpSpPr/>
                <p:nvPr/>
              </p:nvGrpSpPr>
              <p:grpSpPr>
                <a:xfrm>
                  <a:off x="3369577" y="1909440"/>
                  <a:ext cx="1208016" cy="4810388"/>
                  <a:chOff x="4770538" y="1892416"/>
                  <a:chExt cx="1208016" cy="4810388"/>
                </a:xfrm>
                <a:grpFill/>
              </p:grpSpPr>
              <p:sp>
                <p:nvSpPr>
                  <p:cNvPr id="380" name="Cube 379">
                    <a:extLst>
                      <a:ext uri="{FF2B5EF4-FFF2-40B4-BE49-F238E27FC236}">
                        <a16:creationId xmlns:a16="http://schemas.microsoft.com/office/drawing/2014/main" id="{E4159E57-FAB9-4AAB-B236-0E96E9F1AD5A}"/>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1" name="Cube 380">
                    <a:extLst>
                      <a:ext uri="{FF2B5EF4-FFF2-40B4-BE49-F238E27FC236}">
                        <a16:creationId xmlns:a16="http://schemas.microsoft.com/office/drawing/2014/main" id="{747F20F2-493C-4AAF-86AC-AA4D69C283B6}"/>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2" name="Cube 381">
                    <a:extLst>
                      <a:ext uri="{FF2B5EF4-FFF2-40B4-BE49-F238E27FC236}">
                        <a16:creationId xmlns:a16="http://schemas.microsoft.com/office/drawing/2014/main" id="{8F1BD347-BF5D-4B42-99CA-101518DA564A}"/>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3" name="Cube 382">
                    <a:extLst>
                      <a:ext uri="{FF2B5EF4-FFF2-40B4-BE49-F238E27FC236}">
                        <a16:creationId xmlns:a16="http://schemas.microsoft.com/office/drawing/2014/main" id="{4DA4F50A-D5FF-47AE-94D7-0D9FBFDF48FA}"/>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4" name="Cube 383">
                    <a:extLst>
                      <a:ext uri="{FF2B5EF4-FFF2-40B4-BE49-F238E27FC236}">
                        <a16:creationId xmlns:a16="http://schemas.microsoft.com/office/drawing/2014/main" id="{B6105E0E-E7BE-4862-AC7C-86748FBAB49A}"/>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7" name="Group 356">
                  <a:extLst>
                    <a:ext uri="{FF2B5EF4-FFF2-40B4-BE49-F238E27FC236}">
                      <a16:creationId xmlns:a16="http://schemas.microsoft.com/office/drawing/2014/main" id="{CA0CB66A-55F3-41A2-9CB4-26F25A3031A4}"/>
                    </a:ext>
                  </a:extLst>
                </p:cNvPr>
                <p:cNvGrpSpPr/>
                <p:nvPr/>
              </p:nvGrpSpPr>
              <p:grpSpPr>
                <a:xfrm>
                  <a:off x="4285375" y="1909440"/>
                  <a:ext cx="1208016" cy="4810388"/>
                  <a:chOff x="4770538" y="1892416"/>
                  <a:chExt cx="1208016" cy="4810388"/>
                </a:xfrm>
                <a:grpFill/>
              </p:grpSpPr>
              <p:sp>
                <p:nvSpPr>
                  <p:cNvPr id="375" name="Cube 374">
                    <a:extLst>
                      <a:ext uri="{FF2B5EF4-FFF2-40B4-BE49-F238E27FC236}">
                        <a16:creationId xmlns:a16="http://schemas.microsoft.com/office/drawing/2014/main" id="{7C1C52B9-879E-4897-8FBD-393B771972E6}"/>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6" name="Cube 375">
                    <a:extLst>
                      <a:ext uri="{FF2B5EF4-FFF2-40B4-BE49-F238E27FC236}">
                        <a16:creationId xmlns:a16="http://schemas.microsoft.com/office/drawing/2014/main" id="{4743530B-73BF-4016-B617-75BDF6F37C65}"/>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7" name="Cube 376">
                    <a:extLst>
                      <a:ext uri="{FF2B5EF4-FFF2-40B4-BE49-F238E27FC236}">
                        <a16:creationId xmlns:a16="http://schemas.microsoft.com/office/drawing/2014/main" id="{607B56AB-CA88-4C22-B197-FBC0648E48AF}"/>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8" name="Cube 377">
                    <a:extLst>
                      <a:ext uri="{FF2B5EF4-FFF2-40B4-BE49-F238E27FC236}">
                        <a16:creationId xmlns:a16="http://schemas.microsoft.com/office/drawing/2014/main" id="{DB320DF0-4F5E-4163-8E6B-920D564F3606}"/>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9" name="Cube 378">
                    <a:extLst>
                      <a:ext uri="{FF2B5EF4-FFF2-40B4-BE49-F238E27FC236}">
                        <a16:creationId xmlns:a16="http://schemas.microsoft.com/office/drawing/2014/main" id="{45AD9975-9480-4D70-8C4D-79BF05C577D7}"/>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8" name="Group 357">
                  <a:extLst>
                    <a:ext uri="{FF2B5EF4-FFF2-40B4-BE49-F238E27FC236}">
                      <a16:creationId xmlns:a16="http://schemas.microsoft.com/office/drawing/2014/main" id="{3D6A5D91-92CC-47F1-A220-A3DF644C1C9E}"/>
                    </a:ext>
                  </a:extLst>
                </p:cNvPr>
                <p:cNvGrpSpPr/>
                <p:nvPr/>
              </p:nvGrpSpPr>
              <p:grpSpPr>
                <a:xfrm>
                  <a:off x="5201171" y="1909440"/>
                  <a:ext cx="1208016" cy="4810388"/>
                  <a:chOff x="4770538" y="1892416"/>
                  <a:chExt cx="1208016" cy="4810388"/>
                </a:xfrm>
                <a:grpFill/>
              </p:grpSpPr>
              <p:sp>
                <p:nvSpPr>
                  <p:cNvPr id="370" name="Cube 369">
                    <a:extLst>
                      <a:ext uri="{FF2B5EF4-FFF2-40B4-BE49-F238E27FC236}">
                        <a16:creationId xmlns:a16="http://schemas.microsoft.com/office/drawing/2014/main" id="{6C272963-24AD-4695-A553-28C7DDD02DC4}"/>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1" name="Cube 370">
                    <a:extLst>
                      <a:ext uri="{FF2B5EF4-FFF2-40B4-BE49-F238E27FC236}">
                        <a16:creationId xmlns:a16="http://schemas.microsoft.com/office/drawing/2014/main" id="{EA3EA2D9-1628-4FBE-8C08-BC6AED8881F6}"/>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2" name="Cube 371">
                    <a:extLst>
                      <a:ext uri="{FF2B5EF4-FFF2-40B4-BE49-F238E27FC236}">
                        <a16:creationId xmlns:a16="http://schemas.microsoft.com/office/drawing/2014/main" id="{5B530F40-B2BD-4F84-9F4C-A3AB7199FA75}"/>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3" name="Cube 372">
                    <a:extLst>
                      <a:ext uri="{FF2B5EF4-FFF2-40B4-BE49-F238E27FC236}">
                        <a16:creationId xmlns:a16="http://schemas.microsoft.com/office/drawing/2014/main" id="{3B134030-D58E-487F-8355-CE4D8B0D5B05}"/>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4" name="Cube 373">
                    <a:extLst>
                      <a:ext uri="{FF2B5EF4-FFF2-40B4-BE49-F238E27FC236}">
                        <a16:creationId xmlns:a16="http://schemas.microsoft.com/office/drawing/2014/main" id="{90164B8F-C1E3-4486-821C-2397DCF08612}"/>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59" name="Group 358">
                  <a:extLst>
                    <a:ext uri="{FF2B5EF4-FFF2-40B4-BE49-F238E27FC236}">
                      <a16:creationId xmlns:a16="http://schemas.microsoft.com/office/drawing/2014/main" id="{BC7C9317-0869-4F2C-886E-81714DEFF2A9}"/>
                    </a:ext>
                  </a:extLst>
                </p:cNvPr>
                <p:cNvGrpSpPr/>
                <p:nvPr/>
              </p:nvGrpSpPr>
              <p:grpSpPr>
                <a:xfrm>
                  <a:off x="6116969" y="1909440"/>
                  <a:ext cx="1208016" cy="4810388"/>
                  <a:chOff x="4770538" y="1892416"/>
                  <a:chExt cx="1208016" cy="4810388"/>
                </a:xfrm>
                <a:grpFill/>
              </p:grpSpPr>
              <p:sp>
                <p:nvSpPr>
                  <p:cNvPr id="365" name="Cube 364">
                    <a:extLst>
                      <a:ext uri="{FF2B5EF4-FFF2-40B4-BE49-F238E27FC236}">
                        <a16:creationId xmlns:a16="http://schemas.microsoft.com/office/drawing/2014/main" id="{3D5F2DDF-F747-4465-B87D-79714AF91E1E}"/>
                      </a:ext>
                    </a:extLst>
                  </p:cNvPr>
                  <p:cNvSpPr/>
                  <p:nvPr/>
                </p:nvSpPr>
                <p:spPr>
                  <a:xfrm>
                    <a:off x="4770539" y="5494789"/>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6" name="Cube 365">
                    <a:extLst>
                      <a:ext uri="{FF2B5EF4-FFF2-40B4-BE49-F238E27FC236}">
                        <a16:creationId xmlns:a16="http://schemas.microsoft.com/office/drawing/2014/main" id="{033660F6-1517-4A48-B877-27BAAA15E9FE}"/>
                      </a:ext>
                    </a:extLst>
                  </p:cNvPr>
                  <p:cNvSpPr/>
                  <p:nvPr/>
                </p:nvSpPr>
                <p:spPr>
                  <a:xfrm>
                    <a:off x="4770539" y="459017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7" name="Cube 366">
                    <a:extLst>
                      <a:ext uri="{FF2B5EF4-FFF2-40B4-BE49-F238E27FC236}">
                        <a16:creationId xmlns:a16="http://schemas.microsoft.com/office/drawing/2014/main" id="{085858E4-4A86-4AA6-B3F7-08ED27D9E1E4}"/>
                      </a:ext>
                    </a:extLst>
                  </p:cNvPr>
                  <p:cNvSpPr/>
                  <p:nvPr/>
                </p:nvSpPr>
                <p:spPr>
                  <a:xfrm>
                    <a:off x="4770539" y="3682767"/>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8" name="Cube 367">
                    <a:extLst>
                      <a:ext uri="{FF2B5EF4-FFF2-40B4-BE49-F238E27FC236}">
                        <a16:creationId xmlns:a16="http://schemas.microsoft.com/office/drawing/2014/main" id="{8B8EBEBC-6395-4723-A49B-6635ABFEAF95}"/>
                      </a:ext>
                    </a:extLst>
                  </p:cNvPr>
                  <p:cNvSpPr/>
                  <p:nvPr/>
                </p:nvSpPr>
                <p:spPr>
                  <a:xfrm>
                    <a:off x="4770539" y="2778154"/>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9" name="Cube 368">
                    <a:extLst>
                      <a:ext uri="{FF2B5EF4-FFF2-40B4-BE49-F238E27FC236}">
                        <a16:creationId xmlns:a16="http://schemas.microsoft.com/office/drawing/2014/main" id="{0DFB59CF-AE9F-43FA-A2F6-F43327B181A4}"/>
                      </a:ext>
                    </a:extLst>
                  </p:cNvPr>
                  <p:cNvSpPr/>
                  <p:nvPr/>
                </p:nvSpPr>
                <p:spPr>
                  <a:xfrm>
                    <a:off x="4770538" y="1892416"/>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60" name="Cube 359">
                  <a:extLst>
                    <a:ext uri="{FF2B5EF4-FFF2-40B4-BE49-F238E27FC236}">
                      <a16:creationId xmlns:a16="http://schemas.microsoft.com/office/drawing/2014/main" id="{DFDEDD23-4259-47DE-B929-25A89E82795A}"/>
                    </a:ext>
                  </a:extLst>
                </p:cNvPr>
                <p:cNvSpPr/>
                <p:nvPr/>
              </p:nvSpPr>
              <p:spPr>
                <a:xfrm>
                  <a:off x="7024376" y="5511813"/>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1" name="Cube 360">
                  <a:extLst>
                    <a:ext uri="{FF2B5EF4-FFF2-40B4-BE49-F238E27FC236}">
                      <a16:creationId xmlns:a16="http://schemas.microsoft.com/office/drawing/2014/main" id="{D1DAAF93-BB1E-4F3E-9FF0-232CDF9841F9}"/>
                    </a:ext>
                  </a:extLst>
                </p:cNvPr>
                <p:cNvSpPr/>
                <p:nvPr/>
              </p:nvSpPr>
              <p:spPr>
                <a:xfrm>
                  <a:off x="7024376" y="4607200"/>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2" name="Cube 361">
                  <a:extLst>
                    <a:ext uri="{FF2B5EF4-FFF2-40B4-BE49-F238E27FC236}">
                      <a16:creationId xmlns:a16="http://schemas.microsoft.com/office/drawing/2014/main" id="{5635CC23-6C53-4B21-83B7-CBC8FEEC2431}"/>
                    </a:ext>
                  </a:extLst>
                </p:cNvPr>
                <p:cNvSpPr/>
                <p:nvPr/>
              </p:nvSpPr>
              <p:spPr>
                <a:xfrm>
                  <a:off x="7024376" y="3699791"/>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3" name="Cube 362">
                  <a:extLst>
                    <a:ext uri="{FF2B5EF4-FFF2-40B4-BE49-F238E27FC236}">
                      <a16:creationId xmlns:a16="http://schemas.microsoft.com/office/drawing/2014/main" id="{830A7AD4-9C65-43CF-8CC9-B47BA82C2A22}"/>
                    </a:ext>
                  </a:extLst>
                </p:cNvPr>
                <p:cNvSpPr/>
                <p:nvPr/>
              </p:nvSpPr>
              <p:spPr>
                <a:xfrm>
                  <a:off x="7024376" y="2795178"/>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4" name="Cube 363">
                  <a:extLst>
                    <a:ext uri="{FF2B5EF4-FFF2-40B4-BE49-F238E27FC236}">
                      <a16:creationId xmlns:a16="http://schemas.microsoft.com/office/drawing/2014/main" id="{C025D08F-74C7-440D-8BBC-FB5071942294}"/>
                    </a:ext>
                  </a:extLst>
                </p:cNvPr>
                <p:cNvSpPr/>
                <p:nvPr/>
              </p:nvSpPr>
              <p:spPr>
                <a:xfrm>
                  <a:off x="7024375" y="1909440"/>
                  <a:ext cx="1208015" cy="1208015"/>
                </a:xfrm>
                <a:prstGeom prst="cub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55" name="TextBox 354">
                <a:extLst>
                  <a:ext uri="{FF2B5EF4-FFF2-40B4-BE49-F238E27FC236}">
                    <a16:creationId xmlns:a16="http://schemas.microsoft.com/office/drawing/2014/main" id="{13146FD5-5DD0-4F6D-9D01-CF99FB3C4C42}"/>
                  </a:ext>
                </a:extLst>
              </p:cNvPr>
              <p:cNvSpPr txBox="1"/>
              <p:nvPr/>
            </p:nvSpPr>
            <p:spPr>
              <a:xfrm>
                <a:off x="2939666" y="3188427"/>
                <a:ext cx="436228" cy="3426579"/>
              </a:xfrm>
              <a:prstGeom prst="rect">
                <a:avLst/>
              </a:prstGeom>
              <a:noFill/>
            </p:spPr>
            <p:txBody>
              <a:bodyPr wrap="square" rtlCol="0">
                <a:spAutoFit/>
              </a:bodyPr>
              <a:lstStyle/>
              <a:p>
                <a:pPr>
                  <a:lnSpc>
                    <a:spcPts val="5200"/>
                  </a:lnSpc>
                </a:pPr>
                <a:r>
                  <a:rPr lang="en-GB" sz="4000" dirty="0"/>
                  <a:t>0</a:t>
                </a:r>
              </a:p>
              <a:p>
                <a:pPr>
                  <a:lnSpc>
                    <a:spcPts val="5200"/>
                  </a:lnSpc>
                </a:pPr>
                <a:r>
                  <a:rPr lang="en-GB" sz="4000" dirty="0"/>
                  <a:t>1</a:t>
                </a:r>
              </a:p>
              <a:p>
                <a:pPr>
                  <a:lnSpc>
                    <a:spcPts val="5200"/>
                  </a:lnSpc>
                </a:pPr>
                <a:r>
                  <a:rPr lang="en-GB" sz="4000" dirty="0"/>
                  <a:t>2</a:t>
                </a:r>
              </a:p>
              <a:p>
                <a:pPr>
                  <a:lnSpc>
                    <a:spcPts val="5200"/>
                  </a:lnSpc>
                </a:pPr>
                <a:r>
                  <a:rPr lang="en-GB" sz="4000" dirty="0"/>
                  <a:t>3</a:t>
                </a:r>
              </a:p>
              <a:p>
                <a:pPr>
                  <a:lnSpc>
                    <a:spcPts val="5200"/>
                  </a:lnSpc>
                </a:pPr>
                <a:r>
                  <a:rPr lang="en-GB" sz="4000" dirty="0"/>
                  <a:t>4</a:t>
                </a:r>
              </a:p>
            </p:txBody>
          </p:sp>
        </p:grpSp>
        <p:sp>
          <p:nvSpPr>
            <p:cNvPr id="502" name="TextBox 501">
              <a:extLst>
                <a:ext uri="{FF2B5EF4-FFF2-40B4-BE49-F238E27FC236}">
                  <a16:creationId xmlns:a16="http://schemas.microsoft.com/office/drawing/2014/main" id="{F6384E50-9305-4909-9B67-2B7D7F7BC248}"/>
                </a:ext>
              </a:extLst>
            </p:cNvPr>
            <p:cNvSpPr txBox="1"/>
            <p:nvPr/>
          </p:nvSpPr>
          <p:spPr>
            <a:xfrm>
              <a:off x="4987210" y="1079596"/>
              <a:ext cx="436228" cy="920252"/>
            </a:xfrm>
            <a:prstGeom prst="rect">
              <a:avLst/>
            </a:prstGeom>
            <a:noFill/>
          </p:spPr>
          <p:txBody>
            <a:bodyPr wrap="square" rtlCol="0">
              <a:spAutoFit/>
            </a:bodyPr>
            <a:lstStyle/>
            <a:p>
              <a:pPr>
                <a:lnSpc>
                  <a:spcPct val="150000"/>
                </a:lnSpc>
              </a:pPr>
              <a:r>
                <a:rPr lang="en-GB" sz="4000" dirty="0"/>
                <a:t>0</a:t>
              </a:r>
            </a:p>
          </p:txBody>
        </p:sp>
        <p:sp>
          <p:nvSpPr>
            <p:cNvPr id="503" name="TextBox 502">
              <a:extLst>
                <a:ext uri="{FF2B5EF4-FFF2-40B4-BE49-F238E27FC236}">
                  <a16:creationId xmlns:a16="http://schemas.microsoft.com/office/drawing/2014/main" id="{79783800-4405-49B4-89CA-5C5D89FF83B9}"/>
                </a:ext>
              </a:extLst>
            </p:cNvPr>
            <p:cNvSpPr txBox="1"/>
            <p:nvPr/>
          </p:nvSpPr>
          <p:spPr>
            <a:xfrm>
              <a:off x="4725136" y="1287691"/>
              <a:ext cx="436228" cy="920252"/>
            </a:xfrm>
            <a:prstGeom prst="rect">
              <a:avLst/>
            </a:prstGeom>
            <a:noFill/>
          </p:spPr>
          <p:txBody>
            <a:bodyPr wrap="square" rtlCol="0">
              <a:spAutoFit/>
            </a:bodyPr>
            <a:lstStyle/>
            <a:p>
              <a:pPr>
                <a:lnSpc>
                  <a:spcPct val="150000"/>
                </a:lnSpc>
              </a:pPr>
              <a:r>
                <a:rPr lang="en-GB" sz="4000" dirty="0"/>
                <a:t>1</a:t>
              </a:r>
            </a:p>
          </p:txBody>
        </p:sp>
        <p:sp>
          <p:nvSpPr>
            <p:cNvPr id="504" name="TextBox 503">
              <a:extLst>
                <a:ext uri="{FF2B5EF4-FFF2-40B4-BE49-F238E27FC236}">
                  <a16:creationId xmlns:a16="http://schemas.microsoft.com/office/drawing/2014/main" id="{BFF272F7-844D-4623-A07E-6CDDE72F7B62}"/>
                </a:ext>
              </a:extLst>
            </p:cNvPr>
            <p:cNvSpPr txBox="1"/>
            <p:nvPr/>
          </p:nvSpPr>
          <p:spPr>
            <a:xfrm>
              <a:off x="4485171" y="1527022"/>
              <a:ext cx="436228" cy="920252"/>
            </a:xfrm>
            <a:prstGeom prst="rect">
              <a:avLst/>
            </a:prstGeom>
            <a:noFill/>
          </p:spPr>
          <p:txBody>
            <a:bodyPr wrap="square" rtlCol="0">
              <a:spAutoFit/>
            </a:bodyPr>
            <a:lstStyle/>
            <a:p>
              <a:pPr>
                <a:lnSpc>
                  <a:spcPct val="150000"/>
                </a:lnSpc>
              </a:pPr>
              <a:r>
                <a:rPr lang="en-GB" sz="4000" dirty="0"/>
                <a:t>2</a:t>
              </a:r>
            </a:p>
          </p:txBody>
        </p:sp>
        <p:sp>
          <p:nvSpPr>
            <p:cNvPr id="505" name="TextBox 504">
              <a:extLst>
                <a:ext uri="{FF2B5EF4-FFF2-40B4-BE49-F238E27FC236}">
                  <a16:creationId xmlns:a16="http://schemas.microsoft.com/office/drawing/2014/main" id="{2AE30A6B-958A-4516-B860-4876B9368344}"/>
                </a:ext>
              </a:extLst>
            </p:cNvPr>
            <p:cNvSpPr txBox="1"/>
            <p:nvPr/>
          </p:nvSpPr>
          <p:spPr>
            <a:xfrm>
              <a:off x="4241654" y="1767693"/>
              <a:ext cx="436228" cy="920252"/>
            </a:xfrm>
            <a:prstGeom prst="rect">
              <a:avLst/>
            </a:prstGeom>
            <a:noFill/>
          </p:spPr>
          <p:txBody>
            <a:bodyPr wrap="square" rtlCol="0">
              <a:spAutoFit/>
            </a:bodyPr>
            <a:lstStyle/>
            <a:p>
              <a:pPr>
                <a:lnSpc>
                  <a:spcPct val="150000"/>
                </a:lnSpc>
              </a:pPr>
              <a:r>
                <a:rPr lang="en-GB" sz="4000" dirty="0"/>
                <a:t>3</a:t>
              </a:r>
            </a:p>
          </p:txBody>
        </p:sp>
        <p:sp>
          <p:nvSpPr>
            <p:cNvPr id="506" name="TextBox 505">
              <a:extLst>
                <a:ext uri="{FF2B5EF4-FFF2-40B4-BE49-F238E27FC236}">
                  <a16:creationId xmlns:a16="http://schemas.microsoft.com/office/drawing/2014/main" id="{DA1A3783-B531-4129-B5FC-63C389E308BD}"/>
                </a:ext>
              </a:extLst>
            </p:cNvPr>
            <p:cNvSpPr txBox="1"/>
            <p:nvPr/>
          </p:nvSpPr>
          <p:spPr>
            <a:xfrm>
              <a:off x="4007863" y="1999848"/>
              <a:ext cx="436228" cy="920252"/>
            </a:xfrm>
            <a:prstGeom prst="rect">
              <a:avLst/>
            </a:prstGeom>
            <a:noFill/>
          </p:spPr>
          <p:txBody>
            <a:bodyPr wrap="square" rtlCol="0">
              <a:spAutoFit/>
            </a:bodyPr>
            <a:lstStyle/>
            <a:p>
              <a:pPr>
                <a:lnSpc>
                  <a:spcPct val="150000"/>
                </a:lnSpc>
              </a:pPr>
              <a:r>
                <a:rPr lang="en-GB" sz="4000" dirty="0"/>
                <a:t>4</a:t>
              </a:r>
            </a:p>
          </p:txBody>
        </p:sp>
      </p:grpSp>
    </p:spTree>
    <p:extLst>
      <p:ext uri="{BB962C8B-B14F-4D97-AF65-F5344CB8AC3E}">
        <p14:creationId xmlns:p14="http://schemas.microsoft.com/office/powerpoint/2010/main" val="1943486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535746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Going beyond a two-dimensional array</a:t>
            </a:r>
            <a:endPar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419693" y="1363614"/>
            <a:ext cx="3405858" cy="1079206"/>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Four-dimensional array: </a:t>
            </a:r>
          </a:p>
          <a:p>
            <a:pPr>
              <a:lnSpc>
                <a:spcPct val="107000"/>
              </a:lnSpc>
            </a:pPr>
            <a:r>
              <a:rPr lang="en-GB" dirty="0">
                <a:solidFill>
                  <a:srgbClr val="000000"/>
                </a:solidFill>
                <a:latin typeface="Courier"/>
                <a:ea typeface="Calibri" panose="020F0502020204030204" pitchFamily="34" charset="0"/>
                <a:cs typeface="Courier"/>
              </a:rPr>
              <a:t>array myArray[5,5,5,5]</a:t>
            </a:r>
          </a:p>
          <a:p>
            <a:pPr>
              <a:lnSpc>
                <a:spcPct val="107000"/>
              </a:lnSpc>
            </a:pPr>
            <a:r>
              <a:rPr lang="en-GB" dirty="0">
                <a:solidFill>
                  <a:srgbClr val="000000"/>
                </a:solidFill>
                <a:latin typeface="Courier"/>
                <a:ea typeface="Calibri" panose="020F0502020204030204" pitchFamily="34" charset="0"/>
                <a:cs typeface="Courier"/>
              </a:rPr>
              <a:t>myArray[2,2,2,2]</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C5AAD9DF-8F0A-4464-AFC3-D62376FC4683}"/>
              </a:ext>
            </a:extLst>
          </p:cNvPr>
          <p:cNvPicPr>
            <a:picLocks noChangeAspect="1"/>
          </p:cNvPicPr>
          <p:nvPr/>
        </p:nvPicPr>
        <p:blipFill>
          <a:blip r:embed="rId2"/>
          <a:stretch>
            <a:fillRect/>
          </a:stretch>
        </p:blipFill>
        <p:spPr>
          <a:xfrm>
            <a:off x="5001463" y="602467"/>
            <a:ext cx="1891707" cy="6255533"/>
          </a:xfrm>
          <a:prstGeom prst="rect">
            <a:avLst/>
          </a:prstGeom>
        </p:spPr>
      </p:pic>
      <p:sp>
        <p:nvSpPr>
          <p:cNvPr id="7" name="Rectangle 6">
            <a:extLst>
              <a:ext uri="{FF2B5EF4-FFF2-40B4-BE49-F238E27FC236}">
                <a16:creationId xmlns:a16="http://schemas.microsoft.com/office/drawing/2014/main" id="{3A9E0A3D-78AF-4209-AD09-07B00500AC0B}"/>
              </a:ext>
            </a:extLst>
          </p:cNvPr>
          <p:cNvSpPr/>
          <p:nvPr/>
        </p:nvSpPr>
        <p:spPr>
          <a:xfrm>
            <a:off x="5745956" y="3038475"/>
            <a:ext cx="1169194" cy="1178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a:extLst>
              <a:ext uri="{FF2B5EF4-FFF2-40B4-BE49-F238E27FC236}">
                <a16:creationId xmlns:a16="http://schemas.microsoft.com/office/drawing/2014/main" id="{0A056B65-5A25-4EE7-87AE-3A652349CBE0}"/>
              </a:ext>
            </a:extLst>
          </p:cNvPr>
          <p:cNvPicPr>
            <a:picLocks noChangeAspect="1"/>
          </p:cNvPicPr>
          <p:nvPr/>
        </p:nvPicPr>
        <p:blipFill>
          <a:blip r:embed="rId3"/>
          <a:stretch>
            <a:fillRect/>
          </a:stretch>
        </p:blipFill>
        <p:spPr>
          <a:xfrm>
            <a:off x="5553075" y="2863639"/>
            <a:ext cx="1723783" cy="1407138"/>
          </a:xfrm>
          <a:prstGeom prst="rect">
            <a:avLst/>
          </a:prstGeom>
        </p:spPr>
      </p:pic>
    </p:spTree>
    <p:extLst>
      <p:ext uri="{BB962C8B-B14F-4D97-AF65-F5344CB8AC3E}">
        <p14:creationId xmlns:p14="http://schemas.microsoft.com/office/powerpoint/2010/main" val="3827327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BD86EC-E88C-481A-BA7A-927DE2685F12}"/>
              </a:ext>
            </a:extLst>
          </p:cNvPr>
          <p:cNvSpPr/>
          <p:nvPr/>
        </p:nvSpPr>
        <p:spPr>
          <a:xfrm>
            <a:off x="176565" y="523174"/>
            <a:ext cx="5357460"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Going beyond a two-dimensional array</a:t>
            </a:r>
            <a:endParaRPr lang="en-GB" sz="2400" dirty="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20D2B04-7F3C-4329-8CC8-B22A83993252}"/>
              </a:ext>
            </a:extLst>
          </p:cNvPr>
          <p:cNvSpPr/>
          <p:nvPr/>
        </p:nvSpPr>
        <p:spPr>
          <a:xfrm>
            <a:off x="419692" y="1363614"/>
            <a:ext cx="3760421" cy="1079206"/>
          </a:xfrm>
          <a:prstGeom prst="rect">
            <a:avLst/>
          </a:prstGeom>
        </p:spPr>
        <p:txBody>
          <a:bodyPr wrap="square">
            <a:spAutoFit/>
          </a:bodyPr>
          <a:lstStyle/>
          <a:p>
            <a:pPr>
              <a:lnSpc>
                <a:spcPct val="107000"/>
              </a:lnSpc>
              <a:spcAft>
                <a:spcPts val="800"/>
              </a:spcAft>
            </a:pPr>
            <a:r>
              <a:rPr lang="en-GB" dirty="0">
                <a:effectLst/>
                <a:latin typeface="Calibri" panose="020F0502020204030204" pitchFamily="34" charset="0"/>
                <a:ea typeface="Calibri" panose="020F0502020204030204" pitchFamily="34" charset="0"/>
                <a:cs typeface="Times New Roman" panose="02020603050405020304" pitchFamily="18" charset="0"/>
              </a:rPr>
              <a:t>Five-dimensional array: </a:t>
            </a:r>
          </a:p>
          <a:p>
            <a:pPr>
              <a:lnSpc>
                <a:spcPct val="107000"/>
              </a:lnSpc>
            </a:pPr>
            <a:r>
              <a:rPr lang="en-GB" dirty="0">
                <a:solidFill>
                  <a:srgbClr val="000000"/>
                </a:solidFill>
                <a:latin typeface="Courier"/>
                <a:ea typeface="Calibri" panose="020F0502020204030204" pitchFamily="34" charset="0"/>
                <a:cs typeface="Courier"/>
              </a:rPr>
              <a:t>array myArray[5,5,5,5,5]</a:t>
            </a:r>
          </a:p>
          <a:p>
            <a:pPr>
              <a:lnSpc>
                <a:spcPct val="107000"/>
              </a:lnSpc>
            </a:pPr>
            <a:r>
              <a:rPr lang="en-GB" dirty="0">
                <a:solidFill>
                  <a:srgbClr val="000000"/>
                </a:solidFill>
                <a:latin typeface="Courier"/>
                <a:ea typeface="Calibri" panose="020F0502020204030204" pitchFamily="34" charset="0"/>
                <a:cs typeface="Courier"/>
              </a:rPr>
              <a:t>myArray[2,2,2,2,2]</a:t>
            </a:r>
            <a:endParaRPr lang="en-GB"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EF1573E-94E9-437B-A178-65351CEF3621}"/>
              </a:ext>
            </a:extLst>
          </p:cNvPr>
          <p:cNvPicPr>
            <a:picLocks noChangeAspect="1"/>
          </p:cNvPicPr>
          <p:nvPr/>
        </p:nvPicPr>
        <p:blipFill>
          <a:blip r:embed="rId2"/>
          <a:stretch>
            <a:fillRect/>
          </a:stretch>
        </p:blipFill>
        <p:spPr>
          <a:xfrm>
            <a:off x="5953125" y="879218"/>
            <a:ext cx="5819183" cy="5750883"/>
          </a:xfrm>
          <a:prstGeom prst="rect">
            <a:avLst/>
          </a:prstGeom>
        </p:spPr>
      </p:pic>
      <p:sp>
        <p:nvSpPr>
          <p:cNvPr id="3787" name="Rectangle 3786">
            <a:extLst>
              <a:ext uri="{FF2B5EF4-FFF2-40B4-BE49-F238E27FC236}">
                <a16:creationId xmlns:a16="http://schemas.microsoft.com/office/drawing/2014/main" id="{ACA508F4-7052-4E85-B8D6-684E2442B8CE}"/>
              </a:ext>
            </a:extLst>
          </p:cNvPr>
          <p:cNvSpPr/>
          <p:nvPr/>
        </p:nvSpPr>
        <p:spPr>
          <a:xfrm>
            <a:off x="8305800" y="3190875"/>
            <a:ext cx="1162050" cy="1133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786" name="Picture 3785">
            <a:extLst>
              <a:ext uri="{FF2B5EF4-FFF2-40B4-BE49-F238E27FC236}">
                <a16:creationId xmlns:a16="http://schemas.microsoft.com/office/drawing/2014/main" id="{5DEF0C54-2D6D-4001-B4CB-F4FF89C0E1E2}"/>
              </a:ext>
            </a:extLst>
          </p:cNvPr>
          <p:cNvPicPr>
            <a:picLocks noChangeAspect="1"/>
          </p:cNvPicPr>
          <p:nvPr/>
        </p:nvPicPr>
        <p:blipFill>
          <a:blip r:embed="rId3"/>
          <a:stretch>
            <a:fillRect/>
          </a:stretch>
        </p:blipFill>
        <p:spPr>
          <a:xfrm>
            <a:off x="8110658" y="3051090"/>
            <a:ext cx="1723783" cy="1407138"/>
          </a:xfrm>
          <a:prstGeom prst="rect">
            <a:avLst/>
          </a:prstGeom>
        </p:spPr>
      </p:pic>
      <p:sp>
        <p:nvSpPr>
          <p:cNvPr id="3788" name="TextBox 3787">
            <a:extLst>
              <a:ext uri="{FF2B5EF4-FFF2-40B4-BE49-F238E27FC236}">
                <a16:creationId xmlns:a16="http://schemas.microsoft.com/office/drawing/2014/main" id="{C78AFB2B-21C8-43B7-9DED-1F7FD307773E}"/>
              </a:ext>
            </a:extLst>
          </p:cNvPr>
          <p:cNvSpPr txBox="1"/>
          <p:nvPr/>
        </p:nvSpPr>
        <p:spPr>
          <a:xfrm>
            <a:off x="5525060" y="1045302"/>
            <a:ext cx="436228" cy="5536900"/>
          </a:xfrm>
          <a:prstGeom prst="rect">
            <a:avLst/>
          </a:prstGeom>
          <a:noFill/>
        </p:spPr>
        <p:txBody>
          <a:bodyPr wrap="square" rtlCol="0">
            <a:spAutoFit/>
          </a:bodyPr>
          <a:lstStyle/>
          <a:p>
            <a:pPr>
              <a:lnSpc>
                <a:spcPct val="150000"/>
              </a:lnSpc>
              <a:spcAft>
                <a:spcPts val="1800"/>
              </a:spcAft>
            </a:pPr>
            <a:r>
              <a:rPr lang="en-GB" sz="4000" dirty="0"/>
              <a:t>0</a:t>
            </a:r>
          </a:p>
          <a:p>
            <a:pPr>
              <a:lnSpc>
                <a:spcPct val="150000"/>
              </a:lnSpc>
              <a:spcAft>
                <a:spcPts val="1800"/>
              </a:spcAft>
            </a:pPr>
            <a:r>
              <a:rPr lang="en-GB" sz="4000" dirty="0"/>
              <a:t>1</a:t>
            </a:r>
          </a:p>
          <a:p>
            <a:pPr>
              <a:lnSpc>
                <a:spcPct val="150000"/>
              </a:lnSpc>
              <a:spcAft>
                <a:spcPts val="1800"/>
              </a:spcAft>
            </a:pPr>
            <a:r>
              <a:rPr lang="en-GB" sz="4000" dirty="0"/>
              <a:t>2</a:t>
            </a:r>
          </a:p>
          <a:p>
            <a:pPr>
              <a:lnSpc>
                <a:spcPct val="150000"/>
              </a:lnSpc>
              <a:spcAft>
                <a:spcPts val="1800"/>
              </a:spcAft>
            </a:pPr>
            <a:r>
              <a:rPr lang="en-GB" sz="4000" dirty="0"/>
              <a:t>3</a:t>
            </a:r>
          </a:p>
          <a:p>
            <a:pPr>
              <a:lnSpc>
                <a:spcPct val="150000"/>
              </a:lnSpc>
              <a:spcAft>
                <a:spcPts val="1800"/>
              </a:spcAft>
            </a:pPr>
            <a:r>
              <a:rPr lang="en-GB" sz="4000" dirty="0"/>
              <a:t>4</a:t>
            </a:r>
          </a:p>
        </p:txBody>
      </p:sp>
      <p:sp>
        <p:nvSpPr>
          <p:cNvPr id="3789" name="TextBox 3788">
            <a:extLst>
              <a:ext uri="{FF2B5EF4-FFF2-40B4-BE49-F238E27FC236}">
                <a16:creationId xmlns:a16="http://schemas.microsoft.com/office/drawing/2014/main" id="{B14E278B-011F-4B02-AD29-BB50B66EC742}"/>
              </a:ext>
            </a:extLst>
          </p:cNvPr>
          <p:cNvSpPr txBox="1"/>
          <p:nvPr/>
        </p:nvSpPr>
        <p:spPr>
          <a:xfrm>
            <a:off x="6327652" y="61132"/>
            <a:ext cx="5444656" cy="920252"/>
          </a:xfrm>
          <a:prstGeom prst="rect">
            <a:avLst/>
          </a:prstGeom>
          <a:noFill/>
        </p:spPr>
        <p:txBody>
          <a:bodyPr wrap="square" rtlCol="0">
            <a:spAutoFit/>
          </a:bodyPr>
          <a:lstStyle/>
          <a:p>
            <a:pPr>
              <a:lnSpc>
                <a:spcPct val="150000"/>
              </a:lnSpc>
            </a:pPr>
            <a:r>
              <a:rPr lang="en-GB" sz="4000" dirty="0"/>
              <a:t>0        1         2        3       4</a:t>
            </a:r>
          </a:p>
        </p:txBody>
      </p:sp>
    </p:spTree>
    <p:extLst>
      <p:ext uri="{BB962C8B-B14F-4D97-AF65-F5344CB8AC3E}">
        <p14:creationId xmlns:p14="http://schemas.microsoft.com/office/powerpoint/2010/main" val="554280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TotalTime>
  <Words>1424</Words>
  <Application>Microsoft Office PowerPoint</Application>
  <PresentationFormat>Widescreen</PresentationFormat>
  <Paragraphs>308</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Century Gothic</vt:lpstr>
      <vt:lpstr>Consolas</vt:lpstr>
      <vt:lpstr>Courier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177</cp:revision>
  <dcterms:created xsi:type="dcterms:W3CDTF">2019-10-14T15:21:06Z</dcterms:created>
  <dcterms:modified xsi:type="dcterms:W3CDTF">2022-09-02T10:40:32Z</dcterms:modified>
</cp:coreProperties>
</file>