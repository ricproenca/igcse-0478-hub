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6" r:id="rId3"/>
    <p:sldId id="276" r:id="rId4"/>
    <p:sldId id="267" r:id="rId5"/>
    <p:sldId id="277" r:id="rId6"/>
    <p:sldId id="278" r:id="rId7"/>
    <p:sldId id="270" r:id="rId8"/>
    <p:sldId id="271" r:id="rId9"/>
    <p:sldId id="272" r:id="rId10"/>
    <p:sldId id="273" r:id="rId11"/>
    <p:sldId id="274" r:id="rId12"/>
    <p:sldId id="279" r:id="rId13"/>
    <p:sldId id="281" r:id="rId14"/>
    <p:sldId id="282" r:id="rId15"/>
    <p:sldId id="283" r:id="rId16"/>
    <p:sldId id="284" r:id="rId17"/>
    <p:sldId id="291" r:id="rId18"/>
    <p:sldId id="292" r:id="rId19"/>
    <p:sldId id="285" r:id="rId20"/>
    <p:sldId id="33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8.3 File handling | The use of basic file handling operations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04/09/2022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8.3 File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use of basic file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handling operations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7381188" y="471313"/>
            <a:ext cx="46342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program asks for the name of a character, looks up the name of that character in a text file and outputs all their attributes: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Stamina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47EAFF0-3DAC-4812-B64F-1405AFC13E16}"/>
              </a:ext>
            </a:extLst>
          </p:cNvPr>
          <p:cNvSpPr/>
          <p:nvPr/>
        </p:nvSpPr>
        <p:spPr>
          <a:xfrm rot="16200000">
            <a:off x="6330100" y="1710963"/>
            <a:ext cx="2111606" cy="1140646"/>
          </a:xfrm>
          <a:prstGeom prst="arc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7339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7381188" y="471313"/>
            <a:ext cx="46342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program asks for the name of a character, looks up the name of that character in a text file and outputs all their attributes: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Stamina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6CF94FA8-CA81-47A5-B47E-A7FF617CD6A4}"/>
              </a:ext>
            </a:extLst>
          </p:cNvPr>
          <p:cNvSpPr/>
          <p:nvPr/>
        </p:nvSpPr>
        <p:spPr>
          <a:xfrm>
            <a:off x="4878407" y="1352896"/>
            <a:ext cx="4200751" cy="2031325"/>
          </a:xfrm>
          <a:prstGeom prst="arc">
            <a:avLst>
              <a:gd name="adj1" fmla="val 20782272"/>
              <a:gd name="adj2" fmla="val 5479707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5E9608-3945-4181-B734-54FCB6ACC700}"/>
              </a:ext>
            </a:extLst>
          </p:cNvPr>
          <p:cNvCxnSpPr/>
          <p:nvPr/>
        </p:nvCxnSpPr>
        <p:spPr>
          <a:xfrm>
            <a:off x="6956982" y="3110845"/>
            <a:ext cx="0" cy="54675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C5FE37-D10E-43C4-A2A9-38D2A570E528}"/>
              </a:ext>
            </a:extLst>
          </p:cNvPr>
          <p:cNvCxnSpPr>
            <a:cxnSpLocks/>
          </p:cNvCxnSpPr>
          <p:nvPr/>
        </p:nvCxnSpPr>
        <p:spPr>
          <a:xfrm>
            <a:off x="8861760" y="1406767"/>
            <a:ext cx="0" cy="7337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3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7364" y="781653"/>
            <a:ext cx="5438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program requires the items from the text file to be in a very certain order – known as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dependency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9D67F-BF16-49AD-A458-08467CAE55C3}"/>
              </a:ext>
            </a:extLst>
          </p:cNvPr>
          <p:cNvSpPr/>
          <p:nvPr/>
        </p:nvSpPr>
        <p:spPr>
          <a:xfrm>
            <a:off x="471340" y="3289955"/>
            <a:ext cx="3129699" cy="88611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62A1D-F690-4C6C-A74A-8AD10420572E}"/>
              </a:ext>
            </a:extLst>
          </p:cNvPr>
          <p:cNvSpPr/>
          <p:nvPr/>
        </p:nvSpPr>
        <p:spPr>
          <a:xfrm>
            <a:off x="6524922" y="2846895"/>
            <a:ext cx="705438" cy="88611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4980C7-C753-4E6F-BE9C-4880C0D65E4F}"/>
              </a:ext>
            </a:extLst>
          </p:cNvPr>
          <p:cNvCxnSpPr/>
          <p:nvPr/>
        </p:nvCxnSpPr>
        <p:spPr>
          <a:xfrm flipV="1">
            <a:off x="3261674" y="2969443"/>
            <a:ext cx="3318236" cy="4595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21C930-0D56-4A19-9006-2BD41F596B76}"/>
              </a:ext>
            </a:extLst>
          </p:cNvPr>
          <p:cNvCxnSpPr>
            <a:cxnSpLocks/>
          </p:cNvCxnSpPr>
          <p:nvPr/>
        </p:nvCxnSpPr>
        <p:spPr>
          <a:xfrm flipV="1">
            <a:off x="3403863" y="3199221"/>
            <a:ext cx="3176047" cy="43023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D6AF25-6D03-4A76-83BF-2F5391788D37}"/>
              </a:ext>
            </a:extLst>
          </p:cNvPr>
          <p:cNvCxnSpPr>
            <a:cxnSpLocks/>
          </p:cNvCxnSpPr>
          <p:nvPr/>
        </p:nvCxnSpPr>
        <p:spPr>
          <a:xfrm flipV="1">
            <a:off x="3510100" y="3414336"/>
            <a:ext cx="3069810" cy="4247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441633-1192-4CC8-9335-234C8F9A4993}"/>
              </a:ext>
            </a:extLst>
          </p:cNvPr>
          <p:cNvCxnSpPr>
            <a:cxnSpLocks/>
          </p:cNvCxnSpPr>
          <p:nvPr/>
        </p:nvCxnSpPr>
        <p:spPr>
          <a:xfrm flipV="1">
            <a:off x="3427618" y="3633055"/>
            <a:ext cx="3149746" cy="4357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59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435964" y="826904"/>
            <a:ext cx="58754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First, we ask the user which character they want to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C0125-7771-4480-9833-29D4CE04B123}"/>
              </a:ext>
            </a:extLst>
          </p:cNvPr>
          <p:cNvSpPr/>
          <p:nvPr/>
        </p:nvSpPr>
        <p:spPr>
          <a:xfrm>
            <a:off x="0" y="1150070"/>
            <a:ext cx="6259398" cy="26614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098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09" y="665294"/>
            <a:ext cx="57255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Next, we open the file for reading. The open command takes two parameters: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the name of the file to open.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what we want to do with the file (e.g., read).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C0125-7771-4480-9833-29D4CE04B123}"/>
              </a:ext>
            </a:extLst>
          </p:cNvPr>
          <p:cNvSpPr/>
          <p:nvPr/>
        </p:nvSpPr>
        <p:spPr>
          <a:xfrm>
            <a:off x="0" y="1800521"/>
            <a:ext cx="6259398" cy="26614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553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793076"/>
            <a:ext cx="54355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a Boolean variable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indicate that we haven't yet reached the end of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C0125-7771-4480-9833-29D4CE04B123}"/>
              </a:ext>
            </a:extLst>
          </p:cNvPr>
          <p:cNvSpPr/>
          <p:nvPr/>
        </p:nvSpPr>
        <p:spPr>
          <a:xfrm>
            <a:off x="0" y="2432117"/>
            <a:ext cx="6259398" cy="26614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89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758174"/>
            <a:ext cx="54355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Iterate through the file until such time as we reach the end of the file. We will change this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end_of_file</a:t>
            </a:r>
            <a:r>
              <a:rPr lang="en-GB" dirty="0"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flag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later on if we reach the end of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C0125-7771-4480-9833-29D4CE04B123}"/>
              </a:ext>
            </a:extLst>
          </p:cNvPr>
          <p:cNvSpPr/>
          <p:nvPr/>
        </p:nvSpPr>
        <p:spPr>
          <a:xfrm>
            <a:off x="0" y="3082566"/>
            <a:ext cx="6259398" cy="26614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F9ACB-99B6-4D67-A802-6E94978A72D9}"/>
              </a:ext>
            </a:extLst>
          </p:cNvPr>
          <p:cNvSpPr/>
          <p:nvPr/>
        </p:nvSpPr>
        <p:spPr>
          <a:xfrm>
            <a:off x="0" y="3060017"/>
            <a:ext cx="6259398" cy="308625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53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396438" y="513005"/>
            <a:ext cx="579556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now read in four lines from the file, one after the other. Each line read in is placed into the appropriate variable: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Stamina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A7167-5A87-42F9-A056-660BD6004158}"/>
              </a:ext>
            </a:extLst>
          </p:cNvPr>
          <p:cNvSpPr/>
          <p:nvPr/>
        </p:nvSpPr>
        <p:spPr>
          <a:xfrm>
            <a:off x="0" y="3280458"/>
            <a:ext cx="3601039" cy="88611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98C1F9-ED82-4BD1-9C31-642EC3275DEE}"/>
              </a:ext>
            </a:extLst>
          </p:cNvPr>
          <p:cNvSpPr/>
          <p:nvPr/>
        </p:nvSpPr>
        <p:spPr>
          <a:xfrm>
            <a:off x="6593263" y="2846895"/>
            <a:ext cx="655950" cy="88611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7A6371-1EC0-4B28-9D4E-84DA36BE7023}"/>
              </a:ext>
            </a:extLst>
          </p:cNvPr>
          <p:cNvCxnSpPr/>
          <p:nvPr/>
        </p:nvCxnSpPr>
        <p:spPr>
          <a:xfrm flipV="1">
            <a:off x="3261674" y="2969443"/>
            <a:ext cx="3318236" cy="459557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8547C3-830D-4F42-82BE-715796968691}"/>
              </a:ext>
            </a:extLst>
          </p:cNvPr>
          <p:cNvCxnSpPr>
            <a:cxnSpLocks/>
          </p:cNvCxnSpPr>
          <p:nvPr/>
        </p:nvCxnSpPr>
        <p:spPr>
          <a:xfrm flipV="1">
            <a:off x="3403863" y="3199221"/>
            <a:ext cx="3176047" cy="430231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469C03-9D12-43AA-8921-19D3B535B85F}"/>
              </a:ext>
            </a:extLst>
          </p:cNvPr>
          <p:cNvCxnSpPr>
            <a:cxnSpLocks/>
          </p:cNvCxnSpPr>
          <p:nvPr/>
        </p:nvCxnSpPr>
        <p:spPr>
          <a:xfrm flipV="1">
            <a:off x="3510100" y="3414336"/>
            <a:ext cx="3069810" cy="424732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CF1DCC-3343-4E00-8D6E-7AC4D27F4BD5}"/>
              </a:ext>
            </a:extLst>
          </p:cNvPr>
          <p:cNvCxnSpPr>
            <a:cxnSpLocks/>
          </p:cNvCxnSpPr>
          <p:nvPr/>
        </p:nvCxnSpPr>
        <p:spPr>
          <a:xfrm flipV="1">
            <a:off x="3427618" y="3633055"/>
            <a:ext cx="3149746" cy="435792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298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828485" y="801954"/>
            <a:ext cx="41620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we check if the character we read in from the file is the one we are looking for. If they are, we output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A7167-5A87-42F9-A056-660BD6004158}"/>
              </a:ext>
            </a:extLst>
          </p:cNvPr>
          <p:cNvSpPr/>
          <p:nvPr/>
        </p:nvSpPr>
        <p:spPr>
          <a:xfrm>
            <a:off x="0" y="4571928"/>
            <a:ext cx="6259398" cy="2640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BB3826-E70F-4303-A003-DF34146201B7}"/>
              </a:ext>
            </a:extLst>
          </p:cNvPr>
          <p:cNvSpPr/>
          <p:nvPr/>
        </p:nvSpPr>
        <p:spPr>
          <a:xfrm>
            <a:off x="0" y="4556612"/>
            <a:ext cx="6259398" cy="115967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6AC5D5-8981-44F5-A5C1-359AD0AC08FD}"/>
              </a:ext>
            </a:extLst>
          </p:cNvPr>
          <p:cNvSpPr/>
          <p:nvPr/>
        </p:nvSpPr>
        <p:spPr>
          <a:xfrm>
            <a:off x="461912" y="3287561"/>
            <a:ext cx="556183" cy="2640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1DCB49AF-8DFF-4D84-9AAB-51AB500E4FE2}"/>
              </a:ext>
            </a:extLst>
          </p:cNvPr>
          <p:cNvSpPr/>
          <p:nvPr/>
        </p:nvSpPr>
        <p:spPr>
          <a:xfrm>
            <a:off x="-320512" y="3403409"/>
            <a:ext cx="2648933" cy="2442561"/>
          </a:xfrm>
          <a:prstGeom prst="arc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133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713177"/>
            <a:ext cx="49521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name we read in contains no data, we know we have reached the end of the file. In this case, we set the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end_of_file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flag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which will cause the WHILE loop to terminate.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A7167-5A87-42F9-A056-660BD6004158}"/>
              </a:ext>
            </a:extLst>
          </p:cNvPr>
          <p:cNvSpPr/>
          <p:nvPr/>
        </p:nvSpPr>
        <p:spPr>
          <a:xfrm>
            <a:off x="0" y="5637156"/>
            <a:ext cx="6259398" cy="2640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BB3826-E70F-4303-A003-DF34146201B7}"/>
              </a:ext>
            </a:extLst>
          </p:cNvPr>
          <p:cNvSpPr/>
          <p:nvPr/>
        </p:nvSpPr>
        <p:spPr>
          <a:xfrm>
            <a:off x="0" y="5627802"/>
            <a:ext cx="6259398" cy="509046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246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 from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913209"/>
            <a:ext cx="640334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#Input the character to find in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character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"Which character do you wish to output?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reading/writing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"r"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Use a flag to indicate if the end of file is reached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Iterate through all the data in the file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name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health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stamina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hunger = </a:t>
            </a:r>
            <a:r>
              <a:rPr lang="en-GB" sz="140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f.readline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().strip()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#Step 4 – End of file or output data from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character == name: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(name)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"Health:"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,health)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"Stamina:"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,stamina)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"Hunger:"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,hunger)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name == "":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end_of_file =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5 – Close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81537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881751" y="993174"/>
            <a:ext cx="54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Finally, we need to close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A7167-5A87-42F9-A056-660BD6004158}"/>
              </a:ext>
            </a:extLst>
          </p:cNvPr>
          <p:cNvSpPr/>
          <p:nvPr/>
        </p:nvSpPr>
        <p:spPr>
          <a:xfrm>
            <a:off x="0" y="6494998"/>
            <a:ext cx="6259398" cy="2640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388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data to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1026333"/>
            <a:ext cx="56491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 =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Enter the name of the character: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health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health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stamina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stamina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hunger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hunger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open(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"a"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Write the character data to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f.write(name+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f.write(health+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f.write(stamina+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f.write(hunger+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Close the file of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34403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471313"/>
            <a:ext cx="54355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 the user to input the details for a character and store those details in variables: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Stamina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118FC-65A8-4B44-B043-BE35D2C2D13D}"/>
              </a:ext>
            </a:extLst>
          </p:cNvPr>
          <p:cNvSpPr/>
          <p:nvPr/>
        </p:nvSpPr>
        <p:spPr>
          <a:xfrm>
            <a:off x="0" y="1054613"/>
            <a:ext cx="5825765" cy="9438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47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data to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1026333"/>
            <a:ext cx="56491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 =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Enter the name of the character: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health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health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stamina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stamina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hunger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hunger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open(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"a"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Write the character data to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f.write(name+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f.write(health+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f.write(stamina+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f.write(hunger+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Close the file of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34403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366235" y="583521"/>
            <a:ext cx="59100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Next, we open the file for writing. The open command takes two parameters: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the name of the file to open.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"a"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what we want to do with the file (e.g., append).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would create a new file/overwrite contents.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118FC-65A8-4B44-B043-BE35D2C2D13D}"/>
              </a:ext>
            </a:extLst>
          </p:cNvPr>
          <p:cNvSpPr/>
          <p:nvPr/>
        </p:nvSpPr>
        <p:spPr>
          <a:xfrm>
            <a:off x="0" y="2337847"/>
            <a:ext cx="5825765" cy="28280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200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data to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1026333"/>
            <a:ext cx="56491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 =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Enter the name of the character: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health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health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stamina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stamina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hunger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hunger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open(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"a"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Write the character data to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f.write(name+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f.write(health+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f.write(stamina+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f.write(hunger+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Close the file of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34403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471313"/>
            <a:ext cx="5435524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Next, we write the contents of each variable on a new line in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text file.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 how we add the string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dirty="0"/>
              <a:t>,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means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a new line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as if you had pressed enter.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118FC-65A8-4B44-B043-BE35D2C2D13D}"/>
              </a:ext>
            </a:extLst>
          </p:cNvPr>
          <p:cNvSpPr/>
          <p:nvPr/>
        </p:nvSpPr>
        <p:spPr>
          <a:xfrm>
            <a:off x="0" y="2988299"/>
            <a:ext cx="5825765" cy="904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B176B6-8C30-4BC7-9DFC-D1FEF405DE23}"/>
              </a:ext>
            </a:extLst>
          </p:cNvPr>
          <p:cNvSpPr/>
          <p:nvPr/>
        </p:nvSpPr>
        <p:spPr>
          <a:xfrm>
            <a:off x="6579910" y="6108570"/>
            <a:ext cx="810704" cy="34879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92579D-6831-4541-89E6-537A4B60CCA4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5825765" y="3440785"/>
            <a:ext cx="754145" cy="284218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52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data to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6" y="1026333"/>
            <a:ext cx="56491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 =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Enter the name of the character: 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health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health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stamina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stamina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hunger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the hunger of the character: 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1 – Open the file for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 = open(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"characters.txt"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"a"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2 – Write the character data to the file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f.write(name+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f.write(health+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f.write(stamina+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f.write(hunger+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"\n"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 sz="1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#Step 3 – Close the file of characters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f.close()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B002-ED65-4A8D-BA94-AA70F640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10" y="2234403"/>
            <a:ext cx="3715167" cy="44020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A1D59-195E-4B75-9C47-4AD4B7861A21}"/>
              </a:ext>
            </a:extLst>
          </p:cNvPr>
          <p:cNvSpPr/>
          <p:nvPr/>
        </p:nvSpPr>
        <p:spPr>
          <a:xfrm>
            <a:off x="6579910" y="993174"/>
            <a:ext cx="54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Finally, we need to close the file.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118FC-65A8-4B44-B043-BE35D2C2D13D}"/>
              </a:ext>
            </a:extLst>
          </p:cNvPr>
          <p:cNvSpPr/>
          <p:nvPr/>
        </p:nvSpPr>
        <p:spPr>
          <a:xfrm>
            <a:off x="0" y="4260920"/>
            <a:ext cx="5825765" cy="24509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388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55F13C-5E53-8E4C-1DCD-F9321F1CFBE7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7CFDC-612E-7BB2-662B-9E37DA92C11F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819AC5-BCD5-0650-8810-484344A1A15D}"/>
              </a:ext>
            </a:extLst>
          </p:cNvPr>
          <p:cNvGrpSpPr/>
          <p:nvPr/>
        </p:nvGrpSpPr>
        <p:grpSpPr>
          <a:xfrm>
            <a:off x="307657" y="1817501"/>
            <a:ext cx="11472510" cy="4840474"/>
            <a:chOff x="115335" y="1049783"/>
            <a:chExt cx="5795610" cy="592236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3BED629-43D3-D5E3-C7A6-F33F64B6DDCC}"/>
                </a:ext>
              </a:extLst>
            </p:cNvPr>
            <p:cNvSpPr/>
            <p:nvPr/>
          </p:nvSpPr>
          <p:spPr>
            <a:xfrm>
              <a:off x="115335" y="1049783"/>
              <a:ext cx="5795610" cy="5922367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1700" dirty="0">
                  <a:solidFill>
                    <a:schemeClr val="tx1"/>
                  </a:solidFill>
                </a:rPr>
                <a:t>It is good practice to explicitly open a file ready for writing:</a:t>
              </a:r>
            </a:p>
            <a:p>
              <a:pPr algn="l"/>
              <a:r>
                <a:rPr lang="en-GB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OPENFILE &lt;File identifier&gt; FOR &lt;File mode&gt;</a:t>
              </a:r>
            </a:p>
            <a:p>
              <a:pPr algn="l"/>
              <a:endParaRPr lang="en-GB" sz="17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The file identifier will be the name of the file with data type string. The following file modes are used:</a:t>
              </a:r>
            </a:p>
            <a:p>
              <a:pPr marL="540000"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SymbolMT"/>
                </a:rPr>
                <a:t>•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READ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for data to be read from the file</a:t>
              </a:r>
            </a:p>
            <a:p>
              <a:pPr marL="540000"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SymbolMT"/>
                </a:rPr>
                <a:t>•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WRITE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for data to be written to the file. A new file will be created and any existing data in the file will be lost.</a:t>
              </a:r>
            </a:p>
            <a:p>
              <a:pPr algn="l"/>
              <a:endParaRPr lang="en-GB" dirty="0">
                <a:solidFill>
                  <a:schemeClr val="tx1"/>
                </a:solidFill>
                <a:latin typeface="BlissPro-Light"/>
              </a:endParaRPr>
            </a:p>
            <a:p>
              <a:pPr algn="l"/>
              <a:r>
                <a:rPr lang="en-GB" sz="1700" dirty="0">
                  <a:solidFill>
                    <a:schemeClr val="tx1"/>
                  </a:solidFill>
                </a:rPr>
                <a:t>Data is read from the file (after the file has been opened in READ mode) using the READFILE command as follows:</a:t>
              </a:r>
            </a:p>
            <a:p>
              <a:pPr algn="l"/>
              <a:r>
                <a:rPr lang="en-GB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READFILE &lt;File Identifier&gt;, &lt;Variable&gt;</a:t>
              </a:r>
            </a:p>
            <a:p>
              <a:pPr algn="l"/>
              <a:endParaRPr lang="en-GB" sz="17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1700" dirty="0">
                  <a:solidFill>
                    <a:schemeClr val="tx1"/>
                  </a:solidFill>
                </a:rPr>
                <a:t>Data is written into the file after the file has been opened using the WRITEFILE command as follows:</a:t>
              </a:r>
            </a:p>
            <a:p>
              <a:pPr algn="l"/>
              <a:r>
                <a:rPr lang="en-GB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WRITEFILE &lt;File identifier&gt;, &lt;Variable&gt;</a:t>
              </a:r>
            </a:p>
            <a:p>
              <a:pPr algn="l"/>
              <a:endParaRPr lang="en-GB" sz="17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</a:rPr>
                <a:t>Files should be closed when they are no longer needed using the CLOSEFILE command as follows: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CLOSEFILE &lt;File identifier&gt;</a:t>
              </a:r>
              <a:endParaRPr lang="en-GB" sz="17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1510C57-FE3D-DF11-D54D-C3F19F49E8FE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Handling files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095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55F13C-5E53-8E4C-1DCD-F9321F1CFBE7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7CFDC-612E-7BB2-662B-9E37DA92C11F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819AC5-BCD5-0650-8810-484344A1A15D}"/>
              </a:ext>
            </a:extLst>
          </p:cNvPr>
          <p:cNvGrpSpPr/>
          <p:nvPr/>
        </p:nvGrpSpPr>
        <p:grpSpPr>
          <a:xfrm>
            <a:off x="307657" y="1817501"/>
            <a:ext cx="11472510" cy="4840474"/>
            <a:chOff x="115335" y="1049783"/>
            <a:chExt cx="5795610" cy="592236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3BED629-43D3-D5E3-C7A6-F33F64B6DDCC}"/>
                </a:ext>
              </a:extLst>
            </p:cNvPr>
            <p:cNvSpPr/>
            <p:nvPr/>
          </p:nvSpPr>
          <p:spPr>
            <a:xfrm>
              <a:off x="115335" y="1049783"/>
              <a:ext cx="5795610" cy="5922367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</a:rPr>
                <a:t>This example uses the operations together to copy a line of text from </a:t>
              </a:r>
              <a:r>
                <a:rPr lang="en-GB" sz="2000" b="0" i="1" u="none" strike="noStrike" baseline="0" dirty="0">
                  <a:solidFill>
                    <a:schemeClr val="tx1"/>
                  </a:solidFill>
                </a:rPr>
                <a:t>FileA.txt</a:t>
              </a:r>
              <a:r>
                <a:rPr lang="en-GB" sz="2000" b="0" i="0" u="none" strike="noStrike" baseline="0" dirty="0">
                  <a:solidFill>
                    <a:schemeClr val="tx1"/>
                  </a:solidFill>
                </a:rPr>
                <a:t> to </a:t>
              </a:r>
              <a:r>
                <a:rPr lang="en-GB" sz="2000" b="0" i="1" u="none" strike="noStrike" baseline="0" dirty="0">
                  <a:solidFill>
                    <a:schemeClr val="tx1"/>
                  </a:solidFill>
                </a:rPr>
                <a:t>FileB.txt</a:t>
              </a:r>
            </a:p>
            <a:p>
              <a:pPr algn="l"/>
              <a:endParaRPr lang="en-GB" sz="2000" b="0" i="1" u="none" strike="noStrike" baseline="0" dirty="0">
                <a:solidFill>
                  <a:schemeClr val="tx1"/>
                </a:solidFill>
                <a:latin typeface="CourierNewPSMT"/>
              </a:endParaRPr>
            </a:p>
            <a:p>
              <a:pPr algn="l"/>
              <a:r>
                <a:rPr lang="en-GB" sz="2000" b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</a:t>
              </a:r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CLARE </a:t>
              </a:r>
              <a:r>
                <a:rPr lang="en-GB" sz="2000" b="0" i="0" u="none" strike="noStrike" baseline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LineOfText</a:t>
              </a:r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: STRING</a:t>
              </a:r>
            </a:p>
            <a:p>
              <a:pPr algn="l"/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OPENFILE FileA.txt FOR READ</a:t>
              </a: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OPENFILE FileB.txt FOR WRITE</a:t>
              </a:r>
            </a:p>
            <a:p>
              <a:pPr algn="l"/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READFILE FileA.txt, </a:t>
              </a:r>
              <a:r>
                <a:rPr lang="en-GB" sz="2000" b="0" i="0" u="none" strike="noStrike" baseline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LineOfText</a:t>
              </a:r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WRITEFILE FileB.txt, </a:t>
              </a:r>
              <a:r>
                <a:rPr lang="en-GB" sz="2000" b="0" i="0" u="none" strike="noStrike" baseline="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LineOfText</a:t>
              </a:r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endParaRPr lang="en-GB" sz="20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CLOSEFILE FileA.txt</a:t>
              </a:r>
            </a:p>
            <a:p>
              <a:pPr algn="l"/>
              <a:r>
                <a:rPr lang="en-GB" sz="20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CLOSEFILE FileB.txt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1510C57-FE3D-DF11-D54D-C3F19F49E8FE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Handling files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1627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2777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stages of writing data to a file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the file for creating/overwriting or appending to a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the data to the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 the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stages of reading data from a file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the file for reading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a Boolean variable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indicate the end of file has not been reached.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While the </a:t>
            </a:r>
            <a:r>
              <a:rPr lang="en-GB" dirty="0" err="1">
                <a:ea typeface="Calibri" panose="020F0502020204030204" pitchFamily="34" charset="0"/>
                <a:cs typeface="Consolas" panose="020B0609020204030204" pitchFamily="49" charset="0"/>
              </a:rPr>
              <a:t>end_of_file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flag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false and the search item has not been found: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data from the file.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data matches what is being searched for, assign the data to variables or output.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if the end of the file has been reached and if it has, set the Boolean variable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554304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and writing data to text files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BF6C1296-F333-08A9-BB24-F32A50B88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261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3580</Words>
  <Application>Microsoft Office PowerPoint</Application>
  <PresentationFormat>Widescreen</PresentationFormat>
  <Paragraphs>464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BlissPro-Light</vt:lpstr>
      <vt:lpstr>Calibri</vt:lpstr>
      <vt:lpstr>Calibri Light</vt:lpstr>
      <vt:lpstr>Century Gothic</vt:lpstr>
      <vt:lpstr>Consolas</vt:lpstr>
      <vt:lpstr>Courier New</vt:lpstr>
      <vt:lpstr>CourierNewPSMT</vt:lpstr>
      <vt:lpstr>SymbolMT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172</cp:revision>
  <dcterms:created xsi:type="dcterms:W3CDTF">2019-10-14T15:21:06Z</dcterms:created>
  <dcterms:modified xsi:type="dcterms:W3CDTF">2022-09-04T15:13:00Z</dcterms:modified>
</cp:coreProperties>
</file>