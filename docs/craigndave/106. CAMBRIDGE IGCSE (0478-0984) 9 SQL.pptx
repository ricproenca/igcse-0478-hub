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6" r:id="rId3"/>
    <p:sldId id="267" r:id="rId4"/>
    <p:sldId id="279" r:id="rId5"/>
    <p:sldId id="278" r:id="rId6"/>
    <p:sldId id="268" r:id="rId7"/>
    <p:sldId id="269" r:id="rId8"/>
    <p:sldId id="270" r:id="rId9"/>
    <p:sldId id="271" r:id="rId10"/>
    <p:sldId id="272" r:id="rId11"/>
    <p:sldId id="280" r:id="rId12"/>
    <p:sldId id="281" r:id="rId13"/>
    <p:sldId id="277" r:id="rId14"/>
    <p:sldId id="33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33" autoAdjust="0"/>
    <p:restoredTop sz="94678"/>
  </p:normalViewPr>
  <p:slideViewPr>
    <p:cSldViewPr snapToGrid="0">
      <p:cViewPr varScale="1">
        <p:scale>
          <a:sx n="101" d="100"/>
          <a:sy n="101" d="100"/>
        </p:scale>
        <p:origin x="130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792FF3-25EC-48D2-942B-8C7891F968AB}" type="doc">
      <dgm:prSet loTypeId="urn:microsoft.com/office/officeart/2011/layout/HexagonRadial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2DACB360-3D38-4467-85C0-92B55CC123F2}">
      <dgm:prSet phldrT="[Text]"/>
      <dgm:spPr/>
      <dgm:t>
        <a:bodyPr/>
        <a:lstStyle/>
        <a:p>
          <a:r>
            <a:rPr lang="en-GB" dirty="0"/>
            <a:t>Common SQL commands</a:t>
          </a:r>
        </a:p>
      </dgm:t>
    </dgm:pt>
    <dgm:pt modelId="{9AD32EA9-96EA-4288-86D9-5477489BAA73}" type="parTrans" cxnId="{EA91D8D8-172C-4A3D-9C60-9CCA81EFFE69}">
      <dgm:prSet/>
      <dgm:spPr/>
      <dgm:t>
        <a:bodyPr/>
        <a:lstStyle/>
        <a:p>
          <a:endParaRPr lang="en-GB"/>
        </a:p>
      </dgm:t>
    </dgm:pt>
    <dgm:pt modelId="{F31E6976-F19B-4047-9B1E-4721BE592257}" type="sibTrans" cxnId="{EA91D8D8-172C-4A3D-9C60-9CCA81EFFE69}">
      <dgm:prSet/>
      <dgm:spPr/>
      <dgm:t>
        <a:bodyPr/>
        <a:lstStyle/>
        <a:p>
          <a:endParaRPr lang="en-GB"/>
        </a:p>
      </dgm:t>
    </dgm:pt>
    <dgm:pt modelId="{A38D7CE1-B875-408E-BA15-DFE525C2CD2D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GB" dirty="0"/>
            <a:t>SELECT</a:t>
          </a:r>
        </a:p>
      </dgm:t>
    </dgm:pt>
    <dgm:pt modelId="{420B857C-99D2-4DE6-A368-239A28BF6DB1}" type="parTrans" cxnId="{E4C82B48-376D-4A16-818B-33495DD48C3B}">
      <dgm:prSet/>
      <dgm:spPr/>
      <dgm:t>
        <a:bodyPr/>
        <a:lstStyle/>
        <a:p>
          <a:endParaRPr lang="en-GB"/>
        </a:p>
      </dgm:t>
    </dgm:pt>
    <dgm:pt modelId="{A20F9B2D-3E9D-4331-A678-88252B61788E}" type="sibTrans" cxnId="{E4C82B48-376D-4A16-818B-33495DD48C3B}">
      <dgm:prSet/>
      <dgm:spPr/>
      <dgm:t>
        <a:bodyPr/>
        <a:lstStyle/>
        <a:p>
          <a:endParaRPr lang="en-GB"/>
        </a:p>
      </dgm:t>
    </dgm:pt>
    <dgm:pt modelId="{59DB6AE4-ACDE-4D98-98F6-8170FAF2A9D6}">
      <dgm:prSet phldrT="[Text]"/>
      <dgm:spPr/>
      <dgm:t>
        <a:bodyPr/>
        <a:lstStyle/>
        <a:p>
          <a:r>
            <a:rPr lang="en-GB" dirty="0"/>
            <a:t>CREATE</a:t>
          </a:r>
        </a:p>
      </dgm:t>
    </dgm:pt>
    <dgm:pt modelId="{B8C59FA0-8468-4C10-9ADF-E7605DD7DACF}" type="parTrans" cxnId="{6EF6428F-6BD6-4826-BE07-2FBF8731C26C}">
      <dgm:prSet/>
      <dgm:spPr/>
      <dgm:t>
        <a:bodyPr/>
        <a:lstStyle/>
        <a:p>
          <a:endParaRPr lang="en-GB"/>
        </a:p>
      </dgm:t>
    </dgm:pt>
    <dgm:pt modelId="{3F23F775-9B94-40C7-9621-C41BF513EADF}" type="sibTrans" cxnId="{6EF6428F-6BD6-4826-BE07-2FBF8731C26C}">
      <dgm:prSet/>
      <dgm:spPr/>
      <dgm:t>
        <a:bodyPr/>
        <a:lstStyle/>
        <a:p>
          <a:endParaRPr lang="en-GB"/>
        </a:p>
      </dgm:t>
    </dgm:pt>
    <dgm:pt modelId="{91CD56D3-2889-496A-9CE7-0600981E8511}">
      <dgm:prSet phldrT="[Text]"/>
      <dgm:spPr/>
      <dgm:t>
        <a:bodyPr/>
        <a:lstStyle/>
        <a:p>
          <a:r>
            <a:rPr lang="en-GB" dirty="0"/>
            <a:t>ALTER</a:t>
          </a:r>
        </a:p>
      </dgm:t>
    </dgm:pt>
    <dgm:pt modelId="{63A783A4-62D4-4F2B-AE1D-3A40857DE4E8}" type="parTrans" cxnId="{522ABF80-99FA-43DC-929A-1B3CEBC04F61}">
      <dgm:prSet/>
      <dgm:spPr/>
      <dgm:t>
        <a:bodyPr/>
        <a:lstStyle/>
        <a:p>
          <a:endParaRPr lang="en-GB"/>
        </a:p>
      </dgm:t>
    </dgm:pt>
    <dgm:pt modelId="{14CEAC73-4B32-4DDB-9BA5-D412AEF9B0FE}" type="sibTrans" cxnId="{522ABF80-99FA-43DC-929A-1B3CEBC04F61}">
      <dgm:prSet/>
      <dgm:spPr/>
      <dgm:t>
        <a:bodyPr/>
        <a:lstStyle/>
        <a:p>
          <a:endParaRPr lang="en-GB"/>
        </a:p>
      </dgm:t>
    </dgm:pt>
    <dgm:pt modelId="{5B301196-88D3-4F7D-A109-587D99C22A5A}">
      <dgm:prSet phldrT="[Text]"/>
      <dgm:spPr/>
      <dgm:t>
        <a:bodyPr/>
        <a:lstStyle/>
        <a:p>
          <a:r>
            <a:rPr lang="en-GB" dirty="0"/>
            <a:t>UPDATE</a:t>
          </a:r>
        </a:p>
      </dgm:t>
    </dgm:pt>
    <dgm:pt modelId="{3E68763C-0711-4B69-8E3B-8428FD79C981}" type="parTrans" cxnId="{0F3CD6BB-6A9B-400A-9EDD-267E388CB686}">
      <dgm:prSet/>
      <dgm:spPr/>
      <dgm:t>
        <a:bodyPr/>
        <a:lstStyle/>
        <a:p>
          <a:endParaRPr lang="en-GB"/>
        </a:p>
      </dgm:t>
    </dgm:pt>
    <dgm:pt modelId="{F5D2E23D-736F-43A1-9F4D-24AB2E475D89}" type="sibTrans" cxnId="{0F3CD6BB-6A9B-400A-9EDD-267E388CB686}">
      <dgm:prSet/>
      <dgm:spPr/>
      <dgm:t>
        <a:bodyPr/>
        <a:lstStyle/>
        <a:p>
          <a:endParaRPr lang="en-GB"/>
        </a:p>
      </dgm:t>
    </dgm:pt>
    <dgm:pt modelId="{049CF89D-C66B-4998-846F-B3A0E62E510F}">
      <dgm:prSet phldrT="[Text]"/>
      <dgm:spPr/>
      <dgm:t>
        <a:bodyPr/>
        <a:lstStyle/>
        <a:p>
          <a:r>
            <a:rPr lang="en-GB" dirty="0"/>
            <a:t>INSERT</a:t>
          </a:r>
        </a:p>
      </dgm:t>
    </dgm:pt>
    <dgm:pt modelId="{0D99AE2E-863B-4691-ACDE-39D5B674F227}" type="parTrans" cxnId="{A141BD60-61BF-4E86-B720-40E3AAC3D36F}">
      <dgm:prSet/>
      <dgm:spPr/>
      <dgm:t>
        <a:bodyPr/>
        <a:lstStyle/>
        <a:p>
          <a:endParaRPr lang="en-GB"/>
        </a:p>
      </dgm:t>
    </dgm:pt>
    <dgm:pt modelId="{216BAD5A-BAD9-4D92-B4C6-3E04986A3A8F}" type="sibTrans" cxnId="{A141BD60-61BF-4E86-B720-40E3AAC3D36F}">
      <dgm:prSet/>
      <dgm:spPr/>
      <dgm:t>
        <a:bodyPr/>
        <a:lstStyle/>
        <a:p>
          <a:endParaRPr lang="en-GB"/>
        </a:p>
      </dgm:t>
    </dgm:pt>
    <dgm:pt modelId="{AC795E68-8945-4281-9402-F0BC7F5B09CE}">
      <dgm:prSet phldrT="[Text]"/>
      <dgm:spPr/>
      <dgm:t>
        <a:bodyPr/>
        <a:lstStyle/>
        <a:p>
          <a:r>
            <a:rPr lang="en-GB" dirty="0"/>
            <a:t>DELETE</a:t>
          </a:r>
        </a:p>
      </dgm:t>
    </dgm:pt>
    <dgm:pt modelId="{F13206FF-F962-413E-9469-63ABC42FF11A}" type="parTrans" cxnId="{5E6AF3FB-34E3-41CF-B46D-5A213C14CE4B}">
      <dgm:prSet/>
      <dgm:spPr/>
      <dgm:t>
        <a:bodyPr/>
        <a:lstStyle/>
        <a:p>
          <a:endParaRPr lang="en-GB"/>
        </a:p>
      </dgm:t>
    </dgm:pt>
    <dgm:pt modelId="{CB7F8C52-00FD-4D2C-9B3A-7B8E0FAD5B97}" type="sibTrans" cxnId="{5E6AF3FB-34E3-41CF-B46D-5A213C14CE4B}">
      <dgm:prSet/>
      <dgm:spPr/>
      <dgm:t>
        <a:bodyPr/>
        <a:lstStyle/>
        <a:p>
          <a:endParaRPr lang="en-GB"/>
        </a:p>
      </dgm:t>
    </dgm:pt>
    <dgm:pt modelId="{079CA13C-9DED-459A-BB91-12FE5A8183A8}" type="pres">
      <dgm:prSet presAssocID="{35792FF3-25EC-48D2-942B-8C7891F968AB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30B6E26-C56E-439A-814C-0EF5252DCD58}" type="pres">
      <dgm:prSet presAssocID="{2DACB360-3D38-4467-85C0-92B55CC123F2}" presName="Parent" presStyleLbl="node0" presStyleIdx="0" presStyleCnt="1">
        <dgm:presLayoutVars>
          <dgm:chMax val="6"/>
          <dgm:chPref val="6"/>
        </dgm:presLayoutVars>
      </dgm:prSet>
      <dgm:spPr/>
    </dgm:pt>
    <dgm:pt modelId="{10CDBF2F-D63E-474F-83CF-D717734A91A1}" type="pres">
      <dgm:prSet presAssocID="{A38D7CE1-B875-408E-BA15-DFE525C2CD2D}" presName="Accent1" presStyleCnt="0"/>
      <dgm:spPr/>
    </dgm:pt>
    <dgm:pt modelId="{693EADB0-46C6-498A-A367-A2FD46E116CB}" type="pres">
      <dgm:prSet presAssocID="{A38D7CE1-B875-408E-BA15-DFE525C2CD2D}" presName="Accent" presStyleLbl="bgShp" presStyleIdx="0" presStyleCnt="6"/>
      <dgm:spPr/>
    </dgm:pt>
    <dgm:pt modelId="{2BDB6D15-5821-455C-8EE9-67E1EEEF34B3}" type="pres">
      <dgm:prSet presAssocID="{A38D7CE1-B875-408E-BA15-DFE525C2CD2D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BDCB37E0-9EF9-44A5-BE97-5260E4D89FD4}" type="pres">
      <dgm:prSet presAssocID="{59DB6AE4-ACDE-4D98-98F6-8170FAF2A9D6}" presName="Accent2" presStyleCnt="0"/>
      <dgm:spPr/>
    </dgm:pt>
    <dgm:pt modelId="{D6035328-71DA-494F-A103-5D2C2CDD0EAB}" type="pres">
      <dgm:prSet presAssocID="{59DB6AE4-ACDE-4D98-98F6-8170FAF2A9D6}" presName="Accent" presStyleLbl="bgShp" presStyleIdx="1" presStyleCnt="6"/>
      <dgm:spPr>
        <a:solidFill>
          <a:schemeClr val="bg1"/>
        </a:solidFill>
      </dgm:spPr>
    </dgm:pt>
    <dgm:pt modelId="{EB758B88-AD35-4890-9C1C-85EC8181FCC0}" type="pres">
      <dgm:prSet presAssocID="{59DB6AE4-ACDE-4D98-98F6-8170FAF2A9D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5AF1A6C7-D718-4790-B5D1-E7FCB9A9A8D6}" type="pres">
      <dgm:prSet presAssocID="{91CD56D3-2889-496A-9CE7-0600981E8511}" presName="Accent3" presStyleCnt="0"/>
      <dgm:spPr/>
    </dgm:pt>
    <dgm:pt modelId="{F629EE04-020F-49C5-BA89-C3751D8BFBDB}" type="pres">
      <dgm:prSet presAssocID="{91CD56D3-2889-496A-9CE7-0600981E8511}" presName="Accent" presStyleLbl="bgShp" presStyleIdx="2" presStyleCnt="6"/>
      <dgm:spPr>
        <a:solidFill>
          <a:schemeClr val="bg1"/>
        </a:solidFill>
      </dgm:spPr>
    </dgm:pt>
    <dgm:pt modelId="{2522501E-E6D4-43D4-9968-56D0D10681BE}" type="pres">
      <dgm:prSet presAssocID="{91CD56D3-2889-496A-9CE7-0600981E851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D66F5E40-A900-4279-A451-393A72FB708D}" type="pres">
      <dgm:prSet presAssocID="{5B301196-88D3-4F7D-A109-587D99C22A5A}" presName="Accent4" presStyleCnt="0"/>
      <dgm:spPr/>
    </dgm:pt>
    <dgm:pt modelId="{A1065488-0814-4A86-826A-5487B3648235}" type="pres">
      <dgm:prSet presAssocID="{5B301196-88D3-4F7D-A109-587D99C22A5A}" presName="Accent" presStyleLbl="bgShp" presStyleIdx="3" presStyleCnt="6"/>
      <dgm:spPr>
        <a:solidFill>
          <a:schemeClr val="bg1"/>
        </a:solidFill>
      </dgm:spPr>
    </dgm:pt>
    <dgm:pt modelId="{997E52BC-8A22-4130-B1AC-58CBFC6E49E6}" type="pres">
      <dgm:prSet presAssocID="{5B301196-88D3-4F7D-A109-587D99C22A5A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A880413-0603-4F27-B381-D21D24256D56}" type="pres">
      <dgm:prSet presAssocID="{049CF89D-C66B-4998-846F-B3A0E62E510F}" presName="Accent5" presStyleCnt="0"/>
      <dgm:spPr/>
    </dgm:pt>
    <dgm:pt modelId="{537E6692-2650-4AF3-ABE7-082FBA52220F}" type="pres">
      <dgm:prSet presAssocID="{049CF89D-C66B-4998-846F-B3A0E62E510F}" presName="Accent" presStyleLbl="bgShp" presStyleIdx="4" presStyleCnt="6"/>
      <dgm:spPr>
        <a:solidFill>
          <a:schemeClr val="bg1"/>
        </a:solidFill>
      </dgm:spPr>
    </dgm:pt>
    <dgm:pt modelId="{F081553F-DD2F-4294-8703-0E0F4C2ACA8A}" type="pres">
      <dgm:prSet presAssocID="{049CF89D-C66B-4998-846F-B3A0E62E510F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F5674777-6088-4614-A268-CE4CA3D80DE2}" type="pres">
      <dgm:prSet presAssocID="{AC795E68-8945-4281-9402-F0BC7F5B09CE}" presName="Accent6" presStyleCnt="0"/>
      <dgm:spPr/>
    </dgm:pt>
    <dgm:pt modelId="{2B4D93DE-196B-4778-87A2-8C74F53B4990}" type="pres">
      <dgm:prSet presAssocID="{AC795E68-8945-4281-9402-F0BC7F5B09CE}" presName="Accent" presStyleLbl="bgShp" presStyleIdx="5" presStyleCnt="6"/>
      <dgm:spPr>
        <a:solidFill>
          <a:schemeClr val="bg1"/>
        </a:solidFill>
      </dgm:spPr>
    </dgm:pt>
    <dgm:pt modelId="{5223892A-2EC3-408E-8165-CD5DF81B45BC}" type="pres">
      <dgm:prSet presAssocID="{AC795E68-8945-4281-9402-F0BC7F5B09C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D07E730C-6760-4CB9-9A97-59D4B8F60173}" type="presOf" srcId="{AC795E68-8945-4281-9402-F0BC7F5B09CE}" destId="{5223892A-2EC3-408E-8165-CD5DF81B45BC}" srcOrd="0" destOrd="0" presId="urn:microsoft.com/office/officeart/2011/layout/HexagonRadial"/>
    <dgm:cxn modelId="{F800F216-FB50-4C1D-9CFA-1E26FCC4D6A6}" type="presOf" srcId="{59DB6AE4-ACDE-4D98-98F6-8170FAF2A9D6}" destId="{EB758B88-AD35-4890-9C1C-85EC8181FCC0}" srcOrd="0" destOrd="0" presId="urn:microsoft.com/office/officeart/2011/layout/HexagonRadial"/>
    <dgm:cxn modelId="{42711E2B-DA73-4F9B-8584-64B19BA71B2C}" type="presOf" srcId="{A38D7CE1-B875-408E-BA15-DFE525C2CD2D}" destId="{2BDB6D15-5821-455C-8EE9-67E1EEEF34B3}" srcOrd="0" destOrd="0" presId="urn:microsoft.com/office/officeart/2011/layout/HexagonRadial"/>
    <dgm:cxn modelId="{8C620636-EF05-4649-BE20-DC5392A7FFDD}" type="presOf" srcId="{35792FF3-25EC-48D2-942B-8C7891F968AB}" destId="{079CA13C-9DED-459A-BB91-12FE5A8183A8}" srcOrd="0" destOrd="0" presId="urn:microsoft.com/office/officeart/2011/layout/HexagonRadial"/>
    <dgm:cxn modelId="{A141BD60-61BF-4E86-B720-40E3AAC3D36F}" srcId="{2DACB360-3D38-4467-85C0-92B55CC123F2}" destId="{049CF89D-C66B-4998-846F-B3A0E62E510F}" srcOrd="4" destOrd="0" parTransId="{0D99AE2E-863B-4691-ACDE-39D5B674F227}" sibTransId="{216BAD5A-BAD9-4D92-B4C6-3E04986A3A8F}"/>
    <dgm:cxn modelId="{E4C82B48-376D-4A16-818B-33495DD48C3B}" srcId="{2DACB360-3D38-4467-85C0-92B55CC123F2}" destId="{A38D7CE1-B875-408E-BA15-DFE525C2CD2D}" srcOrd="0" destOrd="0" parTransId="{420B857C-99D2-4DE6-A368-239A28BF6DB1}" sibTransId="{A20F9B2D-3E9D-4331-A678-88252B61788E}"/>
    <dgm:cxn modelId="{108A836B-58DB-47BD-9DA1-1F3424D69C60}" type="presOf" srcId="{91CD56D3-2889-496A-9CE7-0600981E8511}" destId="{2522501E-E6D4-43D4-9968-56D0D10681BE}" srcOrd="0" destOrd="0" presId="urn:microsoft.com/office/officeart/2011/layout/HexagonRadial"/>
    <dgm:cxn modelId="{4980F76B-7C0B-418E-92EA-84A13BB2DCB3}" type="presOf" srcId="{5B301196-88D3-4F7D-A109-587D99C22A5A}" destId="{997E52BC-8A22-4130-B1AC-58CBFC6E49E6}" srcOrd="0" destOrd="0" presId="urn:microsoft.com/office/officeart/2011/layout/HexagonRadial"/>
    <dgm:cxn modelId="{522ABF80-99FA-43DC-929A-1B3CEBC04F61}" srcId="{2DACB360-3D38-4467-85C0-92B55CC123F2}" destId="{91CD56D3-2889-496A-9CE7-0600981E8511}" srcOrd="2" destOrd="0" parTransId="{63A783A4-62D4-4F2B-AE1D-3A40857DE4E8}" sibTransId="{14CEAC73-4B32-4DDB-9BA5-D412AEF9B0FE}"/>
    <dgm:cxn modelId="{6EF6428F-6BD6-4826-BE07-2FBF8731C26C}" srcId="{2DACB360-3D38-4467-85C0-92B55CC123F2}" destId="{59DB6AE4-ACDE-4D98-98F6-8170FAF2A9D6}" srcOrd="1" destOrd="0" parTransId="{B8C59FA0-8468-4C10-9ADF-E7605DD7DACF}" sibTransId="{3F23F775-9B94-40C7-9621-C41BF513EADF}"/>
    <dgm:cxn modelId="{0F3CD6BB-6A9B-400A-9EDD-267E388CB686}" srcId="{2DACB360-3D38-4467-85C0-92B55CC123F2}" destId="{5B301196-88D3-4F7D-A109-587D99C22A5A}" srcOrd="3" destOrd="0" parTransId="{3E68763C-0711-4B69-8E3B-8428FD79C981}" sibTransId="{F5D2E23D-736F-43A1-9F4D-24AB2E475D89}"/>
    <dgm:cxn modelId="{AC1ECBD5-8F85-424A-9274-8A9BEF6826AC}" type="presOf" srcId="{049CF89D-C66B-4998-846F-B3A0E62E510F}" destId="{F081553F-DD2F-4294-8703-0E0F4C2ACA8A}" srcOrd="0" destOrd="0" presId="urn:microsoft.com/office/officeart/2011/layout/HexagonRadial"/>
    <dgm:cxn modelId="{EA91D8D8-172C-4A3D-9C60-9CCA81EFFE69}" srcId="{35792FF3-25EC-48D2-942B-8C7891F968AB}" destId="{2DACB360-3D38-4467-85C0-92B55CC123F2}" srcOrd="0" destOrd="0" parTransId="{9AD32EA9-96EA-4288-86D9-5477489BAA73}" sibTransId="{F31E6976-F19B-4047-9B1E-4721BE592257}"/>
    <dgm:cxn modelId="{BCD558E8-A033-4845-B701-629A80057C81}" type="presOf" srcId="{2DACB360-3D38-4467-85C0-92B55CC123F2}" destId="{730B6E26-C56E-439A-814C-0EF5252DCD58}" srcOrd="0" destOrd="0" presId="urn:microsoft.com/office/officeart/2011/layout/HexagonRadial"/>
    <dgm:cxn modelId="{5E6AF3FB-34E3-41CF-B46D-5A213C14CE4B}" srcId="{2DACB360-3D38-4467-85C0-92B55CC123F2}" destId="{AC795E68-8945-4281-9402-F0BC7F5B09CE}" srcOrd="5" destOrd="0" parTransId="{F13206FF-F962-413E-9469-63ABC42FF11A}" sibTransId="{CB7F8C52-00FD-4D2C-9B3A-7B8E0FAD5B97}"/>
    <dgm:cxn modelId="{E6F44083-22B8-4070-8290-622E19DF3A67}" type="presParOf" srcId="{079CA13C-9DED-459A-BB91-12FE5A8183A8}" destId="{730B6E26-C56E-439A-814C-0EF5252DCD58}" srcOrd="0" destOrd="0" presId="urn:microsoft.com/office/officeart/2011/layout/HexagonRadial"/>
    <dgm:cxn modelId="{25A16923-B99F-46B7-924F-02F5082B06EE}" type="presParOf" srcId="{079CA13C-9DED-459A-BB91-12FE5A8183A8}" destId="{10CDBF2F-D63E-474F-83CF-D717734A91A1}" srcOrd="1" destOrd="0" presId="urn:microsoft.com/office/officeart/2011/layout/HexagonRadial"/>
    <dgm:cxn modelId="{9F129FB4-7FD0-48B1-81AD-1DFBE4F305AE}" type="presParOf" srcId="{10CDBF2F-D63E-474F-83CF-D717734A91A1}" destId="{693EADB0-46C6-498A-A367-A2FD46E116CB}" srcOrd="0" destOrd="0" presId="urn:microsoft.com/office/officeart/2011/layout/HexagonRadial"/>
    <dgm:cxn modelId="{DEBDB339-9C41-476F-BD13-632217B5921B}" type="presParOf" srcId="{079CA13C-9DED-459A-BB91-12FE5A8183A8}" destId="{2BDB6D15-5821-455C-8EE9-67E1EEEF34B3}" srcOrd="2" destOrd="0" presId="urn:microsoft.com/office/officeart/2011/layout/HexagonRadial"/>
    <dgm:cxn modelId="{928535BA-FD13-41CC-AED0-D8E61D1E0C02}" type="presParOf" srcId="{079CA13C-9DED-459A-BB91-12FE5A8183A8}" destId="{BDCB37E0-9EF9-44A5-BE97-5260E4D89FD4}" srcOrd="3" destOrd="0" presId="urn:microsoft.com/office/officeart/2011/layout/HexagonRadial"/>
    <dgm:cxn modelId="{C57180F0-763C-4DFD-9AF9-C56EA3D5510B}" type="presParOf" srcId="{BDCB37E0-9EF9-44A5-BE97-5260E4D89FD4}" destId="{D6035328-71DA-494F-A103-5D2C2CDD0EAB}" srcOrd="0" destOrd="0" presId="urn:microsoft.com/office/officeart/2011/layout/HexagonRadial"/>
    <dgm:cxn modelId="{DF119559-068D-4796-86AD-7706B1513D96}" type="presParOf" srcId="{079CA13C-9DED-459A-BB91-12FE5A8183A8}" destId="{EB758B88-AD35-4890-9C1C-85EC8181FCC0}" srcOrd="4" destOrd="0" presId="urn:microsoft.com/office/officeart/2011/layout/HexagonRadial"/>
    <dgm:cxn modelId="{6234BD23-6F32-4BFA-8522-C92DA2DAEAC9}" type="presParOf" srcId="{079CA13C-9DED-459A-BB91-12FE5A8183A8}" destId="{5AF1A6C7-D718-4790-B5D1-E7FCB9A9A8D6}" srcOrd="5" destOrd="0" presId="urn:microsoft.com/office/officeart/2011/layout/HexagonRadial"/>
    <dgm:cxn modelId="{AD85653F-ACB1-464A-9AA4-0B671E6AEF6B}" type="presParOf" srcId="{5AF1A6C7-D718-4790-B5D1-E7FCB9A9A8D6}" destId="{F629EE04-020F-49C5-BA89-C3751D8BFBDB}" srcOrd="0" destOrd="0" presId="urn:microsoft.com/office/officeart/2011/layout/HexagonRadial"/>
    <dgm:cxn modelId="{44D92C94-4ADE-4913-9710-31C829A9D7CD}" type="presParOf" srcId="{079CA13C-9DED-459A-BB91-12FE5A8183A8}" destId="{2522501E-E6D4-43D4-9968-56D0D10681BE}" srcOrd="6" destOrd="0" presId="urn:microsoft.com/office/officeart/2011/layout/HexagonRadial"/>
    <dgm:cxn modelId="{1A0CA1C2-5C03-4C82-8F0E-C4DB7F1F4AF9}" type="presParOf" srcId="{079CA13C-9DED-459A-BB91-12FE5A8183A8}" destId="{D66F5E40-A900-4279-A451-393A72FB708D}" srcOrd="7" destOrd="0" presId="urn:microsoft.com/office/officeart/2011/layout/HexagonRadial"/>
    <dgm:cxn modelId="{933CDF34-18E0-40AF-B4B4-BAAE61E370C9}" type="presParOf" srcId="{D66F5E40-A900-4279-A451-393A72FB708D}" destId="{A1065488-0814-4A86-826A-5487B3648235}" srcOrd="0" destOrd="0" presId="urn:microsoft.com/office/officeart/2011/layout/HexagonRadial"/>
    <dgm:cxn modelId="{CC114CC2-55D1-4069-883E-98109A01B557}" type="presParOf" srcId="{079CA13C-9DED-459A-BB91-12FE5A8183A8}" destId="{997E52BC-8A22-4130-B1AC-58CBFC6E49E6}" srcOrd="8" destOrd="0" presId="urn:microsoft.com/office/officeart/2011/layout/HexagonRadial"/>
    <dgm:cxn modelId="{1A05EDFD-3684-439D-A7A7-D54A40460AF8}" type="presParOf" srcId="{079CA13C-9DED-459A-BB91-12FE5A8183A8}" destId="{8A880413-0603-4F27-B381-D21D24256D56}" srcOrd="9" destOrd="0" presId="urn:microsoft.com/office/officeart/2011/layout/HexagonRadial"/>
    <dgm:cxn modelId="{188BF10F-37F1-4C80-ACD6-90BF38E3BE33}" type="presParOf" srcId="{8A880413-0603-4F27-B381-D21D24256D56}" destId="{537E6692-2650-4AF3-ABE7-082FBA52220F}" srcOrd="0" destOrd="0" presId="urn:microsoft.com/office/officeart/2011/layout/HexagonRadial"/>
    <dgm:cxn modelId="{EA7053DD-BB00-4750-A718-986DBEB3281C}" type="presParOf" srcId="{079CA13C-9DED-459A-BB91-12FE5A8183A8}" destId="{F081553F-DD2F-4294-8703-0E0F4C2ACA8A}" srcOrd="10" destOrd="0" presId="urn:microsoft.com/office/officeart/2011/layout/HexagonRadial"/>
    <dgm:cxn modelId="{ED362A74-32CB-4F30-B712-4B131CEAD70E}" type="presParOf" srcId="{079CA13C-9DED-459A-BB91-12FE5A8183A8}" destId="{F5674777-6088-4614-A268-CE4CA3D80DE2}" srcOrd="11" destOrd="0" presId="urn:microsoft.com/office/officeart/2011/layout/HexagonRadial"/>
    <dgm:cxn modelId="{61959E15-4553-4077-BF91-40DA0D6254FF}" type="presParOf" srcId="{F5674777-6088-4614-A268-CE4CA3D80DE2}" destId="{2B4D93DE-196B-4778-87A2-8C74F53B4990}" srcOrd="0" destOrd="0" presId="urn:microsoft.com/office/officeart/2011/layout/HexagonRadial"/>
    <dgm:cxn modelId="{BE332210-5419-4EE2-A7C9-7B88EFB830C8}" type="presParOf" srcId="{079CA13C-9DED-459A-BB91-12FE5A8183A8}" destId="{5223892A-2EC3-408E-8165-CD5DF81B45BC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792FF3-25EC-48D2-942B-8C7891F968AB}" type="doc">
      <dgm:prSet loTypeId="urn:microsoft.com/office/officeart/2011/layout/HexagonRadial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2DACB360-3D38-4467-85C0-92B55CC123F2}">
      <dgm:prSet phldrT="[Text]"/>
      <dgm:spPr/>
      <dgm:t>
        <a:bodyPr/>
        <a:lstStyle/>
        <a:p>
          <a:r>
            <a:rPr lang="en-GB" dirty="0"/>
            <a:t>Common SQL commands</a:t>
          </a:r>
        </a:p>
      </dgm:t>
    </dgm:pt>
    <dgm:pt modelId="{9AD32EA9-96EA-4288-86D9-5477489BAA73}" type="parTrans" cxnId="{EA91D8D8-172C-4A3D-9C60-9CCA81EFFE69}">
      <dgm:prSet/>
      <dgm:spPr/>
      <dgm:t>
        <a:bodyPr/>
        <a:lstStyle/>
        <a:p>
          <a:endParaRPr lang="en-GB"/>
        </a:p>
      </dgm:t>
    </dgm:pt>
    <dgm:pt modelId="{F31E6976-F19B-4047-9B1E-4721BE592257}" type="sibTrans" cxnId="{EA91D8D8-172C-4A3D-9C60-9CCA81EFFE69}">
      <dgm:prSet/>
      <dgm:spPr/>
      <dgm:t>
        <a:bodyPr/>
        <a:lstStyle/>
        <a:p>
          <a:endParaRPr lang="en-GB"/>
        </a:p>
      </dgm:t>
    </dgm:pt>
    <dgm:pt modelId="{A38D7CE1-B875-408E-BA15-DFE525C2CD2D}">
      <dgm:prSet phldrT="[Text]"/>
      <dgm:spPr>
        <a:solidFill>
          <a:schemeClr val="accent4">
            <a:lumMod val="75000"/>
          </a:schemeClr>
        </a:solidFill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SELECT</a:t>
          </a:r>
        </a:p>
      </dgm:t>
    </dgm:pt>
    <dgm:pt modelId="{420B857C-99D2-4DE6-A368-239A28BF6DB1}" type="parTrans" cxnId="{E4C82B48-376D-4A16-818B-33495DD48C3B}">
      <dgm:prSet/>
      <dgm:spPr/>
      <dgm:t>
        <a:bodyPr/>
        <a:lstStyle/>
        <a:p>
          <a:endParaRPr lang="en-GB"/>
        </a:p>
      </dgm:t>
    </dgm:pt>
    <dgm:pt modelId="{A20F9B2D-3E9D-4331-A678-88252B61788E}" type="sibTrans" cxnId="{E4C82B48-376D-4A16-818B-33495DD48C3B}">
      <dgm:prSet/>
      <dgm:spPr/>
      <dgm:t>
        <a:bodyPr/>
        <a:lstStyle/>
        <a:p>
          <a:endParaRPr lang="en-GB"/>
        </a:p>
      </dgm:t>
    </dgm:pt>
    <dgm:pt modelId="{59DB6AE4-ACDE-4D98-98F6-8170FAF2A9D6}">
      <dgm:prSet phldrT="[Text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GB" dirty="0">
              <a:solidFill>
                <a:schemeClr val="bg1">
                  <a:lumMod val="85000"/>
                </a:schemeClr>
              </a:solidFill>
            </a:rPr>
            <a:t>CREATE</a:t>
          </a:r>
        </a:p>
      </dgm:t>
    </dgm:pt>
    <dgm:pt modelId="{B8C59FA0-8468-4C10-9ADF-E7605DD7DACF}" type="parTrans" cxnId="{6EF6428F-6BD6-4826-BE07-2FBF8731C26C}">
      <dgm:prSet/>
      <dgm:spPr/>
      <dgm:t>
        <a:bodyPr/>
        <a:lstStyle/>
        <a:p>
          <a:endParaRPr lang="en-GB"/>
        </a:p>
      </dgm:t>
    </dgm:pt>
    <dgm:pt modelId="{3F23F775-9B94-40C7-9621-C41BF513EADF}" type="sibTrans" cxnId="{6EF6428F-6BD6-4826-BE07-2FBF8731C26C}">
      <dgm:prSet/>
      <dgm:spPr/>
      <dgm:t>
        <a:bodyPr/>
        <a:lstStyle/>
        <a:p>
          <a:endParaRPr lang="en-GB"/>
        </a:p>
      </dgm:t>
    </dgm:pt>
    <dgm:pt modelId="{91CD56D3-2889-496A-9CE7-0600981E8511}">
      <dgm:prSet phldrT="[Text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GB" dirty="0">
              <a:solidFill>
                <a:schemeClr val="bg1">
                  <a:lumMod val="85000"/>
                </a:schemeClr>
              </a:solidFill>
            </a:rPr>
            <a:t>ALTER</a:t>
          </a:r>
        </a:p>
      </dgm:t>
    </dgm:pt>
    <dgm:pt modelId="{63A783A4-62D4-4F2B-AE1D-3A40857DE4E8}" type="parTrans" cxnId="{522ABF80-99FA-43DC-929A-1B3CEBC04F61}">
      <dgm:prSet/>
      <dgm:spPr/>
      <dgm:t>
        <a:bodyPr/>
        <a:lstStyle/>
        <a:p>
          <a:endParaRPr lang="en-GB"/>
        </a:p>
      </dgm:t>
    </dgm:pt>
    <dgm:pt modelId="{14CEAC73-4B32-4DDB-9BA5-D412AEF9B0FE}" type="sibTrans" cxnId="{522ABF80-99FA-43DC-929A-1B3CEBC04F61}">
      <dgm:prSet/>
      <dgm:spPr/>
      <dgm:t>
        <a:bodyPr/>
        <a:lstStyle/>
        <a:p>
          <a:endParaRPr lang="en-GB"/>
        </a:p>
      </dgm:t>
    </dgm:pt>
    <dgm:pt modelId="{5B301196-88D3-4F7D-A109-587D99C22A5A}">
      <dgm:prSet phldrT="[Text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GB" dirty="0">
              <a:solidFill>
                <a:schemeClr val="bg1">
                  <a:lumMod val="85000"/>
                </a:schemeClr>
              </a:solidFill>
            </a:rPr>
            <a:t>UPDATE</a:t>
          </a:r>
        </a:p>
      </dgm:t>
    </dgm:pt>
    <dgm:pt modelId="{3E68763C-0711-4B69-8E3B-8428FD79C981}" type="parTrans" cxnId="{0F3CD6BB-6A9B-400A-9EDD-267E388CB686}">
      <dgm:prSet/>
      <dgm:spPr/>
      <dgm:t>
        <a:bodyPr/>
        <a:lstStyle/>
        <a:p>
          <a:endParaRPr lang="en-GB"/>
        </a:p>
      </dgm:t>
    </dgm:pt>
    <dgm:pt modelId="{F5D2E23D-736F-43A1-9F4D-24AB2E475D89}" type="sibTrans" cxnId="{0F3CD6BB-6A9B-400A-9EDD-267E388CB686}">
      <dgm:prSet/>
      <dgm:spPr/>
      <dgm:t>
        <a:bodyPr/>
        <a:lstStyle/>
        <a:p>
          <a:endParaRPr lang="en-GB"/>
        </a:p>
      </dgm:t>
    </dgm:pt>
    <dgm:pt modelId="{049CF89D-C66B-4998-846F-B3A0E62E510F}">
      <dgm:prSet phldrT="[Text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GB" dirty="0">
              <a:solidFill>
                <a:schemeClr val="bg1">
                  <a:lumMod val="85000"/>
                </a:schemeClr>
              </a:solidFill>
            </a:rPr>
            <a:t>INSERT</a:t>
          </a:r>
        </a:p>
      </dgm:t>
    </dgm:pt>
    <dgm:pt modelId="{0D99AE2E-863B-4691-ACDE-39D5B674F227}" type="parTrans" cxnId="{A141BD60-61BF-4E86-B720-40E3AAC3D36F}">
      <dgm:prSet/>
      <dgm:spPr/>
      <dgm:t>
        <a:bodyPr/>
        <a:lstStyle/>
        <a:p>
          <a:endParaRPr lang="en-GB"/>
        </a:p>
      </dgm:t>
    </dgm:pt>
    <dgm:pt modelId="{216BAD5A-BAD9-4D92-B4C6-3E04986A3A8F}" type="sibTrans" cxnId="{A141BD60-61BF-4E86-B720-40E3AAC3D36F}">
      <dgm:prSet/>
      <dgm:spPr/>
      <dgm:t>
        <a:bodyPr/>
        <a:lstStyle/>
        <a:p>
          <a:endParaRPr lang="en-GB"/>
        </a:p>
      </dgm:t>
    </dgm:pt>
    <dgm:pt modelId="{AC795E68-8945-4281-9402-F0BC7F5B09CE}">
      <dgm:prSet phldrT="[Text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GB" dirty="0">
              <a:solidFill>
                <a:schemeClr val="bg1">
                  <a:lumMod val="85000"/>
                </a:schemeClr>
              </a:solidFill>
            </a:rPr>
            <a:t>DELETE</a:t>
          </a:r>
        </a:p>
      </dgm:t>
    </dgm:pt>
    <dgm:pt modelId="{F13206FF-F962-413E-9469-63ABC42FF11A}" type="parTrans" cxnId="{5E6AF3FB-34E3-41CF-B46D-5A213C14CE4B}">
      <dgm:prSet/>
      <dgm:spPr/>
      <dgm:t>
        <a:bodyPr/>
        <a:lstStyle/>
        <a:p>
          <a:endParaRPr lang="en-GB"/>
        </a:p>
      </dgm:t>
    </dgm:pt>
    <dgm:pt modelId="{CB7F8C52-00FD-4D2C-9B3A-7B8E0FAD5B97}" type="sibTrans" cxnId="{5E6AF3FB-34E3-41CF-B46D-5A213C14CE4B}">
      <dgm:prSet/>
      <dgm:spPr/>
      <dgm:t>
        <a:bodyPr/>
        <a:lstStyle/>
        <a:p>
          <a:endParaRPr lang="en-GB"/>
        </a:p>
      </dgm:t>
    </dgm:pt>
    <dgm:pt modelId="{079CA13C-9DED-459A-BB91-12FE5A8183A8}" type="pres">
      <dgm:prSet presAssocID="{35792FF3-25EC-48D2-942B-8C7891F968AB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30B6E26-C56E-439A-814C-0EF5252DCD58}" type="pres">
      <dgm:prSet presAssocID="{2DACB360-3D38-4467-85C0-92B55CC123F2}" presName="Parent" presStyleLbl="node0" presStyleIdx="0" presStyleCnt="1">
        <dgm:presLayoutVars>
          <dgm:chMax val="6"/>
          <dgm:chPref val="6"/>
        </dgm:presLayoutVars>
      </dgm:prSet>
      <dgm:spPr/>
    </dgm:pt>
    <dgm:pt modelId="{10CDBF2F-D63E-474F-83CF-D717734A91A1}" type="pres">
      <dgm:prSet presAssocID="{A38D7CE1-B875-408E-BA15-DFE525C2CD2D}" presName="Accent1" presStyleCnt="0"/>
      <dgm:spPr/>
    </dgm:pt>
    <dgm:pt modelId="{693EADB0-46C6-498A-A367-A2FD46E116CB}" type="pres">
      <dgm:prSet presAssocID="{A38D7CE1-B875-408E-BA15-DFE525C2CD2D}" presName="Accent" presStyleLbl="bgShp" presStyleIdx="0" presStyleCnt="6"/>
      <dgm:spPr/>
    </dgm:pt>
    <dgm:pt modelId="{2BDB6D15-5821-455C-8EE9-67E1EEEF34B3}" type="pres">
      <dgm:prSet presAssocID="{A38D7CE1-B875-408E-BA15-DFE525C2CD2D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BDCB37E0-9EF9-44A5-BE97-5260E4D89FD4}" type="pres">
      <dgm:prSet presAssocID="{59DB6AE4-ACDE-4D98-98F6-8170FAF2A9D6}" presName="Accent2" presStyleCnt="0"/>
      <dgm:spPr/>
    </dgm:pt>
    <dgm:pt modelId="{D6035328-71DA-494F-A103-5D2C2CDD0EAB}" type="pres">
      <dgm:prSet presAssocID="{59DB6AE4-ACDE-4D98-98F6-8170FAF2A9D6}" presName="Accent" presStyleLbl="bgShp" presStyleIdx="1" presStyleCnt="6"/>
      <dgm:spPr>
        <a:solidFill>
          <a:schemeClr val="bg1"/>
        </a:solidFill>
      </dgm:spPr>
    </dgm:pt>
    <dgm:pt modelId="{EB758B88-AD35-4890-9C1C-85EC8181FCC0}" type="pres">
      <dgm:prSet presAssocID="{59DB6AE4-ACDE-4D98-98F6-8170FAF2A9D6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5AF1A6C7-D718-4790-B5D1-E7FCB9A9A8D6}" type="pres">
      <dgm:prSet presAssocID="{91CD56D3-2889-496A-9CE7-0600981E8511}" presName="Accent3" presStyleCnt="0"/>
      <dgm:spPr/>
    </dgm:pt>
    <dgm:pt modelId="{F629EE04-020F-49C5-BA89-C3751D8BFBDB}" type="pres">
      <dgm:prSet presAssocID="{91CD56D3-2889-496A-9CE7-0600981E8511}" presName="Accent" presStyleLbl="bgShp" presStyleIdx="2" presStyleCnt="6"/>
      <dgm:spPr>
        <a:solidFill>
          <a:schemeClr val="bg1"/>
        </a:solidFill>
      </dgm:spPr>
    </dgm:pt>
    <dgm:pt modelId="{2522501E-E6D4-43D4-9968-56D0D10681BE}" type="pres">
      <dgm:prSet presAssocID="{91CD56D3-2889-496A-9CE7-0600981E851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D66F5E40-A900-4279-A451-393A72FB708D}" type="pres">
      <dgm:prSet presAssocID="{5B301196-88D3-4F7D-A109-587D99C22A5A}" presName="Accent4" presStyleCnt="0"/>
      <dgm:spPr/>
    </dgm:pt>
    <dgm:pt modelId="{A1065488-0814-4A86-826A-5487B3648235}" type="pres">
      <dgm:prSet presAssocID="{5B301196-88D3-4F7D-A109-587D99C22A5A}" presName="Accent" presStyleLbl="bgShp" presStyleIdx="3" presStyleCnt="6"/>
      <dgm:spPr>
        <a:solidFill>
          <a:schemeClr val="bg1"/>
        </a:solidFill>
      </dgm:spPr>
    </dgm:pt>
    <dgm:pt modelId="{997E52BC-8A22-4130-B1AC-58CBFC6E49E6}" type="pres">
      <dgm:prSet presAssocID="{5B301196-88D3-4F7D-A109-587D99C22A5A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A880413-0603-4F27-B381-D21D24256D56}" type="pres">
      <dgm:prSet presAssocID="{049CF89D-C66B-4998-846F-B3A0E62E510F}" presName="Accent5" presStyleCnt="0"/>
      <dgm:spPr/>
    </dgm:pt>
    <dgm:pt modelId="{537E6692-2650-4AF3-ABE7-082FBA52220F}" type="pres">
      <dgm:prSet presAssocID="{049CF89D-C66B-4998-846F-B3A0E62E510F}" presName="Accent" presStyleLbl="bgShp" presStyleIdx="4" presStyleCnt="6"/>
      <dgm:spPr>
        <a:solidFill>
          <a:schemeClr val="bg1"/>
        </a:solidFill>
      </dgm:spPr>
    </dgm:pt>
    <dgm:pt modelId="{F081553F-DD2F-4294-8703-0E0F4C2ACA8A}" type="pres">
      <dgm:prSet presAssocID="{049CF89D-C66B-4998-846F-B3A0E62E510F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F5674777-6088-4614-A268-CE4CA3D80DE2}" type="pres">
      <dgm:prSet presAssocID="{AC795E68-8945-4281-9402-F0BC7F5B09CE}" presName="Accent6" presStyleCnt="0"/>
      <dgm:spPr/>
    </dgm:pt>
    <dgm:pt modelId="{2B4D93DE-196B-4778-87A2-8C74F53B4990}" type="pres">
      <dgm:prSet presAssocID="{AC795E68-8945-4281-9402-F0BC7F5B09CE}" presName="Accent" presStyleLbl="bgShp" presStyleIdx="5" presStyleCnt="6"/>
      <dgm:spPr>
        <a:solidFill>
          <a:schemeClr val="bg1"/>
        </a:solidFill>
      </dgm:spPr>
    </dgm:pt>
    <dgm:pt modelId="{5223892A-2EC3-408E-8165-CD5DF81B45BC}" type="pres">
      <dgm:prSet presAssocID="{AC795E68-8945-4281-9402-F0BC7F5B09C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D07E730C-6760-4CB9-9A97-59D4B8F60173}" type="presOf" srcId="{AC795E68-8945-4281-9402-F0BC7F5B09CE}" destId="{5223892A-2EC3-408E-8165-CD5DF81B45BC}" srcOrd="0" destOrd="0" presId="urn:microsoft.com/office/officeart/2011/layout/HexagonRadial"/>
    <dgm:cxn modelId="{F800F216-FB50-4C1D-9CFA-1E26FCC4D6A6}" type="presOf" srcId="{59DB6AE4-ACDE-4D98-98F6-8170FAF2A9D6}" destId="{EB758B88-AD35-4890-9C1C-85EC8181FCC0}" srcOrd="0" destOrd="0" presId="urn:microsoft.com/office/officeart/2011/layout/HexagonRadial"/>
    <dgm:cxn modelId="{42711E2B-DA73-4F9B-8584-64B19BA71B2C}" type="presOf" srcId="{A38D7CE1-B875-408E-BA15-DFE525C2CD2D}" destId="{2BDB6D15-5821-455C-8EE9-67E1EEEF34B3}" srcOrd="0" destOrd="0" presId="urn:microsoft.com/office/officeart/2011/layout/HexagonRadial"/>
    <dgm:cxn modelId="{8C620636-EF05-4649-BE20-DC5392A7FFDD}" type="presOf" srcId="{35792FF3-25EC-48D2-942B-8C7891F968AB}" destId="{079CA13C-9DED-459A-BB91-12FE5A8183A8}" srcOrd="0" destOrd="0" presId="urn:microsoft.com/office/officeart/2011/layout/HexagonRadial"/>
    <dgm:cxn modelId="{A141BD60-61BF-4E86-B720-40E3AAC3D36F}" srcId="{2DACB360-3D38-4467-85C0-92B55CC123F2}" destId="{049CF89D-C66B-4998-846F-B3A0E62E510F}" srcOrd="4" destOrd="0" parTransId="{0D99AE2E-863B-4691-ACDE-39D5B674F227}" sibTransId="{216BAD5A-BAD9-4D92-B4C6-3E04986A3A8F}"/>
    <dgm:cxn modelId="{E4C82B48-376D-4A16-818B-33495DD48C3B}" srcId="{2DACB360-3D38-4467-85C0-92B55CC123F2}" destId="{A38D7CE1-B875-408E-BA15-DFE525C2CD2D}" srcOrd="0" destOrd="0" parTransId="{420B857C-99D2-4DE6-A368-239A28BF6DB1}" sibTransId="{A20F9B2D-3E9D-4331-A678-88252B61788E}"/>
    <dgm:cxn modelId="{108A836B-58DB-47BD-9DA1-1F3424D69C60}" type="presOf" srcId="{91CD56D3-2889-496A-9CE7-0600981E8511}" destId="{2522501E-E6D4-43D4-9968-56D0D10681BE}" srcOrd="0" destOrd="0" presId="urn:microsoft.com/office/officeart/2011/layout/HexagonRadial"/>
    <dgm:cxn modelId="{4980F76B-7C0B-418E-92EA-84A13BB2DCB3}" type="presOf" srcId="{5B301196-88D3-4F7D-A109-587D99C22A5A}" destId="{997E52BC-8A22-4130-B1AC-58CBFC6E49E6}" srcOrd="0" destOrd="0" presId="urn:microsoft.com/office/officeart/2011/layout/HexagonRadial"/>
    <dgm:cxn modelId="{522ABF80-99FA-43DC-929A-1B3CEBC04F61}" srcId="{2DACB360-3D38-4467-85C0-92B55CC123F2}" destId="{91CD56D3-2889-496A-9CE7-0600981E8511}" srcOrd="2" destOrd="0" parTransId="{63A783A4-62D4-4F2B-AE1D-3A40857DE4E8}" sibTransId="{14CEAC73-4B32-4DDB-9BA5-D412AEF9B0FE}"/>
    <dgm:cxn modelId="{6EF6428F-6BD6-4826-BE07-2FBF8731C26C}" srcId="{2DACB360-3D38-4467-85C0-92B55CC123F2}" destId="{59DB6AE4-ACDE-4D98-98F6-8170FAF2A9D6}" srcOrd="1" destOrd="0" parTransId="{B8C59FA0-8468-4C10-9ADF-E7605DD7DACF}" sibTransId="{3F23F775-9B94-40C7-9621-C41BF513EADF}"/>
    <dgm:cxn modelId="{0F3CD6BB-6A9B-400A-9EDD-267E388CB686}" srcId="{2DACB360-3D38-4467-85C0-92B55CC123F2}" destId="{5B301196-88D3-4F7D-A109-587D99C22A5A}" srcOrd="3" destOrd="0" parTransId="{3E68763C-0711-4B69-8E3B-8428FD79C981}" sibTransId="{F5D2E23D-736F-43A1-9F4D-24AB2E475D89}"/>
    <dgm:cxn modelId="{AC1ECBD5-8F85-424A-9274-8A9BEF6826AC}" type="presOf" srcId="{049CF89D-C66B-4998-846F-B3A0E62E510F}" destId="{F081553F-DD2F-4294-8703-0E0F4C2ACA8A}" srcOrd="0" destOrd="0" presId="urn:microsoft.com/office/officeart/2011/layout/HexagonRadial"/>
    <dgm:cxn modelId="{EA91D8D8-172C-4A3D-9C60-9CCA81EFFE69}" srcId="{35792FF3-25EC-48D2-942B-8C7891F968AB}" destId="{2DACB360-3D38-4467-85C0-92B55CC123F2}" srcOrd="0" destOrd="0" parTransId="{9AD32EA9-96EA-4288-86D9-5477489BAA73}" sibTransId="{F31E6976-F19B-4047-9B1E-4721BE592257}"/>
    <dgm:cxn modelId="{BCD558E8-A033-4845-B701-629A80057C81}" type="presOf" srcId="{2DACB360-3D38-4467-85C0-92B55CC123F2}" destId="{730B6E26-C56E-439A-814C-0EF5252DCD58}" srcOrd="0" destOrd="0" presId="urn:microsoft.com/office/officeart/2011/layout/HexagonRadial"/>
    <dgm:cxn modelId="{5E6AF3FB-34E3-41CF-B46D-5A213C14CE4B}" srcId="{2DACB360-3D38-4467-85C0-92B55CC123F2}" destId="{AC795E68-8945-4281-9402-F0BC7F5B09CE}" srcOrd="5" destOrd="0" parTransId="{F13206FF-F962-413E-9469-63ABC42FF11A}" sibTransId="{CB7F8C52-00FD-4D2C-9B3A-7B8E0FAD5B97}"/>
    <dgm:cxn modelId="{E6F44083-22B8-4070-8290-622E19DF3A67}" type="presParOf" srcId="{079CA13C-9DED-459A-BB91-12FE5A8183A8}" destId="{730B6E26-C56E-439A-814C-0EF5252DCD58}" srcOrd="0" destOrd="0" presId="urn:microsoft.com/office/officeart/2011/layout/HexagonRadial"/>
    <dgm:cxn modelId="{25A16923-B99F-46B7-924F-02F5082B06EE}" type="presParOf" srcId="{079CA13C-9DED-459A-BB91-12FE5A8183A8}" destId="{10CDBF2F-D63E-474F-83CF-D717734A91A1}" srcOrd="1" destOrd="0" presId="urn:microsoft.com/office/officeart/2011/layout/HexagonRadial"/>
    <dgm:cxn modelId="{9F129FB4-7FD0-48B1-81AD-1DFBE4F305AE}" type="presParOf" srcId="{10CDBF2F-D63E-474F-83CF-D717734A91A1}" destId="{693EADB0-46C6-498A-A367-A2FD46E116CB}" srcOrd="0" destOrd="0" presId="urn:microsoft.com/office/officeart/2011/layout/HexagonRadial"/>
    <dgm:cxn modelId="{DEBDB339-9C41-476F-BD13-632217B5921B}" type="presParOf" srcId="{079CA13C-9DED-459A-BB91-12FE5A8183A8}" destId="{2BDB6D15-5821-455C-8EE9-67E1EEEF34B3}" srcOrd="2" destOrd="0" presId="urn:microsoft.com/office/officeart/2011/layout/HexagonRadial"/>
    <dgm:cxn modelId="{928535BA-FD13-41CC-AED0-D8E61D1E0C02}" type="presParOf" srcId="{079CA13C-9DED-459A-BB91-12FE5A8183A8}" destId="{BDCB37E0-9EF9-44A5-BE97-5260E4D89FD4}" srcOrd="3" destOrd="0" presId="urn:microsoft.com/office/officeart/2011/layout/HexagonRadial"/>
    <dgm:cxn modelId="{C57180F0-763C-4DFD-9AF9-C56EA3D5510B}" type="presParOf" srcId="{BDCB37E0-9EF9-44A5-BE97-5260E4D89FD4}" destId="{D6035328-71DA-494F-A103-5D2C2CDD0EAB}" srcOrd="0" destOrd="0" presId="urn:microsoft.com/office/officeart/2011/layout/HexagonRadial"/>
    <dgm:cxn modelId="{DF119559-068D-4796-86AD-7706B1513D96}" type="presParOf" srcId="{079CA13C-9DED-459A-BB91-12FE5A8183A8}" destId="{EB758B88-AD35-4890-9C1C-85EC8181FCC0}" srcOrd="4" destOrd="0" presId="urn:microsoft.com/office/officeart/2011/layout/HexagonRadial"/>
    <dgm:cxn modelId="{6234BD23-6F32-4BFA-8522-C92DA2DAEAC9}" type="presParOf" srcId="{079CA13C-9DED-459A-BB91-12FE5A8183A8}" destId="{5AF1A6C7-D718-4790-B5D1-E7FCB9A9A8D6}" srcOrd="5" destOrd="0" presId="urn:microsoft.com/office/officeart/2011/layout/HexagonRadial"/>
    <dgm:cxn modelId="{AD85653F-ACB1-464A-9AA4-0B671E6AEF6B}" type="presParOf" srcId="{5AF1A6C7-D718-4790-B5D1-E7FCB9A9A8D6}" destId="{F629EE04-020F-49C5-BA89-C3751D8BFBDB}" srcOrd="0" destOrd="0" presId="urn:microsoft.com/office/officeart/2011/layout/HexagonRadial"/>
    <dgm:cxn modelId="{44D92C94-4ADE-4913-9710-31C829A9D7CD}" type="presParOf" srcId="{079CA13C-9DED-459A-BB91-12FE5A8183A8}" destId="{2522501E-E6D4-43D4-9968-56D0D10681BE}" srcOrd="6" destOrd="0" presId="urn:microsoft.com/office/officeart/2011/layout/HexagonRadial"/>
    <dgm:cxn modelId="{1A0CA1C2-5C03-4C82-8F0E-C4DB7F1F4AF9}" type="presParOf" srcId="{079CA13C-9DED-459A-BB91-12FE5A8183A8}" destId="{D66F5E40-A900-4279-A451-393A72FB708D}" srcOrd="7" destOrd="0" presId="urn:microsoft.com/office/officeart/2011/layout/HexagonRadial"/>
    <dgm:cxn modelId="{933CDF34-18E0-40AF-B4B4-BAAE61E370C9}" type="presParOf" srcId="{D66F5E40-A900-4279-A451-393A72FB708D}" destId="{A1065488-0814-4A86-826A-5487B3648235}" srcOrd="0" destOrd="0" presId="urn:microsoft.com/office/officeart/2011/layout/HexagonRadial"/>
    <dgm:cxn modelId="{CC114CC2-55D1-4069-883E-98109A01B557}" type="presParOf" srcId="{079CA13C-9DED-459A-BB91-12FE5A8183A8}" destId="{997E52BC-8A22-4130-B1AC-58CBFC6E49E6}" srcOrd="8" destOrd="0" presId="urn:microsoft.com/office/officeart/2011/layout/HexagonRadial"/>
    <dgm:cxn modelId="{1A05EDFD-3684-439D-A7A7-D54A40460AF8}" type="presParOf" srcId="{079CA13C-9DED-459A-BB91-12FE5A8183A8}" destId="{8A880413-0603-4F27-B381-D21D24256D56}" srcOrd="9" destOrd="0" presId="urn:microsoft.com/office/officeart/2011/layout/HexagonRadial"/>
    <dgm:cxn modelId="{188BF10F-37F1-4C80-ACD6-90BF38E3BE33}" type="presParOf" srcId="{8A880413-0603-4F27-B381-D21D24256D56}" destId="{537E6692-2650-4AF3-ABE7-082FBA52220F}" srcOrd="0" destOrd="0" presId="urn:microsoft.com/office/officeart/2011/layout/HexagonRadial"/>
    <dgm:cxn modelId="{EA7053DD-BB00-4750-A718-986DBEB3281C}" type="presParOf" srcId="{079CA13C-9DED-459A-BB91-12FE5A8183A8}" destId="{F081553F-DD2F-4294-8703-0E0F4C2ACA8A}" srcOrd="10" destOrd="0" presId="urn:microsoft.com/office/officeart/2011/layout/HexagonRadial"/>
    <dgm:cxn modelId="{ED362A74-32CB-4F30-B712-4B131CEAD70E}" type="presParOf" srcId="{079CA13C-9DED-459A-BB91-12FE5A8183A8}" destId="{F5674777-6088-4614-A268-CE4CA3D80DE2}" srcOrd="11" destOrd="0" presId="urn:microsoft.com/office/officeart/2011/layout/HexagonRadial"/>
    <dgm:cxn modelId="{61959E15-4553-4077-BF91-40DA0D6254FF}" type="presParOf" srcId="{F5674777-6088-4614-A268-CE4CA3D80DE2}" destId="{2B4D93DE-196B-4778-87A2-8C74F53B4990}" srcOrd="0" destOrd="0" presId="urn:microsoft.com/office/officeart/2011/layout/HexagonRadial"/>
    <dgm:cxn modelId="{BE332210-5419-4EE2-A7C9-7B88EFB830C8}" type="presParOf" srcId="{079CA13C-9DED-459A-BB91-12FE5A8183A8}" destId="{5223892A-2EC3-408E-8165-CD5DF81B45BC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B6E26-C56E-439A-814C-0EF5252DCD58}">
      <dsp:nvSpPr>
        <dsp:cNvPr id="0" name=""/>
        <dsp:cNvSpPr/>
      </dsp:nvSpPr>
      <dsp:spPr>
        <a:xfrm>
          <a:off x="2490149" y="2001394"/>
          <a:ext cx="2543859" cy="2200541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Common SQL commands</a:t>
          </a:r>
        </a:p>
      </dsp:txBody>
      <dsp:txXfrm>
        <a:off x="2911702" y="2366054"/>
        <a:ext cx="1700753" cy="1471221"/>
      </dsp:txXfrm>
    </dsp:sp>
    <dsp:sp modelId="{D6035328-71DA-494F-A103-5D2C2CDD0EAB}">
      <dsp:nvSpPr>
        <dsp:cNvPr id="0" name=""/>
        <dsp:cNvSpPr/>
      </dsp:nvSpPr>
      <dsp:spPr>
        <a:xfrm>
          <a:off x="4083094" y="948583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DB6D15-5821-455C-8EE9-67E1EEEF34B3}">
      <dsp:nvSpPr>
        <dsp:cNvPr id="0" name=""/>
        <dsp:cNvSpPr/>
      </dsp:nvSpPr>
      <dsp:spPr>
        <a:xfrm>
          <a:off x="2724475" y="0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SELECT</a:t>
          </a:r>
        </a:p>
      </dsp:txBody>
      <dsp:txXfrm>
        <a:off x="3069950" y="298876"/>
        <a:ext cx="1393724" cy="1205736"/>
      </dsp:txXfrm>
    </dsp:sp>
    <dsp:sp modelId="{F629EE04-020F-49C5-BA89-C3751D8BFBDB}">
      <dsp:nvSpPr>
        <dsp:cNvPr id="0" name=""/>
        <dsp:cNvSpPr/>
      </dsp:nvSpPr>
      <dsp:spPr>
        <a:xfrm>
          <a:off x="5203244" y="2494608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58B88-AD35-4890-9C1C-85EC8181FCC0}">
      <dsp:nvSpPr>
        <dsp:cNvPr id="0" name=""/>
        <dsp:cNvSpPr/>
      </dsp:nvSpPr>
      <dsp:spPr>
        <a:xfrm>
          <a:off x="4636364" y="1109266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CREATE</a:t>
          </a:r>
        </a:p>
      </dsp:txBody>
      <dsp:txXfrm>
        <a:off x="4981839" y="1408142"/>
        <a:ext cx="1393724" cy="1205736"/>
      </dsp:txXfrm>
    </dsp:sp>
    <dsp:sp modelId="{A1065488-0814-4A86-826A-5487B3648235}">
      <dsp:nvSpPr>
        <dsp:cNvPr id="0" name=""/>
        <dsp:cNvSpPr/>
      </dsp:nvSpPr>
      <dsp:spPr>
        <a:xfrm>
          <a:off x="4425115" y="4239779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2501E-E6D4-43D4-9968-56D0D10681BE}">
      <dsp:nvSpPr>
        <dsp:cNvPr id="0" name=""/>
        <dsp:cNvSpPr/>
      </dsp:nvSpPr>
      <dsp:spPr>
        <a:xfrm>
          <a:off x="4636364" y="3289954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ALTER</a:t>
          </a:r>
        </a:p>
      </dsp:txBody>
      <dsp:txXfrm>
        <a:off x="4981839" y="3588830"/>
        <a:ext cx="1393724" cy="1205736"/>
      </dsp:txXfrm>
    </dsp:sp>
    <dsp:sp modelId="{537E6692-2650-4AF3-ABE7-082FBA52220F}">
      <dsp:nvSpPr>
        <dsp:cNvPr id="0" name=""/>
        <dsp:cNvSpPr/>
      </dsp:nvSpPr>
      <dsp:spPr>
        <a:xfrm>
          <a:off x="2494883" y="4420934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E52BC-8A22-4130-B1AC-58CBFC6E49E6}">
      <dsp:nvSpPr>
        <dsp:cNvPr id="0" name=""/>
        <dsp:cNvSpPr/>
      </dsp:nvSpPr>
      <dsp:spPr>
        <a:xfrm>
          <a:off x="2724475" y="4400461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UPDATE</a:t>
          </a:r>
        </a:p>
      </dsp:txBody>
      <dsp:txXfrm>
        <a:off x="3069950" y="4699337"/>
        <a:ext cx="1393724" cy="1205736"/>
      </dsp:txXfrm>
    </dsp:sp>
    <dsp:sp modelId="{2B4D93DE-196B-4778-87A2-8C74F53B4990}">
      <dsp:nvSpPr>
        <dsp:cNvPr id="0" name=""/>
        <dsp:cNvSpPr/>
      </dsp:nvSpPr>
      <dsp:spPr>
        <a:xfrm>
          <a:off x="1356389" y="2875530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1553F-DD2F-4294-8703-0E0F4C2ACA8A}">
      <dsp:nvSpPr>
        <dsp:cNvPr id="0" name=""/>
        <dsp:cNvSpPr/>
      </dsp:nvSpPr>
      <dsp:spPr>
        <a:xfrm>
          <a:off x="803711" y="3291195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INSERT</a:t>
          </a:r>
        </a:p>
      </dsp:txBody>
      <dsp:txXfrm>
        <a:off x="1149186" y="3590071"/>
        <a:ext cx="1393724" cy="1205736"/>
      </dsp:txXfrm>
    </dsp:sp>
    <dsp:sp modelId="{5223892A-2EC3-408E-8165-CD5DF81B45BC}">
      <dsp:nvSpPr>
        <dsp:cNvPr id="0" name=""/>
        <dsp:cNvSpPr/>
      </dsp:nvSpPr>
      <dsp:spPr>
        <a:xfrm>
          <a:off x="803711" y="1106784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DELETE</a:t>
          </a:r>
        </a:p>
      </dsp:txBody>
      <dsp:txXfrm>
        <a:off x="1149186" y="1405660"/>
        <a:ext cx="1393724" cy="12057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B6E26-C56E-439A-814C-0EF5252DCD58}">
      <dsp:nvSpPr>
        <dsp:cNvPr id="0" name=""/>
        <dsp:cNvSpPr/>
      </dsp:nvSpPr>
      <dsp:spPr>
        <a:xfrm>
          <a:off x="2490149" y="2001394"/>
          <a:ext cx="2543859" cy="2200541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Common SQL commands</a:t>
          </a:r>
        </a:p>
      </dsp:txBody>
      <dsp:txXfrm>
        <a:off x="2911702" y="2366054"/>
        <a:ext cx="1700753" cy="1471221"/>
      </dsp:txXfrm>
    </dsp:sp>
    <dsp:sp modelId="{D6035328-71DA-494F-A103-5D2C2CDD0EAB}">
      <dsp:nvSpPr>
        <dsp:cNvPr id="0" name=""/>
        <dsp:cNvSpPr/>
      </dsp:nvSpPr>
      <dsp:spPr>
        <a:xfrm>
          <a:off x="4083094" y="948583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DB6D15-5821-455C-8EE9-67E1EEEF34B3}">
      <dsp:nvSpPr>
        <dsp:cNvPr id="0" name=""/>
        <dsp:cNvSpPr/>
      </dsp:nvSpPr>
      <dsp:spPr>
        <a:xfrm>
          <a:off x="2724475" y="0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SELECT</a:t>
          </a:r>
        </a:p>
      </dsp:txBody>
      <dsp:txXfrm>
        <a:off x="3069950" y="298876"/>
        <a:ext cx="1393724" cy="1205736"/>
      </dsp:txXfrm>
    </dsp:sp>
    <dsp:sp modelId="{F629EE04-020F-49C5-BA89-C3751D8BFBDB}">
      <dsp:nvSpPr>
        <dsp:cNvPr id="0" name=""/>
        <dsp:cNvSpPr/>
      </dsp:nvSpPr>
      <dsp:spPr>
        <a:xfrm>
          <a:off x="5203244" y="2494608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58B88-AD35-4890-9C1C-85EC8181FCC0}">
      <dsp:nvSpPr>
        <dsp:cNvPr id="0" name=""/>
        <dsp:cNvSpPr/>
      </dsp:nvSpPr>
      <dsp:spPr>
        <a:xfrm>
          <a:off x="4636364" y="1109266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chemeClr val="bg1">
                  <a:lumMod val="85000"/>
                </a:schemeClr>
              </a:solidFill>
            </a:rPr>
            <a:t>CREATE</a:t>
          </a:r>
        </a:p>
      </dsp:txBody>
      <dsp:txXfrm>
        <a:off x="4981839" y="1408142"/>
        <a:ext cx="1393724" cy="1205736"/>
      </dsp:txXfrm>
    </dsp:sp>
    <dsp:sp modelId="{A1065488-0814-4A86-826A-5487B3648235}">
      <dsp:nvSpPr>
        <dsp:cNvPr id="0" name=""/>
        <dsp:cNvSpPr/>
      </dsp:nvSpPr>
      <dsp:spPr>
        <a:xfrm>
          <a:off x="4425115" y="4239779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2501E-E6D4-43D4-9968-56D0D10681BE}">
      <dsp:nvSpPr>
        <dsp:cNvPr id="0" name=""/>
        <dsp:cNvSpPr/>
      </dsp:nvSpPr>
      <dsp:spPr>
        <a:xfrm>
          <a:off x="4636364" y="3289954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chemeClr val="bg1">
                  <a:lumMod val="85000"/>
                </a:schemeClr>
              </a:solidFill>
            </a:rPr>
            <a:t>ALTER</a:t>
          </a:r>
        </a:p>
      </dsp:txBody>
      <dsp:txXfrm>
        <a:off x="4981839" y="3588830"/>
        <a:ext cx="1393724" cy="1205736"/>
      </dsp:txXfrm>
    </dsp:sp>
    <dsp:sp modelId="{537E6692-2650-4AF3-ABE7-082FBA52220F}">
      <dsp:nvSpPr>
        <dsp:cNvPr id="0" name=""/>
        <dsp:cNvSpPr/>
      </dsp:nvSpPr>
      <dsp:spPr>
        <a:xfrm>
          <a:off x="2494883" y="4420934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E52BC-8A22-4130-B1AC-58CBFC6E49E6}">
      <dsp:nvSpPr>
        <dsp:cNvPr id="0" name=""/>
        <dsp:cNvSpPr/>
      </dsp:nvSpPr>
      <dsp:spPr>
        <a:xfrm>
          <a:off x="2724475" y="4400461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chemeClr val="bg1">
                  <a:lumMod val="85000"/>
                </a:schemeClr>
              </a:solidFill>
            </a:rPr>
            <a:t>UPDATE</a:t>
          </a:r>
        </a:p>
      </dsp:txBody>
      <dsp:txXfrm>
        <a:off x="3069950" y="4699337"/>
        <a:ext cx="1393724" cy="1205736"/>
      </dsp:txXfrm>
    </dsp:sp>
    <dsp:sp modelId="{2B4D93DE-196B-4778-87A2-8C74F53B4990}">
      <dsp:nvSpPr>
        <dsp:cNvPr id="0" name=""/>
        <dsp:cNvSpPr/>
      </dsp:nvSpPr>
      <dsp:spPr>
        <a:xfrm>
          <a:off x="1356389" y="2875530"/>
          <a:ext cx="959790" cy="826986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1553F-DD2F-4294-8703-0E0F4C2ACA8A}">
      <dsp:nvSpPr>
        <dsp:cNvPr id="0" name=""/>
        <dsp:cNvSpPr/>
      </dsp:nvSpPr>
      <dsp:spPr>
        <a:xfrm>
          <a:off x="803711" y="3291195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chemeClr val="bg1">
                  <a:lumMod val="85000"/>
                </a:schemeClr>
              </a:solidFill>
            </a:rPr>
            <a:t>INSERT</a:t>
          </a:r>
        </a:p>
      </dsp:txBody>
      <dsp:txXfrm>
        <a:off x="1149186" y="3590071"/>
        <a:ext cx="1393724" cy="1205736"/>
      </dsp:txXfrm>
    </dsp:sp>
    <dsp:sp modelId="{5223892A-2EC3-408E-8165-CD5DF81B45BC}">
      <dsp:nvSpPr>
        <dsp:cNvPr id="0" name=""/>
        <dsp:cNvSpPr/>
      </dsp:nvSpPr>
      <dsp:spPr>
        <a:xfrm>
          <a:off x="803711" y="1106784"/>
          <a:ext cx="2084674" cy="1803488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chemeClr val="bg1">
                  <a:lumMod val="85000"/>
                </a:schemeClr>
              </a:solidFill>
            </a:rPr>
            <a:t>DELETE</a:t>
          </a:r>
        </a:p>
      </dsp:txBody>
      <dsp:txXfrm>
        <a:off x="1149186" y="1405660"/>
        <a:ext cx="1393724" cy="1205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9 Databases | SQL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9 Databases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SQL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46030" y="993174"/>
            <a:ext cx="3999509" cy="1367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in a </a:t>
            </a: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stored in </a:t>
            </a: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records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contain a number of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fields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D0524A3-C9BC-4295-8CA9-6258CEBDB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036" y="417748"/>
            <a:ext cx="7817963" cy="64402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DF7822-FA29-4284-A161-36EE361DA925}"/>
              </a:ext>
            </a:extLst>
          </p:cNvPr>
          <p:cNvSpPr/>
          <p:nvPr/>
        </p:nvSpPr>
        <p:spPr>
          <a:xfrm>
            <a:off x="4949072" y="2582944"/>
            <a:ext cx="6570483" cy="28280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E06A1-FABC-5340-AFED-25F179891FEF}"/>
              </a:ext>
            </a:extLst>
          </p:cNvPr>
          <p:cNvSpPr/>
          <p:nvPr/>
        </p:nvSpPr>
        <p:spPr>
          <a:xfrm>
            <a:off x="146030" y="523174"/>
            <a:ext cx="443712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95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D0524A3-C9BC-4295-8CA9-6258CEBDB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036" y="417748"/>
            <a:ext cx="7817963" cy="64402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DF7822-FA29-4284-A161-36EE361DA925}"/>
              </a:ext>
            </a:extLst>
          </p:cNvPr>
          <p:cNvSpPr/>
          <p:nvPr/>
        </p:nvSpPr>
        <p:spPr>
          <a:xfrm>
            <a:off x="4949072" y="2582944"/>
            <a:ext cx="6570483" cy="28280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7F72F-AAED-4683-8144-FFBB0BB2ECC3}"/>
              </a:ext>
            </a:extLst>
          </p:cNvPr>
          <p:cNvSpPr/>
          <p:nvPr/>
        </p:nvSpPr>
        <p:spPr>
          <a:xfrm>
            <a:off x="4920791" y="1688966"/>
            <a:ext cx="6636472" cy="394357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1B7D3B-7D2F-4618-8A6F-E36BF076F311}"/>
              </a:ext>
            </a:extLst>
          </p:cNvPr>
          <p:cNvCxnSpPr/>
          <p:nvPr/>
        </p:nvCxnSpPr>
        <p:spPr>
          <a:xfrm>
            <a:off x="5486400" y="2083323"/>
            <a:ext cx="0" cy="499621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FDD61C-E554-449B-ACE3-BAC1FEEF3558}"/>
              </a:ext>
            </a:extLst>
          </p:cNvPr>
          <p:cNvCxnSpPr/>
          <p:nvPr/>
        </p:nvCxnSpPr>
        <p:spPr>
          <a:xfrm>
            <a:off x="6600334" y="2083323"/>
            <a:ext cx="0" cy="499621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C66D92-5D10-44A6-B4C7-C0C57CEF62A7}"/>
              </a:ext>
            </a:extLst>
          </p:cNvPr>
          <p:cNvCxnSpPr/>
          <p:nvPr/>
        </p:nvCxnSpPr>
        <p:spPr>
          <a:xfrm>
            <a:off x="7704842" y="2083323"/>
            <a:ext cx="0" cy="499621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431B60-D237-4AA3-B99B-79D9B192D305}"/>
              </a:ext>
            </a:extLst>
          </p:cNvPr>
          <p:cNvCxnSpPr/>
          <p:nvPr/>
        </p:nvCxnSpPr>
        <p:spPr>
          <a:xfrm>
            <a:off x="8790495" y="2083323"/>
            <a:ext cx="0" cy="499621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7BB3D3-BBB3-473E-872A-EB66A8AADC28}"/>
              </a:ext>
            </a:extLst>
          </p:cNvPr>
          <p:cNvCxnSpPr/>
          <p:nvPr/>
        </p:nvCxnSpPr>
        <p:spPr>
          <a:xfrm>
            <a:off x="9876149" y="2083323"/>
            <a:ext cx="0" cy="499621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27F5F2-809D-4F79-AAE2-A1D434EBF08E}"/>
              </a:ext>
            </a:extLst>
          </p:cNvPr>
          <p:cNvCxnSpPr/>
          <p:nvPr/>
        </p:nvCxnSpPr>
        <p:spPr>
          <a:xfrm>
            <a:off x="10933522" y="2083323"/>
            <a:ext cx="0" cy="499621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CF506DA-01C2-8C4E-86F1-6943D9CDD034}"/>
              </a:ext>
            </a:extLst>
          </p:cNvPr>
          <p:cNvSpPr/>
          <p:nvPr/>
        </p:nvSpPr>
        <p:spPr>
          <a:xfrm>
            <a:off x="146030" y="993174"/>
            <a:ext cx="4081894" cy="1959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in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stored in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Each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contain a number of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fields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manipulate the data in these fields using a programming language called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Structured Query Language (SQL)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BF2FA4-D6B4-0943-8ED9-54378FA08AB9}"/>
              </a:ext>
            </a:extLst>
          </p:cNvPr>
          <p:cNvSpPr/>
          <p:nvPr/>
        </p:nvSpPr>
        <p:spPr>
          <a:xfrm>
            <a:off x="146030" y="523174"/>
            <a:ext cx="42280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36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F506DA-01C2-8C4E-86F1-6943D9CDD034}"/>
              </a:ext>
            </a:extLst>
          </p:cNvPr>
          <p:cNvSpPr/>
          <p:nvPr/>
        </p:nvSpPr>
        <p:spPr>
          <a:xfrm>
            <a:off x="140814" y="993174"/>
            <a:ext cx="4530746" cy="1663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Structured Query Language (SQL)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statements supports a wide range of commands for manipulating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one you need to familiar with for the IGCSE exam is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statement.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BF2FA4-D6B4-0943-8ED9-54378FA08AB9}"/>
              </a:ext>
            </a:extLst>
          </p:cNvPr>
          <p:cNvSpPr/>
          <p:nvPr/>
        </p:nvSpPr>
        <p:spPr>
          <a:xfrm>
            <a:off x="146030" y="523174"/>
            <a:ext cx="42280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47C3AB3-EA5B-DE60-18F6-A5691E532B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3961240"/>
              </p:ext>
            </p:extLst>
          </p:nvPr>
        </p:nvGraphicFramePr>
        <p:xfrm>
          <a:off x="4526436" y="675574"/>
          <a:ext cx="7524750" cy="6203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864E28C-945E-3D7D-6EBA-873C98B2DE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596530"/>
              </p:ext>
            </p:extLst>
          </p:nvPr>
        </p:nvGraphicFramePr>
        <p:xfrm>
          <a:off x="4521220" y="672597"/>
          <a:ext cx="7524750" cy="6203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5269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30B6E26-C56E-439A-814C-0EF5252DCD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730B6E26-C56E-439A-814C-0EF5252DCD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93EADB0-46C6-498A-A367-A2FD46E116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graphicEl>
                                              <a:dgm id="{693EADB0-46C6-498A-A367-A2FD46E116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DB6D15-5821-455C-8EE9-67E1EEEF34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graphicEl>
                                              <a:dgm id="{2BDB6D15-5821-455C-8EE9-67E1EEEF34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6035328-71DA-494F-A103-5D2C2CDD0E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D6035328-71DA-494F-A103-5D2C2CDD0E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B758B88-AD35-4890-9C1C-85EC8181FC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graphicEl>
                                              <a:dgm id="{EB758B88-AD35-4890-9C1C-85EC8181FC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629EE04-020F-49C5-BA89-C3751D8BFB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graphicEl>
                                              <a:dgm id="{F629EE04-020F-49C5-BA89-C3751D8BFB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522501E-E6D4-43D4-9968-56D0D10681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graphicEl>
                                              <a:dgm id="{2522501E-E6D4-43D4-9968-56D0D10681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1065488-0814-4A86-826A-5487B36482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A1065488-0814-4A86-826A-5487B36482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97E52BC-8A22-4130-B1AC-58CBFC6E49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graphicEl>
                                              <a:dgm id="{997E52BC-8A22-4130-B1AC-58CBFC6E49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37E6692-2650-4AF3-ABE7-082FBA5222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graphicEl>
                                              <a:dgm id="{537E6692-2650-4AF3-ABE7-082FBA5222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081553F-DD2F-4294-8703-0E0F4C2AC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graphicEl>
                                              <a:dgm id="{F081553F-DD2F-4294-8703-0E0F4C2AC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4D93DE-196B-4778-87A2-8C74F53B49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graphicEl>
                                              <a:dgm id="{2B4D93DE-196B-4778-87A2-8C74F53B49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23892A-2EC3-408E-8165-CD5DF81B45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graphicEl>
                                              <a:dgm id="{5223892A-2EC3-408E-8165-CD5DF81B45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Graphic spid="2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F506DA-01C2-8C4E-86F1-6943D9CDD034}"/>
              </a:ext>
            </a:extLst>
          </p:cNvPr>
          <p:cNvSpPr/>
          <p:nvPr/>
        </p:nvSpPr>
        <p:spPr>
          <a:xfrm>
            <a:off x="139545" y="993174"/>
            <a:ext cx="11464945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Structured Query Language (SQL)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statements follow a strict format.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format for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statement is as follows: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BF2FA4-D6B4-0943-8ED9-54378FA08AB9}"/>
              </a:ext>
            </a:extLst>
          </p:cNvPr>
          <p:cNvSpPr/>
          <p:nvPr/>
        </p:nvSpPr>
        <p:spPr>
          <a:xfrm>
            <a:off x="146030" y="523174"/>
            <a:ext cx="42280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D1EB93-CBC3-CA6B-E39D-C5F7392993B6}"/>
              </a:ext>
            </a:extLst>
          </p:cNvPr>
          <p:cNvSpPr txBox="1"/>
          <p:nvPr/>
        </p:nvSpPr>
        <p:spPr>
          <a:xfrm>
            <a:off x="561975" y="2328079"/>
            <a:ext cx="357860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b="1" dirty="0">
                <a:solidFill>
                  <a:srgbClr val="C00000"/>
                </a:solidFill>
              </a:rPr>
              <a:t>SELECT…</a:t>
            </a:r>
          </a:p>
          <a:p>
            <a:r>
              <a:rPr lang="en-GB" sz="5400" b="1" dirty="0">
                <a:solidFill>
                  <a:srgbClr val="C00000"/>
                </a:solidFill>
              </a:rPr>
              <a:t>FROM…</a:t>
            </a:r>
          </a:p>
          <a:p>
            <a:r>
              <a:rPr lang="en-GB" sz="5400" b="1" dirty="0">
                <a:solidFill>
                  <a:srgbClr val="C00000"/>
                </a:solidFill>
              </a:rPr>
              <a:t>WHERE…</a:t>
            </a:r>
          </a:p>
          <a:p>
            <a:r>
              <a:rPr lang="en-GB" sz="5400" b="1" dirty="0">
                <a:solidFill>
                  <a:srgbClr val="C00000"/>
                </a:solidFill>
              </a:rPr>
              <a:t>ORDER BY…</a:t>
            </a:r>
          </a:p>
          <a:p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129A25-132C-2519-5217-8C3BE084E6F6}"/>
              </a:ext>
            </a:extLst>
          </p:cNvPr>
          <p:cNvGrpSpPr/>
          <p:nvPr/>
        </p:nvGrpSpPr>
        <p:grpSpPr>
          <a:xfrm>
            <a:off x="676275" y="2636858"/>
            <a:ext cx="11048999" cy="392092"/>
            <a:chOff x="676275" y="2636858"/>
            <a:chExt cx="11048999" cy="39209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44907E-22D9-0159-E2FF-8ABBAEDA3A92}"/>
                </a:ext>
              </a:extLst>
            </p:cNvPr>
            <p:cNvSpPr/>
            <p:nvPr/>
          </p:nvSpPr>
          <p:spPr>
            <a:xfrm>
              <a:off x="4203679" y="2636858"/>
              <a:ext cx="696914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List the field(s) you want the SELECT query to display.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C686EC-056F-2D1F-5897-976ED794195F}"/>
                </a:ext>
              </a:extLst>
            </p:cNvPr>
            <p:cNvCxnSpPr/>
            <p:nvPr/>
          </p:nvCxnSpPr>
          <p:spPr>
            <a:xfrm>
              <a:off x="676275" y="3028950"/>
              <a:ext cx="11048999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F3E7FF-DEF8-EA90-7EBA-684CE3D0A424}"/>
              </a:ext>
            </a:extLst>
          </p:cNvPr>
          <p:cNvGrpSpPr/>
          <p:nvPr/>
        </p:nvGrpSpPr>
        <p:grpSpPr>
          <a:xfrm>
            <a:off x="676275" y="3463024"/>
            <a:ext cx="11048999" cy="392092"/>
            <a:chOff x="676275" y="3463024"/>
            <a:chExt cx="11048999" cy="39209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27F6505-1B46-3B18-CA57-670B768296AA}"/>
                </a:ext>
              </a:extLst>
            </p:cNvPr>
            <p:cNvSpPr/>
            <p:nvPr/>
          </p:nvSpPr>
          <p:spPr>
            <a:xfrm>
              <a:off x="4203679" y="3463024"/>
              <a:ext cx="696914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List the table(s) the data will come from.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8328C7-79DB-1DD2-8AB3-A4F076E99344}"/>
                </a:ext>
              </a:extLst>
            </p:cNvPr>
            <p:cNvCxnSpPr/>
            <p:nvPr/>
          </p:nvCxnSpPr>
          <p:spPr>
            <a:xfrm>
              <a:off x="676275" y="3855116"/>
              <a:ext cx="11048999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6A584D-3C76-9B3C-EB87-07E54C4A1B16}"/>
              </a:ext>
            </a:extLst>
          </p:cNvPr>
          <p:cNvGrpSpPr/>
          <p:nvPr/>
        </p:nvGrpSpPr>
        <p:grpSpPr>
          <a:xfrm>
            <a:off x="676275" y="4277156"/>
            <a:ext cx="11048999" cy="392092"/>
            <a:chOff x="676275" y="4277156"/>
            <a:chExt cx="11048999" cy="39209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53D26EE-95AD-93C1-AA3E-D962E6DE3971}"/>
                </a:ext>
              </a:extLst>
            </p:cNvPr>
            <p:cNvSpPr/>
            <p:nvPr/>
          </p:nvSpPr>
          <p:spPr>
            <a:xfrm>
              <a:off x="4203679" y="4277156"/>
              <a:ext cx="696914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List the search criteria.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E4C0B02-7C24-60CE-3865-63BA2F8FADF0}"/>
                </a:ext>
              </a:extLst>
            </p:cNvPr>
            <p:cNvCxnSpPr/>
            <p:nvPr/>
          </p:nvCxnSpPr>
          <p:spPr>
            <a:xfrm>
              <a:off x="676275" y="4669248"/>
              <a:ext cx="11048999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6119C2-A5FA-E6DB-44B3-370E9869A3D7}"/>
              </a:ext>
            </a:extLst>
          </p:cNvPr>
          <p:cNvGrpSpPr/>
          <p:nvPr/>
        </p:nvGrpSpPr>
        <p:grpSpPr>
          <a:xfrm>
            <a:off x="676275" y="5109922"/>
            <a:ext cx="11058524" cy="392092"/>
            <a:chOff x="676275" y="5109922"/>
            <a:chExt cx="11058524" cy="39209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DFC5A9-A9C2-0A84-B7A0-5671181AAC60}"/>
                </a:ext>
              </a:extLst>
            </p:cNvPr>
            <p:cNvSpPr/>
            <p:nvPr/>
          </p:nvSpPr>
          <p:spPr>
            <a:xfrm>
              <a:off x="4203678" y="5109922"/>
              <a:ext cx="7531121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Optional criteria to sort the data in ascending (ASC) or descending (DSC) order.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584CB15-FE9D-1009-0605-60D016F89C73}"/>
                </a:ext>
              </a:extLst>
            </p:cNvPr>
            <p:cNvCxnSpPr/>
            <p:nvPr/>
          </p:nvCxnSpPr>
          <p:spPr>
            <a:xfrm>
              <a:off x="676275" y="5502014"/>
              <a:ext cx="11048999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728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D0524A3-C9BC-4295-8CA9-6258CEBDB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036" y="417748"/>
            <a:ext cx="7817963" cy="6440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B79F18-9D2F-45E0-A457-314CDCC18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462" y="2441245"/>
            <a:ext cx="7035538" cy="44167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3EE66A-C645-E24A-A0AD-9BC2792C12CF}"/>
              </a:ext>
            </a:extLst>
          </p:cNvPr>
          <p:cNvSpPr/>
          <p:nvPr/>
        </p:nvSpPr>
        <p:spPr>
          <a:xfrm>
            <a:off x="146030" y="523174"/>
            <a:ext cx="44482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92D755-4FF6-CF41-848E-D05A89D74C7B}"/>
              </a:ext>
            </a:extLst>
          </p:cNvPr>
          <p:cNvSpPr/>
          <p:nvPr/>
        </p:nvSpPr>
        <p:spPr>
          <a:xfrm>
            <a:off x="146030" y="993174"/>
            <a:ext cx="4138451" cy="1959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 simple Python program that opens a connection to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finds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within it.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 of the code in this program is beyond the IGCSE syllabus, so you don’t need to worry about it at this stage.</a:t>
            </a:r>
          </a:p>
        </p:txBody>
      </p:sp>
    </p:spTree>
    <p:extLst>
      <p:ext uri="{BB962C8B-B14F-4D97-AF65-F5344CB8AC3E}">
        <p14:creationId xmlns:p14="http://schemas.microsoft.com/office/powerpoint/2010/main" val="284775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E0B3F28-F730-5347-A27A-8F4297486C20}"/>
              </a:ext>
            </a:extLst>
          </p:cNvPr>
          <p:cNvSpPr/>
          <p:nvPr/>
        </p:nvSpPr>
        <p:spPr>
          <a:xfrm>
            <a:off x="146024" y="993174"/>
            <a:ext cx="3999509" cy="3259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part of the program you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need to know about is highlighted here.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where we can issue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commands to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the purpose of finding and outputting data.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population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world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 = “Germany”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D0524A3-C9BC-4295-8CA9-6258CEBDB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036" y="417748"/>
            <a:ext cx="7817963" cy="64402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E520DB-585A-4E37-9298-4A4D61614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462" y="2441245"/>
            <a:ext cx="7035538" cy="44167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1BA429C-4CB7-4201-B6D0-3D36BEF7326D}"/>
              </a:ext>
            </a:extLst>
          </p:cNvPr>
          <p:cNvSpPr/>
          <p:nvPr/>
        </p:nvSpPr>
        <p:spPr>
          <a:xfrm>
            <a:off x="5156461" y="4688976"/>
            <a:ext cx="6796727" cy="7314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405D22-F0F0-4D2E-9381-46450C40008E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828805" y="3637874"/>
            <a:ext cx="2327656" cy="141682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A981E5-C2AF-44D0-9A5A-C5D8401389C1}"/>
              </a:ext>
            </a:extLst>
          </p:cNvPr>
          <p:cNvCxnSpPr>
            <a:cxnSpLocks/>
          </p:cNvCxnSpPr>
          <p:nvPr/>
        </p:nvCxnSpPr>
        <p:spPr>
          <a:xfrm>
            <a:off x="2828806" y="3097165"/>
            <a:ext cx="0" cy="1161147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FCCFD-8C05-F54A-9986-849D063D7A6B}"/>
              </a:ext>
            </a:extLst>
          </p:cNvPr>
          <p:cNvSpPr/>
          <p:nvPr/>
        </p:nvSpPr>
        <p:spPr>
          <a:xfrm>
            <a:off x="146030" y="523174"/>
            <a:ext cx="422800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28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46030" y="1119520"/>
            <a:ext cx="3999509" cy="1173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population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world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 = “Albania”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8B10FA-AA1D-4010-A837-6B54D7E14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904" y="436601"/>
            <a:ext cx="6696242" cy="4455909"/>
          </a:xfrm>
          <a:prstGeom prst="rect">
            <a:avLst/>
          </a:prstGeom>
          <a:ln w="19050"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CA0304F-1504-4D28-A877-E5A61C78FBD3}"/>
              </a:ext>
            </a:extLst>
          </p:cNvPr>
          <p:cNvSpPr/>
          <p:nvPr/>
        </p:nvSpPr>
        <p:spPr>
          <a:xfrm>
            <a:off x="8823489" y="1388098"/>
            <a:ext cx="1121789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07788C-6979-48A7-9500-7449DD1F8508}"/>
              </a:ext>
            </a:extLst>
          </p:cNvPr>
          <p:cNvSpPr/>
          <p:nvPr/>
        </p:nvSpPr>
        <p:spPr>
          <a:xfrm>
            <a:off x="8823489" y="1103812"/>
            <a:ext cx="1121789" cy="3788698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A9347-0CD7-461C-A6CF-10261035B27F}"/>
              </a:ext>
            </a:extLst>
          </p:cNvPr>
          <p:cNvSpPr/>
          <p:nvPr/>
        </p:nvSpPr>
        <p:spPr>
          <a:xfrm>
            <a:off x="5467513" y="1388098"/>
            <a:ext cx="6696243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A61EB0-9A52-4A85-AAA1-ACB73096F642}"/>
              </a:ext>
            </a:extLst>
          </p:cNvPr>
          <p:cNvSpPr/>
          <p:nvPr/>
        </p:nvSpPr>
        <p:spPr>
          <a:xfrm>
            <a:off x="5384874" y="4979799"/>
            <a:ext cx="3999509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from this SQL query: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E4955-E835-4364-84AC-3163A30BA704}"/>
              </a:ext>
            </a:extLst>
          </p:cNvPr>
          <p:cNvSpPr/>
          <p:nvPr/>
        </p:nvSpPr>
        <p:spPr>
          <a:xfrm>
            <a:off x="5476904" y="5355351"/>
            <a:ext cx="6598832" cy="137538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2821977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E5D11-1837-4FF5-A63B-1A4D9CB172FC}"/>
              </a:ext>
            </a:extLst>
          </p:cNvPr>
          <p:cNvSpPr/>
          <p:nvPr/>
        </p:nvSpPr>
        <p:spPr>
          <a:xfrm>
            <a:off x="5486331" y="813939"/>
            <a:ext cx="1121789" cy="28987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829CF1-A615-447B-9349-DD50D0190CDE}"/>
              </a:ext>
            </a:extLst>
          </p:cNvPr>
          <p:cNvSpPr/>
          <p:nvPr/>
        </p:nvSpPr>
        <p:spPr>
          <a:xfrm>
            <a:off x="8814062" y="824242"/>
            <a:ext cx="1121789" cy="28987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A5652F-CA98-A247-80AD-ECB89E1BE893}"/>
              </a:ext>
            </a:extLst>
          </p:cNvPr>
          <p:cNvSpPr/>
          <p:nvPr/>
        </p:nvSpPr>
        <p:spPr>
          <a:xfrm>
            <a:off x="146030" y="523174"/>
            <a:ext cx="470652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42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78B10FA-AA1D-4010-A837-6B54D7E14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904" y="436601"/>
            <a:ext cx="6696242" cy="4455909"/>
          </a:xfrm>
          <a:prstGeom prst="rect">
            <a:avLst/>
          </a:prstGeom>
          <a:ln w="19050"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CA0304F-1504-4D28-A877-E5A61C78FBD3}"/>
              </a:ext>
            </a:extLst>
          </p:cNvPr>
          <p:cNvSpPr/>
          <p:nvPr/>
        </p:nvSpPr>
        <p:spPr>
          <a:xfrm>
            <a:off x="5476904" y="1689755"/>
            <a:ext cx="6696206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07788C-6979-48A7-9500-7449DD1F8508}"/>
              </a:ext>
            </a:extLst>
          </p:cNvPr>
          <p:cNvSpPr/>
          <p:nvPr/>
        </p:nvSpPr>
        <p:spPr>
          <a:xfrm>
            <a:off x="5458051" y="1103812"/>
            <a:ext cx="6724486" cy="3788698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A9347-0CD7-461C-A6CF-10261035B27F}"/>
              </a:ext>
            </a:extLst>
          </p:cNvPr>
          <p:cNvSpPr/>
          <p:nvPr/>
        </p:nvSpPr>
        <p:spPr>
          <a:xfrm>
            <a:off x="5467513" y="1689755"/>
            <a:ext cx="6724487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A61EB0-9A52-4A85-AAA1-ACB73096F642}"/>
              </a:ext>
            </a:extLst>
          </p:cNvPr>
          <p:cNvSpPr/>
          <p:nvPr/>
        </p:nvSpPr>
        <p:spPr>
          <a:xfrm>
            <a:off x="5384874" y="4979799"/>
            <a:ext cx="3999509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from this SQL query: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E4955-E835-4364-84AC-3163A30BA704}"/>
              </a:ext>
            </a:extLst>
          </p:cNvPr>
          <p:cNvSpPr/>
          <p:nvPr/>
        </p:nvSpPr>
        <p:spPr>
          <a:xfrm>
            <a:off x="5476904" y="5355351"/>
            <a:ext cx="6598832" cy="137538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Algeria,Africa,238174,38700000,207021000000,Algiers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E5D11-1837-4FF5-A63B-1A4D9CB172FC}"/>
              </a:ext>
            </a:extLst>
          </p:cNvPr>
          <p:cNvSpPr/>
          <p:nvPr/>
        </p:nvSpPr>
        <p:spPr>
          <a:xfrm>
            <a:off x="5486331" y="813939"/>
            <a:ext cx="6696206" cy="28987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1FC097-3933-3947-BC90-87FA14C507A2}"/>
              </a:ext>
            </a:extLst>
          </p:cNvPr>
          <p:cNvSpPr/>
          <p:nvPr/>
        </p:nvSpPr>
        <p:spPr>
          <a:xfrm>
            <a:off x="146030" y="523174"/>
            <a:ext cx="470652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3F030D-E0C5-4A43-A414-A73A5A4115AE}"/>
              </a:ext>
            </a:extLst>
          </p:cNvPr>
          <p:cNvSpPr/>
          <p:nvPr/>
        </p:nvSpPr>
        <p:spPr>
          <a:xfrm>
            <a:off x="146030" y="1119520"/>
            <a:ext cx="5291879" cy="1173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name, continent, area, population, gdp, capital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world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 = “Algeria”</a:t>
            </a:r>
          </a:p>
        </p:txBody>
      </p:sp>
    </p:spTree>
    <p:extLst>
      <p:ext uri="{BB962C8B-B14F-4D97-AF65-F5344CB8AC3E}">
        <p14:creationId xmlns:p14="http://schemas.microsoft.com/office/powerpoint/2010/main" val="256128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78B10FA-AA1D-4010-A837-6B54D7E14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904" y="436601"/>
            <a:ext cx="6696242" cy="4455909"/>
          </a:xfrm>
          <a:prstGeom prst="rect">
            <a:avLst/>
          </a:prstGeom>
          <a:ln w="19050">
            <a:solidFill>
              <a:schemeClr val="bg1">
                <a:lumMod val="50000"/>
              </a:schemeClr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CA0304F-1504-4D28-A877-E5A61C78FBD3}"/>
              </a:ext>
            </a:extLst>
          </p:cNvPr>
          <p:cNvSpPr/>
          <p:nvPr/>
        </p:nvSpPr>
        <p:spPr>
          <a:xfrm>
            <a:off x="5467513" y="1092257"/>
            <a:ext cx="6696206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07788C-6979-48A7-9500-7449DD1F8508}"/>
              </a:ext>
            </a:extLst>
          </p:cNvPr>
          <p:cNvSpPr/>
          <p:nvPr/>
        </p:nvSpPr>
        <p:spPr>
          <a:xfrm>
            <a:off x="5458051" y="1103812"/>
            <a:ext cx="6724486" cy="3788698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A9347-0CD7-461C-A6CF-10261035B27F}"/>
              </a:ext>
            </a:extLst>
          </p:cNvPr>
          <p:cNvSpPr/>
          <p:nvPr/>
        </p:nvSpPr>
        <p:spPr>
          <a:xfrm>
            <a:off x="5467513" y="1103812"/>
            <a:ext cx="1140677" cy="319481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A61EB0-9A52-4A85-AAA1-ACB73096F642}"/>
              </a:ext>
            </a:extLst>
          </p:cNvPr>
          <p:cNvSpPr/>
          <p:nvPr/>
        </p:nvSpPr>
        <p:spPr>
          <a:xfrm>
            <a:off x="5384874" y="4979799"/>
            <a:ext cx="3999509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from this SQL query: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E4955-E835-4364-84AC-3163A30BA704}"/>
              </a:ext>
            </a:extLst>
          </p:cNvPr>
          <p:cNvSpPr/>
          <p:nvPr/>
        </p:nvSpPr>
        <p:spPr>
          <a:xfrm>
            <a:off x="5476904" y="5355351"/>
            <a:ext cx="6598832" cy="137538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1"/>
                </a:solidFill>
                <a:latin typeface="Consolas" panose="020B0609020204030204" pitchFamily="49" charset="0"/>
              </a:rPr>
              <a:t>Afghanistan,Asia,652230,25500110,20364000000,Kabul</a:t>
            </a:r>
          </a:p>
          <a:p>
            <a:r>
              <a:rPr lang="en-GB" sz="1350" dirty="0">
                <a:solidFill>
                  <a:schemeClr val="tx1"/>
                </a:solidFill>
                <a:latin typeface="Consolas" panose="020B0609020204030204" pitchFamily="49" charset="0"/>
              </a:rPr>
              <a:t>Algeria,Africa,238174,38700000,207021000000,Algiers</a:t>
            </a:r>
          </a:p>
          <a:p>
            <a:r>
              <a:rPr lang="en-GB" sz="1350" dirty="0">
                <a:solidFill>
                  <a:schemeClr val="tx1"/>
                </a:solidFill>
                <a:latin typeface="Consolas" panose="020B0609020204030204" pitchFamily="49" charset="0"/>
              </a:rPr>
              <a:t>Angola,Africa,1246700,19183590,116308000000,Luanda</a:t>
            </a:r>
          </a:p>
          <a:p>
            <a:r>
              <a:rPr lang="en-GB" sz="1350" dirty="0">
                <a:solidFill>
                  <a:schemeClr val="tx1"/>
                </a:solidFill>
                <a:latin typeface="Consolas" panose="020B0609020204030204" pitchFamily="49" charset="0"/>
              </a:rPr>
              <a:t>Argentina,South America,2780400,42669500,477028000000,Buenos Aires</a:t>
            </a:r>
          </a:p>
          <a:p>
            <a:r>
              <a:rPr lang="en-GB" sz="1350" dirty="0">
                <a:solidFill>
                  <a:schemeClr val="tx1"/>
                </a:solidFill>
                <a:latin typeface="Consolas" panose="020B0609020204030204" pitchFamily="49" charset="0"/>
              </a:rPr>
              <a:t>Australia,Oceania,7692024,2354550,1564419000000,Canberra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E5D11-1837-4FF5-A63B-1A4D9CB172FC}"/>
              </a:ext>
            </a:extLst>
          </p:cNvPr>
          <p:cNvSpPr/>
          <p:nvPr/>
        </p:nvSpPr>
        <p:spPr>
          <a:xfrm>
            <a:off x="5486331" y="813939"/>
            <a:ext cx="6696206" cy="28987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EB7F0F-19B6-48F6-B96C-AE16E98635B3}"/>
              </a:ext>
            </a:extLst>
          </p:cNvPr>
          <p:cNvSpPr/>
          <p:nvPr/>
        </p:nvSpPr>
        <p:spPr>
          <a:xfrm>
            <a:off x="8814044" y="3414857"/>
            <a:ext cx="1140677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AF87FA-BE07-4758-A96E-54F96485EA10}"/>
              </a:ext>
            </a:extLst>
          </p:cNvPr>
          <p:cNvSpPr/>
          <p:nvPr/>
        </p:nvSpPr>
        <p:spPr>
          <a:xfrm>
            <a:off x="8815580" y="2850078"/>
            <a:ext cx="1140677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8D0739-F3E1-40B6-9928-AB595607856C}"/>
              </a:ext>
            </a:extLst>
          </p:cNvPr>
          <p:cNvSpPr/>
          <p:nvPr/>
        </p:nvSpPr>
        <p:spPr>
          <a:xfrm>
            <a:off x="8825007" y="2266271"/>
            <a:ext cx="1140677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F98A54-BAF7-41E4-944B-E11657C1C24F}"/>
              </a:ext>
            </a:extLst>
          </p:cNvPr>
          <p:cNvSpPr/>
          <p:nvPr/>
        </p:nvSpPr>
        <p:spPr>
          <a:xfrm>
            <a:off x="8825007" y="1692800"/>
            <a:ext cx="1140677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F7AFDA-9841-4CD1-AF52-F0322C4C692F}"/>
              </a:ext>
            </a:extLst>
          </p:cNvPr>
          <p:cNvSpPr/>
          <p:nvPr/>
        </p:nvSpPr>
        <p:spPr>
          <a:xfrm>
            <a:off x="8815580" y="1092257"/>
            <a:ext cx="1140677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D2F4F5-60E8-42FD-BCE7-E6E324A81616}"/>
              </a:ext>
            </a:extLst>
          </p:cNvPr>
          <p:cNvSpPr/>
          <p:nvPr/>
        </p:nvSpPr>
        <p:spPr>
          <a:xfrm>
            <a:off x="5458051" y="1679264"/>
            <a:ext cx="6696206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0A3304-7D29-434D-AE08-9D665450B246}"/>
              </a:ext>
            </a:extLst>
          </p:cNvPr>
          <p:cNvSpPr/>
          <p:nvPr/>
        </p:nvSpPr>
        <p:spPr>
          <a:xfrm>
            <a:off x="5467513" y="2266271"/>
            <a:ext cx="6696206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12B71D-9B49-45A2-8D03-28E8E0CBB5AF}"/>
              </a:ext>
            </a:extLst>
          </p:cNvPr>
          <p:cNvSpPr/>
          <p:nvPr/>
        </p:nvSpPr>
        <p:spPr>
          <a:xfrm>
            <a:off x="5428217" y="2844249"/>
            <a:ext cx="6696206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000935-48EC-470A-8CE9-1988DD9B1662}"/>
              </a:ext>
            </a:extLst>
          </p:cNvPr>
          <p:cNvSpPr/>
          <p:nvPr/>
        </p:nvSpPr>
        <p:spPr>
          <a:xfrm>
            <a:off x="5458051" y="3412359"/>
            <a:ext cx="6696206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6C3C7C-F28E-4643-BF51-4EAACF6558EF}"/>
              </a:ext>
            </a:extLst>
          </p:cNvPr>
          <p:cNvSpPr/>
          <p:nvPr/>
        </p:nvSpPr>
        <p:spPr>
          <a:xfrm>
            <a:off x="146030" y="523174"/>
            <a:ext cx="470652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14EF35-ABDC-634B-A32E-38653138D60F}"/>
              </a:ext>
            </a:extLst>
          </p:cNvPr>
          <p:cNvSpPr/>
          <p:nvPr/>
        </p:nvSpPr>
        <p:spPr>
          <a:xfrm>
            <a:off x="146030" y="1119520"/>
            <a:ext cx="5291879" cy="1971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name, continent, area, population, gdp, capital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“A%”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population &gt; 10000000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ASC</a:t>
            </a:r>
          </a:p>
        </p:txBody>
      </p:sp>
    </p:spTree>
    <p:extLst>
      <p:ext uri="{BB962C8B-B14F-4D97-AF65-F5344CB8AC3E}">
        <p14:creationId xmlns:p14="http://schemas.microsoft.com/office/powerpoint/2010/main" val="3791876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78B10FA-AA1D-4010-A837-6B54D7E14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904" y="436601"/>
            <a:ext cx="6696242" cy="4455909"/>
          </a:xfrm>
          <a:prstGeom prst="rect">
            <a:avLst/>
          </a:prstGeom>
          <a:ln w="19050">
            <a:solidFill>
              <a:schemeClr val="bg1">
                <a:lumMod val="50000"/>
              </a:schemeClr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CA0304F-1504-4D28-A877-E5A61C78FBD3}"/>
              </a:ext>
            </a:extLst>
          </p:cNvPr>
          <p:cNvSpPr/>
          <p:nvPr/>
        </p:nvSpPr>
        <p:spPr>
          <a:xfrm>
            <a:off x="6591299" y="4007183"/>
            <a:ext cx="1123950" cy="28987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A9347-0CD7-461C-A6CF-10261035B27F}"/>
              </a:ext>
            </a:extLst>
          </p:cNvPr>
          <p:cNvSpPr/>
          <p:nvPr/>
        </p:nvSpPr>
        <p:spPr>
          <a:xfrm>
            <a:off x="6600824" y="807756"/>
            <a:ext cx="1123950" cy="4118873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A61EB0-9A52-4A85-AAA1-ACB73096F642}"/>
              </a:ext>
            </a:extLst>
          </p:cNvPr>
          <p:cNvSpPr/>
          <p:nvPr/>
        </p:nvSpPr>
        <p:spPr>
          <a:xfrm>
            <a:off x="5384874" y="4979799"/>
            <a:ext cx="3999509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from this SQL query: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E4955-E835-4364-84AC-3163A30BA704}"/>
              </a:ext>
            </a:extLst>
          </p:cNvPr>
          <p:cNvSpPr/>
          <p:nvPr/>
        </p:nvSpPr>
        <p:spPr>
          <a:xfrm>
            <a:off x="5476904" y="5355351"/>
            <a:ext cx="6598832" cy="137538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E5D11-1837-4FF5-A63B-1A4D9CB172FC}"/>
              </a:ext>
            </a:extLst>
          </p:cNvPr>
          <p:cNvSpPr/>
          <p:nvPr/>
        </p:nvSpPr>
        <p:spPr>
          <a:xfrm>
            <a:off x="6591299" y="813939"/>
            <a:ext cx="1133475" cy="28987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6C3C7C-F28E-4643-BF51-4EAACF6558EF}"/>
              </a:ext>
            </a:extLst>
          </p:cNvPr>
          <p:cNvSpPr/>
          <p:nvPr/>
        </p:nvSpPr>
        <p:spPr>
          <a:xfrm>
            <a:off x="146030" y="523174"/>
            <a:ext cx="470652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14EF35-ABDC-634B-A32E-38653138D60F}"/>
              </a:ext>
            </a:extLst>
          </p:cNvPr>
          <p:cNvSpPr/>
          <p:nvPr/>
        </p:nvSpPr>
        <p:spPr>
          <a:xfrm>
            <a:off x="146030" y="1119520"/>
            <a:ext cx="5291879" cy="1173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COUNT(*)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continent = “Asia”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30E70C-B5A3-E00E-D06C-E782AD72614D}"/>
              </a:ext>
            </a:extLst>
          </p:cNvPr>
          <p:cNvSpPr/>
          <p:nvPr/>
        </p:nvSpPr>
        <p:spPr>
          <a:xfrm>
            <a:off x="6600824" y="1109995"/>
            <a:ext cx="1123950" cy="28987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E4FEC3-9C84-0BD0-DB27-F6F5F3822C00}"/>
              </a:ext>
            </a:extLst>
          </p:cNvPr>
          <p:cNvSpPr/>
          <p:nvPr/>
        </p:nvSpPr>
        <p:spPr>
          <a:xfrm>
            <a:off x="6600824" y="4593112"/>
            <a:ext cx="1123950" cy="28987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5891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78B10FA-AA1D-4010-A837-6B54D7E14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904" y="436601"/>
            <a:ext cx="6696242" cy="4455909"/>
          </a:xfrm>
          <a:prstGeom prst="rect">
            <a:avLst/>
          </a:prstGeom>
          <a:ln w="19050">
            <a:solidFill>
              <a:schemeClr val="bg1">
                <a:lumMod val="50000"/>
              </a:schemeClr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CA0304F-1504-4D28-A877-E5A61C78FBD3}"/>
              </a:ext>
            </a:extLst>
          </p:cNvPr>
          <p:cNvSpPr/>
          <p:nvPr/>
        </p:nvSpPr>
        <p:spPr>
          <a:xfrm>
            <a:off x="6595527" y="1404234"/>
            <a:ext cx="1118848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A9347-0CD7-461C-A6CF-10261035B27F}"/>
              </a:ext>
            </a:extLst>
          </p:cNvPr>
          <p:cNvSpPr/>
          <p:nvPr/>
        </p:nvSpPr>
        <p:spPr>
          <a:xfrm>
            <a:off x="6610264" y="1401876"/>
            <a:ext cx="3328734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A61EB0-9A52-4A85-AAA1-ACB73096F642}"/>
              </a:ext>
            </a:extLst>
          </p:cNvPr>
          <p:cNvSpPr/>
          <p:nvPr/>
        </p:nvSpPr>
        <p:spPr>
          <a:xfrm>
            <a:off x="5384874" y="4979799"/>
            <a:ext cx="3999509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from this SQL query: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E4955-E835-4364-84AC-3163A30BA704}"/>
              </a:ext>
            </a:extLst>
          </p:cNvPr>
          <p:cNvSpPr/>
          <p:nvPr/>
        </p:nvSpPr>
        <p:spPr>
          <a:xfrm>
            <a:off x="5476904" y="5355351"/>
            <a:ext cx="6598832" cy="137538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350" dirty="0">
                <a:solidFill>
                  <a:schemeClr val="tx1"/>
                </a:solidFill>
                <a:latin typeface="Consolas" panose="020B0609020204030204" pitchFamily="49" charset="0"/>
              </a:rPr>
              <a:t>11402655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E5D11-1837-4FF5-A63B-1A4D9CB172FC}"/>
              </a:ext>
            </a:extLst>
          </p:cNvPr>
          <p:cNvSpPr/>
          <p:nvPr/>
        </p:nvSpPr>
        <p:spPr>
          <a:xfrm>
            <a:off x="8820150" y="820122"/>
            <a:ext cx="1118848" cy="28987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6C3C7C-F28E-4643-BF51-4EAACF6558EF}"/>
              </a:ext>
            </a:extLst>
          </p:cNvPr>
          <p:cNvSpPr/>
          <p:nvPr/>
        </p:nvSpPr>
        <p:spPr>
          <a:xfrm>
            <a:off x="146030" y="523174"/>
            <a:ext cx="470652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14EF35-ABDC-634B-A32E-38653138D60F}"/>
              </a:ext>
            </a:extLst>
          </p:cNvPr>
          <p:cNvSpPr/>
          <p:nvPr/>
        </p:nvSpPr>
        <p:spPr>
          <a:xfrm>
            <a:off x="146030" y="1119520"/>
            <a:ext cx="5291879" cy="1173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SUM(population)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continent = “Europe”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B0D2BB-0154-9A3C-4D79-2F31BAA2368D}"/>
              </a:ext>
            </a:extLst>
          </p:cNvPr>
          <p:cNvSpPr/>
          <p:nvPr/>
        </p:nvSpPr>
        <p:spPr>
          <a:xfrm>
            <a:off x="6595527" y="820122"/>
            <a:ext cx="1118848" cy="28987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1CD411-5BD3-CF82-00AD-71560A6A012F}"/>
              </a:ext>
            </a:extLst>
          </p:cNvPr>
          <p:cNvSpPr/>
          <p:nvPr/>
        </p:nvSpPr>
        <p:spPr>
          <a:xfrm>
            <a:off x="6595527" y="1988363"/>
            <a:ext cx="1118848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858C38-4CDB-528B-C0A3-0AF67134D5D4}"/>
              </a:ext>
            </a:extLst>
          </p:cNvPr>
          <p:cNvSpPr/>
          <p:nvPr/>
        </p:nvSpPr>
        <p:spPr>
          <a:xfrm>
            <a:off x="6595527" y="3712388"/>
            <a:ext cx="1118848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006269-961C-F482-C945-BC288AE2692A}"/>
              </a:ext>
            </a:extLst>
          </p:cNvPr>
          <p:cNvSpPr/>
          <p:nvPr/>
        </p:nvSpPr>
        <p:spPr>
          <a:xfrm>
            <a:off x="8820150" y="1402597"/>
            <a:ext cx="1118848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44BCEC-4282-77DC-41B0-2DEEB2C7BB0C}"/>
              </a:ext>
            </a:extLst>
          </p:cNvPr>
          <p:cNvSpPr/>
          <p:nvPr/>
        </p:nvSpPr>
        <p:spPr>
          <a:xfrm>
            <a:off x="8820150" y="1986726"/>
            <a:ext cx="1118848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228F0F-5303-D6FF-7AA2-D7A25D6AEEE4}"/>
              </a:ext>
            </a:extLst>
          </p:cNvPr>
          <p:cNvSpPr/>
          <p:nvPr/>
        </p:nvSpPr>
        <p:spPr>
          <a:xfrm>
            <a:off x="8820150" y="3710751"/>
            <a:ext cx="1118848" cy="3181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47B25B-33DB-21B2-790F-531263710E43}"/>
              </a:ext>
            </a:extLst>
          </p:cNvPr>
          <p:cNvSpPr/>
          <p:nvPr/>
        </p:nvSpPr>
        <p:spPr>
          <a:xfrm>
            <a:off x="6610264" y="1986005"/>
            <a:ext cx="3328734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A4E63B-9300-3CD8-A130-C6058FDC78F7}"/>
              </a:ext>
            </a:extLst>
          </p:cNvPr>
          <p:cNvSpPr/>
          <p:nvPr/>
        </p:nvSpPr>
        <p:spPr>
          <a:xfrm>
            <a:off x="6610264" y="3710751"/>
            <a:ext cx="3328734" cy="31815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8250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6" y="1997839"/>
            <a:ext cx="1127773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 is used to create, delete, modify and manipulate records in a database. Basic commands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which fields to be returned.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which table – databases can have more than one table, each with their own unique name.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records meet a condition.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LIKE can be used as a wildcard.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BY: Choose how the data is organised when it is retrieved (e.g., ORDER BY name).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&lt;field&gt; ASC: Order by the selected field in ascending order.	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&lt;field&gt; DESC: Order by the selected field in descending order.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SUM &lt;field&gt;: Specifies fields for calculation – should be integer or real.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COUNT &lt;field&gt;: Counts fields that meet the specified criteria.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457836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SQL: Structured Query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FB650ABF-1DEA-8BD8-9858-6EF3B3E8B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073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642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187</cp:revision>
  <dcterms:created xsi:type="dcterms:W3CDTF">2019-10-14T15:21:06Z</dcterms:created>
  <dcterms:modified xsi:type="dcterms:W3CDTF">2022-09-15T09:48:35Z</dcterms:modified>
</cp:coreProperties>
</file>