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3" r:id="rId18"/>
    <p:sldId id="29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084"/>
    <a:srgbClr val="FFD966"/>
    <a:srgbClr val="ACB9CA"/>
    <a:srgbClr val="BDD7EE"/>
    <a:srgbClr val="70AD47"/>
    <a:srgbClr val="FFFFFF"/>
    <a:srgbClr val="1F4E78"/>
    <a:srgbClr val="000000"/>
    <a:srgbClr val="F26521"/>
    <a:srgbClr val="008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1.2 Text, sound and images | Representing images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1.2 Text, sound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Representing images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of storing images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13EF86D-1062-4F0E-A28C-F23EFD95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51" y="1752195"/>
            <a:ext cx="4578248" cy="4062734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020D6C59-E721-4B59-B2EE-911E7D03F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92" y="1752195"/>
            <a:ext cx="4124105" cy="406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D47E67D-4924-4711-84A3-75E2A1F99868}"/>
              </a:ext>
            </a:extLst>
          </p:cNvPr>
          <p:cNvGrpSpPr/>
          <p:nvPr/>
        </p:nvGrpSpPr>
        <p:grpSpPr>
          <a:xfrm>
            <a:off x="3936404" y="523174"/>
            <a:ext cx="4937034" cy="2710386"/>
            <a:chOff x="3470988" y="601981"/>
            <a:chExt cx="4937034" cy="27103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ECAF62-8C01-4685-891E-7A9AD3E7E5B5}"/>
                </a:ext>
              </a:extLst>
            </p:cNvPr>
            <p:cNvSpPr/>
            <p:nvPr/>
          </p:nvSpPr>
          <p:spPr>
            <a:xfrm>
              <a:off x="3470988" y="1782147"/>
              <a:ext cx="1530220" cy="153022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62632E-24B9-4889-AD18-D629189FAE4A}"/>
                </a:ext>
              </a:extLst>
            </p:cNvPr>
            <p:cNvSpPr/>
            <p:nvPr/>
          </p:nvSpPr>
          <p:spPr>
            <a:xfrm>
              <a:off x="5928049" y="1772816"/>
              <a:ext cx="1530220" cy="1530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tx1"/>
                  </a:solidFill>
                </a:rPr>
                <a:t>1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9AAD9A-3318-4AD0-BA6C-3174167FE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8020" y="1190003"/>
              <a:ext cx="686043" cy="118428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2A66703-7CE2-4961-991C-11244C073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516" y="601981"/>
              <a:ext cx="1899506" cy="17171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143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of storing images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13EF86D-1062-4F0E-A28C-F23EFD95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51" y="1752195"/>
            <a:ext cx="4578248" cy="40627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6466103" y="2747531"/>
            <a:ext cx="4959543" cy="1362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bitmap image is made up of different-coloured squares.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square has a binary value.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14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of storing images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6480329" y="1908950"/>
            <a:ext cx="4904847" cy="3749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vector image stores the mathematics required to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 a shape. For example, a circle can be drawn just by storing its: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coordinates from the middle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Radius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868FD1A-81BC-4B3B-B5EB-8852786D4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722" y="1752195"/>
            <a:ext cx="4124105" cy="40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2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of storing images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13EF86D-1062-4F0E-A28C-F23EFD95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51" y="1752195"/>
            <a:ext cx="4578248" cy="4062734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020D6C59-E721-4B59-B2EE-911E7D03F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92" y="1752195"/>
            <a:ext cx="4124105" cy="40627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EFA2A5-1E78-4C27-812E-E93C387EEAD5}"/>
              </a:ext>
            </a:extLst>
          </p:cNvPr>
          <p:cNvSpPr/>
          <p:nvPr/>
        </p:nvSpPr>
        <p:spPr>
          <a:xfrm>
            <a:off x="6960671" y="5902239"/>
            <a:ext cx="3707345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 shapes</a:t>
            </a:r>
            <a:b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(e.g., logos, clipart)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2D38E-5049-41C0-AAC5-371C1D875D87}"/>
              </a:ext>
            </a:extLst>
          </p:cNvPr>
          <p:cNvSpPr/>
          <p:nvPr/>
        </p:nvSpPr>
        <p:spPr>
          <a:xfrm>
            <a:off x="1412025" y="5902239"/>
            <a:ext cx="4049499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Detailed images</a:t>
            </a:r>
            <a:b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(e.g., photographs, digital art)</a:t>
            </a:r>
          </a:p>
        </p:txBody>
      </p:sp>
    </p:spTree>
    <p:extLst>
      <p:ext uri="{BB962C8B-B14F-4D97-AF65-F5344CB8AC3E}">
        <p14:creationId xmlns:p14="http://schemas.microsoft.com/office/powerpoint/2010/main" val="400927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orful butterfly on a flower&#10;&#10;Description automatically generated">
            <a:extLst>
              <a:ext uri="{FF2B5EF4-FFF2-40B4-BE49-F238E27FC236}">
                <a16:creationId xmlns:a16="http://schemas.microsoft.com/office/drawing/2014/main" id="{84F21470-39EE-4B19-8A93-4EA37A379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19649"/>
            <a:ext cx="12192000" cy="64383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33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orful butterfly on a flower&#10;&#10;Description automatically generated">
            <a:extLst>
              <a:ext uri="{FF2B5EF4-FFF2-40B4-BE49-F238E27FC236}">
                <a16:creationId xmlns:a16="http://schemas.microsoft.com/office/drawing/2014/main" id="{84F21470-39EE-4B19-8A93-4EA37A379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19649"/>
            <a:ext cx="12192000" cy="64383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7803EA0E-8BA3-49E3-9E78-EB92E00E4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043" y="2733675"/>
            <a:ext cx="6222331" cy="4076700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42688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ECBEF-1603-449F-8ADD-67A037B48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062" y="423105"/>
            <a:ext cx="7531938" cy="64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og, indoor, luggage&#10;&#10;Description generated with very high confidence">
            <a:extLst>
              <a:ext uri="{FF2B5EF4-FFF2-40B4-BE49-F238E27FC236}">
                <a16:creationId xmlns:a16="http://schemas.microsoft.com/office/drawing/2014/main" id="{D52D775E-B45D-43A0-A733-1BEB02867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062" y="423105"/>
            <a:ext cx="7531938" cy="64348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C06E9C-40A4-4CF9-8478-DB7349778E1B}"/>
              </a:ext>
            </a:extLst>
          </p:cNvPr>
          <p:cNvSpPr/>
          <p:nvPr/>
        </p:nvSpPr>
        <p:spPr>
          <a:xfrm>
            <a:off x="176565" y="1085445"/>
            <a:ext cx="4404144" cy="1070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si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mple image with only two colours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use a single bit to store each pixel: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= white, 0 = black.</a:t>
            </a:r>
          </a:p>
        </p:txBody>
      </p:sp>
    </p:spTree>
    <p:extLst>
      <p:ext uri="{BB962C8B-B14F-4D97-AF65-F5344CB8AC3E}">
        <p14:creationId xmlns:p14="http://schemas.microsoft.com/office/powerpoint/2010/main" val="1742352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og, indoor, luggage&#10;&#10;Description generated with very high confidence">
            <a:extLst>
              <a:ext uri="{FF2B5EF4-FFF2-40B4-BE49-F238E27FC236}">
                <a16:creationId xmlns:a16="http://schemas.microsoft.com/office/drawing/2014/main" id="{D52D775E-B45D-43A0-A733-1BEB02867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062" y="423105"/>
            <a:ext cx="7531938" cy="64348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E02634-1420-D348-A702-B1981877AAE3}"/>
              </a:ext>
            </a:extLst>
          </p:cNvPr>
          <p:cNvSpPr/>
          <p:nvPr/>
        </p:nvSpPr>
        <p:spPr>
          <a:xfrm>
            <a:off x="176565" y="1012577"/>
            <a:ext cx="4229972" cy="3189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000100010000111000000001110001111111000111000001111100000100000001110000000000000011000000000000000100000000000000000000000001000000000000000111000000000000011111110000000111111111000000000111111100000000000111111000001000001111110000111000011111110011111001111</a:t>
            </a:r>
            <a:endParaRPr lang="en-GB" sz="2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71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11815B1-E473-9245-B511-3A712F8288EB}"/>
              </a:ext>
            </a:extLst>
          </p:cNvPr>
          <p:cNvSpPr/>
          <p:nvPr/>
        </p:nvSpPr>
        <p:spPr>
          <a:xfrm>
            <a:off x="176565" y="1012577"/>
            <a:ext cx="4229972" cy="5469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000100010000111000000001110001111111000111000001111100000100000001110000000000000011000000000000000100000000000000000000000001000000000000000111000000000000011111110000000111111111000000000111111100000000000111111000001000001111110000111000011111110011111001111</a:t>
            </a:r>
            <a:endParaRPr lang="en-GB" sz="2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Metadata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Width: 17 pixels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Height: 14 pixels</a:t>
            </a:r>
            <a:endParaRPr lang="en-GB" sz="2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Bits per pixel: 1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data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2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og, indoor, luggage&#10;&#10;Description generated with very high confidence">
            <a:extLst>
              <a:ext uri="{FF2B5EF4-FFF2-40B4-BE49-F238E27FC236}">
                <a16:creationId xmlns:a16="http://schemas.microsoft.com/office/drawing/2014/main" id="{D52D775E-B45D-43A0-A733-1BEB02867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062" y="423105"/>
            <a:ext cx="7531938" cy="64348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AB3B00-A58E-4E31-A7D7-6BF47A876609}"/>
              </a:ext>
            </a:extLst>
          </p:cNvPr>
          <p:cNvSpPr/>
          <p:nvPr/>
        </p:nvSpPr>
        <p:spPr>
          <a:xfrm>
            <a:off x="256104" y="1059948"/>
            <a:ext cx="1089388" cy="321276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16568-D560-49A7-BFE9-D56913649657}"/>
              </a:ext>
            </a:extLst>
          </p:cNvPr>
          <p:cNvSpPr/>
          <p:nvPr/>
        </p:nvSpPr>
        <p:spPr>
          <a:xfrm>
            <a:off x="1345492" y="1059948"/>
            <a:ext cx="1077480" cy="3212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26A6F-4FE2-480B-A1F9-208BAC3E6B03}"/>
              </a:ext>
            </a:extLst>
          </p:cNvPr>
          <p:cNvSpPr/>
          <p:nvPr/>
        </p:nvSpPr>
        <p:spPr>
          <a:xfrm>
            <a:off x="2422971" y="1059948"/>
            <a:ext cx="1089389" cy="321276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8B505E-1633-4F31-BA58-7BEFA67432D3}"/>
              </a:ext>
            </a:extLst>
          </p:cNvPr>
          <p:cNvSpPr/>
          <p:nvPr/>
        </p:nvSpPr>
        <p:spPr>
          <a:xfrm>
            <a:off x="3512361" y="1059948"/>
            <a:ext cx="685426" cy="321276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B0131-CA42-8F4C-A73D-BA2C1E312B4E}"/>
              </a:ext>
            </a:extLst>
          </p:cNvPr>
          <p:cNvSpPr/>
          <p:nvPr/>
        </p:nvSpPr>
        <p:spPr>
          <a:xfrm>
            <a:off x="256104" y="1381224"/>
            <a:ext cx="3941682" cy="2702335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84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9BEC1-B19C-4C2F-BDD7-DB7E7A35E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373" y="418244"/>
            <a:ext cx="7537627" cy="6439755"/>
          </a:xfrm>
          <a:prstGeom prst="rect">
            <a:avLst/>
          </a:prstGeom>
        </p:spPr>
      </p:pic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ADD36F9D-AF8F-447C-B1B5-B3B7655D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13494"/>
              </p:ext>
            </p:extLst>
          </p:nvPr>
        </p:nvGraphicFramePr>
        <p:xfrm>
          <a:off x="85690" y="3994710"/>
          <a:ext cx="4411665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432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746449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1884784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bitmap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ABB79C-1FC1-444A-879A-B34328470CB5}"/>
              </a:ext>
            </a:extLst>
          </p:cNvPr>
          <p:cNvSpPr txBox="1"/>
          <p:nvPr/>
        </p:nvSpPr>
        <p:spPr>
          <a:xfrm>
            <a:off x="176565" y="993174"/>
            <a:ext cx="3071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Metadata</a:t>
            </a:r>
          </a:p>
          <a:p>
            <a:r>
              <a:rPr lang="en-GB" dirty="0"/>
              <a:t>Width: 17 pixels</a:t>
            </a:r>
          </a:p>
          <a:p>
            <a:r>
              <a:rPr lang="en-GB" dirty="0"/>
              <a:t>Height: 14 pixels</a:t>
            </a:r>
          </a:p>
          <a:p>
            <a:r>
              <a:rPr lang="en-GB" dirty="0"/>
              <a:t>Colour depth: 2 bits</a:t>
            </a: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FBBE2BBA-2D69-11B7-DE9E-4DC7E557E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731627"/>
              </p:ext>
            </p:extLst>
          </p:nvPr>
        </p:nvGraphicFramePr>
        <p:xfrm>
          <a:off x="2821758" y="993173"/>
          <a:ext cx="1030872" cy="1801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5436">
                  <a:extLst>
                    <a:ext uri="{9D8B030D-6E8A-4147-A177-3AD203B41FA5}">
                      <a16:colId xmlns:a16="http://schemas.microsoft.com/office/drawing/2014/main" val="3101050609"/>
                    </a:ext>
                  </a:extLst>
                </a:gridCol>
                <a:gridCol w="515436">
                  <a:extLst>
                    <a:ext uri="{9D8B030D-6E8A-4147-A177-3AD203B41FA5}">
                      <a16:colId xmlns:a16="http://schemas.microsoft.com/office/drawing/2014/main" val="2220707218"/>
                    </a:ext>
                  </a:extLst>
                </a:gridCol>
              </a:tblGrid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6245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02763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84977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4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23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9BEC1-B19C-4C2F-BDD7-DB7E7A35E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373" y="418244"/>
            <a:ext cx="7537627" cy="6439755"/>
          </a:xfrm>
          <a:prstGeom prst="rect">
            <a:avLst/>
          </a:prstGeom>
        </p:spPr>
      </p:pic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ADD36F9D-AF8F-447C-B1B5-B3B7655D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52826"/>
              </p:ext>
            </p:extLst>
          </p:nvPr>
        </p:nvGraphicFramePr>
        <p:xfrm>
          <a:off x="85690" y="3994710"/>
          <a:ext cx="4411665" cy="27901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432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746449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1884784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bitmap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 x 17 x 2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=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476 bits </a:t>
                      </a:r>
                    </a:p>
                    <a:p>
                      <a:pPr algn="ctr"/>
                      <a:r>
                        <a:rPr lang="en-GB" sz="1800" b="1" dirty="0"/>
                        <a:t>=</a:t>
                      </a:r>
                      <a:r>
                        <a:rPr lang="en-GB" sz="1800" b="0" dirty="0"/>
                        <a:t> 60 bytes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198BA93-422D-7F45-8FC9-E7E1D12851CF}"/>
              </a:ext>
            </a:extLst>
          </p:cNvPr>
          <p:cNvSpPr txBox="1"/>
          <p:nvPr/>
        </p:nvSpPr>
        <p:spPr>
          <a:xfrm>
            <a:off x="176565" y="993174"/>
            <a:ext cx="3071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Metadata</a:t>
            </a:r>
          </a:p>
          <a:p>
            <a:r>
              <a:rPr lang="en-GB" dirty="0"/>
              <a:t>Width: 17 pixels</a:t>
            </a:r>
          </a:p>
          <a:p>
            <a:r>
              <a:rPr lang="en-GB" dirty="0"/>
              <a:t>Height: 14 pixels</a:t>
            </a:r>
          </a:p>
          <a:p>
            <a:r>
              <a:rPr lang="en-GB" dirty="0"/>
              <a:t>Colour depth: 2 bits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C355B3E-65ED-761B-CBE4-89F1006AC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4010"/>
              </p:ext>
            </p:extLst>
          </p:nvPr>
        </p:nvGraphicFramePr>
        <p:xfrm>
          <a:off x="2821758" y="993173"/>
          <a:ext cx="1030872" cy="1801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5436">
                  <a:extLst>
                    <a:ext uri="{9D8B030D-6E8A-4147-A177-3AD203B41FA5}">
                      <a16:colId xmlns:a16="http://schemas.microsoft.com/office/drawing/2014/main" val="3101050609"/>
                    </a:ext>
                  </a:extLst>
                </a:gridCol>
                <a:gridCol w="515436">
                  <a:extLst>
                    <a:ext uri="{9D8B030D-6E8A-4147-A177-3AD203B41FA5}">
                      <a16:colId xmlns:a16="http://schemas.microsoft.com/office/drawing/2014/main" val="2220707218"/>
                    </a:ext>
                  </a:extLst>
                </a:gridCol>
              </a:tblGrid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6245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02763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84977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4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03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ADD36F9D-AF8F-447C-B1B5-B3B7655D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25047"/>
              </p:ext>
            </p:extLst>
          </p:nvPr>
        </p:nvGraphicFramePr>
        <p:xfrm>
          <a:off x="85690" y="3994710"/>
          <a:ext cx="4411665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432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746449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1884784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bitmap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F3C183D-CDC5-4359-B522-2D17C5F90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592" y="415869"/>
            <a:ext cx="7540408" cy="644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0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ADD36F9D-AF8F-447C-B1B5-B3B7655D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54488"/>
              </p:ext>
            </p:extLst>
          </p:nvPr>
        </p:nvGraphicFramePr>
        <p:xfrm>
          <a:off x="85690" y="3994710"/>
          <a:ext cx="4411665" cy="27901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432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746449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1884784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bitmap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 x 17 x 3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=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714 bits </a:t>
                      </a:r>
                    </a:p>
                    <a:p>
                      <a:pPr algn="ctr"/>
                      <a:r>
                        <a:rPr lang="en-GB" sz="1800" b="1" dirty="0"/>
                        <a:t>=</a:t>
                      </a:r>
                      <a:r>
                        <a:rPr lang="en-GB" sz="1800" b="0" dirty="0"/>
                        <a:t> 90 bytes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5" name="Picture 4" descr="A close up of a sign&#10;&#10;Description generated with high confidence">
            <a:extLst>
              <a:ext uri="{FF2B5EF4-FFF2-40B4-BE49-F238E27FC236}">
                <a16:creationId xmlns:a16="http://schemas.microsoft.com/office/drawing/2014/main" id="{BE6408CA-29F3-481E-9B9E-998197A0C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055" y="420536"/>
            <a:ext cx="7534945" cy="6437464"/>
          </a:xfrm>
          <a:prstGeom prst="rect">
            <a:avLst/>
          </a:prstGeom>
        </p:spPr>
      </p:pic>
      <p:pic>
        <p:nvPicPr>
          <p:cNvPr id="12" name="Picture 1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1E84D67-EAEC-4ADC-97BD-BAC2A9D050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5" b="53841"/>
          <a:stretch/>
        </p:blipFill>
        <p:spPr>
          <a:xfrm>
            <a:off x="1144886" y="993174"/>
            <a:ext cx="3565555" cy="1751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FCD7-001D-9245-9050-FC52B6A36692}"/>
              </a:ext>
            </a:extLst>
          </p:cNvPr>
          <p:cNvSpPr txBox="1"/>
          <p:nvPr/>
        </p:nvSpPr>
        <p:spPr>
          <a:xfrm>
            <a:off x="176565" y="993174"/>
            <a:ext cx="3071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Metadata</a:t>
            </a:r>
          </a:p>
          <a:p>
            <a:r>
              <a:rPr lang="en-GB" dirty="0"/>
              <a:t>Width: 17 pixels</a:t>
            </a:r>
          </a:p>
          <a:p>
            <a:r>
              <a:rPr lang="en-GB" dirty="0"/>
              <a:t>Height: 14 pixels</a:t>
            </a:r>
          </a:p>
          <a:p>
            <a:r>
              <a:rPr lang="en-GB" dirty="0"/>
              <a:t>Colour depth: 3 bits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883073C-4FDC-53A7-D5A5-2C9ECAA92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015030"/>
              </p:ext>
            </p:extLst>
          </p:nvPr>
        </p:nvGraphicFramePr>
        <p:xfrm>
          <a:off x="2336959" y="993173"/>
          <a:ext cx="2061744" cy="1801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5436">
                  <a:extLst>
                    <a:ext uri="{9D8B030D-6E8A-4147-A177-3AD203B41FA5}">
                      <a16:colId xmlns:a16="http://schemas.microsoft.com/office/drawing/2014/main" val="3101050609"/>
                    </a:ext>
                  </a:extLst>
                </a:gridCol>
                <a:gridCol w="515436">
                  <a:extLst>
                    <a:ext uri="{9D8B030D-6E8A-4147-A177-3AD203B41FA5}">
                      <a16:colId xmlns:a16="http://schemas.microsoft.com/office/drawing/2014/main" val="2220707218"/>
                    </a:ext>
                  </a:extLst>
                </a:gridCol>
                <a:gridCol w="515436">
                  <a:extLst>
                    <a:ext uri="{9D8B030D-6E8A-4147-A177-3AD203B41FA5}">
                      <a16:colId xmlns:a16="http://schemas.microsoft.com/office/drawing/2014/main" val="4089534834"/>
                    </a:ext>
                  </a:extLst>
                </a:gridCol>
                <a:gridCol w="515436">
                  <a:extLst>
                    <a:ext uri="{9D8B030D-6E8A-4147-A177-3AD203B41FA5}">
                      <a16:colId xmlns:a16="http://schemas.microsoft.com/office/drawing/2014/main" val="122854785"/>
                    </a:ext>
                  </a:extLst>
                </a:gridCol>
              </a:tblGrid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6245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02763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84977"/>
                  </a:ext>
                </a:extLst>
              </a:tr>
              <a:tr h="45030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44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26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orful butterfly on a flower&#10;&#10;Description automatically generated">
            <a:extLst>
              <a:ext uri="{FF2B5EF4-FFF2-40B4-BE49-F238E27FC236}">
                <a16:creationId xmlns:a16="http://schemas.microsoft.com/office/drawing/2014/main" id="{84F21470-39EE-4B19-8A93-4EA37A379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19649"/>
            <a:ext cx="12192000" cy="64383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</a:t>
            </a:r>
            <a:endParaRPr lang="en-GB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9E1EB2-96B7-47AB-9084-7DD6A4A3F948}"/>
              </a:ext>
            </a:extLst>
          </p:cNvPr>
          <p:cNvGrpSpPr/>
          <p:nvPr/>
        </p:nvGrpSpPr>
        <p:grpSpPr>
          <a:xfrm>
            <a:off x="3422534" y="603053"/>
            <a:ext cx="8592901" cy="6031012"/>
            <a:chOff x="5726018" y="603053"/>
            <a:chExt cx="6289417" cy="4414289"/>
          </a:xfrm>
        </p:grpSpPr>
        <p:pic>
          <p:nvPicPr>
            <p:cNvPr id="3" name="Picture 2" descr="A picture containing computer&#10;&#10;Description automatically generated">
              <a:extLst>
                <a:ext uri="{FF2B5EF4-FFF2-40B4-BE49-F238E27FC236}">
                  <a16:creationId xmlns:a16="http://schemas.microsoft.com/office/drawing/2014/main" id="{BA1CC33C-0BD5-4238-A360-C64621D59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9559" y="603053"/>
              <a:ext cx="3645876" cy="4414289"/>
            </a:xfrm>
            <a:prstGeom prst="rect">
              <a:avLst/>
            </a:prstGeom>
            <a:ln w="38100">
              <a:solidFill>
                <a:schemeClr val="bg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2C3623-BC38-4ABF-891C-0D33E3917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6018" y="2378917"/>
              <a:ext cx="2466975" cy="2638425"/>
            </a:xfrm>
            <a:prstGeom prst="rect">
              <a:avLst/>
            </a:prstGeom>
            <a:ln w="28575"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7614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96078"/>
            <a:ext cx="11277731" cy="479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Images can be stored in binary as bitmaps or vectors: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 images are constructed from coloured squares called pixels.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images store the mathematics required to draw shapes.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pixel of a bitmap is stored in binary. The number of bits required for each pixel depends on the number of colours: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bit has 2 possible values; 0 and 1. Therefore, 1 bit can store 2 colours; black or white.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bits have 4 possible values; 00, 01, 10 and 11. That means 2 bits can store 4 colours.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colours can be calculated as 2</a:t>
            </a:r>
            <a:r>
              <a:rPr lang="en-GB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where n is the number of bits required for each pixel.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bits required for each pixel is known as the image’s colour depth. The greater the colour depth and resolution, the larger the file size of the image.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Photographs typically use 24-bit colour, meaning each pixel is made up of 24 bits. 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over 16 million colours, believed to be the maximum number of different colours visible to the human eye.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Metadata is additional data stored with the image to define its width, height, colour depth and colour palette.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make_notes">
            <a:extLst>
              <a:ext uri="{FF2B5EF4-FFF2-40B4-BE49-F238E27FC236}">
                <a16:creationId xmlns:a16="http://schemas.microsoft.com/office/drawing/2014/main" id="{AC651868-4B0C-2C45-FFBC-2B51E3575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5220D7-42D6-949D-CB3A-630B3108E859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Representing images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36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586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71</cp:revision>
  <dcterms:created xsi:type="dcterms:W3CDTF">2019-10-14T15:21:06Z</dcterms:created>
  <dcterms:modified xsi:type="dcterms:W3CDTF">2022-05-12T13:23:48Z</dcterms:modified>
</cp:coreProperties>
</file>