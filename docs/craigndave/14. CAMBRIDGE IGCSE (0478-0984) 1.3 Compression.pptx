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9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63" r:id="rId12"/>
    <p:sldId id="29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9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1.3 Data storage and compression | Compression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1.3 Text, sound and images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Compression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5D70B5-8240-4840-A8FB-86CB3DB08F88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we use compression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9F522F-79ED-4AA2-B353-4FD00FB0C280}"/>
              </a:ext>
            </a:extLst>
          </p:cNvPr>
          <p:cNvGrpSpPr/>
          <p:nvPr/>
        </p:nvGrpSpPr>
        <p:grpSpPr>
          <a:xfrm>
            <a:off x="-173255" y="774441"/>
            <a:ext cx="12365256" cy="5999927"/>
            <a:chOff x="680419" y="1188665"/>
            <a:chExt cx="11511581" cy="558570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662246E-A409-4B95-B34D-974EB17E6986}"/>
                </a:ext>
              </a:extLst>
            </p:cNvPr>
            <p:cNvGrpSpPr/>
            <p:nvPr/>
          </p:nvGrpSpPr>
          <p:grpSpPr>
            <a:xfrm>
              <a:off x="680419" y="1188665"/>
              <a:ext cx="11511581" cy="5585703"/>
              <a:chOff x="680419" y="1188665"/>
              <a:chExt cx="11511581" cy="5585703"/>
            </a:xfrm>
          </p:grpSpPr>
          <p:pic>
            <p:nvPicPr>
              <p:cNvPr id="9" name="Picture 8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id="{463247B2-160E-41A4-88A3-C50171A7650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email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993502" y="1188665"/>
                <a:ext cx="8198498" cy="3976816"/>
              </a:xfrm>
              <a:prstGeom prst="rect">
                <a:avLst/>
              </a:prstGeom>
            </p:spPr>
          </p:pic>
          <p:pic>
            <p:nvPicPr>
              <p:cNvPr id="13" name="Picture 12" descr="A close up of a computer&#10;&#10;Description automatically generated">
                <a:extLst>
                  <a:ext uri="{FF2B5EF4-FFF2-40B4-BE49-F238E27FC236}">
                    <a16:creationId xmlns:a16="http://schemas.microsoft.com/office/drawing/2014/main" id="{14FF0D19-081F-4ACF-99F6-A5DBE6B15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20157095">
                <a:off x="680419" y="2756468"/>
                <a:ext cx="2896563" cy="2072853"/>
              </a:xfrm>
              <a:prstGeom prst="rect">
                <a:avLst/>
              </a:prstGeom>
            </p:spPr>
          </p:pic>
          <p:pic>
            <p:nvPicPr>
              <p:cNvPr id="16" name="Picture 15" descr="A picture containing photo, sitting, set, front&#10;&#10;Description automatically generated">
                <a:extLst>
                  <a:ext uri="{FF2B5EF4-FFF2-40B4-BE49-F238E27FC236}">
                    <a16:creationId xmlns:a16="http://schemas.microsoft.com/office/drawing/2014/main" id="{C136572D-C745-4FD6-A22D-4D97D209D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05069" y="4234050"/>
                <a:ext cx="3181739" cy="2540318"/>
              </a:xfrm>
              <a:prstGeom prst="rect">
                <a:avLst/>
              </a:prstGeom>
            </p:spPr>
          </p:pic>
          <p:pic>
            <p:nvPicPr>
              <p:cNvPr id="17" name="Picture 16" descr="A picture containing photo, sitting, set, front&#10;&#10;Description automatically generated">
                <a:extLst>
                  <a:ext uri="{FF2B5EF4-FFF2-40B4-BE49-F238E27FC236}">
                    <a16:creationId xmlns:a16="http://schemas.microsoft.com/office/drawing/2014/main" id="{9DC0F694-4113-49F9-86FE-4D876D9054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677246" y="2583506"/>
                <a:ext cx="1514754" cy="1209388"/>
              </a:xfrm>
              <a:prstGeom prst="rect">
                <a:avLst/>
              </a:prstGeom>
            </p:spPr>
          </p:pic>
        </p:grpSp>
        <p:pic>
          <p:nvPicPr>
            <p:cNvPr id="11" name="Picture 10" descr="A picture containing sitting, sign, black, monitor&#10;&#10;Description automatically generated">
              <a:extLst>
                <a:ext uri="{FF2B5EF4-FFF2-40B4-BE49-F238E27FC236}">
                  <a16:creationId xmlns:a16="http://schemas.microsoft.com/office/drawing/2014/main" id="{7E0F59D6-D967-4E79-A30E-56DBE0ED9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03389" y="3097764"/>
              <a:ext cx="1287922" cy="1390261"/>
            </a:xfrm>
            <a:prstGeom prst="rect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2ADC251-6CE7-4698-BCDA-0C9E052FB867}"/>
              </a:ext>
            </a:extLst>
          </p:cNvPr>
          <p:cNvSpPr/>
          <p:nvPr/>
        </p:nvSpPr>
        <p:spPr>
          <a:xfrm>
            <a:off x="3705414" y="5376179"/>
            <a:ext cx="8706254" cy="1168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Compression reduces the size of a file so it takes up less space, helping to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maximise the amount of data we can store on our devices.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Smaller files are also quicker to transfer or stream over the internet.</a:t>
            </a:r>
          </a:p>
        </p:txBody>
      </p:sp>
    </p:spTree>
    <p:extLst>
      <p:ext uri="{BB962C8B-B14F-4D97-AF65-F5344CB8AC3E}">
        <p14:creationId xmlns:p14="http://schemas.microsoft.com/office/powerpoint/2010/main" val="267591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5D70B5-8240-4840-A8FB-86CB3DB08F88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Compression techniques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close up of a sign&#10;&#10;Description generated with high confidence">
            <a:extLst>
              <a:ext uri="{FF2B5EF4-FFF2-40B4-BE49-F238E27FC236}">
                <a16:creationId xmlns:a16="http://schemas.microsoft.com/office/drawing/2014/main" id="{63CB25CC-54D3-4BB2-BDB7-DCCD10868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5374" y="419101"/>
            <a:ext cx="7536626" cy="64389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D193EA-4A00-49B0-BE8C-3E11ABC7FA34}"/>
              </a:ext>
            </a:extLst>
          </p:cNvPr>
          <p:cNvSpPr/>
          <p:nvPr/>
        </p:nvSpPr>
        <p:spPr>
          <a:xfrm>
            <a:off x="176565" y="1269163"/>
            <a:ext cx="4243035" cy="1394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an image, the number of colours increases the file size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 is because we need more bits per pixel to store a greater range of possible colours.</a:t>
            </a:r>
          </a:p>
        </p:txBody>
      </p:sp>
    </p:spTree>
    <p:extLst>
      <p:ext uri="{BB962C8B-B14F-4D97-AF65-F5344CB8AC3E}">
        <p14:creationId xmlns:p14="http://schemas.microsoft.com/office/powerpoint/2010/main" val="336173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5D70B5-8240-4840-A8FB-86CB3DB08F88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Compression techniques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B92A0-BFFD-4A8E-82A7-8C8CF623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725" y="421109"/>
            <a:ext cx="7534275" cy="64368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A321F0-554D-44E8-99A3-887EAAB2D778}"/>
              </a:ext>
            </a:extLst>
          </p:cNvPr>
          <p:cNvSpPr/>
          <p:nvPr/>
        </p:nvSpPr>
        <p:spPr>
          <a:xfrm>
            <a:off x="176565" y="1269163"/>
            <a:ext cx="4243035" cy="1394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way to make a file smaller would be to store a lower number of colours – alternatively, we can store larger areas of pixels as one colour.</a:t>
            </a:r>
          </a:p>
        </p:txBody>
      </p:sp>
    </p:spTree>
    <p:extLst>
      <p:ext uri="{BB962C8B-B14F-4D97-AF65-F5344CB8AC3E}">
        <p14:creationId xmlns:p14="http://schemas.microsoft.com/office/powerpoint/2010/main" val="35056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5D70B5-8240-4840-A8FB-86CB3DB08F88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Compression techniques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B92A0-BFFD-4A8E-82A7-8C8CF623D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725" y="421109"/>
            <a:ext cx="7534275" cy="64368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0A321F0-554D-44E8-99A3-887EAAB2D778}"/>
              </a:ext>
            </a:extLst>
          </p:cNvPr>
          <p:cNvSpPr/>
          <p:nvPr/>
        </p:nvSpPr>
        <p:spPr>
          <a:xfrm>
            <a:off x="176565" y="1269163"/>
            <a:ext cx="4243035" cy="248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way to make a file smaller would be to store a lower number of colours – alternatively, we can store larger areas of pixels as one colour.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Both techniques reduce the quality of the image, which is why they are referred to as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</a:t>
            </a:r>
            <a:r>
              <a:rPr lang="en-GB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compression.</a:t>
            </a:r>
            <a:endParaRPr lang="en-GB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057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E7F424E-AFFF-48CD-802F-11211E32D51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15132"/>
            <a:ext cx="12192000" cy="64428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5D70B5-8240-4840-A8FB-86CB3DB08F88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 compression techniques</a:t>
            </a:r>
            <a:endParaRPr lang="en-GB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A6A4D1-FB42-4589-9C7A-F6FF5BFC759D}"/>
              </a:ext>
            </a:extLst>
          </p:cNvPr>
          <p:cNvSpPr/>
          <p:nvPr/>
        </p:nvSpPr>
        <p:spPr>
          <a:xfrm>
            <a:off x="3805590" y="5392471"/>
            <a:ext cx="2290410" cy="1465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Original image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100% quality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2.2MB</a:t>
            </a:r>
            <a:endParaRPr lang="en-GB" sz="12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9ADBC1-BAD3-436B-9F04-1EC6522F7A37}"/>
              </a:ext>
            </a:extLst>
          </p:cNvPr>
          <p:cNvSpPr/>
          <p:nvPr/>
        </p:nvSpPr>
        <p:spPr>
          <a:xfrm>
            <a:off x="8524875" y="5392471"/>
            <a:ext cx="3667125" cy="1465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 compressed JPEG file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70% quality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89 KB</a:t>
            </a:r>
            <a:endParaRPr lang="en-GB" sz="12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176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5D70B5-8240-4840-A8FB-86CB3DB08F88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compression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D193EA-4A00-49B0-BE8C-3E11ABC7FA34}"/>
              </a:ext>
            </a:extLst>
          </p:cNvPr>
          <p:cNvSpPr/>
          <p:nvPr/>
        </p:nvSpPr>
        <p:spPr>
          <a:xfrm>
            <a:off x="176565" y="1269163"/>
            <a:ext cx="4243035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the name suggests, </a:t>
            </a: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compression does not cause any data to be lost during the process.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435AC-DAFA-4733-87E7-557E6C07A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246" y="427321"/>
            <a:ext cx="7527003" cy="643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5D70B5-8240-4840-A8FB-86CB3DB08F88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compression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D193EA-4A00-49B0-BE8C-3E11ABC7FA34}"/>
              </a:ext>
            </a:extLst>
          </p:cNvPr>
          <p:cNvSpPr/>
          <p:nvPr/>
        </p:nvSpPr>
        <p:spPr>
          <a:xfrm>
            <a:off x="176565" y="1269163"/>
            <a:ext cx="4243035" cy="31441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the name suggests,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compression does not cause any data to be lost during the process.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image, there are large areas of white pixels. Instead of storing every pixel with the same binary pattern, we could store the binary for </a:t>
            </a:r>
            <a:r>
              <a:rPr lang="en-GB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white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followed by the number of contiguous white pixels in a row.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435AC-DAFA-4733-87E7-557E6C07A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7246" y="427321"/>
            <a:ext cx="7527003" cy="643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92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insect on a white background&#10;&#10;Description automatically generated">
            <a:extLst>
              <a:ext uri="{FF2B5EF4-FFF2-40B4-BE49-F238E27FC236}">
                <a16:creationId xmlns:a16="http://schemas.microsoft.com/office/drawing/2014/main" id="{BF9A251B-BA8F-4EFE-A533-8373C746345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911806">
            <a:off x="5070824" y="1658253"/>
            <a:ext cx="7253735" cy="5621840"/>
          </a:xfrm>
          <a:prstGeom prst="rect">
            <a:avLst/>
          </a:prstGeom>
        </p:spPr>
      </p:pic>
      <p:pic>
        <p:nvPicPr>
          <p:cNvPr id="6" name="Picture 5" descr="A picture containing umbrella, drawing&#10;&#10;Description automatically generated">
            <a:extLst>
              <a:ext uri="{FF2B5EF4-FFF2-40B4-BE49-F238E27FC236}">
                <a16:creationId xmlns:a16="http://schemas.microsoft.com/office/drawing/2014/main" id="{B96330A6-AD34-47FC-A815-4E5FC63CEAC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668677">
            <a:off x="141666" y="481617"/>
            <a:ext cx="7351376" cy="39666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7D005CA-5BDB-4697-BD88-CC548620E53A}"/>
              </a:ext>
            </a:extLst>
          </p:cNvPr>
          <p:cNvSpPr/>
          <p:nvPr/>
        </p:nvSpPr>
        <p:spPr>
          <a:xfrm>
            <a:off x="709033" y="4695986"/>
            <a:ext cx="4220018" cy="83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well with images that have large areas of contiguous colour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31A391-1E01-49F8-80A9-1BA26ACF28D3}"/>
              </a:ext>
            </a:extLst>
          </p:cNvPr>
          <p:cNvSpPr/>
          <p:nvPr/>
        </p:nvSpPr>
        <p:spPr>
          <a:xfrm>
            <a:off x="8050702" y="1571077"/>
            <a:ext cx="3388007" cy="83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 not work well with full colour photographs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B4FE96-D448-F14D-DD25-AC649D3EE475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compression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26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5D70B5-8240-4840-A8FB-86CB3DB08F88}"/>
              </a:ext>
            </a:extLst>
          </p:cNvPr>
          <p:cNvSpPr/>
          <p:nvPr/>
        </p:nvSpPr>
        <p:spPr>
          <a:xfrm>
            <a:off x="176565" y="523174"/>
            <a:ext cx="3695639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Suitability of lossy and lossless compression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8989A08A-9F1F-4E70-AE8C-EBBD7B71EC0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5037" y="3601616"/>
            <a:ext cx="7356964" cy="32563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27F97DC-086F-4781-8933-122CF174BD63}"/>
              </a:ext>
            </a:extLst>
          </p:cNvPr>
          <p:cNvSpPr/>
          <p:nvPr/>
        </p:nvSpPr>
        <p:spPr>
          <a:xfrm>
            <a:off x="176565" y="1594676"/>
            <a:ext cx="4243035" cy="2917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types of files are not suitable for </a:t>
            </a: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compression.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 documents and executable code </a:t>
            </a: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must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 compressed in their entirety to avoid losing essential data.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these file types, we must use </a:t>
            </a: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compression so we can revert the file back to its original state.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7CF98A-E60A-4FB9-B5D3-29B8873E6C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7210" y="417293"/>
            <a:ext cx="7356963" cy="31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3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6" y="1878405"/>
            <a:ext cx="1167894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Compression is used to reduce the size of a file so it requires less: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Bandwidth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Storage space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Transmission time</a:t>
            </a:r>
          </a:p>
          <a:p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Lossy compression: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data is lost and cannot be recovered.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Greatly reduces file size.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Reduces the quality of images/sound.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for images, sound and video.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Cannot be used with text or executable files.</a:t>
            </a:r>
          </a:p>
          <a:p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Lossless compression: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data is lost, just encoded differently.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Files are recovered to their original state.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be used with all types of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Less effective at reducing file size.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 suitable for text documents and executable files.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EDABF3-7066-F84B-934D-D0517F971E82}"/>
              </a:ext>
            </a:extLst>
          </p:cNvPr>
          <p:cNvSpPr/>
          <p:nvPr/>
        </p:nvSpPr>
        <p:spPr>
          <a:xfrm>
            <a:off x="1526395" y="523174"/>
            <a:ext cx="369563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we use compression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make_notes">
            <a:extLst>
              <a:ext uri="{FF2B5EF4-FFF2-40B4-BE49-F238E27FC236}">
                <a16:creationId xmlns:a16="http://schemas.microsoft.com/office/drawing/2014/main" id="{78AA5A6E-5C27-763D-5C81-0903125EA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230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459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75</cp:revision>
  <dcterms:created xsi:type="dcterms:W3CDTF">2019-10-14T15:21:06Z</dcterms:created>
  <dcterms:modified xsi:type="dcterms:W3CDTF">2022-05-12T13:25:06Z</dcterms:modified>
</cp:coreProperties>
</file>