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75" r:id="rId3"/>
    <p:sldId id="277" r:id="rId4"/>
    <p:sldId id="278" r:id="rId5"/>
    <p:sldId id="276" r:id="rId6"/>
    <p:sldId id="279" r:id="rId7"/>
    <p:sldId id="280" r:id="rId8"/>
    <p:sldId id="259" r:id="rId9"/>
    <p:sldId id="268" r:id="rId10"/>
    <p:sldId id="269" r:id="rId11"/>
    <p:sldId id="270" r:id="rId12"/>
    <p:sldId id="274" r:id="rId13"/>
    <p:sldId id="2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0000"/>
    <a:srgbClr val="4472C4"/>
    <a:srgbClr val="C00000"/>
    <a:srgbClr val="DE0000"/>
    <a:srgbClr val="DC0000"/>
    <a:srgbClr val="DA0000"/>
    <a:srgbClr val="D80000"/>
    <a:srgbClr val="D60000"/>
    <a:srgbClr val="D40000"/>
    <a:srgbClr val="D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9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C3FD22-3318-46FB-B5F2-8CBAA7D13109}" type="doc">
      <dgm:prSet loTypeId="urn:microsoft.com/office/officeart/2005/8/layout/lProcess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1772518D-211E-4C95-B0B0-4FEAF37D41B1}">
      <dgm:prSet phldrT="[Text]"/>
      <dgm:spPr/>
      <dgm:t>
        <a:bodyPr/>
        <a:lstStyle/>
        <a:p>
          <a:r>
            <a:rPr lang="en-GB" dirty="0"/>
            <a:t>Lossy compression</a:t>
          </a:r>
        </a:p>
      </dgm:t>
    </dgm:pt>
    <dgm:pt modelId="{61DA2CC2-6B1A-47C2-A636-0236B1803AE1}" type="parTrans" cxnId="{D9D8CE95-3A5E-4D89-80B8-ECE509F956B8}">
      <dgm:prSet/>
      <dgm:spPr/>
      <dgm:t>
        <a:bodyPr/>
        <a:lstStyle/>
        <a:p>
          <a:endParaRPr lang="en-GB"/>
        </a:p>
      </dgm:t>
    </dgm:pt>
    <dgm:pt modelId="{5470B5E2-B5E6-4E2E-8B09-D7260D9B7C4B}" type="sibTrans" cxnId="{D9D8CE95-3A5E-4D89-80B8-ECE509F956B8}">
      <dgm:prSet/>
      <dgm:spPr/>
      <dgm:t>
        <a:bodyPr/>
        <a:lstStyle/>
        <a:p>
          <a:endParaRPr lang="en-GB"/>
        </a:p>
      </dgm:t>
    </dgm:pt>
    <dgm:pt modelId="{F44488D0-672C-41AA-865A-5B70174A2477}">
      <dgm:prSet phldrT="[Text]"/>
      <dgm:spPr/>
      <dgm:t>
        <a:bodyPr/>
        <a:lstStyle/>
        <a:p>
          <a:r>
            <a:rPr lang="en-GB" dirty="0"/>
            <a:t>Compression algorithm eliminates unnecessary data from the file</a:t>
          </a:r>
        </a:p>
      </dgm:t>
    </dgm:pt>
    <dgm:pt modelId="{B991735E-6F80-44C2-8299-3AEE1EC4887B}" type="parTrans" cxnId="{5EBD7156-3BA3-4E32-84EE-AA92274AA86D}">
      <dgm:prSet/>
      <dgm:spPr/>
      <dgm:t>
        <a:bodyPr/>
        <a:lstStyle/>
        <a:p>
          <a:endParaRPr lang="en-GB"/>
        </a:p>
      </dgm:t>
    </dgm:pt>
    <dgm:pt modelId="{DB75BF8A-28A2-4AAE-B73A-3E6D2B11D0D3}" type="sibTrans" cxnId="{5EBD7156-3BA3-4E32-84EE-AA92274AA86D}">
      <dgm:prSet/>
      <dgm:spPr/>
      <dgm:t>
        <a:bodyPr/>
        <a:lstStyle/>
        <a:p>
          <a:endParaRPr lang="en-GB"/>
        </a:p>
      </dgm:t>
    </dgm:pt>
    <dgm:pt modelId="{2739ED68-CA99-4C33-A9E0-24839B9599EE}">
      <dgm:prSet phldrT="[Text]"/>
      <dgm:spPr/>
      <dgm:t>
        <a:bodyPr/>
        <a:lstStyle/>
        <a:p>
          <a:r>
            <a:rPr lang="en-GB" dirty="0"/>
            <a:t>The original file cannot be reconstructed once it has been compressed</a:t>
          </a:r>
        </a:p>
      </dgm:t>
    </dgm:pt>
    <dgm:pt modelId="{15BEF212-2512-45CA-8556-E0E70D3E90FC}" type="parTrans" cxnId="{960B2C6A-2DD9-48DC-9AD8-15578D038FA1}">
      <dgm:prSet/>
      <dgm:spPr/>
      <dgm:t>
        <a:bodyPr/>
        <a:lstStyle/>
        <a:p>
          <a:endParaRPr lang="en-GB"/>
        </a:p>
      </dgm:t>
    </dgm:pt>
    <dgm:pt modelId="{8A5F2A92-1937-4E95-9E7E-A6CAC1F54698}" type="sibTrans" cxnId="{960B2C6A-2DD9-48DC-9AD8-15578D038FA1}">
      <dgm:prSet/>
      <dgm:spPr/>
      <dgm:t>
        <a:bodyPr/>
        <a:lstStyle/>
        <a:p>
          <a:endParaRPr lang="en-GB"/>
        </a:p>
      </dgm:t>
    </dgm:pt>
    <dgm:pt modelId="{B5F392FE-00A4-4EBC-A275-ABD01D2F6917}">
      <dgm:prSet phldrT="[Text]"/>
      <dgm:spPr/>
      <dgm:t>
        <a:bodyPr/>
        <a:lstStyle/>
        <a:p>
          <a:r>
            <a:rPr lang="en-GB" dirty="0"/>
            <a:t>Lossless compression</a:t>
          </a:r>
        </a:p>
      </dgm:t>
    </dgm:pt>
    <dgm:pt modelId="{0B755E0B-0A68-44B9-842E-ED0617671BE2}" type="parTrans" cxnId="{EADBE7B1-6707-4485-8B4B-4661DBFCFE1F}">
      <dgm:prSet/>
      <dgm:spPr/>
      <dgm:t>
        <a:bodyPr/>
        <a:lstStyle/>
        <a:p>
          <a:endParaRPr lang="en-GB"/>
        </a:p>
      </dgm:t>
    </dgm:pt>
    <dgm:pt modelId="{328080F5-20E9-46CB-ABB4-BBDC068F108A}" type="sibTrans" cxnId="{EADBE7B1-6707-4485-8B4B-4661DBFCFE1F}">
      <dgm:prSet/>
      <dgm:spPr/>
      <dgm:t>
        <a:bodyPr/>
        <a:lstStyle/>
        <a:p>
          <a:endParaRPr lang="en-GB"/>
        </a:p>
      </dgm:t>
    </dgm:pt>
    <dgm:pt modelId="{EEBB8E42-8E4B-4FC2-8771-F4980563AEB3}">
      <dgm:prSet phldrT="[Text]"/>
      <dgm:spPr/>
      <dgm:t>
        <a:bodyPr/>
        <a:lstStyle/>
        <a:p>
          <a:r>
            <a:rPr lang="en-GB" dirty="0"/>
            <a:t>All the data from the original uncompressed file can be reconstructed</a:t>
          </a:r>
        </a:p>
      </dgm:t>
    </dgm:pt>
    <dgm:pt modelId="{88F95BBC-B152-412D-BE5B-29E5497DF250}" type="parTrans" cxnId="{75590BBD-EE36-4FBC-BDBD-66563509FD6D}">
      <dgm:prSet/>
      <dgm:spPr/>
      <dgm:t>
        <a:bodyPr/>
        <a:lstStyle/>
        <a:p>
          <a:endParaRPr lang="en-GB"/>
        </a:p>
      </dgm:t>
    </dgm:pt>
    <dgm:pt modelId="{912C6DF2-2EFB-406A-804B-9742724EB4A6}" type="sibTrans" cxnId="{75590BBD-EE36-4FBC-BDBD-66563509FD6D}">
      <dgm:prSet/>
      <dgm:spPr/>
      <dgm:t>
        <a:bodyPr/>
        <a:lstStyle/>
        <a:p>
          <a:endParaRPr lang="en-GB"/>
        </a:p>
      </dgm:t>
    </dgm:pt>
    <dgm:pt modelId="{418A169D-9473-4C46-BF98-FF7B5B88F817}">
      <dgm:prSet phldrT="[Text]"/>
      <dgm:spPr/>
      <dgm:t>
        <a:bodyPr/>
        <a:lstStyle/>
        <a:p>
          <a:r>
            <a:rPr lang="en-GB" dirty="0"/>
            <a:t>Important for files where any loss of data would be an issue</a:t>
          </a:r>
        </a:p>
      </dgm:t>
    </dgm:pt>
    <dgm:pt modelId="{26AE2ACD-24B0-43B1-A216-EDEAC405ACC3}" type="parTrans" cxnId="{23D57F2A-0A18-466E-A8F1-AF1D8A721D8D}">
      <dgm:prSet/>
      <dgm:spPr/>
      <dgm:t>
        <a:bodyPr/>
        <a:lstStyle/>
        <a:p>
          <a:endParaRPr lang="en-GB"/>
        </a:p>
      </dgm:t>
    </dgm:pt>
    <dgm:pt modelId="{5C5D5205-8D0B-4126-99D7-A1173BC6F18A}" type="sibTrans" cxnId="{23D57F2A-0A18-466E-A8F1-AF1D8A721D8D}">
      <dgm:prSet/>
      <dgm:spPr/>
      <dgm:t>
        <a:bodyPr/>
        <a:lstStyle/>
        <a:p>
          <a:endParaRPr lang="en-GB"/>
        </a:p>
      </dgm:t>
    </dgm:pt>
    <dgm:pt modelId="{EAC4A879-5B7B-4DEC-B84A-85850112E01E}">
      <dgm:prSet phldrT="[Text]"/>
      <dgm:spPr/>
      <dgm:t>
        <a:bodyPr/>
        <a:lstStyle/>
        <a:p>
          <a:r>
            <a:rPr lang="en-GB" dirty="0"/>
            <a:t>Run-length encoding (RLE) Huffman coding </a:t>
          </a:r>
        </a:p>
      </dgm:t>
    </dgm:pt>
    <dgm:pt modelId="{DD6BC542-0EAB-432D-A8C2-F7345D49C9F5}" type="parTrans" cxnId="{7E6F4CA0-98C0-4A3D-A8E9-ECF088CCE0F2}">
      <dgm:prSet/>
      <dgm:spPr/>
      <dgm:t>
        <a:bodyPr/>
        <a:lstStyle/>
        <a:p>
          <a:endParaRPr lang="en-GB"/>
        </a:p>
      </dgm:t>
    </dgm:pt>
    <dgm:pt modelId="{FA835FFF-92DF-4B19-9EB8-E69E8594A0C0}" type="sibTrans" cxnId="{7E6F4CA0-98C0-4A3D-A8E9-ECF088CCE0F2}">
      <dgm:prSet/>
      <dgm:spPr/>
      <dgm:t>
        <a:bodyPr/>
        <a:lstStyle/>
        <a:p>
          <a:endParaRPr lang="en-GB"/>
        </a:p>
      </dgm:t>
    </dgm:pt>
    <dgm:pt modelId="{DD9D01B7-3E16-400D-99F0-CE9E7967F89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Information discarding</a:t>
          </a:r>
        </a:p>
        <a:p>
          <a:pPr>
            <a:buFont typeface="Arial" panose="020B0604020202020204" pitchFamily="34" charset="0"/>
            <a:buChar char="•"/>
          </a:pPr>
          <a:r>
            <a:rPr lang="en-GB" dirty="0"/>
            <a:t>Perceptual music shaping</a:t>
          </a:r>
        </a:p>
      </dgm:t>
    </dgm:pt>
    <dgm:pt modelId="{78389566-220B-43F3-970B-FEE62294891E}" type="parTrans" cxnId="{E4D3160C-CDD9-48FC-B6A3-0029DF46AE53}">
      <dgm:prSet/>
      <dgm:spPr/>
      <dgm:t>
        <a:bodyPr/>
        <a:lstStyle/>
        <a:p>
          <a:endParaRPr lang="en-GB"/>
        </a:p>
      </dgm:t>
    </dgm:pt>
    <dgm:pt modelId="{A73117E9-CE54-4464-B9DD-D6392150335D}" type="sibTrans" cxnId="{E4D3160C-CDD9-48FC-B6A3-0029DF46AE53}">
      <dgm:prSet/>
      <dgm:spPr/>
      <dgm:t>
        <a:bodyPr/>
        <a:lstStyle/>
        <a:p>
          <a:endParaRPr lang="en-GB"/>
        </a:p>
      </dgm:t>
    </dgm:pt>
    <dgm:pt modelId="{1286BBA1-5FC1-4B8B-A4EB-BCE1217622F5}">
      <dgm:prSet phldrT="[Text]"/>
      <dgm:spPr/>
      <dgm:t>
        <a:bodyPr/>
        <a:lstStyle/>
        <a:p>
          <a:r>
            <a:rPr lang="en-GB" dirty="0"/>
            <a:t>JPEG, MP3, MP4, WMV, MPG</a:t>
          </a:r>
        </a:p>
      </dgm:t>
    </dgm:pt>
    <dgm:pt modelId="{206B047E-A5FA-43D1-B75A-2959612E9D25}" type="parTrans" cxnId="{4AC70D80-1977-44E1-BFAA-690BFFB9EA36}">
      <dgm:prSet/>
      <dgm:spPr/>
      <dgm:t>
        <a:bodyPr/>
        <a:lstStyle/>
        <a:p>
          <a:endParaRPr lang="en-GB"/>
        </a:p>
      </dgm:t>
    </dgm:pt>
    <dgm:pt modelId="{995BC238-1390-4CCC-A0F3-B894EFDDC3A4}" type="sibTrans" cxnId="{4AC70D80-1977-44E1-BFAA-690BFFB9EA36}">
      <dgm:prSet/>
      <dgm:spPr/>
      <dgm:t>
        <a:bodyPr/>
        <a:lstStyle/>
        <a:p>
          <a:endParaRPr lang="en-GB"/>
        </a:p>
      </dgm:t>
    </dgm:pt>
    <dgm:pt modelId="{11FE251D-728E-47C5-B31A-1E61D0421F5B}">
      <dgm:prSet phldrT="[Text]"/>
      <dgm:spPr/>
      <dgm:t>
        <a:bodyPr/>
        <a:lstStyle/>
        <a:p>
          <a:r>
            <a:rPr lang="en-GB" dirty="0"/>
            <a:t>TIF, PDF, GIF, PNG, ZIP</a:t>
          </a:r>
        </a:p>
      </dgm:t>
    </dgm:pt>
    <dgm:pt modelId="{9E70359A-2EC6-4FB0-961D-6215B5FE4B8F}" type="parTrans" cxnId="{4AD0677F-9CA0-4119-94D0-4A491713E066}">
      <dgm:prSet/>
      <dgm:spPr/>
      <dgm:t>
        <a:bodyPr/>
        <a:lstStyle/>
        <a:p>
          <a:endParaRPr lang="en-GB"/>
        </a:p>
      </dgm:t>
    </dgm:pt>
    <dgm:pt modelId="{02DA183A-1EAC-4072-8F14-D21F2C582BE9}" type="sibTrans" cxnId="{4AD0677F-9CA0-4119-94D0-4A491713E066}">
      <dgm:prSet/>
      <dgm:spPr/>
      <dgm:t>
        <a:bodyPr/>
        <a:lstStyle/>
        <a:p>
          <a:endParaRPr lang="en-GB"/>
        </a:p>
      </dgm:t>
    </dgm:pt>
    <dgm:pt modelId="{64F299FA-A3EF-4F04-BB65-AC050A1563E1}" type="pres">
      <dgm:prSet presAssocID="{B3C3FD22-3318-46FB-B5F2-8CBAA7D13109}" presName="theList" presStyleCnt="0">
        <dgm:presLayoutVars>
          <dgm:dir/>
          <dgm:animLvl val="lvl"/>
          <dgm:resizeHandles val="exact"/>
        </dgm:presLayoutVars>
      </dgm:prSet>
      <dgm:spPr/>
    </dgm:pt>
    <dgm:pt modelId="{250B8AAF-7115-48A6-8995-A5738E08056C}" type="pres">
      <dgm:prSet presAssocID="{1772518D-211E-4C95-B0B0-4FEAF37D41B1}" presName="compNode" presStyleCnt="0"/>
      <dgm:spPr/>
    </dgm:pt>
    <dgm:pt modelId="{50469752-163E-426A-B4FC-A65EC8A3B714}" type="pres">
      <dgm:prSet presAssocID="{1772518D-211E-4C95-B0B0-4FEAF37D41B1}" presName="aNode" presStyleLbl="bgShp" presStyleIdx="0" presStyleCnt="2"/>
      <dgm:spPr/>
    </dgm:pt>
    <dgm:pt modelId="{41A01F90-84E4-4010-93A6-D7F41115C8E6}" type="pres">
      <dgm:prSet presAssocID="{1772518D-211E-4C95-B0B0-4FEAF37D41B1}" presName="textNode" presStyleLbl="bgShp" presStyleIdx="0" presStyleCnt="2"/>
      <dgm:spPr/>
    </dgm:pt>
    <dgm:pt modelId="{A53444F7-6F72-41B4-84AE-2756E6803B7F}" type="pres">
      <dgm:prSet presAssocID="{1772518D-211E-4C95-B0B0-4FEAF37D41B1}" presName="compChildNode" presStyleCnt="0"/>
      <dgm:spPr/>
    </dgm:pt>
    <dgm:pt modelId="{2042BF4C-E5F5-428F-9FCE-663C038FB812}" type="pres">
      <dgm:prSet presAssocID="{1772518D-211E-4C95-B0B0-4FEAF37D41B1}" presName="theInnerList" presStyleCnt="0"/>
      <dgm:spPr/>
    </dgm:pt>
    <dgm:pt modelId="{4004EA75-9E9D-4A58-90FC-CEC13E5C8B89}" type="pres">
      <dgm:prSet presAssocID="{F44488D0-672C-41AA-865A-5B70174A2477}" presName="childNode" presStyleLbl="node1" presStyleIdx="0" presStyleCnt="8">
        <dgm:presLayoutVars>
          <dgm:bulletEnabled val="1"/>
        </dgm:presLayoutVars>
      </dgm:prSet>
      <dgm:spPr/>
    </dgm:pt>
    <dgm:pt modelId="{E1C21C37-9945-469D-8C23-11CC8A239139}" type="pres">
      <dgm:prSet presAssocID="{F44488D0-672C-41AA-865A-5B70174A2477}" presName="aSpace2" presStyleCnt="0"/>
      <dgm:spPr/>
    </dgm:pt>
    <dgm:pt modelId="{04090819-4B45-4581-9493-035031BFFB41}" type="pres">
      <dgm:prSet presAssocID="{2739ED68-CA99-4C33-A9E0-24839B9599EE}" presName="childNode" presStyleLbl="node1" presStyleIdx="1" presStyleCnt="8">
        <dgm:presLayoutVars>
          <dgm:bulletEnabled val="1"/>
        </dgm:presLayoutVars>
      </dgm:prSet>
      <dgm:spPr/>
    </dgm:pt>
    <dgm:pt modelId="{328EDDF5-8DC8-474A-9857-CDF47B581375}" type="pres">
      <dgm:prSet presAssocID="{2739ED68-CA99-4C33-A9E0-24839B9599EE}" presName="aSpace2" presStyleCnt="0"/>
      <dgm:spPr/>
    </dgm:pt>
    <dgm:pt modelId="{8C460633-AF10-4305-9768-524BC8D03D90}" type="pres">
      <dgm:prSet presAssocID="{DD9D01B7-3E16-400D-99F0-CE9E7967F897}" presName="childNode" presStyleLbl="node1" presStyleIdx="2" presStyleCnt="8">
        <dgm:presLayoutVars>
          <dgm:bulletEnabled val="1"/>
        </dgm:presLayoutVars>
      </dgm:prSet>
      <dgm:spPr/>
    </dgm:pt>
    <dgm:pt modelId="{A1DF18CA-518D-4ACB-B7EA-0241A899A118}" type="pres">
      <dgm:prSet presAssocID="{DD9D01B7-3E16-400D-99F0-CE9E7967F897}" presName="aSpace2" presStyleCnt="0"/>
      <dgm:spPr/>
    </dgm:pt>
    <dgm:pt modelId="{0444D3AD-9D92-48EA-BF2B-7CCCF7EABE30}" type="pres">
      <dgm:prSet presAssocID="{1286BBA1-5FC1-4B8B-A4EB-BCE1217622F5}" presName="childNode" presStyleLbl="node1" presStyleIdx="3" presStyleCnt="8">
        <dgm:presLayoutVars>
          <dgm:bulletEnabled val="1"/>
        </dgm:presLayoutVars>
      </dgm:prSet>
      <dgm:spPr/>
    </dgm:pt>
    <dgm:pt modelId="{4C9DAF01-16BC-49DF-A0C6-92C166E45A07}" type="pres">
      <dgm:prSet presAssocID="{1772518D-211E-4C95-B0B0-4FEAF37D41B1}" presName="aSpace" presStyleCnt="0"/>
      <dgm:spPr/>
    </dgm:pt>
    <dgm:pt modelId="{CA65A698-8B5E-46A3-8472-A0938F413398}" type="pres">
      <dgm:prSet presAssocID="{B5F392FE-00A4-4EBC-A275-ABD01D2F6917}" presName="compNode" presStyleCnt="0"/>
      <dgm:spPr/>
    </dgm:pt>
    <dgm:pt modelId="{BC116CCC-80BA-4EA1-AC6E-21FF24BACE9F}" type="pres">
      <dgm:prSet presAssocID="{B5F392FE-00A4-4EBC-A275-ABD01D2F6917}" presName="aNode" presStyleLbl="bgShp" presStyleIdx="1" presStyleCnt="2"/>
      <dgm:spPr/>
    </dgm:pt>
    <dgm:pt modelId="{AEBF69EC-EABF-405D-A053-534B5DB6F44F}" type="pres">
      <dgm:prSet presAssocID="{B5F392FE-00A4-4EBC-A275-ABD01D2F6917}" presName="textNode" presStyleLbl="bgShp" presStyleIdx="1" presStyleCnt="2"/>
      <dgm:spPr/>
    </dgm:pt>
    <dgm:pt modelId="{F03E6DB2-B157-490F-B463-AC34C6A1EBE6}" type="pres">
      <dgm:prSet presAssocID="{B5F392FE-00A4-4EBC-A275-ABD01D2F6917}" presName="compChildNode" presStyleCnt="0"/>
      <dgm:spPr/>
    </dgm:pt>
    <dgm:pt modelId="{ECAFDD05-A4F1-4A24-9D91-C17AF9CD5E6A}" type="pres">
      <dgm:prSet presAssocID="{B5F392FE-00A4-4EBC-A275-ABD01D2F6917}" presName="theInnerList" presStyleCnt="0"/>
      <dgm:spPr/>
    </dgm:pt>
    <dgm:pt modelId="{DA0DA138-DC86-4CC3-90C9-3B94CA617504}" type="pres">
      <dgm:prSet presAssocID="{EEBB8E42-8E4B-4FC2-8771-F4980563AEB3}" presName="childNode" presStyleLbl="node1" presStyleIdx="4" presStyleCnt="8">
        <dgm:presLayoutVars>
          <dgm:bulletEnabled val="1"/>
        </dgm:presLayoutVars>
      </dgm:prSet>
      <dgm:spPr/>
    </dgm:pt>
    <dgm:pt modelId="{7CF8D566-D588-4EC7-98DC-109CF1D9D4D0}" type="pres">
      <dgm:prSet presAssocID="{EEBB8E42-8E4B-4FC2-8771-F4980563AEB3}" presName="aSpace2" presStyleCnt="0"/>
      <dgm:spPr/>
    </dgm:pt>
    <dgm:pt modelId="{82F0431E-052A-4ED8-AA29-0CD2250ACA89}" type="pres">
      <dgm:prSet presAssocID="{418A169D-9473-4C46-BF98-FF7B5B88F817}" presName="childNode" presStyleLbl="node1" presStyleIdx="5" presStyleCnt="8">
        <dgm:presLayoutVars>
          <dgm:bulletEnabled val="1"/>
        </dgm:presLayoutVars>
      </dgm:prSet>
      <dgm:spPr/>
    </dgm:pt>
    <dgm:pt modelId="{D16F93B8-E27F-4A65-9AE5-4E6E7DE9F9D3}" type="pres">
      <dgm:prSet presAssocID="{418A169D-9473-4C46-BF98-FF7B5B88F817}" presName="aSpace2" presStyleCnt="0"/>
      <dgm:spPr/>
    </dgm:pt>
    <dgm:pt modelId="{F78E509F-4310-4A91-8C2F-130B47BA67C4}" type="pres">
      <dgm:prSet presAssocID="{EAC4A879-5B7B-4DEC-B84A-85850112E01E}" presName="childNode" presStyleLbl="node1" presStyleIdx="6" presStyleCnt="8">
        <dgm:presLayoutVars>
          <dgm:bulletEnabled val="1"/>
        </dgm:presLayoutVars>
      </dgm:prSet>
      <dgm:spPr/>
    </dgm:pt>
    <dgm:pt modelId="{DA8B26E8-2174-4161-8CEA-BCDEB16847A4}" type="pres">
      <dgm:prSet presAssocID="{EAC4A879-5B7B-4DEC-B84A-85850112E01E}" presName="aSpace2" presStyleCnt="0"/>
      <dgm:spPr/>
    </dgm:pt>
    <dgm:pt modelId="{835FCEC9-87A4-4ECF-983A-DB1B3E5A0ACF}" type="pres">
      <dgm:prSet presAssocID="{11FE251D-728E-47C5-B31A-1E61D0421F5B}" presName="childNode" presStyleLbl="node1" presStyleIdx="7" presStyleCnt="8">
        <dgm:presLayoutVars>
          <dgm:bulletEnabled val="1"/>
        </dgm:presLayoutVars>
      </dgm:prSet>
      <dgm:spPr/>
    </dgm:pt>
  </dgm:ptLst>
  <dgm:cxnLst>
    <dgm:cxn modelId="{E4D3160C-CDD9-48FC-B6A3-0029DF46AE53}" srcId="{1772518D-211E-4C95-B0B0-4FEAF37D41B1}" destId="{DD9D01B7-3E16-400D-99F0-CE9E7967F897}" srcOrd="2" destOrd="0" parTransId="{78389566-220B-43F3-970B-FEE62294891E}" sibTransId="{A73117E9-CE54-4464-B9DD-D6392150335D}"/>
    <dgm:cxn modelId="{EA552D12-9082-45B1-9E54-A885DE02C3F1}" type="presOf" srcId="{1286BBA1-5FC1-4B8B-A4EB-BCE1217622F5}" destId="{0444D3AD-9D92-48EA-BF2B-7CCCF7EABE30}" srcOrd="0" destOrd="0" presId="urn:microsoft.com/office/officeart/2005/8/layout/lProcess2"/>
    <dgm:cxn modelId="{05DC281C-704E-45C9-9F4D-7C3416A60DCF}" type="presOf" srcId="{2739ED68-CA99-4C33-A9E0-24839B9599EE}" destId="{04090819-4B45-4581-9493-035031BFFB41}" srcOrd="0" destOrd="0" presId="urn:microsoft.com/office/officeart/2005/8/layout/lProcess2"/>
    <dgm:cxn modelId="{23D57F2A-0A18-466E-A8F1-AF1D8A721D8D}" srcId="{B5F392FE-00A4-4EBC-A275-ABD01D2F6917}" destId="{418A169D-9473-4C46-BF98-FF7B5B88F817}" srcOrd="1" destOrd="0" parTransId="{26AE2ACD-24B0-43B1-A216-EDEAC405ACC3}" sibTransId="{5C5D5205-8D0B-4126-99D7-A1173BC6F18A}"/>
    <dgm:cxn modelId="{C238BB2E-027A-42CD-B33D-E7411DA26B78}" type="presOf" srcId="{B5F392FE-00A4-4EBC-A275-ABD01D2F6917}" destId="{AEBF69EC-EABF-405D-A053-534B5DB6F44F}" srcOrd="1" destOrd="0" presId="urn:microsoft.com/office/officeart/2005/8/layout/lProcess2"/>
    <dgm:cxn modelId="{41963545-AA18-40C0-BD6A-E23BEED6F5D6}" type="presOf" srcId="{EAC4A879-5B7B-4DEC-B84A-85850112E01E}" destId="{F78E509F-4310-4A91-8C2F-130B47BA67C4}" srcOrd="0" destOrd="0" presId="urn:microsoft.com/office/officeart/2005/8/layout/lProcess2"/>
    <dgm:cxn modelId="{960B2C6A-2DD9-48DC-9AD8-15578D038FA1}" srcId="{1772518D-211E-4C95-B0B0-4FEAF37D41B1}" destId="{2739ED68-CA99-4C33-A9E0-24839B9599EE}" srcOrd="1" destOrd="0" parTransId="{15BEF212-2512-45CA-8556-E0E70D3E90FC}" sibTransId="{8A5F2A92-1937-4E95-9E7E-A6CAC1F54698}"/>
    <dgm:cxn modelId="{99485E4B-0359-480A-8BB3-220EC81E323D}" type="presOf" srcId="{B3C3FD22-3318-46FB-B5F2-8CBAA7D13109}" destId="{64F299FA-A3EF-4F04-BB65-AC050A1563E1}" srcOrd="0" destOrd="0" presId="urn:microsoft.com/office/officeart/2005/8/layout/lProcess2"/>
    <dgm:cxn modelId="{5EBD7156-3BA3-4E32-84EE-AA92274AA86D}" srcId="{1772518D-211E-4C95-B0B0-4FEAF37D41B1}" destId="{F44488D0-672C-41AA-865A-5B70174A2477}" srcOrd="0" destOrd="0" parTransId="{B991735E-6F80-44C2-8299-3AEE1EC4887B}" sibTransId="{DB75BF8A-28A2-4AAE-B73A-3E6D2B11D0D3}"/>
    <dgm:cxn modelId="{3A7A2C59-2FA7-4367-94F1-479E01DF060E}" type="presOf" srcId="{11FE251D-728E-47C5-B31A-1E61D0421F5B}" destId="{835FCEC9-87A4-4ECF-983A-DB1B3E5A0ACF}" srcOrd="0" destOrd="0" presId="urn:microsoft.com/office/officeart/2005/8/layout/lProcess2"/>
    <dgm:cxn modelId="{A3DCB059-A6BE-4316-AFA5-173221831123}" type="presOf" srcId="{B5F392FE-00A4-4EBC-A275-ABD01D2F6917}" destId="{BC116CCC-80BA-4EA1-AC6E-21FF24BACE9F}" srcOrd="0" destOrd="0" presId="urn:microsoft.com/office/officeart/2005/8/layout/lProcess2"/>
    <dgm:cxn modelId="{4AD0677F-9CA0-4119-94D0-4A491713E066}" srcId="{B5F392FE-00A4-4EBC-A275-ABD01D2F6917}" destId="{11FE251D-728E-47C5-B31A-1E61D0421F5B}" srcOrd="3" destOrd="0" parTransId="{9E70359A-2EC6-4FB0-961D-6215B5FE4B8F}" sibTransId="{02DA183A-1EAC-4072-8F14-D21F2C582BE9}"/>
    <dgm:cxn modelId="{C73D9D7F-E941-4AD7-A423-CB2A7CF63A45}" type="presOf" srcId="{DD9D01B7-3E16-400D-99F0-CE9E7967F897}" destId="{8C460633-AF10-4305-9768-524BC8D03D90}" srcOrd="0" destOrd="0" presId="urn:microsoft.com/office/officeart/2005/8/layout/lProcess2"/>
    <dgm:cxn modelId="{4AC70D80-1977-44E1-BFAA-690BFFB9EA36}" srcId="{1772518D-211E-4C95-B0B0-4FEAF37D41B1}" destId="{1286BBA1-5FC1-4B8B-A4EB-BCE1217622F5}" srcOrd="3" destOrd="0" parTransId="{206B047E-A5FA-43D1-B75A-2959612E9D25}" sibTransId="{995BC238-1390-4CCC-A0F3-B894EFDDC3A4}"/>
    <dgm:cxn modelId="{35595680-15EC-4E11-A17D-EE2EBEA95054}" type="presOf" srcId="{1772518D-211E-4C95-B0B0-4FEAF37D41B1}" destId="{50469752-163E-426A-B4FC-A65EC8A3B714}" srcOrd="0" destOrd="0" presId="urn:microsoft.com/office/officeart/2005/8/layout/lProcess2"/>
    <dgm:cxn modelId="{F0E31691-9BC3-451D-8B29-74AEDA79658C}" type="presOf" srcId="{1772518D-211E-4C95-B0B0-4FEAF37D41B1}" destId="{41A01F90-84E4-4010-93A6-D7F41115C8E6}" srcOrd="1" destOrd="0" presId="urn:microsoft.com/office/officeart/2005/8/layout/lProcess2"/>
    <dgm:cxn modelId="{D9D8CE95-3A5E-4D89-80B8-ECE509F956B8}" srcId="{B3C3FD22-3318-46FB-B5F2-8CBAA7D13109}" destId="{1772518D-211E-4C95-B0B0-4FEAF37D41B1}" srcOrd="0" destOrd="0" parTransId="{61DA2CC2-6B1A-47C2-A636-0236B1803AE1}" sibTransId="{5470B5E2-B5E6-4E2E-8B09-D7260D9B7C4B}"/>
    <dgm:cxn modelId="{1D710C9A-205E-4708-A216-181C3FA8215D}" type="presOf" srcId="{418A169D-9473-4C46-BF98-FF7B5B88F817}" destId="{82F0431E-052A-4ED8-AA29-0CD2250ACA89}" srcOrd="0" destOrd="0" presId="urn:microsoft.com/office/officeart/2005/8/layout/lProcess2"/>
    <dgm:cxn modelId="{7E6F4CA0-98C0-4A3D-A8E9-ECF088CCE0F2}" srcId="{B5F392FE-00A4-4EBC-A275-ABD01D2F6917}" destId="{EAC4A879-5B7B-4DEC-B84A-85850112E01E}" srcOrd="2" destOrd="0" parTransId="{DD6BC542-0EAB-432D-A8C2-F7345D49C9F5}" sibTransId="{FA835FFF-92DF-4B19-9EB8-E69E8594A0C0}"/>
    <dgm:cxn modelId="{DE95DEAB-8973-45FC-A43C-DCF15BFDF5CE}" type="presOf" srcId="{F44488D0-672C-41AA-865A-5B70174A2477}" destId="{4004EA75-9E9D-4A58-90FC-CEC13E5C8B89}" srcOrd="0" destOrd="0" presId="urn:microsoft.com/office/officeart/2005/8/layout/lProcess2"/>
    <dgm:cxn modelId="{EADBE7B1-6707-4485-8B4B-4661DBFCFE1F}" srcId="{B3C3FD22-3318-46FB-B5F2-8CBAA7D13109}" destId="{B5F392FE-00A4-4EBC-A275-ABD01D2F6917}" srcOrd="1" destOrd="0" parTransId="{0B755E0B-0A68-44B9-842E-ED0617671BE2}" sibTransId="{328080F5-20E9-46CB-ABB4-BBDC068F108A}"/>
    <dgm:cxn modelId="{0C8856BB-D15E-432C-916F-8AC3D3E47CE0}" type="presOf" srcId="{EEBB8E42-8E4B-4FC2-8771-F4980563AEB3}" destId="{DA0DA138-DC86-4CC3-90C9-3B94CA617504}" srcOrd="0" destOrd="0" presId="urn:microsoft.com/office/officeart/2005/8/layout/lProcess2"/>
    <dgm:cxn modelId="{75590BBD-EE36-4FBC-BDBD-66563509FD6D}" srcId="{B5F392FE-00A4-4EBC-A275-ABD01D2F6917}" destId="{EEBB8E42-8E4B-4FC2-8771-F4980563AEB3}" srcOrd="0" destOrd="0" parTransId="{88F95BBC-B152-412D-BE5B-29E5497DF250}" sibTransId="{912C6DF2-2EFB-406A-804B-9742724EB4A6}"/>
    <dgm:cxn modelId="{3E1877BF-97E1-4200-8B4D-E5C9099B82A3}" type="presParOf" srcId="{64F299FA-A3EF-4F04-BB65-AC050A1563E1}" destId="{250B8AAF-7115-48A6-8995-A5738E08056C}" srcOrd="0" destOrd="0" presId="urn:microsoft.com/office/officeart/2005/8/layout/lProcess2"/>
    <dgm:cxn modelId="{C922A2E3-74B3-49BB-9044-B887032C53D4}" type="presParOf" srcId="{250B8AAF-7115-48A6-8995-A5738E08056C}" destId="{50469752-163E-426A-B4FC-A65EC8A3B714}" srcOrd="0" destOrd="0" presId="urn:microsoft.com/office/officeart/2005/8/layout/lProcess2"/>
    <dgm:cxn modelId="{6FD79B4D-71CF-468D-814E-9131AF6019C0}" type="presParOf" srcId="{250B8AAF-7115-48A6-8995-A5738E08056C}" destId="{41A01F90-84E4-4010-93A6-D7F41115C8E6}" srcOrd="1" destOrd="0" presId="urn:microsoft.com/office/officeart/2005/8/layout/lProcess2"/>
    <dgm:cxn modelId="{82CB5576-A329-444E-85CB-18914690731E}" type="presParOf" srcId="{250B8AAF-7115-48A6-8995-A5738E08056C}" destId="{A53444F7-6F72-41B4-84AE-2756E6803B7F}" srcOrd="2" destOrd="0" presId="urn:microsoft.com/office/officeart/2005/8/layout/lProcess2"/>
    <dgm:cxn modelId="{E1199E78-A580-4624-A4AE-D0FCA8F61744}" type="presParOf" srcId="{A53444F7-6F72-41B4-84AE-2756E6803B7F}" destId="{2042BF4C-E5F5-428F-9FCE-663C038FB812}" srcOrd="0" destOrd="0" presId="urn:microsoft.com/office/officeart/2005/8/layout/lProcess2"/>
    <dgm:cxn modelId="{48412FB1-8EF0-40FE-BD22-B92ED8511343}" type="presParOf" srcId="{2042BF4C-E5F5-428F-9FCE-663C038FB812}" destId="{4004EA75-9E9D-4A58-90FC-CEC13E5C8B89}" srcOrd="0" destOrd="0" presId="urn:microsoft.com/office/officeart/2005/8/layout/lProcess2"/>
    <dgm:cxn modelId="{4117A039-D28C-40E1-977B-229744E71183}" type="presParOf" srcId="{2042BF4C-E5F5-428F-9FCE-663C038FB812}" destId="{E1C21C37-9945-469D-8C23-11CC8A239139}" srcOrd="1" destOrd="0" presId="urn:microsoft.com/office/officeart/2005/8/layout/lProcess2"/>
    <dgm:cxn modelId="{A957EA03-6E3E-44AC-9A62-6EED79BC965D}" type="presParOf" srcId="{2042BF4C-E5F5-428F-9FCE-663C038FB812}" destId="{04090819-4B45-4581-9493-035031BFFB41}" srcOrd="2" destOrd="0" presId="urn:microsoft.com/office/officeart/2005/8/layout/lProcess2"/>
    <dgm:cxn modelId="{ED420145-86DD-4E87-BD1B-154D60995E32}" type="presParOf" srcId="{2042BF4C-E5F5-428F-9FCE-663C038FB812}" destId="{328EDDF5-8DC8-474A-9857-CDF47B581375}" srcOrd="3" destOrd="0" presId="urn:microsoft.com/office/officeart/2005/8/layout/lProcess2"/>
    <dgm:cxn modelId="{16EC40E7-626E-47D9-AC26-D479BAE2F280}" type="presParOf" srcId="{2042BF4C-E5F5-428F-9FCE-663C038FB812}" destId="{8C460633-AF10-4305-9768-524BC8D03D90}" srcOrd="4" destOrd="0" presId="urn:microsoft.com/office/officeart/2005/8/layout/lProcess2"/>
    <dgm:cxn modelId="{A85595D8-8FB1-406D-BF66-516CF5B6206B}" type="presParOf" srcId="{2042BF4C-E5F5-428F-9FCE-663C038FB812}" destId="{A1DF18CA-518D-4ACB-B7EA-0241A899A118}" srcOrd="5" destOrd="0" presId="urn:microsoft.com/office/officeart/2005/8/layout/lProcess2"/>
    <dgm:cxn modelId="{F4A40D76-5854-4782-926B-6A103FA93270}" type="presParOf" srcId="{2042BF4C-E5F5-428F-9FCE-663C038FB812}" destId="{0444D3AD-9D92-48EA-BF2B-7CCCF7EABE30}" srcOrd="6" destOrd="0" presId="urn:microsoft.com/office/officeart/2005/8/layout/lProcess2"/>
    <dgm:cxn modelId="{057E3337-2E8E-46C0-AAC9-528688C83102}" type="presParOf" srcId="{64F299FA-A3EF-4F04-BB65-AC050A1563E1}" destId="{4C9DAF01-16BC-49DF-A0C6-92C166E45A07}" srcOrd="1" destOrd="0" presId="urn:microsoft.com/office/officeart/2005/8/layout/lProcess2"/>
    <dgm:cxn modelId="{D1E30195-776E-4989-8F56-DA48F8761013}" type="presParOf" srcId="{64F299FA-A3EF-4F04-BB65-AC050A1563E1}" destId="{CA65A698-8B5E-46A3-8472-A0938F413398}" srcOrd="2" destOrd="0" presId="urn:microsoft.com/office/officeart/2005/8/layout/lProcess2"/>
    <dgm:cxn modelId="{E267BF70-1810-449E-A9B7-790EB1C62F24}" type="presParOf" srcId="{CA65A698-8B5E-46A3-8472-A0938F413398}" destId="{BC116CCC-80BA-4EA1-AC6E-21FF24BACE9F}" srcOrd="0" destOrd="0" presId="urn:microsoft.com/office/officeart/2005/8/layout/lProcess2"/>
    <dgm:cxn modelId="{B16BF5D7-4DAD-47D7-805E-99B9CB426FEE}" type="presParOf" srcId="{CA65A698-8B5E-46A3-8472-A0938F413398}" destId="{AEBF69EC-EABF-405D-A053-534B5DB6F44F}" srcOrd="1" destOrd="0" presId="urn:microsoft.com/office/officeart/2005/8/layout/lProcess2"/>
    <dgm:cxn modelId="{F0FD28D5-4419-4467-8E3C-6BF766E9097B}" type="presParOf" srcId="{CA65A698-8B5E-46A3-8472-A0938F413398}" destId="{F03E6DB2-B157-490F-B463-AC34C6A1EBE6}" srcOrd="2" destOrd="0" presId="urn:microsoft.com/office/officeart/2005/8/layout/lProcess2"/>
    <dgm:cxn modelId="{879B9293-C6D8-43DB-8FAC-DACF113328FB}" type="presParOf" srcId="{F03E6DB2-B157-490F-B463-AC34C6A1EBE6}" destId="{ECAFDD05-A4F1-4A24-9D91-C17AF9CD5E6A}" srcOrd="0" destOrd="0" presId="urn:microsoft.com/office/officeart/2005/8/layout/lProcess2"/>
    <dgm:cxn modelId="{CB5BA9BF-0ABA-4CC2-9461-0395C2F899FD}" type="presParOf" srcId="{ECAFDD05-A4F1-4A24-9D91-C17AF9CD5E6A}" destId="{DA0DA138-DC86-4CC3-90C9-3B94CA617504}" srcOrd="0" destOrd="0" presId="urn:microsoft.com/office/officeart/2005/8/layout/lProcess2"/>
    <dgm:cxn modelId="{D2178A0E-3123-4199-BDE5-F0B04D9824A0}" type="presParOf" srcId="{ECAFDD05-A4F1-4A24-9D91-C17AF9CD5E6A}" destId="{7CF8D566-D588-4EC7-98DC-109CF1D9D4D0}" srcOrd="1" destOrd="0" presId="urn:microsoft.com/office/officeart/2005/8/layout/lProcess2"/>
    <dgm:cxn modelId="{7A8E41E9-44C9-4A8E-A3AD-EFA18D934831}" type="presParOf" srcId="{ECAFDD05-A4F1-4A24-9D91-C17AF9CD5E6A}" destId="{82F0431E-052A-4ED8-AA29-0CD2250ACA89}" srcOrd="2" destOrd="0" presId="urn:microsoft.com/office/officeart/2005/8/layout/lProcess2"/>
    <dgm:cxn modelId="{7F128047-AB13-46A9-80BC-89359EE934FC}" type="presParOf" srcId="{ECAFDD05-A4F1-4A24-9D91-C17AF9CD5E6A}" destId="{D16F93B8-E27F-4A65-9AE5-4E6E7DE9F9D3}" srcOrd="3" destOrd="0" presId="urn:microsoft.com/office/officeart/2005/8/layout/lProcess2"/>
    <dgm:cxn modelId="{C407815C-C112-4415-9D97-C04BC559FE19}" type="presParOf" srcId="{ECAFDD05-A4F1-4A24-9D91-C17AF9CD5E6A}" destId="{F78E509F-4310-4A91-8C2F-130B47BA67C4}" srcOrd="4" destOrd="0" presId="urn:microsoft.com/office/officeart/2005/8/layout/lProcess2"/>
    <dgm:cxn modelId="{AF289F27-5CC8-4505-BC5D-D1F4FAD2FE31}" type="presParOf" srcId="{ECAFDD05-A4F1-4A24-9D91-C17AF9CD5E6A}" destId="{DA8B26E8-2174-4161-8CEA-BCDEB16847A4}" srcOrd="5" destOrd="0" presId="urn:microsoft.com/office/officeart/2005/8/layout/lProcess2"/>
    <dgm:cxn modelId="{259B11C3-F41F-4EE7-8593-5B1C43E9E290}" type="presParOf" srcId="{ECAFDD05-A4F1-4A24-9D91-C17AF9CD5E6A}" destId="{835FCEC9-87A4-4ECF-983A-DB1B3E5A0ACF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69752-163E-426A-B4FC-A65EC8A3B714}">
      <dsp:nvSpPr>
        <dsp:cNvPr id="0" name=""/>
        <dsp:cNvSpPr/>
      </dsp:nvSpPr>
      <dsp:spPr>
        <a:xfrm>
          <a:off x="4067" y="0"/>
          <a:ext cx="3913187" cy="586774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900" kern="1200" dirty="0"/>
            <a:t>Lossy compression</a:t>
          </a:r>
        </a:p>
      </dsp:txBody>
      <dsp:txXfrm>
        <a:off x="4067" y="0"/>
        <a:ext cx="3913187" cy="1760323"/>
      </dsp:txXfrm>
    </dsp:sp>
    <dsp:sp modelId="{4004EA75-9E9D-4A58-90FC-CEC13E5C8B89}">
      <dsp:nvSpPr>
        <dsp:cNvPr id="0" name=""/>
        <dsp:cNvSpPr/>
      </dsp:nvSpPr>
      <dsp:spPr>
        <a:xfrm>
          <a:off x="395386" y="1760467"/>
          <a:ext cx="3130549" cy="854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Compression algorithm eliminates unnecessary data from the file</a:t>
          </a:r>
        </a:p>
      </dsp:txBody>
      <dsp:txXfrm>
        <a:off x="420422" y="1785503"/>
        <a:ext cx="3080477" cy="804733"/>
      </dsp:txXfrm>
    </dsp:sp>
    <dsp:sp modelId="{04090819-4B45-4581-9493-035031BFFB41}">
      <dsp:nvSpPr>
        <dsp:cNvPr id="0" name=""/>
        <dsp:cNvSpPr/>
      </dsp:nvSpPr>
      <dsp:spPr>
        <a:xfrm>
          <a:off x="395386" y="2746781"/>
          <a:ext cx="3130549" cy="854805"/>
        </a:xfrm>
        <a:prstGeom prst="roundRect">
          <a:avLst>
            <a:gd name="adj" fmla="val 10000"/>
          </a:avLst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The original file cannot be reconstructed once it has been compressed</a:t>
          </a:r>
        </a:p>
      </dsp:txBody>
      <dsp:txXfrm>
        <a:off x="420422" y="2771817"/>
        <a:ext cx="3080477" cy="804733"/>
      </dsp:txXfrm>
    </dsp:sp>
    <dsp:sp modelId="{8C460633-AF10-4305-9768-524BC8D03D90}">
      <dsp:nvSpPr>
        <dsp:cNvPr id="0" name=""/>
        <dsp:cNvSpPr/>
      </dsp:nvSpPr>
      <dsp:spPr>
        <a:xfrm>
          <a:off x="395386" y="3733095"/>
          <a:ext cx="3130549" cy="854805"/>
        </a:xfrm>
        <a:prstGeom prst="roundRect">
          <a:avLst>
            <a:gd name="adj" fmla="val 10000"/>
          </a:avLst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700" kern="1200" dirty="0"/>
            <a:t>Information discarding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700" kern="1200" dirty="0"/>
            <a:t>Perceptual music shaping</a:t>
          </a:r>
        </a:p>
      </dsp:txBody>
      <dsp:txXfrm>
        <a:off x="420422" y="3758131"/>
        <a:ext cx="3080477" cy="804733"/>
      </dsp:txXfrm>
    </dsp:sp>
    <dsp:sp modelId="{0444D3AD-9D92-48EA-BF2B-7CCCF7EABE30}">
      <dsp:nvSpPr>
        <dsp:cNvPr id="0" name=""/>
        <dsp:cNvSpPr/>
      </dsp:nvSpPr>
      <dsp:spPr>
        <a:xfrm>
          <a:off x="395386" y="4719409"/>
          <a:ext cx="3130549" cy="854805"/>
        </a:xfrm>
        <a:prstGeom prst="roundRect">
          <a:avLst>
            <a:gd name="adj" fmla="val 10000"/>
          </a:avLst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JPEG, MP3, MP4, WMV, MPG</a:t>
          </a:r>
        </a:p>
      </dsp:txBody>
      <dsp:txXfrm>
        <a:off x="420422" y="4744445"/>
        <a:ext cx="3080477" cy="804733"/>
      </dsp:txXfrm>
    </dsp:sp>
    <dsp:sp modelId="{BC116CCC-80BA-4EA1-AC6E-21FF24BACE9F}">
      <dsp:nvSpPr>
        <dsp:cNvPr id="0" name=""/>
        <dsp:cNvSpPr/>
      </dsp:nvSpPr>
      <dsp:spPr>
        <a:xfrm>
          <a:off x="4210744" y="0"/>
          <a:ext cx="3913187" cy="586774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900" kern="1200" dirty="0"/>
            <a:t>Lossless compression</a:t>
          </a:r>
        </a:p>
      </dsp:txBody>
      <dsp:txXfrm>
        <a:off x="4210744" y="0"/>
        <a:ext cx="3913187" cy="1760323"/>
      </dsp:txXfrm>
    </dsp:sp>
    <dsp:sp modelId="{DA0DA138-DC86-4CC3-90C9-3B94CA617504}">
      <dsp:nvSpPr>
        <dsp:cNvPr id="0" name=""/>
        <dsp:cNvSpPr/>
      </dsp:nvSpPr>
      <dsp:spPr>
        <a:xfrm>
          <a:off x="4602063" y="1760467"/>
          <a:ext cx="3130549" cy="854805"/>
        </a:xfrm>
        <a:prstGeom prst="roundRect">
          <a:avLst>
            <a:gd name="adj" fmla="val 10000"/>
          </a:avLst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All the data from the original uncompressed file can be reconstructed</a:t>
          </a:r>
        </a:p>
      </dsp:txBody>
      <dsp:txXfrm>
        <a:off x="4627099" y="1785503"/>
        <a:ext cx="3080477" cy="804733"/>
      </dsp:txXfrm>
    </dsp:sp>
    <dsp:sp modelId="{82F0431E-052A-4ED8-AA29-0CD2250ACA89}">
      <dsp:nvSpPr>
        <dsp:cNvPr id="0" name=""/>
        <dsp:cNvSpPr/>
      </dsp:nvSpPr>
      <dsp:spPr>
        <a:xfrm>
          <a:off x="4602063" y="2746781"/>
          <a:ext cx="3130549" cy="854805"/>
        </a:xfrm>
        <a:prstGeom prst="roundRect">
          <a:avLst>
            <a:gd name="adj" fmla="val 10000"/>
          </a:avLst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Important for files where any loss of data would be an issue</a:t>
          </a:r>
        </a:p>
      </dsp:txBody>
      <dsp:txXfrm>
        <a:off x="4627099" y="2771817"/>
        <a:ext cx="3080477" cy="804733"/>
      </dsp:txXfrm>
    </dsp:sp>
    <dsp:sp modelId="{F78E509F-4310-4A91-8C2F-130B47BA67C4}">
      <dsp:nvSpPr>
        <dsp:cNvPr id="0" name=""/>
        <dsp:cNvSpPr/>
      </dsp:nvSpPr>
      <dsp:spPr>
        <a:xfrm>
          <a:off x="4602063" y="3733095"/>
          <a:ext cx="3130549" cy="854805"/>
        </a:xfrm>
        <a:prstGeom prst="roundRect">
          <a:avLst>
            <a:gd name="adj" fmla="val 10000"/>
          </a:avLst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Run-length encoding (RLE) Huffman coding </a:t>
          </a:r>
        </a:p>
      </dsp:txBody>
      <dsp:txXfrm>
        <a:off x="4627099" y="3758131"/>
        <a:ext cx="3080477" cy="804733"/>
      </dsp:txXfrm>
    </dsp:sp>
    <dsp:sp modelId="{835FCEC9-87A4-4ECF-983A-DB1B3E5A0ACF}">
      <dsp:nvSpPr>
        <dsp:cNvPr id="0" name=""/>
        <dsp:cNvSpPr/>
      </dsp:nvSpPr>
      <dsp:spPr>
        <a:xfrm>
          <a:off x="4602063" y="4719409"/>
          <a:ext cx="3130549" cy="854805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TIF, PDF, GIF, PNG, ZIP</a:t>
          </a:r>
        </a:p>
      </dsp:txBody>
      <dsp:txXfrm>
        <a:off x="4627099" y="4744445"/>
        <a:ext cx="3080477" cy="804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1.3 Data storage and compression | Lossy and lossless compression methods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1.3 Text, sound and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Lossy and lossless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compression methods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41075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 compression methods: MP3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86F390A-37DC-C3B0-56D0-12644FFE2D1F}"/>
              </a:ext>
            </a:extLst>
          </p:cNvPr>
          <p:cNvGrpSpPr/>
          <p:nvPr/>
        </p:nvGrpSpPr>
        <p:grpSpPr>
          <a:xfrm>
            <a:off x="-1" y="1048590"/>
            <a:ext cx="12191999" cy="2741453"/>
            <a:chOff x="3373640" y="4881558"/>
            <a:chExt cx="3982600" cy="40296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0C5A070-4246-6D38-288F-2BFB9EB49F98}"/>
                </a:ext>
              </a:extLst>
            </p:cNvPr>
            <p:cNvGrpSpPr/>
            <p:nvPr/>
          </p:nvGrpSpPr>
          <p:grpSpPr>
            <a:xfrm>
              <a:off x="3373640" y="4881560"/>
              <a:ext cx="1991300" cy="402961"/>
              <a:chOff x="3373640" y="4881560"/>
              <a:chExt cx="1991300" cy="402961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20BAEB7-F44B-9145-065E-B53DA16E0EBC}"/>
                  </a:ext>
                </a:extLst>
              </p:cNvPr>
              <p:cNvGrpSpPr/>
              <p:nvPr/>
            </p:nvGrpSpPr>
            <p:grpSpPr>
              <a:xfrm>
                <a:off x="3373640" y="4881561"/>
                <a:ext cx="796520" cy="402960"/>
                <a:chOff x="3373640" y="4881561"/>
                <a:chExt cx="796520" cy="402960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728C14D-D3FB-CEEE-2CB4-0FA1DB884881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7F2370EB-44BA-107B-8DA3-EB466D5C2EED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8E13F93-AE1F-A646-01A1-D43247757FC1}"/>
                  </a:ext>
                </a:extLst>
              </p:cNvPr>
              <p:cNvGrpSpPr/>
              <p:nvPr/>
            </p:nvGrpSpPr>
            <p:grpSpPr>
              <a:xfrm>
                <a:off x="4170160" y="4881560"/>
                <a:ext cx="796520" cy="402960"/>
                <a:chOff x="3373640" y="4881561"/>
                <a:chExt cx="796520" cy="402960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32751BC2-6F4C-068B-B347-3BF526ECB4E5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B65498A-DC6E-44E0-A3F3-330F9609F0B4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FF1F113-820C-97AC-C677-1D914EC9703A}"/>
                  </a:ext>
                </a:extLst>
              </p:cNvPr>
              <p:cNvSpPr/>
              <p:nvPr/>
            </p:nvSpPr>
            <p:spPr>
              <a:xfrm>
                <a:off x="4966680" y="4881560"/>
                <a:ext cx="398260" cy="40295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A11B201-8501-C224-B335-49A65E33E5F8}"/>
                </a:ext>
              </a:extLst>
            </p:cNvPr>
            <p:cNvGrpSpPr/>
            <p:nvPr/>
          </p:nvGrpSpPr>
          <p:grpSpPr>
            <a:xfrm>
              <a:off x="5364940" y="4881558"/>
              <a:ext cx="1991300" cy="402961"/>
              <a:chOff x="3373640" y="4881560"/>
              <a:chExt cx="1991300" cy="402961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330250B-B02A-5DC2-8921-F5C20715D87F}"/>
                  </a:ext>
                </a:extLst>
              </p:cNvPr>
              <p:cNvGrpSpPr/>
              <p:nvPr/>
            </p:nvGrpSpPr>
            <p:grpSpPr>
              <a:xfrm>
                <a:off x="3373640" y="4881561"/>
                <a:ext cx="796520" cy="402960"/>
                <a:chOff x="3373640" y="4881561"/>
                <a:chExt cx="796520" cy="402960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CF9384CD-7F42-9998-06D1-55902D9DC5F2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2BBF28E-E974-A077-788B-75D541D7ACDA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F677FDF9-50FB-0A01-879C-1E17F7FA14B3}"/>
                  </a:ext>
                </a:extLst>
              </p:cNvPr>
              <p:cNvGrpSpPr/>
              <p:nvPr/>
            </p:nvGrpSpPr>
            <p:grpSpPr>
              <a:xfrm>
                <a:off x="4170160" y="4881560"/>
                <a:ext cx="796520" cy="402960"/>
                <a:chOff x="3373640" y="4881561"/>
                <a:chExt cx="796520" cy="402960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98CA673-7CED-43E3-AB6F-A66395BB0947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2FED988D-08C6-C38B-D0BD-CD19D57C099A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418211E-275C-D4E6-E2F9-49DB3550B763}"/>
                  </a:ext>
                </a:extLst>
              </p:cNvPr>
              <p:cNvSpPr/>
              <p:nvPr/>
            </p:nvSpPr>
            <p:spPr>
              <a:xfrm>
                <a:off x="4966680" y="4881560"/>
                <a:ext cx="398260" cy="40295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83362DD2-D0DE-C84F-4FAC-2794B60BB3B2}"/>
              </a:ext>
            </a:extLst>
          </p:cNvPr>
          <p:cNvSpPr/>
          <p:nvPr/>
        </p:nvSpPr>
        <p:spPr>
          <a:xfrm>
            <a:off x="1" y="3939333"/>
            <a:ext cx="1219200" cy="27414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EE0DEE0-827E-183D-5AF3-303A8DB11BD9}"/>
              </a:ext>
            </a:extLst>
          </p:cNvPr>
          <p:cNvSpPr/>
          <p:nvPr/>
        </p:nvSpPr>
        <p:spPr>
          <a:xfrm>
            <a:off x="1389544" y="3899180"/>
            <a:ext cx="7810536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MP3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files are commonly used for playing music on computers and mobile devices.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C0E6B01-8F06-C62F-5520-F3BD98EC9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5048"/>
            <a:ext cx="121920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5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hape&#10;&#10;Description automatically generated with medium confidence">
            <a:extLst>
              <a:ext uri="{FF2B5EF4-FFF2-40B4-BE49-F238E27FC236}">
                <a16:creationId xmlns:a16="http://schemas.microsoft.com/office/drawing/2014/main" id="{0ABCFF34-9F67-4429-7C4B-CD8869562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5789"/>
            <a:ext cx="1213683" cy="3073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41075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 compression methods: MP3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20ABE3E-7B40-91D8-11B3-C43C0769E059}"/>
              </a:ext>
            </a:extLst>
          </p:cNvPr>
          <p:cNvSpPr/>
          <p:nvPr/>
        </p:nvSpPr>
        <p:spPr>
          <a:xfrm>
            <a:off x="1" y="3939333"/>
            <a:ext cx="1219200" cy="27414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78CBB7-CE96-0254-2277-A7999FBD0332}"/>
              </a:ext>
            </a:extLst>
          </p:cNvPr>
          <p:cNvGrpSpPr/>
          <p:nvPr/>
        </p:nvGrpSpPr>
        <p:grpSpPr>
          <a:xfrm>
            <a:off x="-1" y="1048590"/>
            <a:ext cx="12191999" cy="2741453"/>
            <a:chOff x="3373640" y="4881558"/>
            <a:chExt cx="3982600" cy="402963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C43629B-8981-A265-145C-8A675DEF1EAE}"/>
                </a:ext>
              </a:extLst>
            </p:cNvPr>
            <p:cNvGrpSpPr/>
            <p:nvPr/>
          </p:nvGrpSpPr>
          <p:grpSpPr>
            <a:xfrm>
              <a:off x="3373640" y="4881560"/>
              <a:ext cx="1991300" cy="402961"/>
              <a:chOff x="3373640" y="4881560"/>
              <a:chExt cx="1991300" cy="402961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1DB96089-D725-B1F8-9B6B-04E7B6CFAB2C}"/>
                  </a:ext>
                </a:extLst>
              </p:cNvPr>
              <p:cNvGrpSpPr/>
              <p:nvPr/>
            </p:nvGrpSpPr>
            <p:grpSpPr>
              <a:xfrm>
                <a:off x="3373640" y="4881561"/>
                <a:ext cx="796520" cy="402960"/>
                <a:chOff x="3373640" y="4881561"/>
                <a:chExt cx="796520" cy="402960"/>
              </a:xfrm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8C7A086E-8390-5761-B54E-17C33E90D947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FEAA5EE8-50E7-C1EB-B7D7-4F93453185B4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6D779596-64CC-F25B-8ED8-0520E904829F}"/>
                  </a:ext>
                </a:extLst>
              </p:cNvPr>
              <p:cNvGrpSpPr/>
              <p:nvPr/>
            </p:nvGrpSpPr>
            <p:grpSpPr>
              <a:xfrm>
                <a:off x="4170160" y="4881560"/>
                <a:ext cx="796520" cy="402960"/>
                <a:chOff x="3373640" y="4881561"/>
                <a:chExt cx="796520" cy="402960"/>
              </a:xfrm>
            </p:grpSpPr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94A67874-DB6D-EA52-C76C-367DBE8CEC45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B6257A0D-13A6-50F9-4D75-2EA0073792E5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009CA93-BC5A-8C98-278E-A31DC71BD5C0}"/>
                  </a:ext>
                </a:extLst>
              </p:cNvPr>
              <p:cNvSpPr/>
              <p:nvPr/>
            </p:nvSpPr>
            <p:spPr>
              <a:xfrm>
                <a:off x="4966680" y="4881560"/>
                <a:ext cx="398260" cy="40295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E7149EF-1BEA-ABDE-BC23-DF463CA0B785}"/>
                </a:ext>
              </a:extLst>
            </p:cNvPr>
            <p:cNvGrpSpPr/>
            <p:nvPr/>
          </p:nvGrpSpPr>
          <p:grpSpPr>
            <a:xfrm>
              <a:off x="5364940" y="4881558"/>
              <a:ext cx="1991300" cy="402961"/>
              <a:chOff x="3373640" y="4881560"/>
              <a:chExt cx="1991300" cy="402961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5CA82D6D-61F5-3AFC-897C-98F152A8AF45}"/>
                  </a:ext>
                </a:extLst>
              </p:cNvPr>
              <p:cNvGrpSpPr/>
              <p:nvPr/>
            </p:nvGrpSpPr>
            <p:grpSpPr>
              <a:xfrm>
                <a:off x="3373640" y="4881561"/>
                <a:ext cx="796520" cy="402960"/>
                <a:chOff x="3373640" y="4881561"/>
                <a:chExt cx="796520" cy="402960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E80CFB77-7185-2EDC-4FEF-C45EB89F8CDF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247BDD84-9BAB-CA53-A09E-DCA6C3BE10DB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5F22095D-32D0-7E19-B0EF-78A0B338908F}"/>
                  </a:ext>
                </a:extLst>
              </p:cNvPr>
              <p:cNvGrpSpPr/>
              <p:nvPr/>
            </p:nvGrpSpPr>
            <p:grpSpPr>
              <a:xfrm>
                <a:off x="4170160" y="4881560"/>
                <a:ext cx="796520" cy="402960"/>
                <a:chOff x="3373640" y="4881561"/>
                <a:chExt cx="796520" cy="402960"/>
              </a:xfrm>
            </p:grpSpPr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0F3C4A7E-6346-84D1-A9BB-72229D61998E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0D42441A-37E7-F9EE-E756-8E8AE22A82CF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0661DCA-52D3-B34D-2ADB-87328F4D3F7D}"/>
                  </a:ext>
                </a:extLst>
              </p:cNvPr>
              <p:cNvSpPr/>
              <p:nvPr/>
            </p:nvSpPr>
            <p:spPr>
              <a:xfrm>
                <a:off x="4966680" y="4881560"/>
                <a:ext cx="398260" cy="40295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71C86064-F625-4478-F4FA-63B1CC8BD65B}"/>
              </a:ext>
            </a:extLst>
          </p:cNvPr>
          <p:cNvSpPr/>
          <p:nvPr/>
        </p:nvSpPr>
        <p:spPr>
          <a:xfrm>
            <a:off x="1389544" y="3899180"/>
            <a:ext cx="8836073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MP3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files are commonly used for playing music on computers and mobile devices.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MP3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compression technology that can reduce the size of a music file by as much as 90%.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3" name="Picture 6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944A3D8-0C1D-B8B5-F32A-5631DDFBF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5048"/>
            <a:ext cx="121920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41075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 compression methods: MP3</a:t>
            </a:r>
          </a:p>
        </p:txBody>
      </p:sp>
      <p:pic>
        <p:nvPicPr>
          <p:cNvPr id="66" name="Picture 65" descr="Shape&#10;&#10;Description automatically generated with medium confidence">
            <a:extLst>
              <a:ext uri="{FF2B5EF4-FFF2-40B4-BE49-F238E27FC236}">
                <a16:creationId xmlns:a16="http://schemas.microsoft.com/office/drawing/2014/main" id="{B8B97ED0-AB3C-4084-561A-547D510B9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5789"/>
            <a:ext cx="1213683" cy="3073400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F3688619-44D5-5934-05F3-382ECF3DBE3E}"/>
              </a:ext>
            </a:extLst>
          </p:cNvPr>
          <p:cNvGrpSpPr/>
          <p:nvPr/>
        </p:nvGrpSpPr>
        <p:grpSpPr>
          <a:xfrm>
            <a:off x="-1" y="1048590"/>
            <a:ext cx="12191999" cy="2741453"/>
            <a:chOff x="3373640" y="4881558"/>
            <a:chExt cx="3982600" cy="40296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2239EAD-06CC-C97D-2F2A-19F436CCE6CE}"/>
                </a:ext>
              </a:extLst>
            </p:cNvPr>
            <p:cNvGrpSpPr/>
            <p:nvPr/>
          </p:nvGrpSpPr>
          <p:grpSpPr>
            <a:xfrm>
              <a:off x="3373640" y="4881560"/>
              <a:ext cx="1991300" cy="402961"/>
              <a:chOff x="3373640" y="4881560"/>
              <a:chExt cx="1991300" cy="402961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17640811-07B1-0DA3-010C-427628BF8E27}"/>
                  </a:ext>
                </a:extLst>
              </p:cNvPr>
              <p:cNvGrpSpPr/>
              <p:nvPr/>
            </p:nvGrpSpPr>
            <p:grpSpPr>
              <a:xfrm>
                <a:off x="3373640" y="4881561"/>
                <a:ext cx="796520" cy="402960"/>
                <a:chOff x="3373640" y="4881561"/>
                <a:chExt cx="796520" cy="402960"/>
              </a:xfrm>
            </p:grpSpPr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3D96CE3F-4175-3EF5-E401-54D78760B99F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E4B39B6A-80D5-4C58-9ABF-6C4331352124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B1130369-0EBB-5DA6-8929-31267DA31C9E}"/>
                  </a:ext>
                </a:extLst>
              </p:cNvPr>
              <p:cNvGrpSpPr/>
              <p:nvPr/>
            </p:nvGrpSpPr>
            <p:grpSpPr>
              <a:xfrm>
                <a:off x="4170160" y="4881560"/>
                <a:ext cx="796520" cy="402960"/>
                <a:chOff x="3373640" y="4881561"/>
                <a:chExt cx="796520" cy="402960"/>
              </a:xfrm>
            </p:grpSpPr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82C00BAE-0BC6-832A-58F3-19E275CE214F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EBDF8C13-FA64-E8E7-2E77-793D8E269577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0427A42B-0FD1-7225-D36F-5983655ED402}"/>
                  </a:ext>
                </a:extLst>
              </p:cNvPr>
              <p:cNvSpPr/>
              <p:nvPr/>
            </p:nvSpPr>
            <p:spPr>
              <a:xfrm>
                <a:off x="4966680" y="4881560"/>
                <a:ext cx="398260" cy="40295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F07F5ED-F63E-390A-D336-515A4AB38847}"/>
                </a:ext>
              </a:extLst>
            </p:cNvPr>
            <p:cNvGrpSpPr/>
            <p:nvPr/>
          </p:nvGrpSpPr>
          <p:grpSpPr>
            <a:xfrm>
              <a:off x="5364940" y="4881558"/>
              <a:ext cx="1991300" cy="402961"/>
              <a:chOff x="3373640" y="4881560"/>
              <a:chExt cx="1991300" cy="402961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E9EDC7B-E150-AA45-963E-2EB0CBED9C19}"/>
                  </a:ext>
                </a:extLst>
              </p:cNvPr>
              <p:cNvGrpSpPr/>
              <p:nvPr/>
            </p:nvGrpSpPr>
            <p:grpSpPr>
              <a:xfrm>
                <a:off x="3373640" y="4881561"/>
                <a:ext cx="796520" cy="402960"/>
                <a:chOff x="3373640" y="4881561"/>
                <a:chExt cx="796520" cy="402960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4BFCD42C-477A-457D-43FD-1C9DD5E59B58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54E58C74-62A5-B404-AE2D-F0D8BD1A360E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96F9C089-A4C9-C4C0-7D80-079E299FEBF0}"/>
                  </a:ext>
                </a:extLst>
              </p:cNvPr>
              <p:cNvGrpSpPr/>
              <p:nvPr/>
            </p:nvGrpSpPr>
            <p:grpSpPr>
              <a:xfrm>
                <a:off x="4170160" y="4881560"/>
                <a:ext cx="796520" cy="402960"/>
                <a:chOff x="3373640" y="4881561"/>
                <a:chExt cx="796520" cy="402960"/>
              </a:xfrm>
            </p:grpSpPr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F7C0E286-EB2D-F53B-C9DA-83645212EBE2}"/>
                    </a:ext>
                  </a:extLst>
                </p:cNvPr>
                <p:cNvSpPr/>
                <p:nvPr/>
              </p:nvSpPr>
              <p:spPr>
                <a:xfrm>
                  <a:off x="3373640" y="4881562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BC1AB87-4C9A-F8BD-665F-2E66E42E41D7}"/>
                    </a:ext>
                  </a:extLst>
                </p:cNvPr>
                <p:cNvSpPr/>
                <p:nvPr/>
              </p:nvSpPr>
              <p:spPr>
                <a:xfrm>
                  <a:off x="3771900" y="4881561"/>
                  <a:ext cx="398260" cy="4029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2774B04-0048-E937-1817-3C24065040A7}"/>
                  </a:ext>
                </a:extLst>
              </p:cNvPr>
              <p:cNvSpPr/>
              <p:nvPr/>
            </p:nvSpPr>
            <p:spPr>
              <a:xfrm>
                <a:off x="4966680" y="4881560"/>
                <a:ext cx="398260" cy="40295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84" name="Picture 83" descr="Shape&#10;&#10;Description automatically generated with medium confidence">
            <a:extLst>
              <a:ext uri="{FF2B5EF4-FFF2-40B4-BE49-F238E27FC236}">
                <a16:creationId xmlns:a16="http://schemas.microsoft.com/office/drawing/2014/main" id="{F0191506-A9A9-06EB-F315-D5CD64340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5048"/>
            <a:ext cx="12192000" cy="3073400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F829D63F-D584-6B9B-330A-BD6EE5E902E1}"/>
              </a:ext>
            </a:extLst>
          </p:cNvPr>
          <p:cNvSpPr/>
          <p:nvPr/>
        </p:nvSpPr>
        <p:spPr>
          <a:xfrm>
            <a:off x="1" y="3939333"/>
            <a:ext cx="1219200" cy="27414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2CA5F5F-DC7A-4A86-8E58-22642736EC6D}"/>
              </a:ext>
            </a:extLst>
          </p:cNvPr>
          <p:cNvSpPr/>
          <p:nvPr/>
        </p:nvSpPr>
        <p:spPr>
          <a:xfrm>
            <a:off x="1389545" y="3899180"/>
            <a:ext cx="10109728" cy="2435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MP3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files are commonly used for playing music on computers and mobile devices.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MP3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compression technology that can reduce the size of a music file by as much as 90%.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algorithm removes sounds that the human ear can’t hear properly:</a:t>
            </a: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Removal of sounds outside the range of the human ear.</a:t>
            </a: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two sounds are played at the same time, only the louder sounds can be easily heard, so the quieter sound is removed (perceptual music shaping).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885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4312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 compression methods: JPEG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1349B-9162-2803-D25B-4B3FA8A1B7B1}"/>
              </a:ext>
            </a:extLst>
          </p:cNvPr>
          <p:cNvSpPr/>
          <p:nvPr/>
        </p:nvSpPr>
        <p:spPr>
          <a:xfrm>
            <a:off x="176565" y="993174"/>
            <a:ext cx="6295891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JPEG is a lossy compression algorithm used for bitmap images.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JPEG compression algorithm is based on two key principles:</a:t>
            </a:r>
          </a:p>
        </p:txBody>
      </p:sp>
    </p:spTree>
    <p:extLst>
      <p:ext uri="{BB962C8B-B14F-4D97-AF65-F5344CB8AC3E}">
        <p14:creationId xmlns:p14="http://schemas.microsoft.com/office/powerpoint/2010/main" val="1752099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4312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 compression methods: JPEG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1349B-9162-2803-D25B-4B3FA8A1B7B1}"/>
              </a:ext>
            </a:extLst>
          </p:cNvPr>
          <p:cNvSpPr/>
          <p:nvPr/>
        </p:nvSpPr>
        <p:spPr>
          <a:xfrm>
            <a:off x="176565" y="993174"/>
            <a:ext cx="6295891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JPEG is a lossy compression algorithm used for bitmap images.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JPEG compression algorithm is based on two key principles: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952BAE-1D25-898E-740C-13AA4F83AF10}"/>
              </a:ext>
            </a:extLst>
          </p:cNvPr>
          <p:cNvCxnSpPr>
            <a:cxnSpLocks/>
          </p:cNvCxnSpPr>
          <p:nvPr/>
        </p:nvCxnSpPr>
        <p:spPr>
          <a:xfrm flipV="1">
            <a:off x="6096000" y="1996751"/>
            <a:ext cx="0" cy="486124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7FA9BD-24E0-D904-4BF7-8A1829EC1E4C}"/>
              </a:ext>
            </a:extLst>
          </p:cNvPr>
          <p:cNvCxnSpPr>
            <a:cxnSpLocks/>
          </p:cNvCxnSpPr>
          <p:nvPr/>
        </p:nvCxnSpPr>
        <p:spPr>
          <a:xfrm flipH="1">
            <a:off x="0" y="1996751"/>
            <a:ext cx="12192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F287075-24AA-BA81-2045-3AD790CD2FD2}"/>
              </a:ext>
            </a:extLst>
          </p:cNvPr>
          <p:cNvSpPr/>
          <p:nvPr/>
        </p:nvSpPr>
        <p:spPr>
          <a:xfrm>
            <a:off x="176565" y="2052734"/>
            <a:ext cx="5851011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The human eye can’t detect differences in colour shades as well as it can detect differences in image brightness.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5FB34D4-70CA-DC75-1BE3-D32BE8495DE6}"/>
              </a:ext>
            </a:extLst>
          </p:cNvPr>
          <p:cNvGrpSpPr/>
          <p:nvPr/>
        </p:nvGrpSpPr>
        <p:grpSpPr>
          <a:xfrm>
            <a:off x="289248" y="3340359"/>
            <a:ext cx="5505058" cy="1376264"/>
            <a:chOff x="289247" y="2873829"/>
            <a:chExt cx="5505058" cy="13762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7F6BEDB-935F-2994-CEB3-1D54CC384477}"/>
                </a:ext>
              </a:extLst>
            </p:cNvPr>
            <p:cNvSpPr/>
            <p:nvPr/>
          </p:nvSpPr>
          <p:spPr>
            <a:xfrm>
              <a:off x="289248" y="2873829"/>
              <a:ext cx="688132" cy="688132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24619A-AD5A-8B21-392E-B206B8216543}"/>
                </a:ext>
              </a:extLst>
            </p:cNvPr>
            <p:cNvSpPr/>
            <p:nvPr/>
          </p:nvSpPr>
          <p:spPr>
            <a:xfrm>
              <a:off x="977380" y="2873829"/>
              <a:ext cx="688132" cy="688132"/>
            </a:xfrm>
            <a:prstGeom prst="rect">
              <a:avLst/>
            </a:prstGeom>
            <a:solidFill>
              <a:srgbClr val="C2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55AF28-26B5-4B32-E8D9-FC3E5D664139}"/>
                </a:ext>
              </a:extLst>
            </p:cNvPr>
            <p:cNvSpPr/>
            <p:nvPr/>
          </p:nvSpPr>
          <p:spPr>
            <a:xfrm>
              <a:off x="1665512" y="2873829"/>
              <a:ext cx="688132" cy="688132"/>
            </a:xfrm>
            <a:prstGeom prst="rect">
              <a:avLst/>
            </a:prstGeom>
            <a:solidFill>
              <a:srgbClr val="C4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EAD998-0EE0-3802-BE01-4A0F146BC1B5}"/>
                </a:ext>
              </a:extLst>
            </p:cNvPr>
            <p:cNvSpPr/>
            <p:nvPr/>
          </p:nvSpPr>
          <p:spPr>
            <a:xfrm>
              <a:off x="2353644" y="2873829"/>
              <a:ext cx="688132" cy="688132"/>
            </a:xfrm>
            <a:prstGeom prst="rect">
              <a:avLst/>
            </a:prstGeom>
            <a:solidFill>
              <a:srgbClr val="C6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5746A1-79C8-3A85-E9E6-AE502761F189}"/>
                </a:ext>
              </a:extLst>
            </p:cNvPr>
            <p:cNvSpPr/>
            <p:nvPr/>
          </p:nvSpPr>
          <p:spPr>
            <a:xfrm>
              <a:off x="3041777" y="2873829"/>
              <a:ext cx="688132" cy="688132"/>
            </a:xfrm>
            <a:prstGeom prst="rect">
              <a:avLst/>
            </a:prstGeom>
            <a:solidFill>
              <a:srgbClr val="C8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390A527-2261-FADE-71F6-2057C7AD400F}"/>
                </a:ext>
              </a:extLst>
            </p:cNvPr>
            <p:cNvSpPr/>
            <p:nvPr/>
          </p:nvSpPr>
          <p:spPr>
            <a:xfrm>
              <a:off x="3729909" y="2873829"/>
              <a:ext cx="688132" cy="688132"/>
            </a:xfrm>
            <a:prstGeom prst="rect">
              <a:avLst/>
            </a:prstGeom>
            <a:solidFill>
              <a:srgbClr val="CA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E77BEFE-AC11-6EB9-AAE4-AADD34FB3858}"/>
                </a:ext>
              </a:extLst>
            </p:cNvPr>
            <p:cNvSpPr/>
            <p:nvPr/>
          </p:nvSpPr>
          <p:spPr>
            <a:xfrm>
              <a:off x="4418041" y="2873829"/>
              <a:ext cx="688132" cy="688132"/>
            </a:xfrm>
            <a:prstGeom prst="rect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FD87040-53BA-0E04-2E30-5E1AC2D70FD5}"/>
                </a:ext>
              </a:extLst>
            </p:cNvPr>
            <p:cNvSpPr/>
            <p:nvPr/>
          </p:nvSpPr>
          <p:spPr>
            <a:xfrm>
              <a:off x="5106173" y="2873829"/>
              <a:ext cx="688132" cy="688132"/>
            </a:xfrm>
            <a:prstGeom prst="rect">
              <a:avLst/>
            </a:prstGeom>
            <a:solidFill>
              <a:srgbClr val="CE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4940EB-2A3C-7A11-7841-310AF9405D7A}"/>
                </a:ext>
              </a:extLst>
            </p:cNvPr>
            <p:cNvSpPr/>
            <p:nvPr/>
          </p:nvSpPr>
          <p:spPr>
            <a:xfrm>
              <a:off x="289247" y="3561961"/>
              <a:ext cx="688132" cy="688132"/>
            </a:xfrm>
            <a:prstGeom prst="rect">
              <a:avLst/>
            </a:prstGeom>
            <a:solidFill>
              <a:srgbClr val="D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94D247E-3428-23AC-5DF5-9076DEC01382}"/>
                </a:ext>
              </a:extLst>
            </p:cNvPr>
            <p:cNvSpPr/>
            <p:nvPr/>
          </p:nvSpPr>
          <p:spPr>
            <a:xfrm>
              <a:off x="977379" y="3561961"/>
              <a:ext cx="688132" cy="688132"/>
            </a:xfrm>
            <a:prstGeom prst="rect">
              <a:avLst/>
            </a:prstGeom>
            <a:solidFill>
              <a:srgbClr val="D2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6F04625-3B0D-ECC4-257A-9301ECBD4FA4}"/>
                </a:ext>
              </a:extLst>
            </p:cNvPr>
            <p:cNvSpPr/>
            <p:nvPr/>
          </p:nvSpPr>
          <p:spPr>
            <a:xfrm>
              <a:off x="1665511" y="3561961"/>
              <a:ext cx="688132" cy="688132"/>
            </a:xfrm>
            <a:prstGeom prst="rect">
              <a:avLst/>
            </a:prstGeom>
            <a:solidFill>
              <a:srgbClr val="D4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0BEC54-75D3-7967-4484-287A84526FBC}"/>
                </a:ext>
              </a:extLst>
            </p:cNvPr>
            <p:cNvSpPr/>
            <p:nvPr/>
          </p:nvSpPr>
          <p:spPr>
            <a:xfrm>
              <a:off x="2353643" y="3561961"/>
              <a:ext cx="688132" cy="688132"/>
            </a:xfrm>
            <a:prstGeom prst="rect">
              <a:avLst/>
            </a:prstGeom>
            <a:solidFill>
              <a:srgbClr val="D6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E16981C-8194-BFBB-9EE1-4B0929F5C774}"/>
                </a:ext>
              </a:extLst>
            </p:cNvPr>
            <p:cNvSpPr/>
            <p:nvPr/>
          </p:nvSpPr>
          <p:spPr>
            <a:xfrm>
              <a:off x="3041776" y="3561961"/>
              <a:ext cx="688132" cy="688132"/>
            </a:xfrm>
            <a:prstGeom prst="rect">
              <a:avLst/>
            </a:prstGeom>
            <a:solidFill>
              <a:srgbClr val="D8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514A0F0-CB0B-11D9-99AB-5E6D59D1BA6C}"/>
                </a:ext>
              </a:extLst>
            </p:cNvPr>
            <p:cNvSpPr/>
            <p:nvPr/>
          </p:nvSpPr>
          <p:spPr>
            <a:xfrm>
              <a:off x="3729908" y="3561961"/>
              <a:ext cx="688132" cy="688132"/>
            </a:xfrm>
            <a:prstGeom prst="rect">
              <a:avLst/>
            </a:prstGeom>
            <a:solidFill>
              <a:srgbClr val="DA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CE953F-39ED-601B-717C-5F3E86ACC158}"/>
                </a:ext>
              </a:extLst>
            </p:cNvPr>
            <p:cNvSpPr/>
            <p:nvPr/>
          </p:nvSpPr>
          <p:spPr>
            <a:xfrm>
              <a:off x="4418040" y="3561961"/>
              <a:ext cx="688132" cy="688132"/>
            </a:xfrm>
            <a:prstGeom prst="rect">
              <a:avLst/>
            </a:prstGeom>
            <a:solidFill>
              <a:srgbClr val="D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21560C4-62CA-A0C5-4D4F-B3E86C280C81}"/>
                </a:ext>
              </a:extLst>
            </p:cNvPr>
            <p:cNvSpPr/>
            <p:nvPr/>
          </p:nvSpPr>
          <p:spPr>
            <a:xfrm>
              <a:off x="5106172" y="3561961"/>
              <a:ext cx="688132" cy="688132"/>
            </a:xfrm>
            <a:prstGeom prst="rect">
              <a:avLst/>
            </a:prstGeom>
            <a:solidFill>
              <a:srgbClr val="DE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B84C46EE-0BC1-6233-7C3E-8EE97DC00A4F}"/>
              </a:ext>
            </a:extLst>
          </p:cNvPr>
          <p:cNvSpPr/>
          <p:nvPr/>
        </p:nvSpPr>
        <p:spPr>
          <a:xfrm>
            <a:off x="244990" y="3062722"/>
            <a:ext cx="5549314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Altering shade by two gradations each time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8A04E4-4101-FB17-92CB-9D802E382FB3}"/>
              </a:ext>
            </a:extLst>
          </p:cNvPr>
          <p:cNvSpPr/>
          <p:nvPr/>
        </p:nvSpPr>
        <p:spPr>
          <a:xfrm>
            <a:off x="254527" y="5053273"/>
            <a:ext cx="5549314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Altering brightness by two gradations each time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E7EF3024-9CD7-B800-B9C9-FA13DEE36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79" y="5355119"/>
            <a:ext cx="5511262" cy="139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1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4312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 compression methods: JPEG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1349B-9162-2803-D25B-4B3FA8A1B7B1}"/>
              </a:ext>
            </a:extLst>
          </p:cNvPr>
          <p:cNvSpPr/>
          <p:nvPr/>
        </p:nvSpPr>
        <p:spPr>
          <a:xfrm>
            <a:off x="176565" y="993174"/>
            <a:ext cx="6295891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JPEG is a lossy compression algorithm used for bitmap images.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JPEG compression algorithm is based on two key principles: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952BAE-1D25-898E-740C-13AA4F83AF10}"/>
              </a:ext>
            </a:extLst>
          </p:cNvPr>
          <p:cNvCxnSpPr>
            <a:cxnSpLocks/>
          </p:cNvCxnSpPr>
          <p:nvPr/>
        </p:nvCxnSpPr>
        <p:spPr>
          <a:xfrm flipV="1">
            <a:off x="6096000" y="1996751"/>
            <a:ext cx="0" cy="486124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7FA9BD-24E0-D904-4BF7-8A1829EC1E4C}"/>
              </a:ext>
            </a:extLst>
          </p:cNvPr>
          <p:cNvCxnSpPr>
            <a:cxnSpLocks/>
          </p:cNvCxnSpPr>
          <p:nvPr/>
        </p:nvCxnSpPr>
        <p:spPr>
          <a:xfrm flipH="1">
            <a:off x="0" y="1996751"/>
            <a:ext cx="12192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F287075-24AA-BA81-2045-3AD790CD2FD2}"/>
              </a:ext>
            </a:extLst>
          </p:cNvPr>
          <p:cNvSpPr/>
          <p:nvPr/>
        </p:nvSpPr>
        <p:spPr>
          <a:xfrm>
            <a:off x="176565" y="2052734"/>
            <a:ext cx="5851011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The human eye can’t detect differences in colour shades as well as it can detect differences in image brightness.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2FBDAB-42BB-820F-D79B-B2D6A3BAC57B}"/>
              </a:ext>
            </a:extLst>
          </p:cNvPr>
          <p:cNvSpPr/>
          <p:nvPr/>
        </p:nvSpPr>
        <p:spPr>
          <a:xfrm>
            <a:off x="6241459" y="2052733"/>
            <a:ext cx="5851011" cy="1264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By separating pixel colour from brightness, an image can be split into blocks (e.g., 8 x 8 pixels). Certain information can then be discarded from the image without causing a noticeable deterioration in quality.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D140C09-BA58-3281-FF1D-E5E75BDBADFE}"/>
              </a:ext>
            </a:extLst>
          </p:cNvPr>
          <p:cNvGrpSpPr/>
          <p:nvPr/>
        </p:nvGrpSpPr>
        <p:grpSpPr>
          <a:xfrm>
            <a:off x="289248" y="3340359"/>
            <a:ext cx="5505058" cy="1376264"/>
            <a:chOff x="289247" y="2873829"/>
            <a:chExt cx="5505058" cy="13762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9A58BA-3821-23E2-0577-37EBE19A7AED}"/>
                </a:ext>
              </a:extLst>
            </p:cNvPr>
            <p:cNvSpPr/>
            <p:nvPr/>
          </p:nvSpPr>
          <p:spPr>
            <a:xfrm>
              <a:off x="289248" y="2873829"/>
              <a:ext cx="688132" cy="688132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7F87DE-0BD0-0750-B276-77048A97189C}"/>
                </a:ext>
              </a:extLst>
            </p:cNvPr>
            <p:cNvSpPr/>
            <p:nvPr/>
          </p:nvSpPr>
          <p:spPr>
            <a:xfrm>
              <a:off x="977380" y="2873829"/>
              <a:ext cx="688132" cy="688132"/>
            </a:xfrm>
            <a:prstGeom prst="rect">
              <a:avLst/>
            </a:prstGeom>
            <a:solidFill>
              <a:srgbClr val="C2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706C3A-3772-8343-07C4-56D1188219E0}"/>
                </a:ext>
              </a:extLst>
            </p:cNvPr>
            <p:cNvSpPr/>
            <p:nvPr/>
          </p:nvSpPr>
          <p:spPr>
            <a:xfrm>
              <a:off x="1665512" y="2873829"/>
              <a:ext cx="688132" cy="688132"/>
            </a:xfrm>
            <a:prstGeom prst="rect">
              <a:avLst/>
            </a:prstGeom>
            <a:solidFill>
              <a:srgbClr val="C4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A29D9B-C05C-CEB9-7AE8-AC3947378FD0}"/>
                </a:ext>
              </a:extLst>
            </p:cNvPr>
            <p:cNvSpPr/>
            <p:nvPr/>
          </p:nvSpPr>
          <p:spPr>
            <a:xfrm>
              <a:off x="2353644" y="2873829"/>
              <a:ext cx="688132" cy="688132"/>
            </a:xfrm>
            <a:prstGeom prst="rect">
              <a:avLst/>
            </a:prstGeom>
            <a:solidFill>
              <a:srgbClr val="C6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19D849-4996-62F8-38C0-D24CDA237839}"/>
                </a:ext>
              </a:extLst>
            </p:cNvPr>
            <p:cNvSpPr/>
            <p:nvPr/>
          </p:nvSpPr>
          <p:spPr>
            <a:xfrm>
              <a:off x="3041777" y="2873829"/>
              <a:ext cx="688132" cy="688132"/>
            </a:xfrm>
            <a:prstGeom prst="rect">
              <a:avLst/>
            </a:prstGeom>
            <a:solidFill>
              <a:srgbClr val="C8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283C76E-947A-4B59-AD44-7FA3F39A7658}"/>
                </a:ext>
              </a:extLst>
            </p:cNvPr>
            <p:cNvSpPr/>
            <p:nvPr/>
          </p:nvSpPr>
          <p:spPr>
            <a:xfrm>
              <a:off x="3729909" y="2873829"/>
              <a:ext cx="688132" cy="688132"/>
            </a:xfrm>
            <a:prstGeom prst="rect">
              <a:avLst/>
            </a:prstGeom>
            <a:solidFill>
              <a:srgbClr val="CA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52AA843-9EE3-EFF8-22B7-2947F65919AB}"/>
                </a:ext>
              </a:extLst>
            </p:cNvPr>
            <p:cNvSpPr/>
            <p:nvPr/>
          </p:nvSpPr>
          <p:spPr>
            <a:xfrm>
              <a:off x="4418041" y="2873829"/>
              <a:ext cx="688132" cy="688132"/>
            </a:xfrm>
            <a:prstGeom prst="rect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671250-5D36-7DA7-EE70-CB9C51B08CEF}"/>
                </a:ext>
              </a:extLst>
            </p:cNvPr>
            <p:cNvSpPr/>
            <p:nvPr/>
          </p:nvSpPr>
          <p:spPr>
            <a:xfrm>
              <a:off x="5106173" y="2873829"/>
              <a:ext cx="688132" cy="688132"/>
            </a:xfrm>
            <a:prstGeom prst="rect">
              <a:avLst/>
            </a:prstGeom>
            <a:solidFill>
              <a:srgbClr val="CE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B54742F-68EA-29E2-5C0C-81B6D93E8EDE}"/>
                </a:ext>
              </a:extLst>
            </p:cNvPr>
            <p:cNvSpPr/>
            <p:nvPr/>
          </p:nvSpPr>
          <p:spPr>
            <a:xfrm>
              <a:off x="289247" y="3561961"/>
              <a:ext cx="688132" cy="688132"/>
            </a:xfrm>
            <a:prstGeom prst="rect">
              <a:avLst/>
            </a:prstGeom>
            <a:solidFill>
              <a:srgbClr val="D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AEDB9F8-AC2E-D5B8-12FB-5C860E895EF0}"/>
                </a:ext>
              </a:extLst>
            </p:cNvPr>
            <p:cNvSpPr/>
            <p:nvPr/>
          </p:nvSpPr>
          <p:spPr>
            <a:xfrm>
              <a:off x="977379" y="3561961"/>
              <a:ext cx="688132" cy="688132"/>
            </a:xfrm>
            <a:prstGeom prst="rect">
              <a:avLst/>
            </a:prstGeom>
            <a:solidFill>
              <a:srgbClr val="D2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8CE1D5C-A45D-A1AE-95A0-FE661CA95205}"/>
                </a:ext>
              </a:extLst>
            </p:cNvPr>
            <p:cNvSpPr/>
            <p:nvPr/>
          </p:nvSpPr>
          <p:spPr>
            <a:xfrm>
              <a:off x="1665511" y="3561961"/>
              <a:ext cx="688132" cy="688132"/>
            </a:xfrm>
            <a:prstGeom prst="rect">
              <a:avLst/>
            </a:prstGeom>
            <a:solidFill>
              <a:srgbClr val="D4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D4AC7CD-3368-0472-B487-D7BFA41B545E}"/>
                </a:ext>
              </a:extLst>
            </p:cNvPr>
            <p:cNvSpPr/>
            <p:nvPr/>
          </p:nvSpPr>
          <p:spPr>
            <a:xfrm>
              <a:off x="2353643" y="3561961"/>
              <a:ext cx="688132" cy="688132"/>
            </a:xfrm>
            <a:prstGeom prst="rect">
              <a:avLst/>
            </a:prstGeom>
            <a:solidFill>
              <a:srgbClr val="D6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E007751-9FF9-88C1-D219-E1D2C1059CE9}"/>
                </a:ext>
              </a:extLst>
            </p:cNvPr>
            <p:cNvSpPr/>
            <p:nvPr/>
          </p:nvSpPr>
          <p:spPr>
            <a:xfrm>
              <a:off x="3041776" y="3561961"/>
              <a:ext cx="688132" cy="688132"/>
            </a:xfrm>
            <a:prstGeom prst="rect">
              <a:avLst/>
            </a:prstGeom>
            <a:solidFill>
              <a:srgbClr val="D8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57217C-7E63-F00D-B36E-9A898FE04559}"/>
                </a:ext>
              </a:extLst>
            </p:cNvPr>
            <p:cNvSpPr/>
            <p:nvPr/>
          </p:nvSpPr>
          <p:spPr>
            <a:xfrm>
              <a:off x="3729908" y="3561961"/>
              <a:ext cx="688132" cy="688132"/>
            </a:xfrm>
            <a:prstGeom prst="rect">
              <a:avLst/>
            </a:prstGeom>
            <a:solidFill>
              <a:srgbClr val="DA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5B2F7F5-5F60-E894-D6AF-61D7DF8AA780}"/>
                </a:ext>
              </a:extLst>
            </p:cNvPr>
            <p:cNvSpPr/>
            <p:nvPr/>
          </p:nvSpPr>
          <p:spPr>
            <a:xfrm>
              <a:off x="4418040" y="3561961"/>
              <a:ext cx="688132" cy="688132"/>
            </a:xfrm>
            <a:prstGeom prst="rect">
              <a:avLst/>
            </a:prstGeom>
            <a:solidFill>
              <a:srgbClr val="D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E65A0A5-8A71-3A49-0384-C40FCDD8706B}"/>
                </a:ext>
              </a:extLst>
            </p:cNvPr>
            <p:cNvSpPr/>
            <p:nvPr/>
          </p:nvSpPr>
          <p:spPr>
            <a:xfrm>
              <a:off x="5106172" y="3561961"/>
              <a:ext cx="688132" cy="688132"/>
            </a:xfrm>
            <a:prstGeom prst="rect">
              <a:avLst/>
            </a:prstGeom>
            <a:solidFill>
              <a:srgbClr val="DE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C664F41-A2AC-AD41-799D-595F376E0F91}"/>
              </a:ext>
            </a:extLst>
          </p:cNvPr>
          <p:cNvSpPr/>
          <p:nvPr/>
        </p:nvSpPr>
        <p:spPr>
          <a:xfrm>
            <a:off x="244990" y="3062722"/>
            <a:ext cx="5549314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Altering shade by two gradations each time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C937BD-6670-D471-65E8-49749AD4BC1A}"/>
              </a:ext>
            </a:extLst>
          </p:cNvPr>
          <p:cNvSpPr/>
          <p:nvPr/>
        </p:nvSpPr>
        <p:spPr>
          <a:xfrm>
            <a:off x="254527" y="5053273"/>
            <a:ext cx="5549314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Altering brightness by two gradations each time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596520B-D786-B568-65BA-D8F50DC11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79" y="5355119"/>
            <a:ext cx="5511262" cy="1390008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71AC17DB-0659-07CD-07C5-B4EE179EDE45}"/>
              </a:ext>
            </a:extLst>
          </p:cNvPr>
          <p:cNvSpPr/>
          <p:nvPr/>
        </p:nvSpPr>
        <p:spPr>
          <a:xfrm>
            <a:off x="6314100" y="5053273"/>
            <a:ext cx="420655" cy="420655"/>
          </a:xfrm>
          <a:prstGeom prst="rect">
            <a:avLst/>
          </a:prstGeom>
          <a:solidFill>
            <a:srgbClr val="D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1FC83AB-476B-9DD8-A21B-6A24B5A18C52}"/>
              </a:ext>
            </a:extLst>
          </p:cNvPr>
          <p:cNvSpPr/>
          <p:nvPr/>
        </p:nvSpPr>
        <p:spPr>
          <a:xfrm>
            <a:off x="6734755" y="5053273"/>
            <a:ext cx="420655" cy="420655"/>
          </a:xfrm>
          <a:prstGeom prst="rect">
            <a:avLst/>
          </a:prstGeom>
          <a:solidFill>
            <a:srgbClr val="D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F62F591-C6DD-C225-955F-2509FDADE033}"/>
              </a:ext>
            </a:extLst>
          </p:cNvPr>
          <p:cNvSpPr/>
          <p:nvPr/>
        </p:nvSpPr>
        <p:spPr>
          <a:xfrm>
            <a:off x="7155411" y="5053273"/>
            <a:ext cx="420655" cy="420655"/>
          </a:xfrm>
          <a:prstGeom prst="rect">
            <a:avLst/>
          </a:prstGeom>
          <a:solidFill>
            <a:srgbClr val="D4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BD5E802-4919-64BB-26F5-26C5C5EFA55E}"/>
              </a:ext>
            </a:extLst>
          </p:cNvPr>
          <p:cNvSpPr/>
          <p:nvPr/>
        </p:nvSpPr>
        <p:spPr>
          <a:xfrm>
            <a:off x="7576066" y="5053273"/>
            <a:ext cx="420655" cy="420655"/>
          </a:xfrm>
          <a:prstGeom prst="rect">
            <a:avLst/>
          </a:prstGeom>
          <a:solidFill>
            <a:srgbClr val="D6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AB188C9-4CB5-947C-711A-403D41A0752B}"/>
              </a:ext>
            </a:extLst>
          </p:cNvPr>
          <p:cNvSpPr/>
          <p:nvPr/>
        </p:nvSpPr>
        <p:spPr>
          <a:xfrm>
            <a:off x="7996722" y="5053273"/>
            <a:ext cx="420655" cy="420655"/>
          </a:xfrm>
          <a:prstGeom prst="rect">
            <a:avLst/>
          </a:prstGeom>
          <a:solidFill>
            <a:srgbClr val="D8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4662240-B2B2-5C5E-7E60-ECF592C16E9E}"/>
              </a:ext>
            </a:extLst>
          </p:cNvPr>
          <p:cNvSpPr/>
          <p:nvPr/>
        </p:nvSpPr>
        <p:spPr>
          <a:xfrm>
            <a:off x="8417377" y="5053273"/>
            <a:ext cx="420655" cy="420655"/>
          </a:xfrm>
          <a:prstGeom prst="rect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3F36213-5CB0-B41F-6F93-B83E6A220A90}"/>
              </a:ext>
            </a:extLst>
          </p:cNvPr>
          <p:cNvSpPr/>
          <p:nvPr/>
        </p:nvSpPr>
        <p:spPr>
          <a:xfrm>
            <a:off x="8838033" y="5053273"/>
            <a:ext cx="420655" cy="420655"/>
          </a:xfrm>
          <a:prstGeom prst="rect">
            <a:avLst/>
          </a:prstGeom>
          <a:solidFill>
            <a:srgbClr val="D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0A6C414-CE38-AC88-6402-D8713DEFE72C}"/>
              </a:ext>
            </a:extLst>
          </p:cNvPr>
          <p:cNvSpPr/>
          <p:nvPr/>
        </p:nvSpPr>
        <p:spPr>
          <a:xfrm>
            <a:off x="9258688" y="5053273"/>
            <a:ext cx="420655" cy="420655"/>
          </a:xfrm>
          <a:prstGeom prst="rect">
            <a:avLst/>
          </a:prstGeom>
          <a:solidFill>
            <a:srgbClr val="DE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F26A249-ED6C-B11D-67B2-8BB269B3EFFF}"/>
              </a:ext>
            </a:extLst>
          </p:cNvPr>
          <p:cNvSpPr/>
          <p:nvPr/>
        </p:nvSpPr>
        <p:spPr>
          <a:xfrm>
            <a:off x="6314100" y="3390137"/>
            <a:ext cx="420655" cy="42065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9000EF8-3803-A5C3-741B-53440B5115F6}"/>
              </a:ext>
            </a:extLst>
          </p:cNvPr>
          <p:cNvSpPr/>
          <p:nvPr/>
        </p:nvSpPr>
        <p:spPr>
          <a:xfrm>
            <a:off x="6734755" y="3390137"/>
            <a:ext cx="420655" cy="420655"/>
          </a:xfrm>
          <a:prstGeom prst="rect">
            <a:avLst/>
          </a:prstGeom>
          <a:solidFill>
            <a:srgbClr val="C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6D3F26B-DDC6-B4B9-4A0C-782010E00776}"/>
              </a:ext>
            </a:extLst>
          </p:cNvPr>
          <p:cNvSpPr/>
          <p:nvPr/>
        </p:nvSpPr>
        <p:spPr>
          <a:xfrm>
            <a:off x="7155411" y="3390137"/>
            <a:ext cx="420655" cy="420655"/>
          </a:xfrm>
          <a:prstGeom prst="rect">
            <a:avLst/>
          </a:prstGeom>
          <a:solidFill>
            <a:srgbClr val="C4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357DE1D-5BA3-4138-E875-03664083B8E2}"/>
              </a:ext>
            </a:extLst>
          </p:cNvPr>
          <p:cNvSpPr/>
          <p:nvPr/>
        </p:nvSpPr>
        <p:spPr>
          <a:xfrm>
            <a:off x="7576066" y="3390137"/>
            <a:ext cx="420655" cy="420655"/>
          </a:xfrm>
          <a:prstGeom prst="rect">
            <a:avLst/>
          </a:prstGeom>
          <a:solidFill>
            <a:srgbClr val="C6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63F3045-A7B7-8D65-2AA5-84AB18C72B3D}"/>
              </a:ext>
            </a:extLst>
          </p:cNvPr>
          <p:cNvSpPr/>
          <p:nvPr/>
        </p:nvSpPr>
        <p:spPr>
          <a:xfrm>
            <a:off x="7996722" y="3390137"/>
            <a:ext cx="420655" cy="420655"/>
          </a:xfrm>
          <a:prstGeom prst="rect">
            <a:avLst/>
          </a:prstGeom>
          <a:solidFill>
            <a:srgbClr val="C8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DD40D79-6AA6-4176-CA67-492260C281F9}"/>
              </a:ext>
            </a:extLst>
          </p:cNvPr>
          <p:cNvSpPr/>
          <p:nvPr/>
        </p:nvSpPr>
        <p:spPr>
          <a:xfrm>
            <a:off x="8417377" y="3390137"/>
            <a:ext cx="420655" cy="420655"/>
          </a:xfrm>
          <a:prstGeom prst="rect">
            <a:avLst/>
          </a:prstGeom>
          <a:solidFill>
            <a:srgbClr val="C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D3D9949-FA74-1575-BCAE-EFC9FB075096}"/>
              </a:ext>
            </a:extLst>
          </p:cNvPr>
          <p:cNvSpPr/>
          <p:nvPr/>
        </p:nvSpPr>
        <p:spPr>
          <a:xfrm>
            <a:off x="8838032" y="3390137"/>
            <a:ext cx="420655" cy="420655"/>
          </a:xfrm>
          <a:prstGeom prst="rect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2FBFD58-2F1B-7EDD-CE1F-3E6A6409F04B}"/>
              </a:ext>
            </a:extLst>
          </p:cNvPr>
          <p:cNvSpPr/>
          <p:nvPr/>
        </p:nvSpPr>
        <p:spPr>
          <a:xfrm>
            <a:off x="9258688" y="3390137"/>
            <a:ext cx="420655" cy="420655"/>
          </a:xfrm>
          <a:prstGeom prst="rect">
            <a:avLst/>
          </a:prstGeom>
          <a:solidFill>
            <a:srgbClr val="CE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ECBB405-27C6-FD71-206D-CB031689A3C0}"/>
              </a:ext>
            </a:extLst>
          </p:cNvPr>
          <p:cNvSpPr/>
          <p:nvPr/>
        </p:nvSpPr>
        <p:spPr>
          <a:xfrm>
            <a:off x="6314100" y="3796393"/>
            <a:ext cx="420655" cy="42065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4663407-5820-8CF1-41D7-646FE502D46F}"/>
              </a:ext>
            </a:extLst>
          </p:cNvPr>
          <p:cNvSpPr/>
          <p:nvPr/>
        </p:nvSpPr>
        <p:spPr>
          <a:xfrm>
            <a:off x="6734755" y="3796393"/>
            <a:ext cx="420655" cy="420655"/>
          </a:xfrm>
          <a:prstGeom prst="rect">
            <a:avLst/>
          </a:prstGeom>
          <a:solidFill>
            <a:srgbClr val="C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BC9460F-6A78-4AA3-FE36-0E1D2B52C20A}"/>
              </a:ext>
            </a:extLst>
          </p:cNvPr>
          <p:cNvSpPr/>
          <p:nvPr/>
        </p:nvSpPr>
        <p:spPr>
          <a:xfrm>
            <a:off x="7155411" y="3796393"/>
            <a:ext cx="420655" cy="420655"/>
          </a:xfrm>
          <a:prstGeom prst="rect">
            <a:avLst/>
          </a:prstGeom>
          <a:solidFill>
            <a:srgbClr val="C4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DFF36D0-8545-5767-033F-E1FCC1F3418D}"/>
              </a:ext>
            </a:extLst>
          </p:cNvPr>
          <p:cNvSpPr/>
          <p:nvPr/>
        </p:nvSpPr>
        <p:spPr>
          <a:xfrm>
            <a:off x="7576066" y="3796393"/>
            <a:ext cx="420655" cy="420655"/>
          </a:xfrm>
          <a:prstGeom prst="rect">
            <a:avLst/>
          </a:prstGeom>
          <a:solidFill>
            <a:srgbClr val="C6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8AC57AC-8B86-DBD9-561A-88ABA8F58D3C}"/>
              </a:ext>
            </a:extLst>
          </p:cNvPr>
          <p:cNvSpPr/>
          <p:nvPr/>
        </p:nvSpPr>
        <p:spPr>
          <a:xfrm>
            <a:off x="7996722" y="3796393"/>
            <a:ext cx="420655" cy="420655"/>
          </a:xfrm>
          <a:prstGeom prst="rect">
            <a:avLst/>
          </a:prstGeom>
          <a:solidFill>
            <a:srgbClr val="C8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D410C64-E59C-4BCC-7DA0-BA629AA43AF7}"/>
              </a:ext>
            </a:extLst>
          </p:cNvPr>
          <p:cNvSpPr/>
          <p:nvPr/>
        </p:nvSpPr>
        <p:spPr>
          <a:xfrm>
            <a:off x="8417377" y="3796393"/>
            <a:ext cx="420655" cy="420655"/>
          </a:xfrm>
          <a:prstGeom prst="rect">
            <a:avLst/>
          </a:prstGeom>
          <a:solidFill>
            <a:srgbClr val="C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9EDCF56-D383-4518-65F2-E16306BACF1C}"/>
              </a:ext>
            </a:extLst>
          </p:cNvPr>
          <p:cNvSpPr/>
          <p:nvPr/>
        </p:nvSpPr>
        <p:spPr>
          <a:xfrm>
            <a:off x="8838032" y="3796393"/>
            <a:ext cx="420655" cy="420655"/>
          </a:xfrm>
          <a:prstGeom prst="rect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45BF86A-8D38-F470-982E-8FD5215C6A68}"/>
              </a:ext>
            </a:extLst>
          </p:cNvPr>
          <p:cNvSpPr/>
          <p:nvPr/>
        </p:nvSpPr>
        <p:spPr>
          <a:xfrm>
            <a:off x="9258688" y="3796393"/>
            <a:ext cx="420655" cy="420655"/>
          </a:xfrm>
          <a:prstGeom prst="rect">
            <a:avLst/>
          </a:prstGeom>
          <a:solidFill>
            <a:srgbClr val="CE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D2D47CB-D469-86E8-7A37-BCCDDA49ABCC}"/>
              </a:ext>
            </a:extLst>
          </p:cNvPr>
          <p:cNvSpPr/>
          <p:nvPr/>
        </p:nvSpPr>
        <p:spPr>
          <a:xfrm>
            <a:off x="6314100" y="4217048"/>
            <a:ext cx="420655" cy="42065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0D944C2-1B67-F110-DE1F-680CFF4F66BE}"/>
              </a:ext>
            </a:extLst>
          </p:cNvPr>
          <p:cNvSpPr/>
          <p:nvPr/>
        </p:nvSpPr>
        <p:spPr>
          <a:xfrm>
            <a:off x="6734755" y="4217048"/>
            <a:ext cx="420655" cy="420655"/>
          </a:xfrm>
          <a:prstGeom prst="rect">
            <a:avLst/>
          </a:prstGeom>
          <a:solidFill>
            <a:srgbClr val="C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5DD6388-211C-DFCC-D608-B431E15EBC85}"/>
              </a:ext>
            </a:extLst>
          </p:cNvPr>
          <p:cNvSpPr/>
          <p:nvPr/>
        </p:nvSpPr>
        <p:spPr>
          <a:xfrm>
            <a:off x="7155411" y="4217048"/>
            <a:ext cx="420655" cy="420655"/>
          </a:xfrm>
          <a:prstGeom prst="rect">
            <a:avLst/>
          </a:prstGeom>
          <a:solidFill>
            <a:srgbClr val="C4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2DB9B5F3-9879-78FB-A5D1-E41B6471DC70}"/>
              </a:ext>
            </a:extLst>
          </p:cNvPr>
          <p:cNvSpPr/>
          <p:nvPr/>
        </p:nvSpPr>
        <p:spPr>
          <a:xfrm>
            <a:off x="7576066" y="4217048"/>
            <a:ext cx="420655" cy="420655"/>
          </a:xfrm>
          <a:prstGeom prst="rect">
            <a:avLst/>
          </a:prstGeom>
          <a:solidFill>
            <a:srgbClr val="C6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56AA884-AC32-6769-157F-E620C68D63AB}"/>
              </a:ext>
            </a:extLst>
          </p:cNvPr>
          <p:cNvSpPr/>
          <p:nvPr/>
        </p:nvSpPr>
        <p:spPr>
          <a:xfrm>
            <a:off x="7996722" y="4217048"/>
            <a:ext cx="420655" cy="420655"/>
          </a:xfrm>
          <a:prstGeom prst="rect">
            <a:avLst/>
          </a:prstGeom>
          <a:solidFill>
            <a:srgbClr val="C8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08D2246-2AAD-94E5-4153-EE3C37274A5E}"/>
              </a:ext>
            </a:extLst>
          </p:cNvPr>
          <p:cNvSpPr/>
          <p:nvPr/>
        </p:nvSpPr>
        <p:spPr>
          <a:xfrm>
            <a:off x="8417377" y="4217048"/>
            <a:ext cx="420655" cy="420655"/>
          </a:xfrm>
          <a:prstGeom prst="rect">
            <a:avLst/>
          </a:prstGeom>
          <a:solidFill>
            <a:srgbClr val="C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E0B5E37-72B4-2D8A-D134-8A02D357D793}"/>
              </a:ext>
            </a:extLst>
          </p:cNvPr>
          <p:cNvSpPr/>
          <p:nvPr/>
        </p:nvSpPr>
        <p:spPr>
          <a:xfrm>
            <a:off x="8838032" y="4217048"/>
            <a:ext cx="420655" cy="420655"/>
          </a:xfrm>
          <a:prstGeom prst="rect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9971382-EBF8-F177-94F0-80D5ECA99F65}"/>
              </a:ext>
            </a:extLst>
          </p:cNvPr>
          <p:cNvSpPr/>
          <p:nvPr/>
        </p:nvSpPr>
        <p:spPr>
          <a:xfrm>
            <a:off x="9258688" y="4217048"/>
            <a:ext cx="420655" cy="420655"/>
          </a:xfrm>
          <a:prstGeom prst="rect">
            <a:avLst/>
          </a:prstGeom>
          <a:solidFill>
            <a:srgbClr val="CE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4B9CEED-A90D-E11A-6AA6-8152E7A6365B}"/>
              </a:ext>
            </a:extLst>
          </p:cNvPr>
          <p:cNvSpPr/>
          <p:nvPr/>
        </p:nvSpPr>
        <p:spPr>
          <a:xfrm>
            <a:off x="6314100" y="4623304"/>
            <a:ext cx="420655" cy="42065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849F9C4-616C-CB57-0959-F6732D34E60E}"/>
              </a:ext>
            </a:extLst>
          </p:cNvPr>
          <p:cNvSpPr/>
          <p:nvPr/>
        </p:nvSpPr>
        <p:spPr>
          <a:xfrm>
            <a:off x="6734755" y="4623304"/>
            <a:ext cx="420655" cy="420655"/>
          </a:xfrm>
          <a:prstGeom prst="rect">
            <a:avLst/>
          </a:prstGeom>
          <a:solidFill>
            <a:srgbClr val="C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670D8D6-7397-9D9A-0C1F-B8D8803AA4CD}"/>
              </a:ext>
            </a:extLst>
          </p:cNvPr>
          <p:cNvSpPr/>
          <p:nvPr/>
        </p:nvSpPr>
        <p:spPr>
          <a:xfrm>
            <a:off x="7155411" y="4623304"/>
            <a:ext cx="420655" cy="420655"/>
          </a:xfrm>
          <a:prstGeom prst="rect">
            <a:avLst/>
          </a:prstGeom>
          <a:solidFill>
            <a:srgbClr val="C4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C40BDC1-1AF1-4C3D-5DDF-9DE0DE176996}"/>
              </a:ext>
            </a:extLst>
          </p:cNvPr>
          <p:cNvSpPr/>
          <p:nvPr/>
        </p:nvSpPr>
        <p:spPr>
          <a:xfrm>
            <a:off x="7576066" y="4623304"/>
            <a:ext cx="420655" cy="420655"/>
          </a:xfrm>
          <a:prstGeom prst="rect">
            <a:avLst/>
          </a:prstGeom>
          <a:solidFill>
            <a:srgbClr val="C6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23431CA-26D3-1DE6-7804-4FFC2D740C5E}"/>
              </a:ext>
            </a:extLst>
          </p:cNvPr>
          <p:cNvSpPr/>
          <p:nvPr/>
        </p:nvSpPr>
        <p:spPr>
          <a:xfrm>
            <a:off x="7996722" y="4623304"/>
            <a:ext cx="420655" cy="420655"/>
          </a:xfrm>
          <a:prstGeom prst="rect">
            <a:avLst/>
          </a:prstGeom>
          <a:solidFill>
            <a:srgbClr val="C8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7AFDBCE-9EF6-FDB5-350C-CD48A8E36C90}"/>
              </a:ext>
            </a:extLst>
          </p:cNvPr>
          <p:cNvSpPr/>
          <p:nvPr/>
        </p:nvSpPr>
        <p:spPr>
          <a:xfrm>
            <a:off x="8417377" y="4623304"/>
            <a:ext cx="420655" cy="420655"/>
          </a:xfrm>
          <a:prstGeom prst="rect">
            <a:avLst/>
          </a:prstGeom>
          <a:solidFill>
            <a:srgbClr val="C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FC38221-39FE-AAE3-65B2-529D86813265}"/>
              </a:ext>
            </a:extLst>
          </p:cNvPr>
          <p:cNvSpPr/>
          <p:nvPr/>
        </p:nvSpPr>
        <p:spPr>
          <a:xfrm>
            <a:off x="8838032" y="4623304"/>
            <a:ext cx="420655" cy="420655"/>
          </a:xfrm>
          <a:prstGeom prst="rect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5A6D6AB-9734-BE82-6557-9EB3AE68026A}"/>
              </a:ext>
            </a:extLst>
          </p:cNvPr>
          <p:cNvSpPr/>
          <p:nvPr/>
        </p:nvSpPr>
        <p:spPr>
          <a:xfrm>
            <a:off x="9258688" y="4623304"/>
            <a:ext cx="420655" cy="420655"/>
          </a:xfrm>
          <a:prstGeom prst="rect">
            <a:avLst/>
          </a:prstGeom>
          <a:solidFill>
            <a:srgbClr val="CE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634859B-9E0D-10F7-2442-2FEEBC822759}"/>
              </a:ext>
            </a:extLst>
          </p:cNvPr>
          <p:cNvSpPr/>
          <p:nvPr/>
        </p:nvSpPr>
        <p:spPr>
          <a:xfrm>
            <a:off x="6314100" y="5465402"/>
            <a:ext cx="420655" cy="420655"/>
          </a:xfrm>
          <a:prstGeom prst="rect">
            <a:avLst/>
          </a:prstGeom>
          <a:solidFill>
            <a:srgbClr val="D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EA7C39B-445A-958A-32BA-0B459DD368A6}"/>
              </a:ext>
            </a:extLst>
          </p:cNvPr>
          <p:cNvSpPr/>
          <p:nvPr/>
        </p:nvSpPr>
        <p:spPr>
          <a:xfrm>
            <a:off x="6734755" y="5465402"/>
            <a:ext cx="420655" cy="420655"/>
          </a:xfrm>
          <a:prstGeom prst="rect">
            <a:avLst/>
          </a:prstGeom>
          <a:solidFill>
            <a:srgbClr val="D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009AD32-5373-D0AF-1ED3-F1D7F36BEDA1}"/>
              </a:ext>
            </a:extLst>
          </p:cNvPr>
          <p:cNvSpPr/>
          <p:nvPr/>
        </p:nvSpPr>
        <p:spPr>
          <a:xfrm>
            <a:off x="7155411" y="5465402"/>
            <a:ext cx="420655" cy="420655"/>
          </a:xfrm>
          <a:prstGeom prst="rect">
            <a:avLst/>
          </a:prstGeom>
          <a:solidFill>
            <a:srgbClr val="D4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61B099D-DD98-E9D1-E32C-E618E0B2157C}"/>
              </a:ext>
            </a:extLst>
          </p:cNvPr>
          <p:cNvSpPr/>
          <p:nvPr/>
        </p:nvSpPr>
        <p:spPr>
          <a:xfrm>
            <a:off x="7576066" y="5465402"/>
            <a:ext cx="420655" cy="420655"/>
          </a:xfrm>
          <a:prstGeom prst="rect">
            <a:avLst/>
          </a:prstGeom>
          <a:solidFill>
            <a:srgbClr val="D6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387801C-B9B7-4017-CBF5-EA745FB4BEB5}"/>
              </a:ext>
            </a:extLst>
          </p:cNvPr>
          <p:cNvSpPr/>
          <p:nvPr/>
        </p:nvSpPr>
        <p:spPr>
          <a:xfrm>
            <a:off x="7996722" y="5465402"/>
            <a:ext cx="420655" cy="420655"/>
          </a:xfrm>
          <a:prstGeom prst="rect">
            <a:avLst/>
          </a:prstGeom>
          <a:solidFill>
            <a:srgbClr val="D8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2A3B42D-5CFB-4FF1-B42E-574130C060E1}"/>
              </a:ext>
            </a:extLst>
          </p:cNvPr>
          <p:cNvSpPr/>
          <p:nvPr/>
        </p:nvSpPr>
        <p:spPr>
          <a:xfrm>
            <a:off x="8417377" y="5465402"/>
            <a:ext cx="420655" cy="420655"/>
          </a:xfrm>
          <a:prstGeom prst="rect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1FCC3B0-A279-4CA7-A064-C64FD69FF4C4}"/>
              </a:ext>
            </a:extLst>
          </p:cNvPr>
          <p:cNvSpPr/>
          <p:nvPr/>
        </p:nvSpPr>
        <p:spPr>
          <a:xfrm>
            <a:off x="8838033" y="5465402"/>
            <a:ext cx="420655" cy="420655"/>
          </a:xfrm>
          <a:prstGeom prst="rect">
            <a:avLst/>
          </a:prstGeom>
          <a:solidFill>
            <a:srgbClr val="D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6D96629-CC51-658D-320F-4910AF4AAB91}"/>
              </a:ext>
            </a:extLst>
          </p:cNvPr>
          <p:cNvSpPr/>
          <p:nvPr/>
        </p:nvSpPr>
        <p:spPr>
          <a:xfrm>
            <a:off x="9258688" y="5465402"/>
            <a:ext cx="420655" cy="420655"/>
          </a:xfrm>
          <a:prstGeom prst="rect">
            <a:avLst/>
          </a:prstGeom>
          <a:solidFill>
            <a:srgbClr val="DE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C3C08AC-44DA-A837-54BA-D8BFFD915667}"/>
              </a:ext>
            </a:extLst>
          </p:cNvPr>
          <p:cNvSpPr/>
          <p:nvPr/>
        </p:nvSpPr>
        <p:spPr>
          <a:xfrm>
            <a:off x="6314100" y="5877531"/>
            <a:ext cx="420655" cy="420655"/>
          </a:xfrm>
          <a:prstGeom prst="rect">
            <a:avLst/>
          </a:prstGeom>
          <a:solidFill>
            <a:srgbClr val="D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34E389FA-D8B5-8824-E0C6-8EBAABEF4403}"/>
              </a:ext>
            </a:extLst>
          </p:cNvPr>
          <p:cNvSpPr/>
          <p:nvPr/>
        </p:nvSpPr>
        <p:spPr>
          <a:xfrm>
            <a:off x="6734755" y="5877531"/>
            <a:ext cx="420655" cy="420655"/>
          </a:xfrm>
          <a:prstGeom prst="rect">
            <a:avLst/>
          </a:prstGeom>
          <a:solidFill>
            <a:srgbClr val="D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024CD2C-7EB8-3CC1-6DCB-C1E846AFF9E5}"/>
              </a:ext>
            </a:extLst>
          </p:cNvPr>
          <p:cNvSpPr/>
          <p:nvPr/>
        </p:nvSpPr>
        <p:spPr>
          <a:xfrm>
            <a:off x="7155411" y="5877531"/>
            <a:ext cx="420655" cy="420655"/>
          </a:xfrm>
          <a:prstGeom prst="rect">
            <a:avLst/>
          </a:prstGeom>
          <a:solidFill>
            <a:srgbClr val="D4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5B9FF7C-4074-71EA-50E1-5718327C8694}"/>
              </a:ext>
            </a:extLst>
          </p:cNvPr>
          <p:cNvSpPr/>
          <p:nvPr/>
        </p:nvSpPr>
        <p:spPr>
          <a:xfrm>
            <a:off x="7576066" y="5877531"/>
            <a:ext cx="420655" cy="420655"/>
          </a:xfrm>
          <a:prstGeom prst="rect">
            <a:avLst/>
          </a:prstGeom>
          <a:solidFill>
            <a:srgbClr val="D6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29DE4CA-50AC-A713-9420-926C441950FF}"/>
              </a:ext>
            </a:extLst>
          </p:cNvPr>
          <p:cNvSpPr/>
          <p:nvPr/>
        </p:nvSpPr>
        <p:spPr>
          <a:xfrm>
            <a:off x="7996722" y="5877531"/>
            <a:ext cx="420655" cy="420655"/>
          </a:xfrm>
          <a:prstGeom prst="rect">
            <a:avLst/>
          </a:prstGeom>
          <a:solidFill>
            <a:srgbClr val="D8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1E65EBE7-12AF-577A-E5DD-7320D65F7B8A}"/>
              </a:ext>
            </a:extLst>
          </p:cNvPr>
          <p:cNvSpPr/>
          <p:nvPr/>
        </p:nvSpPr>
        <p:spPr>
          <a:xfrm>
            <a:off x="8417377" y="5877531"/>
            <a:ext cx="420655" cy="420655"/>
          </a:xfrm>
          <a:prstGeom prst="rect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3CB414A-F731-E5E0-EB69-0795CC11698A}"/>
              </a:ext>
            </a:extLst>
          </p:cNvPr>
          <p:cNvSpPr/>
          <p:nvPr/>
        </p:nvSpPr>
        <p:spPr>
          <a:xfrm>
            <a:off x="8838033" y="5877531"/>
            <a:ext cx="420655" cy="420655"/>
          </a:xfrm>
          <a:prstGeom prst="rect">
            <a:avLst/>
          </a:prstGeom>
          <a:solidFill>
            <a:srgbClr val="D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BEE9976-62B4-A086-8517-28D279F5A1CC}"/>
              </a:ext>
            </a:extLst>
          </p:cNvPr>
          <p:cNvSpPr/>
          <p:nvPr/>
        </p:nvSpPr>
        <p:spPr>
          <a:xfrm>
            <a:off x="9258688" y="5877531"/>
            <a:ext cx="420655" cy="420655"/>
          </a:xfrm>
          <a:prstGeom prst="rect">
            <a:avLst/>
          </a:prstGeom>
          <a:solidFill>
            <a:srgbClr val="DE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017C702-87CE-8C7A-43C6-CC2747F25128}"/>
              </a:ext>
            </a:extLst>
          </p:cNvPr>
          <p:cNvSpPr/>
          <p:nvPr/>
        </p:nvSpPr>
        <p:spPr>
          <a:xfrm>
            <a:off x="6314100" y="6289660"/>
            <a:ext cx="420655" cy="420655"/>
          </a:xfrm>
          <a:prstGeom prst="rect">
            <a:avLst/>
          </a:prstGeom>
          <a:solidFill>
            <a:srgbClr val="D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A24381E7-1371-BA9F-D22A-1003CEB2B85F}"/>
              </a:ext>
            </a:extLst>
          </p:cNvPr>
          <p:cNvSpPr/>
          <p:nvPr/>
        </p:nvSpPr>
        <p:spPr>
          <a:xfrm>
            <a:off x="6734755" y="6289660"/>
            <a:ext cx="420655" cy="420655"/>
          </a:xfrm>
          <a:prstGeom prst="rect">
            <a:avLst/>
          </a:prstGeom>
          <a:solidFill>
            <a:srgbClr val="D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126610B-BA4A-5532-484C-FA5B64C3B599}"/>
              </a:ext>
            </a:extLst>
          </p:cNvPr>
          <p:cNvSpPr/>
          <p:nvPr/>
        </p:nvSpPr>
        <p:spPr>
          <a:xfrm>
            <a:off x="7155411" y="6289660"/>
            <a:ext cx="420655" cy="420655"/>
          </a:xfrm>
          <a:prstGeom prst="rect">
            <a:avLst/>
          </a:prstGeom>
          <a:solidFill>
            <a:srgbClr val="D4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7425CEF1-4A1B-8E29-661B-41C32CCFEFA5}"/>
              </a:ext>
            </a:extLst>
          </p:cNvPr>
          <p:cNvSpPr/>
          <p:nvPr/>
        </p:nvSpPr>
        <p:spPr>
          <a:xfrm>
            <a:off x="7576066" y="6289660"/>
            <a:ext cx="420655" cy="420655"/>
          </a:xfrm>
          <a:prstGeom prst="rect">
            <a:avLst/>
          </a:prstGeom>
          <a:solidFill>
            <a:srgbClr val="D6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49D950D5-A17B-458D-B377-CB8CC557301A}"/>
              </a:ext>
            </a:extLst>
          </p:cNvPr>
          <p:cNvSpPr/>
          <p:nvPr/>
        </p:nvSpPr>
        <p:spPr>
          <a:xfrm>
            <a:off x="7996722" y="6289660"/>
            <a:ext cx="420655" cy="420655"/>
          </a:xfrm>
          <a:prstGeom prst="rect">
            <a:avLst/>
          </a:prstGeom>
          <a:solidFill>
            <a:srgbClr val="D8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37AC733-06CF-8CB4-5D0D-0CECFE953DD5}"/>
              </a:ext>
            </a:extLst>
          </p:cNvPr>
          <p:cNvSpPr/>
          <p:nvPr/>
        </p:nvSpPr>
        <p:spPr>
          <a:xfrm>
            <a:off x="8417377" y="6289660"/>
            <a:ext cx="420655" cy="420655"/>
          </a:xfrm>
          <a:prstGeom prst="rect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186D2EF-7C66-34ED-9FD1-24CD46E13A87}"/>
              </a:ext>
            </a:extLst>
          </p:cNvPr>
          <p:cNvSpPr/>
          <p:nvPr/>
        </p:nvSpPr>
        <p:spPr>
          <a:xfrm>
            <a:off x="8838033" y="6289660"/>
            <a:ext cx="420655" cy="420655"/>
          </a:xfrm>
          <a:prstGeom prst="rect">
            <a:avLst/>
          </a:prstGeom>
          <a:solidFill>
            <a:srgbClr val="D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0AD0727-E8DB-F757-D7DE-BBAAA10731A9}"/>
              </a:ext>
            </a:extLst>
          </p:cNvPr>
          <p:cNvSpPr/>
          <p:nvPr/>
        </p:nvSpPr>
        <p:spPr>
          <a:xfrm>
            <a:off x="9258688" y="6289660"/>
            <a:ext cx="420655" cy="420655"/>
          </a:xfrm>
          <a:prstGeom prst="rect">
            <a:avLst/>
          </a:prstGeom>
          <a:solidFill>
            <a:srgbClr val="DE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D8500C4-3F4B-5B2A-9654-33FDA8F8250A}"/>
              </a:ext>
            </a:extLst>
          </p:cNvPr>
          <p:cNvSpPr/>
          <p:nvPr/>
        </p:nvSpPr>
        <p:spPr>
          <a:xfrm>
            <a:off x="6304733" y="3383817"/>
            <a:ext cx="3373396" cy="1668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30839C84-6BAE-0688-666E-66F8CE24E217}"/>
              </a:ext>
            </a:extLst>
          </p:cNvPr>
          <p:cNvSpPr/>
          <p:nvPr/>
        </p:nvSpPr>
        <p:spPr>
          <a:xfrm>
            <a:off x="6306480" y="5054967"/>
            <a:ext cx="3373396" cy="1668472"/>
          </a:xfrm>
          <a:prstGeom prst="rect">
            <a:avLst/>
          </a:prstGeom>
          <a:solidFill>
            <a:srgbClr val="D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6EF9C0E9-473C-708B-A196-074D8A35EE4F}"/>
              </a:ext>
            </a:extLst>
          </p:cNvPr>
          <p:cNvSpPr/>
          <p:nvPr/>
        </p:nvSpPr>
        <p:spPr>
          <a:xfrm>
            <a:off x="6304733" y="3383817"/>
            <a:ext cx="3373394" cy="33396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98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0" nodeType="withEffect">
                                  <p:stCondLst>
                                    <p:cond delay="5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0" nodeType="withEffect">
                                  <p:stCondLst>
                                    <p:cond delay="5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0" nodeType="withEffect">
                                  <p:stCondLst>
                                    <p:cond delay="6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0" nodeType="withEffect">
                                  <p:stCondLst>
                                    <p:cond delay="6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0" nodeType="withEffect">
                                  <p:stCondLst>
                                    <p:cond delay="6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0" nodeType="withEffect">
                                  <p:stCondLst>
                                    <p:cond delay="6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0" nodeType="withEffect">
                                  <p:stCondLst>
                                    <p:cond delay="7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0" nodeType="withEffect">
                                  <p:stCondLst>
                                    <p:cond delay="7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270" grpId="0" animBg="1"/>
      <p:bldP spid="27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745479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compression methods: Run-length encoding (RLE)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5" y="993174"/>
            <a:ext cx="7449090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Huffman coding is often used to compressed text-based data.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Meanwhile, run-length encoding is typically used to compress bitmap images.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0232C-D70B-49DC-A716-4FAA3DBAE726}"/>
              </a:ext>
            </a:extLst>
          </p:cNvPr>
          <p:cNvGrpSpPr/>
          <p:nvPr/>
        </p:nvGrpSpPr>
        <p:grpSpPr>
          <a:xfrm>
            <a:off x="326219" y="2251759"/>
            <a:ext cx="3599939" cy="3613067"/>
            <a:chOff x="3385752" y="2466096"/>
            <a:chExt cx="3599939" cy="3613067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9A5FB2-F00B-4A5B-A273-EC0E945F9AD6}"/>
                </a:ext>
              </a:extLst>
            </p:cNvPr>
            <p:cNvSpPr/>
            <p:nvPr/>
          </p:nvSpPr>
          <p:spPr>
            <a:xfrm>
              <a:off x="3385752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C19B0E-4584-47BA-92C5-574FE70504D5}"/>
                </a:ext>
              </a:extLst>
            </p:cNvPr>
            <p:cNvSpPr/>
            <p:nvPr/>
          </p:nvSpPr>
          <p:spPr>
            <a:xfrm>
              <a:off x="3748217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FE923C-22D8-479E-BC44-037FBCD3792F}"/>
                </a:ext>
              </a:extLst>
            </p:cNvPr>
            <p:cNvSpPr/>
            <p:nvPr/>
          </p:nvSpPr>
          <p:spPr>
            <a:xfrm>
              <a:off x="4110682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068C3B-0FFC-4732-B1BF-A57D8BC142BC}"/>
                </a:ext>
              </a:extLst>
            </p:cNvPr>
            <p:cNvSpPr/>
            <p:nvPr/>
          </p:nvSpPr>
          <p:spPr>
            <a:xfrm>
              <a:off x="4473147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40EC95-309C-4242-8C10-23DA20E63735}"/>
                </a:ext>
              </a:extLst>
            </p:cNvPr>
            <p:cNvSpPr/>
            <p:nvPr/>
          </p:nvSpPr>
          <p:spPr>
            <a:xfrm>
              <a:off x="4810899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B064D9-C2BA-485D-B07A-C18E8E2CAF6B}"/>
                </a:ext>
              </a:extLst>
            </p:cNvPr>
            <p:cNvSpPr/>
            <p:nvPr/>
          </p:nvSpPr>
          <p:spPr>
            <a:xfrm>
              <a:off x="5173364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628A84-806A-49AA-812E-510FC6B400CC}"/>
                </a:ext>
              </a:extLst>
            </p:cNvPr>
            <p:cNvSpPr/>
            <p:nvPr/>
          </p:nvSpPr>
          <p:spPr>
            <a:xfrm>
              <a:off x="5535829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148AF6-AF5F-4A4E-A6EC-40494FFAD4B5}"/>
                </a:ext>
              </a:extLst>
            </p:cNvPr>
            <p:cNvSpPr/>
            <p:nvPr/>
          </p:nvSpPr>
          <p:spPr>
            <a:xfrm>
              <a:off x="5898294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38FEDA-F1E8-4164-967E-375E28BC128A}"/>
                </a:ext>
              </a:extLst>
            </p:cNvPr>
            <p:cNvSpPr/>
            <p:nvPr/>
          </p:nvSpPr>
          <p:spPr>
            <a:xfrm>
              <a:off x="6260761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DF32AD-0272-42C5-8770-AB92A81CDD2F}"/>
                </a:ext>
              </a:extLst>
            </p:cNvPr>
            <p:cNvSpPr/>
            <p:nvPr/>
          </p:nvSpPr>
          <p:spPr>
            <a:xfrm>
              <a:off x="6623226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69D612-203F-4B05-AD85-247369AAA7BF}"/>
                </a:ext>
              </a:extLst>
            </p:cNvPr>
            <p:cNvSpPr/>
            <p:nvPr/>
          </p:nvSpPr>
          <p:spPr>
            <a:xfrm>
              <a:off x="3385752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CD6775-E4B4-4BCF-844F-65BB85211DAB}"/>
                </a:ext>
              </a:extLst>
            </p:cNvPr>
            <p:cNvSpPr/>
            <p:nvPr/>
          </p:nvSpPr>
          <p:spPr>
            <a:xfrm>
              <a:off x="3748217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A7305FD-8705-4EE9-AA70-97534632B8FD}"/>
                </a:ext>
              </a:extLst>
            </p:cNvPr>
            <p:cNvSpPr/>
            <p:nvPr/>
          </p:nvSpPr>
          <p:spPr>
            <a:xfrm>
              <a:off x="4110682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D5F1AC-D737-4990-AFE2-F6418821C299}"/>
                </a:ext>
              </a:extLst>
            </p:cNvPr>
            <p:cNvSpPr/>
            <p:nvPr/>
          </p:nvSpPr>
          <p:spPr>
            <a:xfrm>
              <a:off x="4473147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523C03-0E03-4453-B7D1-5C30CCBCEF0E}"/>
                </a:ext>
              </a:extLst>
            </p:cNvPr>
            <p:cNvSpPr/>
            <p:nvPr/>
          </p:nvSpPr>
          <p:spPr>
            <a:xfrm>
              <a:off x="4810899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822FE7-F638-46D6-BBA8-3614E8DE3BF1}"/>
                </a:ext>
              </a:extLst>
            </p:cNvPr>
            <p:cNvSpPr/>
            <p:nvPr/>
          </p:nvSpPr>
          <p:spPr>
            <a:xfrm>
              <a:off x="5173364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86FB030-EB54-453B-B667-A9EBE3A84D5E}"/>
                </a:ext>
              </a:extLst>
            </p:cNvPr>
            <p:cNvSpPr/>
            <p:nvPr/>
          </p:nvSpPr>
          <p:spPr>
            <a:xfrm>
              <a:off x="5535829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213BE58-F51D-416A-9B93-F946477A5625}"/>
                </a:ext>
              </a:extLst>
            </p:cNvPr>
            <p:cNvSpPr/>
            <p:nvPr/>
          </p:nvSpPr>
          <p:spPr>
            <a:xfrm>
              <a:off x="5898294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A94E62B-8CB9-4750-910C-4B5BB2EAA209}"/>
                </a:ext>
              </a:extLst>
            </p:cNvPr>
            <p:cNvSpPr/>
            <p:nvPr/>
          </p:nvSpPr>
          <p:spPr>
            <a:xfrm>
              <a:off x="6260761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857822-1660-4453-99AE-24245E975199}"/>
                </a:ext>
              </a:extLst>
            </p:cNvPr>
            <p:cNvSpPr/>
            <p:nvPr/>
          </p:nvSpPr>
          <p:spPr>
            <a:xfrm>
              <a:off x="6623226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DCB98F-88A0-4D33-AE28-858EC118A11A}"/>
                </a:ext>
              </a:extLst>
            </p:cNvPr>
            <p:cNvSpPr/>
            <p:nvPr/>
          </p:nvSpPr>
          <p:spPr>
            <a:xfrm>
              <a:off x="3385752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C6FADC-BA9B-4A96-A88F-B32985289611}"/>
                </a:ext>
              </a:extLst>
            </p:cNvPr>
            <p:cNvSpPr/>
            <p:nvPr/>
          </p:nvSpPr>
          <p:spPr>
            <a:xfrm>
              <a:off x="3748217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5BC51F4-217F-4894-BFF1-286F5DB25499}"/>
                </a:ext>
              </a:extLst>
            </p:cNvPr>
            <p:cNvSpPr/>
            <p:nvPr/>
          </p:nvSpPr>
          <p:spPr>
            <a:xfrm>
              <a:off x="4110682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1470D3D-ADAE-41A0-94FA-14A577406665}"/>
                </a:ext>
              </a:extLst>
            </p:cNvPr>
            <p:cNvSpPr/>
            <p:nvPr/>
          </p:nvSpPr>
          <p:spPr>
            <a:xfrm>
              <a:off x="4473147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6E4944C-6E28-4987-BBAD-3C5C3E72D12C}"/>
                </a:ext>
              </a:extLst>
            </p:cNvPr>
            <p:cNvSpPr/>
            <p:nvPr/>
          </p:nvSpPr>
          <p:spPr>
            <a:xfrm>
              <a:off x="4810899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A6453C7-5000-4072-8A48-94B75F77EBBE}"/>
                </a:ext>
              </a:extLst>
            </p:cNvPr>
            <p:cNvSpPr/>
            <p:nvPr/>
          </p:nvSpPr>
          <p:spPr>
            <a:xfrm>
              <a:off x="5173364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E6DF330-06C3-4166-A9CC-DED6F2B3C5E6}"/>
                </a:ext>
              </a:extLst>
            </p:cNvPr>
            <p:cNvSpPr/>
            <p:nvPr/>
          </p:nvSpPr>
          <p:spPr>
            <a:xfrm>
              <a:off x="5535829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DD5E61-5BCE-4397-AD24-53E54C581C9C}"/>
                </a:ext>
              </a:extLst>
            </p:cNvPr>
            <p:cNvSpPr/>
            <p:nvPr/>
          </p:nvSpPr>
          <p:spPr>
            <a:xfrm>
              <a:off x="5898294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0CB1234-0610-49C5-A9A8-7E18B2B7D28F}"/>
                </a:ext>
              </a:extLst>
            </p:cNvPr>
            <p:cNvSpPr/>
            <p:nvPr/>
          </p:nvSpPr>
          <p:spPr>
            <a:xfrm>
              <a:off x="6260761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437881-AE35-4D15-ADE3-159D6295E93B}"/>
                </a:ext>
              </a:extLst>
            </p:cNvPr>
            <p:cNvSpPr/>
            <p:nvPr/>
          </p:nvSpPr>
          <p:spPr>
            <a:xfrm>
              <a:off x="6623226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5ED2498-C7DB-4C3D-864C-9984A5CD8FF6}"/>
                </a:ext>
              </a:extLst>
            </p:cNvPr>
            <p:cNvSpPr/>
            <p:nvPr/>
          </p:nvSpPr>
          <p:spPr>
            <a:xfrm>
              <a:off x="3385752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6EEAB5-CF41-4A76-B638-D029CC5B12B8}"/>
                </a:ext>
              </a:extLst>
            </p:cNvPr>
            <p:cNvSpPr/>
            <p:nvPr/>
          </p:nvSpPr>
          <p:spPr>
            <a:xfrm>
              <a:off x="3748217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D14D9CB-2541-4D0A-BF31-C99690EA023F}"/>
                </a:ext>
              </a:extLst>
            </p:cNvPr>
            <p:cNvSpPr/>
            <p:nvPr/>
          </p:nvSpPr>
          <p:spPr>
            <a:xfrm>
              <a:off x="4110682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4E113A-A620-4BDC-B990-8049438A452E}"/>
                </a:ext>
              </a:extLst>
            </p:cNvPr>
            <p:cNvSpPr/>
            <p:nvPr/>
          </p:nvSpPr>
          <p:spPr>
            <a:xfrm>
              <a:off x="4473147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B311596-2F87-43DC-89BD-A3ADA6A16613}"/>
                </a:ext>
              </a:extLst>
            </p:cNvPr>
            <p:cNvSpPr/>
            <p:nvPr/>
          </p:nvSpPr>
          <p:spPr>
            <a:xfrm>
              <a:off x="4810899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8075B81-E736-4FF8-BACD-5C8C0DDA72C5}"/>
                </a:ext>
              </a:extLst>
            </p:cNvPr>
            <p:cNvSpPr/>
            <p:nvPr/>
          </p:nvSpPr>
          <p:spPr>
            <a:xfrm>
              <a:off x="5173364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AA6124A-315A-43D2-BEE4-3C02DCF190BB}"/>
                </a:ext>
              </a:extLst>
            </p:cNvPr>
            <p:cNvSpPr/>
            <p:nvPr/>
          </p:nvSpPr>
          <p:spPr>
            <a:xfrm>
              <a:off x="5535829" y="355349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DAEAA8-F771-4BAD-84C8-15044CC2B2AD}"/>
                </a:ext>
              </a:extLst>
            </p:cNvPr>
            <p:cNvSpPr/>
            <p:nvPr/>
          </p:nvSpPr>
          <p:spPr>
            <a:xfrm>
              <a:off x="5898294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9D67C0-D359-43FF-91D4-ED853B0765DE}"/>
                </a:ext>
              </a:extLst>
            </p:cNvPr>
            <p:cNvSpPr/>
            <p:nvPr/>
          </p:nvSpPr>
          <p:spPr>
            <a:xfrm>
              <a:off x="6260761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E6295AA-BEFC-452D-A80F-01A56240689C}"/>
                </a:ext>
              </a:extLst>
            </p:cNvPr>
            <p:cNvSpPr/>
            <p:nvPr/>
          </p:nvSpPr>
          <p:spPr>
            <a:xfrm>
              <a:off x="6623226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1ED512B-307F-42A7-ADAF-50FCDF331683}"/>
                </a:ext>
              </a:extLst>
            </p:cNvPr>
            <p:cNvSpPr/>
            <p:nvPr/>
          </p:nvSpPr>
          <p:spPr>
            <a:xfrm>
              <a:off x="3385752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697BC64-BC41-4020-AB29-62EF40DE9C9A}"/>
                </a:ext>
              </a:extLst>
            </p:cNvPr>
            <p:cNvSpPr/>
            <p:nvPr/>
          </p:nvSpPr>
          <p:spPr>
            <a:xfrm>
              <a:off x="3748217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186EF2B-2957-4FEF-829B-A8077F92B74C}"/>
                </a:ext>
              </a:extLst>
            </p:cNvPr>
            <p:cNvSpPr/>
            <p:nvPr/>
          </p:nvSpPr>
          <p:spPr>
            <a:xfrm>
              <a:off x="4110682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D221FD-8FA0-4B1A-A78F-CCD8FC3A7AC6}"/>
                </a:ext>
              </a:extLst>
            </p:cNvPr>
            <p:cNvSpPr/>
            <p:nvPr/>
          </p:nvSpPr>
          <p:spPr>
            <a:xfrm>
              <a:off x="4473147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D89125B-C71E-49EC-93F9-D1EBD87A446B}"/>
                </a:ext>
              </a:extLst>
            </p:cNvPr>
            <p:cNvSpPr/>
            <p:nvPr/>
          </p:nvSpPr>
          <p:spPr>
            <a:xfrm>
              <a:off x="4810899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48F7BA-7F7C-4A42-A191-4D117F69D4F4}"/>
                </a:ext>
              </a:extLst>
            </p:cNvPr>
            <p:cNvSpPr/>
            <p:nvPr/>
          </p:nvSpPr>
          <p:spPr>
            <a:xfrm>
              <a:off x="5173364" y="391595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1882822-5F03-4363-9288-A525E23062B6}"/>
                </a:ext>
              </a:extLst>
            </p:cNvPr>
            <p:cNvSpPr/>
            <p:nvPr/>
          </p:nvSpPr>
          <p:spPr>
            <a:xfrm>
              <a:off x="5535829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F2B9D67-25BB-43EB-96B6-BC4ED212375E}"/>
                </a:ext>
              </a:extLst>
            </p:cNvPr>
            <p:cNvSpPr/>
            <p:nvPr/>
          </p:nvSpPr>
          <p:spPr>
            <a:xfrm>
              <a:off x="5898294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D3730D8-765C-499C-B3ED-2FFEAB66A64C}"/>
                </a:ext>
              </a:extLst>
            </p:cNvPr>
            <p:cNvSpPr/>
            <p:nvPr/>
          </p:nvSpPr>
          <p:spPr>
            <a:xfrm>
              <a:off x="6260761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54E1CD0-A3E0-41A8-AC86-82C9CB68024C}"/>
                </a:ext>
              </a:extLst>
            </p:cNvPr>
            <p:cNvSpPr/>
            <p:nvPr/>
          </p:nvSpPr>
          <p:spPr>
            <a:xfrm>
              <a:off x="6623226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09916B0-0661-4822-A778-0F01F4D80DE6}"/>
                </a:ext>
              </a:extLst>
            </p:cNvPr>
            <p:cNvSpPr/>
            <p:nvPr/>
          </p:nvSpPr>
          <p:spPr>
            <a:xfrm>
              <a:off x="3385752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45B801-F3D0-4215-8187-883DAFA70C30}"/>
                </a:ext>
              </a:extLst>
            </p:cNvPr>
            <p:cNvSpPr/>
            <p:nvPr/>
          </p:nvSpPr>
          <p:spPr>
            <a:xfrm>
              <a:off x="3748217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36D9F83-4B4D-4E31-A050-932C5FA4CB3F}"/>
                </a:ext>
              </a:extLst>
            </p:cNvPr>
            <p:cNvSpPr/>
            <p:nvPr/>
          </p:nvSpPr>
          <p:spPr>
            <a:xfrm>
              <a:off x="4110682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9F9F881-15F9-40A4-876D-C2900CBF0E36}"/>
                </a:ext>
              </a:extLst>
            </p:cNvPr>
            <p:cNvSpPr/>
            <p:nvPr/>
          </p:nvSpPr>
          <p:spPr>
            <a:xfrm>
              <a:off x="4473147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1D231BD-9343-4888-8DC3-441A68371D16}"/>
                </a:ext>
              </a:extLst>
            </p:cNvPr>
            <p:cNvSpPr/>
            <p:nvPr/>
          </p:nvSpPr>
          <p:spPr>
            <a:xfrm>
              <a:off x="4810899" y="427842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B2DB497-645E-410C-A292-12D19F8F5FCF}"/>
                </a:ext>
              </a:extLst>
            </p:cNvPr>
            <p:cNvSpPr/>
            <p:nvPr/>
          </p:nvSpPr>
          <p:spPr>
            <a:xfrm>
              <a:off x="5173364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FE55FE8-3F8D-42A7-ABCE-2BD7F844D7F1}"/>
                </a:ext>
              </a:extLst>
            </p:cNvPr>
            <p:cNvSpPr/>
            <p:nvPr/>
          </p:nvSpPr>
          <p:spPr>
            <a:xfrm>
              <a:off x="5535829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EE7EA77-6E9B-4048-B430-59CEF1866714}"/>
                </a:ext>
              </a:extLst>
            </p:cNvPr>
            <p:cNvSpPr/>
            <p:nvPr/>
          </p:nvSpPr>
          <p:spPr>
            <a:xfrm>
              <a:off x="5898294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BC18AD1-CE32-4566-9341-DED40C61342F}"/>
                </a:ext>
              </a:extLst>
            </p:cNvPr>
            <p:cNvSpPr/>
            <p:nvPr/>
          </p:nvSpPr>
          <p:spPr>
            <a:xfrm>
              <a:off x="6260761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FB749A7-12C0-4780-B91E-0BCF215814F7}"/>
                </a:ext>
              </a:extLst>
            </p:cNvPr>
            <p:cNvSpPr/>
            <p:nvPr/>
          </p:nvSpPr>
          <p:spPr>
            <a:xfrm>
              <a:off x="6623226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32AC991-B4F6-46B1-85DE-816819863485}"/>
                </a:ext>
              </a:extLst>
            </p:cNvPr>
            <p:cNvSpPr/>
            <p:nvPr/>
          </p:nvSpPr>
          <p:spPr>
            <a:xfrm>
              <a:off x="3385752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DA99F4A-8029-472A-80D7-371449B1BB8F}"/>
                </a:ext>
              </a:extLst>
            </p:cNvPr>
            <p:cNvSpPr/>
            <p:nvPr/>
          </p:nvSpPr>
          <p:spPr>
            <a:xfrm>
              <a:off x="3748217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F2B2F7-46CB-4305-9243-2DF32B1B5642}"/>
                </a:ext>
              </a:extLst>
            </p:cNvPr>
            <p:cNvSpPr/>
            <p:nvPr/>
          </p:nvSpPr>
          <p:spPr>
            <a:xfrm>
              <a:off x="4110682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82CE0B2-6092-4C72-9F13-986C1551A4C0}"/>
                </a:ext>
              </a:extLst>
            </p:cNvPr>
            <p:cNvSpPr/>
            <p:nvPr/>
          </p:nvSpPr>
          <p:spPr>
            <a:xfrm>
              <a:off x="4473147" y="464088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1653E9-F8F1-4ECE-8576-37343A68CEDE}"/>
                </a:ext>
              </a:extLst>
            </p:cNvPr>
            <p:cNvSpPr/>
            <p:nvPr/>
          </p:nvSpPr>
          <p:spPr>
            <a:xfrm>
              <a:off x="4810899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E49FC93-CDD4-44FC-8255-6EBFEFB037E3}"/>
                </a:ext>
              </a:extLst>
            </p:cNvPr>
            <p:cNvSpPr/>
            <p:nvPr/>
          </p:nvSpPr>
          <p:spPr>
            <a:xfrm>
              <a:off x="5173364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EE6681A-3462-44E8-A565-0D0637FCDB27}"/>
                </a:ext>
              </a:extLst>
            </p:cNvPr>
            <p:cNvSpPr/>
            <p:nvPr/>
          </p:nvSpPr>
          <p:spPr>
            <a:xfrm>
              <a:off x="5535829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46317D0-9494-4D13-BCA0-2EC77CA302AC}"/>
                </a:ext>
              </a:extLst>
            </p:cNvPr>
            <p:cNvSpPr/>
            <p:nvPr/>
          </p:nvSpPr>
          <p:spPr>
            <a:xfrm>
              <a:off x="5898294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995C901-5EEF-4422-8467-2282C88BBE1A}"/>
                </a:ext>
              </a:extLst>
            </p:cNvPr>
            <p:cNvSpPr/>
            <p:nvPr/>
          </p:nvSpPr>
          <p:spPr>
            <a:xfrm>
              <a:off x="6260761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AF412C3-3577-4071-8E6A-F55B3982833A}"/>
                </a:ext>
              </a:extLst>
            </p:cNvPr>
            <p:cNvSpPr/>
            <p:nvPr/>
          </p:nvSpPr>
          <p:spPr>
            <a:xfrm>
              <a:off x="6623226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C764985-77DF-4F32-8B75-269A17439FD5}"/>
                </a:ext>
              </a:extLst>
            </p:cNvPr>
            <p:cNvSpPr/>
            <p:nvPr/>
          </p:nvSpPr>
          <p:spPr>
            <a:xfrm>
              <a:off x="3385752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76C833F-1139-4EB3-9AE8-3E7167CD10A2}"/>
                </a:ext>
              </a:extLst>
            </p:cNvPr>
            <p:cNvSpPr/>
            <p:nvPr/>
          </p:nvSpPr>
          <p:spPr>
            <a:xfrm>
              <a:off x="3748217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623D448-74A4-48B3-9955-A44039B8D6A1}"/>
                </a:ext>
              </a:extLst>
            </p:cNvPr>
            <p:cNvSpPr/>
            <p:nvPr/>
          </p:nvSpPr>
          <p:spPr>
            <a:xfrm>
              <a:off x="4110682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904DF1C-6659-44F6-BCD8-2EC450F293E7}"/>
                </a:ext>
              </a:extLst>
            </p:cNvPr>
            <p:cNvSpPr/>
            <p:nvPr/>
          </p:nvSpPr>
          <p:spPr>
            <a:xfrm>
              <a:off x="4473147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691796B-80F5-4ED8-8805-0F4B5F6C9F8B}"/>
                </a:ext>
              </a:extLst>
            </p:cNvPr>
            <p:cNvSpPr/>
            <p:nvPr/>
          </p:nvSpPr>
          <p:spPr>
            <a:xfrm>
              <a:off x="4810899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33D1AB9-A872-4E0C-9D16-E8D66C41680B}"/>
                </a:ext>
              </a:extLst>
            </p:cNvPr>
            <p:cNvSpPr/>
            <p:nvPr/>
          </p:nvSpPr>
          <p:spPr>
            <a:xfrm>
              <a:off x="5173364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52517D0-B614-42BF-88B0-342A4171864D}"/>
                </a:ext>
              </a:extLst>
            </p:cNvPr>
            <p:cNvSpPr/>
            <p:nvPr/>
          </p:nvSpPr>
          <p:spPr>
            <a:xfrm>
              <a:off x="5535829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D0DFCFD-3569-4490-8658-ABB703478CE1}"/>
                </a:ext>
              </a:extLst>
            </p:cNvPr>
            <p:cNvSpPr/>
            <p:nvPr/>
          </p:nvSpPr>
          <p:spPr>
            <a:xfrm>
              <a:off x="5898294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D270EF6-7807-45D7-99D8-569F4240B107}"/>
                </a:ext>
              </a:extLst>
            </p:cNvPr>
            <p:cNvSpPr/>
            <p:nvPr/>
          </p:nvSpPr>
          <p:spPr>
            <a:xfrm>
              <a:off x="6260761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0D27DE1-A15A-44AF-858F-4FB864B58FD6}"/>
                </a:ext>
              </a:extLst>
            </p:cNvPr>
            <p:cNvSpPr/>
            <p:nvPr/>
          </p:nvSpPr>
          <p:spPr>
            <a:xfrm>
              <a:off x="6623226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3655D6D-7036-4127-B341-BED806162AC3}"/>
                </a:ext>
              </a:extLst>
            </p:cNvPr>
            <p:cNvSpPr/>
            <p:nvPr/>
          </p:nvSpPr>
          <p:spPr>
            <a:xfrm>
              <a:off x="3385752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AF8D42C-45FC-4DD2-AEF1-90D10D4CA88D}"/>
                </a:ext>
              </a:extLst>
            </p:cNvPr>
            <p:cNvSpPr/>
            <p:nvPr/>
          </p:nvSpPr>
          <p:spPr>
            <a:xfrm>
              <a:off x="3748217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DC0C377-5A7B-4C2D-823B-52CE6D92CEC5}"/>
                </a:ext>
              </a:extLst>
            </p:cNvPr>
            <p:cNvSpPr/>
            <p:nvPr/>
          </p:nvSpPr>
          <p:spPr>
            <a:xfrm>
              <a:off x="4110682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4E2DA32-F371-4D0C-A2EF-9B5A3179B2C9}"/>
                </a:ext>
              </a:extLst>
            </p:cNvPr>
            <p:cNvSpPr/>
            <p:nvPr/>
          </p:nvSpPr>
          <p:spPr>
            <a:xfrm>
              <a:off x="4473147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2CFB1C3-0037-47F2-BDEF-74442A619A69}"/>
                </a:ext>
              </a:extLst>
            </p:cNvPr>
            <p:cNvSpPr/>
            <p:nvPr/>
          </p:nvSpPr>
          <p:spPr>
            <a:xfrm>
              <a:off x="4810899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95E3DA7-5964-4819-8FD6-C71822216E24}"/>
                </a:ext>
              </a:extLst>
            </p:cNvPr>
            <p:cNvSpPr/>
            <p:nvPr/>
          </p:nvSpPr>
          <p:spPr>
            <a:xfrm>
              <a:off x="5173364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2A81819-1E6C-4106-9FE5-14B42070B760}"/>
                </a:ext>
              </a:extLst>
            </p:cNvPr>
            <p:cNvSpPr/>
            <p:nvPr/>
          </p:nvSpPr>
          <p:spPr>
            <a:xfrm>
              <a:off x="5535829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F96340B-3BEA-40FD-B38B-D16F5CAF1AC4}"/>
                </a:ext>
              </a:extLst>
            </p:cNvPr>
            <p:cNvSpPr/>
            <p:nvPr/>
          </p:nvSpPr>
          <p:spPr>
            <a:xfrm>
              <a:off x="5898294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FCDC0EC-487A-4AB3-8C71-231568F322B8}"/>
                </a:ext>
              </a:extLst>
            </p:cNvPr>
            <p:cNvSpPr/>
            <p:nvPr/>
          </p:nvSpPr>
          <p:spPr>
            <a:xfrm>
              <a:off x="6260761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47D9784-3F7B-4A31-84F4-3861838DC3B8}"/>
                </a:ext>
              </a:extLst>
            </p:cNvPr>
            <p:cNvSpPr/>
            <p:nvPr/>
          </p:nvSpPr>
          <p:spPr>
            <a:xfrm>
              <a:off x="6623226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DAC9A8E-971F-426A-B6BE-1B9E6D550F69}"/>
                </a:ext>
              </a:extLst>
            </p:cNvPr>
            <p:cNvSpPr/>
            <p:nvPr/>
          </p:nvSpPr>
          <p:spPr>
            <a:xfrm>
              <a:off x="3385752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659DA15-49DC-4683-8AF2-5D963E0EE2F7}"/>
                </a:ext>
              </a:extLst>
            </p:cNvPr>
            <p:cNvSpPr/>
            <p:nvPr/>
          </p:nvSpPr>
          <p:spPr>
            <a:xfrm>
              <a:off x="3748217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6920396-8AEB-4ADD-9ADE-A95C470AA7AE}"/>
                </a:ext>
              </a:extLst>
            </p:cNvPr>
            <p:cNvSpPr/>
            <p:nvPr/>
          </p:nvSpPr>
          <p:spPr>
            <a:xfrm>
              <a:off x="4110682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2704DFB-9586-4F42-8D7B-9835CDBDABD1}"/>
                </a:ext>
              </a:extLst>
            </p:cNvPr>
            <p:cNvSpPr/>
            <p:nvPr/>
          </p:nvSpPr>
          <p:spPr>
            <a:xfrm>
              <a:off x="4473147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F108855-B356-4105-A68C-E5F47AF25B3D}"/>
                </a:ext>
              </a:extLst>
            </p:cNvPr>
            <p:cNvSpPr/>
            <p:nvPr/>
          </p:nvSpPr>
          <p:spPr>
            <a:xfrm>
              <a:off x="4810899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14A2B47-3605-4046-8A83-1373E63919B1}"/>
                </a:ext>
              </a:extLst>
            </p:cNvPr>
            <p:cNvSpPr/>
            <p:nvPr/>
          </p:nvSpPr>
          <p:spPr>
            <a:xfrm>
              <a:off x="5173364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70F35D0-803B-40D9-83B5-8F51A1CB4C88}"/>
                </a:ext>
              </a:extLst>
            </p:cNvPr>
            <p:cNvSpPr/>
            <p:nvPr/>
          </p:nvSpPr>
          <p:spPr>
            <a:xfrm>
              <a:off x="5535829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F78D248-61C3-4E78-8987-50551165B393}"/>
                </a:ext>
              </a:extLst>
            </p:cNvPr>
            <p:cNvSpPr/>
            <p:nvPr/>
          </p:nvSpPr>
          <p:spPr>
            <a:xfrm>
              <a:off x="5898294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79C4E30-0324-47BF-9D61-96F1CC0943CE}"/>
                </a:ext>
              </a:extLst>
            </p:cNvPr>
            <p:cNvSpPr/>
            <p:nvPr/>
          </p:nvSpPr>
          <p:spPr>
            <a:xfrm>
              <a:off x="6260761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F62782C-D3D7-49B9-8AD7-46509353D20F}"/>
                </a:ext>
              </a:extLst>
            </p:cNvPr>
            <p:cNvSpPr/>
            <p:nvPr/>
          </p:nvSpPr>
          <p:spPr>
            <a:xfrm>
              <a:off x="6623226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C9EFDD8-3B0B-404D-B052-AA94E85DFF8C}"/>
              </a:ext>
            </a:extLst>
          </p:cNvPr>
          <p:cNvSpPr/>
          <p:nvPr/>
        </p:nvSpPr>
        <p:spPr>
          <a:xfrm>
            <a:off x="176565" y="6147050"/>
            <a:ext cx="9381286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just two colours, we can encode an image with a colour depth of 1 bit (0 = white, 1 = black).</a:t>
            </a:r>
          </a:p>
        </p:txBody>
      </p:sp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745479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compression methods: Run-length encoding (RLE)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0232C-D70B-49DC-A716-4FAA3DBAE726}"/>
              </a:ext>
            </a:extLst>
          </p:cNvPr>
          <p:cNvGrpSpPr/>
          <p:nvPr/>
        </p:nvGrpSpPr>
        <p:grpSpPr>
          <a:xfrm>
            <a:off x="326219" y="2251759"/>
            <a:ext cx="3599939" cy="3613067"/>
            <a:chOff x="3385752" y="2466096"/>
            <a:chExt cx="3599939" cy="3613067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9A5FB2-F00B-4A5B-A273-EC0E945F9AD6}"/>
                </a:ext>
              </a:extLst>
            </p:cNvPr>
            <p:cNvSpPr/>
            <p:nvPr/>
          </p:nvSpPr>
          <p:spPr>
            <a:xfrm>
              <a:off x="3385752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C19B0E-4584-47BA-92C5-574FE70504D5}"/>
                </a:ext>
              </a:extLst>
            </p:cNvPr>
            <p:cNvSpPr/>
            <p:nvPr/>
          </p:nvSpPr>
          <p:spPr>
            <a:xfrm>
              <a:off x="3748217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FE923C-22D8-479E-BC44-037FBCD3792F}"/>
                </a:ext>
              </a:extLst>
            </p:cNvPr>
            <p:cNvSpPr/>
            <p:nvPr/>
          </p:nvSpPr>
          <p:spPr>
            <a:xfrm>
              <a:off x="4110682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068C3B-0FFC-4732-B1BF-A57D8BC142BC}"/>
                </a:ext>
              </a:extLst>
            </p:cNvPr>
            <p:cNvSpPr/>
            <p:nvPr/>
          </p:nvSpPr>
          <p:spPr>
            <a:xfrm>
              <a:off x="4473147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40EC95-309C-4242-8C10-23DA20E63735}"/>
                </a:ext>
              </a:extLst>
            </p:cNvPr>
            <p:cNvSpPr/>
            <p:nvPr/>
          </p:nvSpPr>
          <p:spPr>
            <a:xfrm>
              <a:off x="4810899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B064D9-C2BA-485D-B07A-C18E8E2CAF6B}"/>
                </a:ext>
              </a:extLst>
            </p:cNvPr>
            <p:cNvSpPr/>
            <p:nvPr/>
          </p:nvSpPr>
          <p:spPr>
            <a:xfrm>
              <a:off x="5173364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628A84-806A-49AA-812E-510FC6B400CC}"/>
                </a:ext>
              </a:extLst>
            </p:cNvPr>
            <p:cNvSpPr/>
            <p:nvPr/>
          </p:nvSpPr>
          <p:spPr>
            <a:xfrm>
              <a:off x="5535829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148AF6-AF5F-4A4E-A6EC-40494FFAD4B5}"/>
                </a:ext>
              </a:extLst>
            </p:cNvPr>
            <p:cNvSpPr/>
            <p:nvPr/>
          </p:nvSpPr>
          <p:spPr>
            <a:xfrm>
              <a:off x="5898294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38FEDA-F1E8-4164-967E-375E28BC128A}"/>
                </a:ext>
              </a:extLst>
            </p:cNvPr>
            <p:cNvSpPr/>
            <p:nvPr/>
          </p:nvSpPr>
          <p:spPr>
            <a:xfrm>
              <a:off x="6260761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DF32AD-0272-42C5-8770-AB92A81CDD2F}"/>
                </a:ext>
              </a:extLst>
            </p:cNvPr>
            <p:cNvSpPr/>
            <p:nvPr/>
          </p:nvSpPr>
          <p:spPr>
            <a:xfrm>
              <a:off x="6623226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69D612-203F-4B05-AD85-247369AAA7BF}"/>
                </a:ext>
              </a:extLst>
            </p:cNvPr>
            <p:cNvSpPr/>
            <p:nvPr/>
          </p:nvSpPr>
          <p:spPr>
            <a:xfrm>
              <a:off x="3385752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CD6775-E4B4-4BCF-844F-65BB85211DAB}"/>
                </a:ext>
              </a:extLst>
            </p:cNvPr>
            <p:cNvSpPr/>
            <p:nvPr/>
          </p:nvSpPr>
          <p:spPr>
            <a:xfrm>
              <a:off x="3748217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A7305FD-8705-4EE9-AA70-97534632B8FD}"/>
                </a:ext>
              </a:extLst>
            </p:cNvPr>
            <p:cNvSpPr/>
            <p:nvPr/>
          </p:nvSpPr>
          <p:spPr>
            <a:xfrm>
              <a:off x="4110682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D5F1AC-D737-4990-AFE2-F6418821C299}"/>
                </a:ext>
              </a:extLst>
            </p:cNvPr>
            <p:cNvSpPr/>
            <p:nvPr/>
          </p:nvSpPr>
          <p:spPr>
            <a:xfrm>
              <a:off x="4473147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523C03-0E03-4453-B7D1-5C30CCBCEF0E}"/>
                </a:ext>
              </a:extLst>
            </p:cNvPr>
            <p:cNvSpPr/>
            <p:nvPr/>
          </p:nvSpPr>
          <p:spPr>
            <a:xfrm>
              <a:off x="4810899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822FE7-F638-46D6-BBA8-3614E8DE3BF1}"/>
                </a:ext>
              </a:extLst>
            </p:cNvPr>
            <p:cNvSpPr/>
            <p:nvPr/>
          </p:nvSpPr>
          <p:spPr>
            <a:xfrm>
              <a:off x="5173364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86FB030-EB54-453B-B667-A9EBE3A84D5E}"/>
                </a:ext>
              </a:extLst>
            </p:cNvPr>
            <p:cNvSpPr/>
            <p:nvPr/>
          </p:nvSpPr>
          <p:spPr>
            <a:xfrm>
              <a:off x="5535829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213BE58-F51D-416A-9B93-F946477A5625}"/>
                </a:ext>
              </a:extLst>
            </p:cNvPr>
            <p:cNvSpPr/>
            <p:nvPr/>
          </p:nvSpPr>
          <p:spPr>
            <a:xfrm>
              <a:off x="5898294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A94E62B-8CB9-4750-910C-4B5BB2EAA209}"/>
                </a:ext>
              </a:extLst>
            </p:cNvPr>
            <p:cNvSpPr/>
            <p:nvPr/>
          </p:nvSpPr>
          <p:spPr>
            <a:xfrm>
              <a:off x="6260761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857822-1660-4453-99AE-24245E975199}"/>
                </a:ext>
              </a:extLst>
            </p:cNvPr>
            <p:cNvSpPr/>
            <p:nvPr/>
          </p:nvSpPr>
          <p:spPr>
            <a:xfrm>
              <a:off x="6623226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DCB98F-88A0-4D33-AE28-858EC118A11A}"/>
                </a:ext>
              </a:extLst>
            </p:cNvPr>
            <p:cNvSpPr/>
            <p:nvPr/>
          </p:nvSpPr>
          <p:spPr>
            <a:xfrm>
              <a:off x="3385752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C6FADC-BA9B-4A96-A88F-B32985289611}"/>
                </a:ext>
              </a:extLst>
            </p:cNvPr>
            <p:cNvSpPr/>
            <p:nvPr/>
          </p:nvSpPr>
          <p:spPr>
            <a:xfrm>
              <a:off x="3748217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5BC51F4-217F-4894-BFF1-286F5DB25499}"/>
                </a:ext>
              </a:extLst>
            </p:cNvPr>
            <p:cNvSpPr/>
            <p:nvPr/>
          </p:nvSpPr>
          <p:spPr>
            <a:xfrm>
              <a:off x="4110682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1470D3D-ADAE-41A0-94FA-14A577406665}"/>
                </a:ext>
              </a:extLst>
            </p:cNvPr>
            <p:cNvSpPr/>
            <p:nvPr/>
          </p:nvSpPr>
          <p:spPr>
            <a:xfrm>
              <a:off x="4473147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6E4944C-6E28-4987-BBAD-3C5C3E72D12C}"/>
                </a:ext>
              </a:extLst>
            </p:cNvPr>
            <p:cNvSpPr/>
            <p:nvPr/>
          </p:nvSpPr>
          <p:spPr>
            <a:xfrm>
              <a:off x="4810899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A6453C7-5000-4072-8A48-94B75F77EBBE}"/>
                </a:ext>
              </a:extLst>
            </p:cNvPr>
            <p:cNvSpPr/>
            <p:nvPr/>
          </p:nvSpPr>
          <p:spPr>
            <a:xfrm>
              <a:off x="5173364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E6DF330-06C3-4166-A9CC-DED6F2B3C5E6}"/>
                </a:ext>
              </a:extLst>
            </p:cNvPr>
            <p:cNvSpPr/>
            <p:nvPr/>
          </p:nvSpPr>
          <p:spPr>
            <a:xfrm>
              <a:off x="5535829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DD5E61-5BCE-4397-AD24-53E54C581C9C}"/>
                </a:ext>
              </a:extLst>
            </p:cNvPr>
            <p:cNvSpPr/>
            <p:nvPr/>
          </p:nvSpPr>
          <p:spPr>
            <a:xfrm>
              <a:off x="5898294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0CB1234-0610-49C5-A9A8-7E18B2B7D28F}"/>
                </a:ext>
              </a:extLst>
            </p:cNvPr>
            <p:cNvSpPr/>
            <p:nvPr/>
          </p:nvSpPr>
          <p:spPr>
            <a:xfrm>
              <a:off x="6260761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437881-AE35-4D15-ADE3-159D6295E93B}"/>
                </a:ext>
              </a:extLst>
            </p:cNvPr>
            <p:cNvSpPr/>
            <p:nvPr/>
          </p:nvSpPr>
          <p:spPr>
            <a:xfrm>
              <a:off x="6623226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5ED2498-C7DB-4C3D-864C-9984A5CD8FF6}"/>
                </a:ext>
              </a:extLst>
            </p:cNvPr>
            <p:cNvSpPr/>
            <p:nvPr/>
          </p:nvSpPr>
          <p:spPr>
            <a:xfrm>
              <a:off x="3385752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6EEAB5-CF41-4A76-B638-D029CC5B12B8}"/>
                </a:ext>
              </a:extLst>
            </p:cNvPr>
            <p:cNvSpPr/>
            <p:nvPr/>
          </p:nvSpPr>
          <p:spPr>
            <a:xfrm>
              <a:off x="3748217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D14D9CB-2541-4D0A-BF31-C99690EA023F}"/>
                </a:ext>
              </a:extLst>
            </p:cNvPr>
            <p:cNvSpPr/>
            <p:nvPr/>
          </p:nvSpPr>
          <p:spPr>
            <a:xfrm>
              <a:off x="4110682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4E113A-A620-4BDC-B990-8049438A452E}"/>
                </a:ext>
              </a:extLst>
            </p:cNvPr>
            <p:cNvSpPr/>
            <p:nvPr/>
          </p:nvSpPr>
          <p:spPr>
            <a:xfrm>
              <a:off x="4473147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B311596-2F87-43DC-89BD-A3ADA6A16613}"/>
                </a:ext>
              </a:extLst>
            </p:cNvPr>
            <p:cNvSpPr/>
            <p:nvPr/>
          </p:nvSpPr>
          <p:spPr>
            <a:xfrm>
              <a:off x="4810899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8075B81-E736-4FF8-BACD-5C8C0DDA72C5}"/>
                </a:ext>
              </a:extLst>
            </p:cNvPr>
            <p:cNvSpPr/>
            <p:nvPr/>
          </p:nvSpPr>
          <p:spPr>
            <a:xfrm>
              <a:off x="5173364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AA6124A-315A-43D2-BEE4-3C02DCF190BB}"/>
                </a:ext>
              </a:extLst>
            </p:cNvPr>
            <p:cNvSpPr/>
            <p:nvPr/>
          </p:nvSpPr>
          <p:spPr>
            <a:xfrm>
              <a:off x="5535829" y="355349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DAEAA8-F771-4BAD-84C8-15044CC2B2AD}"/>
                </a:ext>
              </a:extLst>
            </p:cNvPr>
            <p:cNvSpPr/>
            <p:nvPr/>
          </p:nvSpPr>
          <p:spPr>
            <a:xfrm>
              <a:off x="5898294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9D67C0-D359-43FF-91D4-ED853B0765DE}"/>
                </a:ext>
              </a:extLst>
            </p:cNvPr>
            <p:cNvSpPr/>
            <p:nvPr/>
          </p:nvSpPr>
          <p:spPr>
            <a:xfrm>
              <a:off x="6260761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E6295AA-BEFC-452D-A80F-01A56240689C}"/>
                </a:ext>
              </a:extLst>
            </p:cNvPr>
            <p:cNvSpPr/>
            <p:nvPr/>
          </p:nvSpPr>
          <p:spPr>
            <a:xfrm>
              <a:off x="6623226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1ED512B-307F-42A7-ADAF-50FCDF331683}"/>
                </a:ext>
              </a:extLst>
            </p:cNvPr>
            <p:cNvSpPr/>
            <p:nvPr/>
          </p:nvSpPr>
          <p:spPr>
            <a:xfrm>
              <a:off x="3385752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697BC64-BC41-4020-AB29-62EF40DE9C9A}"/>
                </a:ext>
              </a:extLst>
            </p:cNvPr>
            <p:cNvSpPr/>
            <p:nvPr/>
          </p:nvSpPr>
          <p:spPr>
            <a:xfrm>
              <a:off x="3748217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186EF2B-2957-4FEF-829B-A8077F92B74C}"/>
                </a:ext>
              </a:extLst>
            </p:cNvPr>
            <p:cNvSpPr/>
            <p:nvPr/>
          </p:nvSpPr>
          <p:spPr>
            <a:xfrm>
              <a:off x="4110682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D221FD-8FA0-4B1A-A78F-CCD8FC3A7AC6}"/>
                </a:ext>
              </a:extLst>
            </p:cNvPr>
            <p:cNvSpPr/>
            <p:nvPr/>
          </p:nvSpPr>
          <p:spPr>
            <a:xfrm>
              <a:off x="4473147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D89125B-C71E-49EC-93F9-D1EBD87A446B}"/>
                </a:ext>
              </a:extLst>
            </p:cNvPr>
            <p:cNvSpPr/>
            <p:nvPr/>
          </p:nvSpPr>
          <p:spPr>
            <a:xfrm>
              <a:off x="4810899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48F7BA-7F7C-4A42-A191-4D117F69D4F4}"/>
                </a:ext>
              </a:extLst>
            </p:cNvPr>
            <p:cNvSpPr/>
            <p:nvPr/>
          </p:nvSpPr>
          <p:spPr>
            <a:xfrm>
              <a:off x="5173364" y="391595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1882822-5F03-4363-9288-A525E23062B6}"/>
                </a:ext>
              </a:extLst>
            </p:cNvPr>
            <p:cNvSpPr/>
            <p:nvPr/>
          </p:nvSpPr>
          <p:spPr>
            <a:xfrm>
              <a:off x="5535829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F2B9D67-25BB-43EB-96B6-BC4ED212375E}"/>
                </a:ext>
              </a:extLst>
            </p:cNvPr>
            <p:cNvSpPr/>
            <p:nvPr/>
          </p:nvSpPr>
          <p:spPr>
            <a:xfrm>
              <a:off x="5898294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D3730D8-765C-499C-B3ED-2FFEAB66A64C}"/>
                </a:ext>
              </a:extLst>
            </p:cNvPr>
            <p:cNvSpPr/>
            <p:nvPr/>
          </p:nvSpPr>
          <p:spPr>
            <a:xfrm>
              <a:off x="6260761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54E1CD0-A3E0-41A8-AC86-82C9CB68024C}"/>
                </a:ext>
              </a:extLst>
            </p:cNvPr>
            <p:cNvSpPr/>
            <p:nvPr/>
          </p:nvSpPr>
          <p:spPr>
            <a:xfrm>
              <a:off x="6623226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09916B0-0661-4822-A778-0F01F4D80DE6}"/>
                </a:ext>
              </a:extLst>
            </p:cNvPr>
            <p:cNvSpPr/>
            <p:nvPr/>
          </p:nvSpPr>
          <p:spPr>
            <a:xfrm>
              <a:off x="3385752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45B801-F3D0-4215-8187-883DAFA70C30}"/>
                </a:ext>
              </a:extLst>
            </p:cNvPr>
            <p:cNvSpPr/>
            <p:nvPr/>
          </p:nvSpPr>
          <p:spPr>
            <a:xfrm>
              <a:off x="3748217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36D9F83-4B4D-4E31-A050-932C5FA4CB3F}"/>
                </a:ext>
              </a:extLst>
            </p:cNvPr>
            <p:cNvSpPr/>
            <p:nvPr/>
          </p:nvSpPr>
          <p:spPr>
            <a:xfrm>
              <a:off x="4110682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9F9F881-15F9-40A4-876D-C2900CBF0E36}"/>
                </a:ext>
              </a:extLst>
            </p:cNvPr>
            <p:cNvSpPr/>
            <p:nvPr/>
          </p:nvSpPr>
          <p:spPr>
            <a:xfrm>
              <a:off x="4473147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1D231BD-9343-4888-8DC3-441A68371D16}"/>
                </a:ext>
              </a:extLst>
            </p:cNvPr>
            <p:cNvSpPr/>
            <p:nvPr/>
          </p:nvSpPr>
          <p:spPr>
            <a:xfrm>
              <a:off x="4810899" y="427842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B2DB497-645E-410C-A292-12D19F8F5FCF}"/>
                </a:ext>
              </a:extLst>
            </p:cNvPr>
            <p:cNvSpPr/>
            <p:nvPr/>
          </p:nvSpPr>
          <p:spPr>
            <a:xfrm>
              <a:off x="5173364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FE55FE8-3F8D-42A7-ABCE-2BD7F844D7F1}"/>
                </a:ext>
              </a:extLst>
            </p:cNvPr>
            <p:cNvSpPr/>
            <p:nvPr/>
          </p:nvSpPr>
          <p:spPr>
            <a:xfrm>
              <a:off x="5535829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EE7EA77-6E9B-4048-B430-59CEF1866714}"/>
                </a:ext>
              </a:extLst>
            </p:cNvPr>
            <p:cNvSpPr/>
            <p:nvPr/>
          </p:nvSpPr>
          <p:spPr>
            <a:xfrm>
              <a:off x="5898294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BC18AD1-CE32-4566-9341-DED40C61342F}"/>
                </a:ext>
              </a:extLst>
            </p:cNvPr>
            <p:cNvSpPr/>
            <p:nvPr/>
          </p:nvSpPr>
          <p:spPr>
            <a:xfrm>
              <a:off x="6260761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FB749A7-12C0-4780-B91E-0BCF215814F7}"/>
                </a:ext>
              </a:extLst>
            </p:cNvPr>
            <p:cNvSpPr/>
            <p:nvPr/>
          </p:nvSpPr>
          <p:spPr>
            <a:xfrm>
              <a:off x="6623226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32AC991-B4F6-46B1-85DE-816819863485}"/>
                </a:ext>
              </a:extLst>
            </p:cNvPr>
            <p:cNvSpPr/>
            <p:nvPr/>
          </p:nvSpPr>
          <p:spPr>
            <a:xfrm>
              <a:off x="3385752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DA99F4A-8029-472A-80D7-371449B1BB8F}"/>
                </a:ext>
              </a:extLst>
            </p:cNvPr>
            <p:cNvSpPr/>
            <p:nvPr/>
          </p:nvSpPr>
          <p:spPr>
            <a:xfrm>
              <a:off x="3748217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F2B2F7-46CB-4305-9243-2DF32B1B5642}"/>
                </a:ext>
              </a:extLst>
            </p:cNvPr>
            <p:cNvSpPr/>
            <p:nvPr/>
          </p:nvSpPr>
          <p:spPr>
            <a:xfrm>
              <a:off x="4110682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82CE0B2-6092-4C72-9F13-986C1551A4C0}"/>
                </a:ext>
              </a:extLst>
            </p:cNvPr>
            <p:cNvSpPr/>
            <p:nvPr/>
          </p:nvSpPr>
          <p:spPr>
            <a:xfrm>
              <a:off x="4473147" y="464088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1653E9-F8F1-4ECE-8576-37343A68CEDE}"/>
                </a:ext>
              </a:extLst>
            </p:cNvPr>
            <p:cNvSpPr/>
            <p:nvPr/>
          </p:nvSpPr>
          <p:spPr>
            <a:xfrm>
              <a:off x="4810899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E49FC93-CDD4-44FC-8255-6EBFEFB037E3}"/>
                </a:ext>
              </a:extLst>
            </p:cNvPr>
            <p:cNvSpPr/>
            <p:nvPr/>
          </p:nvSpPr>
          <p:spPr>
            <a:xfrm>
              <a:off x="5173364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EE6681A-3462-44E8-A565-0D0637FCDB27}"/>
                </a:ext>
              </a:extLst>
            </p:cNvPr>
            <p:cNvSpPr/>
            <p:nvPr/>
          </p:nvSpPr>
          <p:spPr>
            <a:xfrm>
              <a:off x="5535829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46317D0-9494-4D13-BCA0-2EC77CA302AC}"/>
                </a:ext>
              </a:extLst>
            </p:cNvPr>
            <p:cNvSpPr/>
            <p:nvPr/>
          </p:nvSpPr>
          <p:spPr>
            <a:xfrm>
              <a:off x="5898294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995C901-5EEF-4422-8467-2282C88BBE1A}"/>
                </a:ext>
              </a:extLst>
            </p:cNvPr>
            <p:cNvSpPr/>
            <p:nvPr/>
          </p:nvSpPr>
          <p:spPr>
            <a:xfrm>
              <a:off x="6260761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AF412C3-3577-4071-8E6A-F55B3982833A}"/>
                </a:ext>
              </a:extLst>
            </p:cNvPr>
            <p:cNvSpPr/>
            <p:nvPr/>
          </p:nvSpPr>
          <p:spPr>
            <a:xfrm>
              <a:off x="6623226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C764985-77DF-4F32-8B75-269A17439FD5}"/>
                </a:ext>
              </a:extLst>
            </p:cNvPr>
            <p:cNvSpPr/>
            <p:nvPr/>
          </p:nvSpPr>
          <p:spPr>
            <a:xfrm>
              <a:off x="3385752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76C833F-1139-4EB3-9AE8-3E7167CD10A2}"/>
                </a:ext>
              </a:extLst>
            </p:cNvPr>
            <p:cNvSpPr/>
            <p:nvPr/>
          </p:nvSpPr>
          <p:spPr>
            <a:xfrm>
              <a:off x="3748217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623D448-74A4-48B3-9955-A44039B8D6A1}"/>
                </a:ext>
              </a:extLst>
            </p:cNvPr>
            <p:cNvSpPr/>
            <p:nvPr/>
          </p:nvSpPr>
          <p:spPr>
            <a:xfrm>
              <a:off x="4110682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904DF1C-6659-44F6-BCD8-2EC450F293E7}"/>
                </a:ext>
              </a:extLst>
            </p:cNvPr>
            <p:cNvSpPr/>
            <p:nvPr/>
          </p:nvSpPr>
          <p:spPr>
            <a:xfrm>
              <a:off x="4473147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691796B-80F5-4ED8-8805-0F4B5F6C9F8B}"/>
                </a:ext>
              </a:extLst>
            </p:cNvPr>
            <p:cNvSpPr/>
            <p:nvPr/>
          </p:nvSpPr>
          <p:spPr>
            <a:xfrm>
              <a:off x="4810899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33D1AB9-A872-4E0C-9D16-E8D66C41680B}"/>
                </a:ext>
              </a:extLst>
            </p:cNvPr>
            <p:cNvSpPr/>
            <p:nvPr/>
          </p:nvSpPr>
          <p:spPr>
            <a:xfrm>
              <a:off x="5173364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52517D0-B614-42BF-88B0-342A4171864D}"/>
                </a:ext>
              </a:extLst>
            </p:cNvPr>
            <p:cNvSpPr/>
            <p:nvPr/>
          </p:nvSpPr>
          <p:spPr>
            <a:xfrm>
              <a:off x="5535829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D0DFCFD-3569-4490-8658-ABB703478CE1}"/>
                </a:ext>
              </a:extLst>
            </p:cNvPr>
            <p:cNvSpPr/>
            <p:nvPr/>
          </p:nvSpPr>
          <p:spPr>
            <a:xfrm>
              <a:off x="5898294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D270EF6-7807-45D7-99D8-569F4240B107}"/>
                </a:ext>
              </a:extLst>
            </p:cNvPr>
            <p:cNvSpPr/>
            <p:nvPr/>
          </p:nvSpPr>
          <p:spPr>
            <a:xfrm>
              <a:off x="6260761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0D27DE1-A15A-44AF-858F-4FB864B58FD6}"/>
                </a:ext>
              </a:extLst>
            </p:cNvPr>
            <p:cNvSpPr/>
            <p:nvPr/>
          </p:nvSpPr>
          <p:spPr>
            <a:xfrm>
              <a:off x="6623226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3655D6D-7036-4127-B341-BED806162AC3}"/>
                </a:ext>
              </a:extLst>
            </p:cNvPr>
            <p:cNvSpPr/>
            <p:nvPr/>
          </p:nvSpPr>
          <p:spPr>
            <a:xfrm>
              <a:off x="3385752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AF8D42C-45FC-4DD2-AEF1-90D10D4CA88D}"/>
                </a:ext>
              </a:extLst>
            </p:cNvPr>
            <p:cNvSpPr/>
            <p:nvPr/>
          </p:nvSpPr>
          <p:spPr>
            <a:xfrm>
              <a:off x="3748217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DC0C377-5A7B-4C2D-823B-52CE6D92CEC5}"/>
                </a:ext>
              </a:extLst>
            </p:cNvPr>
            <p:cNvSpPr/>
            <p:nvPr/>
          </p:nvSpPr>
          <p:spPr>
            <a:xfrm>
              <a:off x="4110682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4E2DA32-F371-4D0C-A2EF-9B5A3179B2C9}"/>
                </a:ext>
              </a:extLst>
            </p:cNvPr>
            <p:cNvSpPr/>
            <p:nvPr/>
          </p:nvSpPr>
          <p:spPr>
            <a:xfrm>
              <a:off x="4473147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2CFB1C3-0037-47F2-BDEF-74442A619A69}"/>
                </a:ext>
              </a:extLst>
            </p:cNvPr>
            <p:cNvSpPr/>
            <p:nvPr/>
          </p:nvSpPr>
          <p:spPr>
            <a:xfrm>
              <a:off x="4810899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95E3DA7-5964-4819-8FD6-C71822216E24}"/>
                </a:ext>
              </a:extLst>
            </p:cNvPr>
            <p:cNvSpPr/>
            <p:nvPr/>
          </p:nvSpPr>
          <p:spPr>
            <a:xfrm>
              <a:off x="5173364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2A81819-1E6C-4106-9FE5-14B42070B760}"/>
                </a:ext>
              </a:extLst>
            </p:cNvPr>
            <p:cNvSpPr/>
            <p:nvPr/>
          </p:nvSpPr>
          <p:spPr>
            <a:xfrm>
              <a:off x="5535829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F96340B-3BEA-40FD-B38B-D16F5CAF1AC4}"/>
                </a:ext>
              </a:extLst>
            </p:cNvPr>
            <p:cNvSpPr/>
            <p:nvPr/>
          </p:nvSpPr>
          <p:spPr>
            <a:xfrm>
              <a:off x="5898294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FCDC0EC-487A-4AB3-8C71-231568F322B8}"/>
                </a:ext>
              </a:extLst>
            </p:cNvPr>
            <p:cNvSpPr/>
            <p:nvPr/>
          </p:nvSpPr>
          <p:spPr>
            <a:xfrm>
              <a:off x="6260761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47D9784-3F7B-4A31-84F4-3861838DC3B8}"/>
                </a:ext>
              </a:extLst>
            </p:cNvPr>
            <p:cNvSpPr/>
            <p:nvPr/>
          </p:nvSpPr>
          <p:spPr>
            <a:xfrm>
              <a:off x="6623226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DAC9A8E-971F-426A-B6BE-1B9E6D550F69}"/>
                </a:ext>
              </a:extLst>
            </p:cNvPr>
            <p:cNvSpPr/>
            <p:nvPr/>
          </p:nvSpPr>
          <p:spPr>
            <a:xfrm>
              <a:off x="3385752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659DA15-49DC-4683-8AF2-5D963E0EE2F7}"/>
                </a:ext>
              </a:extLst>
            </p:cNvPr>
            <p:cNvSpPr/>
            <p:nvPr/>
          </p:nvSpPr>
          <p:spPr>
            <a:xfrm>
              <a:off x="3748217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6920396-8AEB-4ADD-9ADE-A95C470AA7AE}"/>
                </a:ext>
              </a:extLst>
            </p:cNvPr>
            <p:cNvSpPr/>
            <p:nvPr/>
          </p:nvSpPr>
          <p:spPr>
            <a:xfrm>
              <a:off x="4110682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2704DFB-9586-4F42-8D7B-9835CDBDABD1}"/>
                </a:ext>
              </a:extLst>
            </p:cNvPr>
            <p:cNvSpPr/>
            <p:nvPr/>
          </p:nvSpPr>
          <p:spPr>
            <a:xfrm>
              <a:off x="4473147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F108855-B356-4105-A68C-E5F47AF25B3D}"/>
                </a:ext>
              </a:extLst>
            </p:cNvPr>
            <p:cNvSpPr/>
            <p:nvPr/>
          </p:nvSpPr>
          <p:spPr>
            <a:xfrm>
              <a:off x="4810899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14A2B47-3605-4046-8A83-1373E63919B1}"/>
                </a:ext>
              </a:extLst>
            </p:cNvPr>
            <p:cNvSpPr/>
            <p:nvPr/>
          </p:nvSpPr>
          <p:spPr>
            <a:xfrm>
              <a:off x="5173364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70F35D0-803B-40D9-83B5-8F51A1CB4C88}"/>
                </a:ext>
              </a:extLst>
            </p:cNvPr>
            <p:cNvSpPr/>
            <p:nvPr/>
          </p:nvSpPr>
          <p:spPr>
            <a:xfrm>
              <a:off x="5535829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F78D248-61C3-4E78-8987-50551165B393}"/>
                </a:ext>
              </a:extLst>
            </p:cNvPr>
            <p:cNvSpPr/>
            <p:nvPr/>
          </p:nvSpPr>
          <p:spPr>
            <a:xfrm>
              <a:off x="5898294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79C4E30-0324-47BF-9D61-96F1CC0943CE}"/>
                </a:ext>
              </a:extLst>
            </p:cNvPr>
            <p:cNvSpPr/>
            <p:nvPr/>
          </p:nvSpPr>
          <p:spPr>
            <a:xfrm>
              <a:off x="6260761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F62782C-D3D7-49B9-8AD7-46509353D20F}"/>
                </a:ext>
              </a:extLst>
            </p:cNvPr>
            <p:cNvSpPr/>
            <p:nvPr/>
          </p:nvSpPr>
          <p:spPr>
            <a:xfrm>
              <a:off x="6623226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F2329E37-A679-410D-B802-B853801705F5}"/>
              </a:ext>
            </a:extLst>
          </p:cNvPr>
          <p:cNvSpPr txBox="1"/>
          <p:nvPr/>
        </p:nvSpPr>
        <p:spPr>
          <a:xfrm>
            <a:off x="4239008" y="2181807"/>
            <a:ext cx="28197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0000000000</a:t>
            </a:r>
          </a:p>
          <a:p>
            <a:r>
              <a:rPr lang="en-GB" dirty="0">
                <a:latin typeface="Consolas" panose="020B0609020204030204" pitchFamily="49" charset="0"/>
              </a:rPr>
              <a:t>0000000000</a:t>
            </a:r>
          </a:p>
          <a:p>
            <a:r>
              <a:rPr lang="en-GB" dirty="0">
                <a:latin typeface="Consolas" panose="020B0609020204030204" pitchFamily="49" charset="0"/>
              </a:rPr>
              <a:t>0011111100</a:t>
            </a:r>
          </a:p>
          <a:p>
            <a:r>
              <a:rPr lang="en-GB" dirty="0">
                <a:latin typeface="Consolas" panose="020B0609020204030204" pitchFamily="49" charset="0"/>
              </a:rPr>
              <a:t>0000001000</a:t>
            </a:r>
          </a:p>
          <a:p>
            <a:r>
              <a:rPr lang="en-GB" dirty="0">
                <a:latin typeface="Consolas" panose="020B0609020204030204" pitchFamily="49" charset="0"/>
              </a:rPr>
              <a:t>0000010000</a:t>
            </a:r>
          </a:p>
          <a:p>
            <a:r>
              <a:rPr lang="en-GB" dirty="0">
                <a:latin typeface="Consolas" panose="020B0609020204030204" pitchFamily="49" charset="0"/>
              </a:rPr>
              <a:t>0000100000</a:t>
            </a:r>
          </a:p>
          <a:p>
            <a:r>
              <a:rPr lang="en-GB" dirty="0">
                <a:latin typeface="Consolas" panose="020B0609020204030204" pitchFamily="49" charset="0"/>
              </a:rPr>
              <a:t>0001000000</a:t>
            </a:r>
          </a:p>
          <a:p>
            <a:r>
              <a:rPr lang="en-GB" dirty="0">
                <a:latin typeface="Consolas" panose="020B0609020204030204" pitchFamily="49" charset="0"/>
              </a:rPr>
              <a:t>0011111100</a:t>
            </a:r>
          </a:p>
          <a:p>
            <a:r>
              <a:rPr lang="en-GB" dirty="0">
                <a:latin typeface="Consolas" panose="020B0609020204030204" pitchFamily="49" charset="0"/>
              </a:rPr>
              <a:t>0000000000</a:t>
            </a:r>
          </a:p>
          <a:p>
            <a:r>
              <a:rPr lang="en-GB" dirty="0">
                <a:latin typeface="Consolas" panose="020B0609020204030204" pitchFamily="49" charset="0"/>
              </a:rPr>
              <a:t>0000000000</a:t>
            </a:r>
            <a:r>
              <a:rPr lang="en-GB" dirty="0"/>
              <a:t> = </a:t>
            </a:r>
            <a:r>
              <a:rPr lang="en-GB" b="1" dirty="0"/>
              <a:t>100 bits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E0C1DDC-6A0D-8B4A-924E-E20A4B746839}"/>
              </a:ext>
            </a:extLst>
          </p:cNvPr>
          <p:cNvSpPr/>
          <p:nvPr/>
        </p:nvSpPr>
        <p:spPr>
          <a:xfrm>
            <a:off x="176565" y="993174"/>
            <a:ext cx="7449090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Huffman coding is often used to compressed text-based data.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Meanwhile, run-length encoding is typically used to compress bitmap images.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A54FD19-E517-784D-8A55-9AED0DF6AB2F}"/>
              </a:ext>
            </a:extLst>
          </p:cNvPr>
          <p:cNvSpPr/>
          <p:nvPr/>
        </p:nvSpPr>
        <p:spPr>
          <a:xfrm>
            <a:off x="176565" y="6147050"/>
            <a:ext cx="9381286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just two colours, we can encode an image with a colour depth of 1 bit (0 = white, 1 = black).</a:t>
            </a:r>
          </a:p>
        </p:txBody>
      </p:sp>
    </p:spTree>
    <p:extLst>
      <p:ext uri="{BB962C8B-B14F-4D97-AF65-F5344CB8AC3E}">
        <p14:creationId xmlns:p14="http://schemas.microsoft.com/office/powerpoint/2010/main" val="3529250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745479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compression methods: Run-length encoding (RLE)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0232C-D70B-49DC-A716-4FAA3DBAE726}"/>
              </a:ext>
            </a:extLst>
          </p:cNvPr>
          <p:cNvGrpSpPr/>
          <p:nvPr/>
        </p:nvGrpSpPr>
        <p:grpSpPr>
          <a:xfrm>
            <a:off x="326219" y="2251759"/>
            <a:ext cx="3599939" cy="3613067"/>
            <a:chOff x="3385752" y="2466096"/>
            <a:chExt cx="3599939" cy="3613067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9A5FB2-F00B-4A5B-A273-EC0E945F9AD6}"/>
                </a:ext>
              </a:extLst>
            </p:cNvPr>
            <p:cNvSpPr/>
            <p:nvPr/>
          </p:nvSpPr>
          <p:spPr>
            <a:xfrm>
              <a:off x="3385752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C19B0E-4584-47BA-92C5-574FE70504D5}"/>
                </a:ext>
              </a:extLst>
            </p:cNvPr>
            <p:cNvSpPr/>
            <p:nvPr/>
          </p:nvSpPr>
          <p:spPr>
            <a:xfrm>
              <a:off x="3748217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FE923C-22D8-479E-BC44-037FBCD3792F}"/>
                </a:ext>
              </a:extLst>
            </p:cNvPr>
            <p:cNvSpPr/>
            <p:nvPr/>
          </p:nvSpPr>
          <p:spPr>
            <a:xfrm>
              <a:off x="4110682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068C3B-0FFC-4732-B1BF-A57D8BC142BC}"/>
                </a:ext>
              </a:extLst>
            </p:cNvPr>
            <p:cNvSpPr/>
            <p:nvPr/>
          </p:nvSpPr>
          <p:spPr>
            <a:xfrm>
              <a:off x="4473147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40EC95-309C-4242-8C10-23DA20E63735}"/>
                </a:ext>
              </a:extLst>
            </p:cNvPr>
            <p:cNvSpPr/>
            <p:nvPr/>
          </p:nvSpPr>
          <p:spPr>
            <a:xfrm>
              <a:off x="4810899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B064D9-C2BA-485D-B07A-C18E8E2CAF6B}"/>
                </a:ext>
              </a:extLst>
            </p:cNvPr>
            <p:cNvSpPr/>
            <p:nvPr/>
          </p:nvSpPr>
          <p:spPr>
            <a:xfrm>
              <a:off x="5173364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628A84-806A-49AA-812E-510FC6B400CC}"/>
                </a:ext>
              </a:extLst>
            </p:cNvPr>
            <p:cNvSpPr/>
            <p:nvPr/>
          </p:nvSpPr>
          <p:spPr>
            <a:xfrm>
              <a:off x="5535829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148AF6-AF5F-4A4E-A6EC-40494FFAD4B5}"/>
                </a:ext>
              </a:extLst>
            </p:cNvPr>
            <p:cNvSpPr/>
            <p:nvPr/>
          </p:nvSpPr>
          <p:spPr>
            <a:xfrm>
              <a:off x="5898294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38FEDA-F1E8-4164-967E-375E28BC128A}"/>
                </a:ext>
              </a:extLst>
            </p:cNvPr>
            <p:cNvSpPr/>
            <p:nvPr/>
          </p:nvSpPr>
          <p:spPr>
            <a:xfrm>
              <a:off x="6260761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DF32AD-0272-42C5-8770-AB92A81CDD2F}"/>
                </a:ext>
              </a:extLst>
            </p:cNvPr>
            <p:cNvSpPr/>
            <p:nvPr/>
          </p:nvSpPr>
          <p:spPr>
            <a:xfrm>
              <a:off x="6623226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69D612-203F-4B05-AD85-247369AAA7BF}"/>
                </a:ext>
              </a:extLst>
            </p:cNvPr>
            <p:cNvSpPr/>
            <p:nvPr/>
          </p:nvSpPr>
          <p:spPr>
            <a:xfrm>
              <a:off x="3385752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CD6775-E4B4-4BCF-844F-65BB85211DAB}"/>
                </a:ext>
              </a:extLst>
            </p:cNvPr>
            <p:cNvSpPr/>
            <p:nvPr/>
          </p:nvSpPr>
          <p:spPr>
            <a:xfrm>
              <a:off x="3748217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A7305FD-8705-4EE9-AA70-97534632B8FD}"/>
                </a:ext>
              </a:extLst>
            </p:cNvPr>
            <p:cNvSpPr/>
            <p:nvPr/>
          </p:nvSpPr>
          <p:spPr>
            <a:xfrm>
              <a:off x="4110682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D5F1AC-D737-4990-AFE2-F6418821C299}"/>
                </a:ext>
              </a:extLst>
            </p:cNvPr>
            <p:cNvSpPr/>
            <p:nvPr/>
          </p:nvSpPr>
          <p:spPr>
            <a:xfrm>
              <a:off x="4473147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523C03-0E03-4453-B7D1-5C30CCBCEF0E}"/>
                </a:ext>
              </a:extLst>
            </p:cNvPr>
            <p:cNvSpPr/>
            <p:nvPr/>
          </p:nvSpPr>
          <p:spPr>
            <a:xfrm>
              <a:off x="4810899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822FE7-F638-46D6-BBA8-3614E8DE3BF1}"/>
                </a:ext>
              </a:extLst>
            </p:cNvPr>
            <p:cNvSpPr/>
            <p:nvPr/>
          </p:nvSpPr>
          <p:spPr>
            <a:xfrm>
              <a:off x="5173364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86FB030-EB54-453B-B667-A9EBE3A84D5E}"/>
                </a:ext>
              </a:extLst>
            </p:cNvPr>
            <p:cNvSpPr/>
            <p:nvPr/>
          </p:nvSpPr>
          <p:spPr>
            <a:xfrm>
              <a:off x="5535829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213BE58-F51D-416A-9B93-F946477A5625}"/>
                </a:ext>
              </a:extLst>
            </p:cNvPr>
            <p:cNvSpPr/>
            <p:nvPr/>
          </p:nvSpPr>
          <p:spPr>
            <a:xfrm>
              <a:off x="5898294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A94E62B-8CB9-4750-910C-4B5BB2EAA209}"/>
                </a:ext>
              </a:extLst>
            </p:cNvPr>
            <p:cNvSpPr/>
            <p:nvPr/>
          </p:nvSpPr>
          <p:spPr>
            <a:xfrm>
              <a:off x="6260761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857822-1660-4453-99AE-24245E975199}"/>
                </a:ext>
              </a:extLst>
            </p:cNvPr>
            <p:cNvSpPr/>
            <p:nvPr/>
          </p:nvSpPr>
          <p:spPr>
            <a:xfrm>
              <a:off x="6623226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DCB98F-88A0-4D33-AE28-858EC118A11A}"/>
                </a:ext>
              </a:extLst>
            </p:cNvPr>
            <p:cNvSpPr/>
            <p:nvPr/>
          </p:nvSpPr>
          <p:spPr>
            <a:xfrm>
              <a:off x="3385752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C6FADC-BA9B-4A96-A88F-B32985289611}"/>
                </a:ext>
              </a:extLst>
            </p:cNvPr>
            <p:cNvSpPr/>
            <p:nvPr/>
          </p:nvSpPr>
          <p:spPr>
            <a:xfrm>
              <a:off x="3748217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5BC51F4-217F-4894-BFF1-286F5DB25499}"/>
                </a:ext>
              </a:extLst>
            </p:cNvPr>
            <p:cNvSpPr/>
            <p:nvPr/>
          </p:nvSpPr>
          <p:spPr>
            <a:xfrm>
              <a:off x="4110682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1470D3D-ADAE-41A0-94FA-14A577406665}"/>
                </a:ext>
              </a:extLst>
            </p:cNvPr>
            <p:cNvSpPr/>
            <p:nvPr/>
          </p:nvSpPr>
          <p:spPr>
            <a:xfrm>
              <a:off x="4473147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6E4944C-6E28-4987-BBAD-3C5C3E72D12C}"/>
                </a:ext>
              </a:extLst>
            </p:cNvPr>
            <p:cNvSpPr/>
            <p:nvPr/>
          </p:nvSpPr>
          <p:spPr>
            <a:xfrm>
              <a:off x="4810899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A6453C7-5000-4072-8A48-94B75F77EBBE}"/>
                </a:ext>
              </a:extLst>
            </p:cNvPr>
            <p:cNvSpPr/>
            <p:nvPr/>
          </p:nvSpPr>
          <p:spPr>
            <a:xfrm>
              <a:off x="5173364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E6DF330-06C3-4166-A9CC-DED6F2B3C5E6}"/>
                </a:ext>
              </a:extLst>
            </p:cNvPr>
            <p:cNvSpPr/>
            <p:nvPr/>
          </p:nvSpPr>
          <p:spPr>
            <a:xfrm>
              <a:off x="5535829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DD5E61-5BCE-4397-AD24-53E54C581C9C}"/>
                </a:ext>
              </a:extLst>
            </p:cNvPr>
            <p:cNvSpPr/>
            <p:nvPr/>
          </p:nvSpPr>
          <p:spPr>
            <a:xfrm>
              <a:off x="5898294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0CB1234-0610-49C5-A9A8-7E18B2B7D28F}"/>
                </a:ext>
              </a:extLst>
            </p:cNvPr>
            <p:cNvSpPr/>
            <p:nvPr/>
          </p:nvSpPr>
          <p:spPr>
            <a:xfrm>
              <a:off x="6260761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437881-AE35-4D15-ADE3-159D6295E93B}"/>
                </a:ext>
              </a:extLst>
            </p:cNvPr>
            <p:cNvSpPr/>
            <p:nvPr/>
          </p:nvSpPr>
          <p:spPr>
            <a:xfrm>
              <a:off x="6623226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5ED2498-C7DB-4C3D-864C-9984A5CD8FF6}"/>
                </a:ext>
              </a:extLst>
            </p:cNvPr>
            <p:cNvSpPr/>
            <p:nvPr/>
          </p:nvSpPr>
          <p:spPr>
            <a:xfrm>
              <a:off x="3385752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6EEAB5-CF41-4A76-B638-D029CC5B12B8}"/>
                </a:ext>
              </a:extLst>
            </p:cNvPr>
            <p:cNvSpPr/>
            <p:nvPr/>
          </p:nvSpPr>
          <p:spPr>
            <a:xfrm>
              <a:off x="3748217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D14D9CB-2541-4D0A-BF31-C99690EA023F}"/>
                </a:ext>
              </a:extLst>
            </p:cNvPr>
            <p:cNvSpPr/>
            <p:nvPr/>
          </p:nvSpPr>
          <p:spPr>
            <a:xfrm>
              <a:off x="4110682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4E113A-A620-4BDC-B990-8049438A452E}"/>
                </a:ext>
              </a:extLst>
            </p:cNvPr>
            <p:cNvSpPr/>
            <p:nvPr/>
          </p:nvSpPr>
          <p:spPr>
            <a:xfrm>
              <a:off x="4473147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B311596-2F87-43DC-89BD-A3ADA6A16613}"/>
                </a:ext>
              </a:extLst>
            </p:cNvPr>
            <p:cNvSpPr/>
            <p:nvPr/>
          </p:nvSpPr>
          <p:spPr>
            <a:xfrm>
              <a:off x="4810899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8075B81-E736-4FF8-BACD-5C8C0DDA72C5}"/>
                </a:ext>
              </a:extLst>
            </p:cNvPr>
            <p:cNvSpPr/>
            <p:nvPr/>
          </p:nvSpPr>
          <p:spPr>
            <a:xfrm>
              <a:off x="5173364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AA6124A-315A-43D2-BEE4-3C02DCF190BB}"/>
                </a:ext>
              </a:extLst>
            </p:cNvPr>
            <p:cNvSpPr/>
            <p:nvPr/>
          </p:nvSpPr>
          <p:spPr>
            <a:xfrm>
              <a:off x="5535829" y="355349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DAEAA8-F771-4BAD-84C8-15044CC2B2AD}"/>
                </a:ext>
              </a:extLst>
            </p:cNvPr>
            <p:cNvSpPr/>
            <p:nvPr/>
          </p:nvSpPr>
          <p:spPr>
            <a:xfrm>
              <a:off x="5898294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9D67C0-D359-43FF-91D4-ED853B0765DE}"/>
                </a:ext>
              </a:extLst>
            </p:cNvPr>
            <p:cNvSpPr/>
            <p:nvPr/>
          </p:nvSpPr>
          <p:spPr>
            <a:xfrm>
              <a:off x="6260761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E6295AA-BEFC-452D-A80F-01A56240689C}"/>
                </a:ext>
              </a:extLst>
            </p:cNvPr>
            <p:cNvSpPr/>
            <p:nvPr/>
          </p:nvSpPr>
          <p:spPr>
            <a:xfrm>
              <a:off x="6623226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1ED512B-307F-42A7-ADAF-50FCDF331683}"/>
                </a:ext>
              </a:extLst>
            </p:cNvPr>
            <p:cNvSpPr/>
            <p:nvPr/>
          </p:nvSpPr>
          <p:spPr>
            <a:xfrm>
              <a:off x="3385752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697BC64-BC41-4020-AB29-62EF40DE9C9A}"/>
                </a:ext>
              </a:extLst>
            </p:cNvPr>
            <p:cNvSpPr/>
            <p:nvPr/>
          </p:nvSpPr>
          <p:spPr>
            <a:xfrm>
              <a:off x="3748217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186EF2B-2957-4FEF-829B-A8077F92B74C}"/>
                </a:ext>
              </a:extLst>
            </p:cNvPr>
            <p:cNvSpPr/>
            <p:nvPr/>
          </p:nvSpPr>
          <p:spPr>
            <a:xfrm>
              <a:off x="4110682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D221FD-8FA0-4B1A-A78F-CCD8FC3A7AC6}"/>
                </a:ext>
              </a:extLst>
            </p:cNvPr>
            <p:cNvSpPr/>
            <p:nvPr/>
          </p:nvSpPr>
          <p:spPr>
            <a:xfrm>
              <a:off x="4473147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D89125B-C71E-49EC-93F9-D1EBD87A446B}"/>
                </a:ext>
              </a:extLst>
            </p:cNvPr>
            <p:cNvSpPr/>
            <p:nvPr/>
          </p:nvSpPr>
          <p:spPr>
            <a:xfrm>
              <a:off x="4810899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48F7BA-7F7C-4A42-A191-4D117F69D4F4}"/>
                </a:ext>
              </a:extLst>
            </p:cNvPr>
            <p:cNvSpPr/>
            <p:nvPr/>
          </p:nvSpPr>
          <p:spPr>
            <a:xfrm>
              <a:off x="5173364" y="391595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1882822-5F03-4363-9288-A525E23062B6}"/>
                </a:ext>
              </a:extLst>
            </p:cNvPr>
            <p:cNvSpPr/>
            <p:nvPr/>
          </p:nvSpPr>
          <p:spPr>
            <a:xfrm>
              <a:off x="5535829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F2B9D67-25BB-43EB-96B6-BC4ED212375E}"/>
                </a:ext>
              </a:extLst>
            </p:cNvPr>
            <p:cNvSpPr/>
            <p:nvPr/>
          </p:nvSpPr>
          <p:spPr>
            <a:xfrm>
              <a:off x="5898294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D3730D8-765C-499C-B3ED-2FFEAB66A64C}"/>
                </a:ext>
              </a:extLst>
            </p:cNvPr>
            <p:cNvSpPr/>
            <p:nvPr/>
          </p:nvSpPr>
          <p:spPr>
            <a:xfrm>
              <a:off x="6260761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54E1CD0-A3E0-41A8-AC86-82C9CB68024C}"/>
                </a:ext>
              </a:extLst>
            </p:cNvPr>
            <p:cNvSpPr/>
            <p:nvPr/>
          </p:nvSpPr>
          <p:spPr>
            <a:xfrm>
              <a:off x="6623226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09916B0-0661-4822-A778-0F01F4D80DE6}"/>
                </a:ext>
              </a:extLst>
            </p:cNvPr>
            <p:cNvSpPr/>
            <p:nvPr/>
          </p:nvSpPr>
          <p:spPr>
            <a:xfrm>
              <a:off x="3385752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45B801-F3D0-4215-8187-883DAFA70C30}"/>
                </a:ext>
              </a:extLst>
            </p:cNvPr>
            <p:cNvSpPr/>
            <p:nvPr/>
          </p:nvSpPr>
          <p:spPr>
            <a:xfrm>
              <a:off x="3748217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36D9F83-4B4D-4E31-A050-932C5FA4CB3F}"/>
                </a:ext>
              </a:extLst>
            </p:cNvPr>
            <p:cNvSpPr/>
            <p:nvPr/>
          </p:nvSpPr>
          <p:spPr>
            <a:xfrm>
              <a:off x="4110682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9F9F881-15F9-40A4-876D-C2900CBF0E36}"/>
                </a:ext>
              </a:extLst>
            </p:cNvPr>
            <p:cNvSpPr/>
            <p:nvPr/>
          </p:nvSpPr>
          <p:spPr>
            <a:xfrm>
              <a:off x="4473147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1D231BD-9343-4888-8DC3-441A68371D16}"/>
                </a:ext>
              </a:extLst>
            </p:cNvPr>
            <p:cNvSpPr/>
            <p:nvPr/>
          </p:nvSpPr>
          <p:spPr>
            <a:xfrm>
              <a:off x="4810899" y="427842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B2DB497-645E-410C-A292-12D19F8F5FCF}"/>
                </a:ext>
              </a:extLst>
            </p:cNvPr>
            <p:cNvSpPr/>
            <p:nvPr/>
          </p:nvSpPr>
          <p:spPr>
            <a:xfrm>
              <a:off x="5173364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FE55FE8-3F8D-42A7-ABCE-2BD7F844D7F1}"/>
                </a:ext>
              </a:extLst>
            </p:cNvPr>
            <p:cNvSpPr/>
            <p:nvPr/>
          </p:nvSpPr>
          <p:spPr>
            <a:xfrm>
              <a:off x="5535829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EE7EA77-6E9B-4048-B430-59CEF1866714}"/>
                </a:ext>
              </a:extLst>
            </p:cNvPr>
            <p:cNvSpPr/>
            <p:nvPr/>
          </p:nvSpPr>
          <p:spPr>
            <a:xfrm>
              <a:off x="5898294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BC18AD1-CE32-4566-9341-DED40C61342F}"/>
                </a:ext>
              </a:extLst>
            </p:cNvPr>
            <p:cNvSpPr/>
            <p:nvPr/>
          </p:nvSpPr>
          <p:spPr>
            <a:xfrm>
              <a:off x="6260761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FB749A7-12C0-4780-B91E-0BCF215814F7}"/>
                </a:ext>
              </a:extLst>
            </p:cNvPr>
            <p:cNvSpPr/>
            <p:nvPr/>
          </p:nvSpPr>
          <p:spPr>
            <a:xfrm>
              <a:off x="6623226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32AC991-B4F6-46B1-85DE-816819863485}"/>
                </a:ext>
              </a:extLst>
            </p:cNvPr>
            <p:cNvSpPr/>
            <p:nvPr/>
          </p:nvSpPr>
          <p:spPr>
            <a:xfrm>
              <a:off x="3385752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DA99F4A-8029-472A-80D7-371449B1BB8F}"/>
                </a:ext>
              </a:extLst>
            </p:cNvPr>
            <p:cNvSpPr/>
            <p:nvPr/>
          </p:nvSpPr>
          <p:spPr>
            <a:xfrm>
              <a:off x="3748217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F2B2F7-46CB-4305-9243-2DF32B1B5642}"/>
                </a:ext>
              </a:extLst>
            </p:cNvPr>
            <p:cNvSpPr/>
            <p:nvPr/>
          </p:nvSpPr>
          <p:spPr>
            <a:xfrm>
              <a:off x="4110682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82CE0B2-6092-4C72-9F13-986C1551A4C0}"/>
                </a:ext>
              </a:extLst>
            </p:cNvPr>
            <p:cNvSpPr/>
            <p:nvPr/>
          </p:nvSpPr>
          <p:spPr>
            <a:xfrm>
              <a:off x="4473147" y="464088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1653E9-F8F1-4ECE-8576-37343A68CEDE}"/>
                </a:ext>
              </a:extLst>
            </p:cNvPr>
            <p:cNvSpPr/>
            <p:nvPr/>
          </p:nvSpPr>
          <p:spPr>
            <a:xfrm>
              <a:off x="4810899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E49FC93-CDD4-44FC-8255-6EBFEFB037E3}"/>
                </a:ext>
              </a:extLst>
            </p:cNvPr>
            <p:cNvSpPr/>
            <p:nvPr/>
          </p:nvSpPr>
          <p:spPr>
            <a:xfrm>
              <a:off x="5173364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EE6681A-3462-44E8-A565-0D0637FCDB27}"/>
                </a:ext>
              </a:extLst>
            </p:cNvPr>
            <p:cNvSpPr/>
            <p:nvPr/>
          </p:nvSpPr>
          <p:spPr>
            <a:xfrm>
              <a:off x="5535829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46317D0-9494-4D13-BCA0-2EC77CA302AC}"/>
                </a:ext>
              </a:extLst>
            </p:cNvPr>
            <p:cNvSpPr/>
            <p:nvPr/>
          </p:nvSpPr>
          <p:spPr>
            <a:xfrm>
              <a:off x="5898294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995C901-5EEF-4422-8467-2282C88BBE1A}"/>
                </a:ext>
              </a:extLst>
            </p:cNvPr>
            <p:cNvSpPr/>
            <p:nvPr/>
          </p:nvSpPr>
          <p:spPr>
            <a:xfrm>
              <a:off x="6260761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AF412C3-3577-4071-8E6A-F55B3982833A}"/>
                </a:ext>
              </a:extLst>
            </p:cNvPr>
            <p:cNvSpPr/>
            <p:nvPr/>
          </p:nvSpPr>
          <p:spPr>
            <a:xfrm>
              <a:off x="6623226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C764985-77DF-4F32-8B75-269A17439FD5}"/>
                </a:ext>
              </a:extLst>
            </p:cNvPr>
            <p:cNvSpPr/>
            <p:nvPr/>
          </p:nvSpPr>
          <p:spPr>
            <a:xfrm>
              <a:off x="3385752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76C833F-1139-4EB3-9AE8-3E7167CD10A2}"/>
                </a:ext>
              </a:extLst>
            </p:cNvPr>
            <p:cNvSpPr/>
            <p:nvPr/>
          </p:nvSpPr>
          <p:spPr>
            <a:xfrm>
              <a:off x="3748217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623D448-74A4-48B3-9955-A44039B8D6A1}"/>
                </a:ext>
              </a:extLst>
            </p:cNvPr>
            <p:cNvSpPr/>
            <p:nvPr/>
          </p:nvSpPr>
          <p:spPr>
            <a:xfrm>
              <a:off x="4110682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904DF1C-6659-44F6-BCD8-2EC450F293E7}"/>
                </a:ext>
              </a:extLst>
            </p:cNvPr>
            <p:cNvSpPr/>
            <p:nvPr/>
          </p:nvSpPr>
          <p:spPr>
            <a:xfrm>
              <a:off x="4473147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691796B-80F5-4ED8-8805-0F4B5F6C9F8B}"/>
                </a:ext>
              </a:extLst>
            </p:cNvPr>
            <p:cNvSpPr/>
            <p:nvPr/>
          </p:nvSpPr>
          <p:spPr>
            <a:xfrm>
              <a:off x="4810899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33D1AB9-A872-4E0C-9D16-E8D66C41680B}"/>
                </a:ext>
              </a:extLst>
            </p:cNvPr>
            <p:cNvSpPr/>
            <p:nvPr/>
          </p:nvSpPr>
          <p:spPr>
            <a:xfrm>
              <a:off x="5173364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52517D0-B614-42BF-88B0-342A4171864D}"/>
                </a:ext>
              </a:extLst>
            </p:cNvPr>
            <p:cNvSpPr/>
            <p:nvPr/>
          </p:nvSpPr>
          <p:spPr>
            <a:xfrm>
              <a:off x="5535829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D0DFCFD-3569-4490-8658-ABB703478CE1}"/>
                </a:ext>
              </a:extLst>
            </p:cNvPr>
            <p:cNvSpPr/>
            <p:nvPr/>
          </p:nvSpPr>
          <p:spPr>
            <a:xfrm>
              <a:off x="5898294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D270EF6-7807-45D7-99D8-569F4240B107}"/>
                </a:ext>
              </a:extLst>
            </p:cNvPr>
            <p:cNvSpPr/>
            <p:nvPr/>
          </p:nvSpPr>
          <p:spPr>
            <a:xfrm>
              <a:off x="6260761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0D27DE1-A15A-44AF-858F-4FB864B58FD6}"/>
                </a:ext>
              </a:extLst>
            </p:cNvPr>
            <p:cNvSpPr/>
            <p:nvPr/>
          </p:nvSpPr>
          <p:spPr>
            <a:xfrm>
              <a:off x="6623226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3655D6D-7036-4127-B341-BED806162AC3}"/>
                </a:ext>
              </a:extLst>
            </p:cNvPr>
            <p:cNvSpPr/>
            <p:nvPr/>
          </p:nvSpPr>
          <p:spPr>
            <a:xfrm>
              <a:off x="3385752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AF8D42C-45FC-4DD2-AEF1-90D10D4CA88D}"/>
                </a:ext>
              </a:extLst>
            </p:cNvPr>
            <p:cNvSpPr/>
            <p:nvPr/>
          </p:nvSpPr>
          <p:spPr>
            <a:xfrm>
              <a:off x="3748217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DC0C377-5A7B-4C2D-823B-52CE6D92CEC5}"/>
                </a:ext>
              </a:extLst>
            </p:cNvPr>
            <p:cNvSpPr/>
            <p:nvPr/>
          </p:nvSpPr>
          <p:spPr>
            <a:xfrm>
              <a:off x="4110682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4E2DA32-F371-4D0C-A2EF-9B5A3179B2C9}"/>
                </a:ext>
              </a:extLst>
            </p:cNvPr>
            <p:cNvSpPr/>
            <p:nvPr/>
          </p:nvSpPr>
          <p:spPr>
            <a:xfrm>
              <a:off x="4473147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2CFB1C3-0037-47F2-BDEF-74442A619A69}"/>
                </a:ext>
              </a:extLst>
            </p:cNvPr>
            <p:cNvSpPr/>
            <p:nvPr/>
          </p:nvSpPr>
          <p:spPr>
            <a:xfrm>
              <a:off x="4810899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95E3DA7-5964-4819-8FD6-C71822216E24}"/>
                </a:ext>
              </a:extLst>
            </p:cNvPr>
            <p:cNvSpPr/>
            <p:nvPr/>
          </p:nvSpPr>
          <p:spPr>
            <a:xfrm>
              <a:off x="5173364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2A81819-1E6C-4106-9FE5-14B42070B760}"/>
                </a:ext>
              </a:extLst>
            </p:cNvPr>
            <p:cNvSpPr/>
            <p:nvPr/>
          </p:nvSpPr>
          <p:spPr>
            <a:xfrm>
              <a:off x="5535829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F96340B-3BEA-40FD-B38B-D16F5CAF1AC4}"/>
                </a:ext>
              </a:extLst>
            </p:cNvPr>
            <p:cNvSpPr/>
            <p:nvPr/>
          </p:nvSpPr>
          <p:spPr>
            <a:xfrm>
              <a:off x="5898294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FCDC0EC-487A-4AB3-8C71-231568F322B8}"/>
                </a:ext>
              </a:extLst>
            </p:cNvPr>
            <p:cNvSpPr/>
            <p:nvPr/>
          </p:nvSpPr>
          <p:spPr>
            <a:xfrm>
              <a:off x="6260761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47D9784-3F7B-4A31-84F4-3861838DC3B8}"/>
                </a:ext>
              </a:extLst>
            </p:cNvPr>
            <p:cNvSpPr/>
            <p:nvPr/>
          </p:nvSpPr>
          <p:spPr>
            <a:xfrm>
              <a:off x="6623226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DAC9A8E-971F-426A-B6BE-1B9E6D550F69}"/>
                </a:ext>
              </a:extLst>
            </p:cNvPr>
            <p:cNvSpPr/>
            <p:nvPr/>
          </p:nvSpPr>
          <p:spPr>
            <a:xfrm>
              <a:off x="3385752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659DA15-49DC-4683-8AF2-5D963E0EE2F7}"/>
                </a:ext>
              </a:extLst>
            </p:cNvPr>
            <p:cNvSpPr/>
            <p:nvPr/>
          </p:nvSpPr>
          <p:spPr>
            <a:xfrm>
              <a:off x="3748217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6920396-8AEB-4ADD-9ADE-A95C470AA7AE}"/>
                </a:ext>
              </a:extLst>
            </p:cNvPr>
            <p:cNvSpPr/>
            <p:nvPr/>
          </p:nvSpPr>
          <p:spPr>
            <a:xfrm>
              <a:off x="4110682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2704DFB-9586-4F42-8D7B-9835CDBDABD1}"/>
                </a:ext>
              </a:extLst>
            </p:cNvPr>
            <p:cNvSpPr/>
            <p:nvPr/>
          </p:nvSpPr>
          <p:spPr>
            <a:xfrm>
              <a:off x="4473147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F108855-B356-4105-A68C-E5F47AF25B3D}"/>
                </a:ext>
              </a:extLst>
            </p:cNvPr>
            <p:cNvSpPr/>
            <p:nvPr/>
          </p:nvSpPr>
          <p:spPr>
            <a:xfrm>
              <a:off x="4810899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14A2B47-3605-4046-8A83-1373E63919B1}"/>
                </a:ext>
              </a:extLst>
            </p:cNvPr>
            <p:cNvSpPr/>
            <p:nvPr/>
          </p:nvSpPr>
          <p:spPr>
            <a:xfrm>
              <a:off x="5173364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70F35D0-803B-40D9-83B5-8F51A1CB4C88}"/>
                </a:ext>
              </a:extLst>
            </p:cNvPr>
            <p:cNvSpPr/>
            <p:nvPr/>
          </p:nvSpPr>
          <p:spPr>
            <a:xfrm>
              <a:off x="5535829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F78D248-61C3-4E78-8987-50551165B393}"/>
                </a:ext>
              </a:extLst>
            </p:cNvPr>
            <p:cNvSpPr/>
            <p:nvPr/>
          </p:nvSpPr>
          <p:spPr>
            <a:xfrm>
              <a:off x="5898294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79C4E30-0324-47BF-9D61-96F1CC0943CE}"/>
                </a:ext>
              </a:extLst>
            </p:cNvPr>
            <p:cNvSpPr/>
            <p:nvPr/>
          </p:nvSpPr>
          <p:spPr>
            <a:xfrm>
              <a:off x="6260761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F62782C-D3D7-49B9-8AD7-46509353D20F}"/>
                </a:ext>
              </a:extLst>
            </p:cNvPr>
            <p:cNvSpPr/>
            <p:nvPr/>
          </p:nvSpPr>
          <p:spPr>
            <a:xfrm>
              <a:off x="6623226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2CCB2196-D9B7-224C-9ABD-E5FFD11771DB}"/>
              </a:ext>
            </a:extLst>
          </p:cNvPr>
          <p:cNvSpPr txBox="1"/>
          <p:nvPr/>
        </p:nvSpPr>
        <p:spPr>
          <a:xfrm>
            <a:off x="4239008" y="2181807"/>
            <a:ext cx="28197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0000000000</a:t>
            </a:r>
          </a:p>
          <a:p>
            <a:r>
              <a:rPr lang="en-GB" dirty="0">
                <a:latin typeface="Consolas" panose="020B0609020204030204" pitchFamily="49" charset="0"/>
              </a:rPr>
              <a:t>0000000000</a:t>
            </a:r>
          </a:p>
          <a:p>
            <a:r>
              <a:rPr lang="en-GB" dirty="0">
                <a:latin typeface="Consolas" panose="020B0609020204030204" pitchFamily="49" charset="0"/>
              </a:rPr>
              <a:t>0011111100</a:t>
            </a:r>
          </a:p>
          <a:p>
            <a:r>
              <a:rPr lang="en-GB" dirty="0">
                <a:latin typeface="Consolas" panose="020B0609020204030204" pitchFamily="49" charset="0"/>
              </a:rPr>
              <a:t>0000001000</a:t>
            </a:r>
          </a:p>
          <a:p>
            <a:r>
              <a:rPr lang="en-GB" dirty="0">
                <a:latin typeface="Consolas" panose="020B0609020204030204" pitchFamily="49" charset="0"/>
              </a:rPr>
              <a:t>0000010000</a:t>
            </a:r>
          </a:p>
          <a:p>
            <a:r>
              <a:rPr lang="en-GB" dirty="0">
                <a:latin typeface="Consolas" panose="020B0609020204030204" pitchFamily="49" charset="0"/>
              </a:rPr>
              <a:t>0000100000</a:t>
            </a:r>
          </a:p>
          <a:p>
            <a:r>
              <a:rPr lang="en-GB" dirty="0">
                <a:latin typeface="Consolas" panose="020B0609020204030204" pitchFamily="49" charset="0"/>
              </a:rPr>
              <a:t>0001000000</a:t>
            </a:r>
          </a:p>
          <a:p>
            <a:r>
              <a:rPr lang="en-GB" dirty="0">
                <a:latin typeface="Consolas" panose="020B0609020204030204" pitchFamily="49" charset="0"/>
              </a:rPr>
              <a:t>0011111100</a:t>
            </a:r>
          </a:p>
          <a:p>
            <a:r>
              <a:rPr lang="en-GB" dirty="0">
                <a:latin typeface="Consolas" panose="020B0609020204030204" pitchFamily="49" charset="0"/>
              </a:rPr>
              <a:t>0000000000</a:t>
            </a:r>
          </a:p>
          <a:p>
            <a:r>
              <a:rPr lang="en-GB" dirty="0">
                <a:latin typeface="Consolas" panose="020B0609020204030204" pitchFamily="49" charset="0"/>
              </a:rPr>
              <a:t>0000000000</a:t>
            </a:r>
            <a:r>
              <a:rPr lang="en-GB" dirty="0"/>
              <a:t> = </a:t>
            </a:r>
            <a:r>
              <a:rPr lang="en-GB" b="1" dirty="0"/>
              <a:t>100 bits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506D326-6A86-6E43-BCCD-F2DB9E586058}"/>
              </a:ext>
            </a:extLst>
          </p:cNvPr>
          <p:cNvSpPr/>
          <p:nvPr/>
        </p:nvSpPr>
        <p:spPr>
          <a:xfrm>
            <a:off x="176565" y="993174"/>
            <a:ext cx="7449090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Huffman coding is often used to compressed text-based data.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Meanwhile, run-length encoding is typically used to compress bitmap images.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9B2A809-5C7E-1746-BB11-91D98C1D2ADD}"/>
              </a:ext>
            </a:extLst>
          </p:cNvPr>
          <p:cNvSpPr/>
          <p:nvPr/>
        </p:nvSpPr>
        <p:spPr>
          <a:xfrm>
            <a:off x="176565" y="6147050"/>
            <a:ext cx="9381286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just two colours, we can encode an image with a colour depth of 1 bit (0 = white, 1 = black).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D56355E-D8AF-0F4F-BC8A-3063AA4681EA}"/>
              </a:ext>
            </a:extLst>
          </p:cNvPr>
          <p:cNvSpPr txBox="1"/>
          <p:nvPr/>
        </p:nvSpPr>
        <p:spPr>
          <a:xfrm>
            <a:off x="7951386" y="2192960"/>
            <a:ext cx="282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22W 6B 8W 1B 8W 1B </a:t>
            </a:r>
          </a:p>
          <a:p>
            <a:r>
              <a:rPr lang="en-GB" dirty="0">
                <a:latin typeface="Consolas" panose="020B0609020204030204" pitchFamily="49" charset="0"/>
              </a:rPr>
              <a:t>8W 1B 8W 1B 8W 6B 22W</a:t>
            </a:r>
          </a:p>
          <a:p>
            <a:endParaRPr lang="en-GB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GB" dirty="0"/>
              <a:t>…becomes…</a:t>
            </a:r>
          </a:p>
        </p:txBody>
      </p:sp>
    </p:spTree>
    <p:extLst>
      <p:ext uri="{BB962C8B-B14F-4D97-AF65-F5344CB8AC3E}">
        <p14:creationId xmlns:p14="http://schemas.microsoft.com/office/powerpoint/2010/main" val="3787700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745479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compression methods: Run-length encoding (RLE)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0232C-D70B-49DC-A716-4FAA3DBAE726}"/>
              </a:ext>
            </a:extLst>
          </p:cNvPr>
          <p:cNvGrpSpPr/>
          <p:nvPr/>
        </p:nvGrpSpPr>
        <p:grpSpPr>
          <a:xfrm>
            <a:off x="326219" y="2251759"/>
            <a:ext cx="3599939" cy="3613067"/>
            <a:chOff x="3385752" y="2466096"/>
            <a:chExt cx="3599939" cy="3613067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9A5FB2-F00B-4A5B-A273-EC0E945F9AD6}"/>
                </a:ext>
              </a:extLst>
            </p:cNvPr>
            <p:cNvSpPr/>
            <p:nvPr/>
          </p:nvSpPr>
          <p:spPr>
            <a:xfrm>
              <a:off x="3385752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C19B0E-4584-47BA-92C5-574FE70504D5}"/>
                </a:ext>
              </a:extLst>
            </p:cNvPr>
            <p:cNvSpPr/>
            <p:nvPr/>
          </p:nvSpPr>
          <p:spPr>
            <a:xfrm>
              <a:off x="3748217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FE923C-22D8-479E-BC44-037FBCD3792F}"/>
                </a:ext>
              </a:extLst>
            </p:cNvPr>
            <p:cNvSpPr/>
            <p:nvPr/>
          </p:nvSpPr>
          <p:spPr>
            <a:xfrm>
              <a:off x="4110682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068C3B-0FFC-4732-B1BF-A57D8BC142BC}"/>
                </a:ext>
              </a:extLst>
            </p:cNvPr>
            <p:cNvSpPr/>
            <p:nvPr/>
          </p:nvSpPr>
          <p:spPr>
            <a:xfrm>
              <a:off x="4473147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40EC95-309C-4242-8C10-23DA20E63735}"/>
                </a:ext>
              </a:extLst>
            </p:cNvPr>
            <p:cNvSpPr/>
            <p:nvPr/>
          </p:nvSpPr>
          <p:spPr>
            <a:xfrm>
              <a:off x="4810899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B064D9-C2BA-485D-B07A-C18E8E2CAF6B}"/>
                </a:ext>
              </a:extLst>
            </p:cNvPr>
            <p:cNvSpPr/>
            <p:nvPr/>
          </p:nvSpPr>
          <p:spPr>
            <a:xfrm>
              <a:off x="5173364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628A84-806A-49AA-812E-510FC6B400CC}"/>
                </a:ext>
              </a:extLst>
            </p:cNvPr>
            <p:cNvSpPr/>
            <p:nvPr/>
          </p:nvSpPr>
          <p:spPr>
            <a:xfrm>
              <a:off x="5535829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148AF6-AF5F-4A4E-A6EC-40494FFAD4B5}"/>
                </a:ext>
              </a:extLst>
            </p:cNvPr>
            <p:cNvSpPr/>
            <p:nvPr/>
          </p:nvSpPr>
          <p:spPr>
            <a:xfrm>
              <a:off x="5898294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38FEDA-F1E8-4164-967E-375E28BC128A}"/>
                </a:ext>
              </a:extLst>
            </p:cNvPr>
            <p:cNvSpPr/>
            <p:nvPr/>
          </p:nvSpPr>
          <p:spPr>
            <a:xfrm>
              <a:off x="6260761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DF32AD-0272-42C5-8770-AB92A81CDD2F}"/>
                </a:ext>
              </a:extLst>
            </p:cNvPr>
            <p:cNvSpPr/>
            <p:nvPr/>
          </p:nvSpPr>
          <p:spPr>
            <a:xfrm>
              <a:off x="6623226" y="246609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69D612-203F-4B05-AD85-247369AAA7BF}"/>
                </a:ext>
              </a:extLst>
            </p:cNvPr>
            <p:cNvSpPr/>
            <p:nvPr/>
          </p:nvSpPr>
          <p:spPr>
            <a:xfrm>
              <a:off x="3385752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CD6775-E4B4-4BCF-844F-65BB85211DAB}"/>
                </a:ext>
              </a:extLst>
            </p:cNvPr>
            <p:cNvSpPr/>
            <p:nvPr/>
          </p:nvSpPr>
          <p:spPr>
            <a:xfrm>
              <a:off x="3748217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A7305FD-8705-4EE9-AA70-97534632B8FD}"/>
                </a:ext>
              </a:extLst>
            </p:cNvPr>
            <p:cNvSpPr/>
            <p:nvPr/>
          </p:nvSpPr>
          <p:spPr>
            <a:xfrm>
              <a:off x="4110682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D5F1AC-D737-4990-AFE2-F6418821C299}"/>
                </a:ext>
              </a:extLst>
            </p:cNvPr>
            <p:cNvSpPr/>
            <p:nvPr/>
          </p:nvSpPr>
          <p:spPr>
            <a:xfrm>
              <a:off x="4473147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523C03-0E03-4453-B7D1-5C30CCBCEF0E}"/>
                </a:ext>
              </a:extLst>
            </p:cNvPr>
            <p:cNvSpPr/>
            <p:nvPr/>
          </p:nvSpPr>
          <p:spPr>
            <a:xfrm>
              <a:off x="4810899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B822FE7-F638-46D6-BBA8-3614E8DE3BF1}"/>
                </a:ext>
              </a:extLst>
            </p:cNvPr>
            <p:cNvSpPr/>
            <p:nvPr/>
          </p:nvSpPr>
          <p:spPr>
            <a:xfrm>
              <a:off x="5173364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86FB030-EB54-453B-B667-A9EBE3A84D5E}"/>
                </a:ext>
              </a:extLst>
            </p:cNvPr>
            <p:cNvSpPr/>
            <p:nvPr/>
          </p:nvSpPr>
          <p:spPr>
            <a:xfrm>
              <a:off x="5535829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213BE58-F51D-416A-9B93-F946477A5625}"/>
                </a:ext>
              </a:extLst>
            </p:cNvPr>
            <p:cNvSpPr/>
            <p:nvPr/>
          </p:nvSpPr>
          <p:spPr>
            <a:xfrm>
              <a:off x="5898294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A94E62B-8CB9-4750-910C-4B5BB2EAA209}"/>
                </a:ext>
              </a:extLst>
            </p:cNvPr>
            <p:cNvSpPr/>
            <p:nvPr/>
          </p:nvSpPr>
          <p:spPr>
            <a:xfrm>
              <a:off x="6260761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857822-1660-4453-99AE-24245E975199}"/>
                </a:ext>
              </a:extLst>
            </p:cNvPr>
            <p:cNvSpPr/>
            <p:nvPr/>
          </p:nvSpPr>
          <p:spPr>
            <a:xfrm>
              <a:off x="6623226" y="282856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DCB98F-88A0-4D33-AE28-858EC118A11A}"/>
                </a:ext>
              </a:extLst>
            </p:cNvPr>
            <p:cNvSpPr/>
            <p:nvPr/>
          </p:nvSpPr>
          <p:spPr>
            <a:xfrm>
              <a:off x="3385752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C6FADC-BA9B-4A96-A88F-B32985289611}"/>
                </a:ext>
              </a:extLst>
            </p:cNvPr>
            <p:cNvSpPr/>
            <p:nvPr/>
          </p:nvSpPr>
          <p:spPr>
            <a:xfrm>
              <a:off x="3748217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5BC51F4-217F-4894-BFF1-286F5DB25499}"/>
                </a:ext>
              </a:extLst>
            </p:cNvPr>
            <p:cNvSpPr/>
            <p:nvPr/>
          </p:nvSpPr>
          <p:spPr>
            <a:xfrm>
              <a:off x="4110682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1470D3D-ADAE-41A0-94FA-14A577406665}"/>
                </a:ext>
              </a:extLst>
            </p:cNvPr>
            <p:cNvSpPr/>
            <p:nvPr/>
          </p:nvSpPr>
          <p:spPr>
            <a:xfrm>
              <a:off x="4473147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6E4944C-6E28-4987-BBAD-3C5C3E72D12C}"/>
                </a:ext>
              </a:extLst>
            </p:cNvPr>
            <p:cNvSpPr/>
            <p:nvPr/>
          </p:nvSpPr>
          <p:spPr>
            <a:xfrm>
              <a:off x="4810899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A6453C7-5000-4072-8A48-94B75F77EBBE}"/>
                </a:ext>
              </a:extLst>
            </p:cNvPr>
            <p:cNvSpPr/>
            <p:nvPr/>
          </p:nvSpPr>
          <p:spPr>
            <a:xfrm>
              <a:off x="5173364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E6DF330-06C3-4166-A9CC-DED6F2B3C5E6}"/>
                </a:ext>
              </a:extLst>
            </p:cNvPr>
            <p:cNvSpPr/>
            <p:nvPr/>
          </p:nvSpPr>
          <p:spPr>
            <a:xfrm>
              <a:off x="5535829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DD5E61-5BCE-4397-AD24-53E54C581C9C}"/>
                </a:ext>
              </a:extLst>
            </p:cNvPr>
            <p:cNvSpPr/>
            <p:nvPr/>
          </p:nvSpPr>
          <p:spPr>
            <a:xfrm>
              <a:off x="5898294" y="319102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0CB1234-0610-49C5-A9A8-7E18B2B7D28F}"/>
                </a:ext>
              </a:extLst>
            </p:cNvPr>
            <p:cNvSpPr/>
            <p:nvPr/>
          </p:nvSpPr>
          <p:spPr>
            <a:xfrm>
              <a:off x="6260761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437881-AE35-4D15-ADE3-159D6295E93B}"/>
                </a:ext>
              </a:extLst>
            </p:cNvPr>
            <p:cNvSpPr/>
            <p:nvPr/>
          </p:nvSpPr>
          <p:spPr>
            <a:xfrm>
              <a:off x="6623226" y="319102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5ED2498-C7DB-4C3D-864C-9984A5CD8FF6}"/>
                </a:ext>
              </a:extLst>
            </p:cNvPr>
            <p:cNvSpPr/>
            <p:nvPr/>
          </p:nvSpPr>
          <p:spPr>
            <a:xfrm>
              <a:off x="3385752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6EEAB5-CF41-4A76-B638-D029CC5B12B8}"/>
                </a:ext>
              </a:extLst>
            </p:cNvPr>
            <p:cNvSpPr/>
            <p:nvPr/>
          </p:nvSpPr>
          <p:spPr>
            <a:xfrm>
              <a:off x="3748217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D14D9CB-2541-4D0A-BF31-C99690EA023F}"/>
                </a:ext>
              </a:extLst>
            </p:cNvPr>
            <p:cNvSpPr/>
            <p:nvPr/>
          </p:nvSpPr>
          <p:spPr>
            <a:xfrm>
              <a:off x="4110682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4E113A-A620-4BDC-B990-8049438A452E}"/>
                </a:ext>
              </a:extLst>
            </p:cNvPr>
            <p:cNvSpPr/>
            <p:nvPr/>
          </p:nvSpPr>
          <p:spPr>
            <a:xfrm>
              <a:off x="4473147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B311596-2F87-43DC-89BD-A3ADA6A16613}"/>
                </a:ext>
              </a:extLst>
            </p:cNvPr>
            <p:cNvSpPr/>
            <p:nvPr/>
          </p:nvSpPr>
          <p:spPr>
            <a:xfrm>
              <a:off x="4810899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8075B81-E736-4FF8-BACD-5C8C0DDA72C5}"/>
                </a:ext>
              </a:extLst>
            </p:cNvPr>
            <p:cNvSpPr/>
            <p:nvPr/>
          </p:nvSpPr>
          <p:spPr>
            <a:xfrm>
              <a:off x="5173364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AA6124A-315A-43D2-BEE4-3C02DCF190BB}"/>
                </a:ext>
              </a:extLst>
            </p:cNvPr>
            <p:cNvSpPr/>
            <p:nvPr/>
          </p:nvSpPr>
          <p:spPr>
            <a:xfrm>
              <a:off x="5535829" y="355349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DAEAA8-F771-4BAD-84C8-15044CC2B2AD}"/>
                </a:ext>
              </a:extLst>
            </p:cNvPr>
            <p:cNvSpPr/>
            <p:nvPr/>
          </p:nvSpPr>
          <p:spPr>
            <a:xfrm>
              <a:off x="5898294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9D67C0-D359-43FF-91D4-ED853B0765DE}"/>
                </a:ext>
              </a:extLst>
            </p:cNvPr>
            <p:cNvSpPr/>
            <p:nvPr/>
          </p:nvSpPr>
          <p:spPr>
            <a:xfrm>
              <a:off x="6260761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E6295AA-BEFC-452D-A80F-01A56240689C}"/>
                </a:ext>
              </a:extLst>
            </p:cNvPr>
            <p:cNvSpPr/>
            <p:nvPr/>
          </p:nvSpPr>
          <p:spPr>
            <a:xfrm>
              <a:off x="6623226" y="355349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1ED512B-307F-42A7-ADAF-50FCDF331683}"/>
                </a:ext>
              </a:extLst>
            </p:cNvPr>
            <p:cNvSpPr/>
            <p:nvPr/>
          </p:nvSpPr>
          <p:spPr>
            <a:xfrm>
              <a:off x="3385752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697BC64-BC41-4020-AB29-62EF40DE9C9A}"/>
                </a:ext>
              </a:extLst>
            </p:cNvPr>
            <p:cNvSpPr/>
            <p:nvPr/>
          </p:nvSpPr>
          <p:spPr>
            <a:xfrm>
              <a:off x="3748217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186EF2B-2957-4FEF-829B-A8077F92B74C}"/>
                </a:ext>
              </a:extLst>
            </p:cNvPr>
            <p:cNvSpPr/>
            <p:nvPr/>
          </p:nvSpPr>
          <p:spPr>
            <a:xfrm>
              <a:off x="4110682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D221FD-8FA0-4B1A-A78F-CCD8FC3A7AC6}"/>
                </a:ext>
              </a:extLst>
            </p:cNvPr>
            <p:cNvSpPr/>
            <p:nvPr/>
          </p:nvSpPr>
          <p:spPr>
            <a:xfrm>
              <a:off x="4473147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D89125B-C71E-49EC-93F9-D1EBD87A446B}"/>
                </a:ext>
              </a:extLst>
            </p:cNvPr>
            <p:cNvSpPr/>
            <p:nvPr/>
          </p:nvSpPr>
          <p:spPr>
            <a:xfrm>
              <a:off x="4810899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48F7BA-7F7C-4A42-A191-4D117F69D4F4}"/>
                </a:ext>
              </a:extLst>
            </p:cNvPr>
            <p:cNvSpPr/>
            <p:nvPr/>
          </p:nvSpPr>
          <p:spPr>
            <a:xfrm>
              <a:off x="5173364" y="391595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1882822-5F03-4363-9288-A525E23062B6}"/>
                </a:ext>
              </a:extLst>
            </p:cNvPr>
            <p:cNvSpPr/>
            <p:nvPr/>
          </p:nvSpPr>
          <p:spPr>
            <a:xfrm>
              <a:off x="5535829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F2B9D67-25BB-43EB-96B6-BC4ED212375E}"/>
                </a:ext>
              </a:extLst>
            </p:cNvPr>
            <p:cNvSpPr/>
            <p:nvPr/>
          </p:nvSpPr>
          <p:spPr>
            <a:xfrm>
              <a:off x="5898294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D3730D8-765C-499C-B3ED-2FFEAB66A64C}"/>
                </a:ext>
              </a:extLst>
            </p:cNvPr>
            <p:cNvSpPr/>
            <p:nvPr/>
          </p:nvSpPr>
          <p:spPr>
            <a:xfrm>
              <a:off x="6260761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54E1CD0-A3E0-41A8-AC86-82C9CB68024C}"/>
                </a:ext>
              </a:extLst>
            </p:cNvPr>
            <p:cNvSpPr/>
            <p:nvPr/>
          </p:nvSpPr>
          <p:spPr>
            <a:xfrm>
              <a:off x="6623226" y="391595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09916B0-0661-4822-A778-0F01F4D80DE6}"/>
                </a:ext>
              </a:extLst>
            </p:cNvPr>
            <p:cNvSpPr/>
            <p:nvPr/>
          </p:nvSpPr>
          <p:spPr>
            <a:xfrm>
              <a:off x="3385752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45B801-F3D0-4215-8187-883DAFA70C30}"/>
                </a:ext>
              </a:extLst>
            </p:cNvPr>
            <p:cNvSpPr/>
            <p:nvPr/>
          </p:nvSpPr>
          <p:spPr>
            <a:xfrm>
              <a:off x="3748217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36D9F83-4B4D-4E31-A050-932C5FA4CB3F}"/>
                </a:ext>
              </a:extLst>
            </p:cNvPr>
            <p:cNvSpPr/>
            <p:nvPr/>
          </p:nvSpPr>
          <p:spPr>
            <a:xfrm>
              <a:off x="4110682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9F9F881-15F9-40A4-876D-C2900CBF0E36}"/>
                </a:ext>
              </a:extLst>
            </p:cNvPr>
            <p:cNvSpPr/>
            <p:nvPr/>
          </p:nvSpPr>
          <p:spPr>
            <a:xfrm>
              <a:off x="4473147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1D231BD-9343-4888-8DC3-441A68371D16}"/>
                </a:ext>
              </a:extLst>
            </p:cNvPr>
            <p:cNvSpPr/>
            <p:nvPr/>
          </p:nvSpPr>
          <p:spPr>
            <a:xfrm>
              <a:off x="4810899" y="427842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B2DB497-645E-410C-A292-12D19F8F5FCF}"/>
                </a:ext>
              </a:extLst>
            </p:cNvPr>
            <p:cNvSpPr/>
            <p:nvPr/>
          </p:nvSpPr>
          <p:spPr>
            <a:xfrm>
              <a:off x="5173364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FE55FE8-3F8D-42A7-ABCE-2BD7F844D7F1}"/>
                </a:ext>
              </a:extLst>
            </p:cNvPr>
            <p:cNvSpPr/>
            <p:nvPr/>
          </p:nvSpPr>
          <p:spPr>
            <a:xfrm>
              <a:off x="5535829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EE7EA77-6E9B-4048-B430-59CEF1866714}"/>
                </a:ext>
              </a:extLst>
            </p:cNvPr>
            <p:cNvSpPr/>
            <p:nvPr/>
          </p:nvSpPr>
          <p:spPr>
            <a:xfrm>
              <a:off x="5898294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BC18AD1-CE32-4566-9341-DED40C61342F}"/>
                </a:ext>
              </a:extLst>
            </p:cNvPr>
            <p:cNvSpPr/>
            <p:nvPr/>
          </p:nvSpPr>
          <p:spPr>
            <a:xfrm>
              <a:off x="6260761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FB749A7-12C0-4780-B91E-0BCF215814F7}"/>
                </a:ext>
              </a:extLst>
            </p:cNvPr>
            <p:cNvSpPr/>
            <p:nvPr/>
          </p:nvSpPr>
          <p:spPr>
            <a:xfrm>
              <a:off x="6623226" y="427842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32AC991-B4F6-46B1-85DE-816819863485}"/>
                </a:ext>
              </a:extLst>
            </p:cNvPr>
            <p:cNvSpPr/>
            <p:nvPr/>
          </p:nvSpPr>
          <p:spPr>
            <a:xfrm>
              <a:off x="3385752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DA99F4A-8029-472A-80D7-371449B1BB8F}"/>
                </a:ext>
              </a:extLst>
            </p:cNvPr>
            <p:cNvSpPr/>
            <p:nvPr/>
          </p:nvSpPr>
          <p:spPr>
            <a:xfrm>
              <a:off x="3748217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F2B2F7-46CB-4305-9243-2DF32B1B5642}"/>
                </a:ext>
              </a:extLst>
            </p:cNvPr>
            <p:cNvSpPr/>
            <p:nvPr/>
          </p:nvSpPr>
          <p:spPr>
            <a:xfrm>
              <a:off x="4110682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82CE0B2-6092-4C72-9F13-986C1551A4C0}"/>
                </a:ext>
              </a:extLst>
            </p:cNvPr>
            <p:cNvSpPr/>
            <p:nvPr/>
          </p:nvSpPr>
          <p:spPr>
            <a:xfrm>
              <a:off x="4473147" y="4640886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1653E9-F8F1-4ECE-8576-37343A68CEDE}"/>
                </a:ext>
              </a:extLst>
            </p:cNvPr>
            <p:cNvSpPr/>
            <p:nvPr/>
          </p:nvSpPr>
          <p:spPr>
            <a:xfrm>
              <a:off x="4810899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E49FC93-CDD4-44FC-8255-6EBFEFB037E3}"/>
                </a:ext>
              </a:extLst>
            </p:cNvPr>
            <p:cNvSpPr/>
            <p:nvPr/>
          </p:nvSpPr>
          <p:spPr>
            <a:xfrm>
              <a:off x="5173364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EE6681A-3462-44E8-A565-0D0637FCDB27}"/>
                </a:ext>
              </a:extLst>
            </p:cNvPr>
            <p:cNvSpPr/>
            <p:nvPr/>
          </p:nvSpPr>
          <p:spPr>
            <a:xfrm>
              <a:off x="5535829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46317D0-9494-4D13-BCA0-2EC77CA302AC}"/>
                </a:ext>
              </a:extLst>
            </p:cNvPr>
            <p:cNvSpPr/>
            <p:nvPr/>
          </p:nvSpPr>
          <p:spPr>
            <a:xfrm>
              <a:off x="5898294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995C901-5EEF-4422-8467-2282C88BBE1A}"/>
                </a:ext>
              </a:extLst>
            </p:cNvPr>
            <p:cNvSpPr/>
            <p:nvPr/>
          </p:nvSpPr>
          <p:spPr>
            <a:xfrm>
              <a:off x="6260761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AF412C3-3577-4071-8E6A-F55B3982833A}"/>
                </a:ext>
              </a:extLst>
            </p:cNvPr>
            <p:cNvSpPr/>
            <p:nvPr/>
          </p:nvSpPr>
          <p:spPr>
            <a:xfrm>
              <a:off x="6623226" y="4640886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C764985-77DF-4F32-8B75-269A17439FD5}"/>
                </a:ext>
              </a:extLst>
            </p:cNvPr>
            <p:cNvSpPr/>
            <p:nvPr/>
          </p:nvSpPr>
          <p:spPr>
            <a:xfrm>
              <a:off x="3385752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76C833F-1139-4EB3-9AE8-3E7167CD10A2}"/>
                </a:ext>
              </a:extLst>
            </p:cNvPr>
            <p:cNvSpPr/>
            <p:nvPr/>
          </p:nvSpPr>
          <p:spPr>
            <a:xfrm>
              <a:off x="3748217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623D448-74A4-48B3-9955-A44039B8D6A1}"/>
                </a:ext>
              </a:extLst>
            </p:cNvPr>
            <p:cNvSpPr/>
            <p:nvPr/>
          </p:nvSpPr>
          <p:spPr>
            <a:xfrm>
              <a:off x="4110682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904DF1C-6659-44F6-BCD8-2EC450F293E7}"/>
                </a:ext>
              </a:extLst>
            </p:cNvPr>
            <p:cNvSpPr/>
            <p:nvPr/>
          </p:nvSpPr>
          <p:spPr>
            <a:xfrm>
              <a:off x="4473147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691796B-80F5-4ED8-8805-0F4B5F6C9F8B}"/>
                </a:ext>
              </a:extLst>
            </p:cNvPr>
            <p:cNvSpPr/>
            <p:nvPr/>
          </p:nvSpPr>
          <p:spPr>
            <a:xfrm>
              <a:off x="4810899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33D1AB9-A872-4E0C-9D16-E8D66C41680B}"/>
                </a:ext>
              </a:extLst>
            </p:cNvPr>
            <p:cNvSpPr/>
            <p:nvPr/>
          </p:nvSpPr>
          <p:spPr>
            <a:xfrm>
              <a:off x="5173364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52517D0-B614-42BF-88B0-342A4171864D}"/>
                </a:ext>
              </a:extLst>
            </p:cNvPr>
            <p:cNvSpPr/>
            <p:nvPr/>
          </p:nvSpPr>
          <p:spPr>
            <a:xfrm>
              <a:off x="5535829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D0DFCFD-3569-4490-8658-ABB703478CE1}"/>
                </a:ext>
              </a:extLst>
            </p:cNvPr>
            <p:cNvSpPr/>
            <p:nvPr/>
          </p:nvSpPr>
          <p:spPr>
            <a:xfrm>
              <a:off x="5898294" y="5003351"/>
              <a:ext cx="362465" cy="36246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D270EF6-7807-45D7-99D8-569F4240B107}"/>
                </a:ext>
              </a:extLst>
            </p:cNvPr>
            <p:cNvSpPr/>
            <p:nvPr/>
          </p:nvSpPr>
          <p:spPr>
            <a:xfrm>
              <a:off x="6260761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0D27DE1-A15A-44AF-858F-4FB864B58FD6}"/>
                </a:ext>
              </a:extLst>
            </p:cNvPr>
            <p:cNvSpPr/>
            <p:nvPr/>
          </p:nvSpPr>
          <p:spPr>
            <a:xfrm>
              <a:off x="6623226" y="5003351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3655D6D-7036-4127-B341-BED806162AC3}"/>
                </a:ext>
              </a:extLst>
            </p:cNvPr>
            <p:cNvSpPr/>
            <p:nvPr/>
          </p:nvSpPr>
          <p:spPr>
            <a:xfrm>
              <a:off x="3385752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AF8D42C-45FC-4DD2-AEF1-90D10D4CA88D}"/>
                </a:ext>
              </a:extLst>
            </p:cNvPr>
            <p:cNvSpPr/>
            <p:nvPr/>
          </p:nvSpPr>
          <p:spPr>
            <a:xfrm>
              <a:off x="3748217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DC0C377-5A7B-4C2D-823B-52CE6D92CEC5}"/>
                </a:ext>
              </a:extLst>
            </p:cNvPr>
            <p:cNvSpPr/>
            <p:nvPr/>
          </p:nvSpPr>
          <p:spPr>
            <a:xfrm>
              <a:off x="4110682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4E2DA32-F371-4D0C-A2EF-9B5A3179B2C9}"/>
                </a:ext>
              </a:extLst>
            </p:cNvPr>
            <p:cNvSpPr/>
            <p:nvPr/>
          </p:nvSpPr>
          <p:spPr>
            <a:xfrm>
              <a:off x="4473147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2CFB1C3-0037-47F2-BDEF-74442A619A69}"/>
                </a:ext>
              </a:extLst>
            </p:cNvPr>
            <p:cNvSpPr/>
            <p:nvPr/>
          </p:nvSpPr>
          <p:spPr>
            <a:xfrm>
              <a:off x="4810899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95E3DA7-5964-4819-8FD6-C71822216E24}"/>
                </a:ext>
              </a:extLst>
            </p:cNvPr>
            <p:cNvSpPr/>
            <p:nvPr/>
          </p:nvSpPr>
          <p:spPr>
            <a:xfrm>
              <a:off x="5173364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2A81819-1E6C-4106-9FE5-14B42070B760}"/>
                </a:ext>
              </a:extLst>
            </p:cNvPr>
            <p:cNvSpPr/>
            <p:nvPr/>
          </p:nvSpPr>
          <p:spPr>
            <a:xfrm>
              <a:off x="5535829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F96340B-3BEA-40FD-B38B-D16F5CAF1AC4}"/>
                </a:ext>
              </a:extLst>
            </p:cNvPr>
            <p:cNvSpPr/>
            <p:nvPr/>
          </p:nvSpPr>
          <p:spPr>
            <a:xfrm>
              <a:off x="5898294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FCDC0EC-487A-4AB3-8C71-231568F322B8}"/>
                </a:ext>
              </a:extLst>
            </p:cNvPr>
            <p:cNvSpPr/>
            <p:nvPr/>
          </p:nvSpPr>
          <p:spPr>
            <a:xfrm>
              <a:off x="6260761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47D9784-3F7B-4A31-84F4-3861838DC3B8}"/>
                </a:ext>
              </a:extLst>
            </p:cNvPr>
            <p:cNvSpPr/>
            <p:nvPr/>
          </p:nvSpPr>
          <p:spPr>
            <a:xfrm>
              <a:off x="6623226" y="5354233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DAC9A8E-971F-426A-B6BE-1B9E6D550F69}"/>
                </a:ext>
              </a:extLst>
            </p:cNvPr>
            <p:cNvSpPr/>
            <p:nvPr/>
          </p:nvSpPr>
          <p:spPr>
            <a:xfrm>
              <a:off x="3385752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659DA15-49DC-4683-8AF2-5D963E0EE2F7}"/>
                </a:ext>
              </a:extLst>
            </p:cNvPr>
            <p:cNvSpPr/>
            <p:nvPr/>
          </p:nvSpPr>
          <p:spPr>
            <a:xfrm>
              <a:off x="3748217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6920396-8AEB-4ADD-9ADE-A95C470AA7AE}"/>
                </a:ext>
              </a:extLst>
            </p:cNvPr>
            <p:cNvSpPr/>
            <p:nvPr/>
          </p:nvSpPr>
          <p:spPr>
            <a:xfrm>
              <a:off x="4110682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2704DFB-9586-4F42-8D7B-9835CDBDABD1}"/>
                </a:ext>
              </a:extLst>
            </p:cNvPr>
            <p:cNvSpPr/>
            <p:nvPr/>
          </p:nvSpPr>
          <p:spPr>
            <a:xfrm>
              <a:off x="4473147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F108855-B356-4105-A68C-E5F47AF25B3D}"/>
                </a:ext>
              </a:extLst>
            </p:cNvPr>
            <p:cNvSpPr/>
            <p:nvPr/>
          </p:nvSpPr>
          <p:spPr>
            <a:xfrm>
              <a:off x="4810899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14A2B47-3605-4046-8A83-1373E63919B1}"/>
                </a:ext>
              </a:extLst>
            </p:cNvPr>
            <p:cNvSpPr/>
            <p:nvPr/>
          </p:nvSpPr>
          <p:spPr>
            <a:xfrm>
              <a:off x="5173364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70F35D0-803B-40D9-83B5-8F51A1CB4C88}"/>
                </a:ext>
              </a:extLst>
            </p:cNvPr>
            <p:cNvSpPr/>
            <p:nvPr/>
          </p:nvSpPr>
          <p:spPr>
            <a:xfrm>
              <a:off x="5535829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F78D248-61C3-4E78-8987-50551165B393}"/>
                </a:ext>
              </a:extLst>
            </p:cNvPr>
            <p:cNvSpPr/>
            <p:nvPr/>
          </p:nvSpPr>
          <p:spPr>
            <a:xfrm>
              <a:off x="5898294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79C4E30-0324-47BF-9D61-96F1CC0943CE}"/>
                </a:ext>
              </a:extLst>
            </p:cNvPr>
            <p:cNvSpPr/>
            <p:nvPr/>
          </p:nvSpPr>
          <p:spPr>
            <a:xfrm>
              <a:off x="6260761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F62782C-D3D7-49B9-8AD7-46509353D20F}"/>
                </a:ext>
              </a:extLst>
            </p:cNvPr>
            <p:cNvSpPr/>
            <p:nvPr/>
          </p:nvSpPr>
          <p:spPr>
            <a:xfrm>
              <a:off x="6623226" y="5716698"/>
              <a:ext cx="362465" cy="362465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B889C358-789C-46E4-8EEA-D5998F7A0B87}"/>
              </a:ext>
            </a:extLst>
          </p:cNvPr>
          <p:cNvSpPr txBox="1"/>
          <p:nvPr/>
        </p:nvSpPr>
        <p:spPr>
          <a:xfrm>
            <a:off x="7951386" y="2192960"/>
            <a:ext cx="2827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22W 6B 8W 1B 8W 1B </a:t>
            </a:r>
          </a:p>
          <a:p>
            <a:r>
              <a:rPr lang="en-GB" dirty="0">
                <a:latin typeface="Consolas" panose="020B0609020204030204" pitchFamily="49" charset="0"/>
              </a:rPr>
              <a:t>8W 1B 8W 1B 8W 6B 22W</a:t>
            </a:r>
          </a:p>
          <a:p>
            <a:endParaRPr lang="en-GB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GB" dirty="0"/>
              <a:t>…becomes…</a:t>
            </a:r>
          </a:p>
          <a:p>
            <a:endParaRPr lang="en-GB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22 0 6 1 8 0 1 1 8 0 1 1 8 0 1 1 8 0 1 1 </a:t>
            </a:r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</a:rPr>
              <a:t>8 0 6 1 22 0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D5ABB-6AAE-43F2-9C0D-B5CE0D6264F6}"/>
              </a:ext>
            </a:extLst>
          </p:cNvPr>
          <p:cNvSpPr/>
          <p:nvPr/>
        </p:nvSpPr>
        <p:spPr>
          <a:xfrm>
            <a:off x="8020050" y="3653537"/>
            <a:ext cx="557213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CF36CBF-3E51-4DA4-BBD2-CCBE1FE2EA12}"/>
              </a:ext>
            </a:extLst>
          </p:cNvPr>
          <p:cNvSpPr/>
          <p:nvPr/>
        </p:nvSpPr>
        <p:spPr>
          <a:xfrm>
            <a:off x="8645928" y="3653537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DD49CCB-1E64-418F-AE45-B021E715D22B}"/>
              </a:ext>
            </a:extLst>
          </p:cNvPr>
          <p:cNvSpPr/>
          <p:nvPr/>
        </p:nvSpPr>
        <p:spPr>
          <a:xfrm>
            <a:off x="9147880" y="3653536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A74AD0F-0B2D-4872-A7A4-52321EBFD012}"/>
              </a:ext>
            </a:extLst>
          </p:cNvPr>
          <p:cNvSpPr/>
          <p:nvPr/>
        </p:nvSpPr>
        <p:spPr>
          <a:xfrm>
            <a:off x="9624881" y="3653537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597D9CD-0EA3-40CC-8226-6CBA74FEF440}"/>
              </a:ext>
            </a:extLst>
          </p:cNvPr>
          <p:cNvSpPr/>
          <p:nvPr/>
        </p:nvSpPr>
        <p:spPr>
          <a:xfrm>
            <a:off x="10126833" y="3653536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4A1DC27-1139-437B-86E2-6C02FF0B5040}"/>
              </a:ext>
            </a:extLst>
          </p:cNvPr>
          <p:cNvSpPr/>
          <p:nvPr/>
        </p:nvSpPr>
        <p:spPr>
          <a:xfrm>
            <a:off x="8017929" y="3929763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B13308F-0B6C-49BD-96E2-4CB8B909D746}"/>
              </a:ext>
            </a:extLst>
          </p:cNvPr>
          <p:cNvSpPr/>
          <p:nvPr/>
        </p:nvSpPr>
        <p:spPr>
          <a:xfrm>
            <a:off x="8519881" y="3929762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FD6F2DE-55C3-4B60-A7AD-77DF52A8710D}"/>
              </a:ext>
            </a:extLst>
          </p:cNvPr>
          <p:cNvSpPr/>
          <p:nvPr/>
        </p:nvSpPr>
        <p:spPr>
          <a:xfrm>
            <a:off x="8996882" y="3929763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97580C9-A4ED-4713-9C8F-DB75F78F6A3C}"/>
              </a:ext>
            </a:extLst>
          </p:cNvPr>
          <p:cNvSpPr/>
          <p:nvPr/>
        </p:nvSpPr>
        <p:spPr>
          <a:xfrm>
            <a:off x="9498834" y="3929762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498BC3C-482E-4E30-B67D-3209AFBEA1F1}"/>
              </a:ext>
            </a:extLst>
          </p:cNvPr>
          <p:cNvSpPr/>
          <p:nvPr/>
        </p:nvSpPr>
        <p:spPr>
          <a:xfrm>
            <a:off x="10009236" y="3929762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6DAE2F5-56FF-4080-A2C1-B54064903A9E}"/>
              </a:ext>
            </a:extLst>
          </p:cNvPr>
          <p:cNvSpPr/>
          <p:nvPr/>
        </p:nvSpPr>
        <p:spPr>
          <a:xfrm>
            <a:off x="8023748" y="4205775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09EA4FA-16B8-4B7D-88E9-245546B373D4}"/>
              </a:ext>
            </a:extLst>
          </p:cNvPr>
          <p:cNvSpPr/>
          <p:nvPr/>
        </p:nvSpPr>
        <p:spPr>
          <a:xfrm>
            <a:off x="8525700" y="4205774"/>
            <a:ext cx="431398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39063D2-0F1D-43BB-BF87-38BAC93234BF}"/>
              </a:ext>
            </a:extLst>
          </p:cNvPr>
          <p:cNvSpPr/>
          <p:nvPr/>
        </p:nvSpPr>
        <p:spPr>
          <a:xfrm>
            <a:off x="9022065" y="4205773"/>
            <a:ext cx="557213" cy="200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535643E-1F1D-46B3-92BA-080CBE2C7AB5}"/>
              </a:ext>
            </a:extLst>
          </p:cNvPr>
          <p:cNvSpPr/>
          <p:nvPr/>
        </p:nvSpPr>
        <p:spPr>
          <a:xfrm>
            <a:off x="7951386" y="4637369"/>
            <a:ext cx="424061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known as frequency/data pairs.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214EFE8-E8B2-3E48-B231-E536141C9313}"/>
              </a:ext>
            </a:extLst>
          </p:cNvPr>
          <p:cNvSpPr txBox="1"/>
          <p:nvPr/>
        </p:nvSpPr>
        <p:spPr>
          <a:xfrm>
            <a:off x="4239008" y="2181807"/>
            <a:ext cx="28197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0000000000</a:t>
            </a:r>
          </a:p>
          <a:p>
            <a:r>
              <a:rPr lang="en-GB" dirty="0">
                <a:latin typeface="Consolas" panose="020B0609020204030204" pitchFamily="49" charset="0"/>
              </a:rPr>
              <a:t>0000000000</a:t>
            </a:r>
          </a:p>
          <a:p>
            <a:r>
              <a:rPr lang="en-GB" dirty="0">
                <a:latin typeface="Consolas" panose="020B0609020204030204" pitchFamily="49" charset="0"/>
              </a:rPr>
              <a:t>0011111100</a:t>
            </a:r>
          </a:p>
          <a:p>
            <a:r>
              <a:rPr lang="en-GB" dirty="0">
                <a:latin typeface="Consolas" panose="020B0609020204030204" pitchFamily="49" charset="0"/>
              </a:rPr>
              <a:t>0000001000</a:t>
            </a:r>
          </a:p>
          <a:p>
            <a:r>
              <a:rPr lang="en-GB" dirty="0">
                <a:latin typeface="Consolas" panose="020B0609020204030204" pitchFamily="49" charset="0"/>
              </a:rPr>
              <a:t>0000010000</a:t>
            </a:r>
          </a:p>
          <a:p>
            <a:r>
              <a:rPr lang="en-GB" dirty="0">
                <a:latin typeface="Consolas" panose="020B0609020204030204" pitchFamily="49" charset="0"/>
              </a:rPr>
              <a:t>0000100000</a:t>
            </a:r>
          </a:p>
          <a:p>
            <a:r>
              <a:rPr lang="en-GB" dirty="0">
                <a:latin typeface="Consolas" panose="020B0609020204030204" pitchFamily="49" charset="0"/>
              </a:rPr>
              <a:t>0001000000</a:t>
            </a:r>
          </a:p>
          <a:p>
            <a:r>
              <a:rPr lang="en-GB" dirty="0">
                <a:latin typeface="Consolas" panose="020B0609020204030204" pitchFamily="49" charset="0"/>
              </a:rPr>
              <a:t>0011111100</a:t>
            </a:r>
          </a:p>
          <a:p>
            <a:r>
              <a:rPr lang="en-GB" dirty="0">
                <a:latin typeface="Consolas" panose="020B0609020204030204" pitchFamily="49" charset="0"/>
              </a:rPr>
              <a:t>0000000000</a:t>
            </a:r>
          </a:p>
          <a:p>
            <a:r>
              <a:rPr lang="en-GB" dirty="0">
                <a:latin typeface="Consolas" panose="020B0609020204030204" pitchFamily="49" charset="0"/>
              </a:rPr>
              <a:t>0000000000</a:t>
            </a:r>
            <a:r>
              <a:rPr lang="en-GB" dirty="0"/>
              <a:t> = </a:t>
            </a:r>
            <a:r>
              <a:rPr lang="en-GB" b="1" dirty="0"/>
              <a:t>100 bits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2EC0160-93D2-004F-9148-77FAA4D7D362}"/>
              </a:ext>
            </a:extLst>
          </p:cNvPr>
          <p:cNvSpPr/>
          <p:nvPr/>
        </p:nvSpPr>
        <p:spPr>
          <a:xfrm>
            <a:off x="176565" y="993174"/>
            <a:ext cx="7449090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Huffman coding is often used to compressed text-based data.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Meanwhile, run-length encoding is typically used to compress bitmap images.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83E60A9-C10F-D649-BA17-90C44D501836}"/>
              </a:ext>
            </a:extLst>
          </p:cNvPr>
          <p:cNvSpPr/>
          <p:nvPr/>
        </p:nvSpPr>
        <p:spPr>
          <a:xfrm>
            <a:off x="176565" y="6147050"/>
            <a:ext cx="9381286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just two colours, we can encode an image with a colour depth of 1 bit (0 = white, 1 = black).</a:t>
            </a:r>
          </a:p>
        </p:txBody>
      </p:sp>
    </p:spTree>
    <p:extLst>
      <p:ext uri="{BB962C8B-B14F-4D97-AF65-F5344CB8AC3E}">
        <p14:creationId xmlns:p14="http://schemas.microsoft.com/office/powerpoint/2010/main" val="1047287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30C4453-720A-AA36-E5F3-F6AF90B078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4332384"/>
              </p:ext>
            </p:extLst>
          </p:nvPr>
        </p:nvGraphicFramePr>
        <p:xfrm>
          <a:off x="2032000" y="719666"/>
          <a:ext cx="8128000" cy="5867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make_notes">
            <a:extLst>
              <a:ext uri="{FF2B5EF4-FFF2-40B4-BE49-F238E27FC236}">
                <a16:creationId xmlns:a16="http://schemas.microsoft.com/office/drawing/2014/main" id="{887ED5AD-B1D2-10DD-397D-DD88CEC5E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90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769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101</cp:revision>
  <dcterms:created xsi:type="dcterms:W3CDTF">2019-10-14T15:21:06Z</dcterms:created>
  <dcterms:modified xsi:type="dcterms:W3CDTF">2022-05-12T13:25:12Z</dcterms:modified>
</cp:coreProperties>
</file>