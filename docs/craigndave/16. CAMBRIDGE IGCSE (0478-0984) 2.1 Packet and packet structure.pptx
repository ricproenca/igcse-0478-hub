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5" r:id="rId3"/>
    <p:sldId id="266" r:id="rId4"/>
    <p:sldId id="267" r:id="rId5"/>
    <p:sldId id="268" r:id="rId6"/>
    <p:sldId id="260" r:id="rId7"/>
    <p:sldId id="322" r:id="rId8"/>
    <p:sldId id="323" r:id="rId9"/>
    <p:sldId id="324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548235"/>
    <a:srgbClr val="F26521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2B0A67-1487-4EE3-BD60-7A9546A439B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A9BCAC22-71BA-425A-A2FB-D72905EF4B52}">
      <dgm:prSet phldrT="[Text]"/>
      <dgm:spPr/>
      <dgm:t>
        <a:bodyPr/>
        <a:lstStyle/>
        <a:p>
          <a:r>
            <a:rPr lang="en-GB" dirty="0"/>
            <a:t>Advantages of packets</a:t>
          </a:r>
        </a:p>
      </dgm:t>
    </dgm:pt>
    <dgm:pt modelId="{46E278F9-ABE0-4852-A971-7E9B15EDDEF7}" type="parTrans" cxnId="{2359DA82-E0A7-4250-A9E5-F54050FBF65C}">
      <dgm:prSet/>
      <dgm:spPr/>
      <dgm:t>
        <a:bodyPr/>
        <a:lstStyle/>
        <a:p>
          <a:endParaRPr lang="en-GB"/>
        </a:p>
      </dgm:t>
    </dgm:pt>
    <dgm:pt modelId="{C594974A-5FD3-42C3-BF0F-9609073E32A7}" type="sibTrans" cxnId="{2359DA82-E0A7-4250-A9E5-F54050FBF65C}">
      <dgm:prSet/>
      <dgm:spPr/>
      <dgm:t>
        <a:bodyPr/>
        <a:lstStyle/>
        <a:p>
          <a:endParaRPr lang="en-GB"/>
        </a:p>
      </dgm:t>
    </dgm:pt>
    <dgm:pt modelId="{06317978-FEE6-4169-9C95-A9519930AEE6}">
      <dgm:prSet phldrT="[Text]"/>
      <dgm:spPr/>
      <dgm:t>
        <a:bodyPr/>
        <a:lstStyle/>
        <a:p>
          <a:r>
            <a:rPr lang="en-GB" dirty="0"/>
            <a:t>Disadvantages of packets</a:t>
          </a:r>
        </a:p>
      </dgm:t>
    </dgm:pt>
    <dgm:pt modelId="{FB6DEDBA-8CB0-403E-90F6-039B436CE8CA}" type="parTrans" cxnId="{CADD98E9-698C-4111-B5EB-22CC06FE1F39}">
      <dgm:prSet/>
      <dgm:spPr/>
      <dgm:t>
        <a:bodyPr/>
        <a:lstStyle/>
        <a:p>
          <a:endParaRPr lang="en-GB"/>
        </a:p>
      </dgm:t>
    </dgm:pt>
    <dgm:pt modelId="{B74CEDC1-0E21-45AA-BF7E-C90171F9D6AB}" type="sibTrans" cxnId="{CADD98E9-698C-4111-B5EB-22CC06FE1F39}">
      <dgm:prSet/>
      <dgm:spPr/>
      <dgm:t>
        <a:bodyPr/>
        <a:lstStyle/>
        <a:p>
          <a:endParaRPr lang="en-GB"/>
        </a:p>
      </dgm:t>
    </dgm:pt>
    <dgm:pt modelId="{C54312D6-AF18-4585-98D3-1A70A995A8DA}">
      <dgm:prSet phldrT="[Text]"/>
      <dgm:spPr/>
      <dgm:t>
        <a:bodyPr/>
        <a:lstStyle/>
        <a:p>
          <a:r>
            <a:rPr lang="en-GB" dirty="0"/>
            <a:t>Smaller packets are easier to control than a single long stream of data.</a:t>
          </a:r>
        </a:p>
      </dgm:t>
    </dgm:pt>
    <dgm:pt modelId="{0C9B9281-E6EF-425A-8240-5F26C316EE58}" type="parTrans" cxnId="{395C8F26-74A6-4EAD-AB42-F79A112D12C3}">
      <dgm:prSet/>
      <dgm:spPr/>
      <dgm:t>
        <a:bodyPr/>
        <a:lstStyle/>
        <a:p>
          <a:endParaRPr lang="en-GB"/>
        </a:p>
      </dgm:t>
    </dgm:pt>
    <dgm:pt modelId="{FA9E2C03-DCBD-4D50-9376-8834E9C6DB05}" type="sibTrans" cxnId="{395C8F26-74A6-4EAD-AB42-F79A112D12C3}">
      <dgm:prSet/>
      <dgm:spPr/>
      <dgm:t>
        <a:bodyPr/>
        <a:lstStyle/>
        <a:p>
          <a:endParaRPr lang="en-GB"/>
        </a:p>
      </dgm:t>
    </dgm:pt>
    <dgm:pt modelId="{D92E0B80-AC16-4481-8B48-E87539D1399D}">
      <dgm:prSet phldrT="[Text]"/>
      <dgm:spPr/>
      <dgm:t>
        <a:bodyPr/>
        <a:lstStyle/>
        <a:p>
          <a:r>
            <a:rPr lang="en-GB" dirty="0"/>
            <a:t>Each packet can take its own route to its destination.</a:t>
          </a:r>
        </a:p>
      </dgm:t>
    </dgm:pt>
    <dgm:pt modelId="{8E168546-A10F-42B1-B368-0C55F2B479B8}" type="parTrans" cxnId="{B94633C9-5FC4-437E-9CCA-831396C5BE8F}">
      <dgm:prSet/>
      <dgm:spPr/>
      <dgm:t>
        <a:bodyPr/>
        <a:lstStyle/>
        <a:p>
          <a:endParaRPr lang="en-GB"/>
        </a:p>
      </dgm:t>
    </dgm:pt>
    <dgm:pt modelId="{2E785AD2-B280-4DF9-9A7E-9CB95748A203}" type="sibTrans" cxnId="{B94633C9-5FC4-437E-9CCA-831396C5BE8F}">
      <dgm:prSet/>
      <dgm:spPr/>
      <dgm:t>
        <a:bodyPr/>
        <a:lstStyle/>
        <a:p>
          <a:endParaRPr lang="en-GB"/>
        </a:p>
      </dgm:t>
    </dgm:pt>
    <dgm:pt modelId="{338C26CE-05A2-4CB0-B23B-6FD0EF4BC510}">
      <dgm:prSet phldrT="[Text]"/>
      <dgm:spPr/>
      <dgm:t>
        <a:bodyPr/>
        <a:lstStyle/>
        <a:p>
          <a:r>
            <a:rPr lang="en-GB" dirty="0"/>
            <a:t>This adds redundancy to data transmission if a route goes down or becomes busy.</a:t>
          </a:r>
        </a:p>
      </dgm:t>
    </dgm:pt>
    <dgm:pt modelId="{23469DEF-193C-4BD8-9378-FBB12E06843A}" type="parTrans" cxnId="{BFE3B0F7-8F4E-4668-B56F-F93AE3B0544F}">
      <dgm:prSet/>
      <dgm:spPr/>
      <dgm:t>
        <a:bodyPr/>
        <a:lstStyle/>
        <a:p>
          <a:endParaRPr lang="en-GB"/>
        </a:p>
      </dgm:t>
    </dgm:pt>
    <dgm:pt modelId="{DAD7CC42-3520-489E-B473-72BFCAF4A099}" type="sibTrans" cxnId="{BFE3B0F7-8F4E-4668-B56F-F93AE3B0544F}">
      <dgm:prSet/>
      <dgm:spPr/>
      <dgm:t>
        <a:bodyPr/>
        <a:lstStyle/>
        <a:p>
          <a:endParaRPr lang="en-GB"/>
        </a:p>
      </dgm:t>
    </dgm:pt>
    <dgm:pt modelId="{6ED595F2-455D-4675-8C99-D3579D5279D9}">
      <dgm:prSet phldrT="[Text]"/>
      <dgm:spPr/>
      <dgm:t>
        <a:bodyPr/>
        <a:lstStyle/>
        <a:p>
          <a:r>
            <a:rPr lang="en-GB" dirty="0"/>
            <a:t>Packets require careful construction and additional information so they can be reassembled correctly at the destination.</a:t>
          </a:r>
        </a:p>
      </dgm:t>
    </dgm:pt>
    <dgm:pt modelId="{12046BDA-3215-4BC1-94FA-6A6C7C720F6B}" type="parTrans" cxnId="{1053D034-6DF1-4396-AE85-A9DF0E26E89B}">
      <dgm:prSet/>
      <dgm:spPr/>
      <dgm:t>
        <a:bodyPr/>
        <a:lstStyle/>
        <a:p>
          <a:endParaRPr lang="en-GB"/>
        </a:p>
      </dgm:t>
    </dgm:pt>
    <dgm:pt modelId="{433F893F-5125-4CAB-B32E-7E894DED766B}" type="sibTrans" cxnId="{1053D034-6DF1-4396-AE85-A9DF0E26E89B}">
      <dgm:prSet/>
      <dgm:spPr/>
      <dgm:t>
        <a:bodyPr/>
        <a:lstStyle/>
        <a:p>
          <a:endParaRPr lang="en-GB"/>
        </a:p>
      </dgm:t>
    </dgm:pt>
    <dgm:pt modelId="{6AE763AC-03C2-4F2F-AF70-13D293CE957F}" type="pres">
      <dgm:prSet presAssocID="{D72B0A67-1487-4EE3-BD60-7A9546A439B0}" presName="linear" presStyleCnt="0">
        <dgm:presLayoutVars>
          <dgm:dir/>
          <dgm:animLvl val="lvl"/>
          <dgm:resizeHandles val="exact"/>
        </dgm:presLayoutVars>
      </dgm:prSet>
      <dgm:spPr/>
    </dgm:pt>
    <dgm:pt modelId="{AA17F776-A6A4-4EF3-8067-C545C3E5E1BF}" type="pres">
      <dgm:prSet presAssocID="{A9BCAC22-71BA-425A-A2FB-D72905EF4B52}" presName="parentLin" presStyleCnt="0"/>
      <dgm:spPr/>
    </dgm:pt>
    <dgm:pt modelId="{FE435EDE-D7F4-47BF-9FE3-0934D75574AB}" type="pres">
      <dgm:prSet presAssocID="{A9BCAC22-71BA-425A-A2FB-D72905EF4B52}" presName="parentLeftMargin" presStyleLbl="node1" presStyleIdx="0" presStyleCnt="2"/>
      <dgm:spPr/>
    </dgm:pt>
    <dgm:pt modelId="{AA0F4C4F-9E5B-4557-9F73-855E76CB16F1}" type="pres">
      <dgm:prSet presAssocID="{A9BCAC22-71BA-425A-A2FB-D72905EF4B5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4E38054-5317-48A8-A3C2-7F08EA2C6339}" type="pres">
      <dgm:prSet presAssocID="{A9BCAC22-71BA-425A-A2FB-D72905EF4B52}" presName="negativeSpace" presStyleCnt="0"/>
      <dgm:spPr/>
    </dgm:pt>
    <dgm:pt modelId="{62AA5214-2459-41F1-8891-B89A06B9E02F}" type="pres">
      <dgm:prSet presAssocID="{A9BCAC22-71BA-425A-A2FB-D72905EF4B52}" presName="childText" presStyleLbl="conFgAcc1" presStyleIdx="0" presStyleCnt="2">
        <dgm:presLayoutVars>
          <dgm:bulletEnabled val="1"/>
        </dgm:presLayoutVars>
      </dgm:prSet>
      <dgm:spPr/>
    </dgm:pt>
    <dgm:pt modelId="{F29A4303-8DB2-4A8C-98D7-FE3DC4D4CDC5}" type="pres">
      <dgm:prSet presAssocID="{C594974A-5FD3-42C3-BF0F-9609073E32A7}" presName="spaceBetweenRectangles" presStyleCnt="0"/>
      <dgm:spPr/>
    </dgm:pt>
    <dgm:pt modelId="{51150F0F-2B82-49BD-AC9B-EC5005B2B41E}" type="pres">
      <dgm:prSet presAssocID="{06317978-FEE6-4169-9C95-A9519930AEE6}" presName="parentLin" presStyleCnt="0"/>
      <dgm:spPr/>
    </dgm:pt>
    <dgm:pt modelId="{49686B1D-AB34-415B-AA62-955F033517FD}" type="pres">
      <dgm:prSet presAssocID="{06317978-FEE6-4169-9C95-A9519930AEE6}" presName="parentLeftMargin" presStyleLbl="node1" presStyleIdx="0" presStyleCnt="2"/>
      <dgm:spPr/>
    </dgm:pt>
    <dgm:pt modelId="{B6AF62A8-F4EA-47E9-AAA1-5C99A5919849}" type="pres">
      <dgm:prSet presAssocID="{06317978-FEE6-4169-9C95-A9519930AEE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680999-7250-4161-A0E9-9D3CA41F5AB6}" type="pres">
      <dgm:prSet presAssocID="{06317978-FEE6-4169-9C95-A9519930AEE6}" presName="negativeSpace" presStyleCnt="0"/>
      <dgm:spPr/>
    </dgm:pt>
    <dgm:pt modelId="{E0F2E55E-E274-4224-AEC4-F48923D0BE3A}" type="pres">
      <dgm:prSet presAssocID="{06317978-FEE6-4169-9C95-A9519930AEE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95C8F26-74A6-4EAD-AB42-F79A112D12C3}" srcId="{A9BCAC22-71BA-425A-A2FB-D72905EF4B52}" destId="{C54312D6-AF18-4585-98D3-1A70A995A8DA}" srcOrd="0" destOrd="0" parTransId="{0C9B9281-E6EF-425A-8240-5F26C316EE58}" sibTransId="{FA9E2C03-DCBD-4D50-9376-8834E9C6DB05}"/>
    <dgm:cxn modelId="{1053D034-6DF1-4396-AE85-A9DF0E26E89B}" srcId="{06317978-FEE6-4169-9C95-A9519930AEE6}" destId="{6ED595F2-455D-4675-8C99-D3579D5279D9}" srcOrd="0" destOrd="0" parTransId="{12046BDA-3215-4BC1-94FA-6A6C7C720F6B}" sibTransId="{433F893F-5125-4CAB-B32E-7E894DED766B}"/>
    <dgm:cxn modelId="{A938AB44-3B54-4489-8D10-70D0956BE99F}" type="presOf" srcId="{6ED595F2-455D-4675-8C99-D3579D5279D9}" destId="{E0F2E55E-E274-4224-AEC4-F48923D0BE3A}" srcOrd="0" destOrd="0" presId="urn:microsoft.com/office/officeart/2005/8/layout/list1"/>
    <dgm:cxn modelId="{110CF67F-7C62-478D-B864-4C898D08BD9A}" type="presOf" srcId="{C54312D6-AF18-4585-98D3-1A70A995A8DA}" destId="{62AA5214-2459-41F1-8891-B89A06B9E02F}" srcOrd="0" destOrd="0" presId="urn:microsoft.com/office/officeart/2005/8/layout/list1"/>
    <dgm:cxn modelId="{2359DA82-E0A7-4250-A9E5-F54050FBF65C}" srcId="{D72B0A67-1487-4EE3-BD60-7A9546A439B0}" destId="{A9BCAC22-71BA-425A-A2FB-D72905EF4B52}" srcOrd="0" destOrd="0" parTransId="{46E278F9-ABE0-4852-A971-7E9B15EDDEF7}" sibTransId="{C594974A-5FD3-42C3-BF0F-9609073E32A7}"/>
    <dgm:cxn modelId="{91204F8D-6798-43F7-8BF9-B5A9723F511F}" type="presOf" srcId="{D92E0B80-AC16-4481-8B48-E87539D1399D}" destId="{62AA5214-2459-41F1-8891-B89A06B9E02F}" srcOrd="0" destOrd="1" presId="urn:microsoft.com/office/officeart/2005/8/layout/list1"/>
    <dgm:cxn modelId="{06FEBA95-F324-4005-93C4-7241085FFD24}" type="presOf" srcId="{A9BCAC22-71BA-425A-A2FB-D72905EF4B52}" destId="{AA0F4C4F-9E5B-4557-9F73-855E76CB16F1}" srcOrd="1" destOrd="0" presId="urn:microsoft.com/office/officeart/2005/8/layout/list1"/>
    <dgm:cxn modelId="{200284AD-81D1-479C-93BB-439768D8AA8F}" type="presOf" srcId="{06317978-FEE6-4169-9C95-A9519930AEE6}" destId="{49686B1D-AB34-415B-AA62-955F033517FD}" srcOrd="0" destOrd="0" presId="urn:microsoft.com/office/officeart/2005/8/layout/list1"/>
    <dgm:cxn modelId="{B94633C9-5FC4-437E-9CCA-831396C5BE8F}" srcId="{A9BCAC22-71BA-425A-A2FB-D72905EF4B52}" destId="{D92E0B80-AC16-4481-8B48-E87539D1399D}" srcOrd="1" destOrd="0" parTransId="{8E168546-A10F-42B1-B368-0C55F2B479B8}" sibTransId="{2E785AD2-B280-4DF9-9A7E-9CB95748A203}"/>
    <dgm:cxn modelId="{8FED09DC-BEE7-4786-85BB-A3148078518E}" type="presOf" srcId="{D72B0A67-1487-4EE3-BD60-7A9546A439B0}" destId="{6AE763AC-03C2-4F2F-AF70-13D293CE957F}" srcOrd="0" destOrd="0" presId="urn:microsoft.com/office/officeart/2005/8/layout/list1"/>
    <dgm:cxn modelId="{CADD98E9-698C-4111-B5EB-22CC06FE1F39}" srcId="{D72B0A67-1487-4EE3-BD60-7A9546A439B0}" destId="{06317978-FEE6-4169-9C95-A9519930AEE6}" srcOrd="1" destOrd="0" parTransId="{FB6DEDBA-8CB0-403E-90F6-039B436CE8CA}" sibTransId="{B74CEDC1-0E21-45AA-BF7E-C90171F9D6AB}"/>
    <dgm:cxn modelId="{4046DAF0-2387-4C43-AD98-99CD01485F43}" type="presOf" srcId="{06317978-FEE6-4169-9C95-A9519930AEE6}" destId="{B6AF62A8-F4EA-47E9-AAA1-5C99A5919849}" srcOrd="1" destOrd="0" presId="urn:microsoft.com/office/officeart/2005/8/layout/list1"/>
    <dgm:cxn modelId="{8574C0F6-5908-4B7E-A283-FD2799F26422}" type="presOf" srcId="{338C26CE-05A2-4CB0-B23B-6FD0EF4BC510}" destId="{62AA5214-2459-41F1-8891-B89A06B9E02F}" srcOrd="0" destOrd="2" presId="urn:microsoft.com/office/officeart/2005/8/layout/list1"/>
    <dgm:cxn modelId="{BFE3B0F7-8F4E-4668-B56F-F93AE3B0544F}" srcId="{A9BCAC22-71BA-425A-A2FB-D72905EF4B52}" destId="{338C26CE-05A2-4CB0-B23B-6FD0EF4BC510}" srcOrd="2" destOrd="0" parTransId="{23469DEF-193C-4BD8-9378-FBB12E06843A}" sibTransId="{DAD7CC42-3520-489E-B473-72BFCAF4A099}"/>
    <dgm:cxn modelId="{B7773FFE-325D-459C-B982-C01C5C382179}" type="presOf" srcId="{A9BCAC22-71BA-425A-A2FB-D72905EF4B52}" destId="{FE435EDE-D7F4-47BF-9FE3-0934D75574AB}" srcOrd="0" destOrd="0" presId="urn:microsoft.com/office/officeart/2005/8/layout/list1"/>
    <dgm:cxn modelId="{2EADEDCC-152C-48A2-AF05-34FE3A8CA23C}" type="presParOf" srcId="{6AE763AC-03C2-4F2F-AF70-13D293CE957F}" destId="{AA17F776-A6A4-4EF3-8067-C545C3E5E1BF}" srcOrd="0" destOrd="0" presId="urn:microsoft.com/office/officeart/2005/8/layout/list1"/>
    <dgm:cxn modelId="{C33B6EAC-1B41-4B89-82BF-EF1A31ADBBC6}" type="presParOf" srcId="{AA17F776-A6A4-4EF3-8067-C545C3E5E1BF}" destId="{FE435EDE-D7F4-47BF-9FE3-0934D75574AB}" srcOrd="0" destOrd="0" presId="urn:microsoft.com/office/officeart/2005/8/layout/list1"/>
    <dgm:cxn modelId="{CD9102DE-3C83-4D1E-9B21-A6A952B55A04}" type="presParOf" srcId="{AA17F776-A6A4-4EF3-8067-C545C3E5E1BF}" destId="{AA0F4C4F-9E5B-4557-9F73-855E76CB16F1}" srcOrd="1" destOrd="0" presId="urn:microsoft.com/office/officeart/2005/8/layout/list1"/>
    <dgm:cxn modelId="{6F0A84AF-2FEB-49F8-8B11-DDDE790A707C}" type="presParOf" srcId="{6AE763AC-03C2-4F2F-AF70-13D293CE957F}" destId="{94E38054-5317-48A8-A3C2-7F08EA2C6339}" srcOrd="1" destOrd="0" presId="urn:microsoft.com/office/officeart/2005/8/layout/list1"/>
    <dgm:cxn modelId="{67F66A65-59ED-4467-93A0-951978CE3EAE}" type="presParOf" srcId="{6AE763AC-03C2-4F2F-AF70-13D293CE957F}" destId="{62AA5214-2459-41F1-8891-B89A06B9E02F}" srcOrd="2" destOrd="0" presId="urn:microsoft.com/office/officeart/2005/8/layout/list1"/>
    <dgm:cxn modelId="{6D09315C-3DEC-4281-ADAA-163B327662B0}" type="presParOf" srcId="{6AE763AC-03C2-4F2F-AF70-13D293CE957F}" destId="{F29A4303-8DB2-4A8C-98D7-FE3DC4D4CDC5}" srcOrd="3" destOrd="0" presId="urn:microsoft.com/office/officeart/2005/8/layout/list1"/>
    <dgm:cxn modelId="{725B2663-0F83-4DE1-A63D-E29E929AA8D6}" type="presParOf" srcId="{6AE763AC-03C2-4F2F-AF70-13D293CE957F}" destId="{51150F0F-2B82-49BD-AC9B-EC5005B2B41E}" srcOrd="4" destOrd="0" presId="urn:microsoft.com/office/officeart/2005/8/layout/list1"/>
    <dgm:cxn modelId="{0FD287A0-347A-40CE-BD89-E0327DDE3D52}" type="presParOf" srcId="{51150F0F-2B82-49BD-AC9B-EC5005B2B41E}" destId="{49686B1D-AB34-415B-AA62-955F033517FD}" srcOrd="0" destOrd="0" presId="urn:microsoft.com/office/officeart/2005/8/layout/list1"/>
    <dgm:cxn modelId="{91A7F9DA-7D06-42F8-B2B0-6440C688DAA2}" type="presParOf" srcId="{51150F0F-2B82-49BD-AC9B-EC5005B2B41E}" destId="{B6AF62A8-F4EA-47E9-AAA1-5C99A5919849}" srcOrd="1" destOrd="0" presId="urn:microsoft.com/office/officeart/2005/8/layout/list1"/>
    <dgm:cxn modelId="{22397C9D-82A8-4CBA-9FB8-36FF82E961DD}" type="presParOf" srcId="{6AE763AC-03C2-4F2F-AF70-13D293CE957F}" destId="{40680999-7250-4161-A0E9-9D3CA41F5AB6}" srcOrd="5" destOrd="0" presId="urn:microsoft.com/office/officeart/2005/8/layout/list1"/>
    <dgm:cxn modelId="{86B5F1FF-F547-44BE-A8BB-B36332AD5DFB}" type="presParOf" srcId="{6AE763AC-03C2-4F2F-AF70-13D293CE957F}" destId="{E0F2E55E-E274-4224-AEC4-F48923D0BE3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F28A6E-4EF2-4488-B6E3-6258C4E8D93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8FD362E-8FF5-42F8-A1A6-57A4663B1F04}">
      <dgm:prSet phldrT="[Text]"/>
      <dgm:spPr/>
      <dgm:t>
        <a:bodyPr/>
        <a:lstStyle/>
        <a:p>
          <a:r>
            <a:rPr lang="en-GB" dirty="0"/>
            <a:t>Packet header</a:t>
          </a:r>
        </a:p>
      </dgm:t>
    </dgm:pt>
    <dgm:pt modelId="{51305BB6-33FA-4CAF-8644-50462E98B540}" type="parTrans" cxnId="{66173633-E83F-40A7-8A14-868CA19DA9AC}">
      <dgm:prSet/>
      <dgm:spPr/>
      <dgm:t>
        <a:bodyPr/>
        <a:lstStyle/>
        <a:p>
          <a:endParaRPr lang="en-GB"/>
        </a:p>
      </dgm:t>
    </dgm:pt>
    <dgm:pt modelId="{33883767-49AC-4F6D-A197-3BDCA23C72B9}" type="sibTrans" cxnId="{66173633-E83F-40A7-8A14-868CA19DA9AC}">
      <dgm:prSet/>
      <dgm:spPr/>
      <dgm:t>
        <a:bodyPr/>
        <a:lstStyle/>
        <a:p>
          <a:endParaRPr lang="en-GB"/>
        </a:p>
      </dgm:t>
    </dgm:pt>
    <dgm:pt modelId="{D6A9B208-EBB4-4F0C-BB6C-56C26FCA5990}">
      <dgm:prSet phldrT="[Text]"/>
      <dgm:spPr/>
      <dgm:t>
        <a:bodyPr/>
        <a:lstStyle/>
        <a:p>
          <a:r>
            <a:rPr lang="en-GB" dirty="0"/>
            <a:t>Destination IP address</a:t>
          </a:r>
        </a:p>
      </dgm:t>
    </dgm:pt>
    <dgm:pt modelId="{D98835FB-762F-4D5B-8E20-57CAA7B98F03}" type="parTrans" cxnId="{62DD5C0E-4253-4899-9559-2EFA2C740B9E}">
      <dgm:prSet/>
      <dgm:spPr/>
      <dgm:t>
        <a:bodyPr/>
        <a:lstStyle/>
        <a:p>
          <a:endParaRPr lang="en-GB"/>
        </a:p>
      </dgm:t>
    </dgm:pt>
    <dgm:pt modelId="{EF20A9E9-4A67-4C9D-8607-5759E8987999}" type="sibTrans" cxnId="{62DD5C0E-4253-4899-9559-2EFA2C740B9E}">
      <dgm:prSet/>
      <dgm:spPr/>
      <dgm:t>
        <a:bodyPr/>
        <a:lstStyle/>
        <a:p>
          <a:endParaRPr lang="en-GB"/>
        </a:p>
      </dgm:t>
    </dgm:pt>
    <dgm:pt modelId="{39D3A014-1030-48AE-A721-7937955502FD}">
      <dgm:prSet phldrT="[Text]"/>
      <dgm:spPr/>
      <dgm:t>
        <a:bodyPr/>
        <a:lstStyle/>
        <a:p>
          <a:r>
            <a:rPr lang="en-GB" dirty="0"/>
            <a:t>Payload</a:t>
          </a:r>
        </a:p>
      </dgm:t>
    </dgm:pt>
    <dgm:pt modelId="{90FF36C0-5BF8-49B6-9B72-FE22FE5E095D}" type="parTrans" cxnId="{79A0CFBB-091A-4A4E-831F-9FCD603D9C29}">
      <dgm:prSet/>
      <dgm:spPr/>
      <dgm:t>
        <a:bodyPr/>
        <a:lstStyle/>
        <a:p>
          <a:endParaRPr lang="en-GB"/>
        </a:p>
      </dgm:t>
    </dgm:pt>
    <dgm:pt modelId="{AF465454-B9A8-4196-80DA-33FB6EDC1FA7}" type="sibTrans" cxnId="{79A0CFBB-091A-4A4E-831F-9FCD603D9C29}">
      <dgm:prSet/>
      <dgm:spPr/>
      <dgm:t>
        <a:bodyPr/>
        <a:lstStyle/>
        <a:p>
          <a:endParaRPr lang="en-GB"/>
        </a:p>
      </dgm:t>
    </dgm:pt>
    <dgm:pt modelId="{FBDF4090-2011-4CB6-99BA-B4E774FEE0F1}">
      <dgm:prSet phldrT="[Text]"/>
      <dgm:spPr/>
      <dgm:t>
        <a:bodyPr/>
        <a:lstStyle/>
        <a:p>
          <a:r>
            <a:rPr lang="en-GB" dirty="0"/>
            <a:t>The actual data being transmitted</a:t>
          </a:r>
        </a:p>
      </dgm:t>
    </dgm:pt>
    <dgm:pt modelId="{A238528E-AAC7-4695-A494-957AB46565B6}" type="parTrans" cxnId="{4FF0BF57-8EE4-4060-8DCC-7AE408EE7555}">
      <dgm:prSet/>
      <dgm:spPr/>
      <dgm:t>
        <a:bodyPr/>
        <a:lstStyle/>
        <a:p>
          <a:endParaRPr lang="en-GB"/>
        </a:p>
      </dgm:t>
    </dgm:pt>
    <dgm:pt modelId="{900D4203-9F8F-4931-9E0C-1146312D4AE8}" type="sibTrans" cxnId="{4FF0BF57-8EE4-4060-8DCC-7AE408EE7555}">
      <dgm:prSet/>
      <dgm:spPr/>
      <dgm:t>
        <a:bodyPr/>
        <a:lstStyle/>
        <a:p>
          <a:endParaRPr lang="en-GB"/>
        </a:p>
      </dgm:t>
    </dgm:pt>
    <dgm:pt modelId="{CFD03DCB-A4F5-421D-9355-724F6358E97B}">
      <dgm:prSet phldrT="[Text]"/>
      <dgm:spPr/>
      <dgm:t>
        <a:bodyPr/>
        <a:lstStyle/>
        <a:p>
          <a:r>
            <a:rPr lang="en-GB" dirty="0"/>
            <a:t>e.g. ~64KiB</a:t>
          </a:r>
        </a:p>
      </dgm:t>
    </dgm:pt>
    <dgm:pt modelId="{AD15FEA0-31C4-44D0-B244-0DEB664AAFEB}" type="parTrans" cxnId="{FA06E075-A994-4FC8-AF9F-BE6357249DE3}">
      <dgm:prSet/>
      <dgm:spPr/>
      <dgm:t>
        <a:bodyPr/>
        <a:lstStyle/>
        <a:p>
          <a:endParaRPr lang="en-GB"/>
        </a:p>
      </dgm:t>
    </dgm:pt>
    <dgm:pt modelId="{17AAF4D5-0D48-44CE-BD3F-0FB601572EA3}" type="sibTrans" cxnId="{FA06E075-A994-4FC8-AF9F-BE6357249DE3}">
      <dgm:prSet/>
      <dgm:spPr/>
      <dgm:t>
        <a:bodyPr/>
        <a:lstStyle/>
        <a:p>
          <a:endParaRPr lang="en-GB"/>
        </a:p>
      </dgm:t>
    </dgm:pt>
    <dgm:pt modelId="{DE4D0A63-5641-47B3-8534-BBCA7D881E56}">
      <dgm:prSet phldrT="[Text]"/>
      <dgm:spPr/>
      <dgm:t>
        <a:bodyPr/>
        <a:lstStyle/>
        <a:p>
          <a:r>
            <a:rPr lang="en-GB" dirty="0"/>
            <a:t>Trailer</a:t>
          </a:r>
        </a:p>
      </dgm:t>
    </dgm:pt>
    <dgm:pt modelId="{8EDE1FF4-46D4-4A4F-86C6-D87122C00B45}" type="parTrans" cxnId="{06484B94-EE71-4058-8C8A-29072EC17670}">
      <dgm:prSet/>
      <dgm:spPr/>
      <dgm:t>
        <a:bodyPr/>
        <a:lstStyle/>
        <a:p>
          <a:endParaRPr lang="en-GB"/>
        </a:p>
      </dgm:t>
    </dgm:pt>
    <dgm:pt modelId="{38B8E081-03B6-446D-8A65-D947C76B98B1}" type="sibTrans" cxnId="{06484B94-EE71-4058-8C8A-29072EC17670}">
      <dgm:prSet/>
      <dgm:spPr/>
      <dgm:t>
        <a:bodyPr/>
        <a:lstStyle/>
        <a:p>
          <a:endParaRPr lang="en-GB"/>
        </a:p>
      </dgm:t>
    </dgm:pt>
    <dgm:pt modelId="{1535E59A-06E6-45B0-A78A-A2B44FA8D437}">
      <dgm:prSet phldrT="[Text]"/>
      <dgm:spPr/>
      <dgm:t>
        <a:bodyPr/>
        <a:lstStyle/>
        <a:p>
          <a:r>
            <a:rPr lang="en-GB" dirty="0"/>
            <a:t>Marks the end of the packet</a:t>
          </a:r>
        </a:p>
      </dgm:t>
    </dgm:pt>
    <dgm:pt modelId="{CCB30072-C88D-4B2C-B5B3-CBA36C6ABB14}" type="parTrans" cxnId="{BFAE3469-53E5-4D46-B27F-3A2DAA882842}">
      <dgm:prSet/>
      <dgm:spPr/>
      <dgm:t>
        <a:bodyPr/>
        <a:lstStyle/>
        <a:p>
          <a:endParaRPr lang="en-GB"/>
        </a:p>
      </dgm:t>
    </dgm:pt>
    <dgm:pt modelId="{916779D2-4A55-483A-95EC-5F2147CF5A07}" type="sibTrans" cxnId="{BFAE3469-53E5-4D46-B27F-3A2DAA882842}">
      <dgm:prSet/>
      <dgm:spPr/>
      <dgm:t>
        <a:bodyPr/>
        <a:lstStyle/>
        <a:p>
          <a:endParaRPr lang="en-GB"/>
        </a:p>
      </dgm:t>
    </dgm:pt>
    <dgm:pt modelId="{E8D9580B-F70C-4286-BE14-087677DB851B}">
      <dgm:prSet phldrT="[Text]"/>
      <dgm:spPr/>
      <dgm:t>
        <a:bodyPr/>
        <a:lstStyle/>
        <a:p>
          <a:r>
            <a:rPr lang="en-GB" dirty="0"/>
            <a:t>Packet number – e.g., 1 of 5</a:t>
          </a:r>
        </a:p>
      </dgm:t>
    </dgm:pt>
    <dgm:pt modelId="{67D85FF8-DF3A-4159-8098-95305637CD68}" type="parTrans" cxnId="{D715AFC4-8A5F-4430-8754-4B98F6FB7DC8}">
      <dgm:prSet/>
      <dgm:spPr/>
      <dgm:t>
        <a:bodyPr/>
        <a:lstStyle/>
        <a:p>
          <a:endParaRPr lang="en-GB"/>
        </a:p>
      </dgm:t>
    </dgm:pt>
    <dgm:pt modelId="{B88443D4-06E7-45A6-BE12-F18BE0ADA6E3}" type="sibTrans" cxnId="{D715AFC4-8A5F-4430-8754-4B98F6FB7DC8}">
      <dgm:prSet/>
      <dgm:spPr/>
      <dgm:t>
        <a:bodyPr/>
        <a:lstStyle/>
        <a:p>
          <a:endParaRPr lang="en-GB"/>
        </a:p>
      </dgm:t>
    </dgm:pt>
    <dgm:pt modelId="{05B4C66D-0BB6-4FFD-BC9D-6C6002356975}">
      <dgm:prSet phldrT="[Text]"/>
      <dgm:spPr/>
      <dgm:t>
        <a:bodyPr/>
        <a:lstStyle/>
        <a:p>
          <a:r>
            <a:rPr lang="en-GB" dirty="0"/>
            <a:t>Sender’s IP address</a:t>
          </a:r>
        </a:p>
      </dgm:t>
    </dgm:pt>
    <dgm:pt modelId="{C31B7B99-E4DD-4FFC-B3D5-DCFB8AACA903}" type="parTrans" cxnId="{B8F3E0D5-1DED-4F3E-B972-B151BA25880A}">
      <dgm:prSet/>
      <dgm:spPr/>
      <dgm:t>
        <a:bodyPr/>
        <a:lstStyle/>
        <a:p>
          <a:endParaRPr lang="en-GB"/>
        </a:p>
      </dgm:t>
    </dgm:pt>
    <dgm:pt modelId="{D7745C16-109D-4CFF-9271-CF878D7CA4E1}" type="sibTrans" cxnId="{B8F3E0D5-1DED-4F3E-B972-B151BA25880A}">
      <dgm:prSet/>
      <dgm:spPr/>
      <dgm:t>
        <a:bodyPr/>
        <a:lstStyle/>
        <a:p>
          <a:endParaRPr lang="en-GB"/>
        </a:p>
      </dgm:t>
    </dgm:pt>
    <dgm:pt modelId="{F83CD2E6-004F-4642-BA97-93E8B2189E27}" type="pres">
      <dgm:prSet presAssocID="{3DF28A6E-4EF2-4488-B6E3-6258C4E8D93F}" presName="Name0" presStyleCnt="0">
        <dgm:presLayoutVars>
          <dgm:dir/>
          <dgm:animLvl val="lvl"/>
          <dgm:resizeHandles val="exact"/>
        </dgm:presLayoutVars>
      </dgm:prSet>
      <dgm:spPr/>
    </dgm:pt>
    <dgm:pt modelId="{4B2A0C22-F019-4487-AE85-9049D6A5B0ED}" type="pres">
      <dgm:prSet presAssocID="{F8FD362E-8FF5-42F8-A1A6-57A4663B1F04}" presName="composite" presStyleCnt="0"/>
      <dgm:spPr/>
    </dgm:pt>
    <dgm:pt modelId="{E7538A19-BD2B-4D84-9B21-026E5FC46E63}" type="pres">
      <dgm:prSet presAssocID="{F8FD362E-8FF5-42F8-A1A6-57A4663B1F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E89A829-CF8F-4FD1-A20E-D127824AA835}" type="pres">
      <dgm:prSet presAssocID="{F8FD362E-8FF5-42F8-A1A6-57A4663B1F04}" presName="desTx" presStyleLbl="alignAccFollowNode1" presStyleIdx="0" presStyleCnt="3">
        <dgm:presLayoutVars>
          <dgm:bulletEnabled val="1"/>
        </dgm:presLayoutVars>
      </dgm:prSet>
      <dgm:spPr/>
    </dgm:pt>
    <dgm:pt modelId="{63611EA3-3D8D-43D3-B75E-936058C5367F}" type="pres">
      <dgm:prSet presAssocID="{33883767-49AC-4F6D-A197-3BDCA23C72B9}" presName="space" presStyleCnt="0"/>
      <dgm:spPr/>
    </dgm:pt>
    <dgm:pt modelId="{448A09CC-D88D-4BDE-A75C-E56FB20793E2}" type="pres">
      <dgm:prSet presAssocID="{39D3A014-1030-48AE-A721-7937955502FD}" presName="composite" presStyleCnt="0"/>
      <dgm:spPr/>
    </dgm:pt>
    <dgm:pt modelId="{72E6B4AF-8550-4CAE-BBFE-097347F7FB9A}" type="pres">
      <dgm:prSet presAssocID="{39D3A014-1030-48AE-A721-7937955502F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E82BC5B-84A0-4D96-AAA9-4A792BCA1D02}" type="pres">
      <dgm:prSet presAssocID="{39D3A014-1030-48AE-A721-7937955502FD}" presName="desTx" presStyleLbl="alignAccFollowNode1" presStyleIdx="1" presStyleCnt="3">
        <dgm:presLayoutVars>
          <dgm:bulletEnabled val="1"/>
        </dgm:presLayoutVars>
      </dgm:prSet>
      <dgm:spPr/>
    </dgm:pt>
    <dgm:pt modelId="{E4E5BB10-46B0-4F4B-98BF-D18154CFD877}" type="pres">
      <dgm:prSet presAssocID="{AF465454-B9A8-4196-80DA-33FB6EDC1FA7}" presName="space" presStyleCnt="0"/>
      <dgm:spPr/>
    </dgm:pt>
    <dgm:pt modelId="{E2AD7E73-28E2-4C77-846E-B39AA2EDB5B0}" type="pres">
      <dgm:prSet presAssocID="{DE4D0A63-5641-47B3-8534-BBCA7D881E56}" presName="composite" presStyleCnt="0"/>
      <dgm:spPr/>
    </dgm:pt>
    <dgm:pt modelId="{9366B78D-84AE-4E6B-A07B-411F80821DD3}" type="pres">
      <dgm:prSet presAssocID="{DE4D0A63-5641-47B3-8534-BBCA7D881E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17DF14C-B56E-4959-A944-850580C1EA10}" type="pres">
      <dgm:prSet presAssocID="{DE4D0A63-5641-47B3-8534-BBCA7D881E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8FDE0C-6379-454C-A1AA-4F7BDD0317C6}" type="presOf" srcId="{39D3A014-1030-48AE-A721-7937955502FD}" destId="{72E6B4AF-8550-4CAE-BBFE-097347F7FB9A}" srcOrd="0" destOrd="0" presId="urn:microsoft.com/office/officeart/2005/8/layout/hList1"/>
    <dgm:cxn modelId="{62DD5C0E-4253-4899-9559-2EFA2C740B9E}" srcId="{F8FD362E-8FF5-42F8-A1A6-57A4663B1F04}" destId="{D6A9B208-EBB4-4F0C-BB6C-56C26FCA5990}" srcOrd="0" destOrd="0" parTransId="{D98835FB-762F-4D5B-8E20-57CAA7B98F03}" sibTransId="{EF20A9E9-4A67-4C9D-8607-5759E8987999}"/>
    <dgm:cxn modelId="{A2C31E16-7FB6-4B33-86D4-F930518F8E70}" type="presOf" srcId="{CFD03DCB-A4F5-421D-9355-724F6358E97B}" destId="{7E82BC5B-84A0-4D96-AAA9-4A792BCA1D02}" srcOrd="0" destOrd="1" presId="urn:microsoft.com/office/officeart/2005/8/layout/hList1"/>
    <dgm:cxn modelId="{66173633-E83F-40A7-8A14-868CA19DA9AC}" srcId="{3DF28A6E-4EF2-4488-B6E3-6258C4E8D93F}" destId="{F8FD362E-8FF5-42F8-A1A6-57A4663B1F04}" srcOrd="0" destOrd="0" parTransId="{51305BB6-33FA-4CAF-8644-50462E98B540}" sibTransId="{33883767-49AC-4F6D-A197-3BDCA23C72B9}"/>
    <dgm:cxn modelId="{BFAE3469-53E5-4D46-B27F-3A2DAA882842}" srcId="{DE4D0A63-5641-47B3-8534-BBCA7D881E56}" destId="{1535E59A-06E6-45B0-A78A-A2B44FA8D437}" srcOrd="0" destOrd="0" parTransId="{CCB30072-C88D-4B2C-B5B3-CBA36C6ABB14}" sibTransId="{916779D2-4A55-483A-95EC-5F2147CF5A07}"/>
    <dgm:cxn modelId="{90C4D46B-9014-45C5-9058-7D271BBD0116}" type="presOf" srcId="{1535E59A-06E6-45B0-A78A-A2B44FA8D437}" destId="{817DF14C-B56E-4959-A944-850580C1EA10}" srcOrd="0" destOrd="0" presId="urn:microsoft.com/office/officeart/2005/8/layout/hList1"/>
    <dgm:cxn modelId="{FA06E075-A994-4FC8-AF9F-BE6357249DE3}" srcId="{39D3A014-1030-48AE-A721-7937955502FD}" destId="{CFD03DCB-A4F5-421D-9355-724F6358E97B}" srcOrd="1" destOrd="0" parTransId="{AD15FEA0-31C4-44D0-B244-0DEB664AAFEB}" sibTransId="{17AAF4D5-0D48-44CE-BD3F-0FB601572EA3}"/>
    <dgm:cxn modelId="{4FF0BF57-8EE4-4060-8DCC-7AE408EE7555}" srcId="{39D3A014-1030-48AE-A721-7937955502FD}" destId="{FBDF4090-2011-4CB6-99BA-B4E774FEE0F1}" srcOrd="0" destOrd="0" parTransId="{A238528E-AAC7-4695-A494-957AB46565B6}" sibTransId="{900D4203-9F8F-4931-9E0C-1146312D4AE8}"/>
    <dgm:cxn modelId="{BF121C59-5CEA-456F-B57A-620B45AB9578}" type="presOf" srcId="{05B4C66D-0BB6-4FFD-BC9D-6C6002356975}" destId="{CE89A829-CF8F-4FD1-A20E-D127824AA835}" srcOrd="0" destOrd="1" presId="urn:microsoft.com/office/officeart/2005/8/layout/hList1"/>
    <dgm:cxn modelId="{FD6BC583-7424-4E24-B33D-B5B10BD22D17}" type="presOf" srcId="{FBDF4090-2011-4CB6-99BA-B4E774FEE0F1}" destId="{7E82BC5B-84A0-4D96-AAA9-4A792BCA1D02}" srcOrd="0" destOrd="0" presId="urn:microsoft.com/office/officeart/2005/8/layout/hList1"/>
    <dgm:cxn modelId="{06484B94-EE71-4058-8C8A-29072EC17670}" srcId="{3DF28A6E-4EF2-4488-B6E3-6258C4E8D93F}" destId="{DE4D0A63-5641-47B3-8534-BBCA7D881E56}" srcOrd="2" destOrd="0" parTransId="{8EDE1FF4-46D4-4A4F-86C6-D87122C00B45}" sibTransId="{38B8E081-03B6-446D-8A65-D947C76B98B1}"/>
    <dgm:cxn modelId="{8F8C159D-BC6D-4F28-A4BB-0080ED8F5630}" type="presOf" srcId="{3DF28A6E-4EF2-4488-B6E3-6258C4E8D93F}" destId="{F83CD2E6-004F-4642-BA97-93E8B2189E27}" srcOrd="0" destOrd="0" presId="urn:microsoft.com/office/officeart/2005/8/layout/hList1"/>
    <dgm:cxn modelId="{A1D2FAAA-E749-4157-A352-6D4F3421000E}" type="presOf" srcId="{D6A9B208-EBB4-4F0C-BB6C-56C26FCA5990}" destId="{CE89A829-CF8F-4FD1-A20E-D127824AA835}" srcOrd="0" destOrd="0" presId="urn:microsoft.com/office/officeart/2005/8/layout/hList1"/>
    <dgm:cxn modelId="{79A0CFBB-091A-4A4E-831F-9FCD603D9C29}" srcId="{3DF28A6E-4EF2-4488-B6E3-6258C4E8D93F}" destId="{39D3A014-1030-48AE-A721-7937955502FD}" srcOrd="1" destOrd="0" parTransId="{90FF36C0-5BF8-49B6-9B72-FE22FE5E095D}" sibTransId="{AF465454-B9A8-4196-80DA-33FB6EDC1FA7}"/>
    <dgm:cxn modelId="{D715AFC4-8A5F-4430-8754-4B98F6FB7DC8}" srcId="{F8FD362E-8FF5-42F8-A1A6-57A4663B1F04}" destId="{E8D9580B-F70C-4286-BE14-087677DB851B}" srcOrd="2" destOrd="0" parTransId="{67D85FF8-DF3A-4159-8098-95305637CD68}" sibTransId="{B88443D4-06E7-45A6-BE12-F18BE0ADA6E3}"/>
    <dgm:cxn modelId="{06510FCD-B050-4398-9520-8ED0B50F46CF}" type="presOf" srcId="{DE4D0A63-5641-47B3-8534-BBCA7D881E56}" destId="{9366B78D-84AE-4E6B-A07B-411F80821DD3}" srcOrd="0" destOrd="0" presId="urn:microsoft.com/office/officeart/2005/8/layout/hList1"/>
    <dgm:cxn modelId="{0A5998D1-AAE1-41DA-A484-0C8A3FE0E39A}" type="presOf" srcId="{F8FD362E-8FF5-42F8-A1A6-57A4663B1F04}" destId="{E7538A19-BD2B-4D84-9B21-026E5FC46E63}" srcOrd="0" destOrd="0" presId="urn:microsoft.com/office/officeart/2005/8/layout/hList1"/>
    <dgm:cxn modelId="{712DF7D1-04DD-415B-A633-8CEC28AF3922}" type="presOf" srcId="{E8D9580B-F70C-4286-BE14-087677DB851B}" destId="{CE89A829-CF8F-4FD1-A20E-D127824AA835}" srcOrd="0" destOrd="2" presId="urn:microsoft.com/office/officeart/2005/8/layout/hList1"/>
    <dgm:cxn modelId="{B8F3E0D5-1DED-4F3E-B972-B151BA25880A}" srcId="{F8FD362E-8FF5-42F8-A1A6-57A4663B1F04}" destId="{05B4C66D-0BB6-4FFD-BC9D-6C6002356975}" srcOrd="1" destOrd="0" parTransId="{C31B7B99-E4DD-4FFC-B3D5-DCFB8AACA903}" sibTransId="{D7745C16-109D-4CFF-9271-CF878D7CA4E1}"/>
    <dgm:cxn modelId="{C9443A58-2103-4DF6-81C9-008302881764}" type="presParOf" srcId="{F83CD2E6-004F-4642-BA97-93E8B2189E27}" destId="{4B2A0C22-F019-4487-AE85-9049D6A5B0ED}" srcOrd="0" destOrd="0" presId="urn:microsoft.com/office/officeart/2005/8/layout/hList1"/>
    <dgm:cxn modelId="{96A9BFDF-2588-428D-8E92-4BB2D74F5B8A}" type="presParOf" srcId="{4B2A0C22-F019-4487-AE85-9049D6A5B0ED}" destId="{E7538A19-BD2B-4D84-9B21-026E5FC46E63}" srcOrd="0" destOrd="0" presId="urn:microsoft.com/office/officeart/2005/8/layout/hList1"/>
    <dgm:cxn modelId="{73B80C2C-1640-4D43-B974-63BAB23786AB}" type="presParOf" srcId="{4B2A0C22-F019-4487-AE85-9049D6A5B0ED}" destId="{CE89A829-CF8F-4FD1-A20E-D127824AA835}" srcOrd="1" destOrd="0" presId="urn:microsoft.com/office/officeart/2005/8/layout/hList1"/>
    <dgm:cxn modelId="{A0A8E011-ACF4-4402-90B3-F076704183B5}" type="presParOf" srcId="{F83CD2E6-004F-4642-BA97-93E8B2189E27}" destId="{63611EA3-3D8D-43D3-B75E-936058C5367F}" srcOrd="1" destOrd="0" presId="urn:microsoft.com/office/officeart/2005/8/layout/hList1"/>
    <dgm:cxn modelId="{C30C7BF2-8563-4DB4-B654-D2AC67B3EE58}" type="presParOf" srcId="{F83CD2E6-004F-4642-BA97-93E8B2189E27}" destId="{448A09CC-D88D-4BDE-A75C-E56FB20793E2}" srcOrd="2" destOrd="0" presId="urn:microsoft.com/office/officeart/2005/8/layout/hList1"/>
    <dgm:cxn modelId="{22FB9853-827E-4E5D-876F-12669AD9EAF1}" type="presParOf" srcId="{448A09CC-D88D-4BDE-A75C-E56FB20793E2}" destId="{72E6B4AF-8550-4CAE-BBFE-097347F7FB9A}" srcOrd="0" destOrd="0" presId="urn:microsoft.com/office/officeart/2005/8/layout/hList1"/>
    <dgm:cxn modelId="{7AFDE1C8-7722-4856-B12E-F8FFDB7278E3}" type="presParOf" srcId="{448A09CC-D88D-4BDE-A75C-E56FB20793E2}" destId="{7E82BC5B-84A0-4D96-AAA9-4A792BCA1D02}" srcOrd="1" destOrd="0" presId="urn:microsoft.com/office/officeart/2005/8/layout/hList1"/>
    <dgm:cxn modelId="{EEA3F1B8-1A56-4C79-B40A-034E59C02C20}" type="presParOf" srcId="{F83CD2E6-004F-4642-BA97-93E8B2189E27}" destId="{E4E5BB10-46B0-4F4B-98BF-D18154CFD877}" srcOrd="3" destOrd="0" presId="urn:microsoft.com/office/officeart/2005/8/layout/hList1"/>
    <dgm:cxn modelId="{0D7A3066-836D-47E5-AABA-E847E80CEDA5}" type="presParOf" srcId="{F83CD2E6-004F-4642-BA97-93E8B2189E27}" destId="{E2AD7E73-28E2-4C77-846E-B39AA2EDB5B0}" srcOrd="4" destOrd="0" presId="urn:microsoft.com/office/officeart/2005/8/layout/hList1"/>
    <dgm:cxn modelId="{C78A2E8D-D35D-4238-ADA2-7B142E333AD6}" type="presParOf" srcId="{E2AD7E73-28E2-4C77-846E-B39AA2EDB5B0}" destId="{9366B78D-84AE-4E6B-A07B-411F80821DD3}" srcOrd="0" destOrd="0" presId="urn:microsoft.com/office/officeart/2005/8/layout/hList1"/>
    <dgm:cxn modelId="{0A593A7C-9854-4A4F-8A1E-550D19CD7B20}" type="presParOf" srcId="{E2AD7E73-28E2-4C77-846E-B39AA2EDB5B0}" destId="{817DF14C-B56E-4959-A944-850580C1EA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F28A6E-4EF2-4488-B6E3-6258C4E8D93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8FD362E-8FF5-42F8-A1A6-57A4663B1F04}">
      <dgm:prSet phldrT="[Text]"/>
      <dgm:spPr/>
      <dgm:t>
        <a:bodyPr/>
        <a:lstStyle/>
        <a:p>
          <a:r>
            <a:rPr lang="en-GB" dirty="0"/>
            <a:t>Packet header</a:t>
          </a:r>
        </a:p>
      </dgm:t>
    </dgm:pt>
    <dgm:pt modelId="{51305BB6-33FA-4CAF-8644-50462E98B540}" type="parTrans" cxnId="{66173633-E83F-40A7-8A14-868CA19DA9AC}">
      <dgm:prSet/>
      <dgm:spPr/>
      <dgm:t>
        <a:bodyPr/>
        <a:lstStyle/>
        <a:p>
          <a:endParaRPr lang="en-GB"/>
        </a:p>
      </dgm:t>
    </dgm:pt>
    <dgm:pt modelId="{33883767-49AC-4F6D-A197-3BDCA23C72B9}" type="sibTrans" cxnId="{66173633-E83F-40A7-8A14-868CA19DA9AC}">
      <dgm:prSet/>
      <dgm:spPr/>
      <dgm:t>
        <a:bodyPr/>
        <a:lstStyle/>
        <a:p>
          <a:endParaRPr lang="en-GB"/>
        </a:p>
      </dgm:t>
    </dgm:pt>
    <dgm:pt modelId="{D6A9B208-EBB4-4F0C-BB6C-56C26FCA5990}">
      <dgm:prSet phldrT="[Text]"/>
      <dgm:spPr/>
      <dgm:t>
        <a:bodyPr/>
        <a:lstStyle/>
        <a:p>
          <a:r>
            <a:rPr lang="en-GB"/>
            <a:t>Destination IP address</a:t>
          </a:r>
          <a:endParaRPr lang="en-GB" dirty="0"/>
        </a:p>
      </dgm:t>
    </dgm:pt>
    <dgm:pt modelId="{D98835FB-762F-4D5B-8E20-57CAA7B98F03}" type="parTrans" cxnId="{62DD5C0E-4253-4899-9559-2EFA2C740B9E}">
      <dgm:prSet/>
      <dgm:spPr/>
      <dgm:t>
        <a:bodyPr/>
        <a:lstStyle/>
        <a:p>
          <a:endParaRPr lang="en-GB"/>
        </a:p>
      </dgm:t>
    </dgm:pt>
    <dgm:pt modelId="{EF20A9E9-4A67-4C9D-8607-5759E8987999}" type="sibTrans" cxnId="{62DD5C0E-4253-4899-9559-2EFA2C740B9E}">
      <dgm:prSet/>
      <dgm:spPr/>
      <dgm:t>
        <a:bodyPr/>
        <a:lstStyle/>
        <a:p>
          <a:endParaRPr lang="en-GB"/>
        </a:p>
      </dgm:t>
    </dgm:pt>
    <dgm:pt modelId="{39D3A014-1030-48AE-A721-7937955502FD}">
      <dgm:prSet phldrT="[Text]"/>
      <dgm:spPr/>
      <dgm:t>
        <a:bodyPr/>
        <a:lstStyle/>
        <a:p>
          <a:r>
            <a:rPr lang="en-GB" dirty="0"/>
            <a:t>Payload</a:t>
          </a:r>
        </a:p>
      </dgm:t>
    </dgm:pt>
    <dgm:pt modelId="{90FF36C0-5BF8-49B6-9B72-FE22FE5E095D}" type="parTrans" cxnId="{79A0CFBB-091A-4A4E-831F-9FCD603D9C29}">
      <dgm:prSet/>
      <dgm:spPr/>
      <dgm:t>
        <a:bodyPr/>
        <a:lstStyle/>
        <a:p>
          <a:endParaRPr lang="en-GB"/>
        </a:p>
      </dgm:t>
    </dgm:pt>
    <dgm:pt modelId="{AF465454-B9A8-4196-80DA-33FB6EDC1FA7}" type="sibTrans" cxnId="{79A0CFBB-091A-4A4E-831F-9FCD603D9C29}">
      <dgm:prSet/>
      <dgm:spPr/>
      <dgm:t>
        <a:bodyPr/>
        <a:lstStyle/>
        <a:p>
          <a:endParaRPr lang="en-GB"/>
        </a:p>
      </dgm:t>
    </dgm:pt>
    <dgm:pt modelId="{FBDF4090-2011-4CB6-99BA-B4E774FEE0F1}">
      <dgm:prSet phldrT="[Text]"/>
      <dgm:spPr/>
      <dgm:t>
        <a:bodyPr/>
        <a:lstStyle/>
        <a:p>
          <a:r>
            <a:rPr lang="en-GB" dirty="0"/>
            <a:t>The actual data being transmitted – e.g., ~64KiB</a:t>
          </a:r>
        </a:p>
      </dgm:t>
    </dgm:pt>
    <dgm:pt modelId="{A238528E-AAC7-4695-A494-957AB46565B6}" type="parTrans" cxnId="{4FF0BF57-8EE4-4060-8DCC-7AE408EE7555}">
      <dgm:prSet/>
      <dgm:spPr/>
      <dgm:t>
        <a:bodyPr/>
        <a:lstStyle/>
        <a:p>
          <a:endParaRPr lang="en-GB"/>
        </a:p>
      </dgm:t>
    </dgm:pt>
    <dgm:pt modelId="{900D4203-9F8F-4931-9E0C-1146312D4AE8}" type="sibTrans" cxnId="{4FF0BF57-8EE4-4060-8DCC-7AE408EE7555}">
      <dgm:prSet/>
      <dgm:spPr/>
      <dgm:t>
        <a:bodyPr/>
        <a:lstStyle/>
        <a:p>
          <a:endParaRPr lang="en-GB"/>
        </a:p>
      </dgm:t>
    </dgm:pt>
    <dgm:pt modelId="{DE4D0A63-5641-47B3-8534-BBCA7D881E56}">
      <dgm:prSet phldrT="[Text]"/>
      <dgm:spPr/>
      <dgm:t>
        <a:bodyPr/>
        <a:lstStyle/>
        <a:p>
          <a:r>
            <a:rPr lang="en-GB" dirty="0"/>
            <a:t>Trailer</a:t>
          </a:r>
        </a:p>
      </dgm:t>
    </dgm:pt>
    <dgm:pt modelId="{8EDE1FF4-46D4-4A4F-86C6-D87122C00B45}" type="parTrans" cxnId="{06484B94-EE71-4058-8C8A-29072EC17670}">
      <dgm:prSet/>
      <dgm:spPr/>
      <dgm:t>
        <a:bodyPr/>
        <a:lstStyle/>
        <a:p>
          <a:endParaRPr lang="en-GB"/>
        </a:p>
      </dgm:t>
    </dgm:pt>
    <dgm:pt modelId="{38B8E081-03B6-446D-8A65-D947C76B98B1}" type="sibTrans" cxnId="{06484B94-EE71-4058-8C8A-29072EC17670}">
      <dgm:prSet/>
      <dgm:spPr/>
      <dgm:t>
        <a:bodyPr/>
        <a:lstStyle/>
        <a:p>
          <a:endParaRPr lang="en-GB"/>
        </a:p>
      </dgm:t>
    </dgm:pt>
    <dgm:pt modelId="{1535E59A-06E6-45B0-A78A-A2B44FA8D437}">
      <dgm:prSet phldrT="[Text]"/>
      <dgm:spPr/>
      <dgm:t>
        <a:bodyPr/>
        <a:lstStyle/>
        <a:p>
          <a:r>
            <a:rPr lang="en-GB" dirty="0"/>
            <a:t>Marks the end of the packet</a:t>
          </a:r>
        </a:p>
      </dgm:t>
    </dgm:pt>
    <dgm:pt modelId="{CCB30072-C88D-4B2C-B5B3-CBA36C6ABB14}" type="parTrans" cxnId="{BFAE3469-53E5-4D46-B27F-3A2DAA882842}">
      <dgm:prSet/>
      <dgm:spPr/>
      <dgm:t>
        <a:bodyPr/>
        <a:lstStyle/>
        <a:p>
          <a:endParaRPr lang="en-GB"/>
        </a:p>
      </dgm:t>
    </dgm:pt>
    <dgm:pt modelId="{916779D2-4A55-483A-95EC-5F2147CF5A07}" type="sibTrans" cxnId="{BFAE3469-53E5-4D46-B27F-3A2DAA882842}">
      <dgm:prSet/>
      <dgm:spPr/>
      <dgm:t>
        <a:bodyPr/>
        <a:lstStyle/>
        <a:p>
          <a:endParaRPr lang="en-GB"/>
        </a:p>
      </dgm:t>
    </dgm:pt>
    <dgm:pt modelId="{F4C73F9E-F4F0-4870-B1E2-30478E886CD5}">
      <dgm:prSet/>
      <dgm:spPr/>
      <dgm:t>
        <a:bodyPr/>
        <a:lstStyle/>
        <a:p>
          <a:r>
            <a:rPr lang="en-GB"/>
            <a:t>Sender’s IP address</a:t>
          </a:r>
          <a:endParaRPr lang="en-GB" dirty="0"/>
        </a:p>
      </dgm:t>
    </dgm:pt>
    <dgm:pt modelId="{C8FEF897-F697-4439-BEB0-5F436F48B5AA}" type="parTrans" cxnId="{41CFF0B0-FA94-43F2-AC6B-28174E5C81AC}">
      <dgm:prSet/>
      <dgm:spPr/>
      <dgm:t>
        <a:bodyPr/>
        <a:lstStyle/>
        <a:p>
          <a:endParaRPr lang="en-GB"/>
        </a:p>
      </dgm:t>
    </dgm:pt>
    <dgm:pt modelId="{4C62E072-8050-494F-BB97-BEDD814109A6}" type="sibTrans" cxnId="{41CFF0B0-FA94-43F2-AC6B-28174E5C81AC}">
      <dgm:prSet/>
      <dgm:spPr/>
      <dgm:t>
        <a:bodyPr/>
        <a:lstStyle/>
        <a:p>
          <a:endParaRPr lang="en-GB"/>
        </a:p>
      </dgm:t>
    </dgm:pt>
    <dgm:pt modelId="{69C59AB6-519A-4A0D-9EC7-5816B4714402}">
      <dgm:prSet/>
      <dgm:spPr/>
      <dgm:t>
        <a:bodyPr/>
        <a:lstStyle/>
        <a:p>
          <a:r>
            <a:rPr lang="en-GB" dirty="0"/>
            <a:t>Packet number – e.g., 1 of 5</a:t>
          </a:r>
        </a:p>
      </dgm:t>
    </dgm:pt>
    <dgm:pt modelId="{D6FC0D3E-AD56-454B-A80A-794AC43A95E8}" type="parTrans" cxnId="{16A3432B-4C03-4342-A3D6-6A43D447052E}">
      <dgm:prSet/>
      <dgm:spPr/>
      <dgm:t>
        <a:bodyPr/>
        <a:lstStyle/>
        <a:p>
          <a:endParaRPr lang="en-GB"/>
        </a:p>
      </dgm:t>
    </dgm:pt>
    <dgm:pt modelId="{B3023DB0-6290-47A5-BB77-91A280E7AD53}" type="sibTrans" cxnId="{16A3432B-4C03-4342-A3D6-6A43D447052E}">
      <dgm:prSet/>
      <dgm:spPr/>
      <dgm:t>
        <a:bodyPr/>
        <a:lstStyle/>
        <a:p>
          <a:endParaRPr lang="en-GB"/>
        </a:p>
      </dgm:t>
    </dgm:pt>
    <dgm:pt modelId="{F83CD2E6-004F-4642-BA97-93E8B2189E27}" type="pres">
      <dgm:prSet presAssocID="{3DF28A6E-4EF2-4488-B6E3-6258C4E8D93F}" presName="Name0" presStyleCnt="0">
        <dgm:presLayoutVars>
          <dgm:dir/>
          <dgm:animLvl val="lvl"/>
          <dgm:resizeHandles val="exact"/>
        </dgm:presLayoutVars>
      </dgm:prSet>
      <dgm:spPr/>
    </dgm:pt>
    <dgm:pt modelId="{4B2A0C22-F019-4487-AE85-9049D6A5B0ED}" type="pres">
      <dgm:prSet presAssocID="{F8FD362E-8FF5-42F8-A1A6-57A4663B1F04}" presName="composite" presStyleCnt="0"/>
      <dgm:spPr/>
    </dgm:pt>
    <dgm:pt modelId="{E7538A19-BD2B-4D84-9B21-026E5FC46E63}" type="pres">
      <dgm:prSet presAssocID="{F8FD362E-8FF5-42F8-A1A6-57A4663B1F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E89A829-CF8F-4FD1-A20E-D127824AA835}" type="pres">
      <dgm:prSet presAssocID="{F8FD362E-8FF5-42F8-A1A6-57A4663B1F04}" presName="desTx" presStyleLbl="alignAccFollowNode1" presStyleIdx="0" presStyleCnt="3">
        <dgm:presLayoutVars>
          <dgm:bulletEnabled val="1"/>
        </dgm:presLayoutVars>
      </dgm:prSet>
      <dgm:spPr/>
    </dgm:pt>
    <dgm:pt modelId="{63611EA3-3D8D-43D3-B75E-936058C5367F}" type="pres">
      <dgm:prSet presAssocID="{33883767-49AC-4F6D-A197-3BDCA23C72B9}" presName="space" presStyleCnt="0"/>
      <dgm:spPr/>
    </dgm:pt>
    <dgm:pt modelId="{448A09CC-D88D-4BDE-A75C-E56FB20793E2}" type="pres">
      <dgm:prSet presAssocID="{39D3A014-1030-48AE-A721-7937955502FD}" presName="composite" presStyleCnt="0"/>
      <dgm:spPr/>
    </dgm:pt>
    <dgm:pt modelId="{72E6B4AF-8550-4CAE-BBFE-097347F7FB9A}" type="pres">
      <dgm:prSet presAssocID="{39D3A014-1030-48AE-A721-7937955502F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E82BC5B-84A0-4D96-AAA9-4A792BCA1D02}" type="pres">
      <dgm:prSet presAssocID="{39D3A014-1030-48AE-A721-7937955502FD}" presName="desTx" presStyleLbl="alignAccFollowNode1" presStyleIdx="1" presStyleCnt="3">
        <dgm:presLayoutVars>
          <dgm:bulletEnabled val="1"/>
        </dgm:presLayoutVars>
      </dgm:prSet>
      <dgm:spPr/>
    </dgm:pt>
    <dgm:pt modelId="{E4E5BB10-46B0-4F4B-98BF-D18154CFD877}" type="pres">
      <dgm:prSet presAssocID="{AF465454-B9A8-4196-80DA-33FB6EDC1FA7}" presName="space" presStyleCnt="0"/>
      <dgm:spPr/>
    </dgm:pt>
    <dgm:pt modelId="{E2AD7E73-28E2-4C77-846E-B39AA2EDB5B0}" type="pres">
      <dgm:prSet presAssocID="{DE4D0A63-5641-47B3-8534-BBCA7D881E56}" presName="composite" presStyleCnt="0"/>
      <dgm:spPr/>
    </dgm:pt>
    <dgm:pt modelId="{9366B78D-84AE-4E6B-A07B-411F80821DD3}" type="pres">
      <dgm:prSet presAssocID="{DE4D0A63-5641-47B3-8534-BBCA7D881E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17DF14C-B56E-4959-A944-850580C1EA10}" type="pres">
      <dgm:prSet presAssocID="{DE4D0A63-5641-47B3-8534-BBCA7D881E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8FDE0C-6379-454C-A1AA-4F7BDD0317C6}" type="presOf" srcId="{39D3A014-1030-48AE-A721-7937955502FD}" destId="{72E6B4AF-8550-4CAE-BBFE-097347F7FB9A}" srcOrd="0" destOrd="0" presId="urn:microsoft.com/office/officeart/2005/8/layout/hList1"/>
    <dgm:cxn modelId="{62DD5C0E-4253-4899-9559-2EFA2C740B9E}" srcId="{F8FD362E-8FF5-42F8-A1A6-57A4663B1F04}" destId="{D6A9B208-EBB4-4F0C-BB6C-56C26FCA5990}" srcOrd="0" destOrd="0" parTransId="{D98835FB-762F-4D5B-8E20-57CAA7B98F03}" sibTransId="{EF20A9E9-4A67-4C9D-8607-5759E8987999}"/>
    <dgm:cxn modelId="{16A3432B-4C03-4342-A3D6-6A43D447052E}" srcId="{F8FD362E-8FF5-42F8-A1A6-57A4663B1F04}" destId="{69C59AB6-519A-4A0D-9EC7-5816B4714402}" srcOrd="2" destOrd="0" parTransId="{D6FC0D3E-AD56-454B-A80A-794AC43A95E8}" sibTransId="{B3023DB0-6290-47A5-BB77-91A280E7AD53}"/>
    <dgm:cxn modelId="{66173633-E83F-40A7-8A14-868CA19DA9AC}" srcId="{3DF28A6E-4EF2-4488-B6E3-6258C4E8D93F}" destId="{F8FD362E-8FF5-42F8-A1A6-57A4663B1F04}" srcOrd="0" destOrd="0" parTransId="{51305BB6-33FA-4CAF-8644-50462E98B540}" sibTransId="{33883767-49AC-4F6D-A197-3BDCA23C72B9}"/>
    <dgm:cxn modelId="{BFAE3469-53E5-4D46-B27F-3A2DAA882842}" srcId="{DE4D0A63-5641-47B3-8534-BBCA7D881E56}" destId="{1535E59A-06E6-45B0-A78A-A2B44FA8D437}" srcOrd="0" destOrd="0" parTransId="{CCB30072-C88D-4B2C-B5B3-CBA36C6ABB14}" sibTransId="{916779D2-4A55-483A-95EC-5F2147CF5A07}"/>
    <dgm:cxn modelId="{90C4D46B-9014-45C5-9058-7D271BBD0116}" type="presOf" srcId="{1535E59A-06E6-45B0-A78A-A2B44FA8D437}" destId="{817DF14C-B56E-4959-A944-850580C1EA10}" srcOrd="0" destOrd="0" presId="urn:microsoft.com/office/officeart/2005/8/layout/hList1"/>
    <dgm:cxn modelId="{CDE26977-DEBC-40FA-A5DD-A4E9BD0A119D}" type="presOf" srcId="{69C59AB6-519A-4A0D-9EC7-5816B4714402}" destId="{CE89A829-CF8F-4FD1-A20E-D127824AA835}" srcOrd="0" destOrd="2" presId="urn:microsoft.com/office/officeart/2005/8/layout/hList1"/>
    <dgm:cxn modelId="{4FF0BF57-8EE4-4060-8DCC-7AE408EE7555}" srcId="{39D3A014-1030-48AE-A721-7937955502FD}" destId="{FBDF4090-2011-4CB6-99BA-B4E774FEE0F1}" srcOrd="0" destOrd="0" parTransId="{A238528E-AAC7-4695-A494-957AB46565B6}" sibTransId="{900D4203-9F8F-4931-9E0C-1146312D4AE8}"/>
    <dgm:cxn modelId="{FD6BC583-7424-4E24-B33D-B5B10BD22D17}" type="presOf" srcId="{FBDF4090-2011-4CB6-99BA-B4E774FEE0F1}" destId="{7E82BC5B-84A0-4D96-AAA9-4A792BCA1D02}" srcOrd="0" destOrd="0" presId="urn:microsoft.com/office/officeart/2005/8/layout/hList1"/>
    <dgm:cxn modelId="{06484B94-EE71-4058-8C8A-29072EC17670}" srcId="{3DF28A6E-4EF2-4488-B6E3-6258C4E8D93F}" destId="{DE4D0A63-5641-47B3-8534-BBCA7D881E56}" srcOrd="2" destOrd="0" parTransId="{8EDE1FF4-46D4-4A4F-86C6-D87122C00B45}" sibTransId="{38B8E081-03B6-446D-8A65-D947C76B98B1}"/>
    <dgm:cxn modelId="{8F8C159D-BC6D-4F28-A4BB-0080ED8F5630}" type="presOf" srcId="{3DF28A6E-4EF2-4488-B6E3-6258C4E8D93F}" destId="{F83CD2E6-004F-4642-BA97-93E8B2189E27}" srcOrd="0" destOrd="0" presId="urn:microsoft.com/office/officeart/2005/8/layout/hList1"/>
    <dgm:cxn modelId="{A1D2FAAA-E749-4157-A352-6D4F3421000E}" type="presOf" srcId="{D6A9B208-EBB4-4F0C-BB6C-56C26FCA5990}" destId="{CE89A829-CF8F-4FD1-A20E-D127824AA835}" srcOrd="0" destOrd="0" presId="urn:microsoft.com/office/officeart/2005/8/layout/hList1"/>
    <dgm:cxn modelId="{41CFF0B0-FA94-43F2-AC6B-28174E5C81AC}" srcId="{F8FD362E-8FF5-42F8-A1A6-57A4663B1F04}" destId="{F4C73F9E-F4F0-4870-B1E2-30478E886CD5}" srcOrd="1" destOrd="0" parTransId="{C8FEF897-F697-4439-BEB0-5F436F48B5AA}" sibTransId="{4C62E072-8050-494F-BB97-BEDD814109A6}"/>
    <dgm:cxn modelId="{79A0CFBB-091A-4A4E-831F-9FCD603D9C29}" srcId="{3DF28A6E-4EF2-4488-B6E3-6258C4E8D93F}" destId="{39D3A014-1030-48AE-A721-7937955502FD}" srcOrd="1" destOrd="0" parTransId="{90FF36C0-5BF8-49B6-9B72-FE22FE5E095D}" sibTransId="{AF465454-B9A8-4196-80DA-33FB6EDC1FA7}"/>
    <dgm:cxn modelId="{68CDBCC3-9F43-4A17-9314-9DD77A06E0D2}" type="presOf" srcId="{F4C73F9E-F4F0-4870-B1E2-30478E886CD5}" destId="{CE89A829-CF8F-4FD1-A20E-D127824AA835}" srcOrd="0" destOrd="1" presId="urn:microsoft.com/office/officeart/2005/8/layout/hList1"/>
    <dgm:cxn modelId="{06510FCD-B050-4398-9520-8ED0B50F46CF}" type="presOf" srcId="{DE4D0A63-5641-47B3-8534-BBCA7D881E56}" destId="{9366B78D-84AE-4E6B-A07B-411F80821DD3}" srcOrd="0" destOrd="0" presId="urn:microsoft.com/office/officeart/2005/8/layout/hList1"/>
    <dgm:cxn modelId="{0A5998D1-AAE1-41DA-A484-0C8A3FE0E39A}" type="presOf" srcId="{F8FD362E-8FF5-42F8-A1A6-57A4663B1F04}" destId="{E7538A19-BD2B-4D84-9B21-026E5FC46E63}" srcOrd="0" destOrd="0" presId="urn:microsoft.com/office/officeart/2005/8/layout/hList1"/>
    <dgm:cxn modelId="{C9443A58-2103-4DF6-81C9-008302881764}" type="presParOf" srcId="{F83CD2E6-004F-4642-BA97-93E8B2189E27}" destId="{4B2A0C22-F019-4487-AE85-9049D6A5B0ED}" srcOrd="0" destOrd="0" presId="urn:microsoft.com/office/officeart/2005/8/layout/hList1"/>
    <dgm:cxn modelId="{96A9BFDF-2588-428D-8E92-4BB2D74F5B8A}" type="presParOf" srcId="{4B2A0C22-F019-4487-AE85-9049D6A5B0ED}" destId="{E7538A19-BD2B-4D84-9B21-026E5FC46E63}" srcOrd="0" destOrd="0" presId="urn:microsoft.com/office/officeart/2005/8/layout/hList1"/>
    <dgm:cxn modelId="{73B80C2C-1640-4D43-B974-63BAB23786AB}" type="presParOf" srcId="{4B2A0C22-F019-4487-AE85-9049D6A5B0ED}" destId="{CE89A829-CF8F-4FD1-A20E-D127824AA835}" srcOrd="1" destOrd="0" presId="urn:microsoft.com/office/officeart/2005/8/layout/hList1"/>
    <dgm:cxn modelId="{A0A8E011-ACF4-4402-90B3-F076704183B5}" type="presParOf" srcId="{F83CD2E6-004F-4642-BA97-93E8B2189E27}" destId="{63611EA3-3D8D-43D3-B75E-936058C5367F}" srcOrd="1" destOrd="0" presId="urn:microsoft.com/office/officeart/2005/8/layout/hList1"/>
    <dgm:cxn modelId="{C30C7BF2-8563-4DB4-B654-D2AC67B3EE58}" type="presParOf" srcId="{F83CD2E6-004F-4642-BA97-93E8B2189E27}" destId="{448A09CC-D88D-4BDE-A75C-E56FB20793E2}" srcOrd="2" destOrd="0" presId="urn:microsoft.com/office/officeart/2005/8/layout/hList1"/>
    <dgm:cxn modelId="{22FB9853-827E-4E5D-876F-12669AD9EAF1}" type="presParOf" srcId="{448A09CC-D88D-4BDE-A75C-E56FB20793E2}" destId="{72E6B4AF-8550-4CAE-BBFE-097347F7FB9A}" srcOrd="0" destOrd="0" presId="urn:microsoft.com/office/officeart/2005/8/layout/hList1"/>
    <dgm:cxn modelId="{7AFDE1C8-7722-4856-B12E-F8FFDB7278E3}" type="presParOf" srcId="{448A09CC-D88D-4BDE-A75C-E56FB20793E2}" destId="{7E82BC5B-84A0-4D96-AAA9-4A792BCA1D02}" srcOrd="1" destOrd="0" presId="urn:microsoft.com/office/officeart/2005/8/layout/hList1"/>
    <dgm:cxn modelId="{EEA3F1B8-1A56-4C79-B40A-034E59C02C20}" type="presParOf" srcId="{F83CD2E6-004F-4642-BA97-93E8B2189E27}" destId="{E4E5BB10-46B0-4F4B-98BF-D18154CFD877}" srcOrd="3" destOrd="0" presId="urn:microsoft.com/office/officeart/2005/8/layout/hList1"/>
    <dgm:cxn modelId="{0D7A3066-836D-47E5-AABA-E847E80CEDA5}" type="presParOf" srcId="{F83CD2E6-004F-4642-BA97-93E8B2189E27}" destId="{E2AD7E73-28E2-4C77-846E-B39AA2EDB5B0}" srcOrd="4" destOrd="0" presId="urn:microsoft.com/office/officeart/2005/8/layout/hList1"/>
    <dgm:cxn modelId="{C78A2E8D-D35D-4238-ADA2-7B142E333AD6}" type="presParOf" srcId="{E2AD7E73-28E2-4C77-846E-B39AA2EDB5B0}" destId="{9366B78D-84AE-4E6B-A07B-411F80821DD3}" srcOrd="0" destOrd="0" presId="urn:microsoft.com/office/officeart/2005/8/layout/hList1"/>
    <dgm:cxn modelId="{0A593A7C-9854-4A4F-8A1E-550D19CD7B20}" type="presParOf" srcId="{E2AD7E73-28E2-4C77-846E-B39AA2EDB5B0}" destId="{817DF14C-B56E-4959-A944-850580C1EA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F28A6E-4EF2-4488-B6E3-6258C4E8D93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8FD362E-8FF5-42F8-A1A6-57A4663B1F04}">
      <dgm:prSet phldrT="[Text]"/>
      <dgm:spPr/>
      <dgm:t>
        <a:bodyPr/>
        <a:lstStyle/>
        <a:p>
          <a:r>
            <a:rPr lang="en-GB" dirty="0"/>
            <a:t>Packet header</a:t>
          </a:r>
        </a:p>
      </dgm:t>
    </dgm:pt>
    <dgm:pt modelId="{51305BB6-33FA-4CAF-8644-50462E98B540}" type="parTrans" cxnId="{66173633-E83F-40A7-8A14-868CA19DA9AC}">
      <dgm:prSet/>
      <dgm:spPr/>
      <dgm:t>
        <a:bodyPr/>
        <a:lstStyle/>
        <a:p>
          <a:endParaRPr lang="en-GB"/>
        </a:p>
      </dgm:t>
    </dgm:pt>
    <dgm:pt modelId="{33883767-49AC-4F6D-A197-3BDCA23C72B9}" type="sibTrans" cxnId="{66173633-E83F-40A7-8A14-868CA19DA9AC}">
      <dgm:prSet/>
      <dgm:spPr/>
      <dgm:t>
        <a:bodyPr/>
        <a:lstStyle/>
        <a:p>
          <a:endParaRPr lang="en-GB"/>
        </a:p>
      </dgm:t>
    </dgm:pt>
    <dgm:pt modelId="{D6A9B208-EBB4-4F0C-BB6C-56C26FCA5990}">
      <dgm:prSet phldrT="[Text]"/>
      <dgm:spPr/>
      <dgm:t>
        <a:bodyPr/>
        <a:lstStyle/>
        <a:p>
          <a:r>
            <a:rPr lang="en-GB"/>
            <a:t>Destination IP address</a:t>
          </a:r>
          <a:endParaRPr lang="en-GB" dirty="0"/>
        </a:p>
      </dgm:t>
    </dgm:pt>
    <dgm:pt modelId="{D98835FB-762F-4D5B-8E20-57CAA7B98F03}" type="parTrans" cxnId="{62DD5C0E-4253-4899-9559-2EFA2C740B9E}">
      <dgm:prSet/>
      <dgm:spPr/>
      <dgm:t>
        <a:bodyPr/>
        <a:lstStyle/>
        <a:p>
          <a:endParaRPr lang="en-GB"/>
        </a:p>
      </dgm:t>
    </dgm:pt>
    <dgm:pt modelId="{EF20A9E9-4A67-4C9D-8607-5759E8987999}" type="sibTrans" cxnId="{62DD5C0E-4253-4899-9559-2EFA2C740B9E}">
      <dgm:prSet/>
      <dgm:spPr/>
      <dgm:t>
        <a:bodyPr/>
        <a:lstStyle/>
        <a:p>
          <a:endParaRPr lang="en-GB"/>
        </a:p>
      </dgm:t>
    </dgm:pt>
    <dgm:pt modelId="{39D3A014-1030-48AE-A721-7937955502FD}">
      <dgm:prSet phldrT="[Text]"/>
      <dgm:spPr/>
      <dgm:t>
        <a:bodyPr/>
        <a:lstStyle/>
        <a:p>
          <a:r>
            <a:rPr lang="en-GB" dirty="0"/>
            <a:t>Payload</a:t>
          </a:r>
        </a:p>
      </dgm:t>
    </dgm:pt>
    <dgm:pt modelId="{90FF36C0-5BF8-49B6-9B72-FE22FE5E095D}" type="parTrans" cxnId="{79A0CFBB-091A-4A4E-831F-9FCD603D9C29}">
      <dgm:prSet/>
      <dgm:spPr/>
      <dgm:t>
        <a:bodyPr/>
        <a:lstStyle/>
        <a:p>
          <a:endParaRPr lang="en-GB"/>
        </a:p>
      </dgm:t>
    </dgm:pt>
    <dgm:pt modelId="{AF465454-B9A8-4196-80DA-33FB6EDC1FA7}" type="sibTrans" cxnId="{79A0CFBB-091A-4A4E-831F-9FCD603D9C29}">
      <dgm:prSet/>
      <dgm:spPr/>
      <dgm:t>
        <a:bodyPr/>
        <a:lstStyle/>
        <a:p>
          <a:endParaRPr lang="en-GB"/>
        </a:p>
      </dgm:t>
    </dgm:pt>
    <dgm:pt modelId="{FBDF4090-2011-4CB6-99BA-B4E774FEE0F1}">
      <dgm:prSet phldrT="[Text]"/>
      <dgm:spPr/>
      <dgm:t>
        <a:bodyPr/>
        <a:lstStyle/>
        <a:p>
          <a:r>
            <a:rPr lang="en-GB" dirty="0"/>
            <a:t>The actual data being transmitted – e.g., ~64KiB</a:t>
          </a:r>
        </a:p>
      </dgm:t>
    </dgm:pt>
    <dgm:pt modelId="{A238528E-AAC7-4695-A494-957AB46565B6}" type="parTrans" cxnId="{4FF0BF57-8EE4-4060-8DCC-7AE408EE7555}">
      <dgm:prSet/>
      <dgm:spPr/>
      <dgm:t>
        <a:bodyPr/>
        <a:lstStyle/>
        <a:p>
          <a:endParaRPr lang="en-GB"/>
        </a:p>
      </dgm:t>
    </dgm:pt>
    <dgm:pt modelId="{900D4203-9F8F-4931-9E0C-1146312D4AE8}" type="sibTrans" cxnId="{4FF0BF57-8EE4-4060-8DCC-7AE408EE7555}">
      <dgm:prSet/>
      <dgm:spPr/>
      <dgm:t>
        <a:bodyPr/>
        <a:lstStyle/>
        <a:p>
          <a:endParaRPr lang="en-GB"/>
        </a:p>
      </dgm:t>
    </dgm:pt>
    <dgm:pt modelId="{DE4D0A63-5641-47B3-8534-BBCA7D881E56}">
      <dgm:prSet phldrT="[Text]"/>
      <dgm:spPr/>
      <dgm:t>
        <a:bodyPr/>
        <a:lstStyle/>
        <a:p>
          <a:r>
            <a:rPr lang="en-GB" dirty="0"/>
            <a:t>Trailer</a:t>
          </a:r>
        </a:p>
      </dgm:t>
    </dgm:pt>
    <dgm:pt modelId="{8EDE1FF4-46D4-4A4F-86C6-D87122C00B45}" type="parTrans" cxnId="{06484B94-EE71-4058-8C8A-29072EC17670}">
      <dgm:prSet/>
      <dgm:spPr/>
      <dgm:t>
        <a:bodyPr/>
        <a:lstStyle/>
        <a:p>
          <a:endParaRPr lang="en-GB"/>
        </a:p>
      </dgm:t>
    </dgm:pt>
    <dgm:pt modelId="{38B8E081-03B6-446D-8A65-D947C76B98B1}" type="sibTrans" cxnId="{06484B94-EE71-4058-8C8A-29072EC17670}">
      <dgm:prSet/>
      <dgm:spPr/>
      <dgm:t>
        <a:bodyPr/>
        <a:lstStyle/>
        <a:p>
          <a:endParaRPr lang="en-GB"/>
        </a:p>
      </dgm:t>
    </dgm:pt>
    <dgm:pt modelId="{1535E59A-06E6-45B0-A78A-A2B44FA8D437}">
      <dgm:prSet phldrT="[Text]"/>
      <dgm:spPr/>
      <dgm:t>
        <a:bodyPr/>
        <a:lstStyle/>
        <a:p>
          <a:r>
            <a:rPr lang="en-GB" dirty="0"/>
            <a:t>Marks the end of the packet</a:t>
          </a:r>
        </a:p>
      </dgm:t>
    </dgm:pt>
    <dgm:pt modelId="{CCB30072-C88D-4B2C-B5B3-CBA36C6ABB14}" type="parTrans" cxnId="{BFAE3469-53E5-4D46-B27F-3A2DAA882842}">
      <dgm:prSet/>
      <dgm:spPr/>
      <dgm:t>
        <a:bodyPr/>
        <a:lstStyle/>
        <a:p>
          <a:endParaRPr lang="en-GB"/>
        </a:p>
      </dgm:t>
    </dgm:pt>
    <dgm:pt modelId="{916779D2-4A55-483A-95EC-5F2147CF5A07}" type="sibTrans" cxnId="{BFAE3469-53E5-4D46-B27F-3A2DAA882842}">
      <dgm:prSet/>
      <dgm:spPr/>
      <dgm:t>
        <a:bodyPr/>
        <a:lstStyle/>
        <a:p>
          <a:endParaRPr lang="en-GB"/>
        </a:p>
      </dgm:t>
    </dgm:pt>
    <dgm:pt modelId="{B9D89D0D-6190-4031-8EB0-C5E6EB535F01}">
      <dgm:prSet/>
      <dgm:spPr/>
      <dgm:t>
        <a:bodyPr/>
        <a:lstStyle/>
        <a:p>
          <a:r>
            <a:rPr lang="en-GB" dirty="0"/>
            <a:t>Sender’s IP address</a:t>
          </a:r>
        </a:p>
      </dgm:t>
    </dgm:pt>
    <dgm:pt modelId="{2E9A39CE-D9D5-4C33-A095-1F62E3FED48F}" type="parTrans" cxnId="{47C14C27-4C22-4829-8A7F-1884841BDF5E}">
      <dgm:prSet/>
      <dgm:spPr/>
      <dgm:t>
        <a:bodyPr/>
        <a:lstStyle/>
        <a:p>
          <a:endParaRPr lang="en-GB"/>
        </a:p>
      </dgm:t>
    </dgm:pt>
    <dgm:pt modelId="{3D7C9B32-D45D-4D4A-BBFE-AB75B875E5FD}" type="sibTrans" cxnId="{47C14C27-4C22-4829-8A7F-1884841BDF5E}">
      <dgm:prSet/>
      <dgm:spPr/>
      <dgm:t>
        <a:bodyPr/>
        <a:lstStyle/>
        <a:p>
          <a:endParaRPr lang="en-GB"/>
        </a:p>
      </dgm:t>
    </dgm:pt>
    <dgm:pt modelId="{EDB376E4-DF1A-4B25-9F7E-8BDDB68A758A}">
      <dgm:prSet/>
      <dgm:spPr/>
      <dgm:t>
        <a:bodyPr/>
        <a:lstStyle/>
        <a:p>
          <a:r>
            <a:rPr lang="en-GB" dirty="0"/>
            <a:t>Packet number – e.g., 1 of 5</a:t>
          </a:r>
        </a:p>
      </dgm:t>
    </dgm:pt>
    <dgm:pt modelId="{1ED9C1CC-CC0C-49A8-8037-563AD3177269}" type="parTrans" cxnId="{8E1D6950-8716-4576-B4A8-46BE400422A7}">
      <dgm:prSet/>
      <dgm:spPr/>
      <dgm:t>
        <a:bodyPr/>
        <a:lstStyle/>
        <a:p>
          <a:endParaRPr lang="en-GB"/>
        </a:p>
      </dgm:t>
    </dgm:pt>
    <dgm:pt modelId="{333EDEBD-F1C0-4C15-9074-6E7E14FFB996}" type="sibTrans" cxnId="{8E1D6950-8716-4576-B4A8-46BE400422A7}">
      <dgm:prSet/>
      <dgm:spPr/>
      <dgm:t>
        <a:bodyPr/>
        <a:lstStyle/>
        <a:p>
          <a:endParaRPr lang="en-GB"/>
        </a:p>
      </dgm:t>
    </dgm:pt>
    <dgm:pt modelId="{F83CD2E6-004F-4642-BA97-93E8B2189E27}" type="pres">
      <dgm:prSet presAssocID="{3DF28A6E-4EF2-4488-B6E3-6258C4E8D93F}" presName="Name0" presStyleCnt="0">
        <dgm:presLayoutVars>
          <dgm:dir/>
          <dgm:animLvl val="lvl"/>
          <dgm:resizeHandles val="exact"/>
        </dgm:presLayoutVars>
      </dgm:prSet>
      <dgm:spPr/>
    </dgm:pt>
    <dgm:pt modelId="{4B2A0C22-F019-4487-AE85-9049D6A5B0ED}" type="pres">
      <dgm:prSet presAssocID="{F8FD362E-8FF5-42F8-A1A6-57A4663B1F04}" presName="composite" presStyleCnt="0"/>
      <dgm:spPr/>
    </dgm:pt>
    <dgm:pt modelId="{E7538A19-BD2B-4D84-9B21-026E5FC46E63}" type="pres">
      <dgm:prSet presAssocID="{F8FD362E-8FF5-42F8-A1A6-57A4663B1F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E89A829-CF8F-4FD1-A20E-D127824AA835}" type="pres">
      <dgm:prSet presAssocID="{F8FD362E-8FF5-42F8-A1A6-57A4663B1F04}" presName="desTx" presStyleLbl="alignAccFollowNode1" presStyleIdx="0" presStyleCnt="3">
        <dgm:presLayoutVars>
          <dgm:bulletEnabled val="1"/>
        </dgm:presLayoutVars>
      </dgm:prSet>
      <dgm:spPr/>
    </dgm:pt>
    <dgm:pt modelId="{63611EA3-3D8D-43D3-B75E-936058C5367F}" type="pres">
      <dgm:prSet presAssocID="{33883767-49AC-4F6D-A197-3BDCA23C72B9}" presName="space" presStyleCnt="0"/>
      <dgm:spPr/>
    </dgm:pt>
    <dgm:pt modelId="{448A09CC-D88D-4BDE-A75C-E56FB20793E2}" type="pres">
      <dgm:prSet presAssocID="{39D3A014-1030-48AE-A721-7937955502FD}" presName="composite" presStyleCnt="0"/>
      <dgm:spPr/>
    </dgm:pt>
    <dgm:pt modelId="{72E6B4AF-8550-4CAE-BBFE-097347F7FB9A}" type="pres">
      <dgm:prSet presAssocID="{39D3A014-1030-48AE-A721-7937955502F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E82BC5B-84A0-4D96-AAA9-4A792BCA1D02}" type="pres">
      <dgm:prSet presAssocID="{39D3A014-1030-48AE-A721-7937955502FD}" presName="desTx" presStyleLbl="alignAccFollowNode1" presStyleIdx="1" presStyleCnt="3">
        <dgm:presLayoutVars>
          <dgm:bulletEnabled val="1"/>
        </dgm:presLayoutVars>
      </dgm:prSet>
      <dgm:spPr/>
    </dgm:pt>
    <dgm:pt modelId="{E4E5BB10-46B0-4F4B-98BF-D18154CFD877}" type="pres">
      <dgm:prSet presAssocID="{AF465454-B9A8-4196-80DA-33FB6EDC1FA7}" presName="space" presStyleCnt="0"/>
      <dgm:spPr/>
    </dgm:pt>
    <dgm:pt modelId="{E2AD7E73-28E2-4C77-846E-B39AA2EDB5B0}" type="pres">
      <dgm:prSet presAssocID="{DE4D0A63-5641-47B3-8534-BBCA7D881E56}" presName="composite" presStyleCnt="0"/>
      <dgm:spPr/>
    </dgm:pt>
    <dgm:pt modelId="{9366B78D-84AE-4E6B-A07B-411F80821DD3}" type="pres">
      <dgm:prSet presAssocID="{DE4D0A63-5641-47B3-8534-BBCA7D881E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17DF14C-B56E-4959-A944-850580C1EA10}" type="pres">
      <dgm:prSet presAssocID="{DE4D0A63-5641-47B3-8534-BBCA7D881E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12F1C05-DADB-459B-9E75-9938451AE463}" type="presOf" srcId="{B9D89D0D-6190-4031-8EB0-C5E6EB535F01}" destId="{CE89A829-CF8F-4FD1-A20E-D127824AA835}" srcOrd="0" destOrd="1" presId="urn:microsoft.com/office/officeart/2005/8/layout/hList1"/>
    <dgm:cxn modelId="{0A8FDE0C-6379-454C-A1AA-4F7BDD0317C6}" type="presOf" srcId="{39D3A014-1030-48AE-A721-7937955502FD}" destId="{72E6B4AF-8550-4CAE-BBFE-097347F7FB9A}" srcOrd="0" destOrd="0" presId="urn:microsoft.com/office/officeart/2005/8/layout/hList1"/>
    <dgm:cxn modelId="{62DD5C0E-4253-4899-9559-2EFA2C740B9E}" srcId="{F8FD362E-8FF5-42F8-A1A6-57A4663B1F04}" destId="{D6A9B208-EBB4-4F0C-BB6C-56C26FCA5990}" srcOrd="0" destOrd="0" parTransId="{D98835FB-762F-4D5B-8E20-57CAA7B98F03}" sibTransId="{EF20A9E9-4A67-4C9D-8607-5759E8987999}"/>
    <dgm:cxn modelId="{47C14C27-4C22-4829-8A7F-1884841BDF5E}" srcId="{F8FD362E-8FF5-42F8-A1A6-57A4663B1F04}" destId="{B9D89D0D-6190-4031-8EB0-C5E6EB535F01}" srcOrd="1" destOrd="0" parTransId="{2E9A39CE-D9D5-4C33-A095-1F62E3FED48F}" sibTransId="{3D7C9B32-D45D-4D4A-BBFE-AB75B875E5FD}"/>
    <dgm:cxn modelId="{66173633-E83F-40A7-8A14-868CA19DA9AC}" srcId="{3DF28A6E-4EF2-4488-B6E3-6258C4E8D93F}" destId="{F8FD362E-8FF5-42F8-A1A6-57A4663B1F04}" srcOrd="0" destOrd="0" parTransId="{51305BB6-33FA-4CAF-8644-50462E98B540}" sibTransId="{33883767-49AC-4F6D-A197-3BDCA23C72B9}"/>
    <dgm:cxn modelId="{BFAE3469-53E5-4D46-B27F-3A2DAA882842}" srcId="{DE4D0A63-5641-47B3-8534-BBCA7D881E56}" destId="{1535E59A-06E6-45B0-A78A-A2B44FA8D437}" srcOrd="0" destOrd="0" parTransId="{CCB30072-C88D-4B2C-B5B3-CBA36C6ABB14}" sibTransId="{916779D2-4A55-483A-95EC-5F2147CF5A07}"/>
    <dgm:cxn modelId="{90C4D46B-9014-45C5-9058-7D271BBD0116}" type="presOf" srcId="{1535E59A-06E6-45B0-A78A-A2B44FA8D437}" destId="{817DF14C-B56E-4959-A944-850580C1EA10}" srcOrd="0" destOrd="0" presId="urn:microsoft.com/office/officeart/2005/8/layout/hList1"/>
    <dgm:cxn modelId="{8E1D6950-8716-4576-B4A8-46BE400422A7}" srcId="{F8FD362E-8FF5-42F8-A1A6-57A4663B1F04}" destId="{EDB376E4-DF1A-4B25-9F7E-8BDDB68A758A}" srcOrd="2" destOrd="0" parTransId="{1ED9C1CC-CC0C-49A8-8037-563AD3177269}" sibTransId="{333EDEBD-F1C0-4C15-9074-6E7E14FFB996}"/>
    <dgm:cxn modelId="{4FF0BF57-8EE4-4060-8DCC-7AE408EE7555}" srcId="{39D3A014-1030-48AE-A721-7937955502FD}" destId="{FBDF4090-2011-4CB6-99BA-B4E774FEE0F1}" srcOrd="0" destOrd="0" parTransId="{A238528E-AAC7-4695-A494-957AB46565B6}" sibTransId="{900D4203-9F8F-4931-9E0C-1146312D4AE8}"/>
    <dgm:cxn modelId="{FD6BC583-7424-4E24-B33D-B5B10BD22D17}" type="presOf" srcId="{FBDF4090-2011-4CB6-99BA-B4E774FEE0F1}" destId="{7E82BC5B-84A0-4D96-AAA9-4A792BCA1D02}" srcOrd="0" destOrd="0" presId="urn:microsoft.com/office/officeart/2005/8/layout/hList1"/>
    <dgm:cxn modelId="{06484B94-EE71-4058-8C8A-29072EC17670}" srcId="{3DF28A6E-4EF2-4488-B6E3-6258C4E8D93F}" destId="{DE4D0A63-5641-47B3-8534-BBCA7D881E56}" srcOrd="2" destOrd="0" parTransId="{8EDE1FF4-46D4-4A4F-86C6-D87122C00B45}" sibTransId="{38B8E081-03B6-446D-8A65-D947C76B98B1}"/>
    <dgm:cxn modelId="{8F8C159D-BC6D-4F28-A4BB-0080ED8F5630}" type="presOf" srcId="{3DF28A6E-4EF2-4488-B6E3-6258C4E8D93F}" destId="{F83CD2E6-004F-4642-BA97-93E8B2189E27}" srcOrd="0" destOrd="0" presId="urn:microsoft.com/office/officeart/2005/8/layout/hList1"/>
    <dgm:cxn modelId="{A1D2FAAA-E749-4157-A352-6D4F3421000E}" type="presOf" srcId="{D6A9B208-EBB4-4F0C-BB6C-56C26FCA5990}" destId="{CE89A829-CF8F-4FD1-A20E-D127824AA835}" srcOrd="0" destOrd="0" presId="urn:microsoft.com/office/officeart/2005/8/layout/hList1"/>
    <dgm:cxn modelId="{79A0CFBB-091A-4A4E-831F-9FCD603D9C29}" srcId="{3DF28A6E-4EF2-4488-B6E3-6258C4E8D93F}" destId="{39D3A014-1030-48AE-A721-7937955502FD}" srcOrd="1" destOrd="0" parTransId="{90FF36C0-5BF8-49B6-9B72-FE22FE5E095D}" sibTransId="{AF465454-B9A8-4196-80DA-33FB6EDC1FA7}"/>
    <dgm:cxn modelId="{06510FCD-B050-4398-9520-8ED0B50F46CF}" type="presOf" srcId="{DE4D0A63-5641-47B3-8534-BBCA7D881E56}" destId="{9366B78D-84AE-4E6B-A07B-411F80821DD3}" srcOrd="0" destOrd="0" presId="urn:microsoft.com/office/officeart/2005/8/layout/hList1"/>
    <dgm:cxn modelId="{0A5998D1-AAE1-41DA-A484-0C8A3FE0E39A}" type="presOf" srcId="{F8FD362E-8FF5-42F8-A1A6-57A4663B1F04}" destId="{E7538A19-BD2B-4D84-9B21-026E5FC46E63}" srcOrd="0" destOrd="0" presId="urn:microsoft.com/office/officeart/2005/8/layout/hList1"/>
    <dgm:cxn modelId="{0C2B77DA-ABFD-4DBB-885C-501D0BB4970F}" type="presOf" srcId="{EDB376E4-DF1A-4B25-9F7E-8BDDB68A758A}" destId="{CE89A829-CF8F-4FD1-A20E-D127824AA835}" srcOrd="0" destOrd="2" presId="urn:microsoft.com/office/officeart/2005/8/layout/hList1"/>
    <dgm:cxn modelId="{C9443A58-2103-4DF6-81C9-008302881764}" type="presParOf" srcId="{F83CD2E6-004F-4642-BA97-93E8B2189E27}" destId="{4B2A0C22-F019-4487-AE85-9049D6A5B0ED}" srcOrd="0" destOrd="0" presId="urn:microsoft.com/office/officeart/2005/8/layout/hList1"/>
    <dgm:cxn modelId="{96A9BFDF-2588-428D-8E92-4BB2D74F5B8A}" type="presParOf" srcId="{4B2A0C22-F019-4487-AE85-9049D6A5B0ED}" destId="{E7538A19-BD2B-4D84-9B21-026E5FC46E63}" srcOrd="0" destOrd="0" presId="urn:microsoft.com/office/officeart/2005/8/layout/hList1"/>
    <dgm:cxn modelId="{73B80C2C-1640-4D43-B974-63BAB23786AB}" type="presParOf" srcId="{4B2A0C22-F019-4487-AE85-9049D6A5B0ED}" destId="{CE89A829-CF8F-4FD1-A20E-D127824AA835}" srcOrd="1" destOrd="0" presId="urn:microsoft.com/office/officeart/2005/8/layout/hList1"/>
    <dgm:cxn modelId="{A0A8E011-ACF4-4402-90B3-F076704183B5}" type="presParOf" srcId="{F83CD2E6-004F-4642-BA97-93E8B2189E27}" destId="{63611EA3-3D8D-43D3-B75E-936058C5367F}" srcOrd="1" destOrd="0" presId="urn:microsoft.com/office/officeart/2005/8/layout/hList1"/>
    <dgm:cxn modelId="{C30C7BF2-8563-4DB4-B654-D2AC67B3EE58}" type="presParOf" srcId="{F83CD2E6-004F-4642-BA97-93E8B2189E27}" destId="{448A09CC-D88D-4BDE-A75C-E56FB20793E2}" srcOrd="2" destOrd="0" presId="urn:microsoft.com/office/officeart/2005/8/layout/hList1"/>
    <dgm:cxn modelId="{22FB9853-827E-4E5D-876F-12669AD9EAF1}" type="presParOf" srcId="{448A09CC-D88D-4BDE-A75C-E56FB20793E2}" destId="{72E6B4AF-8550-4CAE-BBFE-097347F7FB9A}" srcOrd="0" destOrd="0" presId="urn:microsoft.com/office/officeart/2005/8/layout/hList1"/>
    <dgm:cxn modelId="{7AFDE1C8-7722-4856-B12E-F8FFDB7278E3}" type="presParOf" srcId="{448A09CC-D88D-4BDE-A75C-E56FB20793E2}" destId="{7E82BC5B-84A0-4D96-AAA9-4A792BCA1D02}" srcOrd="1" destOrd="0" presId="urn:microsoft.com/office/officeart/2005/8/layout/hList1"/>
    <dgm:cxn modelId="{EEA3F1B8-1A56-4C79-B40A-034E59C02C20}" type="presParOf" srcId="{F83CD2E6-004F-4642-BA97-93E8B2189E27}" destId="{E4E5BB10-46B0-4F4B-98BF-D18154CFD877}" srcOrd="3" destOrd="0" presId="urn:microsoft.com/office/officeart/2005/8/layout/hList1"/>
    <dgm:cxn modelId="{0D7A3066-836D-47E5-AABA-E847E80CEDA5}" type="presParOf" srcId="{F83CD2E6-004F-4642-BA97-93E8B2189E27}" destId="{E2AD7E73-28E2-4C77-846E-B39AA2EDB5B0}" srcOrd="4" destOrd="0" presId="urn:microsoft.com/office/officeart/2005/8/layout/hList1"/>
    <dgm:cxn modelId="{C78A2E8D-D35D-4238-ADA2-7B142E333AD6}" type="presParOf" srcId="{E2AD7E73-28E2-4C77-846E-B39AA2EDB5B0}" destId="{9366B78D-84AE-4E6B-A07B-411F80821DD3}" srcOrd="0" destOrd="0" presId="urn:microsoft.com/office/officeart/2005/8/layout/hList1"/>
    <dgm:cxn modelId="{0A593A7C-9854-4A4F-8A1E-550D19CD7B20}" type="presParOf" srcId="{E2AD7E73-28E2-4C77-846E-B39AA2EDB5B0}" destId="{817DF14C-B56E-4959-A944-850580C1EA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F28A6E-4EF2-4488-B6E3-6258C4E8D93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8FD362E-8FF5-42F8-A1A6-57A4663B1F04}">
      <dgm:prSet phldrT="[Text]"/>
      <dgm:spPr/>
      <dgm:t>
        <a:bodyPr/>
        <a:lstStyle/>
        <a:p>
          <a:r>
            <a:rPr lang="en-GB" dirty="0"/>
            <a:t>Packet header</a:t>
          </a:r>
        </a:p>
      </dgm:t>
    </dgm:pt>
    <dgm:pt modelId="{51305BB6-33FA-4CAF-8644-50462E98B540}" type="parTrans" cxnId="{66173633-E83F-40A7-8A14-868CA19DA9AC}">
      <dgm:prSet/>
      <dgm:spPr/>
      <dgm:t>
        <a:bodyPr/>
        <a:lstStyle/>
        <a:p>
          <a:endParaRPr lang="en-GB"/>
        </a:p>
      </dgm:t>
    </dgm:pt>
    <dgm:pt modelId="{33883767-49AC-4F6D-A197-3BDCA23C72B9}" type="sibTrans" cxnId="{66173633-E83F-40A7-8A14-868CA19DA9AC}">
      <dgm:prSet/>
      <dgm:spPr/>
      <dgm:t>
        <a:bodyPr/>
        <a:lstStyle/>
        <a:p>
          <a:endParaRPr lang="en-GB"/>
        </a:p>
      </dgm:t>
    </dgm:pt>
    <dgm:pt modelId="{D6A9B208-EBB4-4F0C-BB6C-56C26FCA5990}">
      <dgm:prSet phldrT="[Text]"/>
      <dgm:spPr/>
      <dgm:t>
        <a:bodyPr/>
        <a:lstStyle/>
        <a:p>
          <a:r>
            <a:rPr lang="en-GB"/>
            <a:t>Destination IP address</a:t>
          </a:r>
          <a:endParaRPr lang="en-GB" dirty="0"/>
        </a:p>
      </dgm:t>
    </dgm:pt>
    <dgm:pt modelId="{D98835FB-762F-4D5B-8E20-57CAA7B98F03}" type="parTrans" cxnId="{62DD5C0E-4253-4899-9559-2EFA2C740B9E}">
      <dgm:prSet/>
      <dgm:spPr/>
      <dgm:t>
        <a:bodyPr/>
        <a:lstStyle/>
        <a:p>
          <a:endParaRPr lang="en-GB"/>
        </a:p>
      </dgm:t>
    </dgm:pt>
    <dgm:pt modelId="{EF20A9E9-4A67-4C9D-8607-5759E8987999}" type="sibTrans" cxnId="{62DD5C0E-4253-4899-9559-2EFA2C740B9E}">
      <dgm:prSet/>
      <dgm:spPr/>
      <dgm:t>
        <a:bodyPr/>
        <a:lstStyle/>
        <a:p>
          <a:endParaRPr lang="en-GB"/>
        </a:p>
      </dgm:t>
    </dgm:pt>
    <dgm:pt modelId="{39D3A014-1030-48AE-A721-7937955502FD}">
      <dgm:prSet phldrT="[Text]"/>
      <dgm:spPr/>
      <dgm:t>
        <a:bodyPr/>
        <a:lstStyle/>
        <a:p>
          <a:r>
            <a:rPr lang="en-GB" dirty="0"/>
            <a:t>Payload</a:t>
          </a:r>
        </a:p>
      </dgm:t>
    </dgm:pt>
    <dgm:pt modelId="{90FF36C0-5BF8-49B6-9B72-FE22FE5E095D}" type="parTrans" cxnId="{79A0CFBB-091A-4A4E-831F-9FCD603D9C29}">
      <dgm:prSet/>
      <dgm:spPr/>
      <dgm:t>
        <a:bodyPr/>
        <a:lstStyle/>
        <a:p>
          <a:endParaRPr lang="en-GB"/>
        </a:p>
      </dgm:t>
    </dgm:pt>
    <dgm:pt modelId="{AF465454-B9A8-4196-80DA-33FB6EDC1FA7}" type="sibTrans" cxnId="{79A0CFBB-091A-4A4E-831F-9FCD603D9C29}">
      <dgm:prSet/>
      <dgm:spPr/>
      <dgm:t>
        <a:bodyPr/>
        <a:lstStyle/>
        <a:p>
          <a:endParaRPr lang="en-GB"/>
        </a:p>
      </dgm:t>
    </dgm:pt>
    <dgm:pt modelId="{FBDF4090-2011-4CB6-99BA-B4E774FEE0F1}">
      <dgm:prSet phldrT="[Text]"/>
      <dgm:spPr/>
      <dgm:t>
        <a:bodyPr/>
        <a:lstStyle/>
        <a:p>
          <a:r>
            <a:rPr lang="en-GB" dirty="0"/>
            <a:t>The actual data being transmitted – e.g., ~64KiB</a:t>
          </a:r>
        </a:p>
      </dgm:t>
    </dgm:pt>
    <dgm:pt modelId="{A238528E-AAC7-4695-A494-957AB46565B6}" type="parTrans" cxnId="{4FF0BF57-8EE4-4060-8DCC-7AE408EE7555}">
      <dgm:prSet/>
      <dgm:spPr/>
      <dgm:t>
        <a:bodyPr/>
        <a:lstStyle/>
        <a:p>
          <a:endParaRPr lang="en-GB"/>
        </a:p>
      </dgm:t>
    </dgm:pt>
    <dgm:pt modelId="{900D4203-9F8F-4931-9E0C-1146312D4AE8}" type="sibTrans" cxnId="{4FF0BF57-8EE4-4060-8DCC-7AE408EE7555}">
      <dgm:prSet/>
      <dgm:spPr/>
      <dgm:t>
        <a:bodyPr/>
        <a:lstStyle/>
        <a:p>
          <a:endParaRPr lang="en-GB"/>
        </a:p>
      </dgm:t>
    </dgm:pt>
    <dgm:pt modelId="{DE4D0A63-5641-47B3-8534-BBCA7D881E56}">
      <dgm:prSet phldrT="[Text]"/>
      <dgm:spPr/>
      <dgm:t>
        <a:bodyPr/>
        <a:lstStyle/>
        <a:p>
          <a:r>
            <a:rPr lang="en-GB" dirty="0"/>
            <a:t>Trailer</a:t>
          </a:r>
        </a:p>
      </dgm:t>
    </dgm:pt>
    <dgm:pt modelId="{8EDE1FF4-46D4-4A4F-86C6-D87122C00B45}" type="parTrans" cxnId="{06484B94-EE71-4058-8C8A-29072EC17670}">
      <dgm:prSet/>
      <dgm:spPr/>
      <dgm:t>
        <a:bodyPr/>
        <a:lstStyle/>
        <a:p>
          <a:endParaRPr lang="en-GB"/>
        </a:p>
      </dgm:t>
    </dgm:pt>
    <dgm:pt modelId="{38B8E081-03B6-446D-8A65-D947C76B98B1}" type="sibTrans" cxnId="{06484B94-EE71-4058-8C8A-29072EC17670}">
      <dgm:prSet/>
      <dgm:spPr/>
      <dgm:t>
        <a:bodyPr/>
        <a:lstStyle/>
        <a:p>
          <a:endParaRPr lang="en-GB"/>
        </a:p>
      </dgm:t>
    </dgm:pt>
    <dgm:pt modelId="{1535E59A-06E6-45B0-A78A-A2B44FA8D437}">
      <dgm:prSet phldrT="[Text]"/>
      <dgm:spPr/>
      <dgm:t>
        <a:bodyPr/>
        <a:lstStyle/>
        <a:p>
          <a:r>
            <a:rPr lang="en-GB" dirty="0"/>
            <a:t>Marks the end of the packet</a:t>
          </a:r>
        </a:p>
      </dgm:t>
    </dgm:pt>
    <dgm:pt modelId="{CCB30072-C88D-4B2C-B5B3-CBA36C6ABB14}" type="parTrans" cxnId="{BFAE3469-53E5-4D46-B27F-3A2DAA882842}">
      <dgm:prSet/>
      <dgm:spPr/>
      <dgm:t>
        <a:bodyPr/>
        <a:lstStyle/>
        <a:p>
          <a:endParaRPr lang="en-GB"/>
        </a:p>
      </dgm:t>
    </dgm:pt>
    <dgm:pt modelId="{916779D2-4A55-483A-95EC-5F2147CF5A07}" type="sibTrans" cxnId="{BFAE3469-53E5-4D46-B27F-3A2DAA882842}">
      <dgm:prSet/>
      <dgm:spPr/>
      <dgm:t>
        <a:bodyPr/>
        <a:lstStyle/>
        <a:p>
          <a:endParaRPr lang="en-GB"/>
        </a:p>
      </dgm:t>
    </dgm:pt>
    <dgm:pt modelId="{E4D33B22-C360-412C-AB5D-C08340DA9632}">
      <dgm:prSet/>
      <dgm:spPr/>
      <dgm:t>
        <a:bodyPr/>
        <a:lstStyle/>
        <a:p>
          <a:r>
            <a:rPr lang="en-GB"/>
            <a:t>Sender’s IP address</a:t>
          </a:r>
          <a:endParaRPr lang="en-GB" dirty="0"/>
        </a:p>
      </dgm:t>
    </dgm:pt>
    <dgm:pt modelId="{D413A3EE-DDCD-4375-B93F-5525C3E2E6B8}" type="parTrans" cxnId="{AB6F791C-E12D-4F77-BCAF-12466ABECE6D}">
      <dgm:prSet/>
      <dgm:spPr/>
      <dgm:t>
        <a:bodyPr/>
        <a:lstStyle/>
        <a:p>
          <a:endParaRPr lang="en-GB"/>
        </a:p>
      </dgm:t>
    </dgm:pt>
    <dgm:pt modelId="{3D0DD006-FABF-492C-9863-27AFBEC0AF11}" type="sibTrans" cxnId="{AB6F791C-E12D-4F77-BCAF-12466ABECE6D}">
      <dgm:prSet/>
      <dgm:spPr/>
      <dgm:t>
        <a:bodyPr/>
        <a:lstStyle/>
        <a:p>
          <a:endParaRPr lang="en-GB"/>
        </a:p>
      </dgm:t>
    </dgm:pt>
    <dgm:pt modelId="{2F89831A-8B5C-41CA-8EB1-0FD9604FA2F7}">
      <dgm:prSet/>
      <dgm:spPr/>
      <dgm:t>
        <a:bodyPr/>
        <a:lstStyle/>
        <a:p>
          <a:r>
            <a:rPr lang="en-GB" dirty="0"/>
            <a:t>Packet number – e.g., 1 of 5</a:t>
          </a:r>
        </a:p>
      </dgm:t>
    </dgm:pt>
    <dgm:pt modelId="{9F35A5D6-C627-4247-BE36-17EF4BFF37B7}" type="parTrans" cxnId="{E34ACF37-C810-4372-B640-4ACE8932EF9A}">
      <dgm:prSet/>
      <dgm:spPr/>
      <dgm:t>
        <a:bodyPr/>
        <a:lstStyle/>
        <a:p>
          <a:endParaRPr lang="en-GB"/>
        </a:p>
      </dgm:t>
    </dgm:pt>
    <dgm:pt modelId="{FF7A39CB-508B-462A-881C-0F2EB9F683D7}" type="sibTrans" cxnId="{E34ACF37-C810-4372-B640-4ACE8932EF9A}">
      <dgm:prSet/>
      <dgm:spPr/>
      <dgm:t>
        <a:bodyPr/>
        <a:lstStyle/>
        <a:p>
          <a:endParaRPr lang="en-GB"/>
        </a:p>
      </dgm:t>
    </dgm:pt>
    <dgm:pt modelId="{F83CD2E6-004F-4642-BA97-93E8B2189E27}" type="pres">
      <dgm:prSet presAssocID="{3DF28A6E-4EF2-4488-B6E3-6258C4E8D93F}" presName="Name0" presStyleCnt="0">
        <dgm:presLayoutVars>
          <dgm:dir/>
          <dgm:animLvl val="lvl"/>
          <dgm:resizeHandles val="exact"/>
        </dgm:presLayoutVars>
      </dgm:prSet>
      <dgm:spPr/>
    </dgm:pt>
    <dgm:pt modelId="{4B2A0C22-F019-4487-AE85-9049D6A5B0ED}" type="pres">
      <dgm:prSet presAssocID="{F8FD362E-8FF5-42F8-A1A6-57A4663B1F04}" presName="composite" presStyleCnt="0"/>
      <dgm:spPr/>
    </dgm:pt>
    <dgm:pt modelId="{E7538A19-BD2B-4D84-9B21-026E5FC46E63}" type="pres">
      <dgm:prSet presAssocID="{F8FD362E-8FF5-42F8-A1A6-57A4663B1F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E89A829-CF8F-4FD1-A20E-D127824AA835}" type="pres">
      <dgm:prSet presAssocID="{F8FD362E-8FF5-42F8-A1A6-57A4663B1F04}" presName="desTx" presStyleLbl="alignAccFollowNode1" presStyleIdx="0" presStyleCnt="3">
        <dgm:presLayoutVars>
          <dgm:bulletEnabled val="1"/>
        </dgm:presLayoutVars>
      </dgm:prSet>
      <dgm:spPr/>
    </dgm:pt>
    <dgm:pt modelId="{63611EA3-3D8D-43D3-B75E-936058C5367F}" type="pres">
      <dgm:prSet presAssocID="{33883767-49AC-4F6D-A197-3BDCA23C72B9}" presName="space" presStyleCnt="0"/>
      <dgm:spPr/>
    </dgm:pt>
    <dgm:pt modelId="{448A09CC-D88D-4BDE-A75C-E56FB20793E2}" type="pres">
      <dgm:prSet presAssocID="{39D3A014-1030-48AE-A721-7937955502FD}" presName="composite" presStyleCnt="0"/>
      <dgm:spPr/>
    </dgm:pt>
    <dgm:pt modelId="{72E6B4AF-8550-4CAE-BBFE-097347F7FB9A}" type="pres">
      <dgm:prSet presAssocID="{39D3A014-1030-48AE-A721-7937955502F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E82BC5B-84A0-4D96-AAA9-4A792BCA1D02}" type="pres">
      <dgm:prSet presAssocID="{39D3A014-1030-48AE-A721-7937955502FD}" presName="desTx" presStyleLbl="alignAccFollowNode1" presStyleIdx="1" presStyleCnt="3">
        <dgm:presLayoutVars>
          <dgm:bulletEnabled val="1"/>
        </dgm:presLayoutVars>
      </dgm:prSet>
      <dgm:spPr/>
    </dgm:pt>
    <dgm:pt modelId="{E4E5BB10-46B0-4F4B-98BF-D18154CFD877}" type="pres">
      <dgm:prSet presAssocID="{AF465454-B9A8-4196-80DA-33FB6EDC1FA7}" presName="space" presStyleCnt="0"/>
      <dgm:spPr/>
    </dgm:pt>
    <dgm:pt modelId="{E2AD7E73-28E2-4C77-846E-B39AA2EDB5B0}" type="pres">
      <dgm:prSet presAssocID="{DE4D0A63-5641-47B3-8534-BBCA7D881E56}" presName="composite" presStyleCnt="0"/>
      <dgm:spPr/>
    </dgm:pt>
    <dgm:pt modelId="{9366B78D-84AE-4E6B-A07B-411F80821DD3}" type="pres">
      <dgm:prSet presAssocID="{DE4D0A63-5641-47B3-8534-BBCA7D881E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17DF14C-B56E-4959-A944-850580C1EA10}" type="pres">
      <dgm:prSet presAssocID="{DE4D0A63-5641-47B3-8534-BBCA7D881E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8FDE0C-6379-454C-A1AA-4F7BDD0317C6}" type="presOf" srcId="{39D3A014-1030-48AE-A721-7937955502FD}" destId="{72E6B4AF-8550-4CAE-BBFE-097347F7FB9A}" srcOrd="0" destOrd="0" presId="urn:microsoft.com/office/officeart/2005/8/layout/hList1"/>
    <dgm:cxn modelId="{62DD5C0E-4253-4899-9559-2EFA2C740B9E}" srcId="{F8FD362E-8FF5-42F8-A1A6-57A4663B1F04}" destId="{D6A9B208-EBB4-4F0C-BB6C-56C26FCA5990}" srcOrd="0" destOrd="0" parTransId="{D98835FB-762F-4D5B-8E20-57CAA7B98F03}" sibTransId="{EF20A9E9-4A67-4C9D-8607-5759E8987999}"/>
    <dgm:cxn modelId="{AB6F791C-E12D-4F77-BCAF-12466ABECE6D}" srcId="{F8FD362E-8FF5-42F8-A1A6-57A4663B1F04}" destId="{E4D33B22-C360-412C-AB5D-C08340DA9632}" srcOrd="1" destOrd="0" parTransId="{D413A3EE-DDCD-4375-B93F-5525C3E2E6B8}" sibTransId="{3D0DD006-FABF-492C-9863-27AFBEC0AF11}"/>
    <dgm:cxn modelId="{66173633-E83F-40A7-8A14-868CA19DA9AC}" srcId="{3DF28A6E-4EF2-4488-B6E3-6258C4E8D93F}" destId="{F8FD362E-8FF5-42F8-A1A6-57A4663B1F04}" srcOrd="0" destOrd="0" parTransId="{51305BB6-33FA-4CAF-8644-50462E98B540}" sibTransId="{33883767-49AC-4F6D-A197-3BDCA23C72B9}"/>
    <dgm:cxn modelId="{E34ACF37-C810-4372-B640-4ACE8932EF9A}" srcId="{F8FD362E-8FF5-42F8-A1A6-57A4663B1F04}" destId="{2F89831A-8B5C-41CA-8EB1-0FD9604FA2F7}" srcOrd="2" destOrd="0" parTransId="{9F35A5D6-C627-4247-BE36-17EF4BFF37B7}" sibTransId="{FF7A39CB-508B-462A-881C-0F2EB9F683D7}"/>
    <dgm:cxn modelId="{BFAE3469-53E5-4D46-B27F-3A2DAA882842}" srcId="{DE4D0A63-5641-47B3-8534-BBCA7D881E56}" destId="{1535E59A-06E6-45B0-A78A-A2B44FA8D437}" srcOrd="0" destOrd="0" parTransId="{CCB30072-C88D-4B2C-B5B3-CBA36C6ABB14}" sibTransId="{916779D2-4A55-483A-95EC-5F2147CF5A07}"/>
    <dgm:cxn modelId="{90C4D46B-9014-45C5-9058-7D271BBD0116}" type="presOf" srcId="{1535E59A-06E6-45B0-A78A-A2B44FA8D437}" destId="{817DF14C-B56E-4959-A944-850580C1EA10}" srcOrd="0" destOrd="0" presId="urn:microsoft.com/office/officeart/2005/8/layout/hList1"/>
    <dgm:cxn modelId="{4FF0BF57-8EE4-4060-8DCC-7AE408EE7555}" srcId="{39D3A014-1030-48AE-A721-7937955502FD}" destId="{FBDF4090-2011-4CB6-99BA-B4E774FEE0F1}" srcOrd="0" destOrd="0" parTransId="{A238528E-AAC7-4695-A494-957AB46565B6}" sibTransId="{900D4203-9F8F-4931-9E0C-1146312D4AE8}"/>
    <dgm:cxn modelId="{682A9358-55B1-4498-8A59-778F1E3E7DFB}" type="presOf" srcId="{E4D33B22-C360-412C-AB5D-C08340DA9632}" destId="{CE89A829-CF8F-4FD1-A20E-D127824AA835}" srcOrd="0" destOrd="1" presId="urn:microsoft.com/office/officeart/2005/8/layout/hList1"/>
    <dgm:cxn modelId="{FD6BC583-7424-4E24-B33D-B5B10BD22D17}" type="presOf" srcId="{FBDF4090-2011-4CB6-99BA-B4E774FEE0F1}" destId="{7E82BC5B-84A0-4D96-AAA9-4A792BCA1D02}" srcOrd="0" destOrd="0" presId="urn:microsoft.com/office/officeart/2005/8/layout/hList1"/>
    <dgm:cxn modelId="{9A841785-DE32-4F2C-A9BA-9F56A03F1756}" type="presOf" srcId="{2F89831A-8B5C-41CA-8EB1-0FD9604FA2F7}" destId="{CE89A829-CF8F-4FD1-A20E-D127824AA835}" srcOrd="0" destOrd="2" presId="urn:microsoft.com/office/officeart/2005/8/layout/hList1"/>
    <dgm:cxn modelId="{06484B94-EE71-4058-8C8A-29072EC17670}" srcId="{3DF28A6E-4EF2-4488-B6E3-6258C4E8D93F}" destId="{DE4D0A63-5641-47B3-8534-BBCA7D881E56}" srcOrd="2" destOrd="0" parTransId="{8EDE1FF4-46D4-4A4F-86C6-D87122C00B45}" sibTransId="{38B8E081-03B6-446D-8A65-D947C76B98B1}"/>
    <dgm:cxn modelId="{8F8C159D-BC6D-4F28-A4BB-0080ED8F5630}" type="presOf" srcId="{3DF28A6E-4EF2-4488-B6E3-6258C4E8D93F}" destId="{F83CD2E6-004F-4642-BA97-93E8B2189E27}" srcOrd="0" destOrd="0" presId="urn:microsoft.com/office/officeart/2005/8/layout/hList1"/>
    <dgm:cxn modelId="{A1D2FAAA-E749-4157-A352-6D4F3421000E}" type="presOf" srcId="{D6A9B208-EBB4-4F0C-BB6C-56C26FCA5990}" destId="{CE89A829-CF8F-4FD1-A20E-D127824AA835}" srcOrd="0" destOrd="0" presId="urn:microsoft.com/office/officeart/2005/8/layout/hList1"/>
    <dgm:cxn modelId="{79A0CFBB-091A-4A4E-831F-9FCD603D9C29}" srcId="{3DF28A6E-4EF2-4488-B6E3-6258C4E8D93F}" destId="{39D3A014-1030-48AE-A721-7937955502FD}" srcOrd="1" destOrd="0" parTransId="{90FF36C0-5BF8-49B6-9B72-FE22FE5E095D}" sibTransId="{AF465454-B9A8-4196-80DA-33FB6EDC1FA7}"/>
    <dgm:cxn modelId="{06510FCD-B050-4398-9520-8ED0B50F46CF}" type="presOf" srcId="{DE4D0A63-5641-47B3-8534-BBCA7D881E56}" destId="{9366B78D-84AE-4E6B-A07B-411F80821DD3}" srcOrd="0" destOrd="0" presId="urn:microsoft.com/office/officeart/2005/8/layout/hList1"/>
    <dgm:cxn modelId="{0A5998D1-AAE1-41DA-A484-0C8A3FE0E39A}" type="presOf" srcId="{F8FD362E-8FF5-42F8-A1A6-57A4663B1F04}" destId="{E7538A19-BD2B-4D84-9B21-026E5FC46E63}" srcOrd="0" destOrd="0" presId="urn:microsoft.com/office/officeart/2005/8/layout/hList1"/>
    <dgm:cxn modelId="{C9443A58-2103-4DF6-81C9-008302881764}" type="presParOf" srcId="{F83CD2E6-004F-4642-BA97-93E8B2189E27}" destId="{4B2A0C22-F019-4487-AE85-9049D6A5B0ED}" srcOrd="0" destOrd="0" presId="urn:microsoft.com/office/officeart/2005/8/layout/hList1"/>
    <dgm:cxn modelId="{96A9BFDF-2588-428D-8E92-4BB2D74F5B8A}" type="presParOf" srcId="{4B2A0C22-F019-4487-AE85-9049D6A5B0ED}" destId="{E7538A19-BD2B-4D84-9B21-026E5FC46E63}" srcOrd="0" destOrd="0" presId="urn:microsoft.com/office/officeart/2005/8/layout/hList1"/>
    <dgm:cxn modelId="{73B80C2C-1640-4D43-B974-63BAB23786AB}" type="presParOf" srcId="{4B2A0C22-F019-4487-AE85-9049D6A5B0ED}" destId="{CE89A829-CF8F-4FD1-A20E-D127824AA835}" srcOrd="1" destOrd="0" presId="urn:microsoft.com/office/officeart/2005/8/layout/hList1"/>
    <dgm:cxn modelId="{A0A8E011-ACF4-4402-90B3-F076704183B5}" type="presParOf" srcId="{F83CD2E6-004F-4642-BA97-93E8B2189E27}" destId="{63611EA3-3D8D-43D3-B75E-936058C5367F}" srcOrd="1" destOrd="0" presId="urn:microsoft.com/office/officeart/2005/8/layout/hList1"/>
    <dgm:cxn modelId="{C30C7BF2-8563-4DB4-B654-D2AC67B3EE58}" type="presParOf" srcId="{F83CD2E6-004F-4642-BA97-93E8B2189E27}" destId="{448A09CC-D88D-4BDE-A75C-E56FB20793E2}" srcOrd="2" destOrd="0" presId="urn:microsoft.com/office/officeart/2005/8/layout/hList1"/>
    <dgm:cxn modelId="{22FB9853-827E-4E5D-876F-12669AD9EAF1}" type="presParOf" srcId="{448A09CC-D88D-4BDE-A75C-E56FB20793E2}" destId="{72E6B4AF-8550-4CAE-BBFE-097347F7FB9A}" srcOrd="0" destOrd="0" presId="urn:microsoft.com/office/officeart/2005/8/layout/hList1"/>
    <dgm:cxn modelId="{7AFDE1C8-7722-4856-B12E-F8FFDB7278E3}" type="presParOf" srcId="{448A09CC-D88D-4BDE-A75C-E56FB20793E2}" destId="{7E82BC5B-84A0-4D96-AAA9-4A792BCA1D02}" srcOrd="1" destOrd="0" presId="urn:microsoft.com/office/officeart/2005/8/layout/hList1"/>
    <dgm:cxn modelId="{EEA3F1B8-1A56-4C79-B40A-034E59C02C20}" type="presParOf" srcId="{F83CD2E6-004F-4642-BA97-93E8B2189E27}" destId="{E4E5BB10-46B0-4F4B-98BF-D18154CFD877}" srcOrd="3" destOrd="0" presId="urn:microsoft.com/office/officeart/2005/8/layout/hList1"/>
    <dgm:cxn modelId="{0D7A3066-836D-47E5-AABA-E847E80CEDA5}" type="presParOf" srcId="{F83CD2E6-004F-4642-BA97-93E8B2189E27}" destId="{E2AD7E73-28E2-4C77-846E-B39AA2EDB5B0}" srcOrd="4" destOrd="0" presId="urn:microsoft.com/office/officeart/2005/8/layout/hList1"/>
    <dgm:cxn modelId="{C78A2E8D-D35D-4238-ADA2-7B142E333AD6}" type="presParOf" srcId="{E2AD7E73-28E2-4C77-846E-B39AA2EDB5B0}" destId="{9366B78D-84AE-4E6B-A07B-411F80821DD3}" srcOrd="0" destOrd="0" presId="urn:microsoft.com/office/officeart/2005/8/layout/hList1"/>
    <dgm:cxn modelId="{0A593A7C-9854-4A4F-8A1E-550D19CD7B20}" type="presParOf" srcId="{E2AD7E73-28E2-4C77-846E-B39AA2EDB5B0}" destId="{817DF14C-B56E-4959-A944-850580C1EA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A5214-2459-41F1-8891-B89A06B9E02F}">
      <dsp:nvSpPr>
        <dsp:cNvPr id="0" name=""/>
        <dsp:cNvSpPr/>
      </dsp:nvSpPr>
      <dsp:spPr>
        <a:xfrm>
          <a:off x="0" y="476780"/>
          <a:ext cx="11666523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452" tIns="458216" rIns="9054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Smaller packets are easier to control than a single long stream of data.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Each packet can take its own route to its destination.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This adds redundancy to data transmission if a route goes down or becomes busy.</a:t>
          </a:r>
        </a:p>
      </dsp:txBody>
      <dsp:txXfrm>
        <a:off x="0" y="476780"/>
        <a:ext cx="11666523" cy="1663200"/>
      </dsp:txXfrm>
    </dsp:sp>
    <dsp:sp modelId="{AA0F4C4F-9E5B-4557-9F73-855E76CB16F1}">
      <dsp:nvSpPr>
        <dsp:cNvPr id="0" name=""/>
        <dsp:cNvSpPr/>
      </dsp:nvSpPr>
      <dsp:spPr>
        <a:xfrm>
          <a:off x="583326" y="152060"/>
          <a:ext cx="8166566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677" tIns="0" rIns="30867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Advantages of packets</a:t>
          </a:r>
        </a:p>
      </dsp:txBody>
      <dsp:txXfrm>
        <a:off x="615029" y="183763"/>
        <a:ext cx="8103160" cy="586034"/>
      </dsp:txXfrm>
    </dsp:sp>
    <dsp:sp modelId="{E0F2E55E-E274-4224-AEC4-F48923D0BE3A}">
      <dsp:nvSpPr>
        <dsp:cNvPr id="0" name=""/>
        <dsp:cNvSpPr/>
      </dsp:nvSpPr>
      <dsp:spPr>
        <a:xfrm>
          <a:off x="0" y="2583501"/>
          <a:ext cx="11666523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5452" tIns="458216" rIns="9054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Packets require careful construction and additional information so they can be reassembled correctly at the destination.</a:t>
          </a:r>
        </a:p>
      </dsp:txBody>
      <dsp:txXfrm>
        <a:off x="0" y="2583501"/>
        <a:ext cx="11666523" cy="1247400"/>
      </dsp:txXfrm>
    </dsp:sp>
    <dsp:sp modelId="{B6AF62A8-F4EA-47E9-AAA1-5C99A5919849}">
      <dsp:nvSpPr>
        <dsp:cNvPr id="0" name=""/>
        <dsp:cNvSpPr/>
      </dsp:nvSpPr>
      <dsp:spPr>
        <a:xfrm>
          <a:off x="583326" y="2258781"/>
          <a:ext cx="8166566" cy="6494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8677" tIns="0" rIns="30867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Disadvantages of packets</a:t>
          </a:r>
        </a:p>
      </dsp:txBody>
      <dsp:txXfrm>
        <a:off x="615029" y="2290484"/>
        <a:ext cx="8103160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38A19-BD2B-4D84-9B21-026E5FC46E63}">
      <dsp:nvSpPr>
        <dsp:cNvPr id="0" name=""/>
        <dsp:cNvSpPr/>
      </dsp:nvSpPr>
      <dsp:spPr>
        <a:xfrm>
          <a:off x="3625" y="280835"/>
          <a:ext cx="3534382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Packet header</a:t>
          </a:r>
        </a:p>
      </dsp:txBody>
      <dsp:txXfrm>
        <a:off x="3625" y="280835"/>
        <a:ext cx="3534382" cy="806400"/>
      </dsp:txXfrm>
    </dsp:sp>
    <dsp:sp modelId="{CE89A829-CF8F-4FD1-A20E-D127824AA835}">
      <dsp:nvSpPr>
        <dsp:cNvPr id="0" name=""/>
        <dsp:cNvSpPr/>
      </dsp:nvSpPr>
      <dsp:spPr>
        <a:xfrm>
          <a:off x="3625" y="1087235"/>
          <a:ext cx="3534382" cy="2459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Destination IP address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Sender’s IP address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Packet number – e.g., 1 of 5</a:t>
          </a:r>
        </a:p>
      </dsp:txBody>
      <dsp:txXfrm>
        <a:off x="3625" y="1087235"/>
        <a:ext cx="3534382" cy="2459519"/>
      </dsp:txXfrm>
    </dsp:sp>
    <dsp:sp modelId="{72E6B4AF-8550-4CAE-BBFE-097347F7FB9A}">
      <dsp:nvSpPr>
        <dsp:cNvPr id="0" name=""/>
        <dsp:cNvSpPr/>
      </dsp:nvSpPr>
      <dsp:spPr>
        <a:xfrm>
          <a:off x="4032820" y="280835"/>
          <a:ext cx="3534382" cy="806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Payload</a:t>
          </a:r>
        </a:p>
      </dsp:txBody>
      <dsp:txXfrm>
        <a:off x="4032820" y="280835"/>
        <a:ext cx="3534382" cy="806400"/>
      </dsp:txXfrm>
    </dsp:sp>
    <dsp:sp modelId="{7E82BC5B-84A0-4D96-AAA9-4A792BCA1D02}">
      <dsp:nvSpPr>
        <dsp:cNvPr id="0" name=""/>
        <dsp:cNvSpPr/>
      </dsp:nvSpPr>
      <dsp:spPr>
        <a:xfrm>
          <a:off x="4032820" y="1087235"/>
          <a:ext cx="3534382" cy="24595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The actual data being transmitted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e.g. ~64KiB</a:t>
          </a:r>
        </a:p>
      </dsp:txBody>
      <dsp:txXfrm>
        <a:off x="4032820" y="1087235"/>
        <a:ext cx="3534382" cy="2459519"/>
      </dsp:txXfrm>
    </dsp:sp>
    <dsp:sp modelId="{9366B78D-84AE-4E6B-A07B-411F80821DD3}">
      <dsp:nvSpPr>
        <dsp:cNvPr id="0" name=""/>
        <dsp:cNvSpPr/>
      </dsp:nvSpPr>
      <dsp:spPr>
        <a:xfrm>
          <a:off x="8062016" y="280835"/>
          <a:ext cx="3534382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Trailer</a:t>
          </a:r>
        </a:p>
      </dsp:txBody>
      <dsp:txXfrm>
        <a:off x="8062016" y="280835"/>
        <a:ext cx="3534382" cy="806400"/>
      </dsp:txXfrm>
    </dsp:sp>
    <dsp:sp modelId="{817DF14C-B56E-4959-A944-850580C1EA10}">
      <dsp:nvSpPr>
        <dsp:cNvPr id="0" name=""/>
        <dsp:cNvSpPr/>
      </dsp:nvSpPr>
      <dsp:spPr>
        <a:xfrm>
          <a:off x="8062016" y="1087235"/>
          <a:ext cx="3534382" cy="24595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Marks the end of the packet</a:t>
          </a:r>
        </a:p>
      </dsp:txBody>
      <dsp:txXfrm>
        <a:off x="8062016" y="1087235"/>
        <a:ext cx="3534382" cy="24595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38A19-BD2B-4D84-9B21-026E5FC46E63}">
      <dsp:nvSpPr>
        <dsp:cNvPr id="0" name=""/>
        <dsp:cNvSpPr/>
      </dsp:nvSpPr>
      <dsp:spPr>
        <a:xfrm>
          <a:off x="3625" y="280835"/>
          <a:ext cx="3534382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Packet header</a:t>
          </a:r>
        </a:p>
      </dsp:txBody>
      <dsp:txXfrm>
        <a:off x="3625" y="280835"/>
        <a:ext cx="3534382" cy="806400"/>
      </dsp:txXfrm>
    </dsp:sp>
    <dsp:sp modelId="{CE89A829-CF8F-4FD1-A20E-D127824AA835}">
      <dsp:nvSpPr>
        <dsp:cNvPr id="0" name=""/>
        <dsp:cNvSpPr/>
      </dsp:nvSpPr>
      <dsp:spPr>
        <a:xfrm>
          <a:off x="3625" y="1087235"/>
          <a:ext cx="3534382" cy="2459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Destination IP address</a:t>
          </a:r>
          <a:endParaRPr lang="en-GB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Sender’s IP address</a:t>
          </a:r>
          <a:endParaRPr lang="en-GB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Packet number – e.g., 1 of 5</a:t>
          </a:r>
        </a:p>
      </dsp:txBody>
      <dsp:txXfrm>
        <a:off x="3625" y="1087235"/>
        <a:ext cx="3534382" cy="2459519"/>
      </dsp:txXfrm>
    </dsp:sp>
    <dsp:sp modelId="{72E6B4AF-8550-4CAE-BBFE-097347F7FB9A}">
      <dsp:nvSpPr>
        <dsp:cNvPr id="0" name=""/>
        <dsp:cNvSpPr/>
      </dsp:nvSpPr>
      <dsp:spPr>
        <a:xfrm>
          <a:off x="4032820" y="280835"/>
          <a:ext cx="3534382" cy="806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Payload</a:t>
          </a:r>
        </a:p>
      </dsp:txBody>
      <dsp:txXfrm>
        <a:off x="4032820" y="280835"/>
        <a:ext cx="3534382" cy="806400"/>
      </dsp:txXfrm>
    </dsp:sp>
    <dsp:sp modelId="{7E82BC5B-84A0-4D96-AAA9-4A792BCA1D02}">
      <dsp:nvSpPr>
        <dsp:cNvPr id="0" name=""/>
        <dsp:cNvSpPr/>
      </dsp:nvSpPr>
      <dsp:spPr>
        <a:xfrm>
          <a:off x="4032820" y="1087235"/>
          <a:ext cx="3534382" cy="24595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The actual data being transmitted – e.g., ~64KiB</a:t>
          </a:r>
        </a:p>
      </dsp:txBody>
      <dsp:txXfrm>
        <a:off x="4032820" y="1087235"/>
        <a:ext cx="3534382" cy="2459519"/>
      </dsp:txXfrm>
    </dsp:sp>
    <dsp:sp modelId="{9366B78D-84AE-4E6B-A07B-411F80821DD3}">
      <dsp:nvSpPr>
        <dsp:cNvPr id="0" name=""/>
        <dsp:cNvSpPr/>
      </dsp:nvSpPr>
      <dsp:spPr>
        <a:xfrm>
          <a:off x="8062016" y="280835"/>
          <a:ext cx="3534382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Trailer</a:t>
          </a:r>
        </a:p>
      </dsp:txBody>
      <dsp:txXfrm>
        <a:off x="8062016" y="280835"/>
        <a:ext cx="3534382" cy="806400"/>
      </dsp:txXfrm>
    </dsp:sp>
    <dsp:sp modelId="{817DF14C-B56E-4959-A944-850580C1EA10}">
      <dsp:nvSpPr>
        <dsp:cNvPr id="0" name=""/>
        <dsp:cNvSpPr/>
      </dsp:nvSpPr>
      <dsp:spPr>
        <a:xfrm>
          <a:off x="8062016" y="1087235"/>
          <a:ext cx="3534382" cy="24595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Marks the end of the packet</a:t>
          </a:r>
        </a:p>
      </dsp:txBody>
      <dsp:txXfrm>
        <a:off x="8062016" y="1087235"/>
        <a:ext cx="3534382" cy="24595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38A19-BD2B-4D84-9B21-026E5FC46E63}">
      <dsp:nvSpPr>
        <dsp:cNvPr id="0" name=""/>
        <dsp:cNvSpPr/>
      </dsp:nvSpPr>
      <dsp:spPr>
        <a:xfrm>
          <a:off x="3625" y="280835"/>
          <a:ext cx="3534382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Packet header</a:t>
          </a:r>
        </a:p>
      </dsp:txBody>
      <dsp:txXfrm>
        <a:off x="3625" y="280835"/>
        <a:ext cx="3534382" cy="806400"/>
      </dsp:txXfrm>
    </dsp:sp>
    <dsp:sp modelId="{CE89A829-CF8F-4FD1-A20E-D127824AA835}">
      <dsp:nvSpPr>
        <dsp:cNvPr id="0" name=""/>
        <dsp:cNvSpPr/>
      </dsp:nvSpPr>
      <dsp:spPr>
        <a:xfrm>
          <a:off x="3625" y="1087235"/>
          <a:ext cx="3534382" cy="2459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Destination IP address</a:t>
          </a:r>
          <a:endParaRPr lang="en-GB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Sender’s IP address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Packet number – e.g., 1 of 5</a:t>
          </a:r>
        </a:p>
      </dsp:txBody>
      <dsp:txXfrm>
        <a:off x="3625" y="1087235"/>
        <a:ext cx="3534382" cy="2459519"/>
      </dsp:txXfrm>
    </dsp:sp>
    <dsp:sp modelId="{72E6B4AF-8550-4CAE-BBFE-097347F7FB9A}">
      <dsp:nvSpPr>
        <dsp:cNvPr id="0" name=""/>
        <dsp:cNvSpPr/>
      </dsp:nvSpPr>
      <dsp:spPr>
        <a:xfrm>
          <a:off x="4032820" y="280835"/>
          <a:ext cx="3534382" cy="806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Payload</a:t>
          </a:r>
        </a:p>
      </dsp:txBody>
      <dsp:txXfrm>
        <a:off x="4032820" y="280835"/>
        <a:ext cx="3534382" cy="806400"/>
      </dsp:txXfrm>
    </dsp:sp>
    <dsp:sp modelId="{7E82BC5B-84A0-4D96-AAA9-4A792BCA1D02}">
      <dsp:nvSpPr>
        <dsp:cNvPr id="0" name=""/>
        <dsp:cNvSpPr/>
      </dsp:nvSpPr>
      <dsp:spPr>
        <a:xfrm>
          <a:off x="4032820" y="1087235"/>
          <a:ext cx="3534382" cy="24595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The actual data being transmitted – e.g., ~64KiB</a:t>
          </a:r>
        </a:p>
      </dsp:txBody>
      <dsp:txXfrm>
        <a:off x="4032820" y="1087235"/>
        <a:ext cx="3534382" cy="2459519"/>
      </dsp:txXfrm>
    </dsp:sp>
    <dsp:sp modelId="{9366B78D-84AE-4E6B-A07B-411F80821DD3}">
      <dsp:nvSpPr>
        <dsp:cNvPr id="0" name=""/>
        <dsp:cNvSpPr/>
      </dsp:nvSpPr>
      <dsp:spPr>
        <a:xfrm>
          <a:off x="8062016" y="280835"/>
          <a:ext cx="3534382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Trailer</a:t>
          </a:r>
        </a:p>
      </dsp:txBody>
      <dsp:txXfrm>
        <a:off x="8062016" y="280835"/>
        <a:ext cx="3534382" cy="806400"/>
      </dsp:txXfrm>
    </dsp:sp>
    <dsp:sp modelId="{817DF14C-B56E-4959-A944-850580C1EA10}">
      <dsp:nvSpPr>
        <dsp:cNvPr id="0" name=""/>
        <dsp:cNvSpPr/>
      </dsp:nvSpPr>
      <dsp:spPr>
        <a:xfrm>
          <a:off x="8062016" y="1087235"/>
          <a:ext cx="3534382" cy="24595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Marks the end of the packet</a:t>
          </a:r>
        </a:p>
      </dsp:txBody>
      <dsp:txXfrm>
        <a:off x="8062016" y="1087235"/>
        <a:ext cx="3534382" cy="24595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38A19-BD2B-4D84-9B21-026E5FC46E63}">
      <dsp:nvSpPr>
        <dsp:cNvPr id="0" name=""/>
        <dsp:cNvSpPr/>
      </dsp:nvSpPr>
      <dsp:spPr>
        <a:xfrm>
          <a:off x="3625" y="280835"/>
          <a:ext cx="3534382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Packet header</a:t>
          </a:r>
        </a:p>
      </dsp:txBody>
      <dsp:txXfrm>
        <a:off x="3625" y="280835"/>
        <a:ext cx="3534382" cy="806400"/>
      </dsp:txXfrm>
    </dsp:sp>
    <dsp:sp modelId="{CE89A829-CF8F-4FD1-A20E-D127824AA835}">
      <dsp:nvSpPr>
        <dsp:cNvPr id="0" name=""/>
        <dsp:cNvSpPr/>
      </dsp:nvSpPr>
      <dsp:spPr>
        <a:xfrm>
          <a:off x="3625" y="1087235"/>
          <a:ext cx="3534382" cy="2459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Destination IP address</a:t>
          </a:r>
          <a:endParaRPr lang="en-GB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Sender’s IP address</a:t>
          </a:r>
          <a:endParaRPr lang="en-GB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Packet number – e.g., 1 of 5</a:t>
          </a:r>
        </a:p>
      </dsp:txBody>
      <dsp:txXfrm>
        <a:off x="3625" y="1087235"/>
        <a:ext cx="3534382" cy="2459519"/>
      </dsp:txXfrm>
    </dsp:sp>
    <dsp:sp modelId="{72E6B4AF-8550-4CAE-BBFE-097347F7FB9A}">
      <dsp:nvSpPr>
        <dsp:cNvPr id="0" name=""/>
        <dsp:cNvSpPr/>
      </dsp:nvSpPr>
      <dsp:spPr>
        <a:xfrm>
          <a:off x="4032820" y="280835"/>
          <a:ext cx="3534382" cy="806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Payload</a:t>
          </a:r>
        </a:p>
      </dsp:txBody>
      <dsp:txXfrm>
        <a:off x="4032820" y="280835"/>
        <a:ext cx="3534382" cy="806400"/>
      </dsp:txXfrm>
    </dsp:sp>
    <dsp:sp modelId="{7E82BC5B-84A0-4D96-AAA9-4A792BCA1D02}">
      <dsp:nvSpPr>
        <dsp:cNvPr id="0" name=""/>
        <dsp:cNvSpPr/>
      </dsp:nvSpPr>
      <dsp:spPr>
        <a:xfrm>
          <a:off x="4032820" y="1087235"/>
          <a:ext cx="3534382" cy="24595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The actual data being transmitted – e.g., ~64KiB</a:t>
          </a:r>
        </a:p>
      </dsp:txBody>
      <dsp:txXfrm>
        <a:off x="4032820" y="1087235"/>
        <a:ext cx="3534382" cy="2459519"/>
      </dsp:txXfrm>
    </dsp:sp>
    <dsp:sp modelId="{9366B78D-84AE-4E6B-A07B-411F80821DD3}">
      <dsp:nvSpPr>
        <dsp:cNvPr id="0" name=""/>
        <dsp:cNvSpPr/>
      </dsp:nvSpPr>
      <dsp:spPr>
        <a:xfrm>
          <a:off x="8062016" y="280835"/>
          <a:ext cx="3534382" cy="806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Trailer</a:t>
          </a:r>
        </a:p>
      </dsp:txBody>
      <dsp:txXfrm>
        <a:off x="8062016" y="280835"/>
        <a:ext cx="3534382" cy="806400"/>
      </dsp:txXfrm>
    </dsp:sp>
    <dsp:sp modelId="{817DF14C-B56E-4959-A944-850580C1EA10}">
      <dsp:nvSpPr>
        <dsp:cNvPr id="0" name=""/>
        <dsp:cNvSpPr/>
      </dsp:nvSpPr>
      <dsp:spPr>
        <a:xfrm>
          <a:off x="8062016" y="1087235"/>
          <a:ext cx="3534382" cy="24595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 dirty="0"/>
            <a:t>Marks the end of the packet</a:t>
          </a:r>
        </a:p>
      </dsp:txBody>
      <dsp:txXfrm>
        <a:off x="8062016" y="1087235"/>
        <a:ext cx="3534382" cy="2459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2.1 Types and methods of data transmission | Packet and packet structure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5"/>
            <a:ext cx="9879279" cy="76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2.1 Types and methods of data transmission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Packet and packet structure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9304A6-AFA9-BBDC-38E7-648CB5D1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3"/>
            <a:ext cx="12192000" cy="64190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258167"/>
            <a:ext cx="11666524" cy="369332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data is sent over long distances, it is normally broken down into packets. Packets tend to be quite small – e.g., 64KiB.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1813397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packets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C8FD30C-9FB1-3F2B-3577-622AA4C7E6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146948"/>
              </p:ext>
            </p:extLst>
          </p:nvPr>
        </p:nvGraphicFramePr>
        <p:xfrm>
          <a:off x="220675" y="1731252"/>
          <a:ext cx="11666523" cy="3982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62224"/>
            <a:ext cx="116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data packet contains three main parts.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88641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of a packet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61F26E-25C7-6E09-A957-692908870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6634623"/>
              </p:ext>
            </p:extLst>
          </p:nvPr>
        </p:nvGraphicFramePr>
        <p:xfrm>
          <a:off x="295988" y="2920481"/>
          <a:ext cx="11600024" cy="3827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84626DC6-B7F3-5866-1DD5-E20341D25DC6}"/>
              </a:ext>
            </a:extLst>
          </p:cNvPr>
          <p:cNvGrpSpPr/>
          <p:nvPr/>
        </p:nvGrpSpPr>
        <p:grpSpPr>
          <a:xfrm>
            <a:off x="1102124" y="1519268"/>
            <a:ext cx="1930324" cy="1490665"/>
            <a:chOff x="4087920" y="1877682"/>
            <a:chExt cx="4017559" cy="310250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545F6CB-36E5-DAAD-5A49-286953C82FF2}"/>
                </a:ext>
              </a:extLst>
            </p:cNvPr>
            <p:cNvSpPr/>
            <p:nvPr/>
          </p:nvSpPr>
          <p:spPr>
            <a:xfrm>
              <a:off x="4087920" y="1877682"/>
              <a:ext cx="4017559" cy="3102502"/>
            </a:xfrm>
            <a:custGeom>
              <a:avLst/>
              <a:gdLst>
                <a:gd name="connsiteX0" fmla="*/ 4017559 w 4017559"/>
                <a:gd name="connsiteY0" fmla="*/ 2930947 h 3102502"/>
                <a:gd name="connsiteX1" fmla="*/ 3846005 w 4017559"/>
                <a:gd name="connsiteY1" fmla="*/ 3102502 h 3102502"/>
                <a:gd name="connsiteX2" fmla="*/ 171574 w 4017559"/>
                <a:gd name="connsiteY2" fmla="*/ 3102502 h 3102502"/>
                <a:gd name="connsiteX3" fmla="*/ 0 w 4017559"/>
                <a:gd name="connsiteY3" fmla="*/ 2930947 h 3102502"/>
                <a:gd name="connsiteX4" fmla="*/ 0 w 4017559"/>
                <a:gd name="connsiteY4" fmla="*/ 171555 h 3102502"/>
                <a:gd name="connsiteX5" fmla="*/ 171574 w 4017559"/>
                <a:gd name="connsiteY5" fmla="*/ 0 h 3102502"/>
                <a:gd name="connsiteX6" fmla="*/ 3845995 w 4017559"/>
                <a:gd name="connsiteY6" fmla="*/ 0 h 3102502"/>
                <a:gd name="connsiteX7" fmla="*/ 4017550 w 4017559"/>
                <a:gd name="connsiteY7" fmla="*/ 171555 h 3102502"/>
                <a:gd name="connsiteX8" fmla="*/ 4017550 w 4017559"/>
                <a:gd name="connsiteY8" fmla="*/ 2930947 h 3102502"/>
                <a:gd name="connsiteX9" fmla="*/ 4017559 w 4017559"/>
                <a:gd name="connsiteY9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17559" h="3102502">
                  <a:moveTo>
                    <a:pt x="4017559" y="2930947"/>
                  </a:moveTo>
                  <a:cubicBezTo>
                    <a:pt x="4017559" y="3025693"/>
                    <a:pt x="3940740" y="3102502"/>
                    <a:pt x="3846005" y="3102502"/>
                  </a:cubicBezTo>
                  <a:lnTo>
                    <a:pt x="171574" y="3102502"/>
                  </a:lnTo>
                  <a:cubicBezTo>
                    <a:pt x="76819" y="3102502"/>
                    <a:pt x="0" y="3025683"/>
                    <a:pt x="0" y="2930947"/>
                  </a:cubicBezTo>
                  <a:lnTo>
                    <a:pt x="0" y="171555"/>
                  </a:lnTo>
                  <a:cubicBezTo>
                    <a:pt x="0" y="76810"/>
                    <a:pt x="76829" y="0"/>
                    <a:pt x="171574" y="0"/>
                  </a:cubicBezTo>
                  <a:lnTo>
                    <a:pt x="3845995" y="0"/>
                  </a:lnTo>
                  <a:cubicBezTo>
                    <a:pt x="3940740" y="0"/>
                    <a:pt x="4017550" y="76819"/>
                    <a:pt x="4017550" y="171555"/>
                  </a:cubicBezTo>
                  <a:lnTo>
                    <a:pt x="4017550" y="2930947"/>
                  </a:lnTo>
                  <a:lnTo>
                    <a:pt x="4017559" y="2930947"/>
                  </a:lnTo>
                  <a:close/>
                </a:path>
              </a:pathLst>
            </a:custGeom>
            <a:solidFill>
              <a:srgbClr val="F9D3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2EEDAE-EE1C-3FAD-CB6A-5B790E58D314}"/>
                </a:ext>
              </a:extLst>
            </p:cNvPr>
            <p:cNvSpPr/>
            <p:nvPr/>
          </p:nvSpPr>
          <p:spPr>
            <a:xfrm>
              <a:off x="4087920" y="1877682"/>
              <a:ext cx="374141" cy="3102502"/>
            </a:xfrm>
            <a:custGeom>
              <a:avLst/>
              <a:gdLst>
                <a:gd name="connsiteX0" fmla="*/ 202559 w 374141"/>
                <a:gd name="connsiteY0" fmla="*/ 2930947 h 3102502"/>
                <a:gd name="connsiteX1" fmla="*/ 202559 w 374141"/>
                <a:gd name="connsiteY1" fmla="*/ 171555 h 3102502"/>
                <a:gd name="connsiteX2" fmla="*/ 374142 w 374141"/>
                <a:gd name="connsiteY2" fmla="*/ 0 h 3102502"/>
                <a:gd name="connsiteX3" fmla="*/ 171574 w 374141"/>
                <a:gd name="connsiteY3" fmla="*/ 0 h 3102502"/>
                <a:gd name="connsiteX4" fmla="*/ 0 w 374141"/>
                <a:gd name="connsiteY4" fmla="*/ 171555 h 3102502"/>
                <a:gd name="connsiteX5" fmla="*/ 0 w 374141"/>
                <a:gd name="connsiteY5" fmla="*/ 2930947 h 3102502"/>
                <a:gd name="connsiteX6" fmla="*/ 171574 w 374141"/>
                <a:gd name="connsiteY6" fmla="*/ 3102502 h 3102502"/>
                <a:gd name="connsiteX7" fmla="*/ 374142 w 374141"/>
                <a:gd name="connsiteY7" fmla="*/ 3102502 h 3102502"/>
                <a:gd name="connsiteX8" fmla="*/ 202559 w 374141"/>
                <a:gd name="connsiteY8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4141" h="3102502">
                  <a:moveTo>
                    <a:pt x="202559" y="2930947"/>
                  </a:moveTo>
                  <a:lnTo>
                    <a:pt x="202559" y="171555"/>
                  </a:lnTo>
                  <a:cubicBezTo>
                    <a:pt x="202559" y="76810"/>
                    <a:pt x="279387" y="0"/>
                    <a:pt x="374142" y="0"/>
                  </a:cubicBezTo>
                  <a:lnTo>
                    <a:pt x="171574" y="0"/>
                  </a:lnTo>
                  <a:cubicBezTo>
                    <a:pt x="76819" y="0"/>
                    <a:pt x="0" y="76819"/>
                    <a:pt x="0" y="171555"/>
                  </a:cubicBezTo>
                  <a:lnTo>
                    <a:pt x="0" y="2930947"/>
                  </a:lnTo>
                  <a:cubicBezTo>
                    <a:pt x="0" y="3025693"/>
                    <a:pt x="76829" y="3102502"/>
                    <a:pt x="171574" y="3102502"/>
                  </a:cubicBezTo>
                  <a:lnTo>
                    <a:pt x="374142" y="3102502"/>
                  </a:lnTo>
                  <a:cubicBezTo>
                    <a:pt x="279387" y="3102502"/>
                    <a:pt x="202559" y="3025693"/>
                    <a:pt x="202559" y="2930947"/>
                  </a:cubicBezTo>
                  <a:close/>
                </a:path>
              </a:pathLst>
            </a:custGeom>
            <a:solidFill>
              <a:srgbClr val="E8B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83A2DA-0ED4-F05E-2130-B098E138EA94}"/>
                </a:ext>
              </a:extLst>
            </p:cNvPr>
            <p:cNvSpPr/>
            <p:nvPr/>
          </p:nvSpPr>
          <p:spPr>
            <a:xfrm>
              <a:off x="6299263" y="2330424"/>
              <a:ext cx="1305810" cy="1012716"/>
            </a:xfrm>
            <a:custGeom>
              <a:avLst/>
              <a:gdLst>
                <a:gd name="connsiteX0" fmla="*/ 1305811 w 1305810"/>
                <a:gd name="connsiteY0" fmla="*/ 841153 h 1012716"/>
                <a:gd name="connsiteX1" fmla="*/ 1134237 w 1305810"/>
                <a:gd name="connsiteY1" fmla="*/ 1012717 h 1012716"/>
                <a:gd name="connsiteX2" fmla="*/ 171564 w 1305810"/>
                <a:gd name="connsiteY2" fmla="*/ 1012717 h 1012716"/>
                <a:gd name="connsiteX3" fmla="*/ 0 w 1305810"/>
                <a:gd name="connsiteY3" fmla="*/ 841153 h 1012716"/>
                <a:gd name="connsiteX4" fmla="*/ 0 w 1305810"/>
                <a:gd name="connsiteY4" fmla="*/ 171574 h 1012716"/>
                <a:gd name="connsiteX5" fmla="*/ 171564 w 1305810"/>
                <a:gd name="connsiteY5" fmla="*/ 0 h 1012716"/>
                <a:gd name="connsiteX6" fmla="*/ 1134228 w 1305810"/>
                <a:gd name="connsiteY6" fmla="*/ 0 h 1012716"/>
                <a:gd name="connsiteX7" fmla="*/ 1305801 w 1305810"/>
                <a:gd name="connsiteY7" fmla="*/ 171574 h 1012716"/>
                <a:gd name="connsiteX8" fmla="*/ 1305801 w 1305810"/>
                <a:gd name="connsiteY8" fmla="*/ 841153 h 1012716"/>
                <a:gd name="connsiteX9" fmla="*/ 1305811 w 1305810"/>
                <a:gd name="connsiteY9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5810" h="1012716">
                  <a:moveTo>
                    <a:pt x="1305811" y="841153"/>
                  </a:moveTo>
                  <a:cubicBezTo>
                    <a:pt x="1305811" y="935907"/>
                    <a:pt x="1228982" y="1012717"/>
                    <a:pt x="1134237" y="1012717"/>
                  </a:cubicBezTo>
                  <a:lnTo>
                    <a:pt x="171564" y="1012717"/>
                  </a:lnTo>
                  <a:cubicBezTo>
                    <a:pt x="76791" y="1012717"/>
                    <a:pt x="0" y="935898"/>
                    <a:pt x="0" y="841153"/>
                  </a:cubicBezTo>
                  <a:lnTo>
                    <a:pt x="0" y="171574"/>
                  </a:lnTo>
                  <a:cubicBezTo>
                    <a:pt x="0" y="76800"/>
                    <a:pt x="76800" y="0"/>
                    <a:pt x="171564" y="0"/>
                  </a:cubicBezTo>
                  <a:lnTo>
                    <a:pt x="1134228" y="0"/>
                  </a:lnTo>
                  <a:cubicBezTo>
                    <a:pt x="1228982" y="0"/>
                    <a:pt x="1305801" y="76810"/>
                    <a:pt x="1305801" y="171574"/>
                  </a:cubicBezTo>
                  <a:lnTo>
                    <a:pt x="1305801" y="841153"/>
                  </a:lnTo>
                  <a:lnTo>
                    <a:pt x="1305811" y="841153"/>
                  </a:lnTo>
                  <a:close/>
                </a:path>
              </a:pathLst>
            </a:custGeom>
            <a:solidFill>
              <a:srgbClr val="FFA92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B4BC0D-3358-05EE-2B96-3BA1C5AC4114}"/>
                </a:ext>
              </a:extLst>
            </p:cNvPr>
            <p:cNvSpPr/>
            <p:nvPr/>
          </p:nvSpPr>
          <p:spPr>
            <a:xfrm>
              <a:off x="6299263" y="2330424"/>
              <a:ext cx="367579" cy="1012716"/>
            </a:xfrm>
            <a:custGeom>
              <a:avLst/>
              <a:gdLst>
                <a:gd name="connsiteX0" fmla="*/ 196015 w 367579"/>
                <a:gd name="connsiteY0" fmla="*/ 841153 h 1012716"/>
                <a:gd name="connsiteX1" fmla="*/ 196015 w 367579"/>
                <a:gd name="connsiteY1" fmla="*/ 171574 h 1012716"/>
                <a:gd name="connsiteX2" fmla="*/ 367579 w 367579"/>
                <a:gd name="connsiteY2" fmla="*/ 0 h 1012716"/>
                <a:gd name="connsiteX3" fmla="*/ 171564 w 367579"/>
                <a:gd name="connsiteY3" fmla="*/ 0 h 1012716"/>
                <a:gd name="connsiteX4" fmla="*/ 0 w 367579"/>
                <a:gd name="connsiteY4" fmla="*/ 171574 h 1012716"/>
                <a:gd name="connsiteX5" fmla="*/ 0 w 367579"/>
                <a:gd name="connsiteY5" fmla="*/ 841153 h 1012716"/>
                <a:gd name="connsiteX6" fmla="*/ 171564 w 367579"/>
                <a:gd name="connsiteY6" fmla="*/ 1012717 h 1012716"/>
                <a:gd name="connsiteX7" fmla="*/ 367579 w 367579"/>
                <a:gd name="connsiteY7" fmla="*/ 1012717 h 1012716"/>
                <a:gd name="connsiteX8" fmla="*/ 196015 w 367579"/>
                <a:gd name="connsiteY8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579" h="1012716">
                  <a:moveTo>
                    <a:pt x="196015" y="841153"/>
                  </a:moveTo>
                  <a:lnTo>
                    <a:pt x="196015" y="171574"/>
                  </a:lnTo>
                  <a:cubicBezTo>
                    <a:pt x="196015" y="76800"/>
                    <a:pt x="272815" y="0"/>
                    <a:pt x="367579" y="0"/>
                  </a:cubicBezTo>
                  <a:lnTo>
                    <a:pt x="171564" y="0"/>
                  </a:lnTo>
                  <a:cubicBezTo>
                    <a:pt x="76791" y="0"/>
                    <a:pt x="0" y="76810"/>
                    <a:pt x="0" y="171574"/>
                  </a:cubicBezTo>
                  <a:lnTo>
                    <a:pt x="0" y="841153"/>
                  </a:lnTo>
                  <a:cubicBezTo>
                    <a:pt x="0" y="935907"/>
                    <a:pt x="76800" y="1012717"/>
                    <a:pt x="171564" y="1012717"/>
                  </a:cubicBezTo>
                  <a:lnTo>
                    <a:pt x="367579" y="1012717"/>
                  </a:lnTo>
                  <a:cubicBezTo>
                    <a:pt x="272805" y="1012717"/>
                    <a:pt x="196015" y="935907"/>
                    <a:pt x="196015" y="841153"/>
                  </a:cubicBezTo>
                  <a:close/>
                </a:path>
              </a:pathLst>
            </a:custGeom>
            <a:solidFill>
              <a:srgbClr val="F79B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9C96ACF-3F61-6451-55E3-159F922A0C65}"/>
                </a:ext>
              </a:extLst>
            </p:cNvPr>
            <p:cNvSpPr/>
            <p:nvPr/>
          </p:nvSpPr>
          <p:spPr>
            <a:xfrm>
              <a:off x="6299263" y="2836783"/>
              <a:ext cx="1305801" cy="506358"/>
            </a:xfrm>
            <a:custGeom>
              <a:avLst/>
              <a:gdLst>
                <a:gd name="connsiteX0" fmla="*/ 0 w 1305801"/>
                <a:gd name="connsiteY0" fmla="*/ 0 h 506358"/>
                <a:gd name="connsiteX1" fmla="*/ 0 w 1305801"/>
                <a:gd name="connsiteY1" fmla="*/ 334794 h 506358"/>
                <a:gd name="connsiteX2" fmla="*/ 171564 w 1305801"/>
                <a:gd name="connsiteY2" fmla="*/ 506358 h 506358"/>
                <a:gd name="connsiteX3" fmla="*/ 1134228 w 1305801"/>
                <a:gd name="connsiteY3" fmla="*/ 506358 h 506358"/>
                <a:gd name="connsiteX4" fmla="*/ 1305801 w 1305801"/>
                <a:gd name="connsiteY4" fmla="*/ 334794 h 506358"/>
                <a:gd name="connsiteX5" fmla="*/ 1305801 w 1305801"/>
                <a:gd name="connsiteY5" fmla="*/ 0 h 506358"/>
                <a:gd name="connsiteX6" fmla="*/ 0 w 1305801"/>
                <a:gd name="connsiteY6" fmla="*/ 0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5801" h="506358">
                  <a:moveTo>
                    <a:pt x="0" y="0"/>
                  </a:move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1134228" y="506358"/>
                  </a:lnTo>
                  <a:cubicBezTo>
                    <a:pt x="1228982" y="506358"/>
                    <a:pt x="1305801" y="429539"/>
                    <a:pt x="1305801" y="334794"/>
                  </a:cubicBezTo>
                  <a:lnTo>
                    <a:pt x="13058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8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DCC2AE-DC43-B64D-4A4E-89DB75F9F414}"/>
                </a:ext>
              </a:extLst>
            </p:cNvPr>
            <p:cNvSpPr/>
            <p:nvPr/>
          </p:nvSpPr>
          <p:spPr>
            <a:xfrm>
              <a:off x="6299263" y="2836783"/>
              <a:ext cx="367579" cy="506358"/>
            </a:xfrm>
            <a:custGeom>
              <a:avLst/>
              <a:gdLst>
                <a:gd name="connsiteX0" fmla="*/ 196015 w 367579"/>
                <a:gd name="connsiteY0" fmla="*/ 334794 h 506358"/>
                <a:gd name="connsiteX1" fmla="*/ 196015 w 367579"/>
                <a:gd name="connsiteY1" fmla="*/ 0 h 506358"/>
                <a:gd name="connsiteX2" fmla="*/ 0 w 367579"/>
                <a:gd name="connsiteY2" fmla="*/ 0 h 506358"/>
                <a:gd name="connsiteX3" fmla="*/ 0 w 367579"/>
                <a:gd name="connsiteY3" fmla="*/ 334794 h 506358"/>
                <a:gd name="connsiteX4" fmla="*/ 171564 w 367579"/>
                <a:gd name="connsiteY4" fmla="*/ 506358 h 506358"/>
                <a:gd name="connsiteX5" fmla="*/ 367579 w 367579"/>
                <a:gd name="connsiteY5" fmla="*/ 506358 h 506358"/>
                <a:gd name="connsiteX6" fmla="*/ 196015 w 367579"/>
                <a:gd name="connsiteY6" fmla="*/ 334794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579" h="506358">
                  <a:moveTo>
                    <a:pt x="196015" y="334794"/>
                  </a:moveTo>
                  <a:lnTo>
                    <a:pt x="196015" y="0"/>
                  </a:lnTo>
                  <a:lnTo>
                    <a:pt x="0" y="0"/>
                  </a:ln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367579" y="506358"/>
                  </a:lnTo>
                  <a:cubicBezTo>
                    <a:pt x="272805" y="506358"/>
                    <a:pt x="196015" y="429549"/>
                    <a:pt x="196015" y="334794"/>
                  </a:cubicBezTo>
                  <a:close/>
                </a:path>
              </a:pathLst>
            </a:custGeom>
            <a:solidFill>
              <a:srgbClr val="EF7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74171327-BD35-46C1-A01A-74676358C71B}"/>
                </a:ext>
              </a:extLst>
            </p:cNvPr>
            <p:cNvGrpSpPr/>
            <p:nvPr/>
          </p:nvGrpSpPr>
          <p:grpSpPr>
            <a:xfrm>
              <a:off x="4536271" y="3662819"/>
              <a:ext cx="3116284" cy="915924"/>
              <a:chOff x="4536271" y="3662819"/>
              <a:chExt cx="3116284" cy="915924"/>
            </a:xfrm>
            <a:solidFill>
              <a:srgbClr val="D6A15B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F4A59FA-0152-0EBB-C3B8-EA80CCE85B7A}"/>
                  </a:ext>
                </a:extLst>
              </p:cNvPr>
              <p:cNvSpPr/>
              <p:nvPr/>
            </p:nvSpPr>
            <p:spPr>
              <a:xfrm>
                <a:off x="4536271" y="3662819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5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5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3D2C66F-205A-8FAE-442E-E004BCB785C6}"/>
                  </a:ext>
                </a:extLst>
              </p:cNvPr>
              <p:cNvSpPr/>
              <p:nvPr/>
            </p:nvSpPr>
            <p:spPr>
              <a:xfrm>
                <a:off x="4536271" y="4047277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4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4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4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4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6747E3E-26BA-107D-329F-5DD89A24D004}"/>
                  </a:ext>
                </a:extLst>
              </p:cNvPr>
              <p:cNvSpPr/>
              <p:nvPr/>
            </p:nvSpPr>
            <p:spPr>
              <a:xfrm>
                <a:off x="4536271" y="4431734"/>
                <a:ext cx="3116284" cy="147009"/>
              </a:xfrm>
              <a:custGeom>
                <a:avLst/>
                <a:gdLst>
                  <a:gd name="connsiteX0" fmla="*/ 3042780 w 3116284"/>
                  <a:gd name="connsiteY0" fmla="*/ 147009 h 147009"/>
                  <a:gd name="connsiteX1" fmla="*/ 73504 w 3116284"/>
                  <a:gd name="connsiteY1" fmla="*/ 147009 h 147009"/>
                  <a:gd name="connsiteX2" fmla="*/ 0 w 3116284"/>
                  <a:gd name="connsiteY2" fmla="*/ 73505 h 147009"/>
                  <a:gd name="connsiteX3" fmla="*/ 73504 w 3116284"/>
                  <a:gd name="connsiteY3" fmla="*/ 0 h 147009"/>
                  <a:gd name="connsiteX4" fmla="*/ 3042780 w 3116284"/>
                  <a:gd name="connsiteY4" fmla="*/ 0 h 147009"/>
                  <a:gd name="connsiteX5" fmla="*/ 3116285 w 3116284"/>
                  <a:gd name="connsiteY5" fmla="*/ 73505 h 147009"/>
                  <a:gd name="connsiteX6" fmla="*/ 3042780 w 3116284"/>
                  <a:gd name="connsiteY6" fmla="*/ 147009 h 147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9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52EE14DE-89CB-B549-0DC5-30DB932F2825}"/>
              </a:ext>
            </a:extLst>
          </p:cNvPr>
          <p:cNvSpPr/>
          <p:nvPr/>
        </p:nvSpPr>
        <p:spPr>
          <a:xfrm>
            <a:off x="4030824" y="3009933"/>
            <a:ext cx="8161176" cy="3738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85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62224"/>
            <a:ext cx="116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data packet contains three main parts.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88641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of a packet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61F26E-25C7-6E09-A957-692908870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77195"/>
              </p:ext>
            </p:extLst>
          </p:nvPr>
        </p:nvGraphicFramePr>
        <p:xfrm>
          <a:off x="295988" y="2920481"/>
          <a:ext cx="11600024" cy="3827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84626DC6-B7F3-5866-1DD5-E20341D25DC6}"/>
              </a:ext>
            </a:extLst>
          </p:cNvPr>
          <p:cNvGrpSpPr/>
          <p:nvPr/>
        </p:nvGrpSpPr>
        <p:grpSpPr>
          <a:xfrm>
            <a:off x="1102124" y="1519268"/>
            <a:ext cx="1930324" cy="1490665"/>
            <a:chOff x="4087920" y="1877682"/>
            <a:chExt cx="4017559" cy="310250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545F6CB-36E5-DAAD-5A49-286953C82FF2}"/>
                </a:ext>
              </a:extLst>
            </p:cNvPr>
            <p:cNvSpPr/>
            <p:nvPr/>
          </p:nvSpPr>
          <p:spPr>
            <a:xfrm>
              <a:off x="4087920" y="1877682"/>
              <a:ext cx="4017559" cy="3102502"/>
            </a:xfrm>
            <a:custGeom>
              <a:avLst/>
              <a:gdLst>
                <a:gd name="connsiteX0" fmla="*/ 4017559 w 4017559"/>
                <a:gd name="connsiteY0" fmla="*/ 2930947 h 3102502"/>
                <a:gd name="connsiteX1" fmla="*/ 3846005 w 4017559"/>
                <a:gd name="connsiteY1" fmla="*/ 3102502 h 3102502"/>
                <a:gd name="connsiteX2" fmla="*/ 171574 w 4017559"/>
                <a:gd name="connsiteY2" fmla="*/ 3102502 h 3102502"/>
                <a:gd name="connsiteX3" fmla="*/ 0 w 4017559"/>
                <a:gd name="connsiteY3" fmla="*/ 2930947 h 3102502"/>
                <a:gd name="connsiteX4" fmla="*/ 0 w 4017559"/>
                <a:gd name="connsiteY4" fmla="*/ 171555 h 3102502"/>
                <a:gd name="connsiteX5" fmla="*/ 171574 w 4017559"/>
                <a:gd name="connsiteY5" fmla="*/ 0 h 3102502"/>
                <a:gd name="connsiteX6" fmla="*/ 3845995 w 4017559"/>
                <a:gd name="connsiteY6" fmla="*/ 0 h 3102502"/>
                <a:gd name="connsiteX7" fmla="*/ 4017550 w 4017559"/>
                <a:gd name="connsiteY7" fmla="*/ 171555 h 3102502"/>
                <a:gd name="connsiteX8" fmla="*/ 4017550 w 4017559"/>
                <a:gd name="connsiteY8" fmla="*/ 2930947 h 3102502"/>
                <a:gd name="connsiteX9" fmla="*/ 4017559 w 4017559"/>
                <a:gd name="connsiteY9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17559" h="3102502">
                  <a:moveTo>
                    <a:pt x="4017559" y="2930947"/>
                  </a:moveTo>
                  <a:cubicBezTo>
                    <a:pt x="4017559" y="3025693"/>
                    <a:pt x="3940740" y="3102502"/>
                    <a:pt x="3846005" y="3102502"/>
                  </a:cubicBezTo>
                  <a:lnTo>
                    <a:pt x="171574" y="3102502"/>
                  </a:lnTo>
                  <a:cubicBezTo>
                    <a:pt x="76819" y="3102502"/>
                    <a:pt x="0" y="3025683"/>
                    <a:pt x="0" y="2930947"/>
                  </a:cubicBezTo>
                  <a:lnTo>
                    <a:pt x="0" y="171555"/>
                  </a:lnTo>
                  <a:cubicBezTo>
                    <a:pt x="0" y="76810"/>
                    <a:pt x="76829" y="0"/>
                    <a:pt x="171574" y="0"/>
                  </a:cubicBezTo>
                  <a:lnTo>
                    <a:pt x="3845995" y="0"/>
                  </a:lnTo>
                  <a:cubicBezTo>
                    <a:pt x="3940740" y="0"/>
                    <a:pt x="4017550" y="76819"/>
                    <a:pt x="4017550" y="171555"/>
                  </a:cubicBezTo>
                  <a:lnTo>
                    <a:pt x="4017550" y="2930947"/>
                  </a:lnTo>
                  <a:lnTo>
                    <a:pt x="4017559" y="2930947"/>
                  </a:lnTo>
                  <a:close/>
                </a:path>
              </a:pathLst>
            </a:custGeom>
            <a:solidFill>
              <a:srgbClr val="F9D3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2EEDAE-EE1C-3FAD-CB6A-5B790E58D314}"/>
                </a:ext>
              </a:extLst>
            </p:cNvPr>
            <p:cNvSpPr/>
            <p:nvPr/>
          </p:nvSpPr>
          <p:spPr>
            <a:xfrm>
              <a:off x="4087920" y="1877682"/>
              <a:ext cx="374141" cy="3102502"/>
            </a:xfrm>
            <a:custGeom>
              <a:avLst/>
              <a:gdLst>
                <a:gd name="connsiteX0" fmla="*/ 202559 w 374141"/>
                <a:gd name="connsiteY0" fmla="*/ 2930947 h 3102502"/>
                <a:gd name="connsiteX1" fmla="*/ 202559 w 374141"/>
                <a:gd name="connsiteY1" fmla="*/ 171555 h 3102502"/>
                <a:gd name="connsiteX2" fmla="*/ 374142 w 374141"/>
                <a:gd name="connsiteY2" fmla="*/ 0 h 3102502"/>
                <a:gd name="connsiteX3" fmla="*/ 171574 w 374141"/>
                <a:gd name="connsiteY3" fmla="*/ 0 h 3102502"/>
                <a:gd name="connsiteX4" fmla="*/ 0 w 374141"/>
                <a:gd name="connsiteY4" fmla="*/ 171555 h 3102502"/>
                <a:gd name="connsiteX5" fmla="*/ 0 w 374141"/>
                <a:gd name="connsiteY5" fmla="*/ 2930947 h 3102502"/>
                <a:gd name="connsiteX6" fmla="*/ 171574 w 374141"/>
                <a:gd name="connsiteY6" fmla="*/ 3102502 h 3102502"/>
                <a:gd name="connsiteX7" fmla="*/ 374142 w 374141"/>
                <a:gd name="connsiteY7" fmla="*/ 3102502 h 3102502"/>
                <a:gd name="connsiteX8" fmla="*/ 202559 w 374141"/>
                <a:gd name="connsiteY8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4141" h="3102502">
                  <a:moveTo>
                    <a:pt x="202559" y="2930947"/>
                  </a:moveTo>
                  <a:lnTo>
                    <a:pt x="202559" y="171555"/>
                  </a:lnTo>
                  <a:cubicBezTo>
                    <a:pt x="202559" y="76810"/>
                    <a:pt x="279387" y="0"/>
                    <a:pt x="374142" y="0"/>
                  </a:cubicBezTo>
                  <a:lnTo>
                    <a:pt x="171574" y="0"/>
                  </a:lnTo>
                  <a:cubicBezTo>
                    <a:pt x="76819" y="0"/>
                    <a:pt x="0" y="76819"/>
                    <a:pt x="0" y="171555"/>
                  </a:cubicBezTo>
                  <a:lnTo>
                    <a:pt x="0" y="2930947"/>
                  </a:lnTo>
                  <a:cubicBezTo>
                    <a:pt x="0" y="3025693"/>
                    <a:pt x="76829" y="3102502"/>
                    <a:pt x="171574" y="3102502"/>
                  </a:cubicBezTo>
                  <a:lnTo>
                    <a:pt x="374142" y="3102502"/>
                  </a:lnTo>
                  <a:cubicBezTo>
                    <a:pt x="279387" y="3102502"/>
                    <a:pt x="202559" y="3025693"/>
                    <a:pt x="202559" y="2930947"/>
                  </a:cubicBezTo>
                  <a:close/>
                </a:path>
              </a:pathLst>
            </a:custGeom>
            <a:solidFill>
              <a:srgbClr val="E8B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83A2DA-0ED4-F05E-2130-B098E138EA94}"/>
                </a:ext>
              </a:extLst>
            </p:cNvPr>
            <p:cNvSpPr/>
            <p:nvPr/>
          </p:nvSpPr>
          <p:spPr>
            <a:xfrm>
              <a:off x="6299263" y="2330424"/>
              <a:ext cx="1305810" cy="1012716"/>
            </a:xfrm>
            <a:custGeom>
              <a:avLst/>
              <a:gdLst>
                <a:gd name="connsiteX0" fmla="*/ 1305811 w 1305810"/>
                <a:gd name="connsiteY0" fmla="*/ 841153 h 1012716"/>
                <a:gd name="connsiteX1" fmla="*/ 1134237 w 1305810"/>
                <a:gd name="connsiteY1" fmla="*/ 1012717 h 1012716"/>
                <a:gd name="connsiteX2" fmla="*/ 171564 w 1305810"/>
                <a:gd name="connsiteY2" fmla="*/ 1012717 h 1012716"/>
                <a:gd name="connsiteX3" fmla="*/ 0 w 1305810"/>
                <a:gd name="connsiteY3" fmla="*/ 841153 h 1012716"/>
                <a:gd name="connsiteX4" fmla="*/ 0 w 1305810"/>
                <a:gd name="connsiteY4" fmla="*/ 171574 h 1012716"/>
                <a:gd name="connsiteX5" fmla="*/ 171564 w 1305810"/>
                <a:gd name="connsiteY5" fmla="*/ 0 h 1012716"/>
                <a:gd name="connsiteX6" fmla="*/ 1134228 w 1305810"/>
                <a:gd name="connsiteY6" fmla="*/ 0 h 1012716"/>
                <a:gd name="connsiteX7" fmla="*/ 1305801 w 1305810"/>
                <a:gd name="connsiteY7" fmla="*/ 171574 h 1012716"/>
                <a:gd name="connsiteX8" fmla="*/ 1305801 w 1305810"/>
                <a:gd name="connsiteY8" fmla="*/ 841153 h 1012716"/>
                <a:gd name="connsiteX9" fmla="*/ 1305811 w 1305810"/>
                <a:gd name="connsiteY9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5810" h="1012716">
                  <a:moveTo>
                    <a:pt x="1305811" y="841153"/>
                  </a:moveTo>
                  <a:cubicBezTo>
                    <a:pt x="1305811" y="935907"/>
                    <a:pt x="1228982" y="1012717"/>
                    <a:pt x="1134237" y="1012717"/>
                  </a:cubicBezTo>
                  <a:lnTo>
                    <a:pt x="171564" y="1012717"/>
                  </a:lnTo>
                  <a:cubicBezTo>
                    <a:pt x="76791" y="1012717"/>
                    <a:pt x="0" y="935898"/>
                    <a:pt x="0" y="841153"/>
                  </a:cubicBezTo>
                  <a:lnTo>
                    <a:pt x="0" y="171574"/>
                  </a:lnTo>
                  <a:cubicBezTo>
                    <a:pt x="0" y="76800"/>
                    <a:pt x="76800" y="0"/>
                    <a:pt x="171564" y="0"/>
                  </a:cubicBezTo>
                  <a:lnTo>
                    <a:pt x="1134228" y="0"/>
                  </a:lnTo>
                  <a:cubicBezTo>
                    <a:pt x="1228982" y="0"/>
                    <a:pt x="1305801" y="76810"/>
                    <a:pt x="1305801" y="171574"/>
                  </a:cubicBezTo>
                  <a:lnTo>
                    <a:pt x="1305801" y="841153"/>
                  </a:lnTo>
                  <a:lnTo>
                    <a:pt x="1305811" y="841153"/>
                  </a:lnTo>
                  <a:close/>
                </a:path>
              </a:pathLst>
            </a:custGeom>
            <a:solidFill>
              <a:srgbClr val="FFA92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B4BC0D-3358-05EE-2B96-3BA1C5AC4114}"/>
                </a:ext>
              </a:extLst>
            </p:cNvPr>
            <p:cNvSpPr/>
            <p:nvPr/>
          </p:nvSpPr>
          <p:spPr>
            <a:xfrm>
              <a:off x="6299263" y="2330424"/>
              <a:ext cx="367579" cy="1012716"/>
            </a:xfrm>
            <a:custGeom>
              <a:avLst/>
              <a:gdLst>
                <a:gd name="connsiteX0" fmla="*/ 196015 w 367579"/>
                <a:gd name="connsiteY0" fmla="*/ 841153 h 1012716"/>
                <a:gd name="connsiteX1" fmla="*/ 196015 w 367579"/>
                <a:gd name="connsiteY1" fmla="*/ 171574 h 1012716"/>
                <a:gd name="connsiteX2" fmla="*/ 367579 w 367579"/>
                <a:gd name="connsiteY2" fmla="*/ 0 h 1012716"/>
                <a:gd name="connsiteX3" fmla="*/ 171564 w 367579"/>
                <a:gd name="connsiteY3" fmla="*/ 0 h 1012716"/>
                <a:gd name="connsiteX4" fmla="*/ 0 w 367579"/>
                <a:gd name="connsiteY4" fmla="*/ 171574 h 1012716"/>
                <a:gd name="connsiteX5" fmla="*/ 0 w 367579"/>
                <a:gd name="connsiteY5" fmla="*/ 841153 h 1012716"/>
                <a:gd name="connsiteX6" fmla="*/ 171564 w 367579"/>
                <a:gd name="connsiteY6" fmla="*/ 1012717 h 1012716"/>
                <a:gd name="connsiteX7" fmla="*/ 367579 w 367579"/>
                <a:gd name="connsiteY7" fmla="*/ 1012717 h 1012716"/>
                <a:gd name="connsiteX8" fmla="*/ 196015 w 367579"/>
                <a:gd name="connsiteY8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579" h="1012716">
                  <a:moveTo>
                    <a:pt x="196015" y="841153"/>
                  </a:moveTo>
                  <a:lnTo>
                    <a:pt x="196015" y="171574"/>
                  </a:lnTo>
                  <a:cubicBezTo>
                    <a:pt x="196015" y="76800"/>
                    <a:pt x="272815" y="0"/>
                    <a:pt x="367579" y="0"/>
                  </a:cubicBezTo>
                  <a:lnTo>
                    <a:pt x="171564" y="0"/>
                  </a:lnTo>
                  <a:cubicBezTo>
                    <a:pt x="76791" y="0"/>
                    <a:pt x="0" y="76810"/>
                    <a:pt x="0" y="171574"/>
                  </a:cubicBezTo>
                  <a:lnTo>
                    <a:pt x="0" y="841153"/>
                  </a:lnTo>
                  <a:cubicBezTo>
                    <a:pt x="0" y="935907"/>
                    <a:pt x="76800" y="1012717"/>
                    <a:pt x="171564" y="1012717"/>
                  </a:cubicBezTo>
                  <a:lnTo>
                    <a:pt x="367579" y="1012717"/>
                  </a:lnTo>
                  <a:cubicBezTo>
                    <a:pt x="272805" y="1012717"/>
                    <a:pt x="196015" y="935907"/>
                    <a:pt x="196015" y="841153"/>
                  </a:cubicBezTo>
                  <a:close/>
                </a:path>
              </a:pathLst>
            </a:custGeom>
            <a:solidFill>
              <a:srgbClr val="F79B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9C96ACF-3F61-6451-55E3-159F922A0C65}"/>
                </a:ext>
              </a:extLst>
            </p:cNvPr>
            <p:cNvSpPr/>
            <p:nvPr/>
          </p:nvSpPr>
          <p:spPr>
            <a:xfrm>
              <a:off x="6299263" y="2836783"/>
              <a:ext cx="1305801" cy="506358"/>
            </a:xfrm>
            <a:custGeom>
              <a:avLst/>
              <a:gdLst>
                <a:gd name="connsiteX0" fmla="*/ 0 w 1305801"/>
                <a:gd name="connsiteY0" fmla="*/ 0 h 506358"/>
                <a:gd name="connsiteX1" fmla="*/ 0 w 1305801"/>
                <a:gd name="connsiteY1" fmla="*/ 334794 h 506358"/>
                <a:gd name="connsiteX2" fmla="*/ 171564 w 1305801"/>
                <a:gd name="connsiteY2" fmla="*/ 506358 h 506358"/>
                <a:gd name="connsiteX3" fmla="*/ 1134228 w 1305801"/>
                <a:gd name="connsiteY3" fmla="*/ 506358 h 506358"/>
                <a:gd name="connsiteX4" fmla="*/ 1305801 w 1305801"/>
                <a:gd name="connsiteY4" fmla="*/ 334794 h 506358"/>
                <a:gd name="connsiteX5" fmla="*/ 1305801 w 1305801"/>
                <a:gd name="connsiteY5" fmla="*/ 0 h 506358"/>
                <a:gd name="connsiteX6" fmla="*/ 0 w 1305801"/>
                <a:gd name="connsiteY6" fmla="*/ 0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5801" h="506358">
                  <a:moveTo>
                    <a:pt x="0" y="0"/>
                  </a:move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1134228" y="506358"/>
                  </a:lnTo>
                  <a:cubicBezTo>
                    <a:pt x="1228982" y="506358"/>
                    <a:pt x="1305801" y="429539"/>
                    <a:pt x="1305801" y="334794"/>
                  </a:cubicBezTo>
                  <a:lnTo>
                    <a:pt x="13058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8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DCC2AE-DC43-B64D-4A4E-89DB75F9F414}"/>
                </a:ext>
              </a:extLst>
            </p:cNvPr>
            <p:cNvSpPr/>
            <p:nvPr/>
          </p:nvSpPr>
          <p:spPr>
            <a:xfrm>
              <a:off x="6299263" y="2836783"/>
              <a:ext cx="367579" cy="506358"/>
            </a:xfrm>
            <a:custGeom>
              <a:avLst/>
              <a:gdLst>
                <a:gd name="connsiteX0" fmla="*/ 196015 w 367579"/>
                <a:gd name="connsiteY0" fmla="*/ 334794 h 506358"/>
                <a:gd name="connsiteX1" fmla="*/ 196015 w 367579"/>
                <a:gd name="connsiteY1" fmla="*/ 0 h 506358"/>
                <a:gd name="connsiteX2" fmla="*/ 0 w 367579"/>
                <a:gd name="connsiteY2" fmla="*/ 0 h 506358"/>
                <a:gd name="connsiteX3" fmla="*/ 0 w 367579"/>
                <a:gd name="connsiteY3" fmla="*/ 334794 h 506358"/>
                <a:gd name="connsiteX4" fmla="*/ 171564 w 367579"/>
                <a:gd name="connsiteY4" fmla="*/ 506358 h 506358"/>
                <a:gd name="connsiteX5" fmla="*/ 367579 w 367579"/>
                <a:gd name="connsiteY5" fmla="*/ 506358 h 506358"/>
                <a:gd name="connsiteX6" fmla="*/ 196015 w 367579"/>
                <a:gd name="connsiteY6" fmla="*/ 334794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579" h="506358">
                  <a:moveTo>
                    <a:pt x="196015" y="334794"/>
                  </a:moveTo>
                  <a:lnTo>
                    <a:pt x="196015" y="0"/>
                  </a:lnTo>
                  <a:lnTo>
                    <a:pt x="0" y="0"/>
                  </a:ln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367579" y="506358"/>
                  </a:lnTo>
                  <a:cubicBezTo>
                    <a:pt x="272805" y="506358"/>
                    <a:pt x="196015" y="429549"/>
                    <a:pt x="196015" y="334794"/>
                  </a:cubicBezTo>
                  <a:close/>
                </a:path>
              </a:pathLst>
            </a:custGeom>
            <a:solidFill>
              <a:srgbClr val="EF7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74171327-BD35-46C1-A01A-74676358C71B}"/>
                </a:ext>
              </a:extLst>
            </p:cNvPr>
            <p:cNvGrpSpPr/>
            <p:nvPr/>
          </p:nvGrpSpPr>
          <p:grpSpPr>
            <a:xfrm>
              <a:off x="4536271" y="3662819"/>
              <a:ext cx="3116284" cy="915924"/>
              <a:chOff x="4536271" y="3662819"/>
              <a:chExt cx="3116284" cy="915924"/>
            </a:xfrm>
            <a:solidFill>
              <a:srgbClr val="D6A15B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F4A59FA-0152-0EBB-C3B8-EA80CCE85B7A}"/>
                  </a:ext>
                </a:extLst>
              </p:cNvPr>
              <p:cNvSpPr/>
              <p:nvPr/>
            </p:nvSpPr>
            <p:spPr>
              <a:xfrm>
                <a:off x="4536271" y="3662819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5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5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3D2C66F-205A-8FAE-442E-E004BCB785C6}"/>
                  </a:ext>
                </a:extLst>
              </p:cNvPr>
              <p:cNvSpPr/>
              <p:nvPr/>
            </p:nvSpPr>
            <p:spPr>
              <a:xfrm>
                <a:off x="4536271" y="4047277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4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4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4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4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6747E3E-26BA-107D-329F-5DD89A24D004}"/>
                  </a:ext>
                </a:extLst>
              </p:cNvPr>
              <p:cNvSpPr/>
              <p:nvPr/>
            </p:nvSpPr>
            <p:spPr>
              <a:xfrm>
                <a:off x="4536271" y="4431734"/>
                <a:ext cx="3116284" cy="147009"/>
              </a:xfrm>
              <a:custGeom>
                <a:avLst/>
                <a:gdLst>
                  <a:gd name="connsiteX0" fmla="*/ 3042780 w 3116284"/>
                  <a:gd name="connsiteY0" fmla="*/ 147009 h 147009"/>
                  <a:gd name="connsiteX1" fmla="*/ 73504 w 3116284"/>
                  <a:gd name="connsiteY1" fmla="*/ 147009 h 147009"/>
                  <a:gd name="connsiteX2" fmla="*/ 0 w 3116284"/>
                  <a:gd name="connsiteY2" fmla="*/ 73505 h 147009"/>
                  <a:gd name="connsiteX3" fmla="*/ 73504 w 3116284"/>
                  <a:gd name="connsiteY3" fmla="*/ 0 h 147009"/>
                  <a:gd name="connsiteX4" fmla="*/ 3042780 w 3116284"/>
                  <a:gd name="connsiteY4" fmla="*/ 0 h 147009"/>
                  <a:gd name="connsiteX5" fmla="*/ 3116285 w 3116284"/>
                  <a:gd name="connsiteY5" fmla="*/ 73505 h 147009"/>
                  <a:gd name="connsiteX6" fmla="*/ 3042780 w 3116284"/>
                  <a:gd name="connsiteY6" fmla="*/ 147009 h 147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9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5C606501-6835-360C-2D53-D1267B6456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193" y="1032320"/>
            <a:ext cx="1977613" cy="197761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690EDF0-F1DB-FFFD-BE44-C4A3A1F86674}"/>
              </a:ext>
            </a:extLst>
          </p:cNvPr>
          <p:cNvSpPr/>
          <p:nvPr/>
        </p:nvSpPr>
        <p:spPr>
          <a:xfrm>
            <a:off x="8154954" y="3009933"/>
            <a:ext cx="4037045" cy="3738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70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62224"/>
            <a:ext cx="116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data packet contains three main parts.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88641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of a packet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61F26E-25C7-6E09-A957-692908870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485859"/>
              </p:ext>
            </p:extLst>
          </p:nvPr>
        </p:nvGraphicFramePr>
        <p:xfrm>
          <a:off x="295988" y="2920481"/>
          <a:ext cx="11600024" cy="3827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84626DC6-B7F3-5866-1DD5-E20341D25DC6}"/>
              </a:ext>
            </a:extLst>
          </p:cNvPr>
          <p:cNvGrpSpPr/>
          <p:nvPr/>
        </p:nvGrpSpPr>
        <p:grpSpPr>
          <a:xfrm>
            <a:off x="1102124" y="1519268"/>
            <a:ext cx="1930324" cy="1490665"/>
            <a:chOff x="4087920" y="1877682"/>
            <a:chExt cx="4017559" cy="310250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545F6CB-36E5-DAAD-5A49-286953C82FF2}"/>
                </a:ext>
              </a:extLst>
            </p:cNvPr>
            <p:cNvSpPr/>
            <p:nvPr/>
          </p:nvSpPr>
          <p:spPr>
            <a:xfrm>
              <a:off x="4087920" y="1877682"/>
              <a:ext cx="4017559" cy="3102502"/>
            </a:xfrm>
            <a:custGeom>
              <a:avLst/>
              <a:gdLst>
                <a:gd name="connsiteX0" fmla="*/ 4017559 w 4017559"/>
                <a:gd name="connsiteY0" fmla="*/ 2930947 h 3102502"/>
                <a:gd name="connsiteX1" fmla="*/ 3846005 w 4017559"/>
                <a:gd name="connsiteY1" fmla="*/ 3102502 h 3102502"/>
                <a:gd name="connsiteX2" fmla="*/ 171574 w 4017559"/>
                <a:gd name="connsiteY2" fmla="*/ 3102502 h 3102502"/>
                <a:gd name="connsiteX3" fmla="*/ 0 w 4017559"/>
                <a:gd name="connsiteY3" fmla="*/ 2930947 h 3102502"/>
                <a:gd name="connsiteX4" fmla="*/ 0 w 4017559"/>
                <a:gd name="connsiteY4" fmla="*/ 171555 h 3102502"/>
                <a:gd name="connsiteX5" fmla="*/ 171574 w 4017559"/>
                <a:gd name="connsiteY5" fmla="*/ 0 h 3102502"/>
                <a:gd name="connsiteX6" fmla="*/ 3845995 w 4017559"/>
                <a:gd name="connsiteY6" fmla="*/ 0 h 3102502"/>
                <a:gd name="connsiteX7" fmla="*/ 4017550 w 4017559"/>
                <a:gd name="connsiteY7" fmla="*/ 171555 h 3102502"/>
                <a:gd name="connsiteX8" fmla="*/ 4017550 w 4017559"/>
                <a:gd name="connsiteY8" fmla="*/ 2930947 h 3102502"/>
                <a:gd name="connsiteX9" fmla="*/ 4017559 w 4017559"/>
                <a:gd name="connsiteY9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17559" h="3102502">
                  <a:moveTo>
                    <a:pt x="4017559" y="2930947"/>
                  </a:moveTo>
                  <a:cubicBezTo>
                    <a:pt x="4017559" y="3025693"/>
                    <a:pt x="3940740" y="3102502"/>
                    <a:pt x="3846005" y="3102502"/>
                  </a:cubicBezTo>
                  <a:lnTo>
                    <a:pt x="171574" y="3102502"/>
                  </a:lnTo>
                  <a:cubicBezTo>
                    <a:pt x="76819" y="3102502"/>
                    <a:pt x="0" y="3025683"/>
                    <a:pt x="0" y="2930947"/>
                  </a:cubicBezTo>
                  <a:lnTo>
                    <a:pt x="0" y="171555"/>
                  </a:lnTo>
                  <a:cubicBezTo>
                    <a:pt x="0" y="76810"/>
                    <a:pt x="76829" y="0"/>
                    <a:pt x="171574" y="0"/>
                  </a:cubicBezTo>
                  <a:lnTo>
                    <a:pt x="3845995" y="0"/>
                  </a:lnTo>
                  <a:cubicBezTo>
                    <a:pt x="3940740" y="0"/>
                    <a:pt x="4017550" y="76819"/>
                    <a:pt x="4017550" y="171555"/>
                  </a:cubicBezTo>
                  <a:lnTo>
                    <a:pt x="4017550" y="2930947"/>
                  </a:lnTo>
                  <a:lnTo>
                    <a:pt x="4017559" y="2930947"/>
                  </a:lnTo>
                  <a:close/>
                </a:path>
              </a:pathLst>
            </a:custGeom>
            <a:solidFill>
              <a:srgbClr val="F9D3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2EEDAE-EE1C-3FAD-CB6A-5B790E58D314}"/>
                </a:ext>
              </a:extLst>
            </p:cNvPr>
            <p:cNvSpPr/>
            <p:nvPr/>
          </p:nvSpPr>
          <p:spPr>
            <a:xfrm>
              <a:off x="4087920" y="1877682"/>
              <a:ext cx="374141" cy="3102502"/>
            </a:xfrm>
            <a:custGeom>
              <a:avLst/>
              <a:gdLst>
                <a:gd name="connsiteX0" fmla="*/ 202559 w 374141"/>
                <a:gd name="connsiteY0" fmla="*/ 2930947 h 3102502"/>
                <a:gd name="connsiteX1" fmla="*/ 202559 w 374141"/>
                <a:gd name="connsiteY1" fmla="*/ 171555 h 3102502"/>
                <a:gd name="connsiteX2" fmla="*/ 374142 w 374141"/>
                <a:gd name="connsiteY2" fmla="*/ 0 h 3102502"/>
                <a:gd name="connsiteX3" fmla="*/ 171574 w 374141"/>
                <a:gd name="connsiteY3" fmla="*/ 0 h 3102502"/>
                <a:gd name="connsiteX4" fmla="*/ 0 w 374141"/>
                <a:gd name="connsiteY4" fmla="*/ 171555 h 3102502"/>
                <a:gd name="connsiteX5" fmla="*/ 0 w 374141"/>
                <a:gd name="connsiteY5" fmla="*/ 2930947 h 3102502"/>
                <a:gd name="connsiteX6" fmla="*/ 171574 w 374141"/>
                <a:gd name="connsiteY6" fmla="*/ 3102502 h 3102502"/>
                <a:gd name="connsiteX7" fmla="*/ 374142 w 374141"/>
                <a:gd name="connsiteY7" fmla="*/ 3102502 h 3102502"/>
                <a:gd name="connsiteX8" fmla="*/ 202559 w 374141"/>
                <a:gd name="connsiteY8" fmla="*/ 2930947 h 3102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4141" h="3102502">
                  <a:moveTo>
                    <a:pt x="202559" y="2930947"/>
                  </a:moveTo>
                  <a:lnTo>
                    <a:pt x="202559" y="171555"/>
                  </a:lnTo>
                  <a:cubicBezTo>
                    <a:pt x="202559" y="76810"/>
                    <a:pt x="279387" y="0"/>
                    <a:pt x="374142" y="0"/>
                  </a:cubicBezTo>
                  <a:lnTo>
                    <a:pt x="171574" y="0"/>
                  </a:lnTo>
                  <a:cubicBezTo>
                    <a:pt x="76819" y="0"/>
                    <a:pt x="0" y="76819"/>
                    <a:pt x="0" y="171555"/>
                  </a:cubicBezTo>
                  <a:lnTo>
                    <a:pt x="0" y="2930947"/>
                  </a:lnTo>
                  <a:cubicBezTo>
                    <a:pt x="0" y="3025693"/>
                    <a:pt x="76829" y="3102502"/>
                    <a:pt x="171574" y="3102502"/>
                  </a:cubicBezTo>
                  <a:lnTo>
                    <a:pt x="374142" y="3102502"/>
                  </a:lnTo>
                  <a:cubicBezTo>
                    <a:pt x="279387" y="3102502"/>
                    <a:pt x="202559" y="3025693"/>
                    <a:pt x="202559" y="2930947"/>
                  </a:cubicBezTo>
                  <a:close/>
                </a:path>
              </a:pathLst>
            </a:custGeom>
            <a:solidFill>
              <a:srgbClr val="E8B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83A2DA-0ED4-F05E-2130-B098E138EA94}"/>
                </a:ext>
              </a:extLst>
            </p:cNvPr>
            <p:cNvSpPr/>
            <p:nvPr/>
          </p:nvSpPr>
          <p:spPr>
            <a:xfrm>
              <a:off x="6299263" y="2330424"/>
              <a:ext cx="1305810" cy="1012716"/>
            </a:xfrm>
            <a:custGeom>
              <a:avLst/>
              <a:gdLst>
                <a:gd name="connsiteX0" fmla="*/ 1305811 w 1305810"/>
                <a:gd name="connsiteY0" fmla="*/ 841153 h 1012716"/>
                <a:gd name="connsiteX1" fmla="*/ 1134237 w 1305810"/>
                <a:gd name="connsiteY1" fmla="*/ 1012717 h 1012716"/>
                <a:gd name="connsiteX2" fmla="*/ 171564 w 1305810"/>
                <a:gd name="connsiteY2" fmla="*/ 1012717 h 1012716"/>
                <a:gd name="connsiteX3" fmla="*/ 0 w 1305810"/>
                <a:gd name="connsiteY3" fmla="*/ 841153 h 1012716"/>
                <a:gd name="connsiteX4" fmla="*/ 0 w 1305810"/>
                <a:gd name="connsiteY4" fmla="*/ 171574 h 1012716"/>
                <a:gd name="connsiteX5" fmla="*/ 171564 w 1305810"/>
                <a:gd name="connsiteY5" fmla="*/ 0 h 1012716"/>
                <a:gd name="connsiteX6" fmla="*/ 1134228 w 1305810"/>
                <a:gd name="connsiteY6" fmla="*/ 0 h 1012716"/>
                <a:gd name="connsiteX7" fmla="*/ 1305801 w 1305810"/>
                <a:gd name="connsiteY7" fmla="*/ 171574 h 1012716"/>
                <a:gd name="connsiteX8" fmla="*/ 1305801 w 1305810"/>
                <a:gd name="connsiteY8" fmla="*/ 841153 h 1012716"/>
                <a:gd name="connsiteX9" fmla="*/ 1305811 w 1305810"/>
                <a:gd name="connsiteY9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5810" h="1012716">
                  <a:moveTo>
                    <a:pt x="1305811" y="841153"/>
                  </a:moveTo>
                  <a:cubicBezTo>
                    <a:pt x="1305811" y="935907"/>
                    <a:pt x="1228982" y="1012717"/>
                    <a:pt x="1134237" y="1012717"/>
                  </a:cubicBezTo>
                  <a:lnTo>
                    <a:pt x="171564" y="1012717"/>
                  </a:lnTo>
                  <a:cubicBezTo>
                    <a:pt x="76791" y="1012717"/>
                    <a:pt x="0" y="935898"/>
                    <a:pt x="0" y="841153"/>
                  </a:cubicBezTo>
                  <a:lnTo>
                    <a:pt x="0" y="171574"/>
                  </a:lnTo>
                  <a:cubicBezTo>
                    <a:pt x="0" y="76800"/>
                    <a:pt x="76800" y="0"/>
                    <a:pt x="171564" y="0"/>
                  </a:cubicBezTo>
                  <a:lnTo>
                    <a:pt x="1134228" y="0"/>
                  </a:lnTo>
                  <a:cubicBezTo>
                    <a:pt x="1228982" y="0"/>
                    <a:pt x="1305801" y="76810"/>
                    <a:pt x="1305801" y="171574"/>
                  </a:cubicBezTo>
                  <a:lnTo>
                    <a:pt x="1305801" y="841153"/>
                  </a:lnTo>
                  <a:lnTo>
                    <a:pt x="1305811" y="841153"/>
                  </a:lnTo>
                  <a:close/>
                </a:path>
              </a:pathLst>
            </a:custGeom>
            <a:solidFill>
              <a:srgbClr val="FFA92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B4BC0D-3358-05EE-2B96-3BA1C5AC4114}"/>
                </a:ext>
              </a:extLst>
            </p:cNvPr>
            <p:cNvSpPr/>
            <p:nvPr/>
          </p:nvSpPr>
          <p:spPr>
            <a:xfrm>
              <a:off x="6299263" y="2330424"/>
              <a:ext cx="367579" cy="1012716"/>
            </a:xfrm>
            <a:custGeom>
              <a:avLst/>
              <a:gdLst>
                <a:gd name="connsiteX0" fmla="*/ 196015 w 367579"/>
                <a:gd name="connsiteY0" fmla="*/ 841153 h 1012716"/>
                <a:gd name="connsiteX1" fmla="*/ 196015 w 367579"/>
                <a:gd name="connsiteY1" fmla="*/ 171574 h 1012716"/>
                <a:gd name="connsiteX2" fmla="*/ 367579 w 367579"/>
                <a:gd name="connsiteY2" fmla="*/ 0 h 1012716"/>
                <a:gd name="connsiteX3" fmla="*/ 171564 w 367579"/>
                <a:gd name="connsiteY3" fmla="*/ 0 h 1012716"/>
                <a:gd name="connsiteX4" fmla="*/ 0 w 367579"/>
                <a:gd name="connsiteY4" fmla="*/ 171574 h 1012716"/>
                <a:gd name="connsiteX5" fmla="*/ 0 w 367579"/>
                <a:gd name="connsiteY5" fmla="*/ 841153 h 1012716"/>
                <a:gd name="connsiteX6" fmla="*/ 171564 w 367579"/>
                <a:gd name="connsiteY6" fmla="*/ 1012717 h 1012716"/>
                <a:gd name="connsiteX7" fmla="*/ 367579 w 367579"/>
                <a:gd name="connsiteY7" fmla="*/ 1012717 h 1012716"/>
                <a:gd name="connsiteX8" fmla="*/ 196015 w 367579"/>
                <a:gd name="connsiteY8" fmla="*/ 841153 h 101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579" h="1012716">
                  <a:moveTo>
                    <a:pt x="196015" y="841153"/>
                  </a:moveTo>
                  <a:lnTo>
                    <a:pt x="196015" y="171574"/>
                  </a:lnTo>
                  <a:cubicBezTo>
                    <a:pt x="196015" y="76800"/>
                    <a:pt x="272815" y="0"/>
                    <a:pt x="367579" y="0"/>
                  </a:cubicBezTo>
                  <a:lnTo>
                    <a:pt x="171564" y="0"/>
                  </a:lnTo>
                  <a:cubicBezTo>
                    <a:pt x="76791" y="0"/>
                    <a:pt x="0" y="76810"/>
                    <a:pt x="0" y="171574"/>
                  </a:cubicBezTo>
                  <a:lnTo>
                    <a:pt x="0" y="841153"/>
                  </a:lnTo>
                  <a:cubicBezTo>
                    <a:pt x="0" y="935907"/>
                    <a:pt x="76800" y="1012717"/>
                    <a:pt x="171564" y="1012717"/>
                  </a:cubicBezTo>
                  <a:lnTo>
                    <a:pt x="367579" y="1012717"/>
                  </a:lnTo>
                  <a:cubicBezTo>
                    <a:pt x="272805" y="1012717"/>
                    <a:pt x="196015" y="935907"/>
                    <a:pt x="196015" y="841153"/>
                  </a:cubicBezTo>
                  <a:close/>
                </a:path>
              </a:pathLst>
            </a:custGeom>
            <a:solidFill>
              <a:srgbClr val="F79B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9C96ACF-3F61-6451-55E3-159F922A0C65}"/>
                </a:ext>
              </a:extLst>
            </p:cNvPr>
            <p:cNvSpPr/>
            <p:nvPr/>
          </p:nvSpPr>
          <p:spPr>
            <a:xfrm>
              <a:off x="6299263" y="2836783"/>
              <a:ext cx="1305801" cy="506358"/>
            </a:xfrm>
            <a:custGeom>
              <a:avLst/>
              <a:gdLst>
                <a:gd name="connsiteX0" fmla="*/ 0 w 1305801"/>
                <a:gd name="connsiteY0" fmla="*/ 0 h 506358"/>
                <a:gd name="connsiteX1" fmla="*/ 0 w 1305801"/>
                <a:gd name="connsiteY1" fmla="*/ 334794 h 506358"/>
                <a:gd name="connsiteX2" fmla="*/ 171564 w 1305801"/>
                <a:gd name="connsiteY2" fmla="*/ 506358 h 506358"/>
                <a:gd name="connsiteX3" fmla="*/ 1134228 w 1305801"/>
                <a:gd name="connsiteY3" fmla="*/ 506358 h 506358"/>
                <a:gd name="connsiteX4" fmla="*/ 1305801 w 1305801"/>
                <a:gd name="connsiteY4" fmla="*/ 334794 h 506358"/>
                <a:gd name="connsiteX5" fmla="*/ 1305801 w 1305801"/>
                <a:gd name="connsiteY5" fmla="*/ 0 h 506358"/>
                <a:gd name="connsiteX6" fmla="*/ 0 w 1305801"/>
                <a:gd name="connsiteY6" fmla="*/ 0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5801" h="506358">
                  <a:moveTo>
                    <a:pt x="0" y="0"/>
                  </a:move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1134228" y="506358"/>
                  </a:lnTo>
                  <a:cubicBezTo>
                    <a:pt x="1228982" y="506358"/>
                    <a:pt x="1305801" y="429539"/>
                    <a:pt x="1305801" y="334794"/>
                  </a:cubicBezTo>
                  <a:lnTo>
                    <a:pt x="13058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8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DCC2AE-DC43-B64D-4A4E-89DB75F9F414}"/>
                </a:ext>
              </a:extLst>
            </p:cNvPr>
            <p:cNvSpPr/>
            <p:nvPr/>
          </p:nvSpPr>
          <p:spPr>
            <a:xfrm>
              <a:off x="6299263" y="2836783"/>
              <a:ext cx="367579" cy="506358"/>
            </a:xfrm>
            <a:custGeom>
              <a:avLst/>
              <a:gdLst>
                <a:gd name="connsiteX0" fmla="*/ 196015 w 367579"/>
                <a:gd name="connsiteY0" fmla="*/ 334794 h 506358"/>
                <a:gd name="connsiteX1" fmla="*/ 196015 w 367579"/>
                <a:gd name="connsiteY1" fmla="*/ 0 h 506358"/>
                <a:gd name="connsiteX2" fmla="*/ 0 w 367579"/>
                <a:gd name="connsiteY2" fmla="*/ 0 h 506358"/>
                <a:gd name="connsiteX3" fmla="*/ 0 w 367579"/>
                <a:gd name="connsiteY3" fmla="*/ 334794 h 506358"/>
                <a:gd name="connsiteX4" fmla="*/ 171564 w 367579"/>
                <a:gd name="connsiteY4" fmla="*/ 506358 h 506358"/>
                <a:gd name="connsiteX5" fmla="*/ 367579 w 367579"/>
                <a:gd name="connsiteY5" fmla="*/ 506358 h 506358"/>
                <a:gd name="connsiteX6" fmla="*/ 196015 w 367579"/>
                <a:gd name="connsiteY6" fmla="*/ 334794 h 50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579" h="506358">
                  <a:moveTo>
                    <a:pt x="196015" y="334794"/>
                  </a:moveTo>
                  <a:lnTo>
                    <a:pt x="196015" y="0"/>
                  </a:lnTo>
                  <a:lnTo>
                    <a:pt x="0" y="0"/>
                  </a:lnTo>
                  <a:lnTo>
                    <a:pt x="0" y="334794"/>
                  </a:lnTo>
                  <a:cubicBezTo>
                    <a:pt x="0" y="429549"/>
                    <a:pt x="76800" y="506358"/>
                    <a:pt x="171564" y="506358"/>
                  </a:cubicBezTo>
                  <a:lnTo>
                    <a:pt x="367579" y="506358"/>
                  </a:lnTo>
                  <a:cubicBezTo>
                    <a:pt x="272805" y="506358"/>
                    <a:pt x="196015" y="429549"/>
                    <a:pt x="196015" y="334794"/>
                  </a:cubicBezTo>
                  <a:close/>
                </a:path>
              </a:pathLst>
            </a:custGeom>
            <a:solidFill>
              <a:srgbClr val="EF701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74171327-BD35-46C1-A01A-74676358C71B}"/>
                </a:ext>
              </a:extLst>
            </p:cNvPr>
            <p:cNvGrpSpPr/>
            <p:nvPr/>
          </p:nvGrpSpPr>
          <p:grpSpPr>
            <a:xfrm>
              <a:off x="4536271" y="3662819"/>
              <a:ext cx="3116284" cy="915924"/>
              <a:chOff x="4536271" y="3662819"/>
              <a:chExt cx="3116284" cy="915924"/>
            </a:xfrm>
            <a:solidFill>
              <a:srgbClr val="D6A15B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F4A59FA-0152-0EBB-C3B8-EA80CCE85B7A}"/>
                  </a:ext>
                </a:extLst>
              </p:cNvPr>
              <p:cNvSpPr/>
              <p:nvPr/>
            </p:nvSpPr>
            <p:spPr>
              <a:xfrm>
                <a:off x="4536271" y="3662819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5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5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3D2C66F-205A-8FAE-442E-E004BCB785C6}"/>
                  </a:ext>
                </a:extLst>
              </p:cNvPr>
              <p:cNvSpPr/>
              <p:nvPr/>
            </p:nvSpPr>
            <p:spPr>
              <a:xfrm>
                <a:off x="4536271" y="4047277"/>
                <a:ext cx="3116284" cy="147008"/>
              </a:xfrm>
              <a:custGeom>
                <a:avLst/>
                <a:gdLst>
                  <a:gd name="connsiteX0" fmla="*/ 3042780 w 3116284"/>
                  <a:gd name="connsiteY0" fmla="*/ 147009 h 147008"/>
                  <a:gd name="connsiteX1" fmla="*/ 73504 w 3116284"/>
                  <a:gd name="connsiteY1" fmla="*/ 147009 h 147008"/>
                  <a:gd name="connsiteX2" fmla="*/ 0 w 3116284"/>
                  <a:gd name="connsiteY2" fmla="*/ 73504 h 147008"/>
                  <a:gd name="connsiteX3" fmla="*/ 73504 w 3116284"/>
                  <a:gd name="connsiteY3" fmla="*/ 0 h 147008"/>
                  <a:gd name="connsiteX4" fmla="*/ 3042780 w 3116284"/>
                  <a:gd name="connsiteY4" fmla="*/ 0 h 147008"/>
                  <a:gd name="connsiteX5" fmla="*/ 3116285 w 3116284"/>
                  <a:gd name="connsiteY5" fmla="*/ 73504 h 147008"/>
                  <a:gd name="connsiteX6" fmla="*/ 3042780 w 3116284"/>
                  <a:gd name="connsiteY6" fmla="*/ 147009 h 147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8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4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4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6747E3E-26BA-107D-329F-5DD89A24D004}"/>
                  </a:ext>
                </a:extLst>
              </p:cNvPr>
              <p:cNvSpPr/>
              <p:nvPr/>
            </p:nvSpPr>
            <p:spPr>
              <a:xfrm>
                <a:off x="4536271" y="4431734"/>
                <a:ext cx="3116284" cy="147009"/>
              </a:xfrm>
              <a:custGeom>
                <a:avLst/>
                <a:gdLst>
                  <a:gd name="connsiteX0" fmla="*/ 3042780 w 3116284"/>
                  <a:gd name="connsiteY0" fmla="*/ 147009 h 147009"/>
                  <a:gd name="connsiteX1" fmla="*/ 73504 w 3116284"/>
                  <a:gd name="connsiteY1" fmla="*/ 147009 h 147009"/>
                  <a:gd name="connsiteX2" fmla="*/ 0 w 3116284"/>
                  <a:gd name="connsiteY2" fmla="*/ 73505 h 147009"/>
                  <a:gd name="connsiteX3" fmla="*/ 73504 w 3116284"/>
                  <a:gd name="connsiteY3" fmla="*/ 0 h 147009"/>
                  <a:gd name="connsiteX4" fmla="*/ 3042780 w 3116284"/>
                  <a:gd name="connsiteY4" fmla="*/ 0 h 147009"/>
                  <a:gd name="connsiteX5" fmla="*/ 3116285 w 3116284"/>
                  <a:gd name="connsiteY5" fmla="*/ 73505 h 147009"/>
                  <a:gd name="connsiteX6" fmla="*/ 3042780 w 3116284"/>
                  <a:gd name="connsiteY6" fmla="*/ 147009 h 147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284" h="147009">
                    <a:moveTo>
                      <a:pt x="3042780" y="147009"/>
                    </a:moveTo>
                    <a:lnTo>
                      <a:pt x="73504" y="147009"/>
                    </a:lnTo>
                    <a:cubicBezTo>
                      <a:pt x="32909" y="147009"/>
                      <a:pt x="0" y="114100"/>
                      <a:pt x="0" y="73505"/>
                    </a:cubicBezTo>
                    <a:cubicBezTo>
                      <a:pt x="0" y="32909"/>
                      <a:pt x="32909" y="0"/>
                      <a:pt x="73504" y="0"/>
                    </a:cubicBezTo>
                    <a:lnTo>
                      <a:pt x="3042780" y="0"/>
                    </a:lnTo>
                    <a:cubicBezTo>
                      <a:pt x="3083376" y="0"/>
                      <a:pt x="3116285" y="32909"/>
                      <a:pt x="3116285" y="73505"/>
                    </a:cubicBezTo>
                    <a:cubicBezTo>
                      <a:pt x="3116285" y="114100"/>
                      <a:pt x="3083376" y="147009"/>
                      <a:pt x="3042780" y="147009"/>
                    </a:cubicBezTo>
                    <a:close/>
                  </a:path>
                </a:pathLst>
              </a:custGeom>
              <a:solidFill>
                <a:srgbClr val="D6A15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7F120D5C-AA3B-E96F-FEB0-160F138012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176" y="1388169"/>
            <a:ext cx="1977613" cy="1977613"/>
          </a:xfrm>
          <a:prstGeom prst="rect">
            <a:avLst/>
          </a:prstGeom>
        </p:spPr>
      </p:pic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5C606501-6835-360C-2D53-D1267B645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193" y="1032320"/>
            <a:ext cx="1977613" cy="197761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5CDEB331-373D-FEB6-27EC-3F0E447EC446}"/>
              </a:ext>
            </a:extLst>
          </p:cNvPr>
          <p:cNvSpPr/>
          <p:nvPr/>
        </p:nvSpPr>
        <p:spPr>
          <a:xfrm>
            <a:off x="9938630" y="2389514"/>
            <a:ext cx="386892" cy="38689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72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93956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data is sent over long distances it is normally broken down into packets. Packets tend to be quite small.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Packets are split into three main parts: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header: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Destination IP address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Sender’s IP address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number – e.g., 1 of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Payload: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actual data being transmitted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Trailer: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Marks the end of the packet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and packet structure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AC645448-5B81-4CAA-BC00-F32EF532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2.1 Types and methods of data transmission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IGCSE 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FAC069AA-4085-44FE-AD96-0399346A38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3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62224"/>
            <a:ext cx="116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structure of packets is a lot more complicated than we have presented so far.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88641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of a packet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061F26E-25C7-6E09-A957-692908870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6162813"/>
              </p:ext>
            </p:extLst>
          </p:nvPr>
        </p:nvGraphicFramePr>
        <p:xfrm>
          <a:off x="253926" y="1968185"/>
          <a:ext cx="11600024" cy="3827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4193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7E0D2F-13C3-8203-3895-2A706CF24108}"/>
              </a:ext>
            </a:extLst>
          </p:cNvPr>
          <p:cNvSpPr/>
          <p:nvPr/>
        </p:nvSpPr>
        <p:spPr>
          <a:xfrm>
            <a:off x="331058" y="1592384"/>
            <a:ext cx="8495701" cy="1028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6" y="1062224"/>
            <a:ext cx="116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structure of packets is a lot more complicated than we have presented so far.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288641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of a packet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F0BC59-A578-7A16-66B4-D679DEB32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81861"/>
              </p:ext>
            </p:extLst>
          </p:nvPr>
        </p:nvGraphicFramePr>
        <p:xfrm>
          <a:off x="481875" y="1741572"/>
          <a:ext cx="8176928" cy="74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980791677"/>
                    </a:ext>
                  </a:extLst>
                </a:gridCol>
                <a:gridCol w="10221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6428">
                <a:tc>
                  <a:txBody>
                    <a:bodyPr/>
                    <a:lstStyle/>
                    <a:p>
                      <a:r>
                        <a:rPr lang="en-GB" sz="2000" dirty="0"/>
                        <a:t>0001010101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0010001100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0010001001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0111110011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0101010101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1110000100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0110010100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0011000100</a:t>
                      </a:r>
                    </a:p>
                  </a:txBody>
                  <a:tcPr marL="137285" marR="137285" marT="68643" marB="6864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79CA7A-8EA5-134B-C7AA-C6D60F36C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470071"/>
              </p:ext>
            </p:extLst>
          </p:nvPr>
        </p:nvGraphicFramePr>
        <p:xfrm>
          <a:off x="331058" y="2779342"/>
          <a:ext cx="8495701" cy="382603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1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4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Packet sequence number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Source IP address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Destination</a:t>
                      </a:r>
                      <a:r>
                        <a:rPr lang="en-GB" sz="1800" baseline="0" dirty="0"/>
                        <a:t> IP address</a:t>
                      </a:r>
                      <a:endParaRPr lang="en-GB" sz="1800" dirty="0"/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Source MAC address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Destination</a:t>
                      </a:r>
                      <a:r>
                        <a:rPr lang="en-GB" sz="1800" baseline="0" dirty="0"/>
                        <a:t> MAC address</a:t>
                      </a:r>
                      <a:endParaRPr lang="en-GB" sz="1800" dirty="0"/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Data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Some form of checking to ensure packet arrives error-free – e.g., Checksum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254"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84406" marR="84406" marT="42203" marB="42203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Method of identifying the end of the packet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114279051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CBD99E6D-F832-B656-100B-AF1FD20A3F31}"/>
              </a:ext>
            </a:extLst>
          </p:cNvPr>
          <p:cNvSpPr/>
          <p:nvPr/>
        </p:nvSpPr>
        <p:spPr>
          <a:xfrm>
            <a:off x="8910734" y="2779342"/>
            <a:ext cx="391885" cy="2371156"/>
          </a:xfrm>
          <a:prstGeom prst="rightBrace">
            <a:avLst>
              <a:gd name="adj1" fmla="val 1785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E427F21-5C4F-47AF-F356-360FC054A88B}"/>
              </a:ext>
            </a:extLst>
          </p:cNvPr>
          <p:cNvSpPr/>
          <p:nvPr/>
        </p:nvSpPr>
        <p:spPr>
          <a:xfrm>
            <a:off x="8901402" y="5150498"/>
            <a:ext cx="391885" cy="516294"/>
          </a:xfrm>
          <a:prstGeom prst="rightBrace">
            <a:avLst>
              <a:gd name="adj1" fmla="val 13095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DAD52BF-2361-6C1A-4017-EAD538FDC128}"/>
              </a:ext>
            </a:extLst>
          </p:cNvPr>
          <p:cNvSpPr/>
          <p:nvPr/>
        </p:nvSpPr>
        <p:spPr>
          <a:xfrm>
            <a:off x="8910734" y="5667574"/>
            <a:ext cx="391885" cy="937800"/>
          </a:xfrm>
          <a:prstGeom prst="rightBrace">
            <a:avLst>
              <a:gd name="adj1" fmla="val 13095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47F57-56FA-0B7A-F011-B1160E6ACA7D}"/>
              </a:ext>
            </a:extLst>
          </p:cNvPr>
          <p:cNvSpPr/>
          <p:nvPr/>
        </p:nvSpPr>
        <p:spPr>
          <a:xfrm>
            <a:off x="9293287" y="3780254"/>
            <a:ext cx="13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94BE3-782E-BD4E-AB67-8DA00F9E685A}"/>
              </a:ext>
            </a:extLst>
          </p:cNvPr>
          <p:cNvSpPr/>
          <p:nvPr/>
        </p:nvSpPr>
        <p:spPr>
          <a:xfrm>
            <a:off x="9293287" y="5223979"/>
            <a:ext cx="13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F86846-502F-8C5B-E515-EC43BE6242A2}"/>
              </a:ext>
            </a:extLst>
          </p:cNvPr>
          <p:cNvSpPr/>
          <p:nvPr/>
        </p:nvSpPr>
        <p:spPr>
          <a:xfrm>
            <a:off x="9293287" y="5951808"/>
            <a:ext cx="13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Trailer</a:t>
            </a:r>
          </a:p>
        </p:txBody>
      </p:sp>
    </p:spTree>
    <p:extLst>
      <p:ext uri="{BB962C8B-B14F-4D97-AF65-F5344CB8AC3E}">
        <p14:creationId xmlns:p14="http://schemas.microsoft.com/office/powerpoint/2010/main" val="2286352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463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83</cp:revision>
  <dcterms:created xsi:type="dcterms:W3CDTF">2019-10-14T15:21:06Z</dcterms:created>
  <dcterms:modified xsi:type="dcterms:W3CDTF">2022-05-12T13:25:21Z</dcterms:modified>
</cp:coreProperties>
</file>