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330" r:id="rId3"/>
    <p:sldId id="329" r:id="rId4"/>
    <p:sldId id="265" r:id="rId5"/>
    <p:sldId id="331" r:id="rId6"/>
    <p:sldId id="260" r:id="rId7"/>
    <p:sldId id="322" r:id="rId8"/>
    <p:sldId id="332" r:id="rId9"/>
    <p:sldId id="2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02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3E8F4F-AA55-4AA1-830C-DE7A6BBEFD99}" type="doc">
      <dgm:prSet loTypeId="urn:microsoft.com/office/officeart/2011/layout/Circle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4FE763F-C835-4E99-8E48-453189FD0AD6}">
      <dgm:prSet phldrT="[Text]" custT="1"/>
      <dgm:spPr/>
      <dgm:t>
        <a:bodyPr/>
        <a:lstStyle/>
        <a:p>
          <a:r>
            <a:rPr lang="en-GB" sz="1800" dirty="0"/>
            <a:t>A data transmission is broken down into packets.</a:t>
          </a:r>
        </a:p>
      </dgm:t>
    </dgm:pt>
    <dgm:pt modelId="{1A7E4109-274B-4712-90A0-C3EB7301BCC2}" type="parTrans" cxnId="{D3A2D778-8714-44F1-BAE1-FC1B09B62A20}">
      <dgm:prSet/>
      <dgm:spPr/>
      <dgm:t>
        <a:bodyPr/>
        <a:lstStyle/>
        <a:p>
          <a:endParaRPr lang="en-GB"/>
        </a:p>
      </dgm:t>
    </dgm:pt>
    <dgm:pt modelId="{7BADAC19-8419-4EBF-A72E-B340F87A0392}" type="sibTrans" cxnId="{D3A2D778-8714-44F1-BAE1-FC1B09B62A20}">
      <dgm:prSet/>
      <dgm:spPr/>
      <dgm:t>
        <a:bodyPr/>
        <a:lstStyle/>
        <a:p>
          <a:endParaRPr lang="en-GB"/>
        </a:p>
      </dgm:t>
    </dgm:pt>
    <dgm:pt modelId="{D7C39BD4-9858-45E7-9C98-97249FAA1D0D}">
      <dgm:prSet phldrT="[Text]" custT="1"/>
      <dgm:spPr/>
      <dgm:t>
        <a:bodyPr/>
        <a:lstStyle/>
        <a:p>
          <a:r>
            <a:rPr lang="en-GB" sz="1800" dirty="0"/>
            <a:t>Each packet is assigned a sequence number before being sent.</a:t>
          </a:r>
        </a:p>
      </dgm:t>
    </dgm:pt>
    <dgm:pt modelId="{E841D170-93FC-4BF9-8ECA-6720444FA9D9}" type="parTrans" cxnId="{F311AFCA-91E2-4195-9B79-8FB1192CB692}">
      <dgm:prSet/>
      <dgm:spPr/>
      <dgm:t>
        <a:bodyPr/>
        <a:lstStyle/>
        <a:p>
          <a:endParaRPr lang="en-GB"/>
        </a:p>
      </dgm:t>
    </dgm:pt>
    <dgm:pt modelId="{DCF96295-A7D7-41F9-8CD2-2E505008099E}" type="sibTrans" cxnId="{F311AFCA-91E2-4195-9B79-8FB1192CB692}">
      <dgm:prSet/>
      <dgm:spPr/>
      <dgm:t>
        <a:bodyPr/>
        <a:lstStyle/>
        <a:p>
          <a:endParaRPr lang="en-GB"/>
        </a:p>
      </dgm:t>
    </dgm:pt>
    <dgm:pt modelId="{2880EC07-F6C3-4581-A29A-4AC47CF5CEA9}">
      <dgm:prSet phldrT="[Text]" custT="1"/>
      <dgm:spPr/>
      <dgm:t>
        <a:bodyPr/>
        <a:lstStyle/>
        <a:p>
          <a:r>
            <a:rPr lang="en-GB" sz="1800" dirty="0"/>
            <a:t>Each packet can take its own route to the destination based on congestion.</a:t>
          </a:r>
        </a:p>
      </dgm:t>
    </dgm:pt>
    <dgm:pt modelId="{5CBABBEF-B396-4A14-932F-689622974411}" type="parTrans" cxnId="{CA3E4838-7E58-4DCF-833E-88C4CF42AFD9}">
      <dgm:prSet/>
      <dgm:spPr/>
      <dgm:t>
        <a:bodyPr/>
        <a:lstStyle/>
        <a:p>
          <a:endParaRPr lang="en-GB"/>
        </a:p>
      </dgm:t>
    </dgm:pt>
    <dgm:pt modelId="{565B5444-F48C-42F6-9C03-E69679DE20A9}" type="sibTrans" cxnId="{CA3E4838-7E58-4DCF-833E-88C4CF42AFD9}">
      <dgm:prSet/>
      <dgm:spPr/>
      <dgm:t>
        <a:bodyPr/>
        <a:lstStyle/>
        <a:p>
          <a:endParaRPr lang="en-GB"/>
        </a:p>
      </dgm:t>
    </dgm:pt>
    <dgm:pt modelId="{8CFA53BE-1878-45AE-9A21-83613546A60B}">
      <dgm:prSet phldrT="[Text]" custT="1"/>
      <dgm:spPr/>
      <dgm:t>
        <a:bodyPr/>
        <a:lstStyle/>
        <a:p>
          <a:r>
            <a:rPr lang="en-GB" sz="1800" dirty="0"/>
            <a:t>Routers are responsible for controlling the route each packet takes.</a:t>
          </a:r>
        </a:p>
      </dgm:t>
    </dgm:pt>
    <dgm:pt modelId="{C901484A-BEEB-4A00-B621-1D150CAF091C}" type="parTrans" cxnId="{14747B72-A79A-4FAB-A338-4837047BA4FE}">
      <dgm:prSet/>
      <dgm:spPr/>
      <dgm:t>
        <a:bodyPr/>
        <a:lstStyle/>
        <a:p>
          <a:endParaRPr lang="en-GB"/>
        </a:p>
      </dgm:t>
    </dgm:pt>
    <dgm:pt modelId="{9088B004-2222-4DF0-B570-A8E02DF3893C}" type="sibTrans" cxnId="{14747B72-A79A-4FAB-A338-4837047BA4FE}">
      <dgm:prSet/>
      <dgm:spPr/>
      <dgm:t>
        <a:bodyPr/>
        <a:lstStyle/>
        <a:p>
          <a:endParaRPr lang="en-GB"/>
        </a:p>
      </dgm:t>
    </dgm:pt>
    <dgm:pt modelId="{6C955643-3DEB-46EB-9A5A-67D359981A83}">
      <dgm:prSet phldrT="[Text]" custT="1"/>
      <dgm:spPr/>
      <dgm:t>
        <a:bodyPr/>
        <a:lstStyle/>
        <a:p>
          <a:r>
            <a:rPr lang="en-GB" sz="1800" dirty="0"/>
            <a:t>Packets may arrive out of order. Once the final packet arrives, they are reordered correctly.</a:t>
          </a:r>
        </a:p>
      </dgm:t>
    </dgm:pt>
    <dgm:pt modelId="{45FEF7C6-3C67-45AA-9D7F-D37538D9B9FF}" type="parTrans" cxnId="{26984A43-1B3E-45B4-9CFF-00557960F2A6}">
      <dgm:prSet/>
      <dgm:spPr/>
      <dgm:t>
        <a:bodyPr/>
        <a:lstStyle/>
        <a:p>
          <a:endParaRPr lang="en-GB"/>
        </a:p>
      </dgm:t>
    </dgm:pt>
    <dgm:pt modelId="{61FD22E2-8F12-419F-AAB3-E91D3D4451A4}" type="sibTrans" cxnId="{26984A43-1B3E-45B4-9CFF-00557960F2A6}">
      <dgm:prSet/>
      <dgm:spPr/>
      <dgm:t>
        <a:bodyPr/>
        <a:lstStyle/>
        <a:p>
          <a:endParaRPr lang="en-GB"/>
        </a:p>
      </dgm:t>
    </dgm:pt>
    <dgm:pt modelId="{136CBDE2-DBC1-44BE-8EEE-FC5CF0C632ED}" type="pres">
      <dgm:prSet presAssocID="{FA3E8F4F-AA55-4AA1-830C-DE7A6BBEFD99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BE570EEB-2610-447F-83EF-1C2207B70182}" type="pres">
      <dgm:prSet presAssocID="{6C955643-3DEB-46EB-9A5A-67D359981A83}" presName="Accent5" presStyleCnt="0"/>
      <dgm:spPr/>
    </dgm:pt>
    <dgm:pt modelId="{0F1478D7-FB4C-46A6-A7EF-8C7566E61ED2}" type="pres">
      <dgm:prSet presAssocID="{6C955643-3DEB-46EB-9A5A-67D359981A83}" presName="Accent" presStyleLbl="node1" presStyleIdx="0" presStyleCnt="5"/>
      <dgm:spPr/>
    </dgm:pt>
    <dgm:pt modelId="{44B86F8E-8927-4763-B586-7E82DE86A136}" type="pres">
      <dgm:prSet presAssocID="{6C955643-3DEB-46EB-9A5A-67D359981A83}" presName="ParentBackground5" presStyleCnt="0"/>
      <dgm:spPr/>
    </dgm:pt>
    <dgm:pt modelId="{4DD55210-A895-440B-8346-EBDB18A4FB87}" type="pres">
      <dgm:prSet presAssocID="{6C955643-3DEB-46EB-9A5A-67D359981A83}" presName="ParentBackground" presStyleLbl="fgAcc1" presStyleIdx="0" presStyleCnt="5"/>
      <dgm:spPr/>
    </dgm:pt>
    <dgm:pt modelId="{2B3D2D01-A0EA-4391-ABF8-8DB7EB54EF54}" type="pres">
      <dgm:prSet presAssocID="{6C955643-3DEB-46EB-9A5A-67D359981A83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40B0340-D8DF-4E78-B448-31AC145AE6A4}" type="pres">
      <dgm:prSet presAssocID="{8CFA53BE-1878-45AE-9A21-83613546A60B}" presName="Accent4" presStyleCnt="0"/>
      <dgm:spPr/>
    </dgm:pt>
    <dgm:pt modelId="{E39AE340-444B-4066-9610-107A2EDD138F}" type="pres">
      <dgm:prSet presAssocID="{8CFA53BE-1878-45AE-9A21-83613546A60B}" presName="Accent" presStyleLbl="node1" presStyleIdx="1" presStyleCnt="5"/>
      <dgm:spPr/>
    </dgm:pt>
    <dgm:pt modelId="{92ECD937-5E72-4C7E-9D83-4DE7AC2111E3}" type="pres">
      <dgm:prSet presAssocID="{8CFA53BE-1878-45AE-9A21-83613546A60B}" presName="ParentBackground4" presStyleCnt="0"/>
      <dgm:spPr/>
    </dgm:pt>
    <dgm:pt modelId="{8ADC491C-4436-40C8-97B3-56545965D62D}" type="pres">
      <dgm:prSet presAssocID="{8CFA53BE-1878-45AE-9A21-83613546A60B}" presName="ParentBackground" presStyleLbl="fgAcc1" presStyleIdx="1" presStyleCnt="5"/>
      <dgm:spPr/>
    </dgm:pt>
    <dgm:pt modelId="{61A06DF5-9F1E-4424-8C76-7A5ADBBB30B1}" type="pres">
      <dgm:prSet presAssocID="{8CFA53BE-1878-45AE-9A21-83613546A60B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1AA3A8B-6FE5-400C-A799-F9494DDF6AA7}" type="pres">
      <dgm:prSet presAssocID="{2880EC07-F6C3-4581-A29A-4AC47CF5CEA9}" presName="Accent3" presStyleCnt="0"/>
      <dgm:spPr/>
    </dgm:pt>
    <dgm:pt modelId="{BB8A93D9-A269-47B5-9E14-749C4953932C}" type="pres">
      <dgm:prSet presAssocID="{2880EC07-F6C3-4581-A29A-4AC47CF5CEA9}" presName="Accent" presStyleLbl="node1" presStyleIdx="2" presStyleCnt="5"/>
      <dgm:spPr/>
    </dgm:pt>
    <dgm:pt modelId="{6A1B62E6-DB43-41A6-973A-53AA22624A46}" type="pres">
      <dgm:prSet presAssocID="{2880EC07-F6C3-4581-A29A-4AC47CF5CEA9}" presName="ParentBackground3" presStyleCnt="0"/>
      <dgm:spPr/>
    </dgm:pt>
    <dgm:pt modelId="{9B6E847C-1675-4576-A1B9-63C47E26EDB0}" type="pres">
      <dgm:prSet presAssocID="{2880EC07-F6C3-4581-A29A-4AC47CF5CEA9}" presName="ParentBackground" presStyleLbl="fgAcc1" presStyleIdx="2" presStyleCnt="5"/>
      <dgm:spPr/>
    </dgm:pt>
    <dgm:pt modelId="{4FCAD68A-9860-40D0-8322-3D50901819B3}" type="pres">
      <dgm:prSet presAssocID="{2880EC07-F6C3-4581-A29A-4AC47CF5CEA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E476689-16E0-4AD6-9F5C-88FF7DC39100}" type="pres">
      <dgm:prSet presAssocID="{D7C39BD4-9858-45E7-9C98-97249FAA1D0D}" presName="Accent2" presStyleCnt="0"/>
      <dgm:spPr/>
    </dgm:pt>
    <dgm:pt modelId="{068E438D-7258-40D3-82B5-A6A93CA27F2B}" type="pres">
      <dgm:prSet presAssocID="{D7C39BD4-9858-45E7-9C98-97249FAA1D0D}" presName="Accent" presStyleLbl="node1" presStyleIdx="3" presStyleCnt="5"/>
      <dgm:spPr/>
    </dgm:pt>
    <dgm:pt modelId="{57ED3EDB-5578-4C76-8AF7-19B3F39EE623}" type="pres">
      <dgm:prSet presAssocID="{D7C39BD4-9858-45E7-9C98-97249FAA1D0D}" presName="ParentBackground2" presStyleCnt="0"/>
      <dgm:spPr/>
    </dgm:pt>
    <dgm:pt modelId="{3416C21E-4AA7-4FF5-94FC-61A694275564}" type="pres">
      <dgm:prSet presAssocID="{D7C39BD4-9858-45E7-9C98-97249FAA1D0D}" presName="ParentBackground" presStyleLbl="fgAcc1" presStyleIdx="3" presStyleCnt="5"/>
      <dgm:spPr/>
    </dgm:pt>
    <dgm:pt modelId="{18553FB3-27F6-423F-8921-471BCE61CE3E}" type="pres">
      <dgm:prSet presAssocID="{D7C39BD4-9858-45E7-9C98-97249FAA1D0D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067F7C1-9D1C-4C9A-AE9C-4858A844B3A4}" type="pres">
      <dgm:prSet presAssocID="{74FE763F-C835-4E99-8E48-453189FD0AD6}" presName="Accent1" presStyleCnt="0"/>
      <dgm:spPr/>
    </dgm:pt>
    <dgm:pt modelId="{5984B511-E4C9-4A51-BAD5-98C7AC014E32}" type="pres">
      <dgm:prSet presAssocID="{74FE763F-C835-4E99-8E48-453189FD0AD6}" presName="Accent" presStyleLbl="node1" presStyleIdx="4" presStyleCnt="5"/>
      <dgm:spPr/>
    </dgm:pt>
    <dgm:pt modelId="{A6F5E33E-FB62-48F1-AEB5-910D499C6BC2}" type="pres">
      <dgm:prSet presAssocID="{74FE763F-C835-4E99-8E48-453189FD0AD6}" presName="ParentBackground1" presStyleCnt="0"/>
      <dgm:spPr/>
    </dgm:pt>
    <dgm:pt modelId="{D7554EF0-E9AA-42A2-96DC-AC186F13DADB}" type="pres">
      <dgm:prSet presAssocID="{74FE763F-C835-4E99-8E48-453189FD0AD6}" presName="ParentBackground" presStyleLbl="fgAcc1" presStyleIdx="4" presStyleCnt="5"/>
      <dgm:spPr/>
    </dgm:pt>
    <dgm:pt modelId="{184DE779-D248-4320-9585-B4393FAB7054}" type="pres">
      <dgm:prSet presAssocID="{74FE763F-C835-4E99-8E48-453189FD0AD6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E9A14126-C537-4C22-B158-D0C7E32BAC1C}" type="presOf" srcId="{6C955643-3DEB-46EB-9A5A-67D359981A83}" destId="{2B3D2D01-A0EA-4391-ABF8-8DB7EB54EF54}" srcOrd="1" destOrd="0" presId="urn:microsoft.com/office/officeart/2011/layout/CircleProcess"/>
    <dgm:cxn modelId="{0E926031-D57F-4502-A1BD-8633B9B1B091}" type="presOf" srcId="{D7C39BD4-9858-45E7-9C98-97249FAA1D0D}" destId="{3416C21E-4AA7-4FF5-94FC-61A694275564}" srcOrd="0" destOrd="0" presId="urn:microsoft.com/office/officeart/2011/layout/CircleProcess"/>
    <dgm:cxn modelId="{CA3E4838-7E58-4DCF-833E-88C4CF42AFD9}" srcId="{FA3E8F4F-AA55-4AA1-830C-DE7A6BBEFD99}" destId="{2880EC07-F6C3-4581-A29A-4AC47CF5CEA9}" srcOrd="2" destOrd="0" parTransId="{5CBABBEF-B396-4A14-932F-689622974411}" sibTransId="{565B5444-F48C-42F6-9C03-E69679DE20A9}"/>
    <dgm:cxn modelId="{70D6F339-E199-4EB3-A9E0-52DD8EA92D25}" type="presOf" srcId="{FA3E8F4F-AA55-4AA1-830C-DE7A6BBEFD99}" destId="{136CBDE2-DBC1-44BE-8EEE-FC5CF0C632ED}" srcOrd="0" destOrd="0" presId="urn:microsoft.com/office/officeart/2011/layout/CircleProcess"/>
    <dgm:cxn modelId="{40252D43-0B58-4061-9A70-EAE530FFC208}" type="presOf" srcId="{6C955643-3DEB-46EB-9A5A-67D359981A83}" destId="{4DD55210-A895-440B-8346-EBDB18A4FB87}" srcOrd="0" destOrd="0" presId="urn:microsoft.com/office/officeart/2011/layout/CircleProcess"/>
    <dgm:cxn modelId="{26984A43-1B3E-45B4-9CFF-00557960F2A6}" srcId="{FA3E8F4F-AA55-4AA1-830C-DE7A6BBEFD99}" destId="{6C955643-3DEB-46EB-9A5A-67D359981A83}" srcOrd="4" destOrd="0" parTransId="{45FEF7C6-3C67-45AA-9D7F-D37538D9B9FF}" sibTransId="{61FD22E2-8F12-419F-AAB3-E91D3D4451A4}"/>
    <dgm:cxn modelId="{94C85B6C-1B98-4069-99E8-F1D0FF8642FA}" type="presOf" srcId="{74FE763F-C835-4E99-8E48-453189FD0AD6}" destId="{184DE779-D248-4320-9585-B4393FAB7054}" srcOrd="1" destOrd="0" presId="urn:microsoft.com/office/officeart/2011/layout/CircleProcess"/>
    <dgm:cxn modelId="{14747B72-A79A-4FAB-A338-4837047BA4FE}" srcId="{FA3E8F4F-AA55-4AA1-830C-DE7A6BBEFD99}" destId="{8CFA53BE-1878-45AE-9A21-83613546A60B}" srcOrd="3" destOrd="0" parTransId="{C901484A-BEEB-4A00-B621-1D150CAF091C}" sibTransId="{9088B004-2222-4DF0-B570-A8E02DF3893C}"/>
    <dgm:cxn modelId="{D3A2D778-8714-44F1-BAE1-FC1B09B62A20}" srcId="{FA3E8F4F-AA55-4AA1-830C-DE7A6BBEFD99}" destId="{74FE763F-C835-4E99-8E48-453189FD0AD6}" srcOrd="0" destOrd="0" parTransId="{1A7E4109-274B-4712-90A0-C3EB7301BCC2}" sibTransId="{7BADAC19-8419-4EBF-A72E-B340F87A0392}"/>
    <dgm:cxn modelId="{66B35392-BCEA-4E28-8400-D7FD6CEA0C1D}" type="presOf" srcId="{74FE763F-C835-4E99-8E48-453189FD0AD6}" destId="{D7554EF0-E9AA-42A2-96DC-AC186F13DADB}" srcOrd="0" destOrd="0" presId="urn:microsoft.com/office/officeart/2011/layout/CircleProcess"/>
    <dgm:cxn modelId="{8DBBC699-C414-4036-A9B4-83E66187C018}" type="presOf" srcId="{8CFA53BE-1878-45AE-9A21-83613546A60B}" destId="{61A06DF5-9F1E-4424-8C76-7A5ADBBB30B1}" srcOrd="1" destOrd="0" presId="urn:microsoft.com/office/officeart/2011/layout/CircleProcess"/>
    <dgm:cxn modelId="{2A9EFFA7-15E3-442E-9C53-4AC22C26A4A4}" type="presOf" srcId="{D7C39BD4-9858-45E7-9C98-97249FAA1D0D}" destId="{18553FB3-27F6-423F-8921-471BCE61CE3E}" srcOrd="1" destOrd="0" presId="urn:microsoft.com/office/officeart/2011/layout/CircleProcess"/>
    <dgm:cxn modelId="{F0F273B1-FE06-409A-9A9A-727FC321669A}" type="presOf" srcId="{2880EC07-F6C3-4581-A29A-4AC47CF5CEA9}" destId="{9B6E847C-1675-4576-A1B9-63C47E26EDB0}" srcOrd="0" destOrd="0" presId="urn:microsoft.com/office/officeart/2011/layout/CircleProcess"/>
    <dgm:cxn modelId="{5D08F3B7-769B-4C0D-843D-7C4FA0DFD889}" type="presOf" srcId="{2880EC07-F6C3-4581-A29A-4AC47CF5CEA9}" destId="{4FCAD68A-9860-40D0-8322-3D50901819B3}" srcOrd="1" destOrd="0" presId="urn:microsoft.com/office/officeart/2011/layout/CircleProcess"/>
    <dgm:cxn modelId="{F311AFCA-91E2-4195-9B79-8FB1192CB692}" srcId="{FA3E8F4F-AA55-4AA1-830C-DE7A6BBEFD99}" destId="{D7C39BD4-9858-45E7-9C98-97249FAA1D0D}" srcOrd="1" destOrd="0" parTransId="{E841D170-93FC-4BF9-8ECA-6720444FA9D9}" sibTransId="{DCF96295-A7D7-41F9-8CD2-2E505008099E}"/>
    <dgm:cxn modelId="{F2DD8CFD-B5C5-4EB7-BA9D-F64CA096324D}" type="presOf" srcId="{8CFA53BE-1878-45AE-9A21-83613546A60B}" destId="{8ADC491C-4436-40C8-97B3-56545965D62D}" srcOrd="0" destOrd="0" presId="urn:microsoft.com/office/officeart/2011/layout/CircleProcess"/>
    <dgm:cxn modelId="{42B41408-3368-4AF6-A9CB-5A2DBF69CB67}" type="presParOf" srcId="{136CBDE2-DBC1-44BE-8EEE-FC5CF0C632ED}" destId="{BE570EEB-2610-447F-83EF-1C2207B70182}" srcOrd="0" destOrd="0" presId="urn:microsoft.com/office/officeart/2011/layout/CircleProcess"/>
    <dgm:cxn modelId="{A1D56E3E-CD17-4D43-80C5-3173160E00F5}" type="presParOf" srcId="{BE570EEB-2610-447F-83EF-1C2207B70182}" destId="{0F1478D7-FB4C-46A6-A7EF-8C7566E61ED2}" srcOrd="0" destOrd="0" presId="urn:microsoft.com/office/officeart/2011/layout/CircleProcess"/>
    <dgm:cxn modelId="{39DFBDBB-31E5-428E-896B-407B7F917353}" type="presParOf" srcId="{136CBDE2-DBC1-44BE-8EEE-FC5CF0C632ED}" destId="{44B86F8E-8927-4763-B586-7E82DE86A136}" srcOrd="1" destOrd="0" presId="urn:microsoft.com/office/officeart/2011/layout/CircleProcess"/>
    <dgm:cxn modelId="{BA717A2A-8327-4CBA-951A-70176EBA8876}" type="presParOf" srcId="{44B86F8E-8927-4763-B586-7E82DE86A136}" destId="{4DD55210-A895-440B-8346-EBDB18A4FB87}" srcOrd="0" destOrd="0" presId="urn:microsoft.com/office/officeart/2011/layout/CircleProcess"/>
    <dgm:cxn modelId="{59185B34-FF75-451F-9AEE-17B09BADDD82}" type="presParOf" srcId="{136CBDE2-DBC1-44BE-8EEE-FC5CF0C632ED}" destId="{2B3D2D01-A0EA-4391-ABF8-8DB7EB54EF54}" srcOrd="2" destOrd="0" presId="urn:microsoft.com/office/officeart/2011/layout/CircleProcess"/>
    <dgm:cxn modelId="{0DFA60D6-1D66-4E0D-9A24-44D2FB5C8942}" type="presParOf" srcId="{136CBDE2-DBC1-44BE-8EEE-FC5CF0C632ED}" destId="{D40B0340-D8DF-4E78-B448-31AC145AE6A4}" srcOrd="3" destOrd="0" presId="urn:microsoft.com/office/officeart/2011/layout/CircleProcess"/>
    <dgm:cxn modelId="{5640FC5C-4865-46F3-BF90-6D36C91E4554}" type="presParOf" srcId="{D40B0340-D8DF-4E78-B448-31AC145AE6A4}" destId="{E39AE340-444B-4066-9610-107A2EDD138F}" srcOrd="0" destOrd="0" presId="urn:microsoft.com/office/officeart/2011/layout/CircleProcess"/>
    <dgm:cxn modelId="{1F4B672D-A037-45DD-A3FA-1EA6F085117F}" type="presParOf" srcId="{136CBDE2-DBC1-44BE-8EEE-FC5CF0C632ED}" destId="{92ECD937-5E72-4C7E-9D83-4DE7AC2111E3}" srcOrd="4" destOrd="0" presId="urn:microsoft.com/office/officeart/2011/layout/CircleProcess"/>
    <dgm:cxn modelId="{BFAA9839-047A-48B0-AC85-832EC931D968}" type="presParOf" srcId="{92ECD937-5E72-4C7E-9D83-4DE7AC2111E3}" destId="{8ADC491C-4436-40C8-97B3-56545965D62D}" srcOrd="0" destOrd="0" presId="urn:microsoft.com/office/officeart/2011/layout/CircleProcess"/>
    <dgm:cxn modelId="{431E492A-AF36-4328-98EE-A93484A51496}" type="presParOf" srcId="{136CBDE2-DBC1-44BE-8EEE-FC5CF0C632ED}" destId="{61A06DF5-9F1E-4424-8C76-7A5ADBBB30B1}" srcOrd="5" destOrd="0" presId="urn:microsoft.com/office/officeart/2011/layout/CircleProcess"/>
    <dgm:cxn modelId="{9FFEF32B-2847-482F-9ED0-9B83B512C964}" type="presParOf" srcId="{136CBDE2-DBC1-44BE-8EEE-FC5CF0C632ED}" destId="{91AA3A8B-6FE5-400C-A799-F9494DDF6AA7}" srcOrd="6" destOrd="0" presId="urn:microsoft.com/office/officeart/2011/layout/CircleProcess"/>
    <dgm:cxn modelId="{99038894-42D7-4C90-A410-090B06F9E997}" type="presParOf" srcId="{91AA3A8B-6FE5-400C-A799-F9494DDF6AA7}" destId="{BB8A93D9-A269-47B5-9E14-749C4953932C}" srcOrd="0" destOrd="0" presId="urn:microsoft.com/office/officeart/2011/layout/CircleProcess"/>
    <dgm:cxn modelId="{538F3B22-A47F-4692-B175-599A5A88DEF0}" type="presParOf" srcId="{136CBDE2-DBC1-44BE-8EEE-FC5CF0C632ED}" destId="{6A1B62E6-DB43-41A6-973A-53AA22624A46}" srcOrd="7" destOrd="0" presId="urn:microsoft.com/office/officeart/2011/layout/CircleProcess"/>
    <dgm:cxn modelId="{FAB0B2A1-725D-4143-9FCD-D74D637BB629}" type="presParOf" srcId="{6A1B62E6-DB43-41A6-973A-53AA22624A46}" destId="{9B6E847C-1675-4576-A1B9-63C47E26EDB0}" srcOrd="0" destOrd="0" presId="urn:microsoft.com/office/officeart/2011/layout/CircleProcess"/>
    <dgm:cxn modelId="{92A5CDC3-5118-43AF-A436-07727AB6B7B4}" type="presParOf" srcId="{136CBDE2-DBC1-44BE-8EEE-FC5CF0C632ED}" destId="{4FCAD68A-9860-40D0-8322-3D50901819B3}" srcOrd="8" destOrd="0" presId="urn:microsoft.com/office/officeart/2011/layout/CircleProcess"/>
    <dgm:cxn modelId="{32BB5768-5413-492A-93DB-630676E570C3}" type="presParOf" srcId="{136CBDE2-DBC1-44BE-8EEE-FC5CF0C632ED}" destId="{DE476689-16E0-4AD6-9F5C-88FF7DC39100}" srcOrd="9" destOrd="0" presId="urn:microsoft.com/office/officeart/2011/layout/CircleProcess"/>
    <dgm:cxn modelId="{3D1EBFD3-20E1-47CB-BD46-E153F1BAE0DA}" type="presParOf" srcId="{DE476689-16E0-4AD6-9F5C-88FF7DC39100}" destId="{068E438D-7258-40D3-82B5-A6A93CA27F2B}" srcOrd="0" destOrd="0" presId="urn:microsoft.com/office/officeart/2011/layout/CircleProcess"/>
    <dgm:cxn modelId="{0300CEB1-6E64-4884-8E27-6028064B5E13}" type="presParOf" srcId="{136CBDE2-DBC1-44BE-8EEE-FC5CF0C632ED}" destId="{57ED3EDB-5578-4C76-8AF7-19B3F39EE623}" srcOrd="10" destOrd="0" presId="urn:microsoft.com/office/officeart/2011/layout/CircleProcess"/>
    <dgm:cxn modelId="{94C54C7F-ADF2-4B8A-996E-32A0860FD401}" type="presParOf" srcId="{57ED3EDB-5578-4C76-8AF7-19B3F39EE623}" destId="{3416C21E-4AA7-4FF5-94FC-61A694275564}" srcOrd="0" destOrd="0" presId="urn:microsoft.com/office/officeart/2011/layout/CircleProcess"/>
    <dgm:cxn modelId="{36B442F7-A476-4FE5-BDC0-7844D3213CD0}" type="presParOf" srcId="{136CBDE2-DBC1-44BE-8EEE-FC5CF0C632ED}" destId="{18553FB3-27F6-423F-8921-471BCE61CE3E}" srcOrd="11" destOrd="0" presId="urn:microsoft.com/office/officeart/2011/layout/CircleProcess"/>
    <dgm:cxn modelId="{4CF89576-D40E-4685-85D9-D938C6705D7A}" type="presParOf" srcId="{136CBDE2-DBC1-44BE-8EEE-FC5CF0C632ED}" destId="{9067F7C1-9D1C-4C9A-AE9C-4858A844B3A4}" srcOrd="12" destOrd="0" presId="urn:microsoft.com/office/officeart/2011/layout/CircleProcess"/>
    <dgm:cxn modelId="{1184AB24-A350-4807-9D2D-72B30C32C1B7}" type="presParOf" srcId="{9067F7C1-9D1C-4C9A-AE9C-4858A844B3A4}" destId="{5984B511-E4C9-4A51-BAD5-98C7AC014E32}" srcOrd="0" destOrd="0" presId="urn:microsoft.com/office/officeart/2011/layout/CircleProcess"/>
    <dgm:cxn modelId="{01C504B9-D127-480B-8AFA-78417C7FFE55}" type="presParOf" srcId="{136CBDE2-DBC1-44BE-8EEE-FC5CF0C632ED}" destId="{A6F5E33E-FB62-48F1-AEB5-910D499C6BC2}" srcOrd="13" destOrd="0" presId="urn:microsoft.com/office/officeart/2011/layout/CircleProcess"/>
    <dgm:cxn modelId="{55B30C38-6887-42B7-B0DB-5C5851E9C5B0}" type="presParOf" srcId="{A6F5E33E-FB62-48F1-AEB5-910D499C6BC2}" destId="{D7554EF0-E9AA-42A2-96DC-AC186F13DADB}" srcOrd="0" destOrd="0" presId="urn:microsoft.com/office/officeart/2011/layout/CircleProcess"/>
    <dgm:cxn modelId="{334FCD44-13CF-4C2B-8529-9ECBB2C5C8E4}" type="presParOf" srcId="{136CBDE2-DBC1-44BE-8EEE-FC5CF0C632ED}" destId="{184DE779-D248-4320-9585-B4393FAB7054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39F693-63B2-462E-8157-C2DF3B86102D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F2E4A677-C27D-4D2E-B246-426D26D194F3}">
      <dgm:prSet phldrT="[Text]"/>
      <dgm:spPr/>
      <dgm:t>
        <a:bodyPr/>
        <a:lstStyle/>
        <a:p>
          <a:r>
            <a:rPr lang="en-GB" dirty="0"/>
            <a:t>No need to tie up a single communication channel</a:t>
          </a:r>
        </a:p>
      </dgm:t>
    </dgm:pt>
    <dgm:pt modelId="{757D3CB6-BE72-41B1-A6B2-9F9D89E3AD71}" type="parTrans" cxnId="{9A353E1B-CBFB-4756-BFA0-B4B03DD064F5}">
      <dgm:prSet/>
      <dgm:spPr/>
      <dgm:t>
        <a:bodyPr/>
        <a:lstStyle/>
        <a:p>
          <a:endParaRPr lang="en-GB"/>
        </a:p>
      </dgm:t>
    </dgm:pt>
    <dgm:pt modelId="{C724DE69-EA84-431B-A6D2-8333B447FB56}" type="sibTrans" cxnId="{9A353E1B-CBFB-4756-BFA0-B4B03DD064F5}">
      <dgm:prSet/>
      <dgm:spPr/>
      <dgm:t>
        <a:bodyPr/>
        <a:lstStyle/>
        <a:p>
          <a:endParaRPr lang="en-GB"/>
        </a:p>
      </dgm:t>
    </dgm:pt>
    <dgm:pt modelId="{23875145-555E-4D83-B04A-BD52D5C30B1A}">
      <dgm:prSet phldrT="[Text]"/>
      <dgm:spPr/>
      <dgm:t>
        <a:bodyPr/>
        <a:lstStyle/>
        <a:p>
          <a:r>
            <a:rPr lang="en-GB" dirty="0"/>
            <a:t>Easy to overcome busy or faulty lines by re-routing packets</a:t>
          </a:r>
        </a:p>
      </dgm:t>
    </dgm:pt>
    <dgm:pt modelId="{642ED643-B380-4B69-AF7B-3EFEB39F0D33}" type="parTrans" cxnId="{391090EC-A57B-450D-9E0F-30564229FBF7}">
      <dgm:prSet/>
      <dgm:spPr/>
      <dgm:t>
        <a:bodyPr/>
        <a:lstStyle/>
        <a:p>
          <a:endParaRPr lang="en-GB"/>
        </a:p>
      </dgm:t>
    </dgm:pt>
    <dgm:pt modelId="{E77333DD-0394-411F-8B2F-D9941435339F}" type="sibTrans" cxnId="{391090EC-A57B-450D-9E0F-30564229FBF7}">
      <dgm:prSet/>
      <dgm:spPr/>
      <dgm:t>
        <a:bodyPr/>
        <a:lstStyle/>
        <a:p>
          <a:endParaRPr lang="en-GB"/>
        </a:p>
      </dgm:t>
    </dgm:pt>
    <dgm:pt modelId="{28658656-D1AB-4F2A-BA2E-9BEDCCC777C6}">
      <dgm:prSet phldrT="[Text]"/>
      <dgm:spPr/>
      <dgm:t>
        <a:bodyPr/>
        <a:lstStyle/>
        <a:p>
          <a:r>
            <a:rPr lang="en-GB" dirty="0"/>
            <a:t>Possible to achieve a high data transmission rate</a:t>
          </a:r>
        </a:p>
      </dgm:t>
    </dgm:pt>
    <dgm:pt modelId="{D116CF16-1168-49F1-89DD-A715AC54F6F7}" type="parTrans" cxnId="{A58BC456-E45F-4551-BB44-1B60AE78AD6D}">
      <dgm:prSet/>
      <dgm:spPr/>
      <dgm:t>
        <a:bodyPr/>
        <a:lstStyle/>
        <a:p>
          <a:endParaRPr lang="en-GB"/>
        </a:p>
      </dgm:t>
    </dgm:pt>
    <dgm:pt modelId="{EE4DCD7A-6A74-4E03-B26F-22F93DC7F157}" type="sibTrans" cxnId="{A58BC456-E45F-4551-BB44-1B60AE78AD6D}">
      <dgm:prSet/>
      <dgm:spPr/>
      <dgm:t>
        <a:bodyPr/>
        <a:lstStyle/>
        <a:p>
          <a:endParaRPr lang="en-GB"/>
        </a:p>
      </dgm:t>
    </dgm:pt>
    <dgm:pt modelId="{89DDCEDF-987E-43A5-9846-9C29457D7843}">
      <dgm:prSet phldrT="[Text]"/>
      <dgm:spPr/>
      <dgm:t>
        <a:bodyPr/>
        <a:lstStyle/>
        <a:p>
          <a:r>
            <a:rPr lang="en-GB" dirty="0"/>
            <a:t>Relatively easy to expand package usage</a:t>
          </a:r>
        </a:p>
      </dgm:t>
    </dgm:pt>
    <dgm:pt modelId="{36D70ABC-41BA-4935-B650-9BDCBBF0A451}" type="parTrans" cxnId="{3A348BF2-1D8A-4AB9-9551-97A3EB38B355}">
      <dgm:prSet/>
      <dgm:spPr/>
      <dgm:t>
        <a:bodyPr/>
        <a:lstStyle/>
        <a:p>
          <a:endParaRPr lang="en-GB"/>
        </a:p>
      </dgm:t>
    </dgm:pt>
    <dgm:pt modelId="{11788620-0DC2-4CBA-AA7F-E2D4E86D780A}" type="sibTrans" cxnId="{3A348BF2-1D8A-4AB9-9551-97A3EB38B355}">
      <dgm:prSet/>
      <dgm:spPr/>
      <dgm:t>
        <a:bodyPr/>
        <a:lstStyle/>
        <a:p>
          <a:endParaRPr lang="en-GB"/>
        </a:p>
      </dgm:t>
    </dgm:pt>
    <dgm:pt modelId="{EECF8A60-9F21-473B-A848-046E586E04FA}" type="pres">
      <dgm:prSet presAssocID="{BE39F693-63B2-462E-8157-C2DF3B86102D}" presName="Name0" presStyleCnt="0">
        <dgm:presLayoutVars>
          <dgm:chMax val="7"/>
          <dgm:chPref val="7"/>
          <dgm:dir/>
        </dgm:presLayoutVars>
      </dgm:prSet>
      <dgm:spPr/>
    </dgm:pt>
    <dgm:pt modelId="{A78A5544-0734-4576-A469-A485D2831C3E}" type="pres">
      <dgm:prSet presAssocID="{BE39F693-63B2-462E-8157-C2DF3B86102D}" presName="Name1" presStyleCnt="0"/>
      <dgm:spPr/>
    </dgm:pt>
    <dgm:pt modelId="{FC734679-117D-4D3D-B188-20BA81C593C2}" type="pres">
      <dgm:prSet presAssocID="{BE39F693-63B2-462E-8157-C2DF3B86102D}" presName="cycle" presStyleCnt="0"/>
      <dgm:spPr/>
    </dgm:pt>
    <dgm:pt modelId="{8FCE94F2-DE5B-4771-B4A3-D6004BBE7BA0}" type="pres">
      <dgm:prSet presAssocID="{BE39F693-63B2-462E-8157-C2DF3B86102D}" presName="srcNode" presStyleLbl="node1" presStyleIdx="0" presStyleCnt="4"/>
      <dgm:spPr/>
    </dgm:pt>
    <dgm:pt modelId="{B733D8CC-168C-4439-8E8A-9FC5213C1FE0}" type="pres">
      <dgm:prSet presAssocID="{BE39F693-63B2-462E-8157-C2DF3B86102D}" presName="conn" presStyleLbl="parChTrans1D2" presStyleIdx="0" presStyleCnt="1"/>
      <dgm:spPr/>
    </dgm:pt>
    <dgm:pt modelId="{CF4031BB-D888-4C13-ADC5-C48E59298063}" type="pres">
      <dgm:prSet presAssocID="{BE39F693-63B2-462E-8157-C2DF3B86102D}" presName="extraNode" presStyleLbl="node1" presStyleIdx="0" presStyleCnt="4"/>
      <dgm:spPr/>
    </dgm:pt>
    <dgm:pt modelId="{8FE1DA05-1262-4797-8B61-64884A5C5A5F}" type="pres">
      <dgm:prSet presAssocID="{BE39F693-63B2-462E-8157-C2DF3B86102D}" presName="dstNode" presStyleLbl="node1" presStyleIdx="0" presStyleCnt="4"/>
      <dgm:spPr/>
    </dgm:pt>
    <dgm:pt modelId="{777836C2-6551-4B91-9183-CD78E5122360}" type="pres">
      <dgm:prSet presAssocID="{F2E4A677-C27D-4D2E-B246-426D26D194F3}" presName="text_1" presStyleLbl="node1" presStyleIdx="0" presStyleCnt="4">
        <dgm:presLayoutVars>
          <dgm:bulletEnabled val="1"/>
        </dgm:presLayoutVars>
      </dgm:prSet>
      <dgm:spPr/>
    </dgm:pt>
    <dgm:pt modelId="{BDD89CEB-E6F3-4A34-9711-7FF8EDFDCD04}" type="pres">
      <dgm:prSet presAssocID="{F2E4A677-C27D-4D2E-B246-426D26D194F3}" presName="accent_1" presStyleCnt="0"/>
      <dgm:spPr/>
    </dgm:pt>
    <dgm:pt modelId="{AE589E3F-2E47-4F30-B7CE-2E14CD713866}" type="pres">
      <dgm:prSet presAssocID="{F2E4A677-C27D-4D2E-B246-426D26D194F3}" presName="accentRepeatNode" presStyleLbl="solidFgAcc1" presStyleIdx="0" presStyleCnt="4"/>
      <dgm:spPr/>
    </dgm:pt>
    <dgm:pt modelId="{5B43C6D5-39EE-4DDA-9FF7-29E4738B7F14}" type="pres">
      <dgm:prSet presAssocID="{23875145-555E-4D83-B04A-BD52D5C30B1A}" presName="text_2" presStyleLbl="node1" presStyleIdx="1" presStyleCnt="4">
        <dgm:presLayoutVars>
          <dgm:bulletEnabled val="1"/>
        </dgm:presLayoutVars>
      </dgm:prSet>
      <dgm:spPr/>
    </dgm:pt>
    <dgm:pt modelId="{A9D1CE6D-F772-4250-96F3-EC3E697A6A98}" type="pres">
      <dgm:prSet presAssocID="{23875145-555E-4D83-B04A-BD52D5C30B1A}" presName="accent_2" presStyleCnt="0"/>
      <dgm:spPr/>
    </dgm:pt>
    <dgm:pt modelId="{0328AA84-ED3A-48EC-8D91-10A924839C8E}" type="pres">
      <dgm:prSet presAssocID="{23875145-555E-4D83-B04A-BD52D5C30B1A}" presName="accentRepeatNode" presStyleLbl="solidFgAcc1" presStyleIdx="1" presStyleCnt="4"/>
      <dgm:spPr/>
    </dgm:pt>
    <dgm:pt modelId="{9C92AA1B-8487-4069-9002-67B23532BECE}" type="pres">
      <dgm:prSet presAssocID="{89DDCEDF-987E-43A5-9846-9C29457D7843}" presName="text_3" presStyleLbl="node1" presStyleIdx="2" presStyleCnt="4">
        <dgm:presLayoutVars>
          <dgm:bulletEnabled val="1"/>
        </dgm:presLayoutVars>
      </dgm:prSet>
      <dgm:spPr/>
    </dgm:pt>
    <dgm:pt modelId="{D23E405A-A0D9-41F4-B6BE-404383570442}" type="pres">
      <dgm:prSet presAssocID="{89DDCEDF-987E-43A5-9846-9C29457D7843}" presName="accent_3" presStyleCnt="0"/>
      <dgm:spPr/>
    </dgm:pt>
    <dgm:pt modelId="{83D6AACA-4DC3-4186-90FB-00E5E0410D7C}" type="pres">
      <dgm:prSet presAssocID="{89DDCEDF-987E-43A5-9846-9C29457D7843}" presName="accentRepeatNode" presStyleLbl="solidFgAcc1" presStyleIdx="2" presStyleCnt="4"/>
      <dgm:spPr/>
    </dgm:pt>
    <dgm:pt modelId="{0803EF06-C579-4AB7-A90A-375C7B4A81BE}" type="pres">
      <dgm:prSet presAssocID="{28658656-D1AB-4F2A-BA2E-9BEDCCC777C6}" presName="text_4" presStyleLbl="node1" presStyleIdx="3" presStyleCnt="4">
        <dgm:presLayoutVars>
          <dgm:bulletEnabled val="1"/>
        </dgm:presLayoutVars>
      </dgm:prSet>
      <dgm:spPr/>
    </dgm:pt>
    <dgm:pt modelId="{70AFF666-4062-40A6-BDF0-6495DC1A1823}" type="pres">
      <dgm:prSet presAssocID="{28658656-D1AB-4F2A-BA2E-9BEDCCC777C6}" presName="accent_4" presStyleCnt="0"/>
      <dgm:spPr/>
    </dgm:pt>
    <dgm:pt modelId="{96D47243-956E-4409-83E1-3A7132BF04C2}" type="pres">
      <dgm:prSet presAssocID="{28658656-D1AB-4F2A-BA2E-9BEDCCC777C6}" presName="accentRepeatNode" presStyleLbl="solidFgAcc1" presStyleIdx="3" presStyleCnt="4"/>
      <dgm:spPr/>
    </dgm:pt>
  </dgm:ptLst>
  <dgm:cxnLst>
    <dgm:cxn modelId="{9A353E1B-CBFB-4756-BFA0-B4B03DD064F5}" srcId="{BE39F693-63B2-462E-8157-C2DF3B86102D}" destId="{F2E4A677-C27D-4D2E-B246-426D26D194F3}" srcOrd="0" destOrd="0" parTransId="{757D3CB6-BE72-41B1-A6B2-9F9D89E3AD71}" sibTransId="{C724DE69-EA84-431B-A6D2-8333B447FB56}"/>
    <dgm:cxn modelId="{06E65B1D-3E3F-4C01-8645-6C75116AAF76}" type="presOf" srcId="{F2E4A677-C27D-4D2E-B246-426D26D194F3}" destId="{777836C2-6551-4B91-9183-CD78E5122360}" srcOrd="0" destOrd="0" presId="urn:microsoft.com/office/officeart/2008/layout/VerticalCurvedList"/>
    <dgm:cxn modelId="{02592E37-97BA-40CF-BC00-103A0866775F}" type="presOf" srcId="{28658656-D1AB-4F2A-BA2E-9BEDCCC777C6}" destId="{0803EF06-C579-4AB7-A90A-375C7B4A81BE}" srcOrd="0" destOrd="0" presId="urn:microsoft.com/office/officeart/2008/layout/VerticalCurvedList"/>
    <dgm:cxn modelId="{507E1F67-187A-4395-A6D0-BA38634603E6}" type="presOf" srcId="{BE39F693-63B2-462E-8157-C2DF3B86102D}" destId="{EECF8A60-9F21-473B-A848-046E586E04FA}" srcOrd="0" destOrd="0" presId="urn:microsoft.com/office/officeart/2008/layout/VerticalCurvedList"/>
    <dgm:cxn modelId="{01322F4F-3010-4C40-95F5-25540745340D}" type="presOf" srcId="{C724DE69-EA84-431B-A6D2-8333B447FB56}" destId="{B733D8CC-168C-4439-8E8A-9FC5213C1FE0}" srcOrd="0" destOrd="0" presId="urn:microsoft.com/office/officeart/2008/layout/VerticalCurvedList"/>
    <dgm:cxn modelId="{A58BC456-E45F-4551-BB44-1B60AE78AD6D}" srcId="{BE39F693-63B2-462E-8157-C2DF3B86102D}" destId="{28658656-D1AB-4F2A-BA2E-9BEDCCC777C6}" srcOrd="3" destOrd="0" parTransId="{D116CF16-1168-49F1-89DD-A715AC54F6F7}" sibTransId="{EE4DCD7A-6A74-4E03-B26F-22F93DC7F157}"/>
    <dgm:cxn modelId="{B01A2479-1E02-4ACE-B902-3F1E5EE8B086}" type="presOf" srcId="{23875145-555E-4D83-B04A-BD52D5C30B1A}" destId="{5B43C6D5-39EE-4DDA-9FF7-29E4738B7F14}" srcOrd="0" destOrd="0" presId="urn:microsoft.com/office/officeart/2008/layout/VerticalCurvedList"/>
    <dgm:cxn modelId="{D299598E-E96C-4566-9140-4E7C054CC9FE}" type="presOf" srcId="{89DDCEDF-987E-43A5-9846-9C29457D7843}" destId="{9C92AA1B-8487-4069-9002-67B23532BECE}" srcOrd="0" destOrd="0" presId="urn:microsoft.com/office/officeart/2008/layout/VerticalCurvedList"/>
    <dgm:cxn modelId="{391090EC-A57B-450D-9E0F-30564229FBF7}" srcId="{BE39F693-63B2-462E-8157-C2DF3B86102D}" destId="{23875145-555E-4D83-B04A-BD52D5C30B1A}" srcOrd="1" destOrd="0" parTransId="{642ED643-B380-4B69-AF7B-3EFEB39F0D33}" sibTransId="{E77333DD-0394-411F-8B2F-D9941435339F}"/>
    <dgm:cxn modelId="{3A348BF2-1D8A-4AB9-9551-97A3EB38B355}" srcId="{BE39F693-63B2-462E-8157-C2DF3B86102D}" destId="{89DDCEDF-987E-43A5-9846-9C29457D7843}" srcOrd="2" destOrd="0" parTransId="{36D70ABC-41BA-4935-B650-9BDCBBF0A451}" sibTransId="{11788620-0DC2-4CBA-AA7F-E2D4E86D780A}"/>
    <dgm:cxn modelId="{0621F052-4880-46EC-B8C1-559159BA8340}" type="presParOf" srcId="{EECF8A60-9F21-473B-A848-046E586E04FA}" destId="{A78A5544-0734-4576-A469-A485D2831C3E}" srcOrd="0" destOrd="0" presId="urn:microsoft.com/office/officeart/2008/layout/VerticalCurvedList"/>
    <dgm:cxn modelId="{B75972DC-C8F9-461A-B540-B4B40E973230}" type="presParOf" srcId="{A78A5544-0734-4576-A469-A485D2831C3E}" destId="{FC734679-117D-4D3D-B188-20BA81C593C2}" srcOrd="0" destOrd="0" presId="urn:microsoft.com/office/officeart/2008/layout/VerticalCurvedList"/>
    <dgm:cxn modelId="{674B28A9-047F-49C5-AADD-6237FAD18B3E}" type="presParOf" srcId="{FC734679-117D-4D3D-B188-20BA81C593C2}" destId="{8FCE94F2-DE5B-4771-B4A3-D6004BBE7BA0}" srcOrd="0" destOrd="0" presId="urn:microsoft.com/office/officeart/2008/layout/VerticalCurvedList"/>
    <dgm:cxn modelId="{62550F98-07DD-437A-A545-843D3D9B6B7B}" type="presParOf" srcId="{FC734679-117D-4D3D-B188-20BA81C593C2}" destId="{B733D8CC-168C-4439-8E8A-9FC5213C1FE0}" srcOrd="1" destOrd="0" presId="urn:microsoft.com/office/officeart/2008/layout/VerticalCurvedList"/>
    <dgm:cxn modelId="{FD7D5537-60E0-4A52-B2B3-E3675DA72FE9}" type="presParOf" srcId="{FC734679-117D-4D3D-B188-20BA81C593C2}" destId="{CF4031BB-D888-4C13-ADC5-C48E59298063}" srcOrd="2" destOrd="0" presId="urn:microsoft.com/office/officeart/2008/layout/VerticalCurvedList"/>
    <dgm:cxn modelId="{A1501E88-5251-471B-B586-3366B1CBF720}" type="presParOf" srcId="{FC734679-117D-4D3D-B188-20BA81C593C2}" destId="{8FE1DA05-1262-4797-8B61-64884A5C5A5F}" srcOrd="3" destOrd="0" presId="urn:microsoft.com/office/officeart/2008/layout/VerticalCurvedList"/>
    <dgm:cxn modelId="{91BFA98F-840B-4E70-868E-3468A8F74474}" type="presParOf" srcId="{A78A5544-0734-4576-A469-A485D2831C3E}" destId="{777836C2-6551-4B91-9183-CD78E5122360}" srcOrd="1" destOrd="0" presId="urn:microsoft.com/office/officeart/2008/layout/VerticalCurvedList"/>
    <dgm:cxn modelId="{BF6FEBF3-A084-4E1A-9AF7-E4F311957835}" type="presParOf" srcId="{A78A5544-0734-4576-A469-A485D2831C3E}" destId="{BDD89CEB-E6F3-4A34-9711-7FF8EDFDCD04}" srcOrd="2" destOrd="0" presId="urn:microsoft.com/office/officeart/2008/layout/VerticalCurvedList"/>
    <dgm:cxn modelId="{03622054-6361-4386-96DB-5A5CDFFEFF85}" type="presParOf" srcId="{BDD89CEB-E6F3-4A34-9711-7FF8EDFDCD04}" destId="{AE589E3F-2E47-4F30-B7CE-2E14CD713866}" srcOrd="0" destOrd="0" presId="urn:microsoft.com/office/officeart/2008/layout/VerticalCurvedList"/>
    <dgm:cxn modelId="{29EE153D-341E-46C2-A23B-A89137540081}" type="presParOf" srcId="{A78A5544-0734-4576-A469-A485D2831C3E}" destId="{5B43C6D5-39EE-4DDA-9FF7-29E4738B7F14}" srcOrd="3" destOrd="0" presId="urn:microsoft.com/office/officeart/2008/layout/VerticalCurvedList"/>
    <dgm:cxn modelId="{EC403D22-8D72-436F-AB58-F153E472FC64}" type="presParOf" srcId="{A78A5544-0734-4576-A469-A485D2831C3E}" destId="{A9D1CE6D-F772-4250-96F3-EC3E697A6A98}" srcOrd="4" destOrd="0" presId="urn:microsoft.com/office/officeart/2008/layout/VerticalCurvedList"/>
    <dgm:cxn modelId="{B11ABB84-D4C5-42F9-A778-3A83849B2375}" type="presParOf" srcId="{A9D1CE6D-F772-4250-96F3-EC3E697A6A98}" destId="{0328AA84-ED3A-48EC-8D91-10A924839C8E}" srcOrd="0" destOrd="0" presId="urn:microsoft.com/office/officeart/2008/layout/VerticalCurvedList"/>
    <dgm:cxn modelId="{2FC027D9-5166-4872-982A-4275B1AE777B}" type="presParOf" srcId="{A78A5544-0734-4576-A469-A485D2831C3E}" destId="{9C92AA1B-8487-4069-9002-67B23532BECE}" srcOrd="5" destOrd="0" presId="urn:microsoft.com/office/officeart/2008/layout/VerticalCurvedList"/>
    <dgm:cxn modelId="{6CD885A2-68BA-4163-A4A0-73B56932FF28}" type="presParOf" srcId="{A78A5544-0734-4576-A469-A485D2831C3E}" destId="{D23E405A-A0D9-41F4-B6BE-404383570442}" srcOrd="6" destOrd="0" presId="urn:microsoft.com/office/officeart/2008/layout/VerticalCurvedList"/>
    <dgm:cxn modelId="{0FDD9ED7-BAB6-4E34-A335-2DAAA9A8ECE4}" type="presParOf" srcId="{D23E405A-A0D9-41F4-B6BE-404383570442}" destId="{83D6AACA-4DC3-4186-90FB-00E5E0410D7C}" srcOrd="0" destOrd="0" presId="urn:microsoft.com/office/officeart/2008/layout/VerticalCurvedList"/>
    <dgm:cxn modelId="{B00DF400-FF9A-4C23-85B3-22280A70A983}" type="presParOf" srcId="{A78A5544-0734-4576-A469-A485D2831C3E}" destId="{0803EF06-C579-4AB7-A90A-375C7B4A81BE}" srcOrd="7" destOrd="0" presId="urn:microsoft.com/office/officeart/2008/layout/VerticalCurvedList"/>
    <dgm:cxn modelId="{BFD3E2DC-7222-4B47-88C8-1FE3EDA22AE0}" type="presParOf" srcId="{A78A5544-0734-4576-A469-A485D2831C3E}" destId="{70AFF666-4062-40A6-BDF0-6495DC1A1823}" srcOrd="8" destOrd="0" presId="urn:microsoft.com/office/officeart/2008/layout/VerticalCurvedList"/>
    <dgm:cxn modelId="{498241E9-2B0D-48B0-BB60-EA7F9D07BF46}" type="presParOf" srcId="{70AFF666-4062-40A6-BDF0-6495DC1A1823}" destId="{96D47243-956E-4409-83E1-3A7132BF04C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39F693-63B2-462E-8157-C2DF3B86102D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F2E4A677-C27D-4D2E-B246-426D26D194F3}">
      <dgm:prSet phldrT="[Text]"/>
      <dgm:spPr/>
      <dgm:t>
        <a:bodyPr/>
        <a:lstStyle/>
        <a:p>
          <a:r>
            <a:rPr lang="en-GB" dirty="0"/>
            <a:t>Packet can become lost en route and need to be re-sent</a:t>
          </a:r>
        </a:p>
      </dgm:t>
    </dgm:pt>
    <dgm:pt modelId="{757D3CB6-BE72-41B1-A6B2-9F9D89E3AD71}" type="parTrans" cxnId="{9A353E1B-CBFB-4756-BFA0-B4B03DD064F5}">
      <dgm:prSet/>
      <dgm:spPr/>
      <dgm:t>
        <a:bodyPr/>
        <a:lstStyle/>
        <a:p>
          <a:endParaRPr lang="en-GB"/>
        </a:p>
      </dgm:t>
    </dgm:pt>
    <dgm:pt modelId="{C724DE69-EA84-431B-A6D2-8333B447FB56}" type="sibTrans" cxnId="{9A353E1B-CBFB-4756-BFA0-B4B03DD064F5}">
      <dgm:prSet/>
      <dgm:spPr/>
      <dgm:t>
        <a:bodyPr/>
        <a:lstStyle/>
        <a:p>
          <a:endParaRPr lang="en-GB"/>
        </a:p>
      </dgm:t>
    </dgm:pt>
    <dgm:pt modelId="{49FE5BE2-BE7D-4900-A452-3A6E537C6A2F}">
      <dgm:prSet phldrT="[Text]"/>
      <dgm:spPr/>
      <dgm:t>
        <a:bodyPr/>
        <a:lstStyle/>
        <a:p>
          <a:r>
            <a:rPr lang="en-GB" dirty="0"/>
            <a:t>Real-time streaming is more prone to errors</a:t>
          </a:r>
        </a:p>
      </dgm:t>
    </dgm:pt>
    <dgm:pt modelId="{79C597C6-892E-47D4-99E5-72BD1DEFB66D}" type="parTrans" cxnId="{8D1BDAA7-7596-479F-B70D-17CB61ACD1D6}">
      <dgm:prSet/>
      <dgm:spPr/>
      <dgm:t>
        <a:bodyPr/>
        <a:lstStyle/>
        <a:p>
          <a:endParaRPr lang="en-GB"/>
        </a:p>
      </dgm:t>
    </dgm:pt>
    <dgm:pt modelId="{26532A1E-A130-49A2-9AA9-3A9F360965EA}" type="sibTrans" cxnId="{8D1BDAA7-7596-479F-B70D-17CB61ACD1D6}">
      <dgm:prSet/>
      <dgm:spPr/>
      <dgm:t>
        <a:bodyPr/>
        <a:lstStyle/>
        <a:p>
          <a:endParaRPr lang="en-GB"/>
        </a:p>
      </dgm:t>
    </dgm:pt>
    <dgm:pt modelId="{627B0488-84CB-4642-AE1D-0A8200C7EB81}">
      <dgm:prSet phldrT="[Text]"/>
      <dgm:spPr/>
      <dgm:t>
        <a:bodyPr/>
        <a:lstStyle/>
        <a:p>
          <a:r>
            <a:rPr lang="en-GB" dirty="0"/>
            <a:t>Delays at the destination while packets are re-ordered</a:t>
          </a:r>
        </a:p>
      </dgm:t>
    </dgm:pt>
    <dgm:pt modelId="{55AF4341-3B40-4212-8615-17B72E210150}" type="parTrans" cxnId="{AC46B814-BD05-4E60-ADDC-EF61F95B0C5F}">
      <dgm:prSet/>
      <dgm:spPr/>
      <dgm:t>
        <a:bodyPr/>
        <a:lstStyle/>
        <a:p>
          <a:endParaRPr lang="en-GB"/>
        </a:p>
      </dgm:t>
    </dgm:pt>
    <dgm:pt modelId="{62F92CE3-85C3-4716-A440-9010B64C6BFA}" type="sibTrans" cxnId="{AC46B814-BD05-4E60-ADDC-EF61F95B0C5F}">
      <dgm:prSet/>
      <dgm:spPr/>
      <dgm:t>
        <a:bodyPr/>
        <a:lstStyle/>
        <a:p>
          <a:endParaRPr lang="en-GB"/>
        </a:p>
      </dgm:t>
    </dgm:pt>
    <dgm:pt modelId="{EECF8A60-9F21-473B-A848-046E586E04FA}" type="pres">
      <dgm:prSet presAssocID="{BE39F693-63B2-462E-8157-C2DF3B86102D}" presName="Name0" presStyleCnt="0">
        <dgm:presLayoutVars>
          <dgm:chMax val="7"/>
          <dgm:chPref val="7"/>
          <dgm:dir/>
        </dgm:presLayoutVars>
      </dgm:prSet>
      <dgm:spPr/>
    </dgm:pt>
    <dgm:pt modelId="{A78A5544-0734-4576-A469-A485D2831C3E}" type="pres">
      <dgm:prSet presAssocID="{BE39F693-63B2-462E-8157-C2DF3B86102D}" presName="Name1" presStyleCnt="0"/>
      <dgm:spPr/>
    </dgm:pt>
    <dgm:pt modelId="{FC734679-117D-4D3D-B188-20BA81C593C2}" type="pres">
      <dgm:prSet presAssocID="{BE39F693-63B2-462E-8157-C2DF3B86102D}" presName="cycle" presStyleCnt="0"/>
      <dgm:spPr/>
    </dgm:pt>
    <dgm:pt modelId="{8FCE94F2-DE5B-4771-B4A3-D6004BBE7BA0}" type="pres">
      <dgm:prSet presAssocID="{BE39F693-63B2-462E-8157-C2DF3B86102D}" presName="srcNode" presStyleLbl="node1" presStyleIdx="0" presStyleCnt="3"/>
      <dgm:spPr/>
    </dgm:pt>
    <dgm:pt modelId="{B733D8CC-168C-4439-8E8A-9FC5213C1FE0}" type="pres">
      <dgm:prSet presAssocID="{BE39F693-63B2-462E-8157-C2DF3B86102D}" presName="conn" presStyleLbl="parChTrans1D2" presStyleIdx="0" presStyleCnt="1"/>
      <dgm:spPr/>
    </dgm:pt>
    <dgm:pt modelId="{CF4031BB-D888-4C13-ADC5-C48E59298063}" type="pres">
      <dgm:prSet presAssocID="{BE39F693-63B2-462E-8157-C2DF3B86102D}" presName="extraNode" presStyleLbl="node1" presStyleIdx="0" presStyleCnt="3"/>
      <dgm:spPr/>
    </dgm:pt>
    <dgm:pt modelId="{8FE1DA05-1262-4797-8B61-64884A5C5A5F}" type="pres">
      <dgm:prSet presAssocID="{BE39F693-63B2-462E-8157-C2DF3B86102D}" presName="dstNode" presStyleLbl="node1" presStyleIdx="0" presStyleCnt="3"/>
      <dgm:spPr/>
    </dgm:pt>
    <dgm:pt modelId="{777836C2-6551-4B91-9183-CD78E5122360}" type="pres">
      <dgm:prSet presAssocID="{F2E4A677-C27D-4D2E-B246-426D26D194F3}" presName="text_1" presStyleLbl="node1" presStyleIdx="0" presStyleCnt="3">
        <dgm:presLayoutVars>
          <dgm:bulletEnabled val="1"/>
        </dgm:presLayoutVars>
      </dgm:prSet>
      <dgm:spPr/>
    </dgm:pt>
    <dgm:pt modelId="{BDD89CEB-E6F3-4A34-9711-7FF8EDFDCD04}" type="pres">
      <dgm:prSet presAssocID="{F2E4A677-C27D-4D2E-B246-426D26D194F3}" presName="accent_1" presStyleCnt="0"/>
      <dgm:spPr/>
    </dgm:pt>
    <dgm:pt modelId="{AE589E3F-2E47-4F30-B7CE-2E14CD713866}" type="pres">
      <dgm:prSet presAssocID="{F2E4A677-C27D-4D2E-B246-426D26D194F3}" presName="accentRepeatNode" presStyleLbl="solidFgAcc1" presStyleIdx="0" presStyleCnt="3"/>
      <dgm:spPr/>
    </dgm:pt>
    <dgm:pt modelId="{172F63E5-931B-49EC-A4FC-7736A53ED815}" type="pres">
      <dgm:prSet presAssocID="{49FE5BE2-BE7D-4900-A452-3A6E537C6A2F}" presName="text_2" presStyleLbl="node1" presStyleIdx="1" presStyleCnt="3">
        <dgm:presLayoutVars>
          <dgm:bulletEnabled val="1"/>
        </dgm:presLayoutVars>
      </dgm:prSet>
      <dgm:spPr/>
    </dgm:pt>
    <dgm:pt modelId="{5603380A-9E92-40D8-937F-CBCC8037ECFA}" type="pres">
      <dgm:prSet presAssocID="{49FE5BE2-BE7D-4900-A452-3A6E537C6A2F}" presName="accent_2" presStyleCnt="0"/>
      <dgm:spPr/>
    </dgm:pt>
    <dgm:pt modelId="{87E5B255-65E0-4146-A163-CD8B73921938}" type="pres">
      <dgm:prSet presAssocID="{49FE5BE2-BE7D-4900-A452-3A6E537C6A2F}" presName="accentRepeatNode" presStyleLbl="solidFgAcc1" presStyleIdx="1" presStyleCnt="3"/>
      <dgm:spPr/>
    </dgm:pt>
    <dgm:pt modelId="{69478172-155B-4EED-8318-354E8180936D}" type="pres">
      <dgm:prSet presAssocID="{627B0488-84CB-4642-AE1D-0A8200C7EB81}" presName="text_3" presStyleLbl="node1" presStyleIdx="2" presStyleCnt="3">
        <dgm:presLayoutVars>
          <dgm:bulletEnabled val="1"/>
        </dgm:presLayoutVars>
      </dgm:prSet>
      <dgm:spPr/>
    </dgm:pt>
    <dgm:pt modelId="{89E13EB9-1CC9-48AE-A18C-13354FD49F12}" type="pres">
      <dgm:prSet presAssocID="{627B0488-84CB-4642-AE1D-0A8200C7EB81}" presName="accent_3" presStyleCnt="0"/>
      <dgm:spPr/>
    </dgm:pt>
    <dgm:pt modelId="{D6135837-68B9-49D6-8C5B-539A978BD8F2}" type="pres">
      <dgm:prSet presAssocID="{627B0488-84CB-4642-AE1D-0A8200C7EB81}" presName="accentRepeatNode" presStyleLbl="solidFgAcc1" presStyleIdx="2" presStyleCnt="3"/>
      <dgm:spPr/>
    </dgm:pt>
  </dgm:ptLst>
  <dgm:cxnLst>
    <dgm:cxn modelId="{AC46B814-BD05-4E60-ADDC-EF61F95B0C5F}" srcId="{BE39F693-63B2-462E-8157-C2DF3B86102D}" destId="{627B0488-84CB-4642-AE1D-0A8200C7EB81}" srcOrd="2" destOrd="0" parTransId="{55AF4341-3B40-4212-8615-17B72E210150}" sibTransId="{62F92CE3-85C3-4716-A440-9010B64C6BFA}"/>
    <dgm:cxn modelId="{9A353E1B-CBFB-4756-BFA0-B4B03DD064F5}" srcId="{BE39F693-63B2-462E-8157-C2DF3B86102D}" destId="{F2E4A677-C27D-4D2E-B246-426D26D194F3}" srcOrd="0" destOrd="0" parTransId="{757D3CB6-BE72-41B1-A6B2-9F9D89E3AD71}" sibTransId="{C724DE69-EA84-431B-A6D2-8333B447FB56}"/>
    <dgm:cxn modelId="{06E65B1D-3E3F-4C01-8645-6C75116AAF76}" type="presOf" srcId="{F2E4A677-C27D-4D2E-B246-426D26D194F3}" destId="{777836C2-6551-4B91-9183-CD78E5122360}" srcOrd="0" destOrd="0" presId="urn:microsoft.com/office/officeart/2008/layout/VerticalCurvedList"/>
    <dgm:cxn modelId="{507E1F67-187A-4395-A6D0-BA38634603E6}" type="presOf" srcId="{BE39F693-63B2-462E-8157-C2DF3B86102D}" destId="{EECF8A60-9F21-473B-A848-046E586E04FA}" srcOrd="0" destOrd="0" presId="urn:microsoft.com/office/officeart/2008/layout/VerticalCurvedList"/>
    <dgm:cxn modelId="{06B1B06E-6FC3-49FD-8363-D84A4F32E970}" type="presOf" srcId="{627B0488-84CB-4642-AE1D-0A8200C7EB81}" destId="{69478172-155B-4EED-8318-354E8180936D}" srcOrd="0" destOrd="0" presId="urn:microsoft.com/office/officeart/2008/layout/VerticalCurvedList"/>
    <dgm:cxn modelId="{01322F4F-3010-4C40-95F5-25540745340D}" type="presOf" srcId="{C724DE69-EA84-431B-A6D2-8333B447FB56}" destId="{B733D8CC-168C-4439-8E8A-9FC5213C1FE0}" srcOrd="0" destOrd="0" presId="urn:microsoft.com/office/officeart/2008/layout/VerticalCurvedList"/>
    <dgm:cxn modelId="{7866CD54-E84A-44FA-8B8B-62B9A4DF93F3}" type="presOf" srcId="{49FE5BE2-BE7D-4900-A452-3A6E537C6A2F}" destId="{172F63E5-931B-49EC-A4FC-7736A53ED815}" srcOrd="0" destOrd="0" presId="urn:microsoft.com/office/officeart/2008/layout/VerticalCurvedList"/>
    <dgm:cxn modelId="{8D1BDAA7-7596-479F-B70D-17CB61ACD1D6}" srcId="{BE39F693-63B2-462E-8157-C2DF3B86102D}" destId="{49FE5BE2-BE7D-4900-A452-3A6E537C6A2F}" srcOrd="1" destOrd="0" parTransId="{79C597C6-892E-47D4-99E5-72BD1DEFB66D}" sibTransId="{26532A1E-A130-49A2-9AA9-3A9F360965EA}"/>
    <dgm:cxn modelId="{0621F052-4880-46EC-B8C1-559159BA8340}" type="presParOf" srcId="{EECF8A60-9F21-473B-A848-046E586E04FA}" destId="{A78A5544-0734-4576-A469-A485D2831C3E}" srcOrd="0" destOrd="0" presId="urn:microsoft.com/office/officeart/2008/layout/VerticalCurvedList"/>
    <dgm:cxn modelId="{B75972DC-C8F9-461A-B540-B4B40E973230}" type="presParOf" srcId="{A78A5544-0734-4576-A469-A485D2831C3E}" destId="{FC734679-117D-4D3D-B188-20BA81C593C2}" srcOrd="0" destOrd="0" presId="urn:microsoft.com/office/officeart/2008/layout/VerticalCurvedList"/>
    <dgm:cxn modelId="{674B28A9-047F-49C5-AADD-6237FAD18B3E}" type="presParOf" srcId="{FC734679-117D-4D3D-B188-20BA81C593C2}" destId="{8FCE94F2-DE5B-4771-B4A3-D6004BBE7BA0}" srcOrd="0" destOrd="0" presId="urn:microsoft.com/office/officeart/2008/layout/VerticalCurvedList"/>
    <dgm:cxn modelId="{62550F98-07DD-437A-A545-843D3D9B6B7B}" type="presParOf" srcId="{FC734679-117D-4D3D-B188-20BA81C593C2}" destId="{B733D8CC-168C-4439-8E8A-9FC5213C1FE0}" srcOrd="1" destOrd="0" presId="urn:microsoft.com/office/officeart/2008/layout/VerticalCurvedList"/>
    <dgm:cxn modelId="{FD7D5537-60E0-4A52-B2B3-E3675DA72FE9}" type="presParOf" srcId="{FC734679-117D-4D3D-B188-20BA81C593C2}" destId="{CF4031BB-D888-4C13-ADC5-C48E59298063}" srcOrd="2" destOrd="0" presId="urn:microsoft.com/office/officeart/2008/layout/VerticalCurvedList"/>
    <dgm:cxn modelId="{A1501E88-5251-471B-B586-3366B1CBF720}" type="presParOf" srcId="{FC734679-117D-4D3D-B188-20BA81C593C2}" destId="{8FE1DA05-1262-4797-8B61-64884A5C5A5F}" srcOrd="3" destOrd="0" presId="urn:microsoft.com/office/officeart/2008/layout/VerticalCurvedList"/>
    <dgm:cxn modelId="{91BFA98F-840B-4E70-868E-3468A8F74474}" type="presParOf" srcId="{A78A5544-0734-4576-A469-A485D2831C3E}" destId="{777836C2-6551-4B91-9183-CD78E5122360}" srcOrd="1" destOrd="0" presId="urn:microsoft.com/office/officeart/2008/layout/VerticalCurvedList"/>
    <dgm:cxn modelId="{BF6FEBF3-A084-4E1A-9AF7-E4F311957835}" type="presParOf" srcId="{A78A5544-0734-4576-A469-A485D2831C3E}" destId="{BDD89CEB-E6F3-4A34-9711-7FF8EDFDCD04}" srcOrd="2" destOrd="0" presId="urn:microsoft.com/office/officeart/2008/layout/VerticalCurvedList"/>
    <dgm:cxn modelId="{03622054-6361-4386-96DB-5A5CDFFEFF85}" type="presParOf" srcId="{BDD89CEB-E6F3-4A34-9711-7FF8EDFDCD04}" destId="{AE589E3F-2E47-4F30-B7CE-2E14CD713866}" srcOrd="0" destOrd="0" presId="urn:microsoft.com/office/officeart/2008/layout/VerticalCurvedList"/>
    <dgm:cxn modelId="{9B311D89-11B9-4044-946D-EAFFC9E8D2E3}" type="presParOf" srcId="{A78A5544-0734-4576-A469-A485D2831C3E}" destId="{172F63E5-931B-49EC-A4FC-7736A53ED815}" srcOrd="3" destOrd="0" presId="urn:microsoft.com/office/officeart/2008/layout/VerticalCurvedList"/>
    <dgm:cxn modelId="{56811306-8990-4396-BF92-25FD03DDF6C8}" type="presParOf" srcId="{A78A5544-0734-4576-A469-A485D2831C3E}" destId="{5603380A-9E92-40D8-937F-CBCC8037ECFA}" srcOrd="4" destOrd="0" presId="urn:microsoft.com/office/officeart/2008/layout/VerticalCurvedList"/>
    <dgm:cxn modelId="{6A10C33F-BCC0-493F-B072-1F2F8E19F190}" type="presParOf" srcId="{5603380A-9E92-40D8-937F-CBCC8037ECFA}" destId="{87E5B255-65E0-4146-A163-CD8B73921938}" srcOrd="0" destOrd="0" presId="urn:microsoft.com/office/officeart/2008/layout/VerticalCurvedList"/>
    <dgm:cxn modelId="{4B68DC53-9130-4CDA-B9A0-68762A0ADE33}" type="presParOf" srcId="{A78A5544-0734-4576-A469-A485D2831C3E}" destId="{69478172-155B-4EED-8318-354E8180936D}" srcOrd="5" destOrd="0" presId="urn:microsoft.com/office/officeart/2008/layout/VerticalCurvedList"/>
    <dgm:cxn modelId="{9937C893-D0AC-49B6-AECF-07FA1137A475}" type="presParOf" srcId="{A78A5544-0734-4576-A469-A485D2831C3E}" destId="{89E13EB9-1CC9-48AE-A18C-13354FD49F12}" srcOrd="6" destOrd="0" presId="urn:microsoft.com/office/officeart/2008/layout/VerticalCurvedList"/>
    <dgm:cxn modelId="{38BB5E2F-2A9C-4603-8335-A1CC8E94C6C1}" type="presParOf" srcId="{89E13EB9-1CC9-48AE-A18C-13354FD49F12}" destId="{D6135837-68B9-49D6-8C5B-539A978BD8F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478D7-FB4C-46A6-A7EF-8C7566E61ED2}">
      <dsp:nvSpPr>
        <dsp:cNvPr id="0" name=""/>
        <dsp:cNvSpPr/>
      </dsp:nvSpPr>
      <dsp:spPr>
        <a:xfrm>
          <a:off x="10090427" y="1558956"/>
          <a:ext cx="2300781" cy="230115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D55210-A895-440B-8346-EBDB18A4FB87}">
      <dsp:nvSpPr>
        <dsp:cNvPr id="0" name=""/>
        <dsp:cNvSpPr/>
      </dsp:nvSpPr>
      <dsp:spPr>
        <a:xfrm>
          <a:off x="10166344" y="1635675"/>
          <a:ext cx="2147722" cy="214772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Packets may arrive out of order. Once the final packet arrives, they are reordered correctly.</a:t>
          </a:r>
        </a:p>
      </dsp:txBody>
      <dsp:txXfrm>
        <a:off x="10473687" y="1942550"/>
        <a:ext cx="1534262" cy="1533970"/>
      </dsp:txXfrm>
    </dsp:sp>
    <dsp:sp modelId="{E39AE340-444B-4066-9610-107A2EDD138F}">
      <dsp:nvSpPr>
        <dsp:cNvPr id="0" name=""/>
        <dsp:cNvSpPr/>
      </dsp:nvSpPr>
      <dsp:spPr>
        <a:xfrm rot="2700000">
          <a:off x="7711413" y="1559075"/>
          <a:ext cx="2300515" cy="2300515"/>
        </a:xfrm>
        <a:prstGeom prst="teardrop">
          <a:avLst>
            <a:gd name="adj" fmla="val 100000"/>
          </a:avLst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C491C-4436-40C8-97B3-56545965D62D}">
      <dsp:nvSpPr>
        <dsp:cNvPr id="0" name=""/>
        <dsp:cNvSpPr/>
      </dsp:nvSpPr>
      <dsp:spPr>
        <a:xfrm>
          <a:off x="7789646" y="1635675"/>
          <a:ext cx="2147722" cy="214772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677650"/>
              <a:satOff val="25000"/>
              <a:lumOff val="-36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Routers are responsible for controlling the route each packet takes.</a:t>
          </a:r>
        </a:p>
      </dsp:txBody>
      <dsp:txXfrm>
        <a:off x="8095763" y="1942550"/>
        <a:ext cx="1534262" cy="1533970"/>
      </dsp:txXfrm>
    </dsp:sp>
    <dsp:sp modelId="{BB8A93D9-A269-47B5-9E14-749C4953932C}">
      <dsp:nvSpPr>
        <dsp:cNvPr id="0" name=""/>
        <dsp:cNvSpPr/>
      </dsp:nvSpPr>
      <dsp:spPr>
        <a:xfrm rot="2700000">
          <a:off x="5334714" y="1559075"/>
          <a:ext cx="2300515" cy="2300515"/>
        </a:xfrm>
        <a:prstGeom prst="teardrop">
          <a:avLst>
            <a:gd name="adj" fmla="val 10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E847C-1675-4576-A1B9-63C47E26EDB0}">
      <dsp:nvSpPr>
        <dsp:cNvPr id="0" name=""/>
        <dsp:cNvSpPr/>
      </dsp:nvSpPr>
      <dsp:spPr>
        <a:xfrm>
          <a:off x="5411723" y="1635675"/>
          <a:ext cx="2147722" cy="214772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Each packet can take its own route to the destination based on congestion.</a:t>
          </a:r>
        </a:p>
      </dsp:txBody>
      <dsp:txXfrm>
        <a:off x="5717840" y="1942550"/>
        <a:ext cx="1534262" cy="1533970"/>
      </dsp:txXfrm>
    </dsp:sp>
    <dsp:sp modelId="{068E438D-7258-40D3-82B5-A6A93CA27F2B}">
      <dsp:nvSpPr>
        <dsp:cNvPr id="0" name=""/>
        <dsp:cNvSpPr/>
      </dsp:nvSpPr>
      <dsp:spPr>
        <a:xfrm rot="2700000">
          <a:off x="2956791" y="1559075"/>
          <a:ext cx="2300515" cy="2300515"/>
        </a:xfrm>
        <a:prstGeom prst="teardrop">
          <a:avLst>
            <a:gd name="adj" fmla="val 100000"/>
          </a:avLst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6C21E-4AA7-4FF5-94FC-61A694275564}">
      <dsp:nvSpPr>
        <dsp:cNvPr id="0" name=""/>
        <dsp:cNvSpPr/>
      </dsp:nvSpPr>
      <dsp:spPr>
        <a:xfrm>
          <a:off x="3033800" y="1635675"/>
          <a:ext cx="2147722" cy="214772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032949"/>
              <a:satOff val="75000"/>
              <a:lumOff val="-11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Each packet is assigned a sequence number before being sent.</a:t>
          </a:r>
        </a:p>
      </dsp:txBody>
      <dsp:txXfrm>
        <a:off x="3341142" y="1942550"/>
        <a:ext cx="1534262" cy="1533970"/>
      </dsp:txXfrm>
    </dsp:sp>
    <dsp:sp modelId="{5984B511-E4C9-4A51-BAD5-98C7AC014E32}">
      <dsp:nvSpPr>
        <dsp:cNvPr id="0" name=""/>
        <dsp:cNvSpPr/>
      </dsp:nvSpPr>
      <dsp:spPr>
        <a:xfrm rot="2700000">
          <a:off x="578868" y="1559075"/>
          <a:ext cx="2300515" cy="2300515"/>
        </a:xfrm>
        <a:prstGeom prst="teardrop">
          <a:avLst>
            <a:gd name="adj" fmla="val 10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54EF0-E9AA-42A2-96DC-AC186F13DADB}">
      <dsp:nvSpPr>
        <dsp:cNvPr id="0" name=""/>
        <dsp:cNvSpPr/>
      </dsp:nvSpPr>
      <dsp:spPr>
        <a:xfrm>
          <a:off x="655877" y="1635675"/>
          <a:ext cx="2147722" cy="214772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 data transmission is broken down into packets.</a:t>
          </a:r>
        </a:p>
      </dsp:txBody>
      <dsp:txXfrm>
        <a:off x="963219" y="1942550"/>
        <a:ext cx="1534262" cy="15339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3D8CC-168C-4439-8E8A-9FC5213C1FE0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7836C2-6551-4B91-9183-CD78E5122360}">
      <dsp:nvSpPr>
        <dsp:cNvPr id="0" name=""/>
        <dsp:cNvSpPr/>
      </dsp:nvSpPr>
      <dsp:spPr>
        <a:xfrm>
          <a:off x="610504" y="416587"/>
          <a:ext cx="11266788" cy="833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No need to tie up a single communication channel</a:t>
          </a:r>
        </a:p>
      </dsp:txBody>
      <dsp:txXfrm>
        <a:off x="610504" y="416587"/>
        <a:ext cx="11266788" cy="833607"/>
      </dsp:txXfrm>
    </dsp:sp>
    <dsp:sp modelId="{AE589E3F-2E47-4F30-B7CE-2E14CD713866}">
      <dsp:nvSpPr>
        <dsp:cNvPr id="0" name=""/>
        <dsp:cNvSpPr/>
      </dsp:nvSpPr>
      <dsp:spPr>
        <a:xfrm>
          <a:off x="89500" y="312386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3C6D5-39EE-4DDA-9FF7-29E4738B7F14}">
      <dsp:nvSpPr>
        <dsp:cNvPr id="0" name=""/>
        <dsp:cNvSpPr/>
      </dsp:nvSpPr>
      <dsp:spPr>
        <a:xfrm>
          <a:off x="1088431" y="1667215"/>
          <a:ext cx="10788861" cy="833607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Easy to overcome busy or faulty lines by re-routing packets</a:t>
          </a:r>
        </a:p>
      </dsp:txBody>
      <dsp:txXfrm>
        <a:off x="1088431" y="1667215"/>
        <a:ext cx="10788861" cy="833607"/>
      </dsp:txXfrm>
    </dsp:sp>
    <dsp:sp modelId="{0328AA84-ED3A-48EC-8D91-10A924839C8E}">
      <dsp:nvSpPr>
        <dsp:cNvPr id="0" name=""/>
        <dsp:cNvSpPr/>
      </dsp:nvSpPr>
      <dsp:spPr>
        <a:xfrm>
          <a:off x="567426" y="1563014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2AA1B-8487-4069-9002-67B23532BECE}">
      <dsp:nvSpPr>
        <dsp:cNvPr id="0" name=""/>
        <dsp:cNvSpPr/>
      </dsp:nvSpPr>
      <dsp:spPr>
        <a:xfrm>
          <a:off x="1088431" y="2917843"/>
          <a:ext cx="10788861" cy="833607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Relatively easy to expand package usage</a:t>
          </a:r>
        </a:p>
      </dsp:txBody>
      <dsp:txXfrm>
        <a:off x="1088431" y="2917843"/>
        <a:ext cx="10788861" cy="833607"/>
      </dsp:txXfrm>
    </dsp:sp>
    <dsp:sp modelId="{83D6AACA-4DC3-4186-90FB-00E5E0410D7C}">
      <dsp:nvSpPr>
        <dsp:cNvPr id="0" name=""/>
        <dsp:cNvSpPr/>
      </dsp:nvSpPr>
      <dsp:spPr>
        <a:xfrm>
          <a:off x="567426" y="2813642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3EF06-C579-4AB7-A90A-375C7B4A81BE}">
      <dsp:nvSpPr>
        <dsp:cNvPr id="0" name=""/>
        <dsp:cNvSpPr/>
      </dsp:nvSpPr>
      <dsp:spPr>
        <a:xfrm>
          <a:off x="610504" y="4168472"/>
          <a:ext cx="11266788" cy="833607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Possible to achieve a high data transmission rate</a:t>
          </a:r>
        </a:p>
      </dsp:txBody>
      <dsp:txXfrm>
        <a:off x="610504" y="4168472"/>
        <a:ext cx="11266788" cy="833607"/>
      </dsp:txXfrm>
    </dsp:sp>
    <dsp:sp modelId="{96D47243-956E-4409-83E1-3A7132BF04C2}">
      <dsp:nvSpPr>
        <dsp:cNvPr id="0" name=""/>
        <dsp:cNvSpPr/>
      </dsp:nvSpPr>
      <dsp:spPr>
        <a:xfrm>
          <a:off x="89500" y="4064271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3D8CC-168C-4439-8E8A-9FC5213C1FE0}">
      <dsp:nvSpPr>
        <dsp:cNvPr id="0" name=""/>
        <dsp:cNvSpPr/>
      </dsp:nvSpPr>
      <dsp:spPr>
        <a:xfrm>
          <a:off x="-6125176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7836C2-6551-4B91-9183-CD78E5122360}">
      <dsp:nvSpPr>
        <dsp:cNvPr id="0" name=""/>
        <dsp:cNvSpPr/>
      </dsp:nvSpPr>
      <dsp:spPr>
        <a:xfrm>
          <a:off x="752110" y="541866"/>
          <a:ext cx="11126986" cy="10837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Packet can become lost en route and need to be re-sent</a:t>
          </a:r>
        </a:p>
      </dsp:txBody>
      <dsp:txXfrm>
        <a:off x="752110" y="541866"/>
        <a:ext cx="11126986" cy="1083733"/>
      </dsp:txXfrm>
    </dsp:sp>
    <dsp:sp modelId="{AE589E3F-2E47-4F30-B7CE-2E14CD713866}">
      <dsp:nvSpPr>
        <dsp:cNvPr id="0" name=""/>
        <dsp:cNvSpPr/>
      </dsp:nvSpPr>
      <dsp:spPr>
        <a:xfrm>
          <a:off x="74777" y="4064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F63E5-931B-49EC-A4FC-7736A53ED815}">
      <dsp:nvSpPr>
        <dsp:cNvPr id="0" name=""/>
        <dsp:cNvSpPr/>
      </dsp:nvSpPr>
      <dsp:spPr>
        <a:xfrm>
          <a:off x="1146048" y="2167466"/>
          <a:ext cx="10733049" cy="1083733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Real-time streaming is more prone to errors</a:t>
          </a:r>
        </a:p>
      </dsp:txBody>
      <dsp:txXfrm>
        <a:off x="1146048" y="2167466"/>
        <a:ext cx="10733049" cy="1083733"/>
      </dsp:txXfrm>
    </dsp:sp>
    <dsp:sp modelId="{87E5B255-65E0-4146-A163-CD8B73921938}">
      <dsp:nvSpPr>
        <dsp:cNvPr id="0" name=""/>
        <dsp:cNvSpPr/>
      </dsp:nvSpPr>
      <dsp:spPr>
        <a:xfrm>
          <a:off x="468714" y="20320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478172-155B-4EED-8318-354E8180936D}">
      <dsp:nvSpPr>
        <dsp:cNvPr id="0" name=""/>
        <dsp:cNvSpPr/>
      </dsp:nvSpPr>
      <dsp:spPr>
        <a:xfrm>
          <a:off x="752110" y="3793066"/>
          <a:ext cx="11126986" cy="108373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Delays at the destination while packets are re-ordered</a:t>
          </a:r>
        </a:p>
      </dsp:txBody>
      <dsp:txXfrm>
        <a:off x="752110" y="3793066"/>
        <a:ext cx="11126986" cy="1083733"/>
      </dsp:txXfrm>
    </dsp:sp>
    <dsp:sp modelId="{D6135837-68B9-49D6-8C5B-539A978BD8F2}">
      <dsp:nvSpPr>
        <dsp:cNvPr id="0" name=""/>
        <dsp:cNvSpPr/>
      </dsp:nvSpPr>
      <dsp:spPr>
        <a:xfrm>
          <a:off x="74777" y="36576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2.1 Types and methods of data transmission | Packet switching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11" Type="http://schemas.openxmlformats.org/officeDocument/2006/relationships/image" Target="../media/image9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8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11" Type="http://schemas.openxmlformats.org/officeDocument/2006/relationships/image" Target="../media/image17.png"/><Relationship Id="rId5" Type="http://schemas.openxmlformats.org/officeDocument/2006/relationships/diagramColors" Target="../diagrams/colors3.xml"/><Relationship Id="rId10" Type="http://schemas.openxmlformats.org/officeDocument/2006/relationships/image" Target="../media/image16.sv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Packet switching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4C5050-D4E2-8FE0-8696-8601667507E7}"/>
              </a:ext>
            </a:extLst>
          </p:cNvPr>
          <p:cNvSpPr txBox="1"/>
          <p:nvPr/>
        </p:nvSpPr>
        <p:spPr>
          <a:xfrm>
            <a:off x="304800" y="92955"/>
            <a:ext cx="9879279" cy="766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2.1 Types and methods of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837805-38EE-9258-7284-2E81CAF63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998"/>
            <a:ext cx="12192000" cy="64360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303450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switching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BA7F2E9-00D4-D80C-0F5F-72AA075360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045566"/>
              </p:ext>
            </p:extLst>
          </p:nvPr>
        </p:nvGraphicFramePr>
        <p:xfrm>
          <a:off x="-406401" y="1202160"/>
          <a:ext cx="1249362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B0C9D77-636E-CF04-12C6-9D8212CA0F62}"/>
              </a:ext>
            </a:extLst>
          </p:cNvPr>
          <p:cNvSpPr/>
          <p:nvPr/>
        </p:nvSpPr>
        <p:spPr>
          <a:xfrm>
            <a:off x="220676" y="1202160"/>
            <a:ext cx="5541950" cy="37555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switching can be thought of as a five-step process.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325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984B511-E4C9-4A51-BAD5-98C7AC014E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5984B511-E4C9-4A51-BAD5-98C7AC014E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554EF0-E9AA-42A2-96DC-AC186F13D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graphicEl>
                                              <a:dgm id="{D7554EF0-E9AA-42A2-96DC-AC186F13DA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68E438D-7258-40D3-82B5-A6A93CA27F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068E438D-7258-40D3-82B5-A6A93CA27F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416C21E-4AA7-4FF5-94FC-61A6942755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graphicEl>
                                              <a:dgm id="{3416C21E-4AA7-4FF5-94FC-61A6942755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8A93D9-A269-47B5-9E14-749C495393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BB8A93D9-A269-47B5-9E14-749C495393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B6E847C-1675-4576-A1B9-63C47E26ED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graphicEl>
                                              <a:dgm id="{9B6E847C-1675-4576-A1B9-63C47E26ED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39AE340-444B-4066-9610-107A2EDD13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E39AE340-444B-4066-9610-107A2EDD13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ADC491C-4436-40C8-97B3-56545965D6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graphicEl>
                                              <a:dgm id="{8ADC491C-4436-40C8-97B3-56545965D6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F1478D7-FB4C-46A6-A7EF-8C7566E61E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graphicEl>
                                              <a:dgm id="{0F1478D7-FB4C-46A6-A7EF-8C7566E61E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DD55210-A895-440B-8346-EBDB18A4FB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graphicEl>
                                              <a:dgm id="{4DD55210-A895-440B-8346-EBDB18A4FB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p&#10;&#10;Description automatically generated">
            <a:extLst>
              <a:ext uri="{FF2B5EF4-FFF2-40B4-BE49-F238E27FC236}">
                <a16:creationId xmlns:a16="http://schemas.microsoft.com/office/drawing/2014/main" id="{2DC28A33-0D25-7BD9-2B8B-8E1309E7DD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2887"/>
            <a:ext cx="12192000" cy="6466858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67C075C2-51DF-49DB-871C-B4DB386E4446}"/>
              </a:ext>
            </a:extLst>
          </p:cNvPr>
          <p:cNvSpPr/>
          <p:nvPr/>
        </p:nvSpPr>
        <p:spPr>
          <a:xfrm>
            <a:off x="2254186" y="2353371"/>
            <a:ext cx="226584" cy="2265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0A489A5-E2D0-47CD-ABDB-0BCF65459A65}"/>
              </a:ext>
            </a:extLst>
          </p:cNvPr>
          <p:cNvSpPr/>
          <p:nvPr/>
        </p:nvSpPr>
        <p:spPr>
          <a:xfrm>
            <a:off x="2480593" y="2353371"/>
            <a:ext cx="226584" cy="2265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220B732-ABA8-4A2D-95B7-BD849243AF6B}"/>
              </a:ext>
            </a:extLst>
          </p:cNvPr>
          <p:cNvSpPr/>
          <p:nvPr/>
        </p:nvSpPr>
        <p:spPr>
          <a:xfrm>
            <a:off x="2706228" y="2353371"/>
            <a:ext cx="226584" cy="2265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0FBEB0C-41A3-4798-8EC3-6D769E3F9E40}"/>
              </a:ext>
            </a:extLst>
          </p:cNvPr>
          <p:cNvSpPr/>
          <p:nvPr/>
        </p:nvSpPr>
        <p:spPr>
          <a:xfrm>
            <a:off x="2932635" y="2353371"/>
            <a:ext cx="226584" cy="2265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0729286A-5620-4D68-A9E2-A0929522D432}"/>
              </a:ext>
            </a:extLst>
          </p:cNvPr>
          <p:cNvCxnSpPr>
            <a:cxnSpLocks/>
          </p:cNvCxnSpPr>
          <p:nvPr/>
        </p:nvCxnSpPr>
        <p:spPr>
          <a:xfrm>
            <a:off x="2254186" y="2666280"/>
            <a:ext cx="932205" cy="288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5033AF2-D360-4C12-96A8-221D1CCC0ED5}"/>
              </a:ext>
            </a:extLst>
          </p:cNvPr>
          <p:cNvCxnSpPr>
            <a:cxnSpLocks/>
          </p:cNvCxnSpPr>
          <p:nvPr/>
        </p:nvCxnSpPr>
        <p:spPr>
          <a:xfrm>
            <a:off x="6179793" y="3023739"/>
            <a:ext cx="788679" cy="211844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D1B11463-D405-4D38-B112-50DCB96378E1}"/>
              </a:ext>
            </a:extLst>
          </p:cNvPr>
          <p:cNvCxnSpPr>
            <a:cxnSpLocks/>
          </p:cNvCxnSpPr>
          <p:nvPr/>
        </p:nvCxnSpPr>
        <p:spPr>
          <a:xfrm>
            <a:off x="2254186" y="2757276"/>
            <a:ext cx="932205" cy="288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86C8D6EE-E7AA-4A56-AFC2-30AE37434908}"/>
              </a:ext>
            </a:extLst>
          </p:cNvPr>
          <p:cNvCxnSpPr>
            <a:cxnSpLocks/>
          </p:cNvCxnSpPr>
          <p:nvPr/>
        </p:nvCxnSpPr>
        <p:spPr>
          <a:xfrm>
            <a:off x="2253528" y="2847708"/>
            <a:ext cx="932205" cy="288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2C4116E-A25B-4F95-8097-2CE49050F18B}"/>
              </a:ext>
            </a:extLst>
          </p:cNvPr>
          <p:cNvCxnSpPr>
            <a:cxnSpLocks/>
          </p:cNvCxnSpPr>
          <p:nvPr/>
        </p:nvCxnSpPr>
        <p:spPr>
          <a:xfrm>
            <a:off x="2253528" y="2938704"/>
            <a:ext cx="932205" cy="288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01BC274F-7F81-47CC-8719-736495859785}"/>
              </a:ext>
            </a:extLst>
          </p:cNvPr>
          <p:cNvCxnSpPr>
            <a:cxnSpLocks/>
          </p:cNvCxnSpPr>
          <p:nvPr/>
        </p:nvCxnSpPr>
        <p:spPr>
          <a:xfrm>
            <a:off x="7763478" y="5315031"/>
            <a:ext cx="932205" cy="288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7CAC3AC8-3573-4AD8-ADA4-3E09821DE82E}"/>
              </a:ext>
            </a:extLst>
          </p:cNvPr>
          <p:cNvCxnSpPr>
            <a:cxnSpLocks/>
          </p:cNvCxnSpPr>
          <p:nvPr/>
        </p:nvCxnSpPr>
        <p:spPr>
          <a:xfrm>
            <a:off x="7763478" y="5406027"/>
            <a:ext cx="932205" cy="288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9FD0BFD2-E353-408D-9C69-9001393EBF0C}"/>
              </a:ext>
            </a:extLst>
          </p:cNvPr>
          <p:cNvCxnSpPr>
            <a:cxnSpLocks/>
          </p:cNvCxnSpPr>
          <p:nvPr/>
        </p:nvCxnSpPr>
        <p:spPr>
          <a:xfrm>
            <a:off x="7762820" y="5496459"/>
            <a:ext cx="932205" cy="288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0D8EA187-EB78-44F2-B9E6-8B2B87DFEACC}"/>
              </a:ext>
            </a:extLst>
          </p:cNvPr>
          <p:cNvCxnSpPr>
            <a:cxnSpLocks/>
          </p:cNvCxnSpPr>
          <p:nvPr/>
        </p:nvCxnSpPr>
        <p:spPr>
          <a:xfrm>
            <a:off x="7762820" y="5587455"/>
            <a:ext cx="932205" cy="288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44D7B01A-9C80-492A-984F-B121703FFC25}"/>
              </a:ext>
            </a:extLst>
          </p:cNvPr>
          <p:cNvCxnSpPr>
            <a:cxnSpLocks/>
          </p:cNvCxnSpPr>
          <p:nvPr/>
        </p:nvCxnSpPr>
        <p:spPr>
          <a:xfrm flipH="1">
            <a:off x="2734664" y="2790832"/>
            <a:ext cx="848019" cy="1866868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1996DE19-5769-459C-8244-02873C1C842F}"/>
              </a:ext>
            </a:extLst>
          </p:cNvPr>
          <p:cNvCxnSpPr>
            <a:cxnSpLocks/>
          </p:cNvCxnSpPr>
          <p:nvPr/>
        </p:nvCxnSpPr>
        <p:spPr>
          <a:xfrm flipV="1">
            <a:off x="2729254" y="4310552"/>
            <a:ext cx="1393046" cy="479192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C4D52C93-301E-47E7-A3A6-38F126BACE22}"/>
              </a:ext>
            </a:extLst>
          </p:cNvPr>
          <p:cNvCxnSpPr>
            <a:cxnSpLocks/>
          </p:cNvCxnSpPr>
          <p:nvPr/>
        </p:nvCxnSpPr>
        <p:spPr>
          <a:xfrm>
            <a:off x="4817983" y="4428469"/>
            <a:ext cx="2102703" cy="833467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404F32-9620-46CE-890B-2DA5359629A1}"/>
              </a:ext>
            </a:extLst>
          </p:cNvPr>
          <p:cNvGrpSpPr/>
          <p:nvPr/>
        </p:nvGrpSpPr>
        <p:grpSpPr>
          <a:xfrm>
            <a:off x="8539303" y="4980368"/>
            <a:ext cx="1194329" cy="1085215"/>
            <a:chOff x="4392654" y="2682339"/>
            <a:chExt cx="1194329" cy="1085215"/>
          </a:xfrm>
        </p:grpSpPr>
        <p:pic>
          <p:nvPicPr>
            <p:cNvPr id="7" name="Picture 6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E0237962-3A04-4E65-A7ED-7953C3AE0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6140" y="2682339"/>
              <a:ext cx="807356" cy="79238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FB3E65-B1E4-4963-9385-5202AEFD5EA3}"/>
                </a:ext>
              </a:extLst>
            </p:cNvPr>
            <p:cNvSpPr txBox="1"/>
            <p:nvPr/>
          </p:nvSpPr>
          <p:spPr>
            <a:xfrm>
              <a:off x="4392654" y="3429000"/>
              <a:ext cx="1194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Destination</a:t>
              </a:r>
              <a:endParaRPr lang="en-GB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1F020B-27AF-4623-9029-7CEB82D0F7FE}"/>
              </a:ext>
            </a:extLst>
          </p:cNvPr>
          <p:cNvGrpSpPr/>
          <p:nvPr/>
        </p:nvGrpSpPr>
        <p:grpSpPr>
          <a:xfrm>
            <a:off x="1389545" y="2356182"/>
            <a:ext cx="807356" cy="1084931"/>
            <a:chOff x="481384" y="3456432"/>
            <a:chExt cx="807356" cy="10849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83AA25-5040-480D-8B56-14A7D56DD517}"/>
                </a:ext>
              </a:extLst>
            </p:cNvPr>
            <p:cNvSpPr txBox="1"/>
            <p:nvPr/>
          </p:nvSpPr>
          <p:spPr>
            <a:xfrm>
              <a:off x="492889" y="4202809"/>
              <a:ext cx="784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Source</a:t>
              </a:r>
              <a:endParaRPr lang="en-GB" b="1" dirty="0"/>
            </a:p>
          </p:txBody>
        </p:sp>
        <p:pic>
          <p:nvPicPr>
            <p:cNvPr id="13" name="Picture 12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E55C9F80-AF3B-4BF7-B6C8-BFA995282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384" y="3456432"/>
              <a:ext cx="807356" cy="792381"/>
            </a:xfrm>
            <a:prstGeom prst="rect">
              <a:avLst/>
            </a:prstGeom>
          </p:spPr>
        </p:pic>
      </p:grp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B40F5BF-36F9-47E6-8E89-471E2EF70F85}"/>
              </a:ext>
            </a:extLst>
          </p:cNvPr>
          <p:cNvCxnSpPr>
            <a:cxnSpLocks/>
          </p:cNvCxnSpPr>
          <p:nvPr/>
        </p:nvCxnSpPr>
        <p:spPr>
          <a:xfrm flipH="1">
            <a:off x="2196901" y="2623935"/>
            <a:ext cx="1064707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9D051EF-9289-4B12-95A4-56CA5EB2E4B0}"/>
              </a:ext>
            </a:extLst>
          </p:cNvPr>
          <p:cNvCxnSpPr>
            <a:cxnSpLocks/>
          </p:cNvCxnSpPr>
          <p:nvPr/>
        </p:nvCxnSpPr>
        <p:spPr>
          <a:xfrm flipH="1">
            <a:off x="7685448" y="5257304"/>
            <a:ext cx="1064707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48DAE64-107F-41A0-AAA6-2EEF96275571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3928770" y="1495373"/>
            <a:ext cx="857510" cy="10199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DF491063-693B-466B-ABC2-1855333BD71D}"/>
              </a:ext>
            </a:extLst>
          </p:cNvPr>
          <p:cNvCxnSpPr>
            <a:cxnSpLocks/>
            <a:stCxn id="86" idx="7"/>
          </p:cNvCxnSpPr>
          <p:nvPr/>
        </p:nvCxnSpPr>
        <p:spPr>
          <a:xfrm flipH="1">
            <a:off x="5176940" y="962501"/>
            <a:ext cx="2106006" cy="43631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950333F-8C28-4E74-8719-1682FD36D4EF}"/>
              </a:ext>
            </a:extLst>
          </p:cNvPr>
          <p:cNvCxnSpPr>
            <a:cxnSpLocks/>
            <a:endCxn id="95" idx="6"/>
          </p:cNvCxnSpPr>
          <p:nvPr/>
        </p:nvCxnSpPr>
        <p:spPr>
          <a:xfrm>
            <a:off x="7827598" y="1063205"/>
            <a:ext cx="767593" cy="148989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2D074BC-BF57-4EFF-B222-21BA03263D9F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2689005" y="2752372"/>
            <a:ext cx="862128" cy="188631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FA7470C-4959-4A40-890C-DD81D0EBA0B2}"/>
              </a:ext>
            </a:extLst>
          </p:cNvPr>
          <p:cNvCxnSpPr>
            <a:cxnSpLocks/>
            <a:stCxn id="54" idx="4"/>
            <a:endCxn id="36" idx="7"/>
          </p:cNvCxnSpPr>
          <p:nvPr/>
        </p:nvCxnSpPr>
        <p:spPr>
          <a:xfrm>
            <a:off x="4824042" y="4390704"/>
            <a:ext cx="2201132" cy="85864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FB88A08-7178-4C19-883B-CD2BF47287BB}"/>
              </a:ext>
            </a:extLst>
          </p:cNvPr>
          <p:cNvCxnSpPr>
            <a:cxnSpLocks/>
            <a:stCxn id="56" idx="7"/>
            <a:endCxn id="49" idx="11"/>
          </p:cNvCxnSpPr>
          <p:nvPr/>
        </p:nvCxnSpPr>
        <p:spPr>
          <a:xfrm flipH="1">
            <a:off x="2663829" y="4227060"/>
            <a:ext cx="1543403" cy="55009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DCA983A-B296-4920-9638-6EC68A56C19A}"/>
              </a:ext>
            </a:extLst>
          </p:cNvPr>
          <p:cNvCxnSpPr>
            <a:cxnSpLocks/>
          </p:cNvCxnSpPr>
          <p:nvPr/>
        </p:nvCxnSpPr>
        <p:spPr>
          <a:xfrm flipH="1">
            <a:off x="7685450" y="2729333"/>
            <a:ext cx="1274791" cy="246503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1C1E6F6-C0F8-44CA-8A56-0C91722F57F8}"/>
              </a:ext>
            </a:extLst>
          </p:cNvPr>
          <p:cNvCxnSpPr>
            <a:cxnSpLocks/>
            <a:stCxn id="76" idx="7"/>
            <a:endCxn id="24" idx="11"/>
          </p:cNvCxnSpPr>
          <p:nvPr/>
        </p:nvCxnSpPr>
        <p:spPr>
          <a:xfrm flipH="1" flipV="1">
            <a:off x="3903594" y="2653804"/>
            <a:ext cx="2005614" cy="20140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E3F3990-D119-4C86-9919-FA3FE4118AEF}"/>
              </a:ext>
            </a:extLst>
          </p:cNvPr>
          <p:cNvCxnSpPr>
            <a:cxnSpLocks/>
            <a:stCxn id="36" idx="5"/>
          </p:cNvCxnSpPr>
          <p:nvPr/>
        </p:nvCxnSpPr>
        <p:spPr>
          <a:xfrm flipH="1" flipV="1">
            <a:off x="6211343" y="2942085"/>
            <a:ext cx="839007" cy="22946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0A42548D-DE31-4CC7-BA51-41272BBF238B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6513430" y="1070440"/>
            <a:ext cx="1084215" cy="177218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3D93740-8107-4894-891A-D83A7BF7366F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4811454" y="2929497"/>
            <a:ext cx="1349537" cy="12849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CBEC42F-52B0-48A0-86AC-4F86DA7AB938}"/>
              </a:ext>
            </a:extLst>
          </p:cNvPr>
          <p:cNvGrpSpPr/>
          <p:nvPr/>
        </p:nvGrpSpPr>
        <p:grpSpPr>
          <a:xfrm>
            <a:off x="4156880" y="3912360"/>
            <a:ext cx="730102" cy="478344"/>
            <a:chOff x="2029810" y="2700048"/>
            <a:chExt cx="4714240" cy="3088646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2DB68A3-F169-42BE-9BEE-ABE6E0D8D8F4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83591E5-0747-40E2-A366-EE26CEE8293D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D542756-E911-4A33-988E-D59813DF01D7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E94EEED-6C9E-4260-B6B1-054935B0E5E8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33E1F67-5700-49AD-81F8-A08E48FE0D42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255D248-CCD3-4DF1-9BDF-C8D8552FF512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60" name="Graphic 16">
              <a:extLst>
                <a:ext uri="{FF2B5EF4-FFF2-40B4-BE49-F238E27FC236}">
                  <a16:creationId xmlns:a16="http://schemas.microsoft.com/office/drawing/2014/main" id="{A18FBF0F-AECE-40BD-B899-6A0D7EC4626E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34D6413-36CA-4B91-AF7E-CD3DD8A26814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B8898622-CB7F-4BD2-96BC-C2A12ED2DE36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2D742C0-4E33-43A6-BA1E-AF9593503A57}"/>
              </a:ext>
            </a:extLst>
          </p:cNvPr>
          <p:cNvGrpSpPr/>
          <p:nvPr/>
        </p:nvGrpSpPr>
        <p:grpSpPr>
          <a:xfrm>
            <a:off x="4458991" y="1067381"/>
            <a:ext cx="730102" cy="478344"/>
            <a:chOff x="2029810" y="2700048"/>
            <a:chExt cx="4714240" cy="308864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996B19C-B2B6-4D83-9CA1-15D58C4CAFAB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511D3E6-CB6D-494D-8D94-B52AB670E6BC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F59F443-35CC-409D-85BA-F605A6785F3A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7F60186-450B-4392-B5F0-F6BC7834BAD9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277DE0B-AA4E-4CAF-83A2-8BBFEC7136F0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CD1D74A-9B59-480B-B69C-3914FCDBE486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0" name="Graphic 16">
              <a:extLst>
                <a:ext uri="{FF2B5EF4-FFF2-40B4-BE49-F238E27FC236}">
                  <a16:creationId xmlns:a16="http://schemas.microsoft.com/office/drawing/2014/main" id="{E67876D7-ECBC-4344-A29A-60EF366A50AC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F2D0918-714F-41B1-B03E-E0818254A70F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8DB7B89-596D-4067-A8AD-72480E336F12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86C8296-12F0-4950-A222-320673694804}"/>
              </a:ext>
            </a:extLst>
          </p:cNvPr>
          <p:cNvGrpSpPr/>
          <p:nvPr/>
        </p:nvGrpSpPr>
        <p:grpSpPr>
          <a:xfrm>
            <a:off x="5858856" y="2540512"/>
            <a:ext cx="730102" cy="478344"/>
            <a:chOff x="2029810" y="2700048"/>
            <a:chExt cx="4714240" cy="3088646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20C31DB-B4FA-4EA3-A796-D957AB46F110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32E48AD7-2209-4FD1-A931-B3F4433778C2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21E9016-4658-46A4-AAF9-6E2E0A6D03F1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E7974B7-04AE-4CF2-A5C1-E623B5215471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EBF0507-C9D2-4BFC-B1B8-F86A7AADD8D5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7A4B8D5-8297-4762-AA2F-FC42AB0770F6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80" name="Graphic 16">
              <a:extLst>
                <a:ext uri="{FF2B5EF4-FFF2-40B4-BE49-F238E27FC236}">
                  <a16:creationId xmlns:a16="http://schemas.microsoft.com/office/drawing/2014/main" id="{B07288F2-A06B-4811-A24D-B6364058720E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53E549E-F0A7-475A-B2E2-E646567B5AB5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1959F7F-D32B-4924-AD1B-E7A3AD7D4679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4672506-2478-41CD-ADE9-03B537880FAB}"/>
              </a:ext>
            </a:extLst>
          </p:cNvPr>
          <p:cNvGrpSpPr/>
          <p:nvPr/>
        </p:nvGrpSpPr>
        <p:grpSpPr>
          <a:xfrm>
            <a:off x="7232594" y="647801"/>
            <a:ext cx="730102" cy="478344"/>
            <a:chOff x="2029810" y="2700048"/>
            <a:chExt cx="4714240" cy="3088646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539E030-D182-4BA4-B443-36126A29E852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2A529D1-5E82-48B1-9FEC-CA9D7340B4AC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4F99FC1-689B-464A-A4DF-D7BF003C4BE6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90BD172-C928-4092-AB8B-D1EF5FCC482A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8909AB2-CDE6-4566-B56E-B9E72ECAA0D7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D156C8A-32A7-440F-A6CC-755F8E003981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90" name="Graphic 16">
              <a:extLst>
                <a:ext uri="{FF2B5EF4-FFF2-40B4-BE49-F238E27FC236}">
                  <a16:creationId xmlns:a16="http://schemas.microsoft.com/office/drawing/2014/main" id="{2D4A88E1-303F-4252-A9FA-98BE886D99AB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81A92D49-7798-4E27-B5F0-1D5736CDCCA4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0B61A3FE-03B1-465B-B733-081C59B7F4A4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A9C7D53-C042-455B-A281-923F05FFD418}"/>
              </a:ext>
            </a:extLst>
          </p:cNvPr>
          <p:cNvGrpSpPr/>
          <p:nvPr/>
        </p:nvGrpSpPr>
        <p:grpSpPr>
          <a:xfrm>
            <a:off x="8595191" y="2326516"/>
            <a:ext cx="730102" cy="478344"/>
            <a:chOff x="2029810" y="2700048"/>
            <a:chExt cx="4714240" cy="3088646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19E8323-5929-4414-AB63-E19AD2C18CAE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8E6CCA9-F04B-4F1C-A7BD-BEA91B21BCFD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D78F72D-540B-496A-944F-DFA157704BE8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AFF167E-88F3-4192-A386-8980B1820E42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BFE8EF19-B2C4-4C21-927D-A898AF7BF3BE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98CEBED-B841-4F7C-97A1-E84B20EFE39D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0" name="Graphic 16">
              <a:extLst>
                <a:ext uri="{FF2B5EF4-FFF2-40B4-BE49-F238E27FC236}">
                  <a16:creationId xmlns:a16="http://schemas.microsoft.com/office/drawing/2014/main" id="{A465377C-55F0-4B8A-8383-96B56671BA49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3E4B71F4-78D2-4F6F-A6B5-A5E717D12F96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0BC6D5B9-C78B-40C9-9F93-7861923A5A6B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FC5812-07FB-4C63-976D-A4A7BDC6E7E1}"/>
              </a:ext>
            </a:extLst>
          </p:cNvPr>
          <p:cNvGrpSpPr/>
          <p:nvPr/>
        </p:nvGrpSpPr>
        <p:grpSpPr>
          <a:xfrm>
            <a:off x="3223844" y="2288752"/>
            <a:ext cx="730102" cy="478344"/>
            <a:chOff x="2029810" y="2700048"/>
            <a:chExt cx="4714240" cy="308864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E8352A-3E39-4E4C-B192-7E61E90B7495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FE56C4-BBE4-45F8-AD8B-BE67261DB042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6CBD1A-B56D-4325-A27F-D2CDD2FC6C46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91DA5FA-E8F4-427B-A17C-E29AA03D3E36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96AFD6E-52AA-43DF-BBDA-5AFE95F0EA1A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EA24A7E-107C-4493-B7EA-3913CC7CF36D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5" name="Graphic 16">
              <a:extLst>
                <a:ext uri="{FF2B5EF4-FFF2-40B4-BE49-F238E27FC236}">
                  <a16:creationId xmlns:a16="http://schemas.microsoft.com/office/drawing/2014/main" id="{B1B955AA-89F1-4001-8D5B-31279519E97C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A724F3B-782D-49BC-AD6D-0985D6FEDB0C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08DE40-4CD4-4792-90FF-C5AD2D171FC7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499CF41-3A7B-49C2-A72C-4A21F71A7502}"/>
              </a:ext>
            </a:extLst>
          </p:cNvPr>
          <p:cNvCxnSpPr>
            <a:cxnSpLocks/>
            <a:stCxn id="159" idx="7"/>
          </p:cNvCxnSpPr>
          <p:nvPr/>
        </p:nvCxnSpPr>
        <p:spPr>
          <a:xfrm flipH="1" flipV="1">
            <a:off x="2509702" y="4840096"/>
            <a:ext cx="1395418" cy="11545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D64172E-18C8-456B-B799-55C88EE67564}"/>
              </a:ext>
            </a:extLst>
          </p:cNvPr>
          <p:cNvCxnSpPr>
            <a:cxnSpLocks/>
            <a:stCxn id="35" idx="4"/>
            <a:endCxn id="162" idx="9"/>
          </p:cNvCxnSpPr>
          <p:nvPr/>
        </p:nvCxnSpPr>
        <p:spPr>
          <a:xfrm flipH="1">
            <a:off x="4446402" y="5362640"/>
            <a:ext cx="2553596" cy="6949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118EAD7-DABB-46E9-9F79-6F33FFFB8519}"/>
              </a:ext>
            </a:extLst>
          </p:cNvPr>
          <p:cNvGrpSpPr/>
          <p:nvPr/>
        </p:nvGrpSpPr>
        <p:grpSpPr>
          <a:xfrm>
            <a:off x="1984079" y="4412104"/>
            <a:ext cx="730102" cy="478344"/>
            <a:chOff x="2029810" y="2700048"/>
            <a:chExt cx="4714240" cy="3088646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F5ABFE4-14E5-4643-8DE8-406DC82C1C6B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F2E3B6F-892E-4DFB-A67C-1882CE5AAB41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39A6A1D-A6E9-45D6-B84E-6A95F5C88FB2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7553A23-77FD-4779-835C-1A3E532C7D3C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6BE99F5-1D4C-4B4B-BE03-0481B3023625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AEDE777-F721-4F2C-BBA7-48CFC4F25C3E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50" name="Graphic 16">
              <a:extLst>
                <a:ext uri="{FF2B5EF4-FFF2-40B4-BE49-F238E27FC236}">
                  <a16:creationId xmlns:a16="http://schemas.microsoft.com/office/drawing/2014/main" id="{373042DB-B3AC-4FE3-9680-0661BD00BF3A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B87A452-F565-4A87-AA6B-43A3BD13825D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EBFBD46-5D51-42E6-9E07-AAA87EE406EC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59F27CF-E6AB-4C03-B0D5-1075FC15B42A}"/>
              </a:ext>
            </a:extLst>
          </p:cNvPr>
          <p:cNvCxnSpPr>
            <a:cxnSpLocks/>
          </p:cNvCxnSpPr>
          <p:nvPr/>
        </p:nvCxnSpPr>
        <p:spPr>
          <a:xfrm>
            <a:off x="4003586" y="2707122"/>
            <a:ext cx="1802780" cy="19161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4F1C9BC-4A0F-4807-AE59-79BF3057570B}"/>
              </a:ext>
            </a:extLst>
          </p:cNvPr>
          <p:cNvCxnSpPr>
            <a:cxnSpLocks/>
            <a:stCxn id="200" idx="8"/>
            <a:endCxn id="157" idx="4"/>
          </p:cNvCxnSpPr>
          <p:nvPr/>
        </p:nvCxnSpPr>
        <p:spPr>
          <a:xfrm flipH="1" flipV="1">
            <a:off x="4521930" y="6158332"/>
            <a:ext cx="1773142" cy="46301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30465FA7-3F56-4CFC-A7B6-96877B23D211}"/>
              </a:ext>
            </a:extLst>
          </p:cNvPr>
          <p:cNvCxnSpPr>
            <a:cxnSpLocks/>
            <a:endCxn id="199" idx="0"/>
          </p:cNvCxnSpPr>
          <p:nvPr/>
        </p:nvCxnSpPr>
        <p:spPr>
          <a:xfrm flipH="1">
            <a:off x="6949646" y="5375227"/>
            <a:ext cx="390226" cy="11076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150C438-19DF-4A01-8681-A803B4131FD3}"/>
              </a:ext>
            </a:extLst>
          </p:cNvPr>
          <p:cNvGrpSpPr/>
          <p:nvPr/>
        </p:nvGrpSpPr>
        <p:grpSpPr>
          <a:xfrm>
            <a:off x="6974822" y="4934648"/>
            <a:ext cx="730102" cy="478344"/>
            <a:chOff x="2029810" y="2700048"/>
            <a:chExt cx="4714240" cy="3088646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371FD8-2F15-41A7-8056-B8D2BEBEC7D2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4D1FD3F-92B5-4E45-93B1-F5F92114B3D9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575E7B9-994E-44D5-A076-54E232D22559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67F42AE-4540-45D0-BDA0-BDC4354D352F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08AC541-EF11-4D34-BB19-85EEFF93B7B6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0DD2DDC-914D-4831-A7F7-450882F7B71E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0" name="Graphic 16">
              <a:extLst>
                <a:ext uri="{FF2B5EF4-FFF2-40B4-BE49-F238E27FC236}">
                  <a16:creationId xmlns:a16="http://schemas.microsoft.com/office/drawing/2014/main" id="{3E5B6A56-11E6-47AE-B6D4-D14263BF83A7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082402A-274F-405B-8466-ADDB6A46F815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889535F-767F-4729-A89D-66769128F2C7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FE899766-AB3F-48D0-83A8-5ED7347F2583}"/>
              </a:ext>
            </a:extLst>
          </p:cNvPr>
          <p:cNvGrpSpPr/>
          <p:nvPr/>
        </p:nvGrpSpPr>
        <p:grpSpPr>
          <a:xfrm>
            <a:off x="3854768" y="5679988"/>
            <a:ext cx="730102" cy="478344"/>
            <a:chOff x="2029810" y="2700048"/>
            <a:chExt cx="4714240" cy="3088646"/>
          </a:xfrm>
        </p:grpSpPr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7B1D2ED-05FE-4002-92A0-7E2169CA49C9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550EC7D-0DDA-48B3-BC83-DA5F4A2ADDCC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890E509-F0DB-42E0-82F2-1B882A9CDE1C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BEA3EC57-69A0-4ACF-B575-2210EDC39F49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C0628CF9-9E8A-4905-AB5A-70407F89A319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950EC82C-45F2-4771-9D94-8452E77751F9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63" name="Graphic 16">
              <a:extLst>
                <a:ext uri="{FF2B5EF4-FFF2-40B4-BE49-F238E27FC236}">
                  <a16:creationId xmlns:a16="http://schemas.microsoft.com/office/drawing/2014/main" id="{431F2499-4A1F-4C3D-84D9-00620362C897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F40364E3-F326-42C0-B0E0-9FC9A4B958A4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4C2A550F-63CC-494F-A489-F829639B714A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D27F4E57-0FE0-4F7F-97DD-9DB4EC1B1960}"/>
              </a:ext>
            </a:extLst>
          </p:cNvPr>
          <p:cNvGrpSpPr/>
          <p:nvPr/>
        </p:nvGrpSpPr>
        <p:grpSpPr>
          <a:xfrm>
            <a:off x="6244720" y="6256293"/>
            <a:ext cx="730102" cy="478344"/>
            <a:chOff x="2029810" y="2700048"/>
            <a:chExt cx="4714240" cy="3088646"/>
          </a:xfrm>
        </p:grpSpPr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148F3619-E6F1-47C1-B2A4-D877CC124F95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68EBCF6D-FD02-47FE-902F-B691A71E0883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3017AA0F-91FE-4247-9A42-31465D9A5C08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A15B5D1E-C18A-44A3-A7E0-0EEEC2D496C3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78CE785A-D66C-4060-B2B3-AED1098A4EC0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5DC032A5-1A70-428E-B7F0-8E0D503FE0CB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04" name="Graphic 16">
              <a:extLst>
                <a:ext uri="{FF2B5EF4-FFF2-40B4-BE49-F238E27FC236}">
                  <a16:creationId xmlns:a16="http://schemas.microsoft.com/office/drawing/2014/main" id="{839480D1-22E3-4B7C-9CB9-44765EFE70AF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32E6E135-D159-4D9F-AFE6-00DB6A208296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A777BBC5-4766-4DB1-AF30-A595CA5891F2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7FD1A907-2609-4190-AB09-DA64C5881870}"/>
              </a:ext>
            </a:extLst>
          </p:cNvPr>
          <p:cNvCxnSpPr>
            <a:cxnSpLocks/>
          </p:cNvCxnSpPr>
          <p:nvPr/>
        </p:nvCxnSpPr>
        <p:spPr>
          <a:xfrm flipH="1">
            <a:off x="2677500" y="2795039"/>
            <a:ext cx="794226" cy="17547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6AE86113-32AA-4DEF-AB61-63171F336840}"/>
              </a:ext>
            </a:extLst>
          </p:cNvPr>
          <p:cNvCxnSpPr>
            <a:cxnSpLocks/>
          </p:cNvCxnSpPr>
          <p:nvPr/>
        </p:nvCxnSpPr>
        <p:spPr>
          <a:xfrm>
            <a:off x="2530706" y="4924437"/>
            <a:ext cx="1295007" cy="10907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3FD7A605-8A2D-459A-9068-2625963B255E}"/>
              </a:ext>
            </a:extLst>
          </p:cNvPr>
          <p:cNvCxnSpPr>
            <a:cxnSpLocks/>
          </p:cNvCxnSpPr>
          <p:nvPr/>
        </p:nvCxnSpPr>
        <p:spPr>
          <a:xfrm>
            <a:off x="4505592" y="6196791"/>
            <a:ext cx="1710888" cy="4622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2B81BE90-7083-48AD-874A-579696B736D7}"/>
              </a:ext>
            </a:extLst>
          </p:cNvPr>
          <p:cNvCxnSpPr>
            <a:cxnSpLocks/>
          </p:cNvCxnSpPr>
          <p:nvPr/>
        </p:nvCxnSpPr>
        <p:spPr>
          <a:xfrm flipV="1">
            <a:off x="7017426" y="5433518"/>
            <a:ext cx="355780" cy="10115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74B9317B-CC1F-43EE-84BD-CCC901BE5915}"/>
              </a:ext>
            </a:extLst>
          </p:cNvPr>
          <p:cNvCxnSpPr>
            <a:cxnSpLocks/>
          </p:cNvCxnSpPr>
          <p:nvPr/>
        </p:nvCxnSpPr>
        <p:spPr>
          <a:xfrm flipH="1">
            <a:off x="2820405" y="2797596"/>
            <a:ext cx="837805" cy="187284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50F5466A-AD97-43CF-9E5C-428C641F12F7}"/>
              </a:ext>
            </a:extLst>
          </p:cNvPr>
          <p:cNvCxnSpPr>
            <a:cxnSpLocks/>
          </p:cNvCxnSpPr>
          <p:nvPr/>
        </p:nvCxnSpPr>
        <p:spPr>
          <a:xfrm flipV="1">
            <a:off x="2913380" y="4196560"/>
            <a:ext cx="1205736" cy="44468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1639BDD8-A995-40E5-B1CF-6595F1FDB888}"/>
              </a:ext>
            </a:extLst>
          </p:cNvPr>
          <p:cNvCxnSpPr>
            <a:cxnSpLocks/>
          </p:cNvCxnSpPr>
          <p:nvPr/>
        </p:nvCxnSpPr>
        <p:spPr>
          <a:xfrm flipV="1">
            <a:off x="4868472" y="3049612"/>
            <a:ext cx="1091088" cy="103927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1557E1F1-2F41-4C0A-90B4-22344FDD5491}"/>
              </a:ext>
            </a:extLst>
          </p:cNvPr>
          <p:cNvCxnSpPr>
            <a:cxnSpLocks/>
          </p:cNvCxnSpPr>
          <p:nvPr/>
        </p:nvCxnSpPr>
        <p:spPr>
          <a:xfrm flipV="1">
            <a:off x="6526700" y="1139528"/>
            <a:ext cx="964230" cy="158714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F7FD29D7-AB87-4E06-B24F-6E3C03262FD0}"/>
              </a:ext>
            </a:extLst>
          </p:cNvPr>
          <p:cNvCxnSpPr>
            <a:cxnSpLocks/>
          </p:cNvCxnSpPr>
          <p:nvPr/>
        </p:nvCxnSpPr>
        <p:spPr>
          <a:xfrm>
            <a:off x="7927571" y="1144972"/>
            <a:ext cx="711325" cy="137846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47FBDEA-1A27-4BDA-B01C-E1F5440FF2BA}"/>
              </a:ext>
            </a:extLst>
          </p:cNvPr>
          <p:cNvCxnSpPr>
            <a:cxnSpLocks/>
          </p:cNvCxnSpPr>
          <p:nvPr/>
        </p:nvCxnSpPr>
        <p:spPr>
          <a:xfrm flipH="1">
            <a:off x="7873533" y="2833459"/>
            <a:ext cx="1083695" cy="211635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021377D-8552-BDB7-9E14-CFAA308B45BC}"/>
              </a:ext>
            </a:extLst>
          </p:cNvPr>
          <p:cNvSpPr/>
          <p:nvPr/>
        </p:nvSpPr>
        <p:spPr>
          <a:xfrm>
            <a:off x="220676" y="504512"/>
            <a:ext cx="2303450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switching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49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52 0.00046 L 0.0638 0.02361 L 0.27943 0.05926 L 0.35247 0.40949 L 0.47318 0.38611 " pathEditMode="relative" ptsTypes="AAAAA">
                                      <p:cBhvr>
                                        <p:cTn id="6" dur="3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0013 -0.00046 L 0.08216 0.02222 L -0.00534 0.34722 L 0.13359 0.25648 L 0.1681 0.25833 L 0.37396 0.40579 L 0.47357 0.38611 " pathEditMode="relative" ptsTypes="AAAAAAA">
                                      <p:cBhvr>
                                        <p:cTn id="17" dur="3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00026 0.0007 L 0.04557 0.02199 L -0.04245 0.34329 L 0.0763 0.52107 L 0.11419 0.52199 L 0.27839 0.60255 L 0.31693 0.60255 L 0.3543 0.40903 L 0.41797 0.38681 " pathEditMode="relative" ptsTypes="AAAAAAAAA">
                                      <p:cBhvr>
                                        <p:cTn id="31" dur="4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00013 0.00162 L 0.09909 0.02384 L 0.01524 0.34329 L 0.15117 0.2581 L 0.20222 0.25718 L 0.31419 0.0581 L 0.3418 0.05625 L 0.43594 -0.22338 L 0.51576 0.03681 L 0.54323 0.03773 L 0.43333 0.4044 L 0.45482 0.38681 " pathEditMode="relative" ptsTypes="AAAAAAAAAAAA">
                                      <p:cBhvr>
                                        <p:cTn id="48" dur="5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7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50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482 0.38681 L 0.52943 0.3537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24" y="-1667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47357 0.38611 L 0.52943 0.3537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6" y="-162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47318 0.38611 L 0.52943 0.3537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2" y="-162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41797 0.38681 L 0.52995 0.3537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99" y="-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3" grpId="1" animBg="1"/>
      <p:bldP spid="105" grpId="0" animBg="1"/>
      <p:bldP spid="105" grpId="1" animBg="1"/>
      <p:bldP spid="107" grpId="0" animBg="1"/>
      <p:bldP spid="107" grpId="1" animBg="1"/>
      <p:bldP spid="109" grpId="0" animBg="1"/>
      <p:bldP spid="10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 of packet switching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8BACE2D-E94C-B15A-944F-88C99BF253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2925428"/>
              </p:ext>
            </p:extLst>
          </p:nvPr>
        </p:nvGraphicFramePr>
        <p:xfrm>
          <a:off x="0" y="1101299"/>
          <a:ext cx="1195387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Rope Knot with solid fill">
            <a:extLst>
              <a:ext uri="{FF2B5EF4-FFF2-40B4-BE49-F238E27FC236}">
                <a16:creationId xmlns:a16="http://schemas.microsoft.com/office/drawing/2014/main" id="{B556DACF-5E9F-112F-8DDA-BF7C2664DD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675" y="1552574"/>
            <a:ext cx="790575" cy="790575"/>
          </a:xfrm>
          <a:prstGeom prst="rect">
            <a:avLst/>
          </a:prstGeom>
        </p:spPr>
      </p:pic>
      <p:pic>
        <p:nvPicPr>
          <p:cNvPr id="8" name="Graphic 7" descr="Disconnected with solid fill">
            <a:extLst>
              <a:ext uri="{FF2B5EF4-FFF2-40B4-BE49-F238E27FC236}">
                <a16:creationId xmlns:a16="http://schemas.microsoft.com/office/drawing/2014/main" id="{C31F1732-0957-3479-7EF7-A3DD6A9620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5487" y="2762250"/>
            <a:ext cx="914400" cy="9144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AE6915B-D698-4381-1C13-B1E5D7653F23}"/>
              </a:ext>
            </a:extLst>
          </p:cNvPr>
          <p:cNvGrpSpPr/>
          <p:nvPr/>
        </p:nvGrpSpPr>
        <p:grpSpPr>
          <a:xfrm>
            <a:off x="752474" y="4095750"/>
            <a:ext cx="704850" cy="704849"/>
            <a:chOff x="761999" y="4095750"/>
            <a:chExt cx="704850" cy="704849"/>
          </a:xfrm>
        </p:grpSpPr>
        <p:pic>
          <p:nvPicPr>
            <p:cNvPr id="10" name="Graphic 9" descr="Maximize with solid fill">
              <a:extLst>
                <a:ext uri="{FF2B5EF4-FFF2-40B4-BE49-F238E27FC236}">
                  <a16:creationId xmlns:a16="http://schemas.microsoft.com/office/drawing/2014/main" id="{571BF25F-0C7D-EA41-3F7E-6C59B166E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2000" y="4095750"/>
              <a:ext cx="704849" cy="704849"/>
            </a:xfrm>
            <a:prstGeom prst="rect">
              <a:avLst/>
            </a:prstGeom>
          </p:spPr>
        </p:pic>
        <p:pic>
          <p:nvPicPr>
            <p:cNvPr id="11" name="Graphic 10" descr="Maximize with solid fill">
              <a:extLst>
                <a:ext uri="{FF2B5EF4-FFF2-40B4-BE49-F238E27FC236}">
                  <a16:creationId xmlns:a16="http://schemas.microsoft.com/office/drawing/2014/main" id="{90C23A1C-634D-1B87-482E-5E7F5CF11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761999" y="4095750"/>
              <a:ext cx="704849" cy="704849"/>
            </a:xfrm>
            <a:prstGeom prst="rect">
              <a:avLst/>
            </a:prstGeom>
          </p:spPr>
        </p:pic>
      </p:grpSp>
      <p:pic>
        <p:nvPicPr>
          <p:cNvPr id="14" name="Graphic 13" descr="Mountains with solid fill">
            <a:extLst>
              <a:ext uri="{FF2B5EF4-FFF2-40B4-BE49-F238E27FC236}">
                <a16:creationId xmlns:a16="http://schemas.microsoft.com/office/drawing/2014/main" id="{F977D77E-BEB2-D1CE-B08B-CAD2D534A39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8762" y="51935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733D8CC-168C-4439-8E8A-9FC5213C1F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B733D8CC-168C-4439-8E8A-9FC5213C1F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E589E3F-2E47-4F30-B7CE-2E14CD7138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graphicEl>
                                              <a:dgm id="{AE589E3F-2E47-4F30-B7CE-2E14CD7138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77836C2-6551-4B91-9183-CD78E51223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graphicEl>
                                              <a:dgm id="{777836C2-6551-4B91-9183-CD78E51223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328AA84-ED3A-48EC-8D91-10A924839C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graphicEl>
                                              <a:dgm id="{0328AA84-ED3A-48EC-8D91-10A924839C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B43C6D5-39EE-4DDA-9FF7-29E4738B7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5B43C6D5-39EE-4DDA-9FF7-29E4738B7F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3D6AACA-4DC3-4186-90FB-00E5E0410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graphicEl>
                                              <a:dgm id="{83D6AACA-4DC3-4186-90FB-00E5E0410D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C92AA1B-8487-4069-9002-67B23532BE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graphicEl>
                                              <a:dgm id="{9C92AA1B-8487-4069-9002-67B23532BE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6D47243-956E-4409-83E1-3A7132BF04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graphicEl>
                                              <a:dgm id="{96D47243-956E-4409-83E1-3A7132BF04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803EF06-C579-4AB7-A90A-375C7B4A81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graphicEl>
                                              <a:dgm id="{0803EF06-C579-4AB7-A90A-375C7B4A81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Disadvantages of packet switching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8BACE2D-E94C-B15A-944F-88C99BF253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725564"/>
              </p:ext>
            </p:extLst>
          </p:nvPr>
        </p:nvGraphicFramePr>
        <p:xfrm>
          <a:off x="0" y="1101299"/>
          <a:ext cx="1195387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phic 3" descr="Lost with solid fill">
            <a:extLst>
              <a:ext uri="{FF2B5EF4-FFF2-40B4-BE49-F238E27FC236}">
                <a16:creationId xmlns:a16="http://schemas.microsoft.com/office/drawing/2014/main" id="{88263048-DEAD-4C77-D738-27AAA148F0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700" y="1676399"/>
            <a:ext cx="1038225" cy="1038225"/>
          </a:xfrm>
          <a:prstGeom prst="rect">
            <a:avLst/>
          </a:prstGeom>
        </p:spPr>
      </p:pic>
      <p:pic>
        <p:nvPicPr>
          <p:cNvPr id="7" name="Graphic 6" descr="Warning with solid fill">
            <a:extLst>
              <a:ext uri="{FF2B5EF4-FFF2-40B4-BE49-F238E27FC236}">
                <a16:creationId xmlns:a16="http://schemas.microsoft.com/office/drawing/2014/main" id="{D262C5D1-4A9B-D62B-40C7-7959ABD55A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" y="3229608"/>
            <a:ext cx="1038224" cy="1038224"/>
          </a:xfrm>
          <a:prstGeom prst="rect">
            <a:avLst/>
          </a:prstGeom>
        </p:spPr>
      </p:pic>
      <p:pic>
        <p:nvPicPr>
          <p:cNvPr id="11" name="Graphic 10" descr="Hourglass Finished with solid fill">
            <a:extLst>
              <a:ext uri="{FF2B5EF4-FFF2-40B4-BE49-F238E27FC236}">
                <a16:creationId xmlns:a16="http://schemas.microsoft.com/office/drawing/2014/main" id="{57FFB8D2-C8AB-B6D0-B172-9C5243CED6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9725" y="4927174"/>
            <a:ext cx="1038224" cy="103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733D8CC-168C-4439-8E8A-9FC5213C1F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B733D8CC-168C-4439-8E8A-9FC5213C1F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E589E3F-2E47-4F30-B7CE-2E14CD7138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graphicEl>
                                              <a:dgm id="{AE589E3F-2E47-4F30-B7CE-2E14CD7138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77836C2-6551-4B91-9183-CD78E51223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graphicEl>
                                              <a:dgm id="{777836C2-6551-4B91-9183-CD78E51223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7E5B255-65E0-4146-A163-CD8B739219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graphicEl>
                                              <a:dgm id="{87E5B255-65E0-4146-A163-CD8B739219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72F63E5-931B-49EC-A4FC-7736A53ED8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graphicEl>
                                              <a:dgm id="{172F63E5-931B-49EC-A4FC-7736A53ED8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6135837-68B9-49D6-8C5B-539A978BD8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graphicEl>
                                              <a:dgm id="{D6135837-68B9-49D6-8C5B-539A978BD8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9478172-155B-4EED-8318-354E81809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graphicEl>
                                              <a:dgm id="{69478172-155B-4EED-8318-354E818093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96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switching is a five-stage process: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GB" dirty="0"/>
              <a:t>ata is broken down into packets.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dirty="0"/>
              <a:t>ach packet is assigned a sequence number.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dirty="0"/>
              <a:t>ach packet can take its own route based on congestion.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GB" dirty="0"/>
              <a:t>outers are responsible for controlling the route each packet takes.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dirty="0"/>
              <a:t>ackets may arrive out of order. Once the final packet arrives, they are reordered.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switching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7882C633-B71E-4EFA-80BA-AF311651A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Going beyond </a:t>
            </a:r>
            <a:r>
              <a:rPr lang="en-GB" sz="4000">
                <a:solidFill>
                  <a:schemeClr val="accent2">
                    <a:lumMod val="75000"/>
                  </a:schemeClr>
                </a:solidFill>
              </a:rPr>
              <a:t>the IGCSE </a:t>
            </a: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specification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FAC069AA-4085-44FE-AD96-0399346A38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90" y="2685345"/>
            <a:ext cx="1381140" cy="1381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1F3FF3-95CB-ED0F-D920-06B93CE9ABE9}"/>
              </a:ext>
            </a:extLst>
          </p:cNvPr>
          <p:cNvSpPr txBox="1"/>
          <p:nvPr/>
        </p:nvSpPr>
        <p:spPr>
          <a:xfrm>
            <a:off x="304800" y="92955"/>
            <a:ext cx="9879279" cy="766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2.1 Types and methods of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3598831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switching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9B66C5-F6DC-707B-30E7-217C3FF934DA}"/>
              </a:ext>
            </a:extLst>
          </p:cNvPr>
          <p:cNvSpPr/>
          <p:nvPr/>
        </p:nvSpPr>
        <p:spPr>
          <a:xfrm>
            <a:off x="8580490" y="529342"/>
            <a:ext cx="3619469" cy="4935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possible for packets to get lost because they keep bouncing around from router to router without ever reaching their destination.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prevent this from happening, we add a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to live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field into the header of a packet.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to live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field is reduced by one every time it leaves a router.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Once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to live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field reaches zero, the packet is deleted when it reaches the next router.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Eventually, the receiving computer will send a request to re-send any missing packets.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33D3FC-2A7E-A236-AB66-6F8F1D3F019E}"/>
              </a:ext>
            </a:extLst>
          </p:cNvPr>
          <p:cNvCxnSpPr>
            <a:cxnSpLocks/>
          </p:cNvCxnSpPr>
          <p:nvPr/>
        </p:nvCxnSpPr>
        <p:spPr>
          <a:xfrm>
            <a:off x="1024641" y="2709887"/>
            <a:ext cx="932205" cy="288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0DCFFF-A3BC-0F1F-D599-D3A49D1DAF0A}"/>
              </a:ext>
            </a:extLst>
          </p:cNvPr>
          <p:cNvGrpSpPr/>
          <p:nvPr/>
        </p:nvGrpSpPr>
        <p:grpSpPr>
          <a:xfrm>
            <a:off x="7329628" y="4980368"/>
            <a:ext cx="1194329" cy="1085215"/>
            <a:chOff x="4392654" y="2682339"/>
            <a:chExt cx="1194329" cy="1085215"/>
          </a:xfrm>
        </p:grpSpPr>
        <p:pic>
          <p:nvPicPr>
            <p:cNvPr id="24" name="Picture 23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BD244AEF-2F4F-37AC-7BD6-8E0B32B43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6140" y="2682339"/>
              <a:ext cx="807356" cy="79238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D097929-12B4-D6EB-EAAD-78E8EB420899}"/>
                </a:ext>
              </a:extLst>
            </p:cNvPr>
            <p:cNvSpPr txBox="1"/>
            <p:nvPr/>
          </p:nvSpPr>
          <p:spPr>
            <a:xfrm>
              <a:off x="4392654" y="3429000"/>
              <a:ext cx="1194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Destination</a:t>
              </a:r>
              <a:endParaRPr lang="en-GB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50B945-519B-EBDC-A07C-F2C8C098F40A}"/>
              </a:ext>
            </a:extLst>
          </p:cNvPr>
          <p:cNvGrpSpPr/>
          <p:nvPr/>
        </p:nvGrpSpPr>
        <p:grpSpPr>
          <a:xfrm>
            <a:off x="179870" y="2356182"/>
            <a:ext cx="807356" cy="1084931"/>
            <a:chOff x="481384" y="3456432"/>
            <a:chExt cx="807356" cy="10849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644083C-A896-ACA1-3322-B9DBC0D6C9E0}"/>
                </a:ext>
              </a:extLst>
            </p:cNvPr>
            <p:cNvSpPr txBox="1"/>
            <p:nvPr/>
          </p:nvSpPr>
          <p:spPr>
            <a:xfrm>
              <a:off x="492889" y="4202809"/>
              <a:ext cx="784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Source</a:t>
              </a:r>
              <a:endParaRPr lang="en-GB" b="1" dirty="0"/>
            </a:p>
          </p:txBody>
        </p:sp>
        <p:pic>
          <p:nvPicPr>
            <p:cNvPr id="28" name="Picture 27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D4486298-733E-A893-813F-11BABAA1D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384" y="3456432"/>
              <a:ext cx="807356" cy="792381"/>
            </a:xfrm>
            <a:prstGeom prst="rect">
              <a:avLst/>
            </a:prstGeom>
          </p:spPr>
        </p:pic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41C2A9D-B1D7-B756-F3FA-C2B11A5B0BC9}"/>
              </a:ext>
            </a:extLst>
          </p:cNvPr>
          <p:cNvCxnSpPr>
            <a:cxnSpLocks/>
          </p:cNvCxnSpPr>
          <p:nvPr/>
        </p:nvCxnSpPr>
        <p:spPr>
          <a:xfrm flipH="1">
            <a:off x="987226" y="2623935"/>
            <a:ext cx="1064707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AE42943-40CA-C1B6-7520-CF9EC59155A9}"/>
              </a:ext>
            </a:extLst>
          </p:cNvPr>
          <p:cNvCxnSpPr>
            <a:cxnSpLocks/>
          </p:cNvCxnSpPr>
          <p:nvPr/>
        </p:nvCxnSpPr>
        <p:spPr>
          <a:xfrm flipH="1">
            <a:off x="6475773" y="5257304"/>
            <a:ext cx="1064707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D23C760-0BDA-954A-6246-CA6D17B24028}"/>
              </a:ext>
            </a:extLst>
          </p:cNvPr>
          <p:cNvCxnSpPr>
            <a:cxnSpLocks/>
            <a:endCxn id="94" idx="0"/>
          </p:cNvCxnSpPr>
          <p:nvPr/>
        </p:nvCxnSpPr>
        <p:spPr>
          <a:xfrm flipH="1">
            <a:off x="2719095" y="1495373"/>
            <a:ext cx="857510" cy="10199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21894C-564A-6E44-DE4F-670002322907}"/>
              </a:ext>
            </a:extLst>
          </p:cNvPr>
          <p:cNvCxnSpPr>
            <a:cxnSpLocks/>
            <a:stCxn id="75" idx="7"/>
          </p:cNvCxnSpPr>
          <p:nvPr/>
        </p:nvCxnSpPr>
        <p:spPr>
          <a:xfrm flipH="1">
            <a:off x="3967265" y="962501"/>
            <a:ext cx="2106006" cy="43631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4F36C4-A7BE-7D5D-9110-EACC60BA9C93}"/>
              </a:ext>
            </a:extLst>
          </p:cNvPr>
          <p:cNvCxnSpPr>
            <a:cxnSpLocks/>
            <a:endCxn id="84" idx="6"/>
          </p:cNvCxnSpPr>
          <p:nvPr/>
        </p:nvCxnSpPr>
        <p:spPr>
          <a:xfrm>
            <a:off x="6617923" y="1063205"/>
            <a:ext cx="767593" cy="148989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9AD2C86-3FFC-AA54-043A-C13F431EB4EB}"/>
              </a:ext>
            </a:extLst>
          </p:cNvPr>
          <p:cNvCxnSpPr>
            <a:cxnSpLocks/>
            <a:endCxn id="106" idx="0"/>
          </p:cNvCxnSpPr>
          <p:nvPr/>
        </p:nvCxnSpPr>
        <p:spPr>
          <a:xfrm flipH="1">
            <a:off x="1479330" y="2752372"/>
            <a:ext cx="862128" cy="188631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3B7E50-10E4-A387-AEE6-CC95DEEC3DF2}"/>
              </a:ext>
            </a:extLst>
          </p:cNvPr>
          <p:cNvCxnSpPr>
            <a:cxnSpLocks/>
          </p:cNvCxnSpPr>
          <p:nvPr/>
        </p:nvCxnSpPr>
        <p:spPr>
          <a:xfrm>
            <a:off x="3639543" y="4410774"/>
            <a:ext cx="2201132" cy="85864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D41192-7B90-6325-808A-4B8B99FD2F3A}"/>
              </a:ext>
            </a:extLst>
          </p:cNvPr>
          <p:cNvCxnSpPr>
            <a:cxnSpLocks/>
            <a:stCxn id="45" idx="7"/>
            <a:endCxn id="110" idx="11"/>
          </p:cNvCxnSpPr>
          <p:nvPr/>
        </p:nvCxnSpPr>
        <p:spPr>
          <a:xfrm flipH="1">
            <a:off x="1454154" y="4227060"/>
            <a:ext cx="1543403" cy="55009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EE20B8-96FD-69B7-5708-69E8F4AAA0CD}"/>
              </a:ext>
            </a:extLst>
          </p:cNvPr>
          <p:cNvCxnSpPr>
            <a:cxnSpLocks/>
          </p:cNvCxnSpPr>
          <p:nvPr/>
        </p:nvCxnSpPr>
        <p:spPr>
          <a:xfrm flipH="1">
            <a:off x="6475775" y="2729333"/>
            <a:ext cx="1274791" cy="246503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ECBF062-9478-6218-145A-B029DF5A33B5}"/>
              </a:ext>
            </a:extLst>
          </p:cNvPr>
          <p:cNvCxnSpPr>
            <a:cxnSpLocks/>
            <a:stCxn id="65" idx="7"/>
            <a:endCxn id="98" idx="11"/>
          </p:cNvCxnSpPr>
          <p:nvPr/>
        </p:nvCxnSpPr>
        <p:spPr>
          <a:xfrm flipH="1" flipV="1">
            <a:off x="2693919" y="2653804"/>
            <a:ext cx="2005614" cy="20140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CBEF7DB-F6D6-F80B-5877-C67A70D44548}"/>
              </a:ext>
            </a:extLst>
          </p:cNvPr>
          <p:cNvCxnSpPr>
            <a:cxnSpLocks/>
            <a:stCxn id="120" idx="5"/>
          </p:cNvCxnSpPr>
          <p:nvPr/>
        </p:nvCxnSpPr>
        <p:spPr>
          <a:xfrm flipH="1" flipV="1">
            <a:off x="5001668" y="2942085"/>
            <a:ext cx="839007" cy="22946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066853-A50A-92B4-4E34-F3288069D514}"/>
              </a:ext>
            </a:extLst>
          </p:cNvPr>
          <p:cNvCxnSpPr>
            <a:cxnSpLocks/>
            <a:stCxn id="68" idx="0"/>
          </p:cNvCxnSpPr>
          <p:nvPr/>
        </p:nvCxnSpPr>
        <p:spPr>
          <a:xfrm flipV="1">
            <a:off x="5303755" y="1070440"/>
            <a:ext cx="1084215" cy="177218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103F61C-36A2-3EF6-7479-22DF36AB9CEC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3601779" y="2929497"/>
            <a:ext cx="1349537" cy="12849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09B787-D0E3-DAA9-2778-D7FCA3048CE4}"/>
              </a:ext>
            </a:extLst>
          </p:cNvPr>
          <p:cNvGrpSpPr/>
          <p:nvPr/>
        </p:nvGrpSpPr>
        <p:grpSpPr>
          <a:xfrm>
            <a:off x="2947205" y="3912360"/>
            <a:ext cx="730102" cy="478344"/>
            <a:chOff x="2029810" y="2700048"/>
            <a:chExt cx="4714240" cy="3088646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DE8DDAB-6042-ABDC-0F42-FBC633269344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9C4CC54-3D6E-2DEB-5621-8CF0CA9A32B7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30B9810-CBA5-21C9-1475-F368AE204D3B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9E2910B-20E2-C4A1-72E8-3BAE34F1B02C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3C53055-46D7-1E35-DD9A-074C9F22BD29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4D59D4D-A959-AB9E-00C7-847D20E116AF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9" name="Graphic 16">
              <a:extLst>
                <a:ext uri="{FF2B5EF4-FFF2-40B4-BE49-F238E27FC236}">
                  <a16:creationId xmlns:a16="http://schemas.microsoft.com/office/drawing/2014/main" id="{110F90B2-70C7-00B5-5FAF-D424FECA94CC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1180D120-8299-38D7-9FFA-E6ABF4FA44AC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B9976B6C-E762-BD76-D75E-CC400A2F21AF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953080-1CB2-EDED-7AA5-6D1F8F8D5F12}"/>
              </a:ext>
            </a:extLst>
          </p:cNvPr>
          <p:cNvGrpSpPr/>
          <p:nvPr/>
        </p:nvGrpSpPr>
        <p:grpSpPr>
          <a:xfrm>
            <a:off x="3249316" y="1067381"/>
            <a:ext cx="730102" cy="478344"/>
            <a:chOff x="2029810" y="2700048"/>
            <a:chExt cx="4714240" cy="3088646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1B5B5AD-EC11-3CA2-3EC0-4B1B296DE86E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446F9C4-A6D1-9F08-98F4-ED32C77C3E38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FE03F7E-BF98-6A89-74FF-B8D638BE7EBF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61B2DB8-B586-5762-AEEC-BDD02A7ECAA3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59CF91F-1C5B-B0F2-1E92-A1830DA9506F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6D6D44F-E01F-ECAD-5A04-F4B20C17BE24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59" name="Graphic 16">
              <a:extLst>
                <a:ext uri="{FF2B5EF4-FFF2-40B4-BE49-F238E27FC236}">
                  <a16:creationId xmlns:a16="http://schemas.microsoft.com/office/drawing/2014/main" id="{DEE56CB5-AEC3-A2FB-E158-3A048D839392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82823FB-F357-8505-084D-CC7A07BE3BA0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54C5D8F-B92D-01E2-B1D9-91C2AE54ED0A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58F7FE5-06EA-C7BB-9261-25BB095D04F2}"/>
              </a:ext>
            </a:extLst>
          </p:cNvPr>
          <p:cNvGrpSpPr/>
          <p:nvPr/>
        </p:nvGrpSpPr>
        <p:grpSpPr>
          <a:xfrm>
            <a:off x="4649181" y="2540512"/>
            <a:ext cx="730102" cy="478344"/>
            <a:chOff x="2029810" y="2700048"/>
            <a:chExt cx="4714240" cy="308864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2183988-6618-DD7C-C61D-277463EEC2EC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2FD808D-F409-D053-B3ED-5EE45E069670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81EDE03-01AA-0548-7A5B-8801E5E9C06E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F9E352B-6F65-9BA7-DA01-0B1DA670E6E5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A411F80-2C44-0507-B8D7-6F508AA5540C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0BFC33E-112B-D05C-8FDE-E8078EE2D161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69" name="Graphic 16">
              <a:extLst>
                <a:ext uri="{FF2B5EF4-FFF2-40B4-BE49-F238E27FC236}">
                  <a16:creationId xmlns:a16="http://schemas.microsoft.com/office/drawing/2014/main" id="{40ACCA32-416B-7D90-C734-C0BDE6AE5057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1FF1A5F-5CE3-C760-7536-AFAAB42C1626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1FB85B0-519C-178D-0B11-583C0CA66A52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1EE0C29-81E0-CB48-A3AF-BB72CF0CBD6C}"/>
              </a:ext>
            </a:extLst>
          </p:cNvPr>
          <p:cNvGrpSpPr/>
          <p:nvPr/>
        </p:nvGrpSpPr>
        <p:grpSpPr>
          <a:xfrm>
            <a:off x="6022919" y="647801"/>
            <a:ext cx="730102" cy="478344"/>
            <a:chOff x="2029810" y="2700048"/>
            <a:chExt cx="4714240" cy="3088646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8E3F419-00FE-739E-E966-005D55FA2134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033880F-0C5A-6E1F-9D2C-65337797BE83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EE208DD-2BCA-644A-9BFB-A19E9FF22457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1B857FA-F9BD-F73F-BD34-AFBC5DC882A6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6517175-87E9-41F1-D9D8-FC964E2BCF30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B95A7E2-586D-6743-F687-D9AE7121A702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9" name="Graphic 16">
              <a:extLst>
                <a:ext uri="{FF2B5EF4-FFF2-40B4-BE49-F238E27FC236}">
                  <a16:creationId xmlns:a16="http://schemas.microsoft.com/office/drawing/2014/main" id="{6CBFAB31-E5D6-C2E0-7143-30E3AA95891B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BD17BDB-5484-4C31-738D-7DA3A9880C00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B35BA97F-0C23-DD9C-9B2E-441BB819642F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7EE407B-AF49-EBF4-4CD7-70670284106D}"/>
              </a:ext>
            </a:extLst>
          </p:cNvPr>
          <p:cNvGrpSpPr/>
          <p:nvPr/>
        </p:nvGrpSpPr>
        <p:grpSpPr>
          <a:xfrm>
            <a:off x="7385516" y="2326516"/>
            <a:ext cx="730102" cy="478344"/>
            <a:chOff x="2029810" y="2700048"/>
            <a:chExt cx="4714240" cy="3088646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4C90246-E64D-EE3C-8622-9F7E9A5D9AE5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D87BBA7-B733-700E-4922-F6770A45D212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852DFC-12F0-1AB1-D6F4-172C9271B104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F4079DB-EB95-C749-9771-867DD29492FC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B1874DC-A421-8723-234B-74D7D1E957F4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D0CB576-EDF4-73BB-3A18-2A56AF0A0E3F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89" name="Graphic 16">
              <a:extLst>
                <a:ext uri="{FF2B5EF4-FFF2-40B4-BE49-F238E27FC236}">
                  <a16:creationId xmlns:a16="http://schemas.microsoft.com/office/drawing/2014/main" id="{173B7CF6-CB2D-A0D6-B3A5-2E6798FCA636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62B07CE1-FA7B-D39B-BC10-259C9367C4EB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4500965C-D601-0CA8-F83B-153C8116254A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4823874-E5A7-E929-B0B3-79DAADF5D6EF}"/>
              </a:ext>
            </a:extLst>
          </p:cNvPr>
          <p:cNvGrpSpPr/>
          <p:nvPr/>
        </p:nvGrpSpPr>
        <p:grpSpPr>
          <a:xfrm>
            <a:off x="2014169" y="2288752"/>
            <a:ext cx="730102" cy="478344"/>
            <a:chOff x="2029810" y="2700048"/>
            <a:chExt cx="4714240" cy="3088646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1D2A7A5-ECC9-32AD-3D63-0BFEA03ACDA3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A3483ED-3A58-DC34-1606-6AB2A58145BF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84911D3-13F2-780A-6C96-D94F984A3074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8245D69-8599-17D3-BCD7-580A508B0240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641EBC3-B194-8C8D-1A09-B42750EB31F2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EC34C85-BB53-9E2F-EEF6-4575BE8529C9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99" name="Graphic 16">
              <a:extLst>
                <a:ext uri="{FF2B5EF4-FFF2-40B4-BE49-F238E27FC236}">
                  <a16:creationId xmlns:a16="http://schemas.microsoft.com/office/drawing/2014/main" id="{1CAEF222-13A7-160E-09F2-58CF671AED04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A9361931-ECD6-D22B-EFA5-37687661E703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F0C9BB6C-3809-5628-AD6D-7D021ED48E29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BE9F19E-810B-F75D-5966-E7ACCA2704C2}"/>
              </a:ext>
            </a:extLst>
          </p:cNvPr>
          <p:cNvCxnSpPr>
            <a:cxnSpLocks/>
            <a:stCxn id="130" idx="7"/>
          </p:cNvCxnSpPr>
          <p:nvPr/>
        </p:nvCxnSpPr>
        <p:spPr>
          <a:xfrm flipH="1" flipV="1">
            <a:off x="1300027" y="4840096"/>
            <a:ext cx="1395418" cy="115459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B6FEF5B-4A4B-55B6-8D63-0E0DBBAA4FE1}"/>
              </a:ext>
            </a:extLst>
          </p:cNvPr>
          <p:cNvCxnSpPr>
            <a:cxnSpLocks/>
            <a:stCxn id="119" idx="4"/>
            <a:endCxn id="133" idx="9"/>
          </p:cNvCxnSpPr>
          <p:nvPr/>
        </p:nvCxnSpPr>
        <p:spPr>
          <a:xfrm flipH="1">
            <a:off x="3236727" y="5362640"/>
            <a:ext cx="2553596" cy="6949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2B3FB0D-667C-45A8-3953-BC9C211EBEBB}"/>
              </a:ext>
            </a:extLst>
          </p:cNvPr>
          <p:cNvGrpSpPr/>
          <p:nvPr/>
        </p:nvGrpSpPr>
        <p:grpSpPr>
          <a:xfrm>
            <a:off x="774404" y="4412104"/>
            <a:ext cx="730102" cy="478344"/>
            <a:chOff x="2029810" y="2700048"/>
            <a:chExt cx="4714240" cy="3088646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CA06872-3A9C-38A7-5F93-1B5D3C31CF7A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8E81F42-F350-D030-8F16-E99826B9F4FE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EE35C88-EC80-50C2-7DC9-30E439CA2D21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F1C9F1D-FFF4-C60F-892B-CB3416E140C4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E11C7E4-B283-C8B8-A5B8-D6E74C119B96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4F102C91-B598-D4FF-A3F6-9B433989A138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11" name="Graphic 16">
              <a:extLst>
                <a:ext uri="{FF2B5EF4-FFF2-40B4-BE49-F238E27FC236}">
                  <a16:creationId xmlns:a16="http://schemas.microsoft.com/office/drawing/2014/main" id="{8DD911A0-5182-0C33-7897-03F257657E1E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B02D9C2C-B495-4561-A9D9-A0CC546E3A8A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193E1E50-9030-3B37-6C4D-9AE7F3072086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5993F14-686C-C780-03BE-E396B8C9AA1F}"/>
              </a:ext>
            </a:extLst>
          </p:cNvPr>
          <p:cNvCxnSpPr>
            <a:cxnSpLocks/>
            <a:stCxn id="140" idx="8"/>
            <a:endCxn id="128" idx="4"/>
          </p:cNvCxnSpPr>
          <p:nvPr/>
        </p:nvCxnSpPr>
        <p:spPr>
          <a:xfrm flipH="1" flipV="1">
            <a:off x="3312255" y="6158332"/>
            <a:ext cx="1773142" cy="46301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DED11C5-E169-F2EE-4690-7179716D3939}"/>
              </a:ext>
            </a:extLst>
          </p:cNvPr>
          <p:cNvCxnSpPr>
            <a:cxnSpLocks/>
            <a:endCxn id="139" idx="0"/>
          </p:cNvCxnSpPr>
          <p:nvPr/>
        </p:nvCxnSpPr>
        <p:spPr>
          <a:xfrm flipH="1">
            <a:off x="5739971" y="5375227"/>
            <a:ext cx="390226" cy="11076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696B0DC-1F08-7CDB-D257-0D7B0F46DED2}"/>
              </a:ext>
            </a:extLst>
          </p:cNvPr>
          <p:cNvGrpSpPr/>
          <p:nvPr/>
        </p:nvGrpSpPr>
        <p:grpSpPr>
          <a:xfrm>
            <a:off x="5765147" y="4934648"/>
            <a:ext cx="730102" cy="478344"/>
            <a:chOff x="2029810" y="2700048"/>
            <a:chExt cx="4714240" cy="3088646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57F4B927-EADA-6363-21EA-BDFFE4D84FD1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1AB8A07-545C-5CA9-4F93-1C6ABBD10D3A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4F6A559-DAA0-E13E-E29B-BA2090E4B241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E611CFA-4BCB-8EDF-40B4-77ABD2F61A2A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609C230-1D26-956D-F038-B9CDE8028B22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E35CF57-4B7E-42D2-6B16-2B98452CC505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24" name="Graphic 16">
              <a:extLst>
                <a:ext uri="{FF2B5EF4-FFF2-40B4-BE49-F238E27FC236}">
                  <a16:creationId xmlns:a16="http://schemas.microsoft.com/office/drawing/2014/main" id="{DA30834B-A357-60F9-5AAF-2CEB06D32D27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9C4C16A0-4E76-9E19-5E52-AE9815E776B6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717185D1-7CFB-12F3-2479-42B020B5A766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570A5FF-A62B-38A1-E201-4399A812A99A}"/>
              </a:ext>
            </a:extLst>
          </p:cNvPr>
          <p:cNvGrpSpPr/>
          <p:nvPr/>
        </p:nvGrpSpPr>
        <p:grpSpPr>
          <a:xfrm>
            <a:off x="2645093" y="5679988"/>
            <a:ext cx="730102" cy="478344"/>
            <a:chOff x="2029810" y="2700048"/>
            <a:chExt cx="4714240" cy="3088646"/>
          </a:xfrm>
        </p:grpSpPr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9C96E57-C133-FCB5-F13B-633FEC3649DE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6E766F8-B2A6-29C5-62B9-16327F3DD1F6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71ED335-AFAD-1944-8A18-6A0BD674A774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A6D8C02-83FE-6882-B7F1-D38C804D63E2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DE7A8164-AC15-9827-81E8-5D764860CBB3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7343967-412F-1B33-71AA-A636D2218CF5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34" name="Graphic 16">
              <a:extLst>
                <a:ext uri="{FF2B5EF4-FFF2-40B4-BE49-F238E27FC236}">
                  <a16:creationId xmlns:a16="http://schemas.microsoft.com/office/drawing/2014/main" id="{CC5BAC55-1DFE-0705-50C2-ADE3D93029BD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70B0FEF-74A0-F0B3-FE91-AFD9B5406D7F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A3B1DAC8-E8CB-F152-815F-4E7151951DD3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B3B409F-A750-7980-3229-2A1DE4A3B423}"/>
              </a:ext>
            </a:extLst>
          </p:cNvPr>
          <p:cNvGrpSpPr/>
          <p:nvPr/>
        </p:nvGrpSpPr>
        <p:grpSpPr>
          <a:xfrm>
            <a:off x="5035045" y="6256293"/>
            <a:ext cx="730102" cy="478344"/>
            <a:chOff x="2029810" y="2700048"/>
            <a:chExt cx="4714240" cy="3088646"/>
          </a:xfrm>
        </p:grpSpPr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AD9C939-C096-3474-5A5C-1D41AC3E1591}"/>
                </a:ext>
              </a:extLst>
            </p:cNvPr>
            <p:cNvSpPr/>
            <p:nvPr/>
          </p:nvSpPr>
          <p:spPr>
            <a:xfrm>
              <a:off x="2273650" y="5382294"/>
              <a:ext cx="4226560" cy="406400"/>
            </a:xfrm>
            <a:custGeom>
              <a:avLst/>
              <a:gdLst>
                <a:gd name="connsiteX0" fmla="*/ 0 w 4226560"/>
                <a:gd name="connsiteY0" fmla="*/ 0 h 406400"/>
                <a:gd name="connsiteX1" fmla="*/ 4226560 w 4226560"/>
                <a:gd name="connsiteY1" fmla="*/ 0 h 406400"/>
                <a:gd name="connsiteX2" fmla="*/ 4226560 w 4226560"/>
                <a:gd name="connsiteY2" fmla="*/ 0 h 406400"/>
                <a:gd name="connsiteX3" fmla="*/ 4226560 w 4226560"/>
                <a:gd name="connsiteY3" fmla="*/ 243840 h 406400"/>
                <a:gd name="connsiteX4" fmla="*/ 4064000 w 4226560"/>
                <a:gd name="connsiteY4" fmla="*/ 406400 h 406400"/>
                <a:gd name="connsiteX5" fmla="*/ 162560 w 4226560"/>
                <a:gd name="connsiteY5" fmla="*/ 406400 h 406400"/>
                <a:gd name="connsiteX6" fmla="*/ 0 w 4226560"/>
                <a:gd name="connsiteY6" fmla="*/ 243840 h 406400"/>
                <a:gd name="connsiteX7" fmla="*/ 0 w 4226560"/>
                <a:gd name="connsiteY7" fmla="*/ 0 h 406400"/>
                <a:gd name="connsiteX8" fmla="*/ 0 w 4226560"/>
                <a:gd name="connsiteY8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6560" h="406400">
                  <a:moveTo>
                    <a:pt x="0" y="0"/>
                  </a:moveTo>
                  <a:lnTo>
                    <a:pt x="4226560" y="0"/>
                  </a:lnTo>
                  <a:lnTo>
                    <a:pt x="4226560" y="0"/>
                  </a:lnTo>
                  <a:lnTo>
                    <a:pt x="4226560" y="243840"/>
                  </a:lnTo>
                  <a:cubicBezTo>
                    <a:pt x="4226560" y="333622"/>
                    <a:pt x="4153782" y="406400"/>
                    <a:pt x="4064000" y="406400"/>
                  </a:cubicBezTo>
                  <a:lnTo>
                    <a:pt x="162560" y="406400"/>
                  </a:lnTo>
                  <a:cubicBezTo>
                    <a:pt x="72781" y="406400"/>
                    <a:pt x="0" y="333622"/>
                    <a:pt x="0" y="24384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5B2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9094EEFA-140E-203E-2239-3DC942407E0C}"/>
                </a:ext>
              </a:extLst>
            </p:cNvPr>
            <p:cNvSpPr/>
            <p:nvPr/>
          </p:nvSpPr>
          <p:spPr>
            <a:xfrm>
              <a:off x="2029810" y="4163094"/>
              <a:ext cx="4714240" cy="1300480"/>
            </a:xfrm>
            <a:custGeom>
              <a:avLst/>
              <a:gdLst>
                <a:gd name="connsiteX0" fmla="*/ 4551680 w 4714240"/>
                <a:gd name="connsiteY0" fmla="*/ 0 h 1300480"/>
                <a:gd name="connsiteX1" fmla="*/ 4714240 w 4714240"/>
                <a:gd name="connsiteY1" fmla="*/ 0 h 1300480"/>
                <a:gd name="connsiteX2" fmla="*/ 4714240 w 4714240"/>
                <a:gd name="connsiteY2" fmla="*/ 1300480 h 1300480"/>
                <a:gd name="connsiteX3" fmla="*/ 4551680 w 4714240"/>
                <a:gd name="connsiteY3" fmla="*/ 1300480 h 1300480"/>
                <a:gd name="connsiteX4" fmla="*/ 162560 w 4714240"/>
                <a:gd name="connsiteY4" fmla="*/ 1300480 h 1300480"/>
                <a:gd name="connsiteX5" fmla="*/ 0 w 4714240"/>
                <a:gd name="connsiteY5" fmla="*/ 1300480 h 1300480"/>
                <a:gd name="connsiteX6" fmla="*/ 0 w 4714240"/>
                <a:gd name="connsiteY6" fmla="*/ 0 h 1300480"/>
                <a:gd name="connsiteX7" fmla="*/ 162560 w 4714240"/>
                <a:gd name="connsiteY7" fmla="*/ 0 h 130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14240" h="1300480">
                  <a:moveTo>
                    <a:pt x="4551680" y="0"/>
                  </a:moveTo>
                  <a:cubicBezTo>
                    <a:pt x="4641460" y="0"/>
                    <a:pt x="4714240" y="0"/>
                    <a:pt x="4714240" y="0"/>
                  </a:cubicBezTo>
                  <a:lnTo>
                    <a:pt x="4714240" y="1300480"/>
                  </a:lnTo>
                  <a:cubicBezTo>
                    <a:pt x="4714240" y="1300480"/>
                    <a:pt x="4641460" y="1300480"/>
                    <a:pt x="4551680" y="1300480"/>
                  </a:cubicBezTo>
                  <a:lnTo>
                    <a:pt x="162560" y="1300480"/>
                  </a:lnTo>
                  <a:cubicBezTo>
                    <a:pt x="72781" y="1300480"/>
                    <a:pt x="0" y="1300480"/>
                    <a:pt x="0" y="1300480"/>
                  </a:cubicBezTo>
                  <a:lnTo>
                    <a:pt x="0" y="0"/>
                  </a:lnTo>
                  <a:cubicBezTo>
                    <a:pt x="0" y="0"/>
                    <a:pt x="72781" y="0"/>
                    <a:pt x="162560" y="0"/>
                  </a:cubicBezTo>
                  <a:close/>
                </a:path>
              </a:pathLst>
            </a:custGeom>
            <a:solidFill>
              <a:srgbClr val="B9BFCC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47D5BBA-7BE2-324E-12F0-360F6873E6EE}"/>
                </a:ext>
              </a:extLst>
            </p:cNvPr>
            <p:cNvSpPr/>
            <p:nvPr/>
          </p:nvSpPr>
          <p:spPr>
            <a:xfrm>
              <a:off x="235493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51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91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91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E2D4418-BA59-1755-0077-00FA0BDEF05A}"/>
                </a:ext>
              </a:extLst>
            </p:cNvPr>
            <p:cNvSpPr/>
            <p:nvPr/>
          </p:nvSpPr>
          <p:spPr>
            <a:xfrm>
              <a:off x="349285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A13D0F2-E563-6094-10A5-B4B5EAF19D82}"/>
                </a:ext>
              </a:extLst>
            </p:cNvPr>
            <p:cNvSpPr/>
            <p:nvPr/>
          </p:nvSpPr>
          <p:spPr>
            <a:xfrm>
              <a:off x="463077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0727A86-B0EB-E49A-8400-92C5E9524580}"/>
                </a:ext>
              </a:extLst>
            </p:cNvPr>
            <p:cNvSpPr/>
            <p:nvPr/>
          </p:nvSpPr>
          <p:spPr>
            <a:xfrm>
              <a:off x="5768690" y="4488214"/>
              <a:ext cx="650240" cy="650240"/>
            </a:xfrm>
            <a:custGeom>
              <a:avLst/>
              <a:gdLst>
                <a:gd name="connsiteX0" fmla="*/ 487680 w 650240"/>
                <a:gd name="connsiteY0" fmla="*/ 162560 h 650240"/>
                <a:gd name="connsiteX1" fmla="*/ 487680 w 650240"/>
                <a:gd name="connsiteY1" fmla="*/ 81280 h 650240"/>
                <a:gd name="connsiteX2" fmla="*/ 406400 w 650240"/>
                <a:gd name="connsiteY2" fmla="*/ 0 h 650240"/>
                <a:gd name="connsiteX3" fmla="*/ 243840 w 650240"/>
                <a:gd name="connsiteY3" fmla="*/ 0 h 650240"/>
                <a:gd name="connsiteX4" fmla="*/ 162560 w 650240"/>
                <a:gd name="connsiteY4" fmla="*/ 81280 h 650240"/>
                <a:gd name="connsiteX5" fmla="*/ 162560 w 650240"/>
                <a:gd name="connsiteY5" fmla="*/ 162560 h 650240"/>
                <a:gd name="connsiteX6" fmla="*/ 81280 w 650240"/>
                <a:gd name="connsiteY6" fmla="*/ 162560 h 650240"/>
                <a:gd name="connsiteX7" fmla="*/ 0 w 650240"/>
                <a:gd name="connsiteY7" fmla="*/ 243840 h 650240"/>
                <a:gd name="connsiteX8" fmla="*/ 0 w 650240"/>
                <a:gd name="connsiteY8" fmla="*/ 568960 h 650240"/>
                <a:gd name="connsiteX9" fmla="*/ 81280 w 650240"/>
                <a:gd name="connsiteY9" fmla="*/ 650240 h 650240"/>
                <a:gd name="connsiteX10" fmla="*/ 568960 w 650240"/>
                <a:gd name="connsiteY10" fmla="*/ 650240 h 650240"/>
                <a:gd name="connsiteX11" fmla="*/ 650240 w 650240"/>
                <a:gd name="connsiteY11" fmla="*/ 568960 h 650240"/>
                <a:gd name="connsiteX12" fmla="*/ 650240 w 650240"/>
                <a:gd name="connsiteY12" fmla="*/ 243840 h 650240"/>
                <a:gd name="connsiteX13" fmla="*/ 568960 w 650240"/>
                <a:gd name="connsiteY13" fmla="*/ 16256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0240" h="650240">
                  <a:moveTo>
                    <a:pt x="487680" y="162560"/>
                  </a:moveTo>
                  <a:lnTo>
                    <a:pt x="487680" y="81280"/>
                  </a:lnTo>
                  <a:cubicBezTo>
                    <a:pt x="487680" y="36389"/>
                    <a:pt x="451291" y="0"/>
                    <a:pt x="406400" y="0"/>
                  </a:cubicBezTo>
                  <a:lnTo>
                    <a:pt x="243840" y="0"/>
                  </a:lnTo>
                  <a:cubicBezTo>
                    <a:pt x="198949" y="0"/>
                    <a:pt x="162560" y="36389"/>
                    <a:pt x="162560" y="81280"/>
                  </a:cubicBezTo>
                  <a:lnTo>
                    <a:pt x="162560" y="162560"/>
                  </a:lnTo>
                  <a:lnTo>
                    <a:pt x="81280" y="162560"/>
                  </a:lnTo>
                  <a:cubicBezTo>
                    <a:pt x="36389" y="162560"/>
                    <a:pt x="0" y="198949"/>
                    <a:pt x="0" y="243840"/>
                  </a:cubicBezTo>
                  <a:lnTo>
                    <a:pt x="0" y="568960"/>
                  </a:lnTo>
                  <a:cubicBezTo>
                    <a:pt x="0" y="613851"/>
                    <a:pt x="36389" y="650240"/>
                    <a:pt x="81280" y="650240"/>
                  </a:cubicBezTo>
                  <a:lnTo>
                    <a:pt x="568960" y="650240"/>
                  </a:lnTo>
                  <a:cubicBezTo>
                    <a:pt x="613851" y="650240"/>
                    <a:pt x="650240" y="613851"/>
                    <a:pt x="650240" y="568960"/>
                  </a:cubicBezTo>
                  <a:lnTo>
                    <a:pt x="650240" y="243840"/>
                  </a:lnTo>
                  <a:cubicBezTo>
                    <a:pt x="650240" y="198949"/>
                    <a:pt x="613851" y="162560"/>
                    <a:pt x="568960" y="162560"/>
                  </a:cubicBezTo>
                  <a:close/>
                </a:path>
              </a:pathLst>
            </a:custGeom>
            <a:solidFill>
              <a:srgbClr val="79808F"/>
            </a:solidFill>
            <a:ln w="81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44" name="Graphic 16">
              <a:extLst>
                <a:ext uri="{FF2B5EF4-FFF2-40B4-BE49-F238E27FC236}">
                  <a16:creationId xmlns:a16="http://schemas.microsoft.com/office/drawing/2014/main" id="{B558C1BF-BB5F-EC31-2547-A281F953058B}"/>
                </a:ext>
              </a:extLst>
            </p:cNvPr>
            <p:cNvGrpSpPr/>
            <p:nvPr/>
          </p:nvGrpSpPr>
          <p:grpSpPr>
            <a:xfrm>
              <a:off x="2436205" y="2700048"/>
              <a:ext cx="3901450" cy="1219210"/>
              <a:chOff x="2436205" y="2700048"/>
              <a:chExt cx="3901450" cy="1219210"/>
            </a:xfrm>
            <a:solidFill>
              <a:srgbClr val="346D92"/>
            </a:solidFill>
          </p:grpSpPr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837CD732-7474-DC17-32C6-671475BCAB0E}"/>
                  </a:ext>
                </a:extLst>
              </p:cNvPr>
              <p:cNvSpPr/>
              <p:nvPr/>
            </p:nvSpPr>
            <p:spPr>
              <a:xfrm>
                <a:off x="2436210" y="2700048"/>
                <a:ext cx="3901445" cy="650250"/>
              </a:xfrm>
              <a:custGeom>
                <a:avLst/>
                <a:gdLst>
                  <a:gd name="connsiteX0" fmla="*/ 81280 w 3901445"/>
                  <a:gd name="connsiteY0" fmla="*/ 406405 h 650250"/>
                  <a:gd name="connsiteX1" fmla="*/ 3576320 w 3901445"/>
                  <a:gd name="connsiteY1" fmla="*/ 406405 h 650250"/>
                  <a:gd name="connsiteX2" fmla="*/ 3446272 w 3901445"/>
                  <a:gd name="connsiteY2" fmla="*/ 503941 h 650250"/>
                  <a:gd name="connsiteX3" fmla="*/ 3430016 w 3901445"/>
                  <a:gd name="connsiteY3" fmla="*/ 617733 h 650250"/>
                  <a:gd name="connsiteX4" fmla="*/ 3543808 w 3901445"/>
                  <a:gd name="connsiteY4" fmla="*/ 633989 h 650250"/>
                  <a:gd name="connsiteX5" fmla="*/ 3868928 w 3901445"/>
                  <a:gd name="connsiteY5" fmla="*/ 390149 h 650250"/>
                  <a:gd name="connsiteX6" fmla="*/ 3885184 w 3901445"/>
                  <a:gd name="connsiteY6" fmla="*/ 276357 h 650250"/>
                  <a:gd name="connsiteX7" fmla="*/ 3868928 w 3901445"/>
                  <a:gd name="connsiteY7" fmla="*/ 260101 h 650250"/>
                  <a:gd name="connsiteX8" fmla="*/ 3543808 w 3901445"/>
                  <a:gd name="connsiteY8" fmla="*/ 16261 h 650250"/>
                  <a:gd name="connsiteX9" fmla="*/ 3430016 w 3901445"/>
                  <a:gd name="connsiteY9" fmla="*/ 32517 h 650250"/>
                  <a:gd name="connsiteX10" fmla="*/ 3446272 w 3901445"/>
                  <a:gd name="connsiteY10" fmla="*/ 146309 h 650250"/>
                  <a:gd name="connsiteX11" fmla="*/ 3576320 w 3901445"/>
                  <a:gd name="connsiteY11" fmla="*/ 243845 h 650250"/>
                  <a:gd name="connsiteX12" fmla="*/ 81280 w 3901445"/>
                  <a:gd name="connsiteY12" fmla="*/ 243845 h 650250"/>
                  <a:gd name="connsiteX13" fmla="*/ 0 w 3901445"/>
                  <a:gd name="connsiteY13" fmla="*/ 325125 h 650250"/>
                  <a:gd name="connsiteX14" fmla="*/ 81280 w 3901445"/>
                  <a:gd name="connsiteY14" fmla="*/ 40640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5" h="650250">
                    <a:moveTo>
                      <a:pt x="81280" y="406405"/>
                    </a:moveTo>
                    <a:lnTo>
                      <a:pt x="3576320" y="406405"/>
                    </a:lnTo>
                    <a:lnTo>
                      <a:pt x="3446272" y="503941"/>
                    </a:lnTo>
                    <a:cubicBezTo>
                      <a:pt x="3410363" y="530877"/>
                      <a:pt x="3403080" y="581824"/>
                      <a:pt x="3430016" y="617733"/>
                    </a:cubicBezTo>
                    <a:cubicBezTo>
                      <a:pt x="3456952" y="653643"/>
                      <a:pt x="3507899" y="660925"/>
                      <a:pt x="3543808" y="633989"/>
                    </a:cubicBezTo>
                    <a:lnTo>
                      <a:pt x="3868928" y="390149"/>
                    </a:lnTo>
                    <a:cubicBezTo>
                      <a:pt x="3904838" y="363213"/>
                      <a:pt x="3912120" y="312267"/>
                      <a:pt x="3885184" y="276357"/>
                    </a:cubicBezTo>
                    <a:cubicBezTo>
                      <a:pt x="3880559" y="270196"/>
                      <a:pt x="3875089" y="264726"/>
                      <a:pt x="3868928" y="260101"/>
                    </a:cubicBezTo>
                    <a:lnTo>
                      <a:pt x="3543808" y="16261"/>
                    </a:lnTo>
                    <a:cubicBezTo>
                      <a:pt x="3507899" y="-10675"/>
                      <a:pt x="3456952" y="-3392"/>
                      <a:pt x="3430016" y="32517"/>
                    </a:cubicBezTo>
                    <a:cubicBezTo>
                      <a:pt x="3403080" y="68427"/>
                      <a:pt x="3410363" y="119373"/>
                      <a:pt x="3446272" y="146309"/>
                    </a:cubicBezTo>
                    <a:lnTo>
                      <a:pt x="3576320" y="243845"/>
                    </a:lnTo>
                    <a:lnTo>
                      <a:pt x="81280" y="243845"/>
                    </a:lnTo>
                    <a:cubicBezTo>
                      <a:pt x="36391" y="243845"/>
                      <a:pt x="0" y="280234"/>
                      <a:pt x="0" y="325125"/>
                    </a:cubicBezTo>
                    <a:cubicBezTo>
                      <a:pt x="0" y="370016"/>
                      <a:pt x="36391" y="406405"/>
                      <a:pt x="81280" y="40640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A087B77B-F8F6-D259-22E3-FB47A90D6190}"/>
                  </a:ext>
                </a:extLst>
              </p:cNvPr>
              <p:cNvSpPr/>
              <p:nvPr/>
            </p:nvSpPr>
            <p:spPr>
              <a:xfrm>
                <a:off x="2436205" y="3269008"/>
                <a:ext cx="3901444" cy="650250"/>
              </a:xfrm>
              <a:custGeom>
                <a:avLst/>
                <a:gdLst>
                  <a:gd name="connsiteX0" fmla="*/ 3820165 w 3901444"/>
                  <a:gd name="connsiteY0" fmla="*/ 243845 h 650250"/>
                  <a:gd name="connsiteX1" fmla="*/ 325125 w 3901444"/>
                  <a:gd name="connsiteY1" fmla="*/ 243845 h 650250"/>
                  <a:gd name="connsiteX2" fmla="*/ 455173 w 3901444"/>
                  <a:gd name="connsiteY2" fmla="*/ 146309 h 650250"/>
                  <a:gd name="connsiteX3" fmla="*/ 471429 w 3901444"/>
                  <a:gd name="connsiteY3" fmla="*/ 32517 h 650250"/>
                  <a:gd name="connsiteX4" fmla="*/ 357637 w 3901444"/>
                  <a:gd name="connsiteY4" fmla="*/ 16261 h 650250"/>
                  <a:gd name="connsiteX5" fmla="*/ 32517 w 3901444"/>
                  <a:gd name="connsiteY5" fmla="*/ 260101 h 650250"/>
                  <a:gd name="connsiteX6" fmla="*/ 16261 w 3901444"/>
                  <a:gd name="connsiteY6" fmla="*/ 373893 h 650250"/>
                  <a:gd name="connsiteX7" fmla="*/ 32517 w 3901444"/>
                  <a:gd name="connsiteY7" fmla="*/ 390149 h 650250"/>
                  <a:gd name="connsiteX8" fmla="*/ 357637 w 3901444"/>
                  <a:gd name="connsiteY8" fmla="*/ 633989 h 650250"/>
                  <a:gd name="connsiteX9" fmla="*/ 471429 w 3901444"/>
                  <a:gd name="connsiteY9" fmla="*/ 617733 h 650250"/>
                  <a:gd name="connsiteX10" fmla="*/ 455173 w 3901444"/>
                  <a:gd name="connsiteY10" fmla="*/ 503941 h 650250"/>
                  <a:gd name="connsiteX11" fmla="*/ 325125 w 3901444"/>
                  <a:gd name="connsiteY11" fmla="*/ 406405 h 650250"/>
                  <a:gd name="connsiteX12" fmla="*/ 3820165 w 3901444"/>
                  <a:gd name="connsiteY12" fmla="*/ 406405 h 650250"/>
                  <a:gd name="connsiteX13" fmla="*/ 3901445 w 3901444"/>
                  <a:gd name="connsiteY13" fmla="*/ 325125 h 650250"/>
                  <a:gd name="connsiteX14" fmla="*/ 3820165 w 3901444"/>
                  <a:gd name="connsiteY14" fmla="*/ 243845 h 6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01444" h="650250">
                    <a:moveTo>
                      <a:pt x="3820165" y="243845"/>
                    </a:moveTo>
                    <a:lnTo>
                      <a:pt x="325125" y="243845"/>
                    </a:lnTo>
                    <a:lnTo>
                      <a:pt x="455173" y="146309"/>
                    </a:lnTo>
                    <a:cubicBezTo>
                      <a:pt x="491082" y="119373"/>
                      <a:pt x="498365" y="68427"/>
                      <a:pt x="471429" y="32517"/>
                    </a:cubicBezTo>
                    <a:cubicBezTo>
                      <a:pt x="444493" y="-3392"/>
                      <a:pt x="393546" y="-10675"/>
                      <a:pt x="357637" y="16261"/>
                    </a:cubicBezTo>
                    <a:lnTo>
                      <a:pt x="32517" y="260101"/>
                    </a:lnTo>
                    <a:cubicBezTo>
                      <a:pt x="-3395" y="287037"/>
                      <a:pt x="-10673" y="337984"/>
                      <a:pt x="16261" y="373893"/>
                    </a:cubicBezTo>
                    <a:cubicBezTo>
                      <a:pt x="20882" y="380054"/>
                      <a:pt x="26355" y="385524"/>
                      <a:pt x="32517" y="390149"/>
                    </a:cubicBezTo>
                    <a:lnTo>
                      <a:pt x="357637" y="633989"/>
                    </a:lnTo>
                    <a:cubicBezTo>
                      <a:pt x="393546" y="660925"/>
                      <a:pt x="444493" y="653643"/>
                      <a:pt x="471429" y="617733"/>
                    </a:cubicBezTo>
                    <a:cubicBezTo>
                      <a:pt x="498365" y="581824"/>
                      <a:pt x="491082" y="530877"/>
                      <a:pt x="455173" y="503941"/>
                    </a:cubicBezTo>
                    <a:lnTo>
                      <a:pt x="325125" y="406405"/>
                    </a:lnTo>
                    <a:lnTo>
                      <a:pt x="3820165" y="406405"/>
                    </a:lnTo>
                    <a:cubicBezTo>
                      <a:pt x="3865056" y="406405"/>
                      <a:pt x="3901445" y="370016"/>
                      <a:pt x="3901445" y="325125"/>
                    </a:cubicBezTo>
                    <a:cubicBezTo>
                      <a:pt x="3901445" y="280234"/>
                      <a:pt x="3865056" y="243845"/>
                      <a:pt x="3820165" y="243845"/>
                    </a:cubicBezTo>
                    <a:close/>
                  </a:path>
                </a:pathLst>
              </a:custGeom>
              <a:solidFill>
                <a:srgbClr val="346D92"/>
              </a:solidFill>
              <a:ln w="812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BB6024B3-2740-9CBC-16F1-7D45B255F889}"/>
              </a:ext>
            </a:extLst>
          </p:cNvPr>
          <p:cNvCxnSpPr>
            <a:cxnSpLocks/>
          </p:cNvCxnSpPr>
          <p:nvPr/>
        </p:nvCxnSpPr>
        <p:spPr>
          <a:xfrm flipV="1">
            <a:off x="2794623" y="1594637"/>
            <a:ext cx="819743" cy="9736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56A5AEBD-30C6-152A-E606-FB46D8DE6D97}"/>
              </a:ext>
            </a:extLst>
          </p:cNvPr>
          <p:cNvCxnSpPr>
            <a:cxnSpLocks/>
          </p:cNvCxnSpPr>
          <p:nvPr/>
        </p:nvCxnSpPr>
        <p:spPr>
          <a:xfrm flipV="1">
            <a:off x="4042357" y="1082451"/>
            <a:ext cx="1892727" cy="40033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BA0A043-8FCF-2577-449E-3FF6F2B26B24}"/>
              </a:ext>
            </a:extLst>
          </p:cNvPr>
          <p:cNvCxnSpPr>
            <a:cxnSpLocks/>
          </p:cNvCxnSpPr>
          <p:nvPr/>
        </p:nvCxnSpPr>
        <p:spPr>
          <a:xfrm flipH="1">
            <a:off x="5437860" y="1183732"/>
            <a:ext cx="956685" cy="158336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F0834E62-4466-F765-E535-449BFE657B97}"/>
              </a:ext>
            </a:extLst>
          </p:cNvPr>
          <p:cNvCxnSpPr>
            <a:cxnSpLocks/>
          </p:cNvCxnSpPr>
          <p:nvPr/>
        </p:nvCxnSpPr>
        <p:spPr>
          <a:xfrm flipH="1">
            <a:off x="3752834" y="3105676"/>
            <a:ext cx="1112010" cy="108362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C82FD0E-F5DB-459B-3EBD-4FCF115CF1DB}"/>
              </a:ext>
            </a:extLst>
          </p:cNvPr>
          <p:cNvCxnSpPr>
            <a:cxnSpLocks/>
          </p:cNvCxnSpPr>
          <p:nvPr/>
        </p:nvCxnSpPr>
        <p:spPr>
          <a:xfrm flipH="1">
            <a:off x="1567446" y="4390704"/>
            <a:ext cx="1277621" cy="44939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7F57D44B-BAA3-B79C-86F6-283C4E5B1686}"/>
              </a:ext>
            </a:extLst>
          </p:cNvPr>
          <p:cNvCxnSpPr>
            <a:cxnSpLocks/>
          </p:cNvCxnSpPr>
          <p:nvPr/>
        </p:nvCxnSpPr>
        <p:spPr>
          <a:xfrm>
            <a:off x="1285843" y="4956036"/>
            <a:ext cx="1267412" cy="103865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0BB7571-4851-EE91-A6C6-B47FBE6C5BE4}"/>
              </a:ext>
            </a:extLst>
          </p:cNvPr>
          <p:cNvGrpSpPr/>
          <p:nvPr/>
        </p:nvGrpSpPr>
        <p:grpSpPr>
          <a:xfrm>
            <a:off x="2051933" y="1324541"/>
            <a:ext cx="625043" cy="874572"/>
            <a:chOff x="2051933" y="1324541"/>
            <a:chExt cx="625043" cy="874572"/>
          </a:xfrm>
        </p:grpSpPr>
        <p:pic>
          <p:nvPicPr>
            <p:cNvPr id="173" name="Graphic 172" descr="Hourglass Finished with solid fill">
              <a:extLst>
                <a:ext uri="{FF2B5EF4-FFF2-40B4-BE49-F238E27FC236}">
                  <a16:creationId xmlns:a16="http://schemas.microsoft.com/office/drawing/2014/main" id="{EC59922D-F3A2-B3C2-ABDC-3DD0765FB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1933" y="1574070"/>
              <a:ext cx="625043" cy="625043"/>
            </a:xfrm>
            <a:prstGeom prst="rect">
              <a:avLst/>
            </a:prstGeom>
          </p:spPr>
        </p:pic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1506E59B-F3BE-B1BD-BFE6-D2FC60C4E0B6}"/>
                </a:ext>
              </a:extLst>
            </p:cNvPr>
            <p:cNvSpPr txBox="1"/>
            <p:nvPr/>
          </p:nvSpPr>
          <p:spPr>
            <a:xfrm>
              <a:off x="2161567" y="132454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-1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6CC818C-D1FB-76FE-9F30-838FE064346D}"/>
              </a:ext>
            </a:extLst>
          </p:cNvPr>
          <p:cNvGrpSpPr/>
          <p:nvPr/>
        </p:nvGrpSpPr>
        <p:grpSpPr>
          <a:xfrm>
            <a:off x="3871032" y="388545"/>
            <a:ext cx="625043" cy="874572"/>
            <a:chOff x="2051933" y="1324541"/>
            <a:chExt cx="625043" cy="874572"/>
          </a:xfrm>
        </p:grpSpPr>
        <p:pic>
          <p:nvPicPr>
            <p:cNvPr id="177" name="Graphic 176" descr="Hourglass Finished with solid fill">
              <a:extLst>
                <a:ext uri="{FF2B5EF4-FFF2-40B4-BE49-F238E27FC236}">
                  <a16:creationId xmlns:a16="http://schemas.microsoft.com/office/drawing/2014/main" id="{11576677-7866-B156-AA29-F988C1E42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1933" y="1574070"/>
              <a:ext cx="625043" cy="625043"/>
            </a:xfrm>
            <a:prstGeom prst="rect">
              <a:avLst/>
            </a:prstGeom>
          </p:spPr>
        </p:pic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064B2D5B-E76F-118A-561F-6EBBD13BAEC6}"/>
                </a:ext>
              </a:extLst>
            </p:cNvPr>
            <p:cNvSpPr txBox="1"/>
            <p:nvPr/>
          </p:nvSpPr>
          <p:spPr>
            <a:xfrm>
              <a:off x="2161567" y="132454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-1</a:t>
              </a: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E0C95EA3-40F9-2863-11E6-5487FD50F213}"/>
              </a:ext>
            </a:extLst>
          </p:cNvPr>
          <p:cNvGrpSpPr/>
          <p:nvPr/>
        </p:nvGrpSpPr>
        <p:grpSpPr>
          <a:xfrm>
            <a:off x="6758568" y="348983"/>
            <a:ext cx="625043" cy="874572"/>
            <a:chOff x="2051933" y="1324541"/>
            <a:chExt cx="625043" cy="874572"/>
          </a:xfrm>
        </p:grpSpPr>
        <p:pic>
          <p:nvPicPr>
            <p:cNvPr id="180" name="Graphic 179" descr="Hourglass Finished with solid fill">
              <a:extLst>
                <a:ext uri="{FF2B5EF4-FFF2-40B4-BE49-F238E27FC236}">
                  <a16:creationId xmlns:a16="http://schemas.microsoft.com/office/drawing/2014/main" id="{1DDEF7F0-2D14-57FB-BC02-9A2850A9E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1933" y="1574070"/>
              <a:ext cx="625043" cy="625043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D9323F6-82DD-F49E-99F6-F1B93320A5BF}"/>
                </a:ext>
              </a:extLst>
            </p:cNvPr>
            <p:cNvSpPr txBox="1"/>
            <p:nvPr/>
          </p:nvSpPr>
          <p:spPr>
            <a:xfrm>
              <a:off x="2161567" y="132454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-1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A00B6689-E478-FAAF-A2E4-CBDABD1716E6}"/>
              </a:ext>
            </a:extLst>
          </p:cNvPr>
          <p:cNvGrpSpPr/>
          <p:nvPr/>
        </p:nvGrpSpPr>
        <p:grpSpPr>
          <a:xfrm>
            <a:off x="4707758" y="1652731"/>
            <a:ext cx="625043" cy="874572"/>
            <a:chOff x="2051933" y="1324541"/>
            <a:chExt cx="625043" cy="874572"/>
          </a:xfrm>
        </p:grpSpPr>
        <p:pic>
          <p:nvPicPr>
            <p:cNvPr id="183" name="Graphic 182" descr="Hourglass Finished with solid fill">
              <a:extLst>
                <a:ext uri="{FF2B5EF4-FFF2-40B4-BE49-F238E27FC236}">
                  <a16:creationId xmlns:a16="http://schemas.microsoft.com/office/drawing/2014/main" id="{D7907327-B704-A5E7-10B9-978787930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1933" y="1574070"/>
              <a:ext cx="625043" cy="625043"/>
            </a:xfrm>
            <a:prstGeom prst="rect">
              <a:avLst/>
            </a:prstGeom>
          </p:spPr>
        </p:pic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90ABF472-27F5-49D7-FE73-0516CA883D49}"/>
                </a:ext>
              </a:extLst>
            </p:cNvPr>
            <p:cNvSpPr txBox="1"/>
            <p:nvPr/>
          </p:nvSpPr>
          <p:spPr>
            <a:xfrm>
              <a:off x="2161567" y="132454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-1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FD912D8-CBDB-36FD-11D2-4B16164D0483}"/>
              </a:ext>
            </a:extLst>
          </p:cNvPr>
          <p:cNvGrpSpPr/>
          <p:nvPr/>
        </p:nvGrpSpPr>
        <p:grpSpPr>
          <a:xfrm>
            <a:off x="3001912" y="3044032"/>
            <a:ext cx="625043" cy="874572"/>
            <a:chOff x="2051933" y="1324541"/>
            <a:chExt cx="625043" cy="874572"/>
          </a:xfrm>
        </p:grpSpPr>
        <p:pic>
          <p:nvPicPr>
            <p:cNvPr id="186" name="Graphic 185" descr="Hourglass Finished with solid fill">
              <a:extLst>
                <a:ext uri="{FF2B5EF4-FFF2-40B4-BE49-F238E27FC236}">
                  <a16:creationId xmlns:a16="http://schemas.microsoft.com/office/drawing/2014/main" id="{1C818BC7-5EA0-0825-648D-1BE373C98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1933" y="1574070"/>
              <a:ext cx="625043" cy="625043"/>
            </a:xfrm>
            <a:prstGeom prst="rect">
              <a:avLst/>
            </a:prstGeom>
          </p:spPr>
        </p:pic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CE087110-E4B8-8E2C-684E-8D5CE8BDD82A}"/>
                </a:ext>
              </a:extLst>
            </p:cNvPr>
            <p:cNvSpPr txBox="1"/>
            <p:nvPr/>
          </p:nvSpPr>
          <p:spPr>
            <a:xfrm>
              <a:off x="2161567" y="132454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-1</a:t>
              </a: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674DA3B-0A06-1E58-46F9-D8A30B1CCADE}"/>
              </a:ext>
            </a:extLst>
          </p:cNvPr>
          <p:cNvGrpSpPr/>
          <p:nvPr/>
        </p:nvGrpSpPr>
        <p:grpSpPr>
          <a:xfrm>
            <a:off x="829110" y="3558302"/>
            <a:ext cx="625043" cy="874572"/>
            <a:chOff x="2051933" y="1324541"/>
            <a:chExt cx="625043" cy="874572"/>
          </a:xfrm>
        </p:grpSpPr>
        <p:pic>
          <p:nvPicPr>
            <p:cNvPr id="189" name="Graphic 188" descr="Hourglass Finished with solid fill">
              <a:extLst>
                <a:ext uri="{FF2B5EF4-FFF2-40B4-BE49-F238E27FC236}">
                  <a16:creationId xmlns:a16="http://schemas.microsoft.com/office/drawing/2014/main" id="{E43822EF-BBC0-735C-6529-F379FC613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1933" y="1574070"/>
              <a:ext cx="625043" cy="625043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6CF21448-7F03-A0CA-4EC8-0E27C9272A5F}"/>
                </a:ext>
              </a:extLst>
            </p:cNvPr>
            <p:cNvSpPr txBox="1"/>
            <p:nvPr/>
          </p:nvSpPr>
          <p:spPr>
            <a:xfrm>
              <a:off x="2161567" y="132454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-1</a:t>
              </a:r>
            </a:p>
          </p:txBody>
        </p:sp>
      </p:grpSp>
      <p:pic>
        <p:nvPicPr>
          <p:cNvPr id="192" name="Graphic 191" descr="Badge Cross with solid fill">
            <a:extLst>
              <a:ext uri="{FF2B5EF4-FFF2-40B4-BE49-F238E27FC236}">
                <a16:creationId xmlns:a16="http://schemas.microsoft.com/office/drawing/2014/main" id="{7BC5F501-B7F7-731B-E257-89E50E9C57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8942" y="4220207"/>
            <a:ext cx="761435" cy="7614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6A7541D-E93F-48B6-8B9F-0F28FC3CA34B}"/>
              </a:ext>
            </a:extLst>
          </p:cNvPr>
          <p:cNvSpPr/>
          <p:nvPr/>
        </p:nvSpPr>
        <p:spPr>
          <a:xfrm>
            <a:off x="1044549" y="2364280"/>
            <a:ext cx="226584" cy="2265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F40BFEBB-DD60-86D2-517B-A215D4370FD7}"/>
              </a:ext>
            </a:extLst>
          </p:cNvPr>
          <p:cNvSpPr/>
          <p:nvPr/>
        </p:nvSpPr>
        <p:spPr>
          <a:xfrm>
            <a:off x="2300182" y="2356985"/>
            <a:ext cx="226584" cy="2265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828A2C9-B804-5B0B-6A6B-BBB3362F930B}"/>
              </a:ext>
            </a:extLst>
          </p:cNvPr>
          <p:cNvSpPr/>
          <p:nvPr/>
        </p:nvSpPr>
        <p:spPr>
          <a:xfrm>
            <a:off x="3533145" y="1146908"/>
            <a:ext cx="226584" cy="2265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984D3B7-A5FA-664D-618F-974C0C63158D}"/>
              </a:ext>
            </a:extLst>
          </p:cNvPr>
          <p:cNvSpPr/>
          <p:nvPr/>
        </p:nvSpPr>
        <p:spPr>
          <a:xfrm>
            <a:off x="6305068" y="750397"/>
            <a:ext cx="226584" cy="2265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516A3F9-B734-7765-FD62-626B0941639A}"/>
              </a:ext>
            </a:extLst>
          </p:cNvPr>
          <p:cNvSpPr/>
          <p:nvPr/>
        </p:nvSpPr>
        <p:spPr>
          <a:xfrm>
            <a:off x="4908807" y="2622749"/>
            <a:ext cx="226584" cy="2265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CC56E7F1-F54A-39E3-0DAA-0989F2F596D1}"/>
              </a:ext>
            </a:extLst>
          </p:cNvPr>
          <p:cNvSpPr/>
          <p:nvPr/>
        </p:nvSpPr>
        <p:spPr>
          <a:xfrm>
            <a:off x="3185168" y="4017947"/>
            <a:ext cx="226584" cy="2265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5CDDA10-D058-1E1E-F281-21E25144B614}"/>
              </a:ext>
            </a:extLst>
          </p:cNvPr>
          <p:cNvSpPr/>
          <p:nvPr/>
        </p:nvSpPr>
        <p:spPr>
          <a:xfrm>
            <a:off x="1032668" y="4527144"/>
            <a:ext cx="226584" cy="2265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516D97B7-0010-D90E-0ED8-8C78CF66D911}"/>
              </a:ext>
            </a:extLst>
          </p:cNvPr>
          <p:cNvGrpSpPr/>
          <p:nvPr/>
        </p:nvGrpSpPr>
        <p:grpSpPr>
          <a:xfrm>
            <a:off x="2709629" y="4824650"/>
            <a:ext cx="625043" cy="874572"/>
            <a:chOff x="2051933" y="1324541"/>
            <a:chExt cx="625043" cy="874572"/>
          </a:xfrm>
        </p:grpSpPr>
        <p:pic>
          <p:nvPicPr>
            <p:cNvPr id="200" name="Graphic 199" descr="Hourglass Finished with solid fill">
              <a:extLst>
                <a:ext uri="{FF2B5EF4-FFF2-40B4-BE49-F238E27FC236}">
                  <a16:creationId xmlns:a16="http://schemas.microsoft.com/office/drawing/2014/main" id="{27966220-8A31-0A25-6959-E22ED1F90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1933" y="1574070"/>
              <a:ext cx="625043" cy="625043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4C62FE8A-EF63-31B7-2BFC-9553C8B7E5E4}"/>
                </a:ext>
              </a:extLst>
            </p:cNvPr>
            <p:cNvSpPr txBox="1"/>
            <p:nvPr/>
          </p:nvSpPr>
          <p:spPr>
            <a:xfrm>
              <a:off x="2161567" y="132454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-1</a:t>
              </a:r>
            </a:p>
          </p:txBody>
        </p:sp>
      </p:grpSp>
      <p:sp>
        <p:nvSpPr>
          <p:cNvPr id="204" name="Rectangle 203">
            <a:extLst>
              <a:ext uri="{FF2B5EF4-FFF2-40B4-BE49-F238E27FC236}">
                <a16:creationId xmlns:a16="http://schemas.microsoft.com/office/drawing/2014/main" id="{1CE8DD2A-1FAE-306E-E383-B5D11C0CD97F}"/>
              </a:ext>
            </a:extLst>
          </p:cNvPr>
          <p:cNvSpPr/>
          <p:nvPr/>
        </p:nvSpPr>
        <p:spPr>
          <a:xfrm>
            <a:off x="2926198" y="5809317"/>
            <a:ext cx="226584" cy="2265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D24534DE-925D-531A-ED1D-A181CE0B61C5}"/>
              </a:ext>
            </a:extLst>
          </p:cNvPr>
          <p:cNvCxnSpPr>
            <a:cxnSpLocks/>
          </p:cNvCxnSpPr>
          <p:nvPr/>
        </p:nvCxnSpPr>
        <p:spPr>
          <a:xfrm flipV="1">
            <a:off x="3436073" y="5481754"/>
            <a:ext cx="2291310" cy="61363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82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875E-6 -1.11111E-6 L 0.10339 -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0.10143 -0.1766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5" y="-8843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81481E-6 L 0.22747 -0.0576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67" y="-2894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500"/>
                            </p:stCondLst>
                            <p:childTnLst>
                              <p:par>
                                <p:cTn id="64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07407E-6 L -0.11445 0.27361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29" y="13681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000"/>
                            </p:stCondLst>
                            <p:childTnLst>
                              <p:par>
                                <p:cTn id="8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000"/>
                            </p:stCondLst>
                            <p:childTnLst>
                              <p:par>
                                <p:cTn id="8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59259E-6 L -0.14102 0.20394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57" y="10185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3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 tmFilter="0, 0; .2, .5; .8, .5; 1, 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2" dur="250" autoRev="1" fill="hold"/>
                                        <p:tgtEl>
                                          <p:spTgt spid="1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81481E-6 L -0.17669 0.07477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41" y="3727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1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7 L 0.15573 0.18657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86" y="9329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 tmFilter="0, 0; .2, .5; .8, .5; 1, 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6" dur="250" autoRev="1" fill="hold"/>
                                        <p:tgtEl>
                                          <p:spTgt spid="1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07407E-6 L 0.2526 -0.11366 " pathEditMode="relative" rAng="0" ptsTypes="AA">
                                      <p:cBhvr>
                                        <p:cTn id="154" dur="2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0" y="-5694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05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 tmFilter="0, 0; .2, .5; .8, .5; 1, 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7" dur="250" autoRev="1" fill="hold"/>
                                        <p:tgtEl>
                                          <p:spTgt spid="1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1000"/>
                            </p:stCondLst>
                            <p:childTnLst>
                              <p:par>
                                <p:cTn id="169" presetID="14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0" dur="5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93" grpId="0" animBg="1"/>
      <p:bldP spid="193" grpId="1" animBg="1"/>
      <p:bldP spid="193" grpId="2" animBg="1"/>
      <p:bldP spid="194" grpId="1" animBg="1"/>
      <p:bldP spid="194" grpId="2" animBg="1"/>
      <p:bldP spid="194" grpId="3" animBg="1"/>
      <p:bldP spid="195" grpId="0" animBg="1"/>
      <p:bldP spid="195" grpId="1" animBg="1"/>
      <p:bldP spid="195" grpId="2" animBg="1"/>
      <p:bldP spid="196" grpId="0" animBg="1"/>
      <p:bldP spid="196" grpId="1" animBg="1"/>
      <p:bldP spid="196" grpId="2" animBg="1"/>
      <p:bldP spid="197" grpId="0" animBg="1"/>
      <p:bldP spid="197" grpId="1" animBg="1"/>
      <p:bldP spid="197" grpId="2" animBg="1"/>
      <p:bldP spid="198" grpId="0" animBg="1"/>
      <p:bldP spid="198" grpId="1" animBg="1"/>
      <p:bldP spid="198" grpId="2" animBg="1"/>
      <p:bldP spid="204" grpId="0" animBg="1"/>
      <p:bldP spid="204" grpId="1" animBg="1"/>
      <p:bldP spid="204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5.6|5.6|9.4|6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357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93</cp:revision>
  <dcterms:created xsi:type="dcterms:W3CDTF">2019-10-14T15:21:06Z</dcterms:created>
  <dcterms:modified xsi:type="dcterms:W3CDTF">2022-05-16T13:19:32Z</dcterms:modified>
</cp:coreProperties>
</file>