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65" r:id="rId3"/>
    <p:sldId id="266" r:id="rId4"/>
    <p:sldId id="267" r:id="rId5"/>
    <p:sldId id="268" r:id="rId6"/>
    <p:sldId id="260" r:id="rId7"/>
    <p:sldId id="2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Critical%20Files\Profile\My%20Documents\Zoho%20WorkDrive%20(CraignDave%20Ltd)\Craigndave%20Ltd\01.%20Labs\02.%20In%20development\IGCSE%20(0984)\Misc%20files\Volume%20of%20global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r>
              <a:rPr lang="en-GB" sz="1800" b="1" i="0" u="none" strike="noStrike" baseline="0" dirty="0">
                <a:solidFill>
                  <a:srgbClr val="C00000"/>
                </a:solidFill>
                <a:effectLst/>
              </a:rPr>
              <a:t>Volume of data/information created, captured</a:t>
            </a:r>
            <a:r>
              <a:rPr lang="en-GB" sz="1800" b="1" i="0" u="none" strike="noStrike" baseline="0">
                <a:solidFill>
                  <a:srgbClr val="C00000"/>
                </a:solidFill>
                <a:effectLst/>
              </a:rPr>
              <a:t>, copied </a:t>
            </a:r>
            <a:r>
              <a:rPr lang="en-GB" sz="1800" b="1" i="0" u="none" strike="noStrike" baseline="0" dirty="0">
                <a:solidFill>
                  <a:srgbClr val="C00000"/>
                </a:solidFill>
                <a:effectLst/>
              </a:rPr>
              <a:t>and consumed worldwide</a:t>
            </a:r>
            <a:endParaRPr lang="en-GB" sz="1800" dirty="0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C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720681902920462"/>
          <c:y val="0.10978713656927176"/>
          <c:w val="0.87992580210652904"/>
          <c:h val="0.8033559503917776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Sheet1!$A$1:$A$16</c:f>
              <c:numCache>
                <c:formatCode>General</c:formatCode>
                <c:ptCount val="16"/>
                <c:pt idx="0" formatCode="0">
                  <c:v>2010</c:v>
                </c:pt>
                <c:pt idx="1">
                  <c:v>2011</c:v>
                </c:pt>
                <c:pt idx="2" formatCode="0">
                  <c:v>2012</c:v>
                </c:pt>
                <c:pt idx="3">
                  <c:v>2013</c:v>
                </c:pt>
                <c:pt idx="4" formatCode="0">
                  <c:v>2014</c:v>
                </c:pt>
                <c:pt idx="5">
                  <c:v>2015</c:v>
                </c:pt>
                <c:pt idx="6" formatCode="0">
                  <c:v>2016</c:v>
                </c:pt>
                <c:pt idx="7">
                  <c:v>2017</c:v>
                </c:pt>
                <c:pt idx="8" formatCode="0">
                  <c:v>2018</c:v>
                </c:pt>
                <c:pt idx="9">
                  <c:v>2019</c:v>
                </c:pt>
                <c:pt idx="10" formatCode="0">
                  <c:v>2020</c:v>
                </c:pt>
                <c:pt idx="11">
                  <c:v>2021</c:v>
                </c:pt>
                <c:pt idx="12" formatCode="0">
                  <c:v>2022</c:v>
                </c:pt>
                <c:pt idx="13">
                  <c:v>2023</c:v>
                </c:pt>
                <c:pt idx="14" formatCode="0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Sheet1!$B$1:$B$16</c:f>
              <c:numCache>
                <c:formatCode>General</c:formatCode>
                <c:ptCount val="16"/>
                <c:pt idx="0">
                  <c:v>2</c:v>
                </c:pt>
                <c:pt idx="1">
                  <c:v>5</c:v>
                </c:pt>
                <c:pt idx="2">
                  <c:v>6.5</c:v>
                </c:pt>
                <c:pt idx="3">
                  <c:v>9</c:v>
                </c:pt>
                <c:pt idx="4">
                  <c:v>12.5</c:v>
                </c:pt>
                <c:pt idx="5">
                  <c:v>15.5</c:v>
                </c:pt>
                <c:pt idx="6">
                  <c:v>18</c:v>
                </c:pt>
                <c:pt idx="7">
                  <c:v>26</c:v>
                </c:pt>
                <c:pt idx="8">
                  <c:v>33</c:v>
                </c:pt>
                <c:pt idx="9">
                  <c:v>41</c:v>
                </c:pt>
                <c:pt idx="10">
                  <c:v>64.2</c:v>
                </c:pt>
                <c:pt idx="11">
                  <c:v>79</c:v>
                </c:pt>
                <c:pt idx="12">
                  <c:v>97</c:v>
                </c:pt>
                <c:pt idx="13">
                  <c:v>120</c:v>
                </c:pt>
                <c:pt idx="14">
                  <c:v>147</c:v>
                </c:pt>
                <c:pt idx="15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03-4682-AB19-814A7C30F7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019232208"/>
        <c:axId val="2019230544"/>
      </c:barChart>
      <c:catAx>
        <c:axId val="201923220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230544"/>
        <c:crosses val="autoZero"/>
        <c:auto val="1"/>
        <c:lblAlgn val="ctr"/>
        <c:lblOffset val="100"/>
        <c:noMultiLvlLbl val="0"/>
      </c:catAx>
      <c:valAx>
        <c:axId val="201923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800" b="1" dirty="0">
                    <a:solidFill>
                      <a:srgbClr val="C00000"/>
                    </a:solidFill>
                  </a:rPr>
                  <a:t>Data volume</a:t>
                </a:r>
                <a:r>
                  <a:rPr lang="en-GB" sz="1800" b="1" baseline="0" dirty="0">
                    <a:solidFill>
                      <a:srgbClr val="C00000"/>
                    </a:solidFill>
                  </a:rPr>
                  <a:t> in zebibytes</a:t>
                </a:r>
                <a:endParaRPr lang="en-GB" sz="1800" b="1" dirty="0">
                  <a:solidFill>
                    <a:srgbClr val="C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1.6064257028112448E-2"/>
              <c:y val="0.299691994483607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rgbClr val="C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232208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alpha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5D792-1BFD-4B7A-ADD1-78C0EA9692E7}" type="doc">
      <dgm:prSet loTypeId="urn:microsoft.com/office/officeart/2005/8/layout/pList2" loCatId="list" qsTypeId="urn:microsoft.com/office/officeart/2005/8/quickstyle/simple1" qsCatId="simple" csTypeId="urn:microsoft.com/office/officeart/2005/8/colors/colorful2" csCatId="colorful" phldr="1"/>
      <dgm:spPr/>
    </dgm:pt>
    <dgm:pt modelId="{CE544886-5131-4B7C-AC25-722FBED4FD09}">
      <dgm:prSet phldrT="[Text]" custT="1"/>
      <dgm:spPr/>
      <dgm:t>
        <a:bodyPr/>
        <a:lstStyle/>
        <a:p>
          <a:pPr algn="l"/>
          <a:r>
            <a:rPr lang="en-GB" sz="2100" dirty="0"/>
            <a:t>Interference</a:t>
          </a:r>
        </a:p>
        <a:p>
          <a:pPr algn="l"/>
          <a:r>
            <a:rPr lang="en-GB" sz="1800" dirty="0"/>
            <a:t>Every type of cable can suffer from electrical interference, which can cause data to become lost or corrupt – i.e., 1s become 0s and 0s become 1s.</a:t>
          </a:r>
        </a:p>
      </dgm:t>
    </dgm:pt>
    <dgm:pt modelId="{6AB97E47-3E9A-4F7A-961B-44D12EE45874}" type="parTrans" cxnId="{D5542D30-D9A1-41D1-8C34-81996A977361}">
      <dgm:prSet/>
      <dgm:spPr/>
      <dgm:t>
        <a:bodyPr/>
        <a:lstStyle/>
        <a:p>
          <a:endParaRPr lang="en-GB"/>
        </a:p>
      </dgm:t>
    </dgm:pt>
    <dgm:pt modelId="{06C09C24-D5C0-440B-AF7B-15A024CACEA6}" type="sibTrans" cxnId="{D5542D30-D9A1-41D1-8C34-81996A977361}">
      <dgm:prSet/>
      <dgm:spPr/>
      <dgm:t>
        <a:bodyPr/>
        <a:lstStyle/>
        <a:p>
          <a:endParaRPr lang="en-GB"/>
        </a:p>
      </dgm:t>
    </dgm:pt>
    <dgm:pt modelId="{21D20856-B583-47E4-9F38-4E7746E6E142}">
      <dgm:prSet phldrT="[Text]" custT="1"/>
      <dgm:spPr/>
      <dgm:t>
        <a:bodyPr/>
        <a:lstStyle/>
        <a:p>
          <a:pPr algn="l"/>
          <a:r>
            <a:rPr lang="en-GB" sz="2100" dirty="0"/>
            <a:t>Packet switching</a:t>
          </a:r>
        </a:p>
        <a:p>
          <a:pPr algn="l"/>
          <a:r>
            <a:rPr lang="en-GB" sz="1800" dirty="0"/>
            <a:t>Issues during the packet switching process can cause data to be lost – or in some cases, gained.</a:t>
          </a:r>
        </a:p>
      </dgm:t>
    </dgm:pt>
    <dgm:pt modelId="{AA0D2E49-59F3-473D-BF8D-18E67598AD6B}" type="parTrans" cxnId="{99BA3CA0-C90A-4D99-AE63-1711C2A0518E}">
      <dgm:prSet/>
      <dgm:spPr/>
      <dgm:t>
        <a:bodyPr/>
        <a:lstStyle/>
        <a:p>
          <a:endParaRPr lang="en-GB"/>
        </a:p>
      </dgm:t>
    </dgm:pt>
    <dgm:pt modelId="{AD9DB256-0332-4B0F-AECE-E1E117424921}" type="sibTrans" cxnId="{99BA3CA0-C90A-4D99-AE63-1711C2A0518E}">
      <dgm:prSet/>
      <dgm:spPr/>
      <dgm:t>
        <a:bodyPr/>
        <a:lstStyle/>
        <a:p>
          <a:endParaRPr lang="en-GB"/>
        </a:p>
      </dgm:t>
    </dgm:pt>
    <dgm:pt modelId="{C50D5602-D63D-4CC3-86F5-0BB5868944D4}" type="pres">
      <dgm:prSet presAssocID="{60C5D792-1BFD-4B7A-ADD1-78C0EA9692E7}" presName="Name0" presStyleCnt="0">
        <dgm:presLayoutVars>
          <dgm:dir/>
          <dgm:resizeHandles val="exact"/>
        </dgm:presLayoutVars>
      </dgm:prSet>
      <dgm:spPr/>
    </dgm:pt>
    <dgm:pt modelId="{FC5D2C36-BF3E-4258-9AA1-9D98252EF9C6}" type="pres">
      <dgm:prSet presAssocID="{60C5D792-1BFD-4B7A-ADD1-78C0EA9692E7}" presName="bkgdShp" presStyleLbl="alignAccFollowNode1" presStyleIdx="0" presStyleCnt="1"/>
      <dgm:spPr/>
    </dgm:pt>
    <dgm:pt modelId="{76C36AE0-14AA-4B0D-8045-163C7E1EB949}" type="pres">
      <dgm:prSet presAssocID="{60C5D792-1BFD-4B7A-ADD1-78C0EA9692E7}" presName="linComp" presStyleCnt="0"/>
      <dgm:spPr/>
    </dgm:pt>
    <dgm:pt modelId="{B574D911-C643-491A-A811-1B59643DCC42}" type="pres">
      <dgm:prSet presAssocID="{CE544886-5131-4B7C-AC25-722FBED4FD09}" presName="compNode" presStyleCnt="0"/>
      <dgm:spPr/>
    </dgm:pt>
    <dgm:pt modelId="{617FD7E4-A90D-43B8-9CFA-60894B0807C7}" type="pres">
      <dgm:prSet presAssocID="{CE544886-5131-4B7C-AC25-722FBED4FD09}" presName="node" presStyleLbl="node1" presStyleIdx="0" presStyleCnt="2">
        <dgm:presLayoutVars>
          <dgm:bulletEnabled val="1"/>
        </dgm:presLayoutVars>
      </dgm:prSet>
      <dgm:spPr/>
    </dgm:pt>
    <dgm:pt modelId="{8EC586D4-A6E8-4AD2-87B2-43EB43458B61}" type="pres">
      <dgm:prSet presAssocID="{CE544886-5131-4B7C-AC25-722FBED4FD09}" presName="invisiNode" presStyleLbl="node1" presStyleIdx="0" presStyleCnt="2"/>
      <dgm:spPr/>
    </dgm:pt>
    <dgm:pt modelId="{59A96AE3-45C1-4181-A1B4-7E84B94449CC}" type="pres">
      <dgm:prSet presAssocID="{CE544886-5131-4B7C-AC25-722FBED4FD09}" presName="imagNode" presStyleLbl="fgImgPlace1" presStyleIdx="0" presStyleCnt="2"/>
      <dgm:spPr/>
    </dgm:pt>
    <dgm:pt modelId="{BB29992E-7F2C-4DF5-BBDE-72A0694BC770}" type="pres">
      <dgm:prSet presAssocID="{06C09C24-D5C0-440B-AF7B-15A024CACEA6}" presName="sibTrans" presStyleLbl="sibTrans2D1" presStyleIdx="0" presStyleCnt="0"/>
      <dgm:spPr/>
    </dgm:pt>
    <dgm:pt modelId="{E0B2177F-6B11-46C1-B2B9-EC61FD03D649}" type="pres">
      <dgm:prSet presAssocID="{21D20856-B583-47E4-9F38-4E7746E6E142}" presName="compNode" presStyleCnt="0"/>
      <dgm:spPr/>
    </dgm:pt>
    <dgm:pt modelId="{AA22A7F8-7E06-4C3E-83EC-32AAA4FFDBD6}" type="pres">
      <dgm:prSet presAssocID="{21D20856-B583-47E4-9F38-4E7746E6E142}" presName="node" presStyleLbl="node1" presStyleIdx="1" presStyleCnt="2">
        <dgm:presLayoutVars>
          <dgm:bulletEnabled val="1"/>
        </dgm:presLayoutVars>
      </dgm:prSet>
      <dgm:spPr/>
    </dgm:pt>
    <dgm:pt modelId="{072C43E7-B877-49E0-AE58-E2F3D63067CF}" type="pres">
      <dgm:prSet presAssocID="{21D20856-B583-47E4-9F38-4E7746E6E142}" presName="invisiNode" presStyleLbl="node1" presStyleIdx="1" presStyleCnt="2"/>
      <dgm:spPr/>
    </dgm:pt>
    <dgm:pt modelId="{B925723D-3004-4190-91CF-FD0282264695}" type="pres">
      <dgm:prSet presAssocID="{21D20856-B583-47E4-9F38-4E7746E6E142}" presName="imagNode" presStyleLbl="fgImgPlace1" presStyleIdx="1" presStyleCnt="2"/>
      <dgm:spPr/>
    </dgm:pt>
  </dgm:ptLst>
  <dgm:cxnLst>
    <dgm:cxn modelId="{D5542D30-D9A1-41D1-8C34-81996A977361}" srcId="{60C5D792-1BFD-4B7A-ADD1-78C0EA9692E7}" destId="{CE544886-5131-4B7C-AC25-722FBED4FD09}" srcOrd="0" destOrd="0" parTransId="{6AB97E47-3E9A-4F7A-961B-44D12EE45874}" sibTransId="{06C09C24-D5C0-440B-AF7B-15A024CACEA6}"/>
    <dgm:cxn modelId="{24B2468B-5C8B-401E-B2C4-DE0022ECE83C}" type="presOf" srcId="{60C5D792-1BFD-4B7A-ADD1-78C0EA9692E7}" destId="{C50D5602-D63D-4CC3-86F5-0BB5868944D4}" srcOrd="0" destOrd="0" presId="urn:microsoft.com/office/officeart/2005/8/layout/pList2"/>
    <dgm:cxn modelId="{4395899D-BF82-42ED-B299-64E30D4FC33B}" type="presOf" srcId="{CE544886-5131-4B7C-AC25-722FBED4FD09}" destId="{617FD7E4-A90D-43B8-9CFA-60894B0807C7}" srcOrd="0" destOrd="0" presId="urn:microsoft.com/office/officeart/2005/8/layout/pList2"/>
    <dgm:cxn modelId="{99BA3CA0-C90A-4D99-AE63-1711C2A0518E}" srcId="{60C5D792-1BFD-4B7A-ADD1-78C0EA9692E7}" destId="{21D20856-B583-47E4-9F38-4E7746E6E142}" srcOrd="1" destOrd="0" parTransId="{AA0D2E49-59F3-473D-BF8D-18E67598AD6B}" sibTransId="{AD9DB256-0332-4B0F-AECE-E1E117424921}"/>
    <dgm:cxn modelId="{F57AE3A6-3C4C-4C43-B2C2-F518E1C8FC07}" type="presOf" srcId="{06C09C24-D5C0-440B-AF7B-15A024CACEA6}" destId="{BB29992E-7F2C-4DF5-BBDE-72A0694BC770}" srcOrd="0" destOrd="0" presId="urn:microsoft.com/office/officeart/2005/8/layout/pList2"/>
    <dgm:cxn modelId="{5E5615FC-48F4-4AC8-B695-81D2DFF20F6B}" type="presOf" srcId="{21D20856-B583-47E4-9F38-4E7746E6E142}" destId="{AA22A7F8-7E06-4C3E-83EC-32AAA4FFDBD6}" srcOrd="0" destOrd="0" presId="urn:microsoft.com/office/officeart/2005/8/layout/pList2"/>
    <dgm:cxn modelId="{FC6656E7-833F-40AF-9513-B7206877F933}" type="presParOf" srcId="{C50D5602-D63D-4CC3-86F5-0BB5868944D4}" destId="{FC5D2C36-BF3E-4258-9AA1-9D98252EF9C6}" srcOrd="0" destOrd="0" presId="urn:microsoft.com/office/officeart/2005/8/layout/pList2"/>
    <dgm:cxn modelId="{2EB896DE-15E7-405D-BDE9-63EBB7D3574A}" type="presParOf" srcId="{C50D5602-D63D-4CC3-86F5-0BB5868944D4}" destId="{76C36AE0-14AA-4B0D-8045-163C7E1EB949}" srcOrd="1" destOrd="0" presId="urn:microsoft.com/office/officeart/2005/8/layout/pList2"/>
    <dgm:cxn modelId="{9D90CF22-DE59-463F-A4B9-74BF6AF28507}" type="presParOf" srcId="{76C36AE0-14AA-4B0D-8045-163C7E1EB949}" destId="{B574D911-C643-491A-A811-1B59643DCC42}" srcOrd="0" destOrd="0" presId="urn:microsoft.com/office/officeart/2005/8/layout/pList2"/>
    <dgm:cxn modelId="{261D364A-CA95-4F88-B64B-0BC21BC7EA51}" type="presParOf" srcId="{B574D911-C643-491A-A811-1B59643DCC42}" destId="{617FD7E4-A90D-43B8-9CFA-60894B0807C7}" srcOrd="0" destOrd="0" presId="urn:microsoft.com/office/officeart/2005/8/layout/pList2"/>
    <dgm:cxn modelId="{D56D0599-8583-429C-91C7-74AEB455C1B2}" type="presParOf" srcId="{B574D911-C643-491A-A811-1B59643DCC42}" destId="{8EC586D4-A6E8-4AD2-87B2-43EB43458B61}" srcOrd="1" destOrd="0" presId="urn:microsoft.com/office/officeart/2005/8/layout/pList2"/>
    <dgm:cxn modelId="{C695E359-1D94-485D-BEEA-4D37F34BA8F9}" type="presParOf" srcId="{B574D911-C643-491A-A811-1B59643DCC42}" destId="{59A96AE3-45C1-4181-A1B4-7E84B94449CC}" srcOrd="2" destOrd="0" presId="urn:microsoft.com/office/officeart/2005/8/layout/pList2"/>
    <dgm:cxn modelId="{ABAC817F-3B8B-437B-A14B-3D2B319BDFAD}" type="presParOf" srcId="{76C36AE0-14AA-4B0D-8045-163C7E1EB949}" destId="{BB29992E-7F2C-4DF5-BBDE-72A0694BC770}" srcOrd="1" destOrd="0" presId="urn:microsoft.com/office/officeart/2005/8/layout/pList2"/>
    <dgm:cxn modelId="{3037BE2D-1960-4C22-ABCB-25190C61EFF6}" type="presParOf" srcId="{76C36AE0-14AA-4B0D-8045-163C7E1EB949}" destId="{E0B2177F-6B11-46C1-B2B9-EC61FD03D649}" srcOrd="2" destOrd="0" presId="urn:microsoft.com/office/officeart/2005/8/layout/pList2"/>
    <dgm:cxn modelId="{ADA61991-B555-427B-ADD4-23A8D7D36633}" type="presParOf" srcId="{E0B2177F-6B11-46C1-B2B9-EC61FD03D649}" destId="{AA22A7F8-7E06-4C3E-83EC-32AAA4FFDBD6}" srcOrd="0" destOrd="0" presId="urn:microsoft.com/office/officeart/2005/8/layout/pList2"/>
    <dgm:cxn modelId="{D33BA001-FDD7-4142-AC19-070BAE65423D}" type="presParOf" srcId="{E0B2177F-6B11-46C1-B2B9-EC61FD03D649}" destId="{072C43E7-B877-49E0-AE58-E2F3D63067CF}" srcOrd="1" destOrd="0" presId="urn:microsoft.com/office/officeart/2005/8/layout/pList2"/>
    <dgm:cxn modelId="{3C14FF76-344C-45F8-A50C-780FF6154465}" type="presParOf" srcId="{E0B2177F-6B11-46C1-B2B9-EC61FD03D649}" destId="{B925723D-3004-4190-91CF-FD0282264695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D0488D-22BD-4CA9-985A-E5B07765AAF4}" type="doc">
      <dgm:prSet loTypeId="urn:microsoft.com/office/officeart/2011/layout/HexagonRadial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919C5CE8-B414-41AF-927B-95882AF2110D}">
      <dgm:prSet phldrT="[Text]"/>
      <dgm:spPr/>
      <dgm:t>
        <a:bodyPr/>
        <a:lstStyle/>
        <a:p>
          <a:r>
            <a:rPr lang="en-GB" dirty="0"/>
            <a:t>Error detection methods</a:t>
          </a:r>
        </a:p>
      </dgm:t>
    </dgm:pt>
    <dgm:pt modelId="{CA0DE188-0C25-433D-ABE8-AEA0619854E4}" type="parTrans" cxnId="{E1239480-B3A2-4ED8-AFC1-95082D2A2572}">
      <dgm:prSet/>
      <dgm:spPr/>
      <dgm:t>
        <a:bodyPr/>
        <a:lstStyle/>
        <a:p>
          <a:endParaRPr lang="en-GB"/>
        </a:p>
      </dgm:t>
    </dgm:pt>
    <dgm:pt modelId="{7DB09D2D-849B-479F-9878-B37AB84081B3}" type="sibTrans" cxnId="{E1239480-B3A2-4ED8-AFC1-95082D2A2572}">
      <dgm:prSet/>
      <dgm:spPr/>
      <dgm:t>
        <a:bodyPr/>
        <a:lstStyle/>
        <a:p>
          <a:endParaRPr lang="en-GB"/>
        </a:p>
      </dgm:t>
    </dgm:pt>
    <dgm:pt modelId="{040B2368-3E01-4126-9276-2CCA3A101561}">
      <dgm:prSet phldrT="[Text]"/>
      <dgm:spPr/>
      <dgm:t>
        <a:bodyPr/>
        <a:lstStyle/>
        <a:p>
          <a:r>
            <a:rPr lang="en-GB" dirty="0"/>
            <a:t>Parity block checks</a:t>
          </a:r>
        </a:p>
      </dgm:t>
    </dgm:pt>
    <dgm:pt modelId="{0902515E-8102-4DB8-8A3A-BA0FFEAD39B1}" type="parTrans" cxnId="{299F5E1C-53A7-4754-9671-50E02868989A}">
      <dgm:prSet/>
      <dgm:spPr/>
      <dgm:t>
        <a:bodyPr/>
        <a:lstStyle/>
        <a:p>
          <a:endParaRPr lang="en-GB"/>
        </a:p>
      </dgm:t>
    </dgm:pt>
    <dgm:pt modelId="{786DFEB2-C0BC-4DA7-B51F-4EDBE263CF8F}" type="sibTrans" cxnId="{299F5E1C-53A7-4754-9671-50E02868989A}">
      <dgm:prSet/>
      <dgm:spPr/>
      <dgm:t>
        <a:bodyPr/>
        <a:lstStyle/>
        <a:p>
          <a:endParaRPr lang="en-GB"/>
        </a:p>
      </dgm:t>
    </dgm:pt>
    <dgm:pt modelId="{75EF59C2-CC19-4B16-A10A-23D047A8DAD2}">
      <dgm:prSet phldrT="[Text]"/>
      <dgm:spPr/>
      <dgm:t>
        <a:bodyPr/>
        <a:lstStyle/>
        <a:p>
          <a:r>
            <a:rPr lang="en-GB" dirty="0"/>
            <a:t>Echo checks</a:t>
          </a:r>
        </a:p>
      </dgm:t>
    </dgm:pt>
    <dgm:pt modelId="{BC752785-96F8-4899-8A9D-EB1E902E813E}" type="parTrans" cxnId="{7C80647D-E11E-428F-A83D-70B986637D66}">
      <dgm:prSet/>
      <dgm:spPr/>
      <dgm:t>
        <a:bodyPr/>
        <a:lstStyle/>
        <a:p>
          <a:endParaRPr lang="en-GB"/>
        </a:p>
      </dgm:t>
    </dgm:pt>
    <dgm:pt modelId="{7550F32F-80C5-4640-96FE-8FE2D600ECF8}" type="sibTrans" cxnId="{7C80647D-E11E-428F-A83D-70B986637D66}">
      <dgm:prSet/>
      <dgm:spPr/>
      <dgm:t>
        <a:bodyPr/>
        <a:lstStyle/>
        <a:p>
          <a:endParaRPr lang="en-GB"/>
        </a:p>
      </dgm:t>
    </dgm:pt>
    <dgm:pt modelId="{0752BC48-DB13-4DDC-9BAB-6854E2D5B281}">
      <dgm:prSet phldrT="[Text]"/>
      <dgm:spPr/>
      <dgm:t>
        <a:bodyPr/>
        <a:lstStyle/>
        <a:p>
          <a:r>
            <a:rPr lang="en-GB" dirty="0"/>
            <a:t>Automatic Repeat Query (ARQ)</a:t>
          </a:r>
        </a:p>
      </dgm:t>
    </dgm:pt>
    <dgm:pt modelId="{BBFCB234-50DB-49BA-B051-380CFF37CDE6}" type="parTrans" cxnId="{58CA98B2-7210-4EB9-A1C0-63E0825AA747}">
      <dgm:prSet/>
      <dgm:spPr/>
      <dgm:t>
        <a:bodyPr/>
        <a:lstStyle/>
        <a:p>
          <a:endParaRPr lang="en-GB"/>
        </a:p>
      </dgm:t>
    </dgm:pt>
    <dgm:pt modelId="{29E97963-E002-449C-B1B7-CBEC9640B378}" type="sibTrans" cxnId="{58CA98B2-7210-4EB9-A1C0-63E0825AA747}">
      <dgm:prSet/>
      <dgm:spPr/>
      <dgm:t>
        <a:bodyPr/>
        <a:lstStyle/>
        <a:p>
          <a:endParaRPr lang="en-GB"/>
        </a:p>
      </dgm:t>
    </dgm:pt>
    <dgm:pt modelId="{769CBA96-085A-48FC-B7FA-8FB5C75DD7C6}">
      <dgm:prSet phldrT="[Text]"/>
      <dgm:spPr/>
      <dgm:t>
        <a:bodyPr/>
        <a:lstStyle/>
        <a:p>
          <a:r>
            <a:rPr lang="en-GB" dirty="0"/>
            <a:t>Parity checks</a:t>
          </a:r>
        </a:p>
      </dgm:t>
    </dgm:pt>
    <dgm:pt modelId="{AF30B337-5D57-4131-96B0-D1C008911840}" type="parTrans" cxnId="{DFADC5CD-F62D-4F7C-885A-8C61FD5B813E}">
      <dgm:prSet/>
      <dgm:spPr/>
      <dgm:t>
        <a:bodyPr/>
        <a:lstStyle/>
        <a:p>
          <a:endParaRPr lang="en-GB"/>
        </a:p>
      </dgm:t>
    </dgm:pt>
    <dgm:pt modelId="{B26669B6-B8DB-4361-9C84-4EBD5C41AD2F}" type="sibTrans" cxnId="{DFADC5CD-F62D-4F7C-885A-8C61FD5B813E}">
      <dgm:prSet/>
      <dgm:spPr/>
      <dgm:t>
        <a:bodyPr/>
        <a:lstStyle/>
        <a:p>
          <a:endParaRPr lang="en-GB"/>
        </a:p>
      </dgm:t>
    </dgm:pt>
    <dgm:pt modelId="{09A80FB5-0E92-4EFF-8215-71778E9BFF84}">
      <dgm:prSet phldrT="[Text]"/>
      <dgm:spPr/>
      <dgm:t>
        <a:bodyPr/>
        <a:lstStyle/>
        <a:p>
          <a:r>
            <a:rPr lang="en-GB"/>
            <a:t>Checksums</a:t>
          </a:r>
          <a:endParaRPr lang="en-GB" dirty="0"/>
        </a:p>
      </dgm:t>
    </dgm:pt>
    <dgm:pt modelId="{EF0CC4C7-F2EF-49E9-929C-BDDCF8FC2E86}" type="parTrans" cxnId="{23CAFBC3-493B-432F-959E-3B4E186E9150}">
      <dgm:prSet/>
      <dgm:spPr/>
      <dgm:t>
        <a:bodyPr/>
        <a:lstStyle/>
        <a:p>
          <a:endParaRPr lang="en-GB"/>
        </a:p>
      </dgm:t>
    </dgm:pt>
    <dgm:pt modelId="{2E029C52-F291-4C8B-A876-DF964AF3C24C}" type="sibTrans" cxnId="{23CAFBC3-493B-432F-959E-3B4E186E9150}">
      <dgm:prSet/>
      <dgm:spPr/>
      <dgm:t>
        <a:bodyPr/>
        <a:lstStyle/>
        <a:p>
          <a:endParaRPr lang="en-GB"/>
        </a:p>
      </dgm:t>
    </dgm:pt>
    <dgm:pt modelId="{8AA6BF2D-3B73-41DC-8D52-69FA1B09DF76}">
      <dgm:prSet phldrT="[Text]"/>
      <dgm:spPr/>
      <dgm:t>
        <a:bodyPr/>
        <a:lstStyle/>
        <a:p>
          <a:r>
            <a:rPr lang="en-GB" dirty="0"/>
            <a:t>Check digits</a:t>
          </a:r>
        </a:p>
      </dgm:t>
    </dgm:pt>
    <dgm:pt modelId="{364E6E36-27C4-4D89-BB26-5F58B76169AE}" type="parTrans" cxnId="{2A0ED639-F5E5-49DB-9837-C0D97B9DCB2F}">
      <dgm:prSet/>
      <dgm:spPr/>
      <dgm:t>
        <a:bodyPr/>
        <a:lstStyle/>
        <a:p>
          <a:endParaRPr lang="en-GB"/>
        </a:p>
      </dgm:t>
    </dgm:pt>
    <dgm:pt modelId="{DB4D82C9-697A-4698-B264-B839443395A2}" type="sibTrans" cxnId="{2A0ED639-F5E5-49DB-9837-C0D97B9DCB2F}">
      <dgm:prSet/>
      <dgm:spPr/>
      <dgm:t>
        <a:bodyPr/>
        <a:lstStyle/>
        <a:p>
          <a:endParaRPr lang="en-GB"/>
        </a:p>
      </dgm:t>
    </dgm:pt>
    <dgm:pt modelId="{D97D9760-F010-4218-9608-7DC980288E64}" type="pres">
      <dgm:prSet presAssocID="{18D0488D-22BD-4CA9-985A-E5B07765AAF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4F9B16B-0BAB-40A6-A610-7B601D9264DD}" type="pres">
      <dgm:prSet presAssocID="{919C5CE8-B414-41AF-927B-95882AF2110D}" presName="Parent" presStyleLbl="node0" presStyleIdx="0" presStyleCnt="1">
        <dgm:presLayoutVars>
          <dgm:chMax val="6"/>
          <dgm:chPref val="6"/>
        </dgm:presLayoutVars>
      </dgm:prSet>
      <dgm:spPr/>
    </dgm:pt>
    <dgm:pt modelId="{7E6E0EE9-D667-43C4-8BB0-E55775F800FC}" type="pres">
      <dgm:prSet presAssocID="{769CBA96-085A-48FC-B7FA-8FB5C75DD7C6}" presName="Accent1" presStyleCnt="0"/>
      <dgm:spPr/>
    </dgm:pt>
    <dgm:pt modelId="{041F3DEC-4B94-44FD-BDB9-ED1977E14C7A}" type="pres">
      <dgm:prSet presAssocID="{769CBA96-085A-48FC-B7FA-8FB5C75DD7C6}" presName="Accent" presStyleLbl="bgShp" presStyleIdx="0" presStyleCnt="6"/>
      <dgm:spPr/>
    </dgm:pt>
    <dgm:pt modelId="{1F58B3E5-5A09-4C13-A6FE-AECD8D5FC4F8}" type="pres">
      <dgm:prSet presAssocID="{769CBA96-085A-48FC-B7FA-8FB5C75DD7C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EFDD72C-1548-4762-BC42-46EB49E7739A}" type="pres">
      <dgm:prSet presAssocID="{040B2368-3E01-4126-9276-2CCA3A101561}" presName="Accent2" presStyleCnt="0"/>
      <dgm:spPr/>
    </dgm:pt>
    <dgm:pt modelId="{F3B4FAA7-CA66-4041-8B09-F234530EBCCE}" type="pres">
      <dgm:prSet presAssocID="{040B2368-3E01-4126-9276-2CCA3A101561}" presName="Accent" presStyleLbl="bgShp" presStyleIdx="1" presStyleCnt="6"/>
      <dgm:spPr>
        <a:solidFill>
          <a:schemeClr val="bg1"/>
        </a:solidFill>
      </dgm:spPr>
    </dgm:pt>
    <dgm:pt modelId="{B801A17B-74A4-49F2-B90E-3F8518C33F0B}" type="pres">
      <dgm:prSet presAssocID="{040B2368-3E01-4126-9276-2CCA3A101561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E74054B-344A-4A3E-9716-695823CDB137}" type="pres">
      <dgm:prSet presAssocID="{09A80FB5-0E92-4EFF-8215-71778E9BFF84}" presName="Accent3" presStyleCnt="0"/>
      <dgm:spPr/>
    </dgm:pt>
    <dgm:pt modelId="{DA20A7DC-4FEB-4655-85FA-0F66BF166CEE}" type="pres">
      <dgm:prSet presAssocID="{09A80FB5-0E92-4EFF-8215-71778E9BFF84}" presName="Accent" presStyleLbl="bgShp" presStyleIdx="2" presStyleCnt="6"/>
      <dgm:spPr>
        <a:solidFill>
          <a:schemeClr val="bg1"/>
        </a:solidFill>
      </dgm:spPr>
    </dgm:pt>
    <dgm:pt modelId="{F14ECAA3-10D9-46A5-85F4-3581FC91D95F}" type="pres">
      <dgm:prSet presAssocID="{09A80FB5-0E92-4EFF-8215-71778E9BFF8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36659F0C-5028-42DC-BCAF-25B50BFC8CA1}" type="pres">
      <dgm:prSet presAssocID="{75EF59C2-CC19-4B16-A10A-23D047A8DAD2}" presName="Accent4" presStyleCnt="0"/>
      <dgm:spPr/>
    </dgm:pt>
    <dgm:pt modelId="{F7CD388A-2FCD-437C-A9F1-5B99252453A9}" type="pres">
      <dgm:prSet presAssocID="{75EF59C2-CC19-4B16-A10A-23D047A8DAD2}" presName="Accent" presStyleLbl="bgShp" presStyleIdx="3" presStyleCnt="6"/>
      <dgm:spPr>
        <a:solidFill>
          <a:schemeClr val="bg1"/>
        </a:solidFill>
      </dgm:spPr>
    </dgm:pt>
    <dgm:pt modelId="{9E90ECDE-7F91-4F01-84E5-92E04784A594}" type="pres">
      <dgm:prSet presAssocID="{75EF59C2-CC19-4B16-A10A-23D047A8DAD2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842FF43-0C28-4F76-AFDF-E01EEBC104BB}" type="pres">
      <dgm:prSet presAssocID="{8AA6BF2D-3B73-41DC-8D52-69FA1B09DF76}" presName="Accent5" presStyleCnt="0"/>
      <dgm:spPr/>
    </dgm:pt>
    <dgm:pt modelId="{B98BB02D-851D-4987-A52A-C45BCFD404A5}" type="pres">
      <dgm:prSet presAssocID="{8AA6BF2D-3B73-41DC-8D52-69FA1B09DF76}" presName="Accent" presStyleLbl="bgShp" presStyleIdx="4" presStyleCnt="6"/>
      <dgm:spPr>
        <a:solidFill>
          <a:schemeClr val="bg1"/>
        </a:solidFill>
      </dgm:spPr>
    </dgm:pt>
    <dgm:pt modelId="{CA284B41-8178-4E6E-9862-AA1F6BCB1DB5}" type="pres">
      <dgm:prSet presAssocID="{8AA6BF2D-3B73-41DC-8D52-69FA1B09DF7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84E803C-A0CA-4C6A-8B9F-CDC7131AD207}" type="pres">
      <dgm:prSet presAssocID="{0752BC48-DB13-4DDC-9BAB-6854E2D5B281}" presName="Accent6" presStyleCnt="0"/>
      <dgm:spPr/>
    </dgm:pt>
    <dgm:pt modelId="{D80F7589-4524-40CA-B36F-E782CF51CCD1}" type="pres">
      <dgm:prSet presAssocID="{0752BC48-DB13-4DDC-9BAB-6854E2D5B281}" presName="Accent" presStyleLbl="bgShp" presStyleIdx="5" presStyleCnt="6"/>
      <dgm:spPr>
        <a:solidFill>
          <a:schemeClr val="bg1"/>
        </a:solidFill>
      </dgm:spPr>
    </dgm:pt>
    <dgm:pt modelId="{096344C8-C7D9-4AC6-A701-CD9F2F9F4EEC}" type="pres">
      <dgm:prSet presAssocID="{0752BC48-DB13-4DDC-9BAB-6854E2D5B281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99F5E1C-53A7-4754-9671-50E02868989A}" srcId="{919C5CE8-B414-41AF-927B-95882AF2110D}" destId="{040B2368-3E01-4126-9276-2CCA3A101561}" srcOrd="1" destOrd="0" parTransId="{0902515E-8102-4DB8-8A3A-BA0FFEAD39B1}" sibTransId="{786DFEB2-C0BC-4DA7-B51F-4EDBE263CF8F}"/>
    <dgm:cxn modelId="{2A0ED639-F5E5-49DB-9837-C0D97B9DCB2F}" srcId="{919C5CE8-B414-41AF-927B-95882AF2110D}" destId="{8AA6BF2D-3B73-41DC-8D52-69FA1B09DF76}" srcOrd="4" destOrd="0" parTransId="{364E6E36-27C4-4D89-BB26-5F58B76169AE}" sibTransId="{DB4D82C9-697A-4698-B264-B839443395A2}"/>
    <dgm:cxn modelId="{95406960-33F5-4461-A362-4F146BD9556F}" type="presOf" srcId="{8AA6BF2D-3B73-41DC-8D52-69FA1B09DF76}" destId="{CA284B41-8178-4E6E-9862-AA1F6BCB1DB5}" srcOrd="0" destOrd="0" presId="urn:microsoft.com/office/officeart/2011/layout/HexagonRadial"/>
    <dgm:cxn modelId="{230D3968-FB53-4534-ACC8-C70D073585AF}" type="presOf" srcId="{769CBA96-085A-48FC-B7FA-8FB5C75DD7C6}" destId="{1F58B3E5-5A09-4C13-A6FE-AECD8D5FC4F8}" srcOrd="0" destOrd="0" presId="urn:microsoft.com/office/officeart/2011/layout/HexagonRadial"/>
    <dgm:cxn modelId="{38013673-648D-4471-A429-7ADF8F9F75D7}" type="presOf" srcId="{919C5CE8-B414-41AF-927B-95882AF2110D}" destId="{84F9B16B-0BAB-40A6-A610-7B601D9264DD}" srcOrd="0" destOrd="0" presId="urn:microsoft.com/office/officeart/2011/layout/HexagonRadial"/>
    <dgm:cxn modelId="{0F079859-BD47-4F97-8321-56138C3E07E6}" type="presOf" srcId="{18D0488D-22BD-4CA9-985A-E5B07765AAF4}" destId="{D97D9760-F010-4218-9608-7DC980288E64}" srcOrd="0" destOrd="0" presId="urn:microsoft.com/office/officeart/2011/layout/HexagonRadial"/>
    <dgm:cxn modelId="{7C80647D-E11E-428F-A83D-70B986637D66}" srcId="{919C5CE8-B414-41AF-927B-95882AF2110D}" destId="{75EF59C2-CC19-4B16-A10A-23D047A8DAD2}" srcOrd="3" destOrd="0" parTransId="{BC752785-96F8-4899-8A9D-EB1E902E813E}" sibTransId="{7550F32F-80C5-4640-96FE-8FE2D600ECF8}"/>
    <dgm:cxn modelId="{E1239480-B3A2-4ED8-AFC1-95082D2A2572}" srcId="{18D0488D-22BD-4CA9-985A-E5B07765AAF4}" destId="{919C5CE8-B414-41AF-927B-95882AF2110D}" srcOrd="0" destOrd="0" parTransId="{CA0DE188-0C25-433D-ABE8-AEA0619854E4}" sibTransId="{7DB09D2D-849B-479F-9878-B37AB84081B3}"/>
    <dgm:cxn modelId="{9BE00999-9E12-4B86-82BE-A27B6AFBB2C0}" type="presOf" srcId="{0752BC48-DB13-4DDC-9BAB-6854E2D5B281}" destId="{096344C8-C7D9-4AC6-A701-CD9F2F9F4EEC}" srcOrd="0" destOrd="0" presId="urn:microsoft.com/office/officeart/2011/layout/HexagonRadial"/>
    <dgm:cxn modelId="{58CA98B2-7210-4EB9-A1C0-63E0825AA747}" srcId="{919C5CE8-B414-41AF-927B-95882AF2110D}" destId="{0752BC48-DB13-4DDC-9BAB-6854E2D5B281}" srcOrd="5" destOrd="0" parTransId="{BBFCB234-50DB-49BA-B051-380CFF37CDE6}" sibTransId="{29E97963-E002-449C-B1B7-CBEC9640B378}"/>
    <dgm:cxn modelId="{31F6CCB6-B011-4C45-960C-2CE5ABFD0803}" type="presOf" srcId="{040B2368-3E01-4126-9276-2CCA3A101561}" destId="{B801A17B-74A4-49F2-B90E-3F8518C33F0B}" srcOrd="0" destOrd="0" presId="urn:microsoft.com/office/officeart/2011/layout/HexagonRadial"/>
    <dgm:cxn modelId="{23CAFBC3-493B-432F-959E-3B4E186E9150}" srcId="{919C5CE8-B414-41AF-927B-95882AF2110D}" destId="{09A80FB5-0E92-4EFF-8215-71778E9BFF84}" srcOrd="2" destOrd="0" parTransId="{EF0CC4C7-F2EF-49E9-929C-BDDCF8FC2E86}" sibTransId="{2E029C52-F291-4C8B-A876-DF964AF3C24C}"/>
    <dgm:cxn modelId="{DFADC5CD-F62D-4F7C-885A-8C61FD5B813E}" srcId="{919C5CE8-B414-41AF-927B-95882AF2110D}" destId="{769CBA96-085A-48FC-B7FA-8FB5C75DD7C6}" srcOrd="0" destOrd="0" parTransId="{AF30B337-5D57-4131-96B0-D1C008911840}" sibTransId="{B26669B6-B8DB-4361-9C84-4EBD5C41AD2F}"/>
    <dgm:cxn modelId="{F0877DDD-02FE-4CD6-97A2-80D491520BBE}" type="presOf" srcId="{09A80FB5-0E92-4EFF-8215-71778E9BFF84}" destId="{F14ECAA3-10D9-46A5-85F4-3581FC91D95F}" srcOrd="0" destOrd="0" presId="urn:microsoft.com/office/officeart/2011/layout/HexagonRadial"/>
    <dgm:cxn modelId="{4EFFBDFF-AB7A-4932-8EFD-09729B156420}" type="presOf" srcId="{75EF59C2-CC19-4B16-A10A-23D047A8DAD2}" destId="{9E90ECDE-7F91-4F01-84E5-92E04784A594}" srcOrd="0" destOrd="0" presId="urn:microsoft.com/office/officeart/2011/layout/HexagonRadial"/>
    <dgm:cxn modelId="{87445C82-48AF-45C5-8ADD-6628829DA723}" type="presParOf" srcId="{D97D9760-F010-4218-9608-7DC980288E64}" destId="{84F9B16B-0BAB-40A6-A610-7B601D9264DD}" srcOrd="0" destOrd="0" presId="urn:microsoft.com/office/officeart/2011/layout/HexagonRadial"/>
    <dgm:cxn modelId="{E339C5A0-1ED1-47F0-9919-FCAB598741BD}" type="presParOf" srcId="{D97D9760-F010-4218-9608-7DC980288E64}" destId="{7E6E0EE9-D667-43C4-8BB0-E55775F800FC}" srcOrd="1" destOrd="0" presId="urn:microsoft.com/office/officeart/2011/layout/HexagonRadial"/>
    <dgm:cxn modelId="{810D9686-C296-4425-B830-122EC3011A30}" type="presParOf" srcId="{7E6E0EE9-D667-43C4-8BB0-E55775F800FC}" destId="{041F3DEC-4B94-44FD-BDB9-ED1977E14C7A}" srcOrd="0" destOrd="0" presId="urn:microsoft.com/office/officeart/2011/layout/HexagonRadial"/>
    <dgm:cxn modelId="{AF1781D9-5CC3-49A1-9739-013F5BCA7487}" type="presParOf" srcId="{D97D9760-F010-4218-9608-7DC980288E64}" destId="{1F58B3E5-5A09-4C13-A6FE-AECD8D5FC4F8}" srcOrd="2" destOrd="0" presId="urn:microsoft.com/office/officeart/2011/layout/HexagonRadial"/>
    <dgm:cxn modelId="{A8CEFF17-4324-4587-9023-46CDA1AFD935}" type="presParOf" srcId="{D97D9760-F010-4218-9608-7DC980288E64}" destId="{8EFDD72C-1548-4762-BC42-46EB49E7739A}" srcOrd="3" destOrd="0" presId="urn:microsoft.com/office/officeart/2011/layout/HexagonRadial"/>
    <dgm:cxn modelId="{90748C05-862F-4530-A38F-449FA2828C1C}" type="presParOf" srcId="{8EFDD72C-1548-4762-BC42-46EB49E7739A}" destId="{F3B4FAA7-CA66-4041-8B09-F234530EBCCE}" srcOrd="0" destOrd="0" presId="urn:microsoft.com/office/officeart/2011/layout/HexagonRadial"/>
    <dgm:cxn modelId="{2F9C15FF-B408-49E8-9FC2-D619DB4C3A65}" type="presParOf" srcId="{D97D9760-F010-4218-9608-7DC980288E64}" destId="{B801A17B-74A4-49F2-B90E-3F8518C33F0B}" srcOrd="4" destOrd="0" presId="urn:microsoft.com/office/officeart/2011/layout/HexagonRadial"/>
    <dgm:cxn modelId="{E5E5111E-65D4-4547-8203-6BB50DBC53EE}" type="presParOf" srcId="{D97D9760-F010-4218-9608-7DC980288E64}" destId="{2E74054B-344A-4A3E-9716-695823CDB137}" srcOrd="5" destOrd="0" presId="urn:microsoft.com/office/officeart/2011/layout/HexagonRadial"/>
    <dgm:cxn modelId="{90D16F91-FA13-4F2D-8748-AFBBF9E797F4}" type="presParOf" srcId="{2E74054B-344A-4A3E-9716-695823CDB137}" destId="{DA20A7DC-4FEB-4655-85FA-0F66BF166CEE}" srcOrd="0" destOrd="0" presId="urn:microsoft.com/office/officeart/2011/layout/HexagonRadial"/>
    <dgm:cxn modelId="{F6207F7A-93D2-4508-9946-42F6A0261161}" type="presParOf" srcId="{D97D9760-F010-4218-9608-7DC980288E64}" destId="{F14ECAA3-10D9-46A5-85F4-3581FC91D95F}" srcOrd="6" destOrd="0" presId="urn:microsoft.com/office/officeart/2011/layout/HexagonRadial"/>
    <dgm:cxn modelId="{49A6C359-0505-47A2-BFAA-1108BD1F5BC9}" type="presParOf" srcId="{D97D9760-F010-4218-9608-7DC980288E64}" destId="{36659F0C-5028-42DC-BCAF-25B50BFC8CA1}" srcOrd="7" destOrd="0" presId="urn:microsoft.com/office/officeart/2011/layout/HexagonRadial"/>
    <dgm:cxn modelId="{E396FA70-0AD9-431E-BA52-3E92376DD2B6}" type="presParOf" srcId="{36659F0C-5028-42DC-BCAF-25B50BFC8CA1}" destId="{F7CD388A-2FCD-437C-A9F1-5B99252453A9}" srcOrd="0" destOrd="0" presId="urn:microsoft.com/office/officeart/2011/layout/HexagonRadial"/>
    <dgm:cxn modelId="{5F8E1A88-DD40-4875-8B34-B77EE9EFC220}" type="presParOf" srcId="{D97D9760-F010-4218-9608-7DC980288E64}" destId="{9E90ECDE-7F91-4F01-84E5-92E04784A594}" srcOrd="8" destOrd="0" presId="urn:microsoft.com/office/officeart/2011/layout/HexagonRadial"/>
    <dgm:cxn modelId="{5D66EDC1-074D-4502-A854-8141C3378CBE}" type="presParOf" srcId="{D97D9760-F010-4218-9608-7DC980288E64}" destId="{B842FF43-0C28-4F76-AFDF-E01EEBC104BB}" srcOrd="9" destOrd="0" presId="urn:microsoft.com/office/officeart/2011/layout/HexagonRadial"/>
    <dgm:cxn modelId="{FD74224B-351E-4AD5-8221-239F862DA7AB}" type="presParOf" srcId="{B842FF43-0C28-4F76-AFDF-E01EEBC104BB}" destId="{B98BB02D-851D-4987-A52A-C45BCFD404A5}" srcOrd="0" destOrd="0" presId="urn:microsoft.com/office/officeart/2011/layout/HexagonRadial"/>
    <dgm:cxn modelId="{792169F2-C342-43DA-A346-13A9FF65FA4A}" type="presParOf" srcId="{D97D9760-F010-4218-9608-7DC980288E64}" destId="{CA284B41-8178-4E6E-9862-AA1F6BCB1DB5}" srcOrd="10" destOrd="0" presId="urn:microsoft.com/office/officeart/2011/layout/HexagonRadial"/>
    <dgm:cxn modelId="{99531EC7-C2EB-491C-A515-8647FF47E441}" type="presParOf" srcId="{D97D9760-F010-4218-9608-7DC980288E64}" destId="{384E803C-A0CA-4C6A-8B9F-CDC7131AD207}" srcOrd="11" destOrd="0" presId="urn:microsoft.com/office/officeart/2011/layout/HexagonRadial"/>
    <dgm:cxn modelId="{68F3C624-A87F-49E2-BB0C-2DF81533DCF1}" type="presParOf" srcId="{384E803C-A0CA-4C6A-8B9F-CDC7131AD207}" destId="{D80F7589-4524-40CA-B36F-E782CF51CCD1}" srcOrd="0" destOrd="0" presId="urn:microsoft.com/office/officeart/2011/layout/HexagonRadial"/>
    <dgm:cxn modelId="{6750C106-B23A-49AD-8364-618B0313697D}" type="presParOf" srcId="{D97D9760-F010-4218-9608-7DC980288E64}" destId="{096344C8-C7D9-4AC6-A701-CD9F2F9F4EE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D2C36-BF3E-4258-9AA1-9D98252EF9C6}">
      <dsp:nvSpPr>
        <dsp:cNvPr id="0" name=""/>
        <dsp:cNvSpPr/>
      </dsp:nvSpPr>
      <dsp:spPr>
        <a:xfrm>
          <a:off x="0" y="0"/>
          <a:ext cx="8128000" cy="213217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96AE3-45C1-4181-A1B4-7E84B94449CC}">
      <dsp:nvSpPr>
        <dsp:cNvPr id="0" name=""/>
        <dsp:cNvSpPr/>
      </dsp:nvSpPr>
      <dsp:spPr>
        <a:xfrm>
          <a:off x="244772" y="284289"/>
          <a:ext cx="3637359" cy="1563592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FD7E4-A90D-43B8-9CFA-60894B0807C7}">
      <dsp:nvSpPr>
        <dsp:cNvPr id="0" name=""/>
        <dsp:cNvSpPr/>
      </dsp:nvSpPr>
      <dsp:spPr>
        <a:xfrm rot="10800000">
          <a:off x="244772" y="2132171"/>
          <a:ext cx="3637359" cy="2605987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Interference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Every type of cable can suffer from electrical interference, which can cause data to become lost or corrupt – i.e., 1s become 0s and 0s become 1s.</a:t>
          </a:r>
        </a:p>
      </dsp:txBody>
      <dsp:txXfrm rot="10800000">
        <a:off x="324915" y="2132171"/>
        <a:ext cx="3477073" cy="2525844"/>
      </dsp:txXfrm>
    </dsp:sp>
    <dsp:sp modelId="{B925723D-3004-4190-91CF-FD0282264695}">
      <dsp:nvSpPr>
        <dsp:cNvPr id="0" name=""/>
        <dsp:cNvSpPr/>
      </dsp:nvSpPr>
      <dsp:spPr>
        <a:xfrm>
          <a:off x="4245867" y="284289"/>
          <a:ext cx="3637359" cy="1563592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880662"/>
            <a:satOff val="-76170"/>
            <a:lumOff val="-7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2A7F8-7E06-4C3E-83EC-32AAA4FFDBD6}">
      <dsp:nvSpPr>
        <dsp:cNvPr id="0" name=""/>
        <dsp:cNvSpPr/>
      </dsp:nvSpPr>
      <dsp:spPr>
        <a:xfrm rot="10800000">
          <a:off x="4245867" y="2132171"/>
          <a:ext cx="3637359" cy="2605987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Packet switching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Issues during the packet switching process can cause data to be lost – or in some cases, gained.</a:t>
          </a:r>
        </a:p>
      </dsp:txBody>
      <dsp:txXfrm rot="10800000">
        <a:off x="4326010" y="2132171"/>
        <a:ext cx="3477073" cy="2525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9B16B-0BAB-40A6-A610-7B601D9264DD}">
      <dsp:nvSpPr>
        <dsp:cNvPr id="0" name=""/>
        <dsp:cNvSpPr/>
      </dsp:nvSpPr>
      <dsp:spPr>
        <a:xfrm>
          <a:off x="3352477" y="1984664"/>
          <a:ext cx="2522595" cy="2182147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Error detection methods</a:t>
          </a:r>
        </a:p>
      </dsp:txBody>
      <dsp:txXfrm>
        <a:off x="3770506" y="2346276"/>
        <a:ext cx="1686537" cy="1458923"/>
      </dsp:txXfrm>
    </dsp:sp>
    <dsp:sp modelId="{F3B4FAA7-CA66-4041-8B09-F234530EBCCE}">
      <dsp:nvSpPr>
        <dsp:cNvPr id="0" name=""/>
        <dsp:cNvSpPr/>
      </dsp:nvSpPr>
      <dsp:spPr>
        <a:xfrm>
          <a:off x="4932106" y="94065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8B3E5-5A09-4C13-A6FE-AECD8D5FC4F8}">
      <dsp:nvSpPr>
        <dsp:cNvPr id="0" name=""/>
        <dsp:cNvSpPr/>
      </dsp:nvSpPr>
      <dsp:spPr>
        <a:xfrm>
          <a:off x="3584844" y="0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checks</a:t>
          </a:r>
        </a:p>
      </dsp:txBody>
      <dsp:txXfrm>
        <a:off x="3927431" y="296378"/>
        <a:ext cx="1382074" cy="1195657"/>
      </dsp:txXfrm>
    </dsp:sp>
    <dsp:sp modelId="{DA20A7DC-4FEB-4655-85FA-0F66BF166CEE}">
      <dsp:nvSpPr>
        <dsp:cNvPr id="0" name=""/>
        <dsp:cNvSpPr/>
      </dsp:nvSpPr>
      <dsp:spPr>
        <a:xfrm>
          <a:off x="6042893" y="2473756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1A17B-74A4-49F2-B90E-3F8518C33F0B}">
      <dsp:nvSpPr>
        <dsp:cNvPr id="0" name=""/>
        <dsp:cNvSpPr/>
      </dsp:nvSpPr>
      <dsp:spPr>
        <a:xfrm>
          <a:off x="5480752" y="109999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block checks</a:t>
          </a:r>
        </a:p>
      </dsp:txBody>
      <dsp:txXfrm>
        <a:off x="5823339" y="1396372"/>
        <a:ext cx="1382074" cy="1195657"/>
      </dsp:txXfrm>
    </dsp:sp>
    <dsp:sp modelId="{F7CD388A-2FCD-437C-A9F1-5B99252453A9}">
      <dsp:nvSpPr>
        <dsp:cNvPr id="0" name=""/>
        <dsp:cNvSpPr/>
      </dsp:nvSpPr>
      <dsp:spPr>
        <a:xfrm>
          <a:off x="5271269" y="4204339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CAA3-10D9-46A5-85F4-3581FC91D95F}">
      <dsp:nvSpPr>
        <dsp:cNvPr id="0" name=""/>
        <dsp:cNvSpPr/>
      </dsp:nvSpPr>
      <dsp:spPr>
        <a:xfrm>
          <a:off x="5480752" y="326245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Checksums</a:t>
          </a:r>
          <a:endParaRPr lang="en-GB" sz="2000" kern="1200" dirty="0"/>
        </a:p>
      </dsp:txBody>
      <dsp:txXfrm>
        <a:off x="5823339" y="3558832"/>
        <a:ext cx="1382074" cy="1195657"/>
      </dsp:txXfrm>
    </dsp:sp>
    <dsp:sp modelId="{B98BB02D-851D-4987-A52A-C45BCFD404A5}">
      <dsp:nvSpPr>
        <dsp:cNvPr id="0" name=""/>
        <dsp:cNvSpPr/>
      </dsp:nvSpPr>
      <dsp:spPr>
        <a:xfrm>
          <a:off x="3357171" y="4383980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0ECDE-7F91-4F01-84E5-92E04784A594}">
      <dsp:nvSpPr>
        <dsp:cNvPr id="0" name=""/>
        <dsp:cNvSpPr/>
      </dsp:nvSpPr>
      <dsp:spPr>
        <a:xfrm>
          <a:off x="3584844" y="4363678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Echo checks</a:t>
          </a:r>
        </a:p>
      </dsp:txBody>
      <dsp:txXfrm>
        <a:off x="3927431" y="4660056"/>
        <a:ext cx="1382074" cy="1195657"/>
      </dsp:txXfrm>
    </dsp:sp>
    <dsp:sp modelId="{D80F7589-4524-40CA-B36F-E782CF51CCD1}">
      <dsp:nvSpPr>
        <dsp:cNvPr id="0" name=""/>
        <dsp:cNvSpPr/>
      </dsp:nvSpPr>
      <dsp:spPr>
        <a:xfrm>
          <a:off x="2228194" y="285149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84B41-8178-4E6E-9862-AA1F6BCB1DB5}">
      <dsp:nvSpPr>
        <dsp:cNvPr id="0" name=""/>
        <dsp:cNvSpPr/>
      </dsp:nvSpPr>
      <dsp:spPr>
        <a:xfrm>
          <a:off x="1680135" y="326368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Check digits</a:t>
          </a:r>
        </a:p>
      </dsp:txBody>
      <dsp:txXfrm>
        <a:off x="2022722" y="3560062"/>
        <a:ext cx="1382074" cy="1195657"/>
      </dsp:txXfrm>
    </dsp:sp>
    <dsp:sp modelId="{096344C8-C7D9-4AC6-A701-CD9F2F9F4EEC}">
      <dsp:nvSpPr>
        <dsp:cNvPr id="0" name=""/>
        <dsp:cNvSpPr/>
      </dsp:nvSpPr>
      <dsp:spPr>
        <a:xfrm>
          <a:off x="1680135" y="1097533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Automatic Repeat Query (ARQ)</a:t>
          </a:r>
        </a:p>
      </dsp:txBody>
      <dsp:txXfrm>
        <a:off x="2022722" y="1393911"/>
        <a:ext cx="1382074" cy="1195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2.2 Methods of error detection | The need for error checking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16/05/2022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2.2 Methods of error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need for error checking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D3533B7-D80E-ECB4-4284-50162A051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24"/>
            <a:ext cx="12192000" cy="64373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52896"/>
            <a:ext cx="11755426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send and receive vast amounts of data. One zebibyte is 1,180,591,620,717,411,303,424 (1.1 sextillion) bytes.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6" y="504512"/>
            <a:ext cx="3665524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need for error checking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3DF872-F706-B854-FA89-91FDF06944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4147523"/>
              </p:ext>
            </p:extLst>
          </p:nvPr>
        </p:nvGraphicFramePr>
        <p:xfrm>
          <a:off x="215900" y="1596140"/>
          <a:ext cx="11755425" cy="5044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1CE90-E0AF-9645-C0FA-2B2ED98D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8"/>
            <a:ext cx="12192000" cy="64739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3401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68CAE-1304-84D3-AFBA-214F073495E6}"/>
              </a:ext>
            </a:extLst>
          </p:cNvPr>
          <p:cNvSpPr/>
          <p:nvPr/>
        </p:nvSpPr>
        <p:spPr>
          <a:xfrm>
            <a:off x="220676" y="504512"/>
            <a:ext cx="3665524" cy="47000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need for error checking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2274A-080C-6BB6-FA3E-A5B645E61E11}"/>
              </a:ext>
            </a:extLst>
          </p:cNvPr>
          <p:cNvSpPr/>
          <p:nvPr/>
        </p:nvSpPr>
        <p:spPr>
          <a:xfrm>
            <a:off x="220673" y="1052896"/>
            <a:ext cx="11784001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the complexity of computers and the vast amounts of 1s and 0s being transmitted, there is always a possibility that data can be lost, gained or changed along the way.</a:t>
            </a:r>
          </a:p>
        </p:txBody>
      </p:sp>
    </p:spTree>
    <p:extLst>
      <p:ext uri="{BB962C8B-B14F-4D97-AF65-F5344CB8AC3E}">
        <p14:creationId xmlns:p14="http://schemas.microsoft.com/office/powerpoint/2010/main" val="406602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A68CAE-1304-84D3-AFBA-214F073495E6}"/>
              </a:ext>
            </a:extLst>
          </p:cNvPr>
          <p:cNvSpPr/>
          <p:nvPr/>
        </p:nvSpPr>
        <p:spPr>
          <a:xfrm>
            <a:off x="220676" y="504512"/>
            <a:ext cx="3665524" cy="47000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need for error checking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3401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2274A-080C-6BB6-FA3E-A5B645E61E11}"/>
              </a:ext>
            </a:extLst>
          </p:cNvPr>
          <p:cNvSpPr/>
          <p:nvPr/>
        </p:nvSpPr>
        <p:spPr>
          <a:xfrm>
            <a:off x="220673" y="1052896"/>
            <a:ext cx="11750651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the complexity of computers and the vast amounts of 1s and 0s being transmitted, there is always a possibility that data can be lost, gained or changed along the way.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096E5D-3E9F-A56B-B45E-57A231CBB8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601024"/>
              </p:ext>
            </p:extLst>
          </p:nvPr>
        </p:nvGraphicFramePr>
        <p:xfrm>
          <a:off x="2032000" y="1869971"/>
          <a:ext cx="8128000" cy="4738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phic 8" descr="High voltage with solid fill">
            <a:extLst>
              <a:ext uri="{FF2B5EF4-FFF2-40B4-BE49-F238E27FC236}">
                <a16:creationId xmlns:a16="http://schemas.microsoft.com/office/drawing/2014/main" id="{D0074336-06AB-D6D5-1E32-8FE899772D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8499" y="2111659"/>
            <a:ext cx="1685925" cy="1685925"/>
          </a:xfrm>
          <a:prstGeom prst="rect">
            <a:avLst/>
          </a:prstGeom>
        </p:spPr>
      </p:pic>
      <p:pic>
        <p:nvPicPr>
          <p:cNvPr id="11" name="Graphic 10" descr="Connections with solid fill">
            <a:extLst>
              <a:ext uri="{FF2B5EF4-FFF2-40B4-BE49-F238E27FC236}">
                <a16:creationId xmlns:a16="http://schemas.microsoft.com/office/drawing/2014/main" id="{EF44479E-048A-103D-F277-BFB309A267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7113" y="2111659"/>
            <a:ext cx="16859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3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C1242F-5D95-14F3-BEDF-6CC58A346181}"/>
              </a:ext>
            </a:extLst>
          </p:cNvPr>
          <p:cNvSpPr/>
          <p:nvPr/>
        </p:nvSpPr>
        <p:spPr>
          <a:xfrm>
            <a:off x="220676" y="504512"/>
            <a:ext cx="3665524" cy="47000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checking methods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A79D042-108C-8B2D-7B83-30DBA618E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416361"/>
              </p:ext>
            </p:extLst>
          </p:nvPr>
        </p:nvGraphicFramePr>
        <p:xfrm>
          <a:off x="1485900" y="554141"/>
          <a:ext cx="9228137" cy="615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1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55596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data is transmitted, there is always a possibility that data can be lost, gained or changed.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most common reasons for data corruption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interference (noise)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Problems during packet switching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methods of error checking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Parity checks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Checksums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Echo checks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 Repeat Query (ARQ)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need for error checking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2727386B-AC06-4B0D-8AAC-01154BD7A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270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90</cp:revision>
  <dcterms:created xsi:type="dcterms:W3CDTF">2019-10-14T15:21:06Z</dcterms:created>
  <dcterms:modified xsi:type="dcterms:W3CDTF">2022-05-16T19:45:02Z</dcterms:modified>
</cp:coreProperties>
</file>