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67" r:id="rId3"/>
    <p:sldId id="265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60" r:id="rId16"/>
    <p:sldId id="29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FFFFF"/>
    <a:srgbClr val="F26521"/>
    <a:srgbClr val="0087B1"/>
    <a:srgbClr val="000956"/>
    <a:srgbClr val="99E265"/>
    <a:srgbClr val="008C8C"/>
    <a:srgbClr val="00B2B2"/>
    <a:srgbClr val="26C9FF"/>
    <a:srgbClr val="7CD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D0488D-22BD-4CA9-985A-E5B07765AAF4}" type="doc">
      <dgm:prSet loTypeId="urn:microsoft.com/office/officeart/2011/layout/HexagonRadial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919C5CE8-B414-41AF-927B-95882AF2110D}">
      <dgm:prSet phldrT="[Text]"/>
      <dgm:spPr/>
      <dgm:t>
        <a:bodyPr/>
        <a:lstStyle/>
        <a:p>
          <a:r>
            <a:rPr lang="en-GB" dirty="0"/>
            <a:t>Error detection methods</a:t>
          </a:r>
        </a:p>
      </dgm:t>
    </dgm:pt>
    <dgm:pt modelId="{CA0DE188-0C25-433D-ABE8-AEA0619854E4}" type="parTrans" cxnId="{E1239480-B3A2-4ED8-AFC1-95082D2A2572}">
      <dgm:prSet/>
      <dgm:spPr/>
      <dgm:t>
        <a:bodyPr/>
        <a:lstStyle/>
        <a:p>
          <a:endParaRPr lang="en-GB"/>
        </a:p>
      </dgm:t>
    </dgm:pt>
    <dgm:pt modelId="{7DB09D2D-849B-479F-9878-B37AB84081B3}" type="sibTrans" cxnId="{E1239480-B3A2-4ED8-AFC1-95082D2A2572}">
      <dgm:prSet/>
      <dgm:spPr/>
      <dgm:t>
        <a:bodyPr/>
        <a:lstStyle/>
        <a:p>
          <a:endParaRPr lang="en-GB"/>
        </a:p>
      </dgm:t>
    </dgm:pt>
    <dgm:pt modelId="{040B2368-3E01-4126-9276-2CCA3A101561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 dirty="0"/>
            <a:t>Parity block checks</a:t>
          </a:r>
        </a:p>
      </dgm:t>
    </dgm:pt>
    <dgm:pt modelId="{0902515E-8102-4DB8-8A3A-BA0FFEAD39B1}" type="parTrans" cxnId="{299F5E1C-53A7-4754-9671-50E02868989A}">
      <dgm:prSet/>
      <dgm:spPr/>
      <dgm:t>
        <a:bodyPr/>
        <a:lstStyle/>
        <a:p>
          <a:endParaRPr lang="en-GB"/>
        </a:p>
      </dgm:t>
    </dgm:pt>
    <dgm:pt modelId="{786DFEB2-C0BC-4DA7-B51F-4EDBE263CF8F}" type="sibTrans" cxnId="{299F5E1C-53A7-4754-9671-50E02868989A}">
      <dgm:prSet/>
      <dgm:spPr/>
      <dgm:t>
        <a:bodyPr/>
        <a:lstStyle/>
        <a:p>
          <a:endParaRPr lang="en-GB"/>
        </a:p>
      </dgm:t>
    </dgm:pt>
    <dgm:pt modelId="{75EF59C2-CC19-4B16-A10A-23D047A8DAD2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 dirty="0"/>
            <a:t>Echo checks</a:t>
          </a:r>
        </a:p>
      </dgm:t>
    </dgm:pt>
    <dgm:pt modelId="{BC752785-96F8-4899-8A9D-EB1E902E813E}" type="parTrans" cxnId="{7C80647D-E11E-428F-A83D-70B986637D66}">
      <dgm:prSet/>
      <dgm:spPr/>
      <dgm:t>
        <a:bodyPr/>
        <a:lstStyle/>
        <a:p>
          <a:endParaRPr lang="en-GB"/>
        </a:p>
      </dgm:t>
    </dgm:pt>
    <dgm:pt modelId="{7550F32F-80C5-4640-96FE-8FE2D600ECF8}" type="sibTrans" cxnId="{7C80647D-E11E-428F-A83D-70B986637D66}">
      <dgm:prSet/>
      <dgm:spPr/>
      <dgm:t>
        <a:bodyPr/>
        <a:lstStyle/>
        <a:p>
          <a:endParaRPr lang="en-GB"/>
        </a:p>
      </dgm:t>
    </dgm:pt>
    <dgm:pt modelId="{0752BC48-DB13-4DDC-9BAB-6854E2D5B281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 dirty="0"/>
            <a:t>Automatic Repeat Query (ARQ)</a:t>
          </a:r>
        </a:p>
      </dgm:t>
    </dgm:pt>
    <dgm:pt modelId="{BBFCB234-50DB-49BA-B051-380CFF37CDE6}" type="parTrans" cxnId="{58CA98B2-7210-4EB9-A1C0-63E0825AA747}">
      <dgm:prSet/>
      <dgm:spPr/>
      <dgm:t>
        <a:bodyPr/>
        <a:lstStyle/>
        <a:p>
          <a:endParaRPr lang="en-GB"/>
        </a:p>
      </dgm:t>
    </dgm:pt>
    <dgm:pt modelId="{29E97963-E002-449C-B1B7-CBEC9640B378}" type="sibTrans" cxnId="{58CA98B2-7210-4EB9-A1C0-63E0825AA747}">
      <dgm:prSet/>
      <dgm:spPr/>
      <dgm:t>
        <a:bodyPr/>
        <a:lstStyle/>
        <a:p>
          <a:endParaRPr lang="en-GB"/>
        </a:p>
      </dgm:t>
    </dgm:pt>
    <dgm:pt modelId="{769CBA96-085A-48FC-B7FA-8FB5C75DD7C6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 dirty="0"/>
            <a:t>Parity checks</a:t>
          </a:r>
        </a:p>
      </dgm:t>
    </dgm:pt>
    <dgm:pt modelId="{AF30B337-5D57-4131-96B0-D1C008911840}" type="parTrans" cxnId="{DFADC5CD-F62D-4F7C-885A-8C61FD5B813E}">
      <dgm:prSet/>
      <dgm:spPr/>
      <dgm:t>
        <a:bodyPr/>
        <a:lstStyle/>
        <a:p>
          <a:endParaRPr lang="en-GB"/>
        </a:p>
      </dgm:t>
    </dgm:pt>
    <dgm:pt modelId="{B26669B6-B8DB-4361-9C84-4EBD5C41AD2F}" type="sibTrans" cxnId="{DFADC5CD-F62D-4F7C-885A-8C61FD5B813E}">
      <dgm:prSet/>
      <dgm:spPr/>
      <dgm:t>
        <a:bodyPr/>
        <a:lstStyle/>
        <a:p>
          <a:endParaRPr lang="en-GB"/>
        </a:p>
      </dgm:t>
    </dgm:pt>
    <dgm:pt modelId="{09A80FB5-0E92-4EFF-8215-71778E9BFF84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GB"/>
            <a:t>Checksums</a:t>
          </a:r>
          <a:endParaRPr lang="en-GB" dirty="0"/>
        </a:p>
      </dgm:t>
    </dgm:pt>
    <dgm:pt modelId="{EF0CC4C7-F2EF-49E9-929C-BDDCF8FC2E86}" type="parTrans" cxnId="{23CAFBC3-493B-432F-959E-3B4E186E9150}">
      <dgm:prSet/>
      <dgm:spPr/>
      <dgm:t>
        <a:bodyPr/>
        <a:lstStyle/>
        <a:p>
          <a:endParaRPr lang="en-GB"/>
        </a:p>
      </dgm:t>
    </dgm:pt>
    <dgm:pt modelId="{2E029C52-F291-4C8B-A876-DF964AF3C24C}" type="sibTrans" cxnId="{23CAFBC3-493B-432F-959E-3B4E186E9150}">
      <dgm:prSet/>
      <dgm:spPr/>
      <dgm:t>
        <a:bodyPr/>
        <a:lstStyle/>
        <a:p>
          <a:endParaRPr lang="en-GB"/>
        </a:p>
      </dgm:t>
    </dgm:pt>
    <dgm:pt modelId="{8AA6BF2D-3B73-41DC-8D52-69FA1B09DF76}">
      <dgm:prSet phldrT="[Text]"/>
      <dgm:spPr>
        <a:effectLst>
          <a:glow rad="228600">
            <a:schemeClr val="accent4">
              <a:satMod val="175000"/>
              <a:alpha val="40000"/>
            </a:schemeClr>
          </a:glow>
        </a:effectLst>
      </dgm:spPr>
      <dgm:t>
        <a:bodyPr/>
        <a:lstStyle/>
        <a:p>
          <a:r>
            <a:rPr lang="en-GB" dirty="0"/>
            <a:t>Check digits</a:t>
          </a:r>
        </a:p>
      </dgm:t>
    </dgm:pt>
    <dgm:pt modelId="{364E6E36-27C4-4D89-BB26-5F58B76169AE}" type="parTrans" cxnId="{2A0ED639-F5E5-49DB-9837-C0D97B9DCB2F}">
      <dgm:prSet/>
      <dgm:spPr/>
      <dgm:t>
        <a:bodyPr/>
        <a:lstStyle/>
        <a:p>
          <a:endParaRPr lang="en-GB"/>
        </a:p>
      </dgm:t>
    </dgm:pt>
    <dgm:pt modelId="{DB4D82C9-697A-4698-B264-B839443395A2}" type="sibTrans" cxnId="{2A0ED639-F5E5-49DB-9837-C0D97B9DCB2F}">
      <dgm:prSet/>
      <dgm:spPr/>
      <dgm:t>
        <a:bodyPr/>
        <a:lstStyle/>
        <a:p>
          <a:endParaRPr lang="en-GB"/>
        </a:p>
      </dgm:t>
    </dgm:pt>
    <dgm:pt modelId="{D97D9760-F010-4218-9608-7DC980288E64}" type="pres">
      <dgm:prSet presAssocID="{18D0488D-22BD-4CA9-985A-E5B07765AAF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84F9B16B-0BAB-40A6-A610-7B601D9264DD}" type="pres">
      <dgm:prSet presAssocID="{919C5CE8-B414-41AF-927B-95882AF2110D}" presName="Parent" presStyleLbl="node0" presStyleIdx="0" presStyleCnt="1">
        <dgm:presLayoutVars>
          <dgm:chMax val="6"/>
          <dgm:chPref val="6"/>
        </dgm:presLayoutVars>
      </dgm:prSet>
      <dgm:spPr/>
    </dgm:pt>
    <dgm:pt modelId="{7E6E0EE9-D667-43C4-8BB0-E55775F800FC}" type="pres">
      <dgm:prSet presAssocID="{769CBA96-085A-48FC-B7FA-8FB5C75DD7C6}" presName="Accent1" presStyleCnt="0"/>
      <dgm:spPr/>
    </dgm:pt>
    <dgm:pt modelId="{041F3DEC-4B94-44FD-BDB9-ED1977E14C7A}" type="pres">
      <dgm:prSet presAssocID="{769CBA96-085A-48FC-B7FA-8FB5C75DD7C6}" presName="Accent" presStyleLbl="bgShp" presStyleIdx="0" presStyleCnt="6"/>
      <dgm:spPr/>
    </dgm:pt>
    <dgm:pt modelId="{1F58B3E5-5A09-4C13-A6FE-AECD8D5FC4F8}" type="pres">
      <dgm:prSet presAssocID="{769CBA96-085A-48FC-B7FA-8FB5C75DD7C6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8EFDD72C-1548-4762-BC42-46EB49E7739A}" type="pres">
      <dgm:prSet presAssocID="{040B2368-3E01-4126-9276-2CCA3A101561}" presName="Accent2" presStyleCnt="0"/>
      <dgm:spPr/>
    </dgm:pt>
    <dgm:pt modelId="{F3B4FAA7-CA66-4041-8B09-F234530EBCCE}" type="pres">
      <dgm:prSet presAssocID="{040B2368-3E01-4126-9276-2CCA3A101561}" presName="Accent" presStyleLbl="bgShp" presStyleIdx="1" presStyleCnt="6"/>
      <dgm:spPr>
        <a:solidFill>
          <a:schemeClr val="bg1"/>
        </a:solidFill>
      </dgm:spPr>
    </dgm:pt>
    <dgm:pt modelId="{B801A17B-74A4-49F2-B90E-3F8518C33F0B}" type="pres">
      <dgm:prSet presAssocID="{040B2368-3E01-4126-9276-2CCA3A101561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E74054B-344A-4A3E-9716-695823CDB137}" type="pres">
      <dgm:prSet presAssocID="{09A80FB5-0E92-4EFF-8215-71778E9BFF84}" presName="Accent3" presStyleCnt="0"/>
      <dgm:spPr/>
    </dgm:pt>
    <dgm:pt modelId="{DA20A7DC-4FEB-4655-85FA-0F66BF166CEE}" type="pres">
      <dgm:prSet presAssocID="{09A80FB5-0E92-4EFF-8215-71778E9BFF84}" presName="Accent" presStyleLbl="bgShp" presStyleIdx="2" presStyleCnt="6"/>
      <dgm:spPr>
        <a:solidFill>
          <a:schemeClr val="bg1"/>
        </a:solidFill>
      </dgm:spPr>
    </dgm:pt>
    <dgm:pt modelId="{F14ECAA3-10D9-46A5-85F4-3581FC91D95F}" type="pres">
      <dgm:prSet presAssocID="{09A80FB5-0E92-4EFF-8215-71778E9BFF84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36659F0C-5028-42DC-BCAF-25B50BFC8CA1}" type="pres">
      <dgm:prSet presAssocID="{75EF59C2-CC19-4B16-A10A-23D047A8DAD2}" presName="Accent4" presStyleCnt="0"/>
      <dgm:spPr/>
    </dgm:pt>
    <dgm:pt modelId="{F7CD388A-2FCD-437C-A9F1-5B99252453A9}" type="pres">
      <dgm:prSet presAssocID="{75EF59C2-CC19-4B16-A10A-23D047A8DAD2}" presName="Accent" presStyleLbl="bgShp" presStyleIdx="3" presStyleCnt="6"/>
      <dgm:spPr>
        <a:solidFill>
          <a:schemeClr val="bg1"/>
        </a:solidFill>
      </dgm:spPr>
    </dgm:pt>
    <dgm:pt modelId="{9E90ECDE-7F91-4F01-84E5-92E04784A594}" type="pres">
      <dgm:prSet presAssocID="{75EF59C2-CC19-4B16-A10A-23D047A8DAD2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B842FF43-0C28-4F76-AFDF-E01EEBC104BB}" type="pres">
      <dgm:prSet presAssocID="{8AA6BF2D-3B73-41DC-8D52-69FA1B09DF76}" presName="Accent5" presStyleCnt="0"/>
      <dgm:spPr/>
    </dgm:pt>
    <dgm:pt modelId="{B98BB02D-851D-4987-A52A-C45BCFD404A5}" type="pres">
      <dgm:prSet presAssocID="{8AA6BF2D-3B73-41DC-8D52-69FA1B09DF76}" presName="Accent" presStyleLbl="bgShp" presStyleIdx="4" presStyleCnt="6"/>
      <dgm:spPr>
        <a:solidFill>
          <a:schemeClr val="bg1"/>
        </a:solidFill>
      </dgm:spPr>
    </dgm:pt>
    <dgm:pt modelId="{CA284B41-8178-4E6E-9862-AA1F6BCB1DB5}" type="pres">
      <dgm:prSet presAssocID="{8AA6BF2D-3B73-41DC-8D52-69FA1B09DF76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84E803C-A0CA-4C6A-8B9F-CDC7131AD207}" type="pres">
      <dgm:prSet presAssocID="{0752BC48-DB13-4DDC-9BAB-6854E2D5B281}" presName="Accent6" presStyleCnt="0"/>
      <dgm:spPr/>
    </dgm:pt>
    <dgm:pt modelId="{D80F7589-4524-40CA-B36F-E782CF51CCD1}" type="pres">
      <dgm:prSet presAssocID="{0752BC48-DB13-4DDC-9BAB-6854E2D5B281}" presName="Accent" presStyleLbl="bgShp" presStyleIdx="5" presStyleCnt="6"/>
      <dgm:spPr>
        <a:solidFill>
          <a:schemeClr val="bg1"/>
        </a:solidFill>
      </dgm:spPr>
    </dgm:pt>
    <dgm:pt modelId="{096344C8-C7D9-4AC6-A701-CD9F2F9F4EEC}" type="pres">
      <dgm:prSet presAssocID="{0752BC48-DB13-4DDC-9BAB-6854E2D5B281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299F5E1C-53A7-4754-9671-50E02868989A}" srcId="{919C5CE8-B414-41AF-927B-95882AF2110D}" destId="{040B2368-3E01-4126-9276-2CCA3A101561}" srcOrd="1" destOrd="0" parTransId="{0902515E-8102-4DB8-8A3A-BA0FFEAD39B1}" sibTransId="{786DFEB2-C0BC-4DA7-B51F-4EDBE263CF8F}"/>
    <dgm:cxn modelId="{2A0ED639-F5E5-49DB-9837-C0D97B9DCB2F}" srcId="{919C5CE8-B414-41AF-927B-95882AF2110D}" destId="{8AA6BF2D-3B73-41DC-8D52-69FA1B09DF76}" srcOrd="4" destOrd="0" parTransId="{364E6E36-27C4-4D89-BB26-5F58B76169AE}" sibTransId="{DB4D82C9-697A-4698-B264-B839443395A2}"/>
    <dgm:cxn modelId="{95406960-33F5-4461-A362-4F146BD9556F}" type="presOf" srcId="{8AA6BF2D-3B73-41DC-8D52-69FA1B09DF76}" destId="{CA284B41-8178-4E6E-9862-AA1F6BCB1DB5}" srcOrd="0" destOrd="0" presId="urn:microsoft.com/office/officeart/2011/layout/HexagonRadial"/>
    <dgm:cxn modelId="{230D3968-FB53-4534-ACC8-C70D073585AF}" type="presOf" srcId="{769CBA96-085A-48FC-B7FA-8FB5C75DD7C6}" destId="{1F58B3E5-5A09-4C13-A6FE-AECD8D5FC4F8}" srcOrd="0" destOrd="0" presId="urn:microsoft.com/office/officeart/2011/layout/HexagonRadial"/>
    <dgm:cxn modelId="{38013673-648D-4471-A429-7ADF8F9F75D7}" type="presOf" srcId="{919C5CE8-B414-41AF-927B-95882AF2110D}" destId="{84F9B16B-0BAB-40A6-A610-7B601D9264DD}" srcOrd="0" destOrd="0" presId="urn:microsoft.com/office/officeart/2011/layout/HexagonRadial"/>
    <dgm:cxn modelId="{0F079859-BD47-4F97-8321-56138C3E07E6}" type="presOf" srcId="{18D0488D-22BD-4CA9-985A-E5B07765AAF4}" destId="{D97D9760-F010-4218-9608-7DC980288E64}" srcOrd="0" destOrd="0" presId="urn:microsoft.com/office/officeart/2011/layout/HexagonRadial"/>
    <dgm:cxn modelId="{7C80647D-E11E-428F-A83D-70B986637D66}" srcId="{919C5CE8-B414-41AF-927B-95882AF2110D}" destId="{75EF59C2-CC19-4B16-A10A-23D047A8DAD2}" srcOrd="3" destOrd="0" parTransId="{BC752785-96F8-4899-8A9D-EB1E902E813E}" sibTransId="{7550F32F-80C5-4640-96FE-8FE2D600ECF8}"/>
    <dgm:cxn modelId="{E1239480-B3A2-4ED8-AFC1-95082D2A2572}" srcId="{18D0488D-22BD-4CA9-985A-E5B07765AAF4}" destId="{919C5CE8-B414-41AF-927B-95882AF2110D}" srcOrd="0" destOrd="0" parTransId="{CA0DE188-0C25-433D-ABE8-AEA0619854E4}" sibTransId="{7DB09D2D-849B-479F-9878-B37AB84081B3}"/>
    <dgm:cxn modelId="{9BE00999-9E12-4B86-82BE-A27B6AFBB2C0}" type="presOf" srcId="{0752BC48-DB13-4DDC-9BAB-6854E2D5B281}" destId="{096344C8-C7D9-4AC6-A701-CD9F2F9F4EEC}" srcOrd="0" destOrd="0" presId="urn:microsoft.com/office/officeart/2011/layout/HexagonRadial"/>
    <dgm:cxn modelId="{58CA98B2-7210-4EB9-A1C0-63E0825AA747}" srcId="{919C5CE8-B414-41AF-927B-95882AF2110D}" destId="{0752BC48-DB13-4DDC-9BAB-6854E2D5B281}" srcOrd="5" destOrd="0" parTransId="{BBFCB234-50DB-49BA-B051-380CFF37CDE6}" sibTransId="{29E97963-E002-449C-B1B7-CBEC9640B378}"/>
    <dgm:cxn modelId="{31F6CCB6-B011-4C45-960C-2CE5ABFD0803}" type="presOf" srcId="{040B2368-3E01-4126-9276-2CCA3A101561}" destId="{B801A17B-74A4-49F2-B90E-3F8518C33F0B}" srcOrd="0" destOrd="0" presId="urn:microsoft.com/office/officeart/2011/layout/HexagonRadial"/>
    <dgm:cxn modelId="{23CAFBC3-493B-432F-959E-3B4E186E9150}" srcId="{919C5CE8-B414-41AF-927B-95882AF2110D}" destId="{09A80FB5-0E92-4EFF-8215-71778E9BFF84}" srcOrd="2" destOrd="0" parTransId="{EF0CC4C7-F2EF-49E9-929C-BDDCF8FC2E86}" sibTransId="{2E029C52-F291-4C8B-A876-DF964AF3C24C}"/>
    <dgm:cxn modelId="{DFADC5CD-F62D-4F7C-885A-8C61FD5B813E}" srcId="{919C5CE8-B414-41AF-927B-95882AF2110D}" destId="{769CBA96-085A-48FC-B7FA-8FB5C75DD7C6}" srcOrd="0" destOrd="0" parTransId="{AF30B337-5D57-4131-96B0-D1C008911840}" sibTransId="{B26669B6-B8DB-4361-9C84-4EBD5C41AD2F}"/>
    <dgm:cxn modelId="{F0877DDD-02FE-4CD6-97A2-80D491520BBE}" type="presOf" srcId="{09A80FB5-0E92-4EFF-8215-71778E9BFF84}" destId="{F14ECAA3-10D9-46A5-85F4-3581FC91D95F}" srcOrd="0" destOrd="0" presId="urn:microsoft.com/office/officeart/2011/layout/HexagonRadial"/>
    <dgm:cxn modelId="{4EFFBDFF-AB7A-4932-8EFD-09729B156420}" type="presOf" srcId="{75EF59C2-CC19-4B16-A10A-23D047A8DAD2}" destId="{9E90ECDE-7F91-4F01-84E5-92E04784A594}" srcOrd="0" destOrd="0" presId="urn:microsoft.com/office/officeart/2011/layout/HexagonRadial"/>
    <dgm:cxn modelId="{87445C82-48AF-45C5-8ADD-6628829DA723}" type="presParOf" srcId="{D97D9760-F010-4218-9608-7DC980288E64}" destId="{84F9B16B-0BAB-40A6-A610-7B601D9264DD}" srcOrd="0" destOrd="0" presId="urn:microsoft.com/office/officeart/2011/layout/HexagonRadial"/>
    <dgm:cxn modelId="{E339C5A0-1ED1-47F0-9919-FCAB598741BD}" type="presParOf" srcId="{D97D9760-F010-4218-9608-7DC980288E64}" destId="{7E6E0EE9-D667-43C4-8BB0-E55775F800FC}" srcOrd="1" destOrd="0" presId="urn:microsoft.com/office/officeart/2011/layout/HexagonRadial"/>
    <dgm:cxn modelId="{810D9686-C296-4425-B830-122EC3011A30}" type="presParOf" srcId="{7E6E0EE9-D667-43C4-8BB0-E55775F800FC}" destId="{041F3DEC-4B94-44FD-BDB9-ED1977E14C7A}" srcOrd="0" destOrd="0" presId="urn:microsoft.com/office/officeart/2011/layout/HexagonRadial"/>
    <dgm:cxn modelId="{AF1781D9-5CC3-49A1-9739-013F5BCA7487}" type="presParOf" srcId="{D97D9760-F010-4218-9608-7DC980288E64}" destId="{1F58B3E5-5A09-4C13-A6FE-AECD8D5FC4F8}" srcOrd="2" destOrd="0" presId="urn:microsoft.com/office/officeart/2011/layout/HexagonRadial"/>
    <dgm:cxn modelId="{A8CEFF17-4324-4587-9023-46CDA1AFD935}" type="presParOf" srcId="{D97D9760-F010-4218-9608-7DC980288E64}" destId="{8EFDD72C-1548-4762-BC42-46EB49E7739A}" srcOrd="3" destOrd="0" presId="urn:microsoft.com/office/officeart/2011/layout/HexagonRadial"/>
    <dgm:cxn modelId="{90748C05-862F-4530-A38F-449FA2828C1C}" type="presParOf" srcId="{8EFDD72C-1548-4762-BC42-46EB49E7739A}" destId="{F3B4FAA7-CA66-4041-8B09-F234530EBCCE}" srcOrd="0" destOrd="0" presId="urn:microsoft.com/office/officeart/2011/layout/HexagonRadial"/>
    <dgm:cxn modelId="{2F9C15FF-B408-49E8-9FC2-D619DB4C3A65}" type="presParOf" srcId="{D97D9760-F010-4218-9608-7DC980288E64}" destId="{B801A17B-74A4-49F2-B90E-3F8518C33F0B}" srcOrd="4" destOrd="0" presId="urn:microsoft.com/office/officeart/2011/layout/HexagonRadial"/>
    <dgm:cxn modelId="{E5E5111E-65D4-4547-8203-6BB50DBC53EE}" type="presParOf" srcId="{D97D9760-F010-4218-9608-7DC980288E64}" destId="{2E74054B-344A-4A3E-9716-695823CDB137}" srcOrd="5" destOrd="0" presId="urn:microsoft.com/office/officeart/2011/layout/HexagonRadial"/>
    <dgm:cxn modelId="{90D16F91-FA13-4F2D-8748-AFBBF9E797F4}" type="presParOf" srcId="{2E74054B-344A-4A3E-9716-695823CDB137}" destId="{DA20A7DC-4FEB-4655-85FA-0F66BF166CEE}" srcOrd="0" destOrd="0" presId="urn:microsoft.com/office/officeart/2011/layout/HexagonRadial"/>
    <dgm:cxn modelId="{F6207F7A-93D2-4508-9946-42F6A0261161}" type="presParOf" srcId="{D97D9760-F010-4218-9608-7DC980288E64}" destId="{F14ECAA3-10D9-46A5-85F4-3581FC91D95F}" srcOrd="6" destOrd="0" presId="urn:microsoft.com/office/officeart/2011/layout/HexagonRadial"/>
    <dgm:cxn modelId="{49A6C359-0505-47A2-BFAA-1108BD1F5BC9}" type="presParOf" srcId="{D97D9760-F010-4218-9608-7DC980288E64}" destId="{36659F0C-5028-42DC-BCAF-25B50BFC8CA1}" srcOrd="7" destOrd="0" presId="urn:microsoft.com/office/officeart/2011/layout/HexagonRadial"/>
    <dgm:cxn modelId="{E396FA70-0AD9-431E-BA52-3E92376DD2B6}" type="presParOf" srcId="{36659F0C-5028-42DC-BCAF-25B50BFC8CA1}" destId="{F7CD388A-2FCD-437C-A9F1-5B99252453A9}" srcOrd="0" destOrd="0" presId="urn:microsoft.com/office/officeart/2011/layout/HexagonRadial"/>
    <dgm:cxn modelId="{5F8E1A88-DD40-4875-8B34-B77EE9EFC220}" type="presParOf" srcId="{D97D9760-F010-4218-9608-7DC980288E64}" destId="{9E90ECDE-7F91-4F01-84E5-92E04784A594}" srcOrd="8" destOrd="0" presId="urn:microsoft.com/office/officeart/2011/layout/HexagonRadial"/>
    <dgm:cxn modelId="{5D66EDC1-074D-4502-A854-8141C3378CBE}" type="presParOf" srcId="{D97D9760-F010-4218-9608-7DC980288E64}" destId="{B842FF43-0C28-4F76-AFDF-E01EEBC104BB}" srcOrd="9" destOrd="0" presId="urn:microsoft.com/office/officeart/2011/layout/HexagonRadial"/>
    <dgm:cxn modelId="{FD74224B-351E-4AD5-8221-239F862DA7AB}" type="presParOf" srcId="{B842FF43-0C28-4F76-AFDF-E01EEBC104BB}" destId="{B98BB02D-851D-4987-A52A-C45BCFD404A5}" srcOrd="0" destOrd="0" presId="urn:microsoft.com/office/officeart/2011/layout/HexagonRadial"/>
    <dgm:cxn modelId="{792169F2-C342-43DA-A346-13A9FF65FA4A}" type="presParOf" srcId="{D97D9760-F010-4218-9608-7DC980288E64}" destId="{CA284B41-8178-4E6E-9862-AA1F6BCB1DB5}" srcOrd="10" destOrd="0" presId="urn:microsoft.com/office/officeart/2011/layout/HexagonRadial"/>
    <dgm:cxn modelId="{99531EC7-C2EB-491C-A515-8647FF47E441}" type="presParOf" srcId="{D97D9760-F010-4218-9608-7DC980288E64}" destId="{384E803C-A0CA-4C6A-8B9F-CDC7131AD207}" srcOrd="11" destOrd="0" presId="urn:microsoft.com/office/officeart/2011/layout/HexagonRadial"/>
    <dgm:cxn modelId="{68F3C624-A87F-49E2-BB0C-2DF81533DCF1}" type="presParOf" srcId="{384E803C-A0CA-4C6A-8B9F-CDC7131AD207}" destId="{D80F7589-4524-40CA-B36F-E782CF51CCD1}" srcOrd="0" destOrd="0" presId="urn:microsoft.com/office/officeart/2011/layout/HexagonRadial"/>
    <dgm:cxn modelId="{6750C106-B23A-49AD-8364-618B0313697D}" type="presParOf" srcId="{D97D9760-F010-4218-9608-7DC980288E64}" destId="{096344C8-C7D9-4AC6-A701-CD9F2F9F4EEC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84082C-0367-48F5-B0CB-D7CD5474F1F1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489F824D-8608-4842-980D-4FA9D5635BBB}">
      <dgm:prSet phldrT="[Text]"/>
      <dgm:spPr/>
      <dgm:t>
        <a:bodyPr/>
        <a:lstStyle/>
        <a:p>
          <a:r>
            <a:rPr lang="en-GB" dirty="0"/>
            <a:t>Incorrect digits entered</a:t>
          </a:r>
        </a:p>
      </dgm:t>
    </dgm:pt>
    <dgm:pt modelId="{A321FDDD-11A0-4EB2-B2E6-2C6565749831}" type="parTrans" cxnId="{A2090FC8-81DD-47B0-8E31-5FE88694A737}">
      <dgm:prSet/>
      <dgm:spPr/>
      <dgm:t>
        <a:bodyPr/>
        <a:lstStyle/>
        <a:p>
          <a:endParaRPr lang="en-GB"/>
        </a:p>
      </dgm:t>
    </dgm:pt>
    <dgm:pt modelId="{B64E2087-5039-437B-9F77-2BB7C4E01AE1}" type="sibTrans" cxnId="{A2090FC8-81DD-47B0-8E31-5FE88694A737}">
      <dgm:prSet/>
      <dgm:spPr/>
      <dgm:t>
        <a:bodyPr/>
        <a:lstStyle/>
        <a:p>
          <a:endParaRPr lang="en-GB"/>
        </a:p>
      </dgm:t>
    </dgm:pt>
    <dgm:pt modelId="{00262E0F-E765-4C54-B63E-F66289DE34FF}">
      <dgm:prSet phldrT="[Text]" custT="1"/>
      <dgm:spPr/>
      <dgm:t>
        <a:bodyPr/>
        <a:lstStyle/>
        <a:p>
          <a:r>
            <a:rPr lang="en-GB" sz="2400" dirty="0"/>
            <a:t>e.g., 4093 instead of 4193.</a:t>
          </a:r>
        </a:p>
      </dgm:t>
    </dgm:pt>
    <dgm:pt modelId="{64F1041C-CC31-4DA0-B761-5D5626D09059}" type="parTrans" cxnId="{5F006E14-E163-4CC7-8CDD-2B9047FFD7B7}">
      <dgm:prSet/>
      <dgm:spPr/>
      <dgm:t>
        <a:bodyPr/>
        <a:lstStyle/>
        <a:p>
          <a:endParaRPr lang="en-GB"/>
        </a:p>
      </dgm:t>
    </dgm:pt>
    <dgm:pt modelId="{5D9169E5-85E2-4F4C-B968-E0E126103AF5}" type="sibTrans" cxnId="{5F006E14-E163-4CC7-8CDD-2B9047FFD7B7}">
      <dgm:prSet/>
      <dgm:spPr/>
      <dgm:t>
        <a:bodyPr/>
        <a:lstStyle/>
        <a:p>
          <a:endParaRPr lang="en-GB"/>
        </a:p>
      </dgm:t>
    </dgm:pt>
    <dgm:pt modelId="{5C5EBE18-D06B-4F29-B6C8-40E29C0D5E35}">
      <dgm:prSet phldrT="[Text]"/>
      <dgm:spPr/>
      <dgm:t>
        <a:bodyPr/>
        <a:lstStyle/>
        <a:p>
          <a:r>
            <a:rPr lang="en-GB" dirty="0"/>
            <a:t>Transposition errors</a:t>
          </a:r>
        </a:p>
      </dgm:t>
    </dgm:pt>
    <dgm:pt modelId="{7C27D6BB-B3CC-492B-9A83-EE593112841B}" type="parTrans" cxnId="{3DB954E0-55BF-4049-954A-8A9F01FB3E88}">
      <dgm:prSet/>
      <dgm:spPr/>
      <dgm:t>
        <a:bodyPr/>
        <a:lstStyle/>
        <a:p>
          <a:endParaRPr lang="en-GB"/>
        </a:p>
      </dgm:t>
    </dgm:pt>
    <dgm:pt modelId="{99B948BE-12AC-449C-B98C-2D5AC76EA282}" type="sibTrans" cxnId="{3DB954E0-55BF-4049-954A-8A9F01FB3E88}">
      <dgm:prSet/>
      <dgm:spPr/>
      <dgm:t>
        <a:bodyPr/>
        <a:lstStyle/>
        <a:p>
          <a:endParaRPr lang="en-GB"/>
        </a:p>
      </dgm:t>
    </dgm:pt>
    <dgm:pt modelId="{CD25D991-27BC-4F3E-A7B3-27E265042E50}">
      <dgm:prSet phldrT="[Text]" custT="1"/>
      <dgm:spPr/>
      <dgm:t>
        <a:bodyPr/>
        <a:lstStyle/>
        <a:p>
          <a:r>
            <a:rPr lang="en-GB" sz="2400" dirty="0"/>
            <a:t>Two numbers change position – e.g., 4093 instead of 4903.</a:t>
          </a:r>
        </a:p>
      </dgm:t>
    </dgm:pt>
    <dgm:pt modelId="{1727545F-3FC6-4D47-A659-BC81CDA2914D}" type="parTrans" cxnId="{13850529-2D5F-463C-9A2C-419B088ECC01}">
      <dgm:prSet/>
      <dgm:spPr/>
      <dgm:t>
        <a:bodyPr/>
        <a:lstStyle/>
        <a:p>
          <a:endParaRPr lang="en-GB"/>
        </a:p>
      </dgm:t>
    </dgm:pt>
    <dgm:pt modelId="{CD54E1FB-AA2B-4707-9F26-097F4B2E7AB6}" type="sibTrans" cxnId="{13850529-2D5F-463C-9A2C-419B088ECC01}">
      <dgm:prSet/>
      <dgm:spPr/>
      <dgm:t>
        <a:bodyPr/>
        <a:lstStyle/>
        <a:p>
          <a:endParaRPr lang="en-GB"/>
        </a:p>
      </dgm:t>
    </dgm:pt>
    <dgm:pt modelId="{A22E2246-2C20-4BF2-93D5-56C784D4CF56}">
      <dgm:prSet phldrT="[Text]"/>
      <dgm:spPr/>
      <dgm:t>
        <a:bodyPr/>
        <a:lstStyle/>
        <a:p>
          <a:r>
            <a:rPr lang="en-GB" dirty="0"/>
            <a:t>Phonetic errors</a:t>
          </a:r>
        </a:p>
      </dgm:t>
    </dgm:pt>
    <dgm:pt modelId="{27F4CA06-9D9A-4218-978F-BC3A53F8CBBE}" type="parTrans" cxnId="{ADD1E028-5B43-4B59-9EFB-6DA6194F52AA}">
      <dgm:prSet/>
      <dgm:spPr/>
      <dgm:t>
        <a:bodyPr/>
        <a:lstStyle/>
        <a:p>
          <a:endParaRPr lang="en-GB"/>
        </a:p>
      </dgm:t>
    </dgm:pt>
    <dgm:pt modelId="{90A30DEB-0202-4479-9136-F6D6586CF219}" type="sibTrans" cxnId="{ADD1E028-5B43-4B59-9EFB-6DA6194F52AA}">
      <dgm:prSet/>
      <dgm:spPr/>
      <dgm:t>
        <a:bodyPr/>
        <a:lstStyle/>
        <a:p>
          <a:endParaRPr lang="en-GB"/>
        </a:p>
      </dgm:t>
    </dgm:pt>
    <dgm:pt modelId="{D213537C-0FC0-4988-BA3F-C765426E4801}">
      <dgm:prSet phldrT="[Text]" custT="1"/>
      <dgm:spPr/>
      <dgm:t>
        <a:bodyPr/>
        <a:lstStyle/>
        <a:p>
          <a:r>
            <a:rPr lang="en-GB" sz="2400" dirty="0"/>
            <a:t>e.g., 30 (thirty) instead of 13 (thirteen).</a:t>
          </a:r>
        </a:p>
      </dgm:t>
    </dgm:pt>
    <dgm:pt modelId="{FF574A18-5B3B-48E6-8418-34EAF111097E}" type="parTrans" cxnId="{92E74F8D-B488-4822-A780-4C46E1C2EF49}">
      <dgm:prSet/>
      <dgm:spPr/>
      <dgm:t>
        <a:bodyPr/>
        <a:lstStyle/>
        <a:p>
          <a:endParaRPr lang="en-GB"/>
        </a:p>
      </dgm:t>
    </dgm:pt>
    <dgm:pt modelId="{E5F65E73-41D5-41E0-A77B-C39DE31F88B9}" type="sibTrans" cxnId="{92E74F8D-B488-4822-A780-4C46E1C2EF49}">
      <dgm:prSet/>
      <dgm:spPr/>
      <dgm:t>
        <a:bodyPr/>
        <a:lstStyle/>
        <a:p>
          <a:endParaRPr lang="en-GB"/>
        </a:p>
      </dgm:t>
    </dgm:pt>
    <dgm:pt modelId="{37B9DFC2-C8BC-4DC0-8D40-24EE16EAD167}">
      <dgm:prSet phldrT="[Text]"/>
      <dgm:spPr/>
      <dgm:t>
        <a:bodyPr/>
        <a:lstStyle/>
        <a:p>
          <a:r>
            <a:rPr lang="en-GB" dirty="0"/>
            <a:t>Omitted or extra digits</a:t>
          </a:r>
        </a:p>
      </dgm:t>
    </dgm:pt>
    <dgm:pt modelId="{344B2AE3-05A7-41AA-A743-B024E2C08432}" type="parTrans" cxnId="{B33CB41C-3817-42B5-A16D-FF7ECDF210A2}">
      <dgm:prSet/>
      <dgm:spPr/>
      <dgm:t>
        <a:bodyPr/>
        <a:lstStyle/>
        <a:p>
          <a:endParaRPr lang="en-GB"/>
        </a:p>
      </dgm:t>
    </dgm:pt>
    <dgm:pt modelId="{17CE25E4-0EFC-45D8-8BDF-26102260BCF1}" type="sibTrans" cxnId="{B33CB41C-3817-42B5-A16D-FF7ECDF210A2}">
      <dgm:prSet/>
      <dgm:spPr/>
      <dgm:t>
        <a:bodyPr/>
        <a:lstStyle/>
        <a:p>
          <a:endParaRPr lang="en-GB"/>
        </a:p>
      </dgm:t>
    </dgm:pt>
    <dgm:pt modelId="{DBCEF764-5DE4-4CE6-8FBF-4A6CCDFE214E}">
      <dgm:prSet phldrT="[Text]" custT="1"/>
      <dgm:spPr/>
      <dgm:t>
        <a:bodyPr/>
        <a:lstStyle/>
        <a:p>
          <a:r>
            <a:rPr lang="en-GB" sz="2400" dirty="0"/>
            <a:t>e.g., 409 instead of 4093; or</a:t>
          </a:r>
        </a:p>
      </dgm:t>
    </dgm:pt>
    <dgm:pt modelId="{E15AD2C7-CBB5-41E3-BD69-3BC5FE1AFB63}" type="parTrans" cxnId="{6FDED494-4A2D-428D-9907-12F0FFFD08B8}">
      <dgm:prSet/>
      <dgm:spPr/>
      <dgm:t>
        <a:bodyPr/>
        <a:lstStyle/>
        <a:p>
          <a:endParaRPr lang="en-GB"/>
        </a:p>
      </dgm:t>
    </dgm:pt>
    <dgm:pt modelId="{85532B4A-444F-4A61-A9C9-D35DBFFC7A41}" type="sibTrans" cxnId="{6FDED494-4A2D-428D-9907-12F0FFFD08B8}">
      <dgm:prSet/>
      <dgm:spPr/>
      <dgm:t>
        <a:bodyPr/>
        <a:lstStyle/>
        <a:p>
          <a:endParaRPr lang="en-GB"/>
        </a:p>
      </dgm:t>
    </dgm:pt>
    <dgm:pt modelId="{4698370A-7BD0-45F4-82F1-EDA04B1D65D7}">
      <dgm:prSet phldrT="[Text]" custT="1"/>
      <dgm:spPr/>
      <dgm:t>
        <a:bodyPr/>
        <a:lstStyle/>
        <a:p>
          <a:r>
            <a:rPr lang="en-GB" sz="2400" dirty="0"/>
            <a:t>40931 instead of 4093.</a:t>
          </a:r>
        </a:p>
      </dgm:t>
    </dgm:pt>
    <dgm:pt modelId="{6B56D259-2E70-4E96-9A7F-964B1C3FFDBD}" type="parTrans" cxnId="{5E766F41-8521-4351-B6C3-2973E94EA298}">
      <dgm:prSet/>
      <dgm:spPr/>
      <dgm:t>
        <a:bodyPr/>
        <a:lstStyle/>
        <a:p>
          <a:endParaRPr lang="en-GB"/>
        </a:p>
      </dgm:t>
    </dgm:pt>
    <dgm:pt modelId="{A90AD1D0-BD1C-42E4-98FE-4FFF4EF041AF}" type="sibTrans" cxnId="{5E766F41-8521-4351-B6C3-2973E94EA298}">
      <dgm:prSet/>
      <dgm:spPr/>
      <dgm:t>
        <a:bodyPr/>
        <a:lstStyle/>
        <a:p>
          <a:endParaRPr lang="en-GB"/>
        </a:p>
      </dgm:t>
    </dgm:pt>
    <dgm:pt modelId="{AD7D41D8-AFB5-48D4-B099-B9393D27CA53}" type="pres">
      <dgm:prSet presAssocID="{FB84082C-0367-48F5-B0CB-D7CD5474F1F1}" presName="Name0" presStyleCnt="0">
        <dgm:presLayoutVars>
          <dgm:dir/>
          <dgm:animLvl val="lvl"/>
          <dgm:resizeHandles val="exact"/>
        </dgm:presLayoutVars>
      </dgm:prSet>
      <dgm:spPr/>
    </dgm:pt>
    <dgm:pt modelId="{02FF3DCA-6A2F-4285-9B7E-9FBD2810FD70}" type="pres">
      <dgm:prSet presAssocID="{489F824D-8608-4842-980D-4FA9D5635BBB}" presName="composite" presStyleCnt="0"/>
      <dgm:spPr/>
    </dgm:pt>
    <dgm:pt modelId="{D59129D3-5FC5-4CBA-8AF5-5C643F232640}" type="pres">
      <dgm:prSet presAssocID="{489F824D-8608-4842-980D-4FA9D5635BB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29C67829-253E-4BBB-AF23-507342C9356A}" type="pres">
      <dgm:prSet presAssocID="{489F824D-8608-4842-980D-4FA9D5635BBB}" presName="desTx" presStyleLbl="alignAccFollowNode1" presStyleIdx="0" presStyleCnt="4">
        <dgm:presLayoutVars>
          <dgm:bulletEnabled val="1"/>
        </dgm:presLayoutVars>
      </dgm:prSet>
      <dgm:spPr/>
    </dgm:pt>
    <dgm:pt modelId="{679DB05C-A348-4597-9BF2-B8A405AC6010}" type="pres">
      <dgm:prSet presAssocID="{B64E2087-5039-437B-9F77-2BB7C4E01AE1}" presName="space" presStyleCnt="0"/>
      <dgm:spPr/>
    </dgm:pt>
    <dgm:pt modelId="{749E9AFE-20FD-4448-802B-70E2AFF3B6CD}" type="pres">
      <dgm:prSet presAssocID="{5C5EBE18-D06B-4F29-B6C8-40E29C0D5E35}" presName="composite" presStyleCnt="0"/>
      <dgm:spPr/>
    </dgm:pt>
    <dgm:pt modelId="{2578B4C7-CCD1-4B0A-B77D-226F6EE3B1F1}" type="pres">
      <dgm:prSet presAssocID="{5C5EBE18-D06B-4F29-B6C8-40E29C0D5E3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57459FB-2ED9-4EF5-B9DD-867BD0236767}" type="pres">
      <dgm:prSet presAssocID="{5C5EBE18-D06B-4F29-B6C8-40E29C0D5E35}" presName="desTx" presStyleLbl="alignAccFollowNode1" presStyleIdx="1" presStyleCnt="4">
        <dgm:presLayoutVars>
          <dgm:bulletEnabled val="1"/>
        </dgm:presLayoutVars>
      </dgm:prSet>
      <dgm:spPr/>
    </dgm:pt>
    <dgm:pt modelId="{C6AF4F90-3C8C-41C8-A328-9C1739AADC11}" type="pres">
      <dgm:prSet presAssocID="{99B948BE-12AC-449C-B98C-2D5AC76EA282}" presName="space" presStyleCnt="0"/>
      <dgm:spPr/>
    </dgm:pt>
    <dgm:pt modelId="{1E9B92D1-9FC4-4089-9D19-744AF657C9A7}" type="pres">
      <dgm:prSet presAssocID="{A22E2246-2C20-4BF2-93D5-56C784D4CF56}" presName="composite" presStyleCnt="0"/>
      <dgm:spPr/>
    </dgm:pt>
    <dgm:pt modelId="{9FCD890E-D87C-414E-9E24-E1926CD972A6}" type="pres">
      <dgm:prSet presAssocID="{A22E2246-2C20-4BF2-93D5-56C784D4CF56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D9240750-3257-471C-B50B-1C9D746FACC5}" type="pres">
      <dgm:prSet presAssocID="{A22E2246-2C20-4BF2-93D5-56C784D4CF56}" presName="desTx" presStyleLbl="alignAccFollowNode1" presStyleIdx="2" presStyleCnt="4">
        <dgm:presLayoutVars>
          <dgm:bulletEnabled val="1"/>
        </dgm:presLayoutVars>
      </dgm:prSet>
      <dgm:spPr/>
    </dgm:pt>
    <dgm:pt modelId="{D64F18E5-0707-4054-B28B-91A56A7DFA56}" type="pres">
      <dgm:prSet presAssocID="{90A30DEB-0202-4479-9136-F6D6586CF219}" presName="space" presStyleCnt="0"/>
      <dgm:spPr/>
    </dgm:pt>
    <dgm:pt modelId="{9A32030A-8151-4458-9583-61EC8A2D5D54}" type="pres">
      <dgm:prSet presAssocID="{37B9DFC2-C8BC-4DC0-8D40-24EE16EAD167}" presName="composite" presStyleCnt="0"/>
      <dgm:spPr/>
    </dgm:pt>
    <dgm:pt modelId="{3A996F7D-778D-4E62-A875-168F8B124E5F}" type="pres">
      <dgm:prSet presAssocID="{37B9DFC2-C8BC-4DC0-8D40-24EE16EAD16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9B6656D9-FE29-4B15-AC81-E6938F55A0BB}" type="pres">
      <dgm:prSet presAssocID="{37B9DFC2-C8BC-4DC0-8D40-24EE16EAD16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F006E14-E163-4CC7-8CDD-2B9047FFD7B7}" srcId="{489F824D-8608-4842-980D-4FA9D5635BBB}" destId="{00262E0F-E765-4C54-B63E-F66289DE34FF}" srcOrd="0" destOrd="0" parTransId="{64F1041C-CC31-4DA0-B761-5D5626D09059}" sibTransId="{5D9169E5-85E2-4F4C-B968-E0E126103AF5}"/>
    <dgm:cxn modelId="{27463D1A-4CB6-495D-8CFC-7DBD912BC904}" type="presOf" srcId="{CD25D991-27BC-4F3E-A7B3-27E265042E50}" destId="{D57459FB-2ED9-4EF5-B9DD-867BD0236767}" srcOrd="0" destOrd="0" presId="urn:microsoft.com/office/officeart/2005/8/layout/hList1"/>
    <dgm:cxn modelId="{B33CB41C-3817-42B5-A16D-FF7ECDF210A2}" srcId="{FB84082C-0367-48F5-B0CB-D7CD5474F1F1}" destId="{37B9DFC2-C8BC-4DC0-8D40-24EE16EAD167}" srcOrd="3" destOrd="0" parTransId="{344B2AE3-05A7-41AA-A743-B024E2C08432}" sibTransId="{17CE25E4-0EFC-45D8-8BDF-26102260BCF1}"/>
    <dgm:cxn modelId="{ADD1E028-5B43-4B59-9EFB-6DA6194F52AA}" srcId="{FB84082C-0367-48F5-B0CB-D7CD5474F1F1}" destId="{A22E2246-2C20-4BF2-93D5-56C784D4CF56}" srcOrd="2" destOrd="0" parTransId="{27F4CA06-9D9A-4218-978F-BC3A53F8CBBE}" sibTransId="{90A30DEB-0202-4479-9136-F6D6586CF219}"/>
    <dgm:cxn modelId="{13850529-2D5F-463C-9A2C-419B088ECC01}" srcId="{5C5EBE18-D06B-4F29-B6C8-40E29C0D5E35}" destId="{CD25D991-27BC-4F3E-A7B3-27E265042E50}" srcOrd="0" destOrd="0" parTransId="{1727545F-3FC6-4D47-A659-BC81CDA2914D}" sibTransId="{CD54E1FB-AA2B-4707-9F26-097F4B2E7AB6}"/>
    <dgm:cxn modelId="{2233645F-3573-4C95-B81B-DE3E1C746FA8}" type="presOf" srcId="{4698370A-7BD0-45F4-82F1-EDA04B1D65D7}" destId="{9B6656D9-FE29-4B15-AC81-E6938F55A0BB}" srcOrd="0" destOrd="1" presId="urn:microsoft.com/office/officeart/2005/8/layout/hList1"/>
    <dgm:cxn modelId="{5E766F41-8521-4351-B6C3-2973E94EA298}" srcId="{37B9DFC2-C8BC-4DC0-8D40-24EE16EAD167}" destId="{4698370A-7BD0-45F4-82F1-EDA04B1D65D7}" srcOrd="1" destOrd="0" parTransId="{6B56D259-2E70-4E96-9A7F-964B1C3FFDBD}" sibTransId="{A90AD1D0-BD1C-42E4-98FE-4FFF4EF041AF}"/>
    <dgm:cxn modelId="{F6543459-6BAA-47E9-B7D4-642332F17E46}" type="presOf" srcId="{00262E0F-E765-4C54-B63E-F66289DE34FF}" destId="{29C67829-253E-4BBB-AF23-507342C9356A}" srcOrd="0" destOrd="0" presId="urn:microsoft.com/office/officeart/2005/8/layout/hList1"/>
    <dgm:cxn modelId="{FF9ED482-A396-4ACE-8354-38515331DC60}" type="presOf" srcId="{5C5EBE18-D06B-4F29-B6C8-40E29C0D5E35}" destId="{2578B4C7-CCD1-4B0A-B77D-226F6EE3B1F1}" srcOrd="0" destOrd="0" presId="urn:microsoft.com/office/officeart/2005/8/layout/hList1"/>
    <dgm:cxn modelId="{92E74F8D-B488-4822-A780-4C46E1C2EF49}" srcId="{A22E2246-2C20-4BF2-93D5-56C784D4CF56}" destId="{D213537C-0FC0-4988-BA3F-C765426E4801}" srcOrd="0" destOrd="0" parTransId="{FF574A18-5B3B-48E6-8418-34EAF111097E}" sibTransId="{E5F65E73-41D5-41E0-A77B-C39DE31F88B9}"/>
    <dgm:cxn modelId="{F0A74090-F833-4BAE-8903-300F925FD1DA}" type="presOf" srcId="{489F824D-8608-4842-980D-4FA9D5635BBB}" destId="{D59129D3-5FC5-4CBA-8AF5-5C643F232640}" srcOrd="0" destOrd="0" presId="urn:microsoft.com/office/officeart/2005/8/layout/hList1"/>
    <dgm:cxn modelId="{8FA73892-5FA8-4AEB-AC73-2B966C6D68F2}" type="presOf" srcId="{A22E2246-2C20-4BF2-93D5-56C784D4CF56}" destId="{9FCD890E-D87C-414E-9E24-E1926CD972A6}" srcOrd="0" destOrd="0" presId="urn:microsoft.com/office/officeart/2005/8/layout/hList1"/>
    <dgm:cxn modelId="{6FDED494-4A2D-428D-9907-12F0FFFD08B8}" srcId="{37B9DFC2-C8BC-4DC0-8D40-24EE16EAD167}" destId="{DBCEF764-5DE4-4CE6-8FBF-4A6CCDFE214E}" srcOrd="0" destOrd="0" parTransId="{E15AD2C7-CBB5-41E3-BD69-3BC5FE1AFB63}" sibTransId="{85532B4A-444F-4A61-A9C9-D35DBFFC7A41}"/>
    <dgm:cxn modelId="{D38E1397-A56C-46BD-8DBD-0FE24D2F2A11}" type="presOf" srcId="{FB84082C-0367-48F5-B0CB-D7CD5474F1F1}" destId="{AD7D41D8-AFB5-48D4-B099-B9393D27CA53}" srcOrd="0" destOrd="0" presId="urn:microsoft.com/office/officeart/2005/8/layout/hList1"/>
    <dgm:cxn modelId="{A2090FC8-81DD-47B0-8E31-5FE88694A737}" srcId="{FB84082C-0367-48F5-B0CB-D7CD5474F1F1}" destId="{489F824D-8608-4842-980D-4FA9D5635BBB}" srcOrd="0" destOrd="0" parTransId="{A321FDDD-11A0-4EB2-B2E6-2C6565749831}" sibTransId="{B64E2087-5039-437B-9F77-2BB7C4E01AE1}"/>
    <dgm:cxn modelId="{CCC3AAD2-9D5D-4680-A608-6DE4B1A1BF54}" type="presOf" srcId="{D213537C-0FC0-4988-BA3F-C765426E4801}" destId="{D9240750-3257-471C-B50B-1C9D746FACC5}" srcOrd="0" destOrd="0" presId="urn:microsoft.com/office/officeart/2005/8/layout/hList1"/>
    <dgm:cxn modelId="{3DB954E0-55BF-4049-954A-8A9F01FB3E88}" srcId="{FB84082C-0367-48F5-B0CB-D7CD5474F1F1}" destId="{5C5EBE18-D06B-4F29-B6C8-40E29C0D5E35}" srcOrd="1" destOrd="0" parTransId="{7C27D6BB-B3CC-492B-9A83-EE593112841B}" sibTransId="{99B948BE-12AC-449C-B98C-2D5AC76EA282}"/>
    <dgm:cxn modelId="{7FC69AE0-68F8-4518-BF39-0AFA4FCCFB51}" type="presOf" srcId="{DBCEF764-5DE4-4CE6-8FBF-4A6CCDFE214E}" destId="{9B6656D9-FE29-4B15-AC81-E6938F55A0BB}" srcOrd="0" destOrd="0" presId="urn:microsoft.com/office/officeart/2005/8/layout/hList1"/>
    <dgm:cxn modelId="{CAD5B4EF-259F-4713-BD82-CAA3533794DD}" type="presOf" srcId="{37B9DFC2-C8BC-4DC0-8D40-24EE16EAD167}" destId="{3A996F7D-778D-4E62-A875-168F8B124E5F}" srcOrd="0" destOrd="0" presId="urn:microsoft.com/office/officeart/2005/8/layout/hList1"/>
    <dgm:cxn modelId="{97CEB1FD-CFCF-4CDF-A556-B7B871E88D82}" type="presParOf" srcId="{AD7D41D8-AFB5-48D4-B099-B9393D27CA53}" destId="{02FF3DCA-6A2F-4285-9B7E-9FBD2810FD70}" srcOrd="0" destOrd="0" presId="urn:microsoft.com/office/officeart/2005/8/layout/hList1"/>
    <dgm:cxn modelId="{4F60557C-4C65-4CC3-95BF-3CF99D221230}" type="presParOf" srcId="{02FF3DCA-6A2F-4285-9B7E-9FBD2810FD70}" destId="{D59129D3-5FC5-4CBA-8AF5-5C643F232640}" srcOrd="0" destOrd="0" presId="urn:microsoft.com/office/officeart/2005/8/layout/hList1"/>
    <dgm:cxn modelId="{74C502C9-9496-4A50-A69E-97440538E737}" type="presParOf" srcId="{02FF3DCA-6A2F-4285-9B7E-9FBD2810FD70}" destId="{29C67829-253E-4BBB-AF23-507342C9356A}" srcOrd="1" destOrd="0" presId="urn:microsoft.com/office/officeart/2005/8/layout/hList1"/>
    <dgm:cxn modelId="{C9C08897-54E7-4B1A-82DD-4446D4E300D8}" type="presParOf" srcId="{AD7D41D8-AFB5-48D4-B099-B9393D27CA53}" destId="{679DB05C-A348-4597-9BF2-B8A405AC6010}" srcOrd="1" destOrd="0" presId="urn:microsoft.com/office/officeart/2005/8/layout/hList1"/>
    <dgm:cxn modelId="{7AE7C51A-4976-4E77-9F0C-8DE6A56332C1}" type="presParOf" srcId="{AD7D41D8-AFB5-48D4-B099-B9393D27CA53}" destId="{749E9AFE-20FD-4448-802B-70E2AFF3B6CD}" srcOrd="2" destOrd="0" presId="urn:microsoft.com/office/officeart/2005/8/layout/hList1"/>
    <dgm:cxn modelId="{A0832081-9022-42D5-BF55-D8E43267E57A}" type="presParOf" srcId="{749E9AFE-20FD-4448-802B-70E2AFF3B6CD}" destId="{2578B4C7-CCD1-4B0A-B77D-226F6EE3B1F1}" srcOrd="0" destOrd="0" presId="urn:microsoft.com/office/officeart/2005/8/layout/hList1"/>
    <dgm:cxn modelId="{A5415DB9-F579-4B8A-82DA-66249092226F}" type="presParOf" srcId="{749E9AFE-20FD-4448-802B-70E2AFF3B6CD}" destId="{D57459FB-2ED9-4EF5-B9DD-867BD0236767}" srcOrd="1" destOrd="0" presId="urn:microsoft.com/office/officeart/2005/8/layout/hList1"/>
    <dgm:cxn modelId="{15932465-1B39-48D2-B528-E430B59DFE3A}" type="presParOf" srcId="{AD7D41D8-AFB5-48D4-B099-B9393D27CA53}" destId="{C6AF4F90-3C8C-41C8-A328-9C1739AADC11}" srcOrd="3" destOrd="0" presId="urn:microsoft.com/office/officeart/2005/8/layout/hList1"/>
    <dgm:cxn modelId="{E9D78FFA-C166-4422-B16E-3918115BD829}" type="presParOf" srcId="{AD7D41D8-AFB5-48D4-B099-B9393D27CA53}" destId="{1E9B92D1-9FC4-4089-9D19-744AF657C9A7}" srcOrd="4" destOrd="0" presId="urn:microsoft.com/office/officeart/2005/8/layout/hList1"/>
    <dgm:cxn modelId="{B77DEAF5-7D3B-4C39-8D68-98BB147B0BE2}" type="presParOf" srcId="{1E9B92D1-9FC4-4089-9D19-744AF657C9A7}" destId="{9FCD890E-D87C-414E-9E24-E1926CD972A6}" srcOrd="0" destOrd="0" presId="urn:microsoft.com/office/officeart/2005/8/layout/hList1"/>
    <dgm:cxn modelId="{F3652544-FA3F-43FB-9867-BB4528E28C2C}" type="presParOf" srcId="{1E9B92D1-9FC4-4089-9D19-744AF657C9A7}" destId="{D9240750-3257-471C-B50B-1C9D746FACC5}" srcOrd="1" destOrd="0" presId="urn:microsoft.com/office/officeart/2005/8/layout/hList1"/>
    <dgm:cxn modelId="{5879C5A7-6365-4656-94F9-B2F5B549F0E4}" type="presParOf" srcId="{AD7D41D8-AFB5-48D4-B099-B9393D27CA53}" destId="{D64F18E5-0707-4054-B28B-91A56A7DFA56}" srcOrd="5" destOrd="0" presId="urn:microsoft.com/office/officeart/2005/8/layout/hList1"/>
    <dgm:cxn modelId="{2230FE08-F7CD-4B13-BA8D-4047C54347F0}" type="presParOf" srcId="{AD7D41D8-AFB5-48D4-B099-B9393D27CA53}" destId="{9A32030A-8151-4458-9583-61EC8A2D5D54}" srcOrd="6" destOrd="0" presId="urn:microsoft.com/office/officeart/2005/8/layout/hList1"/>
    <dgm:cxn modelId="{6AF76ED6-9225-452F-BE38-13BACEA43638}" type="presParOf" srcId="{9A32030A-8151-4458-9583-61EC8A2D5D54}" destId="{3A996F7D-778D-4E62-A875-168F8B124E5F}" srcOrd="0" destOrd="0" presId="urn:microsoft.com/office/officeart/2005/8/layout/hList1"/>
    <dgm:cxn modelId="{98F0F3FF-992D-442A-B50D-ABDAD33815CB}" type="presParOf" srcId="{9A32030A-8151-4458-9583-61EC8A2D5D54}" destId="{9B6656D9-FE29-4B15-AC81-E6938F55A0B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F9B16B-0BAB-40A6-A610-7B601D9264DD}">
      <dsp:nvSpPr>
        <dsp:cNvPr id="0" name=""/>
        <dsp:cNvSpPr/>
      </dsp:nvSpPr>
      <dsp:spPr>
        <a:xfrm>
          <a:off x="3352477" y="1984664"/>
          <a:ext cx="2522595" cy="2182147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Error detection methods</a:t>
          </a:r>
        </a:p>
      </dsp:txBody>
      <dsp:txXfrm>
        <a:off x="3770506" y="2346276"/>
        <a:ext cx="1686537" cy="1458923"/>
      </dsp:txXfrm>
    </dsp:sp>
    <dsp:sp modelId="{F3B4FAA7-CA66-4041-8B09-F234530EBCCE}">
      <dsp:nvSpPr>
        <dsp:cNvPr id="0" name=""/>
        <dsp:cNvSpPr/>
      </dsp:nvSpPr>
      <dsp:spPr>
        <a:xfrm>
          <a:off x="4932106" y="940654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8B3E5-5A09-4C13-A6FE-AECD8D5FC4F8}">
      <dsp:nvSpPr>
        <dsp:cNvPr id="0" name=""/>
        <dsp:cNvSpPr/>
      </dsp:nvSpPr>
      <dsp:spPr>
        <a:xfrm>
          <a:off x="3584844" y="0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Parity checks</a:t>
          </a:r>
        </a:p>
      </dsp:txBody>
      <dsp:txXfrm>
        <a:off x="3927431" y="296378"/>
        <a:ext cx="1382074" cy="1195657"/>
      </dsp:txXfrm>
    </dsp:sp>
    <dsp:sp modelId="{DA20A7DC-4FEB-4655-85FA-0F66BF166CEE}">
      <dsp:nvSpPr>
        <dsp:cNvPr id="0" name=""/>
        <dsp:cNvSpPr/>
      </dsp:nvSpPr>
      <dsp:spPr>
        <a:xfrm>
          <a:off x="6042893" y="2473756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1A17B-74A4-49F2-B90E-3F8518C33F0B}">
      <dsp:nvSpPr>
        <dsp:cNvPr id="0" name=""/>
        <dsp:cNvSpPr/>
      </dsp:nvSpPr>
      <dsp:spPr>
        <a:xfrm>
          <a:off x="5480752" y="109999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Parity block checks</a:t>
          </a:r>
        </a:p>
      </dsp:txBody>
      <dsp:txXfrm>
        <a:off x="5823339" y="1396372"/>
        <a:ext cx="1382074" cy="1195657"/>
      </dsp:txXfrm>
    </dsp:sp>
    <dsp:sp modelId="{F7CD388A-2FCD-437C-A9F1-5B99252453A9}">
      <dsp:nvSpPr>
        <dsp:cNvPr id="0" name=""/>
        <dsp:cNvSpPr/>
      </dsp:nvSpPr>
      <dsp:spPr>
        <a:xfrm>
          <a:off x="5271269" y="4204339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ECAA3-10D9-46A5-85F4-3581FC91D95F}">
      <dsp:nvSpPr>
        <dsp:cNvPr id="0" name=""/>
        <dsp:cNvSpPr/>
      </dsp:nvSpPr>
      <dsp:spPr>
        <a:xfrm>
          <a:off x="5480752" y="326245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Checksums</a:t>
          </a:r>
          <a:endParaRPr lang="en-GB" sz="2000" kern="1200" dirty="0"/>
        </a:p>
      </dsp:txBody>
      <dsp:txXfrm>
        <a:off x="5823339" y="3558832"/>
        <a:ext cx="1382074" cy="1195657"/>
      </dsp:txXfrm>
    </dsp:sp>
    <dsp:sp modelId="{B98BB02D-851D-4987-A52A-C45BCFD404A5}">
      <dsp:nvSpPr>
        <dsp:cNvPr id="0" name=""/>
        <dsp:cNvSpPr/>
      </dsp:nvSpPr>
      <dsp:spPr>
        <a:xfrm>
          <a:off x="3357171" y="4383980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90ECDE-7F91-4F01-84E5-92E04784A594}">
      <dsp:nvSpPr>
        <dsp:cNvPr id="0" name=""/>
        <dsp:cNvSpPr/>
      </dsp:nvSpPr>
      <dsp:spPr>
        <a:xfrm>
          <a:off x="3584844" y="4363678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Echo checks</a:t>
          </a:r>
        </a:p>
      </dsp:txBody>
      <dsp:txXfrm>
        <a:off x="3927431" y="4660056"/>
        <a:ext cx="1382074" cy="1195657"/>
      </dsp:txXfrm>
    </dsp:sp>
    <dsp:sp modelId="{D80F7589-4524-40CA-B36F-E782CF51CCD1}">
      <dsp:nvSpPr>
        <dsp:cNvPr id="0" name=""/>
        <dsp:cNvSpPr/>
      </dsp:nvSpPr>
      <dsp:spPr>
        <a:xfrm>
          <a:off x="2228194" y="2851494"/>
          <a:ext cx="951767" cy="820073"/>
        </a:xfrm>
        <a:prstGeom prst="hexagon">
          <a:avLst>
            <a:gd name="adj" fmla="val 28900"/>
            <a:gd name="vf" fmla="val 11547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284B41-8178-4E6E-9862-AA1F6BCB1DB5}">
      <dsp:nvSpPr>
        <dsp:cNvPr id="0" name=""/>
        <dsp:cNvSpPr/>
      </dsp:nvSpPr>
      <dsp:spPr>
        <a:xfrm>
          <a:off x="1680135" y="3263684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2168479"/>
            <a:satOff val="80000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glow rad="228600">
            <a:schemeClr val="accent4">
              <a:satMod val="175000"/>
              <a:alpha val="40000"/>
            </a:scheme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Check digits</a:t>
          </a:r>
        </a:p>
      </dsp:txBody>
      <dsp:txXfrm>
        <a:off x="2022722" y="3560062"/>
        <a:ext cx="1382074" cy="1195657"/>
      </dsp:txXfrm>
    </dsp:sp>
    <dsp:sp modelId="{096344C8-C7D9-4AC6-A701-CD9F2F9F4EEC}">
      <dsp:nvSpPr>
        <dsp:cNvPr id="0" name=""/>
        <dsp:cNvSpPr/>
      </dsp:nvSpPr>
      <dsp:spPr>
        <a:xfrm>
          <a:off x="1680135" y="1097533"/>
          <a:ext cx="2067248" cy="1788413"/>
        </a:xfrm>
        <a:prstGeom prst="hexagon">
          <a:avLst>
            <a:gd name="adj" fmla="val 28570"/>
            <a:gd name="vf" fmla="val 115470"/>
          </a:avLst>
        </a:prstGeom>
        <a:solidFill>
          <a:schemeClr val="bg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Automatic Repeat Query (ARQ)</a:t>
          </a:r>
        </a:p>
      </dsp:txBody>
      <dsp:txXfrm>
        <a:off x="2022722" y="1393911"/>
        <a:ext cx="1382074" cy="11956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9129D3-5FC5-4CBA-8AF5-5C643F232640}">
      <dsp:nvSpPr>
        <dsp:cNvPr id="0" name=""/>
        <dsp:cNvSpPr/>
      </dsp:nvSpPr>
      <dsp:spPr>
        <a:xfrm>
          <a:off x="4274" y="570941"/>
          <a:ext cx="2570434" cy="10143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Incorrect digits entered</a:t>
          </a:r>
        </a:p>
      </dsp:txBody>
      <dsp:txXfrm>
        <a:off x="4274" y="570941"/>
        <a:ext cx="2570434" cy="1014312"/>
      </dsp:txXfrm>
    </dsp:sp>
    <dsp:sp modelId="{29C67829-253E-4BBB-AF23-507342C9356A}">
      <dsp:nvSpPr>
        <dsp:cNvPr id="0" name=""/>
        <dsp:cNvSpPr/>
      </dsp:nvSpPr>
      <dsp:spPr>
        <a:xfrm>
          <a:off x="4274" y="1585254"/>
          <a:ext cx="2570434" cy="174376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e.g., 4093 instead of 4193.</a:t>
          </a:r>
        </a:p>
      </dsp:txBody>
      <dsp:txXfrm>
        <a:off x="4274" y="1585254"/>
        <a:ext cx="2570434" cy="1743761"/>
      </dsp:txXfrm>
    </dsp:sp>
    <dsp:sp modelId="{2578B4C7-CCD1-4B0A-B77D-226F6EE3B1F1}">
      <dsp:nvSpPr>
        <dsp:cNvPr id="0" name=""/>
        <dsp:cNvSpPr/>
      </dsp:nvSpPr>
      <dsp:spPr>
        <a:xfrm>
          <a:off x="2934569" y="570941"/>
          <a:ext cx="2570434" cy="1014312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Transposition errors</a:t>
          </a:r>
        </a:p>
      </dsp:txBody>
      <dsp:txXfrm>
        <a:off x="2934569" y="570941"/>
        <a:ext cx="2570434" cy="1014312"/>
      </dsp:txXfrm>
    </dsp:sp>
    <dsp:sp modelId="{D57459FB-2ED9-4EF5-B9DD-867BD0236767}">
      <dsp:nvSpPr>
        <dsp:cNvPr id="0" name=""/>
        <dsp:cNvSpPr/>
      </dsp:nvSpPr>
      <dsp:spPr>
        <a:xfrm>
          <a:off x="2934569" y="1585254"/>
          <a:ext cx="2570434" cy="1743761"/>
        </a:xfrm>
        <a:prstGeom prst="rect">
          <a:avLst/>
        </a:prstGeom>
        <a:solidFill>
          <a:schemeClr val="accent2">
            <a:tint val="40000"/>
            <a:alpha val="90000"/>
            <a:hueOff val="-283075"/>
            <a:satOff val="-25115"/>
            <a:lumOff val="-2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83075"/>
              <a:satOff val="-25115"/>
              <a:lumOff val="-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Two numbers change position – e.g., 4093 instead of 4903.</a:t>
          </a:r>
        </a:p>
      </dsp:txBody>
      <dsp:txXfrm>
        <a:off x="2934569" y="1585254"/>
        <a:ext cx="2570434" cy="1743761"/>
      </dsp:txXfrm>
    </dsp:sp>
    <dsp:sp modelId="{9FCD890E-D87C-414E-9E24-E1926CD972A6}">
      <dsp:nvSpPr>
        <dsp:cNvPr id="0" name=""/>
        <dsp:cNvSpPr/>
      </dsp:nvSpPr>
      <dsp:spPr>
        <a:xfrm>
          <a:off x="5864864" y="570941"/>
          <a:ext cx="2570434" cy="1014312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Phonetic errors</a:t>
          </a:r>
        </a:p>
      </dsp:txBody>
      <dsp:txXfrm>
        <a:off x="5864864" y="570941"/>
        <a:ext cx="2570434" cy="1014312"/>
      </dsp:txXfrm>
    </dsp:sp>
    <dsp:sp modelId="{D9240750-3257-471C-B50B-1C9D746FACC5}">
      <dsp:nvSpPr>
        <dsp:cNvPr id="0" name=""/>
        <dsp:cNvSpPr/>
      </dsp:nvSpPr>
      <dsp:spPr>
        <a:xfrm>
          <a:off x="5864864" y="1585254"/>
          <a:ext cx="2570434" cy="1743761"/>
        </a:xfrm>
        <a:prstGeom prst="rect">
          <a:avLst/>
        </a:prstGeom>
        <a:solidFill>
          <a:schemeClr val="accent2">
            <a:tint val="40000"/>
            <a:alpha val="90000"/>
            <a:hueOff val="-566151"/>
            <a:satOff val="-50231"/>
            <a:lumOff val="-5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6151"/>
              <a:satOff val="-50231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e.g., 30 (thirty) instead of 13 (thirteen).</a:t>
          </a:r>
        </a:p>
      </dsp:txBody>
      <dsp:txXfrm>
        <a:off x="5864864" y="1585254"/>
        <a:ext cx="2570434" cy="1743761"/>
      </dsp:txXfrm>
    </dsp:sp>
    <dsp:sp modelId="{3A996F7D-778D-4E62-A875-168F8B124E5F}">
      <dsp:nvSpPr>
        <dsp:cNvPr id="0" name=""/>
        <dsp:cNvSpPr/>
      </dsp:nvSpPr>
      <dsp:spPr>
        <a:xfrm>
          <a:off x="8795159" y="570941"/>
          <a:ext cx="2570434" cy="101431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Omitted or extra digits</a:t>
          </a:r>
        </a:p>
      </dsp:txBody>
      <dsp:txXfrm>
        <a:off x="8795159" y="570941"/>
        <a:ext cx="2570434" cy="1014312"/>
      </dsp:txXfrm>
    </dsp:sp>
    <dsp:sp modelId="{9B6656D9-FE29-4B15-AC81-E6938F55A0BB}">
      <dsp:nvSpPr>
        <dsp:cNvPr id="0" name=""/>
        <dsp:cNvSpPr/>
      </dsp:nvSpPr>
      <dsp:spPr>
        <a:xfrm>
          <a:off x="8795159" y="1585254"/>
          <a:ext cx="2570434" cy="1743761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e.g., 409 instead of 4093; 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400" kern="1200" dirty="0"/>
            <a:t>40931 instead of 4093.</a:t>
          </a:r>
        </a:p>
      </dsp:txBody>
      <dsp:txXfrm>
        <a:off x="8795159" y="1585254"/>
        <a:ext cx="2570434" cy="17437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17/05/2022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2.2 Methods of error detection | Check digits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17/05/2022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2.2 Methods of error detection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Check digits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Error detection methods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D61EE7C-7CCD-58E5-3677-58363F9BA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017801"/>
              </p:ext>
            </p:extLst>
          </p:nvPr>
        </p:nvGraphicFramePr>
        <p:xfrm>
          <a:off x="1485900" y="554141"/>
          <a:ext cx="9228137" cy="61520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296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4F9B16B-0BAB-40A6-A610-7B601D926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84F9B16B-0BAB-40A6-A610-7B601D9264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41F3DEC-4B94-44FD-BDB9-ED1977E14C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041F3DEC-4B94-44FD-BDB9-ED1977E14C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58B3E5-5A09-4C13-A6FE-AECD8D5FC4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graphicEl>
                                              <a:dgm id="{1F58B3E5-5A09-4C13-A6FE-AECD8D5FC4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B4FAA7-CA66-4041-8B09-F234530EBC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F3B4FAA7-CA66-4041-8B09-F234530EBC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01A17B-74A4-49F2-B90E-3F8518C33F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B801A17B-74A4-49F2-B90E-3F8518C33F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A20A7DC-4FEB-4655-85FA-0F66BF166C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graphicEl>
                                              <a:dgm id="{DA20A7DC-4FEB-4655-85FA-0F66BF166C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14ECAA3-10D9-46A5-85F4-3581FC91D9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graphicEl>
                                              <a:dgm id="{F14ECAA3-10D9-46A5-85F4-3581FC91D9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7CD388A-2FCD-437C-A9F1-5B9925245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F7CD388A-2FCD-437C-A9F1-5B9925245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E90ECDE-7F91-4F01-84E5-92E04784A5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9E90ECDE-7F91-4F01-84E5-92E04784A5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98BB02D-851D-4987-A52A-C45BCFD404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B98BB02D-851D-4987-A52A-C45BCFD404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284B41-8178-4E6E-9862-AA1F6BCB1D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dgm id="{CA284B41-8178-4E6E-9862-AA1F6BCB1D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80F7589-4524-40CA-B36F-E782CF51CC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graphicEl>
                                              <a:dgm id="{D80F7589-4524-40CA-B36F-E782CF51CC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96344C8-C7D9-4AC6-A701-CD9F2F9F4E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graphicEl>
                                              <a:dgm id="{096344C8-C7D9-4AC6-A701-CD9F2F9F4E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3AAA9BD-933C-5BA7-FE15-BB3BC5F8ADEE}"/>
              </a:ext>
            </a:extLst>
          </p:cNvPr>
          <p:cNvSpPr/>
          <p:nvPr/>
        </p:nvSpPr>
        <p:spPr>
          <a:xfrm>
            <a:off x="2519265" y="3373602"/>
            <a:ext cx="5318449" cy="3376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6BCAE3-ECC9-B769-A5B1-13B6BC67CA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841"/>
          <a:stretch/>
        </p:blipFill>
        <p:spPr>
          <a:xfrm rot="20696036">
            <a:off x="7985526" y="902663"/>
            <a:ext cx="1792069" cy="405881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690791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last digit included in a code or other identification number. It is calculated from all the other digits in the code.</a:t>
            </a:r>
          </a:p>
          <a:p>
            <a:pPr>
              <a:spcAft>
                <a:spcPts val="4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commonly used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Barcodes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ISBN numbers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Vehicle Identification Numbers (VIN)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Image result for isbn">
            <a:extLst>
              <a:ext uri="{FF2B5EF4-FFF2-40B4-BE49-F238E27FC236}">
                <a16:creationId xmlns:a16="http://schemas.microsoft.com/office/drawing/2014/main" id="{DD924493-78D6-E478-F538-2A68DD9D3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500" y="3182325"/>
            <a:ext cx="5577506" cy="3567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0C4C38B-E8FE-7CE6-F726-C2863C34CD57}"/>
              </a:ext>
            </a:extLst>
          </p:cNvPr>
          <p:cNvSpPr/>
          <p:nvPr/>
        </p:nvSpPr>
        <p:spPr>
          <a:xfrm>
            <a:off x="7128587" y="3373602"/>
            <a:ext cx="569167" cy="56916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6F5692-0EC1-5C01-F508-03BDADF43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561" y="600713"/>
            <a:ext cx="3089764" cy="417656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656624A-F6BE-AF7F-D5D9-679E47261A28}"/>
              </a:ext>
            </a:extLst>
          </p:cNvPr>
          <p:cNvSpPr/>
          <p:nvPr/>
        </p:nvSpPr>
        <p:spPr>
          <a:xfrm>
            <a:off x="11019453" y="4157663"/>
            <a:ext cx="815360" cy="516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CDBC90-E80D-051E-2FE8-BEEA5469E806}"/>
              </a:ext>
            </a:extLst>
          </p:cNvPr>
          <p:cNvCxnSpPr/>
          <p:nvPr/>
        </p:nvCxnSpPr>
        <p:spPr>
          <a:xfrm flipH="1" flipV="1">
            <a:off x="7837714" y="3373602"/>
            <a:ext cx="3181739" cy="78406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BAAE30-1330-5F03-9F62-9D5FAAFDA81A}"/>
              </a:ext>
            </a:extLst>
          </p:cNvPr>
          <p:cNvCxnSpPr>
            <a:cxnSpLocks/>
          </p:cNvCxnSpPr>
          <p:nvPr/>
        </p:nvCxnSpPr>
        <p:spPr>
          <a:xfrm flipH="1">
            <a:off x="7837714" y="4674637"/>
            <a:ext cx="3181739" cy="207528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04CA8725-804A-9D03-174C-76F59A5E7617}"/>
              </a:ext>
            </a:extLst>
          </p:cNvPr>
          <p:cNvSpPr/>
          <p:nvPr/>
        </p:nvSpPr>
        <p:spPr>
          <a:xfrm>
            <a:off x="6743668" y="3004270"/>
            <a:ext cx="12202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69AF6F8-1E1A-2A40-2E87-6CA1FDE6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910"/>
            <a:ext cx="12192000" cy="64312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57194" cy="1477328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digits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used to identify errors that can occur during data entry, typically caused by: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Mistyping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Scanning error – e.g., a barcode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approach tends to be good at spotting the following types of errors.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digits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E072BD8-FC92-7229-8BDB-4504EABD6E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5405897"/>
              </p:ext>
            </p:extLst>
          </p:nvPr>
        </p:nvGraphicFramePr>
        <p:xfrm>
          <a:off x="508000" y="2676525"/>
          <a:ext cx="11369869" cy="3899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61217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9129D3-5FC5-4CBA-8AF5-5C643F2326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graphicEl>
                                              <a:dgm id="{D59129D3-5FC5-4CBA-8AF5-5C643F2326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9C67829-253E-4BBB-AF23-507342C935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>
                                            <p:graphicEl>
                                              <a:dgm id="{29C67829-253E-4BBB-AF23-507342C935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578B4C7-CCD1-4B0A-B77D-226F6EE3B1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graphicEl>
                                              <a:dgm id="{2578B4C7-CCD1-4B0A-B77D-226F6EE3B1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57459FB-2ED9-4EF5-B9DD-867BD02367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graphicEl>
                                              <a:dgm id="{D57459FB-2ED9-4EF5-B9DD-867BD02367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FCD890E-D87C-414E-9E24-E1926CD972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graphicEl>
                                              <a:dgm id="{9FCD890E-D87C-414E-9E24-E1926CD972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240750-3257-471C-B50B-1C9D746FAC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graphicEl>
                                              <a:dgm id="{D9240750-3257-471C-B50B-1C9D746FAC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A996F7D-778D-4E62-A875-168F8B124E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graphicEl>
                                              <a:dgm id="{3A996F7D-778D-4E62-A875-168F8B124E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6656D9-FE29-4B15-AC81-E6938F55A0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graphicEl>
                                              <a:dgm id="{9B6656D9-FE29-4B15-AC81-E6938F55A0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755425" cy="748923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check digit calculation methods. One such method,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Modulus 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is used by the ISBN-10 system for books.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calculate the check digit for the product code 817525765.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10D119-070E-7D93-946E-C2D52E452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143546"/>
              </p:ext>
            </p:extLst>
          </p:nvPr>
        </p:nvGraphicFramePr>
        <p:xfrm>
          <a:off x="363538" y="3757608"/>
          <a:ext cx="11464923" cy="25958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29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157956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66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7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188769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check digit calculation methods. One such method,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Modulus 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is used by the ISBN-10 system for books.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calculate the check digit for the product code 817525765.  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left, each digit is given a weighting.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example, the weightings start at 10, as the final number (including the check digit) will be 10 digits long.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10D119-070E-7D93-946E-C2D52E452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523243"/>
              </p:ext>
            </p:extLst>
          </p:nvPr>
        </p:nvGraphicFramePr>
        <p:xfrm>
          <a:off x="363538" y="3757608"/>
          <a:ext cx="11464923" cy="25958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29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157956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66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343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150810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check digit calculation methods. One such method,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Modulus 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is used by the ISBN-10 system for books.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calculate the check digit for the product code 817525765.  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digit is multiplied by its weighting.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10D119-070E-7D93-946E-C2D52E452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929272"/>
              </p:ext>
            </p:extLst>
          </p:nvPr>
        </p:nvGraphicFramePr>
        <p:xfrm>
          <a:off x="363538" y="3757608"/>
          <a:ext cx="11464923" cy="25958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29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157956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6636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3B473B72-B2EF-77BC-C329-FA4C0107B3BF}"/>
              </a:ext>
            </a:extLst>
          </p:cNvPr>
          <p:cNvGrpSpPr/>
          <p:nvPr/>
        </p:nvGrpSpPr>
        <p:grpSpPr>
          <a:xfrm>
            <a:off x="2609191" y="4023410"/>
            <a:ext cx="7298609" cy="214972"/>
            <a:chOff x="2609191" y="4023410"/>
            <a:chExt cx="7298609" cy="214972"/>
          </a:xfrm>
        </p:grpSpPr>
        <p:pic>
          <p:nvPicPr>
            <p:cNvPr id="7" name="Graphic 6" descr="Close with solid fill">
              <a:extLst>
                <a:ext uri="{FF2B5EF4-FFF2-40B4-BE49-F238E27FC236}">
                  <a16:creationId xmlns:a16="http://schemas.microsoft.com/office/drawing/2014/main" id="{41827239-46B2-6C8F-99D8-9A1C11133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2609191" y="4023410"/>
              <a:ext cx="214972" cy="214972"/>
            </a:xfrm>
            <a:prstGeom prst="rect">
              <a:avLst/>
            </a:prstGeom>
          </p:spPr>
        </p:pic>
        <p:pic>
          <p:nvPicPr>
            <p:cNvPr id="17" name="Graphic 16" descr="Close with solid fill">
              <a:extLst>
                <a:ext uri="{FF2B5EF4-FFF2-40B4-BE49-F238E27FC236}">
                  <a16:creationId xmlns:a16="http://schemas.microsoft.com/office/drawing/2014/main" id="{741E9050-EC38-C4B7-89E9-9901CD9C9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3504541" y="4023410"/>
              <a:ext cx="214972" cy="214972"/>
            </a:xfrm>
            <a:prstGeom prst="rect">
              <a:avLst/>
            </a:prstGeom>
          </p:spPr>
        </p:pic>
        <p:pic>
          <p:nvPicPr>
            <p:cNvPr id="18" name="Graphic 17" descr="Close with solid fill">
              <a:extLst>
                <a:ext uri="{FF2B5EF4-FFF2-40B4-BE49-F238E27FC236}">
                  <a16:creationId xmlns:a16="http://schemas.microsoft.com/office/drawing/2014/main" id="{C3A08851-B054-763B-1646-D456E73AC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4364173" y="4023410"/>
              <a:ext cx="214972" cy="214972"/>
            </a:xfrm>
            <a:prstGeom prst="rect">
              <a:avLst/>
            </a:prstGeom>
          </p:spPr>
        </p:pic>
        <p:pic>
          <p:nvPicPr>
            <p:cNvPr id="19" name="Graphic 18" descr="Close with solid fill">
              <a:extLst>
                <a:ext uri="{FF2B5EF4-FFF2-40B4-BE49-F238E27FC236}">
                  <a16:creationId xmlns:a16="http://schemas.microsoft.com/office/drawing/2014/main" id="{6B41C525-438E-6FE6-200E-6B7954C6D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5264286" y="4023410"/>
              <a:ext cx="214972" cy="214972"/>
            </a:xfrm>
            <a:prstGeom prst="rect">
              <a:avLst/>
            </a:prstGeom>
          </p:spPr>
        </p:pic>
        <p:pic>
          <p:nvPicPr>
            <p:cNvPr id="20" name="Graphic 19" descr="Close with solid fill">
              <a:extLst>
                <a:ext uri="{FF2B5EF4-FFF2-40B4-BE49-F238E27FC236}">
                  <a16:creationId xmlns:a16="http://schemas.microsoft.com/office/drawing/2014/main" id="{55FB50E6-DD44-0F4B-0D7D-D458A8021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6161433" y="4023410"/>
              <a:ext cx="214972" cy="214972"/>
            </a:xfrm>
            <a:prstGeom prst="rect">
              <a:avLst/>
            </a:prstGeom>
          </p:spPr>
        </p:pic>
        <p:pic>
          <p:nvPicPr>
            <p:cNvPr id="21" name="Graphic 20" descr="Close with solid fill">
              <a:extLst>
                <a:ext uri="{FF2B5EF4-FFF2-40B4-BE49-F238E27FC236}">
                  <a16:creationId xmlns:a16="http://schemas.microsoft.com/office/drawing/2014/main" id="{3CB74C2F-9CEB-E485-24B3-AF543BBCB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7030590" y="4023410"/>
              <a:ext cx="214972" cy="214972"/>
            </a:xfrm>
            <a:prstGeom prst="rect">
              <a:avLst/>
            </a:prstGeom>
          </p:spPr>
        </p:pic>
        <p:pic>
          <p:nvPicPr>
            <p:cNvPr id="22" name="Graphic 21" descr="Close with solid fill">
              <a:extLst>
                <a:ext uri="{FF2B5EF4-FFF2-40B4-BE49-F238E27FC236}">
                  <a16:creationId xmlns:a16="http://schemas.microsoft.com/office/drawing/2014/main" id="{3756ADBD-20DB-42D7-4FBA-7794F4EF5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7923559" y="4023410"/>
              <a:ext cx="214972" cy="214972"/>
            </a:xfrm>
            <a:prstGeom prst="rect">
              <a:avLst/>
            </a:prstGeom>
          </p:spPr>
        </p:pic>
        <p:pic>
          <p:nvPicPr>
            <p:cNvPr id="23" name="Graphic 22" descr="Close with solid fill">
              <a:extLst>
                <a:ext uri="{FF2B5EF4-FFF2-40B4-BE49-F238E27FC236}">
                  <a16:creationId xmlns:a16="http://schemas.microsoft.com/office/drawing/2014/main" id="{E239339B-F76F-07F2-3B2E-2644BF49B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8816528" y="4023410"/>
              <a:ext cx="214972" cy="214972"/>
            </a:xfrm>
            <a:prstGeom prst="rect">
              <a:avLst/>
            </a:prstGeom>
          </p:spPr>
        </p:pic>
        <p:pic>
          <p:nvPicPr>
            <p:cNvPr id="24" name="Graphic 23" descr="Close with solid fill">
              <a:extLst>
                <a:ext uri="{FF2B5EF4-FFF2-40B4-BE49-F238E27FC236}">
                  <a16:creationId xmlns:a16="http://schemas.microsoft.com/office/drawing/2014/main" id="{CFAA546F-8EDB-6DBB-124A-5E2A164C8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 flipV="1">
              <a:off x="9692828" y="4023410"/>
              <a:ext cx="214972" cy="214972"/>
            </a:xfrm>
            <a:prstGeom prst="rect">
              <a:avLst/>
            </a:prstGeom>
          </p:spPr>
        </p:pic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366A0CD4-C904-F097-007D-68FD640FC563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615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150810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check digit calculation methods. One such method,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Modulus 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is used by the ISBN-10 system for books.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calculate the check digit for the product code 817525765.  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the results are added together, giving us 273.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10D119-070E-7D93-946E-C2D52E452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60128"/>
              </p:ext>
            </p:extLst>
          </p:nvPr>
        </p:nvGraphicFramePr>
        <p:xfrm>
          <a:off x="363538" y="3757608"/>
          <a:ext cx="11464923" cy="25958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29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157956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b="1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 all the numbers together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66366"/>
                  </a:ext>
                </a:extLst>
              </a:tr>
            </a:tbl>
          </a:graphicData>
        </a:graphic>
      </p:graphicFrame>
      <p:pic>
        <p:nvPicPr>
          <p:cNvPr id="5" name="Graphic 4" descr="Add with solid fill">
            <a:extLst>
              <a:ext uri="{FF2B5EF4-FFF2-40B4-BE49-F238E27FC236}">
                <a16:creationId xmlns:a16="http://schemas.microsoft.com/office/drawing/2014/main" id="{C9C92AF6-822F-1195-4377-BC2410453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8950" y="4909604"/>
            <a:ext cx="271463" cy="271463"/>
          </a:xfrm>
          <a:prstGeom prst="rect">
            <a:avLst/>
          </a:prstGeom>
        </p:spPr>
      </p:pic>
      <p:pic>
        <p:nvPicPr>
          <p:cNvPr id="9" name="Graphic 8" descr="Add with solid fill">
            <a:extLst>
              <a:ext uri="{FF2B5EF4-FFF2-40B4-BE49-F238E27FC236}">
                <a16:creationId xmlns:a16="http://schemas.microsoft.com/office/drawing/2014/main" id="{C0A954D2-A7FA-1464-F713-8EF3D3B8A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4775" y="4904841"/>
            <a:ext cx="271463" cy="271463"/>
          </a:xfrm>
          <a:prstGeom prst="rect">
            <a:avLst/>
          </a:prstGeom>
        </p:spPr>
      </p:pic>
      <p:pic>
        <p:nvPicPr>
          <p:cNvPr id="11" name="Graphic 10" descr="Add with solid fill">
            <a:extLst>
              <a:ext uri="{FF2B5EF4-FFF2-40B4-BE49-F238E27FC236}">
                <a16:creationId xmlns:a16="http://schemas.microsoft.com/office/drawing/2014/main" id="{485D3051-C210-3057-D111-65D7F5E26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5837" y="4909603"/>
            <a:ext cx="271463" cy="271463"/>
          </a:xfrm>
          <a:prstGeom prst="rect">
            <a:avLst/>
          </a:prstGeom>
        </p:spPr>
      </p:pic>
      <p:pic>
        <p:nvPicPr>
          <p:cNvPr id="12" name="Graphic 11" descr="Add with solid fill">
            <a:extLst>
              <a:ext uri="{FF2B5EF4-FFF2-40B4-BE49-F238E27FC236}">
                <a16:creationId xmlns:a16="http://schemas.microsoft.com/office/drawing/2014/main" id="{AE74B438-A3E7-D86B-FC8A-60466DBF1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1662" y="4904841"/>
            <a:ext cx="271463" cy="271463"/>
          </a:xfrm>
          <a:prstGeom prst="rect">
            <a:avLst/>
          </a:prstGeom>
        </p:spPr>
      </p:pic>
      <p:pic>
        <p:nvPicPr>
          <p:cNvPr id="13" name="Graphic 12" descr="Add with solid fill">
            <a:extLst>
              <a:ext uri="{FF2B5EF4-FFF2-40B4-BE49-F238E27FC236}">
                <a16:creationId xmlns:a16="http://schemas.microsoft.com/office/drawing/2014/main" id="{E19D6BC3-2E8E-B43C-F771-5A8430B9C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7485" y="4919128"/>
            <a:ext cx="271463" cy="271463"/>
          </a:xfrm>
          <a:prstGeom prst="rect">
            <a:avLst/>
          </a:prstGeom>
        </p:spPr>
      </p:pic>
      <p:pic>
        <p:nvPicPr>
          <p:cNvPr id="14" name="Graphic 13" descr="Add with solid fill">
            <a:extLst>
              <a:ext uri="{FF2B5EF4-FFF2-40B4-BE49-F238E27FC236}">
                <a16:creationId xmlns:a16="http://schemas.microsoft.com/office/drawing/2014/main" id="{67591180-5B7A-F009-3269-08CC095BC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4897" y="4919128"/>
            <a:ext cx="271463" cy="271463"/>
          </a:xfrm>
          <a:prstGeom prst="rect">
            <a:avLst/>
          </a:prstGeom>
        </p:spPr>
      </p:pic>
      <p:pic>
        <p:nvPicPr>
          <p:cNvPr id="15" name="Graphic 14" descr="Add with solid fill">
            <a:extLst>
              <a:ext uri="{FF2B5EF4-FFF2-40B4-BE49-F238E27FC236}">
                <a16:creationId xmlns:a16="http://schemas.microsoft.com/office/drawing/2014/main" id="{D223A8FD-66CC-745C-53AA-C930B00D9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39135" y="4919128"/>
            <a:ext cx="271463" cy="271463"/>
          </a:xfrm>
          <a:prstGeom prst="rect">
            <a:avLst/>
          </a:prstGeom>
        </p:spPr>
      </p:pic>
      <p:pic>
        <p:nvPicPr>
          <p:cNvPr id="16" name="Graphic 15" descr="Add with solid fill">
            <a:extLst>
              <a:ext uri="{FF2B5EF4-FFF2-40B4-BE49-F238E27FC236}">
                <a16:creationId xmlns:a16="http://schemas.microsoft.com/office/drawing/2014/main" id="{1C2FAADE-8A70-A4C4-6AF9-3106A7296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4958" y="4919127"/>
            <a:ext cx="271463" cy="27146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88AA07E-6B2C-B06A-8956-A352BC23E629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16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1508105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check digit calculation methods. One such method,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Modulus 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is used by the ISBN-10 system for books.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calculate the check digit for the product code 817525765.  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4: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is divided by 11, leaving us with an answer of 24 – and a remainder of 9.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10D119-070E-7D93-946E-C2D52E452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507659"/>
              </p:ext>
            </p:extLst>
          </p:nvPr>
        </p:nvGraphicFramePr>
        <p:xfrm>
          <a:off x="363538" y="3757608"/>
          <a:ext cx="11464923" cy="25958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29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157956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b="1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 all the numbers together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Remainder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Remainder when the sum is divided by 11     e.g., 273 DIV 11 = 24 remainder 9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b="1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66366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07B067B9-9E7B-5406-6B5E-B79157F474EF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722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2267287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many check digit calculation methods. One such method,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Modulus 11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is used by the ISBN-10 system for books.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Let’s calculate the check digit for the product code 817525765.  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5: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remainder is then subtracted from 11 to give us the check digit, 2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 that if the result of subtracting the remainder from 11 is 10, then the check digit is X.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the complete number with the check digit is: 8 1 7 5 2 5 7 6 5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710D119-070E-7D93-946E-C2D52E452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878472"/>
              </p:ext>
            </p:extLst>
          </p:nvPr>
        </p:nvGraphicFramePr>
        <p:xfrm>
          <a:off x="363538" y="3757608"/>
          <a:ext cx="11464923" cy="25958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9129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157956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b="1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 all the numbers together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Remainder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Remainder when the sum is divided by 11     e.g., 273 DIV 11 = 24 remainder 9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Subtraction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Subtract the remainder from 11     e.g., 11 – 9 = 2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2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466366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59D41551-485D-358F-E25B-B2D589D773DB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33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1477328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complete number with the check digit is: 8 1 7 5 2 5 7 6 5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endParaRPr lang="en-GB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1: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left, each digit is given a weighting – including the check digit, which can now be assigned a weighting of 1.</a:t>
            </a:r>
          </a:p>
          <a:p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9E5F3-4D9A-14FB-9BEB-38108C231951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2">
            <a:extLst>
              <a:ext uri="{FF2B5EF4-FFF2-40B4-BE49-F238E27FC236}">
                <a16:creationId xmlns:a16="http://schemas.microsoft.com/office/drawing/2014/main" id="{AA2F9B3A-33F3-8FFA-3A87-0DF047286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337755"/>
              </p:ext>
            </p:extLst>
          </p:nvPr>
        </p:nvGraphicFramePr>
        <p:xfrm>
          <a:off x="363533" y="3429000"/>
          <a:ext cx="11464928" cy="22250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757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60736410"/>
                    </a:ext>
                  </a:extLst>
                </a:gridCol>
                <a:gridCol w="146627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023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complete number with the check digit is: 8 1 7 5 2 5 7 6 5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endParaRPr lang="en-GB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2: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digit is multiplied by its weighting.</a:t>
            </a:r>
          </a:p>
          <a:p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9E5F3-4D9A-14FB-9BEB-38108C231951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Table 2">
            <a:extLst>
              <a:ext uri="{FF2B5EF4-FFF2-40B4-BE49-F238E27FC236}">
                <a16:creationId xmlns:a16="http://schemas.microsoft.com/office/drawing/2014/main" id="{16C65B50-DAB1-51CF-D567-0222AE16D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80596"/>
              </p:ext>
            </p:extLst>
          </p:nvPr>
        </p:nvGraphicFramePr>
        <p:xfrm>
          <a:off x="363533" y="3429000"/>
          <a:ext cx="11464928" cy="22250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757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60736410"/>
                    </a:ext>
                  </a:extLst>
                </a:gridCol>
                <a:gridCol w="146627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b="1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Remainder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</a:tbl>
          </a:graphicData>
        </a:graphic>
      </p:graphicFrame>
      <p:pic>
        <p:nvPicPr>
          <p:cNvPr id="27" name="Graphic 26" descr="Close with solid fill">
            <a:extLst>
              <a:ext uri="{FF2B5EF4-FFF2-40B4-BE49-F238E27FC236}">
                <a16:creationId xmlns:a16="http://schemas.microsoft.com/office/drawing/2014/main" id="{0AC25512-AE7A-D4E2-3017-613261590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2444879" y="3697183"/>
            <a:ext cx="214972" cy="214972"/>
          </a:xfrm>
          <a:prstGeom prst="rect">
            <a:avLst/>
          </a:prstGeom>
        </p:spPr>
      </p:pic>
      <p:pic>
        <p:nvPicPr>
          <p:cNvPr id="28" name="Graphic 27" descr="Close with solid fill">
            <a:extLst>
              <a:ext uri="{FF2B5EF4-FFF2-40B4-BE49-F238E27FC236}">
                <a16:creationId xmlns:a16="http://schemas.microsoft.com/office/drawing/2014/main" id="{70A8CFFB-AE4D-D7B7-F8AD-E579C839C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3266410" y="3697183"/>
            <a:ext cx="214972" cy="214972"/>
          </a:xfrm>
          <a:prstGeom prst="rect">
            <a:avLst/>
          </a:prstGeom>
        </p:spPr>
      </p:pic>
      <p:pic>
        <p:nvPicPr>
          <p:cNvPr id="29" name="Graphic 28" descr="Close with solid fill">
            <a:extLst>
              <a:ext uri="{FF2B5EF4-FFF2-40B4-BE49-F238E27FC236}">
                <a16:creationId xmlns:a16="http://schemas.microsoft.com/office/drawing/2014/main" id="{BFEEAE8B-69DE-DB86-6EA3-9AAB49E35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4068891" y="3699321"/>
            <a:ext cx="214972" cy="214972"/>
          </a:xfrm>
          <a:prstGeom prst="rect">
            <a:avLst/>
          </a:prstGeom>
        </p:spPr>
      </p:pic>
      <p:pic>
        <p:nvPicPr>
          <p:cNvPr id="30" name="Graphic 29" descr="Close with solid fill">
            <a:extLst>
              <a:ext uri="{FF2B5EF4-FFF2-40B4-BE49-F238E27FC236}">
                <a16:creationId xmlns:a16="http://schemas.microsoft.com/office/drawing/2014/main" id="{C4FE6653-7AC5-56C6-C17A-C9E37B0BC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4911854" y="3697183"/>
            <a:ext cx="214972" cy="214972"/>
          </a:xfrm>
          <a:prstGeom prst="rect">
            <a:avLst/>
          </a:prstGeom>
        </p:spPr>
      </p:pic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61AAD24A-8D9E-8B84-DDD0-942E2444D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5735767" y="3697183"/>
            <a:ext cx="214972" cy="214972"/>
          </a:xfrm>
          <a:prstGeom prst="rect">
            <a:avLst/>
          </a:prstGeom>
        </p:spPr>
      </p:pic>
      <p:pic>
        <p:nvPicPr>
          <p:cNvPr id="32" name="Graphic 31" descr="Close with solid fill">
            <a:extLst>
              <a:ext uri="{FF2B5EF4-FFF2-40B4-BE49-F238E27FC236}">
                <a16:creationId xmlns:a16="http://schemas.microsoft.com/office/drawing/2014/main" id="{9B19844D-56A3-F0D1-F60D-378E364B3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547773" y="3697183"/>
            <a:ext cx="214972" cy="214972"/>
          </a:xfrm>
          <a:prstGeom prst="rect">
            <a:avLst/>
          </a:prstGeom>
        </p:spPr>
      </p:pic>
      <p:pic>
        <p:nvPicPr>
          <p:cNvPr id="33" name="Graphic 32" descr="Close with solid fill">
            <a:extLst>
              <a:ext uri="{FF2B5EF4-FFF2-40B4-BE49-F238E27FC236}">
                <a16:creationId xmlns:a16="http://schemas.microsoft.com/office/drawing/2014/main" id="{CDBC1E64-BBF1-1A32-3DE1-B28F8289BF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7359779" y="3697183"/>
            <a:ext cx="214972" cy="214972"/>
          </a:xfrm>
          <a:prstGeom prst="rect">
            <a:avLst/>
          </a:prstGeom>
        </p:spPr>
      </p:pic>
      <p:pic>
        <p:nvPicPr>
          <p:cNvPr id="34" name="Graphic 33" descr="Close with solid fill">
            <a:extLst>
              <a:ext uri="{FF2B5EF4-FFF2-40B4-BE49-F238E27FC236}">
                <a16:creationId xmlns:a16="http://schemas.microsoft.com/office/drawing/2014/main" id="{CA792A6F-FBF8-34D8-1B51-490BDDFBE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8197979" y="3697183"/>
            <a:ext cx="214972" cy="214972"/>
          </a:xfrm>
          <a:prstGeom prst="rect">
            <a:avLst/>
          </a:prstGeom>
        </p:spPr>
      </p:pic>
      <p:pic>
        <p:nvPicPr>
          <p:cNvPr id="35" name="Graphic 34" descr="Close with solid fill">
            <a:extLst>
              <a:ext uri="{FF2B5EF4-FFF2-40B4-BE49-F238E27FC236}">
                <a16:creationId xmlns:a16="http://schemas.microsoft.com/office/drawing/2014/main" id="{D15845AC-78E4-1300-C03B-D4E7739DD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9014748" y="3697183"/>
            <a:ext cx="214972" cy="214972"/>
          </a:xfrm>
          <a:prstGeom prst="rect">
            <a:avLst/>
          </a:prstGeom>
        </p:spPr>
      </p:pic>
      <p:pic>
        <p:nvPicPr>
          <p:cNvPr id="36" name="Graphic 35" descr="Close with solid fill">
            <a:extLst>
              <a:ext uri="{FF2B5EF4-FFF2-40B4-BE49-F238E27FC236}">
                <a16:creationId xmlns:a16="http://schemas.microsoft.com/office/drawing/2014/main" id="{42678D04-6F3F-6E6F-2C42-07D16E6B4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9852948" y="3697183"/>
            <a:ext cx="214972" cy="214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98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complete number with the check digit is: 8 1 7 5 2 5 7 6 5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endParaRPr lang="en-GB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the results are added together, giving us 275.</a:t>
            </a:r>
          </a:p>
          <a:p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9E5F3-4D9A-14FB-9BEB-38108C231951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E964E6C7-7D86-3CE8-7D8A-31781D737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45258"/>
              </p:ext>
            </p:extLst>
          </p:nvPr>
        </p:nvGraphicFramePr>
        <p:xfrm>
          <a:off x="363533" y="3429000"/>
          <a:ext cx="11464928" cy="22250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757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60736410"/>
                    </a:ext>
                  </a:extLst>
                </a:gridCol>
                <a:gridCol w="146627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b="1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 all the numbers together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Remainder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</a:tbl>
          </a:graphicData>
        </a:graphic>
      </p:graphicFrame>
      <p:pic>
        <p:nvPicPr>
          <p:cNvPr id="36" name="Graphic 35" descr="Add with solid fill">
            <a:extLst>
              <a:ext uri="{FF2B5EF4-FFF2-40B4-BE49-F238E27FC236}">
                <a16:creationId xmlns:a16="http://schemas.microsoft.com/office/drawing/2014/main" id="{6E2424E4-19A7-31C0-E600-BF4112C43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4163" y="4591208"/>
            <a:ext cx="271463" cy="271463"/>
          </a:xfrm>
          <a:prstGeom prst="rect">
            <a:avLst/>
          </a:prstGeom>
        </p:spPr>
      </p:pic>
      <p:pic>
        <p:nvPicPr>
          <p:cNvPr id="37" name="Graphic 36" descr="Add with solid fill">
            <a:extLst>
              <a:ext uri="{FF2B5EF4-FFF2-40B4-BE49-F238E27FC236}">
                <a16:creationId xmlns:a16="http://schemas.microsoft.com/office/drawing/2014/main" id="{B475B77A-527C-C8F6-DD0E-5FBBAA06F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8075" y="4591207"/>
            <a:ext cx="271463" cy="271463"/>
          </a:xfrm>
          <a:prstGeom prst="rect">
            <a:avLst/>
          </a:prstGeom>
        </p:spPr>
      </p:pic>
      <p:pic>
        <p:nvPicPr>
          <p:cNvPr id="38" name="Graphic 37" descr="Add with solid fill">
            <a:extLst>
              <a:ext uri="{FF2B5EF4-FFF2-40B4-BE49-F238E27FC236}">
                <a16:creationId xmlns:a16="http://schemas.microsoft.com/office/drawing/2014/main" id="{BF610DA9-88EA-4A96-1207-27B7FFE37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1987" y="4591207"/>
            <a:ext cx="271463" cy="271463"/>
          </a:xfrm>
          <a:prstGeom prst="rect">
            <a:avLst/>
          </a:prstGeom>
        </p:spPr>
      </p:pic>
      <p:pic>
        <p:nvPicPr>
          <p:cNvPr id="39" name="Graphic 38" descr="Add with solid fill">
            <a:extLst>
              <a:ext uri="{FF2B5EF4-FFF2-40B4-BE49-F238E27FC236}">
                <a16:creationId xmlns:a16="http://schemas.microsoft.com/office/drawing/2014/main" id="{682846ED-3FF7-9708-7511-439FADA12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3518" y="4591207"/>
            <a:ext cx="271463" cy="271463"/>
          </a:xfrm>
          <a:prstGeom prst="rect">
            <a:avLst/>
          </a:prstGeom>
        </p:spPr>
      </p:pic>
      <p:pic>
        <p:nvPicPr>
          <p:cNvPr id="40" name="Graphic 39" descr="Add with solid fill">
            <a:extLst>
              <a:ext uri="{FF2B5EF4-FFF2-40B4-BE49-F238E27FC236}">
                <a16:creationId xmlns:a16="http://schemas.microsoft.com/office/drawing/2014/main" id="{48F97BC7-6DFB-92CC-8B7B-48687685D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5049" y="4591206"/>
            <a:ext cx="271463" cy="271463"/>
          </a:xfrm>
          <a:prstGeom prst="rect">
            <a:avLst/>
          </a:prstGeom>
        </p:spPr>
      </p:pic>
      <p:pic>
        <p:nvPicPr>
          <p:cNvPr id="41" name="Graphic 40" descr="Add with solid fill">
            <a:extLst>
              <a:ext uri="{FF2B5EF4-FFF2-40B4-BE49-F238E27FC236}">
                <a16:creationId xmlns:a16="http://schemas.microsoft.com/office/drawing/2014/main" id="{69089858-A000-CD79-CB51-8E896B188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6580" y="4591205"/>
            <a:ext cx="271463" cy="271463"/>
          </a:xfrm>
          <a:prstGeom prst="rect">
            <a:avLst/>
          </a:prstGeom>
        </p:spPr>
      </p:pic>
      <p:pic>
        <p:nvPicPr>
          <p:cNvPr id="42" name="Graphic 41" descr="Add with solid fill">
            <a:extLst>
              <a:ext uri="{FF2B5EF4-FFF2-40B4-BE49-F238E27FC236}">
                <a16:creationId xmlns:a16="http://schemas.microsoft.com/office/drawing/2014/main" id="{B2C75E39-F7F9-7BAC-75EE-B09998339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0094" y="4591205"/>
            <a:ext cx="271463" cy="271463"/>
          </a:xfrm>
          <a:prstGeom prst="rect">
            <a:avLst/>
          </a:prstGeom>
        </p:spPr>
      </p:pic>
      <p:pic>
        <p:nvPicPr>
          <p:cNvPr id="43" name="Graphic 42" descr="Add with solid fill">
            <a:extLst>
              <a:ext uri="{FF2B5EF4-FFF2-40B4-BE49-F238E27FC236}">
                <a16:creationId xmlns:a16="http://schemas.microsoft.com/office/drawing/2014/main" id="{F82D1B4D-B24C-4EF9-74D7-4E2690695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0441" y="4591205"/>
            <a:ext cx="271463" cy="271463"/>
          </a:xfrm>
          <a:prstGeom prst="rect">
            <a:avLst/>
          </a:prstGeom>
        </p:spPr>
      </p:pic>
      <p:pic>
        <p:nvPicPr>
          <p:cNvPr id="44" name="Graphic 43" descr="Add with solid fill">
            <a:extLst>
              <a:ext uri="{FF2B5EF4-FFF2-40B4-BE49-F238E27FC236}">
                <a16:creationId xmlns:a16="http://schemas.microsoft.com/office/drawing/2014/main" id="{CBB0B30F-0D42-01E6-3FF7-4416AA0E8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3558" y="4591205"/>
            <a:ext cx="271463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09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607786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complete number with the check digit is: 8 1 7 5 2 5 7 6 5 </a:t>
            </a:r>
            <a:r>
              <a:rPr lang="en-GB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endParaRPr lang="en-GB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3: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total is divided by 11. If the remainder is 0, the number is valid.</a:t>
            </a:r>
          </a:p>
          <a:p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79E5F3-4D9A-14FB-9BEB-38108C231951}"/>
              </a:ext>
            </a:extLst>
          </p:cNvPr>
          <p:cNvSpPr/>
          <p:nvPr/>
        </p:nvSpPr>
        <p:spPr>
          <a:xfrm>
            <a:off x="220675" y="504512"/>
            <a:ext cx="664685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 a check digit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D9B2E332-336F-A526-56D0-6BAB6DA3A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280682"/>
              </p:ext>
            </p:extLst>
          </p:nvPr>
        </p:nvGraphicFramePr>
        <p:xfrm>
          <a:off x="363533" y="3429000"/>
          <a:ext cx="11464928" cy="22250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775738">
                  <a:extLst>
                    <a:ext uri="{9D8B030D-6E8A-4147-A177-3AD203B41FA5}">
                      <a16:colId xmlns:a16="http://schemas.microsoft.com/office/drawing/2014/main" val="169537909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118006762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8122674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984431505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32985334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4273820005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292247295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772970492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43373909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154027278"/>
                    </a:ext>
                  </a:extLst>
                </a:gridCol>
                <a:gridCol w="822292">
                  <a:extLst>
                    <a:ext uri="{9D8B030D-6E8A-4147-A177-3AD203B41FA5}">
                      <a16:colId xmlns:a16="http://schemas.microsoft.com/office/drawing/2014/main" val="3260736410"/>
                    </a:ext>
                  </a:extLst>
                </a:gridCol>
                <a:gridCol w="1466270">
                  <a:extLst>
                    <a:ext uri="{9D8B030D-6E8A-4147-A177-3AD203B41FA5}">
                      <a16:colId xmlns:a16="http://schemas.microsoft.com/office/drawing/2014/main" val="1751065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Product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056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0589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Multiply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17817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GB" b="1" dirty="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GB" dirty="0"/>
                        <a:t>275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3526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en-GB" dirty="0"/>
                        <a:t>Add all the numbers together</a:t>
                      </a:r>
                    </a:p>
                  </a:txBody>
                  <a:tcP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rgbClr val="FBE5D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153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 dirty="0"/>
                        <a:t>Remainder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Remainder when the sum is divided by 11     e.g., 275 DIV 11 = 25 remainder 0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</a:p>
                  </a:txBody>
                  <a:tcPr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21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500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56698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check digit is the last digit included in a code or other identification number.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Calculated from all the other digits in the code.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Commonly used with barcodes, ISBN numbers and Vehicle Identification Numbers (VIN).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a check digit: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left, give each digit a weighting.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Multiply each digit by its weighting.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the results together.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Divide the total by 11.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Subtract the remainder from 11 – the result is the check digit.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 a check digit: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Starting from the left, give each digit a weighting – including the check digit.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Multiply each digit by its weighting.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the results together.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Divide the total by 11.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the remainder is 0, the number is valid.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 digits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DB200352-CF16-4099-BF24-83521FD86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1321</Words>
  <Application>Microsoft Office PowerPoint</Application>
  <PresentationFormat>Widescreen</PresentationFormat>
  <Paragraphs>448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96</cp:revision>
  <dcterms:created xsi:type="dcterms:W3CDTF">2019-10-14T15:21:06Z</dcterms:created>
  <dcterms:modified xsi:type="dcterms:W3CDTF">2022-05-17T16:21:28Z</dcterms:modified>
</cp:coreProperties>
</file>