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7" r:id="rId3"/>
    <p:sldId id="265" r:id="rId4"/>
    <p:sldId id="268" r:id="rId5"/>
    <p:sldId id="271" r:id="rId6"/>
    <p:sldId id="272" r:id="rId7"/>
    <p:sldId id="273" r:id="rId8"/>
    <p:sldId id="260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0488D-22BD-4CA9-985A-E5B07765AAF4}" type="doc">
      <dgm:prSet loTypeId="urn:microsoft.com/office/officeart/2011/layout/HexagonRadial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919C5CE8-B414-41AF-927B-95882AF2110D}">
      <dgm:prSet phldrT="[Text]"/>
      <dgm:spPr/>
      <dgm:t>
        <a:bodyPr/>
        <a:lstStyle/>
        <a:p>
          <a:r>
            <a:rPr lang="en-GB" dirty="0"/>
            <a:t>Error detection methods</a:t>
          </a:r>
        </a:p>
      </dgm:t>
    </dgm:pt>
    <dgm:pt modelId="{CA0DE188-0C25-433D-ABE8-AEA0619854E4}" type="parTrans" cxnId="{E1239480-B3A2-4ED8-AFC1-95082D2A2572}">
      <dgm:prSet/>
      <dgm:spPr/>
      <dgm:t>
        <a:bodyPr/>
        <a:lstStyle/>
        <a:p>
          <a:endParaRPr lang="en-GB"/>
        </a:p>
      </dgm:t>
    </dgm:pt>
    <dgm:pt modelId="{7DB09D2D-849B-479F-9878-B37AB84081B3}" type="sibTrans" cxnId="{E1239480-B3A2-4ED8-AFC1-95082D2A2572}">
      <dgm:prSet/>
      <dgm:spPr/>
      <dgm:t>
        <a:bodyPr/>
        <a:lstStyle/>
        <a:p>
          <a:endParaRPr lang="en-GB"/>
        </a:p>
      </dgm:t>
    </dgm:pt>
    <dgm:pt modelId="{040B2368-3E01-4126-9276-2CCA3A101561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Parity block checks</a:t>
          </a:r>
        </a:p>
      </dgm:t>
    </dgm:pt>
    <dgm:pt modelId="{0902515E-8102-4DB8-8A3A-BA0FFEAD39B1}" type="parTrans" cxnId="{299F5E1C-53A7-4754-9671-50E02868989A}">
      <dgm:prSet/>
      <dgm:spPr/>
      <dgm:t>
        <a:bodyPr/>
        <a:lstStyle/>
        <a:p>
          <a:endParaRPr lang="en-GB"/>
        </a:p>
      </dgm:t>
    </dgm:pt>
    <dgm:pt modelId="{786DFEB2-C0BC-4DA7-B51F-4EDBE263CF8F}" type="sibTrans" cxnId="{299F5E1C-53A7-4754-9671-50E02868989A}">
      <dgm:prSet/>
      <dgm:spPr/>
      <dgm:t>
        <a:bodyPr/>
        <a:lstStyle/>
        <a:p>
          <a:endParaRPr lang="en-GB"/>
        </a:p>
      </dgm:t>
    </dgm:pt>
    <dgm:pt modelId="{75EF59C2-CC19-4B16-A10A-23D047A8DAD2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Echo checks</a:t>
          </a:r>
        </a:p>
      </dgm:t>
    </dgm:pt>
    <dgm:pt modelId="{BC752785-96F8-4899-8A9D-EB1E902E813E}" type="parTrans" cxnId="{7C80647D-E11E-428F-A83D-70B986637D66}">
      <dgm:prSet/>
      <dgm:spPr/>
      <dgm:t>
        <a:bodyPr/>
        <a:lstStyle/>
        <a:p>
          <a:endParaRPr lang="en-GB"/>
        </a:p>
      </dgm:t>
    </dgm:pt>
    <dgm:pt modelId="{7550F32F-80C5-4640-96FE-8FE2D600ECF8}" type="sibTrans" cxnId="{7C80647D-E11E-428F-A83D-70B986637D66}">
      <dgm:prSet/>
      <dgm:spPr/>
      <dgm:t>
        <a:bodyPr/>
        <a:lstStyle/>
        <a:p>
          <a:endParaRPr lang="en-GB"/>
        </a:p>
      </dgm:t>
    </dgm:pt>
    <dgm:pt modelId="{0752BC48-DB13-4DDC-9BAB-6854E2D5B281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Automatic Repeat Query (ARQ)</a:t>
          </a:r>
        </a:p>
      </dgm:t>
    </dgm:pt>
    <dgm:pt modelId="{BBFCB234-50DB-49BA-B051-380CFF37CDE6}" type="parTrans" cxnId="{58CA98B2-7210-4EB9-A1C0-63E0825AA747}">
      <dgm:prSet/>
      <dgm:spPr/>
      <dgm:t>
        <a:bodyPr/>
        <a:lstStyle/>
        <a:p>
          <a:endParaRPr lang="en-GB"/>
        </a:p>
      </dgm:t>
    </dgm:pt>
    <dgm:pt modelId="{29E97963-E002-449C-B1B7-CBEC9640B378}" type="sibTrans" cxnId="{58CA98B2-7210-4EB9-A1C0-63E0825AA747}">
      <dgm:prSet/>
      <dgm:spPr/>
      <dgm:t>
        <a:bodyPr/>
        <a:lstStyle/>
        <a:p>
          <a:endParaRPr lang="en-GB"/>
        </a:p>
      </dgm:t>
    </dgm:pt>
    <dgm:pt modelId="{769CBA96-085A-48FC-B7FA-8FB5C75DD7C6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Parity checks</a:t>
          </a:r>
        </a:p>
      </dgm:t>
    </dgm:pt>
    <dgm:pt modelId="{AF30B337-5D57-4131-96B0-D1C008911840}" type="parTrans" cxnId="{DFADC5CD-F62D-4F7C-885A-8C61FD5B813E}">
      <dgm:prSet/>
      <dgm:spPr/>
      <dgm:t>
        <a:bodyPr/>
        <a:lstStyle/>
        <a:p>
          <a:endParaRPr lang="en-GB"/>
        </a:p>
      </dgm:t>
    </dgm:pt>
    <dgm:pt modelId="{B26669B6-B8DB-4361-9C84-4EBD5C41AD2F}" type="sibTrans" cxnId="{DFADC5CD-F62D-4F7C-885A-8C61FD5B813E}">
      <dgm:prSet/>
      <dgm:spPr/>
      <dgm:t>
        <a:bodyPr/>
        <a:lstStyle/>
        <a:p>
          <a:endParaRPr lang="en-GB"/>
        </a:p>
      </dgm:t>
    </dgm:pt>
    <dgm:pt modelId="{09A80FB5-0E92-4EFF-8215-71778E9BFF84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/>
            <a:t>Checksums</a:t>
          </a:r>
          <a:endParaRPr lang="en-GB" dirty="0"/>
        </a:p>
      </dgm:t>
    </dgm:pt>
    <dgm:pt modelId="{EF0CC4C7-F2EF-49E9-929C-BDDCF8FC2E86}" type="parTrans" cxnId="{23CAFBC3-493B-432F-959E-3B4E186E9150}">
      <dgm:prSet/>
      <dgm:spPr/>
      <dgm:t>
        <a:bodyPr/>
        <a:lstStyle/>
        <a:p>
          <a:endParaRPr lang="en-GB"/>
        </a:p>
      </dgm:t>
    </dgm:pt>
    <dgm:pt modelId="{2E029C52-F291-4C8B-A876-DF964AF3C24C}" type="sibTrans" cxnId="{23CAFBC3-493B-432F-959E-3B4E186E9150}">
      <dgm:prSet/>
      <dgm:spPr/>
      <dgm:t>
        <a:bodyPr/>
        <a:lstStyle/>
        <a:p>
          <a:endParaRPr lang="en-GB"/>
        </a:p>
      </dgm:t>
    </dgm:pt>
    <dgm:pt modelId="{8AA6BF2D-3B73-41DC-8D52-69FA1B09DF76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Check digits</a:t>
          </a:r>
        </a:p>
      </dgm:t>
    </dgm:pt>
    <dgm:pt modelId="{364E6E36-27C4-4D89-BB26-5F58B76169AE}" type="parTrans" cxnId="{2A0ED639-F5E5-49DB-9837-C0D97B9DCB2F}">
      <dgm:prSet/>
      <dgm:spPr/>
      <dgm:t>
        <a:bodyPr/>
        <a:lstStyle/>
        <a:p>
          <a:endParaRPr lang="en-GB"/>
        </a:p>
      </dgm:t>
    </dgm:pt>
    <dgm:pt modelId="{DB4D82C9-697A-4698-B264-B839443395A2}" type="sibTrans" cxnId="{2A0ED639-F5E5-49DB-9837-C0D97B9DCB2F}">
      <dgm:prSet/>
      <dgm:spPr/>
      <dgm:t>
        <a:bodyPr/>
        <a:lstStyle/>
        <a:p>
          <a:endParaRPr lang="en-GB"/>
        </a:p>
      </dgm:t>
    </dgm:pt>
    <dgm:pt modelId="{D97D9760-F010-4218-9608-7DC980288E64}" type="pres">
      <dgm:prSet presAssocID="{18D0488D-22BD-4CA9-985A-E5B07765AAF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4F9B16B-0BAB-40A6-A610-7B601D9264DD}" type="pres">
      <dgm:prSet presAssocID="{919C5CE8-B414-41AF-927B-95882AF2110D}" presName="Parent" presStyleLbl="node0" presStyleIdx="0" presStyleCnt="1">
        <dgm:presLayoutVars>
          <dgm:chMax val="6"/>
          <dgm:chPref val="6"/>
        </dgm:presLayoutVars>
      </dgm:prSet>
      <dgm:spPr/>
    </dgm:pt>
    <dgm:pt modelId="{7E6E0EE9-D667-43C4-8BB0-E55775F800FC}" type="pres">
      <dgm:prSet presAssocID="{769CBA96-085A-48FC-B7FA-8FB5C75DD7C6}" presName="Accent1" presStyleCnt="0"/>
      <dgm:spPr/>
    </dgm:pt>
    <dgm:pt modelId="{041F3DEC-4B94-44FD-BDB9-ED1977E14C7A}" type="pres">
      <dgm:prSet presAssocID="{769CBA96-085A-48FC-B7FA-8FB5C75DD7C6}" presName="Accent" presStyleLbl="bgShp" presStyleIdx="0" presStyleCnt="6"/>
      <dgm:spPr/>
    </dgm:pt>
    <dgm:pt modelId="{1F58B3E5-5A09-4C13-A6FE-AECD8D5FC4F8}" type="pres">
      <dgm:prSet presAssocID="{769CBA96-085A-48FC-B7FA-8FB5C75DD7C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8EFDD72C-1548-4762-BC42-46EB49E7739A}" type="pres">
      <dgm:prSet presAssocID="{040B2368-3E01-4126-9276-2CCA3A101561}" presName="Accent2" presStyleCnt="0"/>
      <dgm:spPr/>
    </dgm:pt>
    <dgm:pt modelId="{F3B4FAA7-CA66-4041-8B09-F234530EBCCE}" type="pres">
      <dgm:prSet presAssocID="{040B2368-3E01-4126-9276-2CCA3A101561}" presName="Accent" presStyleLbl="bgShp" presStyleIdx="1" presStyleCnt="6"/>
      <dgm:spPr>
        <a:solidFill>
          <a:schemeClr val="bg1"/>
        </a:solidFill>
      </dgm:spPr>
    </dgm:pt>
    <dgm:pt modelId="{B801A17B-74A4-49F2-B90E-3F8518C33F0B}" type="pres">
      <dgm:prSet presAssocID="{040B2368-3E01-4126-9276-2CCA3A101561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E74054B-344A-4A3E-9716-695823CDB137}" type="pres">
      <dgm:prSet presAssocID="{09A80FB5-0E92-4EFF-8215-71778E9BFF84}" presName="Accent3" presStyleCnt="0"/>
      <dgm:spPr/>
    </dgm:pt>
    <dgm:pt modelId="{DA20A7DC-4FEB-4655-85FA-0F66BF166CEE}" type="pres">
      <dgm:prSet presAssocID="{09A80FB5-0E92-4EFF-8215-71778E9BFF84}" presName="Accent" presStyleLbl="bgShp" presStyleIdx="2" presStyleCnt="6"/>
      <dgm:spPr>
        <a:solidFill>
          <a:schemeClr val="bg1"/>
        </a:solidFill>
      </dgm:spPr>
    </dgm:pt>
    <dgm:pt modelId="{F14ECAA3-10D9-46A5-85F4-3581FC91D95F}" type="pres">
      <dgm:prSet presAssocID="{09A80FB5-0E92-4EFF-8215-71778E9BFF84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36659F0C-5028-42DC-BCAF-25B50BFC8CA1}" type="pres">
      <dgm:prSet presAssocID="{75EF59C2-CC19-4B16-A10A-23D047A8DAD2}" presName="Accent4" presStyleCnt="0"/>
      <dgm:spPr/>
    </dgm:pt>
    <dgm:pt modelId="{F7CD388A-2FCD-437C-A9F1-5B99252453A9}" type="pres">
      <dgm:prSet presAssocID="{75EF59C2-CC19-4B16-A10A-23D047A8DAD2}" presName="Accent" presStyleLbl="bgShp" presStyleIdx="3" presStyleCnt="6"/>
      <dgm:spPr>
        <a:solidFill>
          <a:schemeClr val="bg1"/>
        </a:solidFill>
      </dgm:spPr>
    </dgm:pt>
    <dgm:pt modelId="{9E90ECDE-7F91-4F01-84E5-92E04784A594}" type="pres">
      <dgm:prSet presAssocID="{75EF59C2-CC19-4B16-A10A-23D047A8DAD2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842FF43-0C28-4F76-AFDF-E01EEBC104BB}" type="pres">
      <dgm:prSet presAssocID="{8AA6BF2D-3B73-41DC-8D52-69FA1B09DF76}" presName="Accent5" presStyleCnt="0"/>
      <dgm:spPr/>
    </dgm:pt>
    <dgm:pt modelId="{B98BB02D-851D-4987-A52A-C45BCFD404A5}" type="pres">
      <dgm:prSet presAssocID="{8AA6BF2D-3B73-41DC-8D52-69FA1B09DF76}" presName="Accent" presStyleLbl="bgShp" presStyleIdx="4" presStyleCnt="6"/>
      <dgm:spPr>
        <a:solidFill>
          <a:schemeClr val="bg1"/>
        </a:solidFill>
      </dgm:spPr>
    </dgm:pt>
    <dgm:pt modelId="{CA284B41-8178-4E6E-9862-AA1F6BCB1DB5}" type="pres">
      <dgm:prSet presAssocID="{8AA6BF2D-3B73-41DC-8D52-69FA1B09DF7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84E803C-A0CA-4C6A-8B9F-CDC7131AD207}" type="pres">
      <dgm:prSet presAssocID="{0752BC48-DB13-4DDC-9BAB-6854E2D5B281}" presName="Accent6" presStyleCnt="0"/>
      <dgm:spPr/>
    </dgm:pt>
    <dgm:pt modelId="{D80F7589-4524-40CA-B36F-E782CF51CCD1}" type="pres">
      <dgm:prSet presAssocID="{0752BC48-DB13-4DDC-9BAB-6854E2D5B281}" presName="Accent" presStyleLbl="bgShp" presStyleIdx="5" presStyleCnt="6"/>
      <dgm:spPr>
        <a:solidFill>
          <a:schemeClr val="bg1"/>
        </a:solidFill>
      </dgm:spPr>
    </dgm:pt>
    <dgm:pt modelId="{096344C8-C7D9-4AC6-A701-CD9F2F9F4EEC}" type="pres">
      <dgm:prSet presAssocID="{0752BC48-DB13-4DDC-9BAB-6854E2D5B281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99F5E1C-53A7-4754-9671-50E02868989A}" srcId="{919C5CE8-B414-41AF-927B-95882AF2110D}" destId="{040B2368-3E01-4126-9276-2CCA3A101561}" srcOrd="1" destOrd="0" parTransId="{0902515E-8102-4DB8-8A3A-BA0FFEAD39B1}" sibTransId="{786DFEB2-C0BC-4DA7-B51F-4EDBE263CF8F}"/>
    <dgm:cxn modelId="{2A0ED639-F5E5-49DB-9837-C0D97B9DCB2F}" srcId="{919C5CE8-B414-41AF-927B-95882AF2110D}" destId="{8AA6BF2D-3B73-41DC-8D52-69FA1B09DF76}" srcOrd="4" destOrd="0" parTransId="{364E6E36-27C4-4D89-BB26-5F58B76169AE}" sibTransId="{DB4D82C9-697A-4698-B264-B839443395A2}"/>
    <dgm:cxn modelId="{95406960-33F5-4461-A362-4F146BD9556F}" type="presOf" srcId="{8AA6BF2D-3B73-41DC-8D52-69FA1B09DF76}" destId="{CA284B41-8178-4E6E-9862-AA1F6BCB1DB5}" srcOrd="0" destOrd="0" presId="urn:microsoft.com/office/officeart/2011/layout/HexagonRadial"/>
    <dgm:cxn modelId="{230D3968-FB53-4534-ACC8-C70D073585AF}" type="presOf" srcId="{769CBA96-085A-48FC-B7FA-8FB5C75DD7C6}" destId="{1F58B3E5-5A09-4C13-A6FE-AECD8D5FC4F8}" srcOrd="0" destOrd="0" presId="urn:microsoft.com/office/officeart/2011/layout/HexagonRadial"/>
    <dgm:cxn modelId="{38013673-648D-4471-A429-7ADF8F9F75D7}" type="presOf" srcId="{919C5CE8-B414-41AF-927B-95882AF2110D}" destId="{84F9B16B-0BAB-40A6-A610-7B601D9264DD}" srcOrd="0" destOrd="0" presId="urn:microsoft.com/office/officeart/2011/layout/HexagonRadial"/>
    <dgm:cxn modelId="{0F079859-BD47-4F97-8321-56138C3E07E6}" type="presOf" srcId="{18D0488D-22BD-4CA9-985A-E5B07765AAF4}" destId="{D97D9760-F010-4218-9608-7DC980288E64}" srcOrd="0" destOrd="0" presId="urn:microsoft.com/office/officeart/2011/layout/HexagonRadial"/>
    <dgm:cxn modelId="{7C80647D-E11E-428F-A83D-70B986637D66}" srcId="{919C5CE8-B414-41AF-927B-95882AF2110D}" destId="{75EF59C2-CC19-4B16-A10A-23D047A8DAD2}" srcOrd="3" destOrd="0" parTransId="{BC752785-96F8-4899-8A9D-EB1E902E813E}" sibTransId="{7550F32F-80C5-4640-96FE-8FE2D600ECF8}"/>
    <dgm:cxn modelId="{E1239480-B3A2-4ED8-AFC1-95082D2A2572}" srcId="{18D0488D-22BD-4CA9-985A-E5B07765AAF4}" destId="{919C5CE8-B414-41AF-927B-95882AF2110D}" srcOrd="0" destOrd="0" parTransId="{CA0DE188-0C25-433D-ABE8-AEA0619854E4}" sibTransId="{7DB09D2D-849B-479F-9878-B37AB84081B3}"/>
    <dgm:cxn modelId="{9BE00999-9E12-4B86-82BE-A27B6AFBB2C0}" type="presOf" srcId="{0752BC48-DB13-4DDC-9BAB-6854E2D5B281}" destId="{096344C8-C7D9-4AC6-A701-CD9F2F9F4EEC}" srcOrd="0" destOrd="0" presId="urn:microsoft.com/office/officeart/2011/layout/HexagonRadial"/>
    <dgm:cxn modelId="{58CA98B2-7210-4EB9-A1C0-63E0825AA747}" srcId="{919C5CE8-B414-41AF-927B-95882AF2110D}" destId="{0752BC48-DB13-4DDC-9BAB-6854E2D5B281}" srcOrd="5" destOrd="0" parTransId="{BBFCB234-50DB-49BA-B051-380CFF37CDE6}" sibTransId="{29E97963-E002-449C-B1B7-CBEC9640B378}"/>
    <dgm:cxn modelId="{31F6CCB6-B011-4C45-960C-2CE5ABFD0803}" type="presOf" srcId="{040B2368-3E01-4126-9276-2CCA3A101561}" destId="{B801A17B-74A4-49F2-B90E-3F8518C33F0B}" srcOrd="0" destOrd="0" presId="urn:microsoft.com/office/officeart/2011/layout/HexagonRadial"/>
    <dgm:cxn modelId="{23CAFBC3-493B-432F-959E-3B4E186E9150}" srcId="{919C5CE8-B414-41AF-927B-95882AF2110D}" destId="{09A80FB5-0E92-4EFF-8215-71778E9BFF84}" srcOrd="2" destOrd="0" parTransId="{EF0CC4C7-F2EF-49E9-929C-BDDCF8FC2E86}" sibTransId="{2E029C52-F291-4C8B-A876-DF964AF3C24C}"/>
    <dgm:cxn modelId="{DFADC5CD-F62D-4F7C-885A-8C61FD5B813E}" srcId="{919C5CE8-B414-41AF-927B-95882AF2110D}" destId="{769CBA96-085A-48FC-B7FA-8FB5C75DD7C6}" srcOrd="0" destOrd="0" parTransId="{AF30B337-5D57-4131-96B0-D1C008911840}" sibTransId="{B26669B6-B8DB-4361-9C84-4EBD5C41AD2F}"/>
    <dgm:cxn modelId="{F0877DDD-02FE-4CD6-97A2-80D491520BBE}" type="presOf" srcId="{09A80FB5-0E92-4EFF-8215-71778E9BFF84}" destId="{F14ECAA3-10D9-46A5-85F4-3581FC91D95F}" srcOrd="0" destOrd="0" presId="urn:microsoft.com/office/officeart/2011/layout/HexagonRadial"/>
    <dgm:cxn modelId="{4EFFBDFF-AB7A-4932-8EFD-09729B156420}" type="presOf" srcId="{75EF59C2-CC19-4B16-A10A-23D047A8DAD2}" destId="{9E90ECDE-7F91-4F01-84E5-92E04784A594}" srcOrd="0" destOrd="0" presId="urn:microsoft.com/office/officeart/2011/layout/HexagonRadial"/>
    <dgm:cxn modelId="{87445C82-48AF-45C5-8ADD-6628829DA723}" type="presParOf" srcId="{D97D9760-F010-4218-9608-7DC980288E64}" destId="{84F9B16B-0BAB-40A6-A610-7B601D9264DD}" srcOrd="0" destOrd="0" presId="urn:microsoft.com/office/officeart/2011/layout/HexagonRadial"/>
    <dgm:cxn modelId="{E339C5A0-1ED1-47F0-9919-FCAB598741BD}" type="presParOf" srcId="{D97D9760-F010-4218-9608-7DC980288E64}" destId="{7E6E0EE9-D667-43C4-8BB0-E55775F800FC}" srcOrd="1" destOrd="0" presId="urn:microsoft.com/office/officeart/2011/layout/HexagonRadial"/>
    <dgm:cxn modelId="{810D9686-C296-4425-B830-122EC3011A30}" type="presParOf" srcId="{7E6E0EE9-D667-43C4-8BB0-E55775F800FC}" destId="{041F3DEC-4B94-44FD-BDB9-ED1977E14C7A}" srcOrd="0" destOrd="0" presId="urn:microsoft.com/office/officeart/2011/layout/HexagonRadial"/>
    <dgm:cxn modelId="{AF1781D9-5CC3-49A1-9739-013F5BCA7487}" type="presParOf" srcId="{D97D9760-F010-4218-9608-7DC980288E64}" destId="{1F58B3E5-5A09-4C13-A6FE-AECD8D5FC4F8}" srcOrd="2" destOrd="0" presId="urn:microsoft.com/office/officeart/2011/layout/HexagonRadial"/>
    <dgm:cxn modelId="{A8CEFF17-4324-4587-9023-46CDA1AFD935}" type="presParOf" srcId="{D97D9760-F010-4218-9608-7DC980288E64}" destId="{8EFDD72C-1548-4762-BC42-46EB49E7739A}" srcOrd="3" destOrd="0" presId="urn:microsoft.com/office/officeart/2011/layout/HexagonRadial"/>
    <dgm:cxn modelId="{90748C05-862F-4530-A38F-449FA2828C1C}" type="presParOf" srcId="{8EFDD72C-1548-4762-BC42-46EB49E7739A}" destId="{F3B4FAA7-CA66-4041-8B09-F234530EBCCE}" srcOrd="0" destOrd="0" presId="urn:microsoft.com/office/officeart/2011/layout/HexagonRadial"/>
    <dgm:cxn modelId="{2F9C15FF-B408-49E8-9FC2-D619DB4C3A65}" type="presParOf" srcId="{D97D9760-F010-4218-9608-7DC980288E64}" destId="{B801A17B-74A4-49F2-B90E-3F8518C33F0B}" srcOrd="4" destOrd="0" presId="urn:microsoft.com/office/officeart/2011/layout/HexagonRadial"/>
    <dgm:cxn modelId="{E5E5111E-65D4-4547-8203-6BB50DBC53EE}" type="presParOf" srcId="{D97D9760-F010-4218-9608-7DC980288E64}" destId="{2E74054B-344A-4A3E-9716-695823CDB137}" srcOrd="5" destOrd="0" presId="urn:microsoft.com/office/officeart/2011/layout/HexagonRadial"/>
    <dgm:cxn modelId="{90D16F91-FA13-4F2D-8748-AFBBF9E797F4}" type="presParOf" srcId="{2E74054B-344A-4A3E-9716-695823CDB137}" destId="{DA20A7DC-4FEB-4655-85FA-0F66BF166CEE}" srcOrd="0" destOrd="0" presId="urn:microsoft.com/office/officeart/2011/layout/HexagonRadial"/>
    <dgm:cxn modelId="{F6207F7A-93D2-4508-9946-42F6A0261161}" type="presParOf" srcId="{D97D9760-F010-4218-9608-7DC980288E64}" destId="{F14ECAA3-10D9-46A5-85F4-3581FC91D95F}" srcOrd="6" destOrd="0" presId="urn:microsoft.com/office/officeart/2011/layout/HexagonRadial"/>
    <dgm:cxn modelId="{49A6C359-0505-47A2-BFAA-1108BD1F5BC9}" type="presParOf" srcId="{D97D9760-F010-4218-9608-7DC980288E64}" destId="{36659F0C-5028-42DC-BCAF-25B50BFC8CA1}" srcOrd="7" destOrd="0" presId="urn:microsoft.com/office/officeart/2011/layout/HexagonRadial"/>
    <dgm:cxn modelId="{E396FA70-0AD9-431E-BA52-3E92376DD2B6}" type="presParOf" srcId="{36659F0C-5028-42DC-BCAF-25B50BFC8CA1}" destId="{F7CD388A-2FCD-437C-A9F1-5B99252453A9}" srcOrd="0" destOrd="0" presId="urn:microsoft.com/office/officeart/2011/layout/HexagonRadial"/>
    <dgm:cxn modelId="{5F8E1A88-DD40-4875-8B34-B77EE9EFC220}" type="presParOf" srcId="{D97D9760-F010-4218-9608-7DC980288E64}" destId="{9E90ECDE-7F91-4F01-84E5-92E04784A594}" srcOrd="8" destOrd="0" presId="urn:microsoft.com/office/officeart/2011/layout/HexagonRadial"/>
    <dgm:cxn modelId="{5D66EDC1-074D-4502-A854-8141C3378CBE}" type="presParOf" srcId="{D97D9760-F010-4218-9608-7DC980288E64}" destId="{B842FF43-0C28-4F76-AFDF-E01EEBC104BB}" srcOrd="9" destOrd="0" presId="urn:microsoft.com/office/officeart/2011/layout/HexagonRadial"/>
    <dgm:cxn modelId="{FD74224B-351E-4AD5-8221-239F862DA7AB}" type="presParOf" srcId="{B842FF43-0C28-4F76-AFDF-E01EEBC104BB}" destId="{B98BB02D-851D-4987-A52A-C45BCFD404A5}" srcOrd="0" destOrd="0" presId="urn:microsoft.com/office/officeart/2011/layout/HexagonRadial"/>
    <dgm:cxn modelId="{792169F2-C342-43DA-A346-13A9FF65FA4A}" type="presParOf" srcId="{D97D9760-F010-4218-9608-7DC980288E64}" destId="{CA284B41-8178-4E6E-9862-AA1F6BCB1DB5}" srcOrd="10" destOrd="0" presId="urn:microsoft.com/office/officeart/2011/layout/HexagonRadial"/>
    <dgm:cxn modelId="{99531EC7-C2EB-491C-A515-8647FF47E441}" type="presParOf" srcId="{D97D9760-F010-4218-9608-7DC980288E64}" destId="{384E803C-A0CA-4C6A-8B9F-CDC7131AD207}" srcOrd="11" destOrd="0" presId="urn:microsoft.com/office/officeart/2011/layout/HexagonRadial"/>
    <dgm:cxn modelId="{68F3C624-A87F-49E2-BB0C-2DF81533DCF1}" type="presParOf" srcId="{384E803C-A0CA-4C6A-8B9F-CDC7131AD207}" destId="{D80F7589-4524-40CA-B36F-E782CF51CCD1}" srcOrd="0" destOrd="0" presId="urn:microsoft.com/office/officeart/2011/layout/HexagonRadial"/>
    <dgm:cxn modelId="{6750C106-B23A-49AD-8364-618B0313697D}" type="presParOf" srcId="{D97D9760-F010-4218-9608-7DC980288E64}" destId="{096344C8-C7D9-4AC6-A701-CD9F2F9F4EEC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84082C-0367-48F5-B0CB-D7CD5474F1F1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489F824D-8608-4842-980D-4FA9D5635BBB}">
      <dgm:prSet phldrT="[Text]" custT="1"/>
      <dgm:spPr/>
      <dgm:t>
        <a:bodyPr/>
        <a:lstStyle/>
        <a:p>
          <a:r>
            <a:rPr lang="en-GB" sz="2800" dirty="0"/>
            <a:t>Positive acknowledgements</a:t>
          </a:r>
        </a:p>
      </dgm:t>
    </dgm:pt>
    <dgm:pt modelId="{A321FDDD-11A0-4EB2-B2E6-2C6565749831}" type="parTrans" cxnId="{A2090FC8-81DD-47B0-8E31-5FE88694A737}">
      <dgm:prSet/>
      <dgm:spPr/>
      <dgm:t>
        <a:bodyPr/>
        <a:lstStyle/>
        <a:p>
          <a:endParaRPr lang="en-GB"/>
        </a:p>
      </dgm:t>
    </dgm:pt>
    <dgm:pt modelId="{B64E2087-5039-437B-9F77-2BB7C4E01AE1}" type="sibTrans" cxnId="{A2090FC8-81DD-47B0-8E31-5FE88694A737}">
      <dgm:prSet/>
      <dgm:spPr/>
      <dgm:t>
        <a:bodyPr/>
        <a:lstStyle/>
        <a:p>
          <a:endParaRPr lang="en-GB"/>
        </a:p>
      </dgm:t>
    </dgm:pt>
    <dgm:pt modelId="{00262E0F-E765-4C54-B63E-F66289DE34FF}">
      <dgm:prSet phldrT="[Text]" custT="1"/>
      <dgm:spPr/>
      <dgm:t>
        <a:bodyPr/>
        <a:lstStyle/>
        <a:p>
          <a:r>
            <a:rPr lang="en-GB" sz="2400" dirty="0"/>
            <a:t>Message sent to the sender indicating that data </a:t>
          </a:r>
          <a:r>
            <a:rPr lang="en-GB" sz="2400" b="1" dirty="0"/>
            <a:t>has been </a:t>
          </a:r>
          <a:r>
            <a:rPr lang="en-GB" sz="2400" dirty="0"/>
            <a:t>received correctly.</a:t>
          </a:r>
        </a:p>
      </dgm:t>
    </dgm:pt>
    <dgm:pt modelId="{64F1041C-CC31-4DA0-B761-5D5626D09059}" type="parTrans" cxnId="{5F006E14-E163-4CC7-8CDD-2B9047FFD7B7}">
      <dgm:prSet/>
      <dgm:spPr/>
      <dgm:t>
        <a:bodyPr/>
        <a:lstStyle/>
        <a:p>
          <a:endParaRPr lang="en-GB"/>
        </a:p>
      </dgm:t>
    </dgm:pt>
    <dgm:pt modelId="{5D9169E5-85E2-4F4C-B968-E0E126103AF5}" type="sibTrans" cxnId="{5F006E14-E163-4CC7-8CDD-2B9047FFD7B7}">
      <dgm:prSet/>
      <dgm:spPr/>
      <dgm:t>
        <a:bodyPr/>
        <a:lstStyle/>
        <a:p>
          <a:endParaRPr lang="en-GB"/>
        </a:p>
      </dgm:t>
    </dgm:pt>
    <dgm:pt modelId="{5C5EBE18-D06B-4F29-B6C8-40E29C0D5E35}">
      <dgm:prSet phldrT="[Text]"/>
      <dgm:spPr/>
      <dgm:t>
        <a:bodyPr/>
        <a:lstStyle/>
        <a:p>
          <a:r>
            <a:rPr lang="en-GB" dirty="0"/>
            <a:t>Negative acknowledgements</a:t>
          </a:r>
        </a:p>
      </dgm:t>
    </dgm:pt>
    <dgm:pt modelId="{7C27D6BB-B3CC-492B-9A83-EE593112841B}" type="parTrans" cxnId="{3DB954E0-55BF-4049-954A-8A9F01FB3E88}">
      <dgm:prSet/>
      <dgm:spPr/>
      <dgm:t>
        <a:bodyPr/>
        <a:lstStyle/>
        <a:p>
          <a:endParaRPr lang="en-GB"/>
        </a:p>
      </dgm:t>
    </dgm:pt>
    <dgm:pt modelId="{99B948BE-12AC-449C-B98C-2D5AC76EA282}" type="sibTrans" cxnId="{3DB954E0-55BF-4049-954A-8A9F01FB3E88}">
      <dgm:prSet/>
      <dgm:spPr/>
      <dgm:t>
        <a:bodyPr/>
        <a:lstStyle/>
        <a:p>
          <a:endParaRPr lang="en-GB"/>
        </a:p>
      </dgm:t>
    </dgm:pt>
    <dgm:pt modelId="{CD25D991-27BC-4F3E-A7B3-27E265042E50}">
      <dgm:prSet phldrT="[Text]" custT="1"/>
      <dgm:spPr/>
      <dgm:t>
        <a:bodyPr/>
        <a:lstStyle/>
        <a:p>
          <a:r>
            <a:rPr lang="en-GB" sz="2400" dirty="0"/>
            <a:t>Message sent to the sender indicating that data </a:t>
          </a:r>
          <a:r>
            <a:rPr lang="en-GB" sz="2400" b="1" dirty="0"/>
            <a:t>has not been </a:t>
          </a:r>
          <a:r>
            <a:rPr lang="en-GB" sz="2400" dirty="0"/>
            <a:t>received correctly.</a:t>
          </a:r>
        </a:p>
      </dgm:t>
    </dgm:pt>
    <dgm:pt modelId="{1727545F-3FC6-4D47-A659-BC81CDA2914D}" type="parTrans" cxnId="{13850529-2D5F-463C-9A2C-419B088ECC01}">
      <dgm:prSet/>
      <dgm:spPr/>
      <dgm:t>
        <a:bodyPr/>
        <a:lstStyle/>
        <a:p>
          <a:endParaRPr lang="en-GB"/>
        </a:p>
      </dgm:t>
    </dgm:pt>
    <dgm:pt modelId="{CD54E1FB-AA2B-4707-9F26-097F4B2E7AB6}" type="sibTrans" cxnId="{13850529-2D5F-463C-9A2C-419B088ECC01}">
      <dgm:prSet/>
      <dgm:spPr/>
      <dgm:t>
        <a:bodyPr/>
        <a:lstStyle/>
        <a:p>
          <a:endParaRPr lang="en-GB"/>
        </a:p>
      </dgm:t>
    </dgm:pt>
    <dgm:pt modelId="{A22E2246-2C20-4BF2-93D5-56C784D4CF56}">
      <dgm:prSet phldrT="[Text]"/>
      <dgm:spPr/>
      <dgm:t>
        <a:bodyPr/>
        <a:lstStyle/>
        <a:p>
          <a:r>
            <a:rPr lang="en-GB" dirty="0"/>
            <a:t>Timeout</a:t>
          </a:r>
        </a:p>
      </dgm:t>
    </dgm:pt>
    <dgm:pt modelId="{27F4CA06-9D9A-4218-978F-BC3A53F8CBBE}" type="parTrans" cxnId="{ADD1E028-5B43-4B59-9EFB-6DA6194F52AA}">
      <dgm:prSet/>
      <dgm:spPr/>
      <dgm:t>
        <a:bodyPr/>
        <a:lstStyle/>
        <a:p>
          <a:endParaRPr lang="en-GB"/>
        </a:p>
      </dgm:t>
    </dgm:pt>
    <dgm:pt modelId="{90A30DEB-0202-4479-9136-F6D6586CF219}" type="sibTrans" cxnId="{ADD1E028-5B43-4B59-9EFB-6DA6194F52AA}">
      <dgm:prSet/>
      <dgm:spPr/>
      <dgm:t>
        <a:bodyPr/>
        <a:lstStyle/>
        <a:p>
          <a:endParaRPr lang="en-GB"/>
        </a:p>
      </dgm:t>
    </dgm:pt>
    <dgm:pt modelId="{D213537C-0FC0-4988-BA3F-C765426E4801}">
      <dgm:prSet phldrT="[Text]" custT="1"/>
      <dgm:spPr/>
      <dgm:t>
        <a:bodyPr/>
        <a:lstStyle/>
        <a:p>
          <a:r>
            <a:rPr lang="en-GB" sz="2400" dirty="0"/>
            <a:t>The time allowed to elapse before an acknowledgment is received.</a:t>
          </a:r>
        </a:p>
      </dgm:t>
    </dgm:pt>
    <dgm:pt modelId="{FF574A18-5B3B-48E6-8418-34EAF111097E}" type="parTrans" cxnId="{92E74F8D-B488-4822-A780-4C46E1C2EF49}">
      <dgm:prSet/>
      <dgm:spPr/>
      <dgm:t>
        <a:bodyPr/>
        <a:lstStyle/>
        <a:p>
          <a:endParaRPr lang="en-GB"/>
        </a:p>
      </dgm:t>
    </dgm:pt>
    <dgm:pt modelId="{E5F65E73-41D5-41E0-A77B-C39DE31F88B9}" type="sibTrans" cxnId="{92E74F8D-B488-4822-A780-4C46E1C2EF49}">
      <dgm:prSet/>
      <dgm:spPr/>
      <dgm:t>
        <a:bodyPr/>
        <a:lstStyle/>
        <a:p>
          <a:endParaRPr lang="en-GB"/>
        </a:p>
      </dgm:t>
    </dgm:pt>
    <dgm:pt modelId="{AD7D41D8-AFB5-48D4-B099-B9393D27CA53}" type="pres">
      <dgm:prSet presAssocID="{FB84082C-0367-48F5-B0CB-D7CD5474F1F1}" presName="Name0" presStyleCnt="0">
        <dgm:presLayoutVars>
          <dgm:dir/>
          <dgm:animLvl val="lvl"/>
          <dgm:resizeHandles val="exact"/>
        </dgm:presLayoutVars>
      </dgm:prSet>
      <dgm:spPr/>
    </dgm:pt>
    <dgm:pt modelId="{02FF3DCA-6A2F-4285-9B7E-9FBD2810FD70}" type="pres">
      <dgm:prSet presAssocID="{489F824D-8608-4842-980D-4FA9D5635BBB}" presName="composite" presStyleCnt="0"/>
      <dgm:spPr/>
    </dgm:pt>
    <dgm:pt modelId="{D59129D3-5FC5-4CBA-8AF5-5C643F232640}" type="pres">
      <dgm:prSet presAssocID="{489F824D-8608-4842-980D-4FA9D5635BB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9C67829-253E-4BBB-AF23-507342C9356A}" type="pres">
      <dgm:prSet presAssocID="{489F824D-8608-4842-980D-4FA9D5635BBB}" presName="desTx" presStyleLbl="alignAccFollowNode1" presStyleIdx="0" presStyleCnt="3">
        <dgm:presLayoutVars>
          <dgm:bulletEnabled val="1"/>
        </dgm:presLayoutVars>
      </dgm:prSet>
      <dgm:spPr/>
    </dgm:pt>
    <dgm:pt modelId="{679DB05C-A348-4597-9BF2-B8A405AC6010}" type="pres">
      <dgm:prSet presAssocID="{B64E2087-5039-437B-9F77-2BB7C4E01AE1}" presName="space" presStyleCnt="0"/>
      <dgm:spPr/>
    </dgm:pt>
    <dgm:pt modelId="{749E9AFE-20FD-4448-802B-70E2AFF3B6CD}" type="pres">
      <dgm:prSet presAssocID="{5C5EBE18-D06B-4F29-B6C8-40E29C0D5E35}" presName="composite" presStyleCnt="0"/>
      <dgm:spPr/>
    </dgm:pt>
    <dgm:pt modelId="{2578B4C7-CCD1-4B0A-B77D-226F6EE3B1F1}" type="pres">
      <dgm:prSet presAssocID="{5C5EBE18-D06B-4F29-B6C8-40E29C0D5E3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57459FB-2ED9-4EF5-B9DD-867BD0236767}" type="pres">
      <dgm:prSet presAssocID="{5C5EBE18-D06B-4F29-B6C8-40E29C0D5E35}" presName="desTx" presStyleLbl="alignAccFollowNode1" presStyleIdx="1" presStyleCnt="3">
        <dgm:presLayoutVars>
          <dgm:bulletEnabled val="1"/>
        </dgm:presLayoutVars>
      </dgm:prSet>
      <dgm:spPr/>
    </dgm:pt>
    <dgm:pt modelId="{C6AF4F90-3C8C-41C8-A328-9C1739AADC11}" type="pres">
      <dgm:prSet presAssocID="{99B948BE-12AC-449C-B98C-2D5AC76EA282}" presName="space" presStyleCnt="0"/>
      <dgm:spPr/>
    </dgm:pt>
    <dgm:pt modelId="{1E9B92D1-9FC4-4089-9D19-744AF657C9A7}" type="pres">
      <dgm:prSet presAssocID="{A22E2246-2C20-4BF2-93D5-56C784D4CF56}" presName="composite" presStyleCnt="0"/>
      <dgm:spPr/>
    </dgm:pt>
    <dgm:pt modelId="{9FCD890E-D87C-414E-9E24-E1926CD972A6}" type="pres">
      <dgm:prSet presAssocID="{A22E2246-2C20-4BF2-93D5-56C784D4CF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9240750-3257-471C-B50B-1C9D746FACC5}" type="pres">
      <dgm:prSet presAssocID="{A22E2246-2C20-4BF2-93D5-56C784D4CF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F006E14-E163-4CC7-8CDD-2B9047FFD7B7}" srcId="{489F824D-8608-4842-980D-4FA9D5635BBB}" destId="{00262E0F-E765-4C54-B63E-F66289DE34FF}" srcOrd="0" destOrd="0" parTransId="{64F1041C-CC31-4DA0-B761-5D5626D09059}" sibTransId="{5D9169E5-85E2-4F4C-B968-E0E126103AF5}"/>
    <dgm:cxn modelId="{27463D1A-4CB6-495D-8CFC-7DBD912BC904}" type="presOf" srcId="{CD25D991-27BC-4F3E-A7B3-27E265042E50}" destId="{D57459FB-2ED9-4EF5-B9DD-867BD0236767}" srcOrd="0" destOrd="0" presId="urn:microsoft.com/office/officeart/2005/8/layout/hList1"/>
    <dgm:cxn modelId="{ADD1E028-5B43-4B59-9EFB-6DA6194F52AA}" srcId="{FB84082C-0367-48F5-B0CB-D7CD5474F1F1}" destId="{A22E2246-2C20-4BF2-93D5-56C784D4CF56}" srcOrd="2" destOrd="0" parTransId="{27F4CA06-9D9A-4218-978F-BC3A53F8CBBE}" sibTransId="{90A30DEB-0202-4479-9136-F6D6586CF219}"/>
    <dgm:cxn modelId="{13850529-2D5F-463C-9A2C-419B088ECC01}" srcId="{5C5EBE18-D06B-4F29-B6C8-40E29C0D5E35}" destId="{CD25D991-27BC-4F3E-A7B3-27E265042E50}" srcOrd="0" destOrd="0" parTransId="{1727545F-3FC6-4D47-A659-BC81CDA2914D}" sibTransId="{CD54E1FB-AA2B-4707-9F26-097F4B2E7AB6}"/>
    <dgm:cxn modelId="{F6543459-6BAA-47E9-B7D4-642332F17E46}" type="presOf" srcId="{00262E0F-E765-4C54-B63E-F66289DE34FF}" destId="{29C67829-253E-4BBB-AF23-507342C9356A}" srcOrd="0" destOrd="0" presId="urn:microsoft.com/office/officeart/2005/8/layout/hList1"/>
    <dgm:cxn modelId="{FF9ED482-A396-4ACE-8354-38515331DC60}" type="presOf" srcId="{5C5EBE18-D06B-4F29-B6C8-40E29C0D5E35}" destId="{2578B4C7-CCD1-4B0A-B77D-226F6EE3B1F1}" srcOrd="0" destOrd="0" presId="urn:microsoft.com/office/officeart/2005/8/layout/hList1"/>
    <dgm:cxn modelId="{92E74F8D-B488-4822-A780-4C46E1C2EF49}" srcId="{A22E2246-2C20-4BF2-93D5-56C784D4CF56}" destId="{D213537C-0FC0-4988-BA3F-C765426E4801}" srcOrd="0" destOrd="0" parTransId="{FF574A18-5B3B-48E6-8418-34EAF111097E}" sibTransId="{E5F65E73-41D5-41E0-A77B-C39DE31F88B9}"/>
    <dgm:cxn modelId="{F0A74090-F833-4BAE-8903-300F925FD1DA}" type="presOf" srcId="{489F824D-8608-4842-980D-4FA9D5635BBB}" destId="{D59129D3-5FC5-4CBA-8AF5-5C643F232640}" srcOrd="0" destOrd="0" presId="urn:microsoft.com/office/officeart/2005/8/layout/hList1"/>
    <dgm:cxn modelId="{8FA73892-5FA8-4AEB-AC73-2B966C6D68F2}" type="presOf" srcId="{A22E2246-2C20-4BF2-93D5-56C784D4CF56}" destId="{9FCD890E-D87C-414E-9E24-E1926CD972A6}" srcOrd="0" destOrd="0" presId="urn:microsoft.com/office/officeart/2005/8/layout/hList1"/>
    <dgm:cxn modelId="{D38E1397-A56C-46BD-8DBD-0FE24D2F2A11}" type="presOf" srcId="{FB84082C-0367-48F5-B0CB-D7CD5474F1F1}" destId="{AD7D41D8-AFB5-48D4-B099-B9393D27CA53}" srcOrd="0" destOrd="0" presId="urn:microsoft.com/office/officeart/2005/8/layout/hList1"/>
    <dgm:cxn modelId="{A2090FC8-81DD-47B0-8E31-5FE88694A737}" srcId="{FB84082C-0367-48F5-B0CB-D7CD5474F1F1}" destId="{489F824D-8608-4842-980D-4FA9D5635BBB}" srcOrd="0" destOrd="0" parTransId="{A321FDDD-11A0-4EB2-B2E6-2C6565749831}" sibTransId="{B64E2087-5039-437B-9F77-2BB7C4E01AE1}"/>
    <dgm:cxn modelId="{CCC3AAD2-9D5D-4680-A608-6DE4B1A1BF54}" type="presOf" srcId="{D213537C-0FC0-4988-BA3F-C765426E4801}" destId="{D9240750-3257-471C-B50B-1C9D746FACC5}" srcOrd="0" destOrd="0" presId="urn:microsoft.com/office/officeart/2005/8/layout/hList1"/>
    <dgm:cxn modelId="{3DB954E0-55BF-4049-954A-8A9F01FB3E88}" srcId="{FB84082C-0367-48F5-B0CB-D7CD5474F1F1}" destId="{5C5EBE18-D06B-4F29-B6C8-40E29C0D5E35}" srcOrd="1" destOrd="0" parTransId="{7C27D6BB-B3CC-492B-9A83-EE593112841B}" sibTransId="{99B948BE-12AC-449C-B98C-2D5AC76EA282}"/>
    <dgm:cxn modelId="{97CEB1FD-CFCF-4CDF-A556-B7B871E88D82}" type="presParOf" srcId="{AD7D41D8-AFB5-48D4-B099-B9393D27CA53}" destId="{02FF3DCA-6A2F-4285-9B7E-9FBD2810FD70}" srcOrd="0" destOrd="0" presId="urn:microsoft.com/office/officeart/2005/8/layout/hList1"/>
    <dgm:cxn modelId="{4F60557C-4C65-4CC3-95BF-3CF99D221230}" type="presParOf" srcId="{02FF3DCA-6A2F-4285-9B7E-9FBD2810FD70}" destId="{D59129D3-5FC5-4CBA-8AF5-5C643F232640}" srcOrd="0" destOrd="0" presId="urn:microsoft.com/office/officeart/2005/8/layout/hList1"/>
    <dgm:cxn modelId="{74C502C9-9496-4A50-A69E-97440538E737}" type="presParOf" srcId="{02FF3DCA-6A2F-4285-9B7E-9FBD2810FD70}" destId="{29C67829-253E-4BBB-AF23-507342C9356A}" srcOrd="1" destOrd="0" presId="urn:microsoft.com/office/officeart/2005/8/layout/hList1"/>
    <dgm:cxn modelId="{C9C08897-54E7-4B1A-82DD-4446D4E300D8}" type="presParOf" srcId="{AD7D41D8-AFB5-48D4-B099-B9393D27CA53}" destId="{679DB05C-A348-4597-9BF2-B8A405AC6010}" srcOrd="1" destOrd="0" presId="urn:microsoft.com/office/officeart/2005/8/layout/hList1"/>
    <dgm:cxn modelId="{7AE7C51A-4976-4E77-9F0C-8DE6A56332C1}" type="presParOf" srcId="{AD7D41D8-AFB5-48D4-B099-B9393D27CA53}" destId="{749E9AFE-20FD-4448-802B-70E2AFF3B6CD}" srcOrd="2" destOrd="0" presId="urn:microsoft.com/office/officeart/2005/8/layout/hList1"/>
    <dgm:cxn modelId="{A0832081-9022-42D5-BF55-D8E43267E57A}" type="presParOf" srcId="{749E9AFE-20FD-4448-802B-70E2AFF3B6CD}" destId="{2578B4C7-CCD1-4B0A-B77D-226F6EE3B1F1}" srcOrd="0" destOrd="0" presId="urn:microsoft.com/office/officeart/2005/8/layout/hList1"/>
    <dgm:cxn modelId="{A5415DB9-F579-4B8A-82DA-66249092226F}" type="presParOf" srcId="{749E9AFE-20FD-4448-802B-70E2AFF3B6CD}" destId="{D57459FB-2ED9-4EF5-B9DD-867BD0236767}" srcOrd="1" destOrd="0" presId="urn:microsoft.com/office/officeart/2005/8/layout/hList1"/>
    <dgm:cxn modelId="{15932465-1B39-48D2-B528-E430B59DFE3A}" type="presParOf" srcId="{AD7D41D8-AFB5-48D4-B099-B9393D27CA53}" destId="{C6AF4F90-3C8C-41C8-A328-9C1739AADC11}" srcOrd="3" destOrd="0" presId="urn:microsoft.com/office/officeart/2005/8/layout/hList1"/>
    <dgm:cxn modelId="{E9D78FFA-C166-4422-B16E-3918115BD829}" type="presParOf" srcId="{AD7D41D8-AFB5-48D4-B099-B9393D27CA53}" destId="{1E9B92D1-9FC4-4089-9D19-744AF657C9A7}" srcOrd="4" destOrd="0" presId="urn:microsoft.com/office/officeart/2005/8/layout/hList1"/>
    <dgm:cxn modelId="{B77DEAF5-7D3B-4C39-8D68-98BB147B0BE2}" type="presParOf" srcId="{1E9B92D1-9FC4-4089-9D19-744AF657C9A7}" destId="{9FCD890E-D87C-414E-9E24-E1926CD972A6}" srcOrd="0" destOrd="0" presId="urn:microsoft.com/office/officeart/2005/8/layout/hList1"/>
    <dgm:cxn modelId="{F3652544-FA3F-43FB-9867-BB4528E28C2C}" type="presParOf" srcId="{1E9B92D1-9FC4-4089-9D19-744AF657C9A7}" destId="{D9240750-3257-471C-B50B-1C9D746FAC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9B16B-0BAB-40A6-A610-7B601D9264DD}">
      <dsp:nvSpPr>
        <dsp:cNvPr id="0" name=""/>
        <dsp:cNvSpPr/>
      </dsp:nvSpPr>
      <dsp:spPr>
        <a:xfrm>
          <a:off x="3352477" y="1984664"/>
          <a:ext cx="2522595" cy="2182147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Error detection methods</a:t>
          </a:r>
        </a:p>
      </dsp:txBody>
      <dsp:txXfrm>
        <a:off x="3770506" y="2346276"/>
        <a:ext cx="1686537" cy="1458923"/>
      </dsp:txXfrm>
    </dsp:sp>
    <dsp:sp modelId="{F3B4FAA7-CA66-4041-8B09-F234530EBCCE}">
      <dsp:nvSpPr>
        <dsp:cNvPr id="0" name=""/>
        <dsp:cNvSpPr/>
      </dsp:nvSpPr>
      <dsp:spPr>
        <a:xfrm>
          <a:off x="4932106" y="940654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8B3E5-5A09-4C13-A6FE-AECD8D5FC4F8}">
      <dsp:nvSpPr>
        <dsp:cNvPr id="0" name=""/>
        <dsp:cNvSpPr/>
      </dsp:nvSpPr>
      <dsp:spPr>
        <a:xfrm>
          <a:off x="3584844" y="0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Parity checks</a:t>
          </a:r>
        </a:p>
      </dsp:txBody>
      <dsp:txXfrm>
        <a:off x="3927431" y="296378"/>
        <a:ext cx="1382074" cy="1195657"/>
      </dsp:txXfrm>
    </dsp:sp>
    <dsp:sp modelId="{DA20A7DC-4FEB-4655-85FA-0F66BF166CEE}">
      <dsp:nvSpPr>
        <dsp:cNvPr id="0" name=""/>
        <dsp:cNvSpPr/>
      </dsp:nvSpPr>
      <dsp:spPr>
        <a:xfrm>
          <a:off x="6042893" y="2473756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1A17B-74A4-49F2-B90E-3F8518C33F0B}">
      <dsp:nvSpPr>
        <dsp:cNvPr id="0" name=""/>
        <dsp:cNvSpPr/>
      </dsp:nvSpPr>
      <dsp:spPr>
        <a:xfrm>
          <a:off x="5480752" y="109999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Parity block checks</a:t>
          </a:r>
        </a:p>
      </dsp:txBody>
      <dsp:txXfrm>
        <a:off x="5823339" y="1396372"/>
        <a:ext cx="1382074" cy="1195657"/>
      </dsp:txXfrm>
    </dsp:sp>
    <dsp:sp modelId="{F7CD388A-2FCD-437C-A9F1-5B99252453A9}">
      <dsp:nvSpPr>
        <dsp:cNvPr id="0" name=""/>
        <dsp:cNvSpPr/>
      </dsp:nvSpPr>
      <dsp:spPr>
        <a:xfrm>
          <a:off x="5271269" y="4204339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CAA3-10D9-46A5-85F4-3581FC91D95F}">
      <dsp:nvSpPr>
        <dsp:cNvPr id="0" name=""/>
        <dsp:cNvSpPr/>
      </dsp:nvSpPr>
      <dsp:spPr>
        <a:xfrm>
          <a:off x="5480752" y="326245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Checksums</a:t>
          </a:r>
          <a:endParaRPr lang="en-GB" sz="2000" kern="1200" dirty="0"/>
        </a:p>
      </dsp:txBody>
      <dsp:txXfrm>
        <a:off x="5823339" y="3558832"/>
        <a:ext cx="1382074" cy="1195657"/>
      </dsp:txXfrm>
    </dsp:sp>
    <dsp:sp modelId="{B98BB02D-851D-4987-A52A-C45BCFD404A5}">
      <dsp:nvSpPr>
        <dsp:cNvPr id="0" name=""/>
        <dsp:cNvSpPr/>
      </dsp:nvSpPr>
      <dsp:spPr>
        <a:xfrm>
          <a:off x="3357171" y="4383980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0ECDE-7F91-4F01-84E5-92E04784A594}">
      <dsp:nvSpPr>
        <dsp:cNvPr id="0" name=""/>
        <dsp:cNvSpPr/>
      </dsp:nvSpPr>
      <dsp:spPr>
        <a:xfrm>
          <a:off x="3584844" y="4363678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Echo checks</a:t>
          </a:r>
        </a:p>
      </dsp:txBody>
      <dsp:txXfrm>
        <a:off x="3927431" y="4660056"/>
        <a:ext cx="1382074" cy="1195657"/>
      </dsp:txXfrm>
    </dsp:sp>
    <dsp:sp modelId="{D80F7589-4524-40CA-B36F-E782CF51CCD1}">
      <dsp:nvSpPr>
        <dsp:cNvPr id="0" name=""/>
        <dsp:cNvSpPr/>
      </dsp:nvSpPr>
      <dsp:spPr>
        <a:xfrm>
          <a:off x="2228194" y="2851494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84B41-8178-4E6E-9862-AA1F6BCB1DB5}">
      <dsp:nvSpPr>
        <dsp:cNvPr id="0" name=""/>
        <dsp:cNvSpPr/>
      </dsp:nvSpPr>
      <dsp:spPr>
        <a:xfrm>
          <a:off x="1680135" y="326368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Check digits</a:t>
          </a:r>
        </a:p>
      </dsp:txBody>
      <dsp:txXfrm>
        <a:off x="2022722" y="3560062"/>
        <a:ext cx="1382074" cy="1195657"/>
      </dsp:txXfrm>
    </dsp:sp>
    <dsp:sp modelId="{096344C8-C7D9-4AC6-A701-CD9F2F9F4EEC}">
      <dsp:nvSpPr>
        <dsp:cNvPr id="0" name=""/>
        <dsp:cNvSpPr/>
      </dsp:nvSpPr>
      <dsp:spPr>
        <a:xfrm>
          <a:off x="1680135" y="1097533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Automatic Repeat Query (ARQ)</a:t>
          </a:r>
        </a:p>
      </dsp:txBody>
      <dsp:txXfrm>
        <a:off x="2022722" y="1393911"/>
        <a:ext cx="1382074" cy="11956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129D3-5FC5-4CBA-8AF5-5C643F232640}">
      <dsp:nvSpPr>
        <dsp:cNvPr id="0" name=""/>
        <dsp:cNvSpPr/>
      </dsp:nvSpPr>
      <dsp:spPr>
        <a:xfrm>
          <a:off x="3553" y="565373"/>
          <a:ext cx="3464256" cy="10810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Positive acknowledgements</a:t>
          </a:r>
        </a:p>
      </dsp:txBody>
      <dsp:txXfrm>
        <a:off x="3553" y="565373"/>
        <a:ext cx="3464256" cy="1081036"/>
      </dsp:txXfrm>
    </dsp:sp>
    <dsp:sp modelId="{29C67829-253E-4BBB-AF23-507342C9356A}">
      <dsp:nvSpPr>
        <dsp:cNvPr id="0" name=""/>
        <dsp:cNvSpPr/>
      </dsp:nvSpPr>
      <dsp:spPr>
        <a:xfrm>
          <a:off x="3553" y="1646409"/>
          <a:ext cx="3464256" cy="168817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Message sent to the sender indicating that data </a:t>
          </a:r>
          <a:r>
            <a:rPr lang="en-GB" sz="2400" b="1" kern="1200" dirty="0"/>
            <a:t>has been </a:t>
          </a:r>
          <a:r>
            <a:rPr lang="en-GB" sz="2400" kern="1200" dirty="0"/>
            <a:t>received correctly.</a:t>
          </a:r>
        </a:p>
      </dsp:txBody>
      <dsp:txXfrm>
        <a:off x="3553" y="1646409"/>
        <a:ext cx="3464256" cy="1688175"/>
      </dsp:txXfrm>
    </dsp:sp>
    <dsp:sp modelId="{2578B4C7-CCD1-4B0A-B77D-226F6EE3B1F1}">
      <dsp:nvSpPr>
        <dsp:cNvPr id="0" name=""/>
        <dsp:cNvSpPr/>
      </dsp:nvSpPr>
      <dsp:spPr>
        <a:xfrm>
          <a:off x="3952806" y="565373"/>
          <a:ext cx="3464256" cy="1081036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Negative acknowledgements</a:t>
          </a:r>
        </a:p>
      </dsp:txBody>
      <dsp:txXfrm>
        <a:off x="3952806" y="565373"/>
        <a:ext cx="3464256" cy="1081036"/>
      </dsp:txXfrm>
    </dsp:sp>
    <dsp:sp modelId="{D57459FB-2ED9-4EF5-B9DD-867BD0236767}">
      <dsp:nvSpPr>
        <dsp:cNvPr id="0" name=""/>
        <dsp:cNvSpPr/>
      </dsp:nvSpPr>
      <dsp:spPr>
        <a:xfrm>
          <a:off x="3952806" y="1646409"/>
          <a:ext cx="3464256" cy="1688175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Message sent to the sender indicating that data </a:t>
          </a:r>
          <a:r>
            <a:rPr lang="en-GB" sz="2400" b="1" kern="1200" dirty="0"/>
            <a:t>has not been </a:t>
          </a:r>
          <a:r>
            <a:rPr lang="en-GB" sz="2400" kern="1200" dirty="0"/>
            <a:t>received correctly.</a:t>
          </a:r>
        </a:p>
      </dsp:txBody>
      <dsp:txXfrm>
        <a:off x="3952806" y="1646409"/>
        <a:ext cx="3464256" cy="1688175"/>
      </dsp:txXfrm>
    </dsp:sp>
    <dsp:sp modelId="{9FCD890E-D87C-414E-9E24-E1926CD972A6}">
      <dsp:nvSpPr>
        <dsp:cNvPr id="0" name=""/>
        <dsp:cNvSpPr/>
      </dsp:nvSpPr>
      <dsp:spPr>
        <a:xfrm>
          <a:off x="7902058" y="565373"/>
          <a:ext cx="3464256" cy="1081036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Timeout</a:t>
          </a:r>
        </a:p>
      </dsp:txBody>
      <dsp:txXfrm>
        <a:off x="7902058" y="565373"/>
        <a:ext cx="3464256" cy="1081036"/>
      </dsp:txXfrm>
    </dsp:sp>
    <dsp:sp modelId="{D9240750-3257-471C-B50B-1C9D746FACC5}">
      <dsp:nvSpPr>
        <dsp:cNvPr id="0" name=""/>
        <dsp:cNvSpPr/>
      </dsp:nvSpPr>
      <dsp:spPr>
        <a:xfrm>
          <a:off x="7902058" y="1646409"/>
          <a:ext cx="3464256" cy="1688175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The time allowed to elapse before an acknowledgment is received.</a:t>
          </a:r>
        </a:p>
      </dsp:txBody>
      <dsp:txXfrm>
        <a:off x="7902058" y="1646409"/>
        <a:ext cx="3464256" cy="1688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2.2 Methods of error detection | Automatic Repeat Query (ARQ)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19/05/2022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2.2 Methods of error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Automatic Repeat Query (ARQ)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detection methods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D61EE7C-7CCD-58E5-3677-58363F9BA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340864"/>
              </p:ext>
            </p:extLst>
          </p:nvPr>
        </p:nvGraphicFramePr>
        <p:xfrm>
          <a:off x="1485900" y="554141"/>
          <a:ext cx="9228137" cy="6152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296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F9B16B-0BAB-40A6-A610-7B601D926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84F9B16B-0BAB-40A6-A610-7B601D9264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1F3DEC-4B94-44FD-BDB9-ED1977E14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41F3DEC-4B94-44FD-BDB9-ED1977E14C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58B3E5-5A09-4C13-A6FE-AECD8D5FC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graphicEl>
                                              <a:dgm id="{1F58B3E5-5A09-4C13-A6FE-AECD8D5FC4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B4FAA7-CA66-4041-8B09-F234530EBC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F3B4FAA7-CA66-4041-8B09-F234530EBC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01A17B-74A4-49F2-B90E-3F8518C33F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B801A17B-74A4-49F2-B90E-3F8518C33F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A20A7DC-4FEB-4655-85FA-0F66BF16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graphicEl>
                                              <a:dgm id="{DA20A7DC-4FEB-4655-85FA-0F66BF166C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4ECAA3-10D9-46A5-85F4-3581FC91D9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graphicEl>
                                              <a:dgm id="{F14ECAA3-10D9-46A5-85F4-3581FC91D9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CD388A-2FCD-437C-A9F1-5B9925245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F7CD388A-2FCD-437C-A9F1-5B9925245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E90ECDE-7F91-4F01-84E5-92E04784A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E90ECDE-7F91-4F01-84E5-92E04784A5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8BB02D-851D-4987-A52A-C45BCFD404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B98BB02D-851D-4987-A52A-C45BCFD404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284B41-8178-4E6E-9862-AA1F6BCB1D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CA284B41-8178-4E6E-9862-AA1F6BCB1D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0F7589-4524-40CA-B36F-E782CF51CC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D80F7589-4524-40CA-B36F-E782CF51CC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96344C8-C7D9-4AC6-A701-CD9F2F9F4E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graphicEl>
                                              <a:dgm id="{096344C8-C7D9-4AC6-A701-CD9F2F9F4E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D4184DD1-80BA-7525-B6DB-FBB955FD17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91"/>
          <a:stretch/>
        </p:blipFill>
        <p:spPr>
          <a:xfrm>
            <a:off x="0" y="415612"/>
            <a:ext cx="12192000" cy="64423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733201" cy="102592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another method that can be used to verify that transmitted data has arrived unchanged – and thus, error-free.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ARQ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often used by mobile phone networks to ensure data integrity. It includes the following key features: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4075100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626656B-9CAC-4878-E72F-9CCA1649CA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959417"/>
              </p:ext>
            </p:extLst>
          </p:nvPr>
        </p:nvGraphicFramePr>
        <p:xfrm>
          <a:off x="402339" y="2882632"/>
          <a:ext cx="11369869" cy="3899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9129D3-5FC5-4CBA-8AF5-5C643F232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D59129D3-5FC5-4CBA-8AF5-5C643F2326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C67829-253E-4BBB-AF23-507342C93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29C67829-253E-4BBB-AF23-507342C935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78B4C7-CCD1-4B0A-B77D-226F6EE3B1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graphicEl>
                                              <a:dgm id="{2578B4C7-CCD1-4B0A-B77D-226F6EE3B1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7459FB-2ED9-4EF5-B9DD-867BD0236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57459FB-2ED9-4EF5-B9DD-867BD02367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CD890E-D87C-414E-9E24-E1926CD97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9FCD890E-D87C-414E-9E24-E1926CD972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240750-3257-471C-B50B-1C9D746FAC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D9240750-3257-471C-B50B-1C9D746FAC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17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destination device receives the data transmission along with an error detection code, typically a Cyclic Redundancy Check or CRC – this is used to determine if the data contains any transmission errors.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411806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46C7C45-818D-D32B-9A63-BC909BB66F5E}"/>
              </a:ext>
            </a:extLst>
          </p:cNvPr>
          <p:cNvGrpSpPr/>
          <p:nvPr/>
        </p:nvGrpSpPr>
        <p:grpSpPr>
          <a:xfrm>
            <a:off x="10264003" y="2690984"/>
            <a:ext cx="1859672" cy="1689772"/>
            <a:chOff x="4392654" y="2682339"/>
            <a:chExt cx="1194329" cy="1085215"/>
          </a:xfrm>
        </p:grpSpPr>
        <p:pic>
          <p:nvPicPr>
            <p:cNvPr id="77" name="Picture 7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C10CC7D7-1E98-470F-FBF3-250D1B9B9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40" y="2682339"/>
              <a:ext cx="807356" cy="792381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1BF5B3-AB63-BCD9-F4FB-743E86E00727}"/>
                </a:ext>
              </a:extLst>
            </p:cNvPr>
            <p:cNvSpPr txBox="1"/>
            <p:nvPr/>
          </p:nvSpPr>
          <p:spPr>
            <a:xfrm>
              <a:off x="4392654" y="3429000"/>
              <a:ext cx="1194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Destination</a:t>
              </a:r>
              <a:endParaRPr lang="en-GB" b="1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189B4FF-8CAA-CC44-9326-491D9015812A}"/>
              </a:ext>
            </a:extLst>
          </p:cNvPr>
          <p:cNvGrpSpPr/>
          <p:nvPr/>
        </p:nvGrpSpPr>
        <p:grpSpPr>
          <a:xfrm>
            <a:off x="359703" y="2691424"/>
            <a:ext cx="1257122" cy="1500726"/>
            <a:chOff x="481384" y="3456432"/>
            <a:chExt cx="807356" cy="96380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24A0127-D102-E2BD-A1DB-136CF431A357}"/>
                </a:ext>
              </a:extLst>
            </p:cNvPr>
            <p:cNvSpPr txBox="1"/>
            <p:nvPr/>
          </p:nvSpPr>
          <p:spPr>
            <a:xfrm>
              <a:off x="492889" y="4202809"/>
              <a:ext cx="784346" cy="217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Sender</a:t>
              </a:r>
              <a:endParaRPr lang="en-GB" b="1" dirty="0"/>
            </a:p>
          </p:txBody>
        </p:sp>
        <p:pic>
          <p:nvPicPr>
            <p:cNvPr id="81" name="Picture 80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8A452766-B3EA-2935-08CA-BE2FE27ED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384" y="3456432"/>
              <a:ext cx="807356" cy="792381"/>
            </a:xfrm>
            <a:prstGeom prst="rect">
              <a:avLst/>
            </a:prstGeom>
          </p:spPr>
        </p:pic>
      </p:grp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17A7BA52-3FF8-84CF-3D08-0B4129EFFE3D}"/>
              </a:ext>
            </a:extLst>
          </p:cNvPr>
          <p:cNvSpPr/>
          <p:nvPr/>
        </p:nvSpPr>
        <p:spPr>
          <a:xfrm>
            <a:off x="1616825" y="2690984"/>
            <a:ext cx="8948452" cy="891971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transmitted along with an error detection code</a:t>
            </a:r>
          </a:p>
        </p:txBody>
      </p:sp>
      <p:pic>
        <p:nvPicPr>
          <p:cNvPr id="83" name="Graphic 82" descr="Document with solid fill">
            <a:extLst>
              <a:ext uri="{FF2B5EF4-FFF2-40B4-BE49-F238E27FC236}">
                <a16:creationId xmlns:a16="http://schemas.microsoft.com/office/drawing/2014/main" id="{D58608B9-E527-97B4-F204-720C024F5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602" y="2802633"/>
            <a:ext cx="592472" cy="59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0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5E-6 -1.85185E-6 L 0.83438 -0.0004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1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5785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 errors have been detected,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 acknowledgement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sent back.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411806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46C7C45-818D-D32B-9A63-BC909BB66F5E}"/>
              </a:ext>
            </a:extLst>
          </p:cNvPr>
          <p:cNvGrpSpPr/>
          <p:nvPr/>
        </p:nvGrpSpPr>
        <p:grpSpPr>
          <a:xfrm>
            <a:off x="10264003" y="2690984"/>
            <a:ext cx="1859672" cy="1689772"/>
            <a:chOff x="4392654" y="2682339"/>
            <a:chExt cx="1194329" cy="1085215"/>
          </a:xfrm>
        </p:grpSpPr>
        <p:pic>
          <p:nvPicPr>
            <p:cNvPr id="77" name="Picture 7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C10CC7D7-1E98-470F-FBF3-250D1B9B9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40" y="2682339"/>
              <a:ext cx="807356" cy="792381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1BF5B3-AB63-BCD9-F4FB-743E86E00727}"/>
                </a:ext>
              </a:extLst>
            </p:cNvPr>
            <p:cNvSpPr txBox="1"/>
            <p:nvPr/>
          </p:nvSpPr>
          <p:spPr>
            <a:xfrm>
              <a:off x="4392654" y="3429000"/>
              <a:ext cx="1194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Destination</a:t>
              </a:r>
              <a:endParaRPr lang="en-GB" b="1" dirty="0"/>
            </a:p>
          </p:txBody>
        </p:sp>
      </p:grp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17A7BA52-3FF8-84CF-3D08-0B4129EFFE3D}"/>
              </a:ext>
            </a:extLst>
          </p:cNvPr>
          <p:cNvSpPr/>
          <p:nvPr/>
        </p:nvSpPr>
        <p:spPr>
          <a:xfrm flipH="1">
            <a:off x="1616825" y="2690984"/>
            <a:ext cx="8948452" cy="891971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Positive acknowledgement </a:t>
            </a:r>
          </a:p>
        </p:txBody>
      </p:sp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588D1242-92B3-5B6F-F459-67345CD8A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6551" y="2789354"/>
            <a:ext cx="592472" cy="5924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CEA969D-0F8F-FB79-85C2-4DA4C5B43028}"/>
              </a:ext>
            </a:extLst>
          </p:cNvPr>
          <p:cNvSpPr/>
          <p:nvPr/>
        </p:nvSpPr>
        <p:spPr>
          <a:xfrm>
            <a:off x="10526364" y="2007701"/>
            <a:ext cx="12728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detected?</a:t>
            </a:r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3C262765-19C1-027C-3166-B3E6256EE9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36638" y="4117177"/>
            <a:ext cx="914400" cy="91440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9982F90E-FD3C-023A-60E5-CF46D3538D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8598" y="2883711"/>
            <a:ext cx="484188" cy="484188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A189B4FF-8CAA-CC44-9326-491D9015812A}"/>
              </a:ext>
            </a:extLst>
          </p:cNvPr>
          <p:cNvGrpSpPr/>
          <p:nvPr/>
        </p:nvGrpSpPr>
        <p:grpSpPr>
          <a:xfrm>
            <a:off x="359703" y="2691424"/>
            <a:ext cx="1257122" cy="1500726"/>
            <a:chOff x="481384" y="3456432"/>
            <a:chExt cx="807356" cy="96380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24A0127-D102-E2BD-A1DB-136CF431A357}"/>
                </a:ext>
              </a:extLst>
            </p:cNvPr>
            <p:cNvSpPr txBox="1"/>
            <p:nvPr/>
          </p:nvSpPr>
          <p:spPr>
            <a:xfrm>
              <a:off x="492889" y="4202809"/>
              <a:ext cx="784346" cy="217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Sender</a:t>
              </a:r>
              <a:endParaRPr lang="en-GB" b="1" dirty="0"/>
            </a:p>
          </p:txBody>
        </p:sp>
        <p:pic>
          <p:nvPicPr>
            <p:cNvPr id="81" name="Picture 80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8A452766-B3EA-2935-08CA-BE2FE27ED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384" y="3456432"/>
              <a:ext cx="807356" cy="792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350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96296E-6 L -0.78554 0.00208 " pathEditMode="relative" rAng="0" ptsTypes="AA">
                                      <p:cBhvr>
                                        <p:cTn id="1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28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741170" cy="1128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an error is detected, a re-transmission request is sent back to the sender. 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sender then re-transmits the original message.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411806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46C7C45-818D-D32B-9A63-BC909BB66F5E}"/>
              </a:ext>
            </a:extLst>
          </p:cNvPr>
          <p:cNvGrpSpPr/>
          <p:nvPr/>
        </p:nvGrpSpPr>
        <p:grpSpPr>
          <a:xfrm>
            <a:off x="10264003" y="2690984"/>
            <a:ext cx="1859672" cy="1689772"/>
            <a:chOff x="4392654" y="2682339"/>
            <a:chExt cx="1194329" cy="1085215"/>
          </a:xfrm>
        </p:grpSpPr>
        <p:pic>
          <p:nvPicPr>
            <p:cNvPr id="77" name="Picture 7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C10CC7D7-1E98-470F-FBF3-250D1B9B9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40" y="2682339"/>
              <a:ext cx="807356" cy="792381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1BF5B3-AB63-BCD9-F4FB-743E86E00727}"/>
                </a:ext>
              </a:extLst>
            </p:cNvPr>
            <p:cNvSpPr txBox="1"/>
            <p:nvPr/>
          </p:nvSpPr>
          <p:spPr>
            <a:xfrm>
              <a:off x="4392654" y="3429000"/>
              <a:ext cx="1194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Destination</a:t>
              </a:r>
              <a:endParaRPr lang="en-GB" b="1" dirty="0"/>
            </a:p>
          </p:txBody>
        </p:sp>
      </p:grp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17A7BA52-3FF8-84CF-3D08-0B4129EFFE3D}"/>
              </a:ext>
            </a:extLst>
          </p:cNvPr>
          <p:cNvSpPr/>
          <p:nvPr/>
        </p:nvSpPr>
        <p:spPr>
          <a:xfrm flipH="1">
            <a:off x="1616825" y="2690984"/>
            <a:ext cx="8948452" cy="89197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Negative acknowledgement </a:t>
            </a:r>
          </a:p>
        </p:txBody>
      </p:sp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588D1242-92B3-5B6F-F459-67345CD8A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6551" y="2789354"/>
            <a:ext cx="592472" cy="5924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CEA969D-0F8F-FB79-85C2-4DA4C5B43028}"/>
              </a:ext>
            </a:extLst>
          </p:cNvPr>
          <p:cNvSpPr/>
          <p:nvPr/>
        </p:nvSpPr>
        <p:spPr>
          <a:xfrm>
            <a:off x="10526364" y="2007701"/>
            <a:ext cx="12728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detected?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107A68A3-FC30-42ED-C3F9-38F33C9B3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36638" y="4105903"/>
            <a:ext cx="914400" cy="91440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DC5F920-CC12-0844-8E70-39189EB998DD}"/>
              </a:ext>
            </a:extLst>
          </p:cNvPr>
          <p:cNvSpPr/>
          <p:nvPr/>
        </p:nvSpPr>
        <p:spPr>
          <a:xfrm>
            <a:off x="1623967" y="2693297"/>
            <a:ext cx="8948452" cy="891971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retransmitted along with an error detection code</a:t>
            </a:r>
          </a:p>
        </p:txBody>
      </p:sp>
      <p:pic>
        <p:nvPicPr>
          <p:cNvPr id="18" name="Graphic 17" descr="Close with solid fill">
            <a:extLst>
              <a:ext uri="{FF2B5EF4-FFF2-40B4-BE49-F238E27FC236}">
                <a16:creationId xmlns:a16="http://schemas.microsoft.com/office/drawing/2014/main" id="{027F99B4-59D7-B933-DDA1-132B2AE97D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31774" y="2872050"/>
            <a:ext cx="509776" cy="509776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A189B4FF-8CAA-CC44-9326-491D9015812A}"/>
              </a:ext>
            </a:extLst>
          </p:cNvPr>
          <p:cNvGrpSpPr/>
          <p:nvPr/>
        </p:nvGrpSpPr>
        <p:grpSpPr>
          <a:xfrm>
            <a:off x="359703" y="2691424"/>
            <a:ext cx="1257122" cy="1500726"/>
            <a:chOff x="481384" y="3456432"/>
            <a:chExt cx="807356" cy="96380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24A0127-D102-E2BD-A1DB-136CF431A357}"/>
                </a:ext>
              </a:extLst>
            </p:cNvPr>
            <p:cNvSpPr txBox="1"/>
            <p:nvPr/>
          </p:nvSpPr>
          <p:spPr>
            <a:xfrm>
              <a:off x="492889" y="4202809"/>
              <a:ext cx="784346" cy="217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Sender</a:t>
              </a:r>
              <a:endParaRPr lang="en-GB" b="1" dirty="0"/>
            </a:p>
          </p:txBody>
        </p:sp>
        <p:pic>
          <p:nvPicPr>
            <p:cNvPr id="81" name="Picture 80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8A452766-B3EA-2935-08CA-BE2FE27ED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384" y="3456432"/>
              <a:ext cx="807356" cy="792381"/>
            </a:xfrm>
            <a:prstGeom prst="rect">
              <a:avLst/>
            </a:prstGeom>
          </p:spPr>
        </p:pic>
      </p:grpSp>
      <p:pic>
        <p:nvPicPr>
          <p:cNvPr id="17" name="Graphic 16" descr="Document with solid fill">
            <a:extLst>
              <a:ext uri="{FF2B5EF4-FFF2-40B4-BE49-F238E27FC236}">
                <a16:creationId xmlns:a16="http://schemas.microsoft.com/office/drawing/2014/main" id="{63B7CF01-6357-3E01-DC6E-E190B84D2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161" y="2837989"/>
            <a:ext cx="592472" cy="59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6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96296E-6 L -0.82305 2.96296E-6 " pathEditMode="relative" rAng="0" ptsTypes="AA">
                                      <p:cBhvr>
                                        <p:cTn id="16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1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0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0.81354 -0.00833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77" y="-417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B16F4318-F46E-1AE2-4B6F-C7513E464B46}"/>
              </a:ext>
            </a:extLst>
          </p:cNvPr>
          <p:cNvSpPr/>
          <p:nvPr/>
        </p:nvSpPr>
        <p:spPr>
          <a:xfrm>
            <a:off x="538162" y="4371424"/>
            <a:ext cx="981075" cy="99591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411806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46C7C45-818D-D32B-9A63-BC909BB66F5E}"/>
              </a:ext>
            </a:extLst>
          </p:cNvPr>
          <p:cNvGrpSpPr/>
          <p:nvPr/>
        </p:nvGrpSpPr>
        <p:grpSpPr>
          <a:xfrm>
            <a:off x="10264003" y="2690984"/>
            <a:ext cx="1859672" cy="1689772"/>
            <a:chOff x="4392654" y="2682339"/>
            <a:chExt cx="1194329" cy="1085215"/>
          </a:xfrm>
        </p:grpSpPr>
        <p:pic>
          <p:nvPicPr>
            <p:cNvPr id="77" name="Picture 7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C10CC7D7-1E98-470F-FBF3-250D1B9B9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40" y="2682339"/>
              <a:ext cx="807356" cy="792381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1BF5B3-AB63-BCD9-F4FB-743E86E00727}"/>
                </a:ext>
              </a:extLst>
            </p:cNvPr>
            <p:cNvSpPr txBox="1"/>
            <p:nvPr/>
          </p:nvSpPr>
          <p:spPr>
            <a:xfrm>
              <a:off x="4392654" y="3429000"/>
              <a:ext cx="1194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Destination</a:t>
              </a:r>
              <a:endParaRPr lang="en-GB" b="1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189B4FF-8CAA-CC44-9326-491D9015812A}"/>
              </a:ext>
            </a:extLst>
          </p:cNvPr>
          <p:cNvGrpSpPr/>
          <p:nvPr/>
        </p:nvGrpSpPr>
        <p:grpSpPr>
          <a:xfrm>
            <a:off x="359703" y="2691424"/>
            <a:ext cx="1257122" cy="1500726"/>
            <a:chOff x="481384" y="3456432"/>
            <a:chExt cx="807356" cy="96380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24A0127-D102-E2BD-A1DB-136CF431A357}"/>
                </a:ext>
              </a:extLst>
            </p:cNvPr>
            <p:cNvSpPr txBox="1"/>
            <p:nvPr/>
          </p:nvSpPr>
          <p:spPr>
            <a:xfrm>
              <a:off x="492889" y="4202809"/>
              <a:ext cx="784346" cy="217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Sender</a:t>
              </a:r>
              <a:endParaRPr lang="en-GB" b="1" dirty="0"/>
            </a:p>
          </p:txBody>
        </p:sp>
        <p:pic>
          <p:nvPicPr>
            <p:cNvPr id="81" name="Picture 80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8A452766-B3EA-2935-08CA-BE2FE27ED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384" y="3456432"/>
              <a:ext cx="807356" cy="792381"/>
            </a:xfrm>
            <a:prstGeom prst="rect">
              <a:avLst/>
            </a:prstGeom>
          </p:spPr>
        </p:pic>
      </p:grp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17A7BA52-3FF8-84CF-3D08-0B4129EFFE3D}"/>
              </a:ext>
            </a:extLst>
          </p:cNvPr>
          <p:cNvSpPr/>
          <p:nvPr/>
        </p:nvSpPr>
        <p:spPr>
          <a:xfrm>
            <a:off x="1616825" y="2690984"/>
            <a:ext cx="8948452" cy="891971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transmitted along with an error detection code</a:t>
            </a:r>
          </a:p>
        </p:txBody>
      </p:sp>
      <p:pic>
        <p:nvPicPr>
          <p:cNvPr id="83" name="Graphic 82" descr="Document with solid fill">
            <a:extLst>
              <a:ext uri="{FF2B5EF4-FFF2-40B4-BE49-F238E27FC236}">
                <a16:creationId xmlns:a16="http://schemas.microsoft.com/office/drawing/2014/main" id="{D58608B9-E527-97B4-F204-720C024F5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028" y="2799872"/>
            <a:ext cx="592472" cy="59247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E2E090D-F32A-A554-A08B-E8630F4748F5}"/>
              </a:ext>
            </a:extLst>
          </p:cNvPr>
          <p:cNvGrpSpPr/>
          <p:nvPr/>
        </p:nvGrpSpPr>
        <p:grpSpPr>
          <a:xfrm>
            <a:off x="499381" y="4341115"/>
            <a:ext cx="1062067" cy="1062067"/>
            <a:chOff x="499381" y="4341115"/>
            <a:chExt cx="1062067" cy="10620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65D9ABE-49A0-E935-BDA5-F7D052130213}"/>
                </a:ext>
              </a:extLst>
            </p:cNvPr>
            <p:cNvSpPr/>
            <p:nvPr/>
          </p:nvSpPr>
          <p:spPr>
            <a:xfrm>
              <a:off x="499381" y="4341115"/>
              <a:ext cx="1062067" cy="1062067"/>
            </a:xfrm>
            <a:custGeom>
              <a:avLst/>
              <a:gdLst>
                <a:gd name="connsiteX0" fmla="*/ 531034 w 1062067"/>
                <a:gd name="connsiteY0" fmla="*/ 978220 h 1062067"/>
                <a:gd name="connsiteX1" fmla="*/ 83847 w 1062067"/>
                <a:gd name="connsiteY1" fmla="*/ 531034 h 1062067"/>
                <a:gd name="connsiteX2" fmla="*/ 531034 w 1062067"/>
                <a:gd name="connsiteY2" fmla="*/ 83847 h 1062067"/>
                <a:gd name="connsiteX3" fmla="*/ 978220 w 1062067"/>
                <a:gd name="connsiteY3" fmla="*/ 531034 h 1062067"/>
                <a:gd name="connsiteX4" fmla="*/ 531034 w 1062067"/>
                <a:gd name="connsiteY4" fmla="*/ 978220 h 1062067"/>
                <a:gd name="connsiteX5" fmla="*/ 531034 w 1062067"/>
                <a:gd name="connsiteY5" fmla="*/ 0 h 1062067"/>
                <a:gd name="connsiteX6" fmla="*/ 0 w 1062067"/>
                <a:gd name="connsiteY6" fmla="*/ 531034 h 1062067"/>
                <a:gd name="connsiteX7" fmla="*/ 531034 w 1062067"/>
                <a:gd name="connsiteY7" fmla="*/ 1062068 h 1062067"/>
                <a:gd name="connsiteX8" fmla="*/ 1062068 w 1062067"/>
                <a:gd name="connsiteY8" fmla="*/ 531034 h 1062067"/>
                <a:gd name="connsiteX9" fmla="*/ 531034 w 1062067"/>
                <a:gd name="connsiteY9" fmla="*/ 0 h 106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2067" h="1062067">
                  <a:moveTo>
                    <a:pt x="531034" y="978220"/>
                  </a:moveTo>
                  <a:cubicBezTo>
                    <a:pt x="285081" y="978220"/>
                    <a:pt x="83847" y="776986"/>
                    <a:pt x="83847" y="531034"/>
                  </a:cubicBezTo>
                  <a:cubicBezTo>
                    <a:pt x="83847" y="285081"/>
                    <a:pt x="285081" y="83847"/>
                    <a:pt x="531034" y="83847"/>
                  </a:cubicBezTo>
                  <a:cubicBezTo>
                    <a:pt x="776986" y="83847"/>
                    <a:pt x="978220" y="285081"/>
                    <a:pt x="978220" y="531034"/>
                  </a:cubicBezTo>
                  <a:cubicBezTo>
                    <a:pt x="978220" y="776986"/>
                    <a:pt x="776986" y="978220"/>
                    <a:pt x="531034" y="978220"/>
                  </a:cubicBezTo>
                  <a:close/>
                  <a:moveTo>
                    <a:pt x="531034" y="0"/>
                  </a:moveTo>
                  <a:cubicBezTo>
                    <a:pt x="237568" y="0"/>
                    <a:pt x="0" y="237568"/>
                    <a:pt x="0" y="531034"/>
                  </a:cubicBezTo>
                  <a:cubicBezTo>
                    <a:pt x="0" y="824500"/>
                    <a:pt x="237568" y="1062068"/>
                    <a:pt x="531034" y="1062068"/>
                  </a:cubicBezTo>
                  <a:cubicBezTo>
                    <a:pt x="824500" y="1062068"/>
                    <a:pt x="1062068" y="824500"/>
                    <a:pt x="1062068" y="531034"/>
                  </a:cubicBezTo>
                  <a:cubicBezTo>
                    <a:pt x="1062068" y="237568"/>
                    <a:pt x="824500" y="0"/>
                    <a:pt x="531034" y="0"/>
                  </a:cubicBezTo>
                  <a:close/>
                </a:path>
              </a:pathLst>
            </a:custGeom>
            <a:solidFill>
              <a:srgbClr val="000000"/>
            </a:solidFill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D75CBAC-167B-8BA7-EE66-559227C04ACD}"/>
                </a:ext>
              </a:extLst>
            </p:cNvPr>
            <p:cNvSpPr/>
            <p:nvPr/>
          </p:nvSpPr>
          <p:spPr>
            <a:xfrm>
              <a:off x="1002466" y="4480861"/>
              <a:ext cx="55898" cy="55898"/>
            </a:xfrm>
            <a:custGeom>
              <a:avLst/>
              <a:gdLst>
                <a:gd name="connsiteX0" fmla="*/ 55898 w 55898"/>
                <a:gd name="connsiteY0" fmla="*/ 27949 h 55898"/>
                <a:gd name="connsiteX1" fmla="*/ 27949 w 55898"/>
                <a:gd name="connsiteY1" fmla="*/ 55898 h 55898"/>
                <a:gd name="connsiteX2" fmla="*/ 0 w 55898"/>
                <a:gd name="connsiteY2" fmla="*/ 27949 h 55898"/>
                <a:gd name="connsiteX3" fmla="*/ 27949 w 55898"/>
                <a:gd name="connsiteY3" fmla="*/ 0 h 55898"/>
                <a:gd name="connsiteX4" fmla="*/ 55898 w 55898"/>
                <a:gd name="connsiteY4" fmla="*/ 27949 h 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98" h="55898">
                  <a:moveTo>
                    <a:pt x="55898" y="27949"/>
                  </a:moveTo>
                  <a:cubicBezTo>
                    <a:pt x="55898" y="43385"/>
                    <a:pt x="43385" y="55898"/>
                    <a:pt x="27949" y="55898"/>
                  </a:cubicBezTo>
                  <a:cubicBezTo>
                    <a:pt x="12513" y="55898"/>
                    <a:pt x="0" y="43385"/>
                    <a:pt x="0" y="27949"/>
                  </a:cubicBezTo>
                  <a:cubicBezTo>
                    <a:pt x="0" y="12513"/>
                    <a:pt x="12513" y="0"/>
                    <a:pt x="27949" y="0"/>
                  </a:cubicBezTo>
                  <a:cubicBezTo>
                    <a:pt x="43385" y="0"/>
                    <a:pt x="55898" y="12513"/>
                    <a:pt x="55898" y="27949"/>
                  </a:cubicBezTo>
                  <a:close/>
                </a:path>
              </a:pathLst>
            </a:custGeom>
            <a:solidFill>
              <a:srgbClr val="000000"/>
            </a:solidFill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355955-2F2A-B84E-D415-63557D790F49}"/>
                </a:ext>
              </a:extLst>
            </p:cNvPr>
            <p:cNvSpPr/>
            <p:nvPr/>
          </p:nvSpPr>
          <p:spPr>
            <a:xfrm>
              <a:off x="1002466" y="5207539"/>
              <a:ext cx="55898" cy="55898"/>
            </a:xfrm>
            <a:custGeom>
              <a:avLst/>
              <a:gdLst>
                <a:gd name="connsiteX0" fmla="*/ 55898 w 55898"/>
                <a:gd name="connsiteY0" fmla="*/ 27949 h 55898"/>
                <a:gd name="connsiteX1" fmla="*/ 27949 w 55898"/>
                <a:gd name="connsiteY1" fmla="*/ 55898 h 55898"/>
                <a:gd name="connsiteX2" fmla="*/ 0 w 55898"/>
                <a:gd name="connsiteY2" fmla="*/ 27949 h 55898"/>
                <a:gd name="connsiteX3" fmla="*/ 27949 w 55898"/>
                <a:gd name="connsiteY3" fmla="*/ 0 h 55898"/>
                <a:gd name="connsiteX4" fmla="*/ 55898 w 55898"/>
                <a:gd name="connsiteY4" fmla="*/ 27949 h 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98" h="55898">
                  <a:moveTo>
                    <a:pt x="55898" y="27949"/>
                  </a:moveTo>
                  <a:cubicBezTo>
                    <a:pt x="55898" y="43385"/>
                    <a:pt x="43385" y="55898"/>
                    <a:pt x="27949" y="55898"/>
                  </a:cubicBezTo>
                  <a:cubicBezTo>
                    <a:pt x="12513" y="55898"/>
                    <a:pt x="0" y="43385"/>
                    <a:pt x="0" y="27949"/>
                  </a:cubicBezTo>
                  <a:cubicBezTo>
                    <a:pt x="0" y="12513"/>
                    <a:pt x="12513" y="0"/>
                    <a:pt x="27949" y="0"/>
                  </a:cubicBezTo>
                  <a:cubicBezTo>
                    <a:pt x="43385" y="0"/>
                    <a:pt x="55898" y="12513"/>
                    <a:pt x="55898" y="27949"/>
                  </a:cubicBezTo>
                  <a:close/>
                </a:path>
              </a:pathLst>
            </a:custGeom>
            <a:solidFill>
              <a:srgbClr val="000000"/>
            </a:solidFill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9672AA7-3CC9-D2A6-DB3B-63294CAE56A5}"/>
                </a:ext>
              </a:extLst>
            </p:cNvPr>
            <p:cNvSpPr/>
            <p:nvPr/>
          </p:nvSpPr>
          <p:spPr>
            <a:xfrm>
              <a:off x="639127" y="4844200"/>
              <a:ext cx="55898" cy="55898"/>
            </a:xfrm>
            <a:custGeom>
              <a:avLst/>
              <a:gdLst>
                <a:gd name="connsiteX0" fmla="*/ 55898 w 55898"/>
                <a:gd name="connsiteY0" fmla="*/ 27949 h 55898"/>
                <a:gd name="connsiteX1" fmla="*/ 27949 w 55898"/>
                <a:gd name="connsiteY1" fmla="*/ 55898 h 55898"/>
                <a:gd name="connsiteX2" fmla="*/ 0 w 55898"/>
                <a:gd name="connsiteY2" fmla="*/ 27949 h 55898"/>
                <a:gd name="connsiteX3" fmla="*/ 27949 w 55898"/>
                <a:gd name="connsiteY3" fmla="*/ 0 h 55898"/>
                <a:gd name="connsiteX4" fmla="*/ 55898 w 55898"/>
                <a:gd name="connsiteY4" fmla="*/ 27949 h 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98" h="55898">
                  <a:moveTo>
                    <a:pt x="55898" y="27949"/>
                  </a:moveTo>
                  <a:cubicBezTo>
                    <a:pt x="55898" y="43385"/>
                    <a:pt x="43385" y="55898"/>
                    <a:pt x="27949" y="55898"/>
                  </a:cubicBezTo>
                  <a:cubicBezTo>
                    <a:pt x="12513" y="55898"/>
                    <a:pt x="0" y="43385"/>
                    <a:pt x="0" y="27949"/>
                  </a:cubicBezTo>
                  <a:cubicBezTo>
                    <a:pt x="0" y="12513"/>
                    <a:pt x="12513" y="0"/>
                    <a:pt x="27949" y="0"/>
                  </a:cubicBezTo>
                  <a:cubicBezTo>
                    <a:pt x="43385" y="0"/>
                    <a:pt x="55898" y="12513"/>
                    <a:pt x="55898" y="27949"/>
                  </a:cubicBezTo>
                  <a:close/>
                </a:path>
              </a:pathLst>
            </a:custGeom>
            <a:solidFill>
              <a:srgbClr val="000000"/>
            </a:solidFill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BEB6CF2-9BA1-5040-C0C3-0A8B6C128ABD}"/>
                </a:ext>
              </a:extLst>
            </p:cNvPr>
            <p:cNvSpPr/>
            <p:nvPr/>
          </p:nvSpPr>
          <p:spPr>
            <a:xfrm>
              <a:off x="1365805" y="4844200"/>
              <a:ext cx="55898" cy="55898"/>
            </a:xfrm>
            <a:custGeom>
              <a:avLst/>
              <a:gdLst>
                <a:gd name="connsiteX0" fmla="*/ 55898 w 55898"/>
                <a:gd name="connsiteY0" fmla="*/ 27949 h 55898"/>
                <a:gd name="connsiteX1" fmla="*/ 27949 w 55898"/>
                <a:gd name="connsiteY1" fmla="*/ 55898 h 55898"/>
                <a:gd name="connsiteX2" fmla="*/ 0 w 55898"/>
                <a:gd name="connsiteY2" fmla="*/ 27949 h 55898"/>
                <a:gd name="connsiteX3" fmla="*/ 27949 w 55898"/>
                <a:gd name="connsiteY3" fmla="*/ 0 h 55898"/>
                <a:gd name="connsiteX4" fmla="*/ 55898 w 55898"/>
                <a:gd name="connsiteY4" fmla="*/ 27949 h 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98" h="55898">
                  <a:moveTo>
                    <a:pt x="55898" y="27949"/>
                  </a:moveTo>
                  <a:cubicBezTo>
                    <a:pt x="55898" y="43385"/>
                    <a:pt x="43385" y="55898"/>
                    <a:pt x="27949" y="55898"/>
                  </a:cubicBezTo>
                  <a:cubicBezTo>
                    <a:pt x="12513" y="55898"/>
                    <a:pt x="0" y="43385"/>
                    <a:pt x="0" y="27949"/>
                  </a:cubicBezTo>
                  <a:cubicBezTo>
                    <a:pt x="0" y="12513"/>
                    <a:pt x="12513" y="0"/>
                    <a:pt x="27949" y="0"/>
                  </a:cubicBezTo>
                  <a:cubicBezTo>
                    <a:pt x="43385" y="0"/>
                    <a:pt x="55898" y="12513"/>
                    <a:pt x="55898" y="27949"/>
                  </a:cubicBezTo>
                  <a:close/>
                </a:path>
              </a:pathLst>
            </a:custGeom>
            <a:solidFill>
              <a:srgbClr val="000000"/>
            </a:solidFill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273EB9-07AB-1804-EC1D-EF90A2EE2B02}"/>
              </a:ext>
            </a:extLst>
          </p:cNvPr>
          <p:cNvGrpSpPr/>
          <p:nvPr/>
        </p:nvGrpSpPr>
        <p:grpSpPr>
          <a:xfrm>
            <a:off x="1027770" y="4559316"/>
            <a:ext cx="465" cy="638068"/>
            <a:chOff x="1027770" y="4559316"/>
            <a:chExt cx="465" cy="63806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358508-141D-47F8-DE49-C9CC40C4C37A}"/>
                </a:ext>
              </a:extLst>
            </p:cNvPr>
            <p:cNvCxnSpPr>
              <a:cxnSpLocks/>
            </p:cNvCxnSpPr>
            <p:nvPr/>
          </p:nvCxnSpPr>
          <p:spPr>
            <a:xfrm>
              <a:off x="1028235" y="4559316"/>
              <a:ext cx="0" cy="32014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2EBFCA-DBE6-93C9-EA24-B7941CC59F11}"/>
                </a:ext>
              </a:extLst>
            </p:cNvPr>
            <p:cNvCxnSpPr>
              <a:cxnSpLocks/>
            </p:cNvCxnSpPr>
            <p:nvPr/>
          </p:nvCxnSpPr>
          <p:spPr>
            <a:xfrm>
              <a:off x="1027770" y="4877243"/>
              <a:ext cx="0" cy="320141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Graphic 29" descr="Document with solid fill">
            <a:extLst>
              <a:ext uri="{FF2B5EF4-FFF2-40B4-BE49-F238E27FC236}">
                <a16:creationId xmlns:a16="http://schemas.microsoft.com/office/drawing/2014/main" id="{B0DEE590-B013-403D-9B0A-1F3214970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493" y="2794935"/>
            <a:ext cx="592472" cy="592472"/>
          </a:xfrm>
          <a:prstGeom prst="rect">
            <a:avLst/>
          </a:prstGeom>
        </p:spPr>
      </p:pic>
      <p:pic>
        <p:nvPicPr>
          <p:cNvPr id="31" name="Graphic 30" descr="Document with solid fill">
            <a:extLst>
              <a:ext uri="{FF2B5EF4-FFF2-40B4-BE49-F238E27FC236}">
                <a16:creationId xmlns:a16="http://schemas.microsoft.com/office/drawing/2014/main" id="{1147D13C-3675-18D3-4A0E-027486617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200" y="2803642"/>
            <a:ext cx="592472" cy="59247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53FE587-8482-7642-3046-6917ED108DFE}"/>
              </a:ext>
            </a:extLst>
          </p:cNvPr>
          <p:cNvSpPr/>
          <p:nvPr/>
        </p:nvSpPr>
        <p:spPr>
          <a:xfrm>
            <a:off x="220675" y="1052896"/>
            <a:ext cx="11741170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timeout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feature used by the sending device. After a pre-determined amount of time, if the device hasn’t received any form of acknowledge, it will automatically re-send the data.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device will keep re-sending the data until it either receives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 acknowledgement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a pre-configured number of attempts to re-send the transmission have taken place. </a:t>
            </a:r>
          </a:p>
        </p:txBody>
      </p:sp>
    </p:spTree>
    <p:extLst>
      <p:ext uri="{BB962C8B-B14F-4D97-AF65-F5344CB8AC3E}">
        <p14:creationId xmlns:p14="http://schemas.microsoft.com/office/powerpoint/2010/main" val="375922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7 1.11111E-6 L 0.83854 -0.0004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2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00"/>
                            </p:stCondLst>
                            <p:childTnLst>
                              <p:par>
                                <p:cTn id="2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500"/>
                            </p:stCondLst>
                            <p:childTnLst>
                              <p:par>
                                <p:cTn id="3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0.83854 -0.0004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2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500"/>
                            </p:stCondLst>
                            <p:childTnLst>
                              <p:par>
                                <p:cTn id="4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8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000"/>
                            </p:stCondLst>
                            <p:childTnLst>
                              <p:par>
                                <p:cTn id="51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000"/>
                            </p:stCondLst>
                            <p:childTnLst>
                              <p:par>
                                <p:cTn id="5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500"/>
                            </p:stCondLst>
                            <p:childTnLst>
                              <p:par>
                                <p:cTn id="61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8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83854 -0.00046 " pathEditMode="relative" rAng="0" ptsTypes="AA">
                                      <p:cBhvr>
                                        <p:cTn id="75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2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82" grpId="0" animBg="1"/>
      <p:bldP spid="82" grpId="1" animBg="1"/>
      <p:bldP spid="82" grpId="2" animBg="1"/>
      <p:bldP spid="82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5763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which can be used to verify that transmitted data has arrived error free, often used by mobile phone networks to ensure data integrity. It works as follows: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destination device receives the data transmission along with an error detection 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code is used to determine if the data contains any transmission errors.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 errors have been detected, a positive acknowledgement is sent 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an error is detected, a re-transmission request is sent back to the sending device.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a pre-determined amount of time, if the sending device hasn’t received any form of acknowledge, it will automatically re-send the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will keep doing this until it either receives a positive acknowledgement or a pre-determined number of attempts to re-send the transmission have taken place.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3E3A1EA5-4292-43BA-86C4-E9AAEC579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486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98</cp:revision>
  <dcterms:created xsi:type="dcterms:W3CDTF">2019-10-14T15:21:06Z</dcterms:created>
  <dcterms:modified xsi:type="dcterms:W3CDTF">2022-05-19T11:16:27Z</dcterms:modified>
</cp:coreProperties>
</file>