
<file path=[Content_Types].xml><?xml version="1.0" encoding="utf-8"?>
<Types xmlns="http://schemas.openxmlformats.org/package/2006/content-types">
  <Default Extension="jpeg" ContentType="image/jpeg"/>
  <Default Extension="m4a" ContentType="audi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7" r:id="rId2"/>
    <p:sldId id="264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60" r:id="rId13"/>
    <p:sldId id="277" r:id="rId14"/>
    <p:sldId id="278" r:id="rId15"/>
    <p:sldId id="279" r:id="rId16"/>
    <p:sldId id="276" r:id="rId17"/>
    <p:sldId id="2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6521"/>
    <a:srgbClr val="FFFFFF"/>
    <a:srgbClr val="0087B1"/>
    <a:srgbClr val="000956"/>
    <a:srgbClr val="99E265"/>
    <a:srgbClr val="008C8C"/>
    <a:srgbClr val="00B2B2"/>
    <a:srgbClr val="26C9FF"/>
    <a:srgbClr val="7CD0DA"/>
    <a:srgbClr val="197D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165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654" y="108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6" d="100"/>
          <a:sy n="86" d="100"/>
        </p:scale>
        <p:origin x="340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A54553-2A3F-4C94-AA62-ABFC40E07E5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996737-DD0F-4016-9F43-1C3C1167168C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E11316-EC54-4B9D-B716-15D72C7F09B1}" type="datetimeFigureOut">
              <a:rPr lang="en-GB" smtClean="0"/>
              <a:t>23/05/2022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47A745F-1972-497D-8174-B5868433DF0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CE6AC0-619C-486F-A045-23AE3DF3E3C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3CFB52-3982-4249-B609-86D9E888361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9516366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001D13-C50D-4862-A50B-4E5D0E7CA144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0E031B-FEB2-4221-8849-89831B3F1108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976442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67369-A355-4D19-AEEC-9D0100EF3C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24699-1673-40E6-9241-180D779421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CBE935-35F7-402A-9F4D-C68B29248B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7A12-EBDB-45B0-9FF5-F17A7EF671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7C7090-3E02-4EBA-95BB-2F3FF45C1E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18429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977CF4-093B-4C66-A107-491AFAE19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7249AB-C9F4-4A3F-A472-C5FDCF3AAF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6A491B-E55E-4F96-A0A2-08ABE85381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5EE9C3-3BD7-499C-9C8F-E914AF0CCD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CA0F2C-BB77-4D20-BD01-009748E06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4430069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EAB41-C5F4-4F77-8A5C-14CA38A3E7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B807-A41F-4934-B9B5-F06B7FECFD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BA9AEC-9ECF-4105-84CF-CCC301ADB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A81FA-05E8-4A50-9FC5-A94F3634C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B13BE1-EE3A-45AF-BF76-41B86D070B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307353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601685-8ECA-46F3-BC78-B8E4D43D8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A252D3-EA14-47C6-8BDF-B549E97DE48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9FA317-5ECF-4693-88DD-BCA7EC3919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CCA0AA-2226-49B9-8142-4F45D8CE6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7F340D-9456-43F7-A764-CBD130EF68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2910B-6BBA-4043-8CD2-7AE056F14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60604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F960B3-16E7-4811-A5F8-83614659AC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DB62EE-BCB8-429D-BB6F-89DF9F3EA1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934AD67-4C0E-484D-B7FF-FB976A1710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D7660E-8B38-43A5-A48D-A4523AA03AB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E7EFE82-A3BC-42B8-9F71-5C3C1ADD41B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BBD8DB3-F688-4AB2-AAFC-0E5E7F2EB1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8F70DA-1B40-4425-B025-A8D06411A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95CE6D-8A51-4013-A622-D11EFBB72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05227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E232E-9E69-481F-BDD8-74F4219ED3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BAD69E5-4081-437F-98E4-2CAF4F5CC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B30953-0189-477F-ABF4-CE4D2ED1E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CC43C7-506A-468F-96CB-96E8683CF1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998141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EB0CC6F3-15F4-4749-9242-EDD4FF8C5DBF}"/>
              </a:ext>
            </a:extLst>
          </p:cNvPr>
          <p:cNvSpPr/>
          <p:nvPr userDrawn="1"/>
        </p:nvSpPr>
        <p:spPr>
          <a:xfrm>
            <a:off x="10088880" y="0"/>
            <a:ext cx="2103120" cy="6858000"/>
          </a:xfrm>
          <a:prstGeom prst="rect">
            <a:avLst/>
          </a:prstGeom>
          <a:solidFill>
            <a:srgbClr val="F2652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t"/>
          <a:lstStyle/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CAMBRIDGE IGCSE</a:t>
            </a:r>
          </a:p>
          <a:p>
            <a:pPr algn="ctr"/>
            <a:r>
              <a:rPr lang="en-GB" sz="2400" b="1" dirty="0">
                <a:solidFill>
                  <a:schemeClr val="bg1"/>
                </a:solidFill>
                <a:latin typeface="Century Gothic" panose="020B0502020202020204" pitchFamily="34" charset="0"/>
              </a:rPr>
              <a:t>(0478/0984)</a:t>
            </a:r>
          </a:p>
          <a:p>
            <a:pPr algn="ctr"/>
            <a:endParaRPr lang="en-GB" sz="24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2800" b="1" dirty="0">
              <a:solidFill>
                <a:schemeClr val="bg1"/>
              </a:solidFill>
            </a:endParaRPr>
          </a:p>
          <a:p>
            <a:pPr algn="ctr"/>
            <a:endParaRPr lang="en-GB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2C14A7-E460-4357-90EB-FC2CBD74FCA1}"/>
              </a:ext>
            </a:extLst>
          </p:cNvPr>
          <p:cNvSpPr/>
          <p:nvPr userDrawn="1"/>
        </p:nvSpPr>
        <p:spPr>
          <a:xfrm>
            <a:off x="8915400" y="2354373"/>
            <a:ext cx="2140171" cy="2140171"/>
          </a:xfrm>
          <a:prstGeom prst="ellipse">
            <a:avLst/>
          </a:prstGeom>
          <a:solidFill>
            <a:schemeClr val="bg1"/>
          </a:solidFill>
          <a:ln w="28575">
            <a:solidFill>
              <a:srgbClr val="F265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brush&#10;&#10;Description automatically generated">
            <a:extLst>
              <a:ext uri="{FF2B5EF4-FFF2-40B4-BE49-F238E27FC236}">
                <a16:creationId xmlns:a16="http://schemas.microsoft.com/office/drawing/2014/main" id="{802D9E8A-D873-49FF-AED9-2CD228DFF5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1" r="-3" b="-3"/>
          <a:stretch/>
        </p:blipFill>
        <p:spPr>
          <a:xfrm>
            <a:off x="9029206" y="2474254"/>
            <a:ext cx="1912560" cy="1909489"/>
          </a:xfrm>
          <a:custGeom>
            <a:avLst/>
            <a:gdLst>
              <a:gd name="connsiteX0" fmla="*/ 3028805 w 6057610"/>
              <a:gd name="connsiteY0" fmla="*/ 0 h 6057610"/>
              <a:gd name="connsiteX1" fmla="*/ 6057610 w 6057610"/>
              <a:gd name="connsiteY1" fmla="*/ 3028805 h 6057610"/>
              <a:gd name="connsiteX2" fmla="*/ 3028805 w 6057610"/>
              <a:gd name="connsiteY2" fmla="*/ 6057610 h 6057610"/>
              <a:gd name="connsiteX3" fmla="*/ 0 w 6057610"/>
              <a:gd name="connsiteY3" fmla="*/ 3028805 h 6057610"/>
              <a:gd name="connsiteX4" fmla="*/ 3028805 w 6057610"/>
              <a:gd name="connsiteY4" fmla="*/ 0 h 60576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57610" h="6057610">
                <a:moveTo>
                  <a:pt x="3028805" y="0"/>
                </a:moveTo>
                <a:cubicBezTo>
                  <a:pt x="4701568" y="0"/>
                  <a:pt x="6057610" y="1356042"/>
                  <a:pt x="6057610" y="3028805"/>
                </a:cubicBezTo>
                <a:cubicBezTo>
                  <a:pt x="6057610" y="4701568"/>
                  <a:pt x="4701568" y="6057610"/>
                  <a:pt x="3028805" y="6057610"/>
                </a:cubicBezTo>
                <a:cubicBezTo>
                  <a:pt x="1356042" y="6057610"/>
                  <a:pt x="0" y="4701568"/>
                  <a:pt x="0" y="3028805"/>
                </a:cubicBezTo>
                <a:cubicBezTo>
                  <a:pt x="0" y="1356042"/>
                  <a:pt x="1356042" y="0"/>
                  <a:pt x="3028805" y="0"/>
                </a:cubicBezTo>
                <a:close/>
              </a:path>
            </a:pathLst>
          </a:custGeom>
          <a:effectLst>
            <a:softEdge rad="0"/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FE3659E-7B75-43EA-B2D2-F180CB40635B}"/>
              </a:ext>
            </a:extLst>
          </p:cNvPr>
          <p:cNvSpPr/>
          <p:nvPr userDrawn="1"/>
        </p:nvSpPr>
        <p:spPr>
          <a:xfrm>
            <a:off x="0" y="6451184"/>
            <a:ext cx="1008887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Teacher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Student site: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student.craigndave.org  |  </a:t>
            </a:r>
            <a:r>
              <a:rPr lang="en-GB" sz="1600" b="1" dirty="0">
                <a:solidFill>
                  <a:schemeClr val="bg1">
                    <a:lumMod val="50000"/>
                  </a:schemeClr>
                </a:solidFill>
              </a:rPr>
              <a:t>Smart revise: </a:t>
            </a:r>
            <a:r>
              <a:rPr lang="en-GB" sz="1600" dirty="0">
                <a:solidFill>
                  <a:schemeClr val="bg1">
                    <a:lumMod val="50000"/>
                  </a:schemeClr>
                </a:solidFill>
              </a:rPr>
              <a:t>smartrevise.co.uk </a:t>
            </a:r>
          </a:p>
        </p:txBody>
      </p:sp>
    </p:spTree>
    <p:extLst>
      <p:ext uri="{BB962C8B-B14F-4D97-AF65-F5344CB8AC3E}">
        <p14:creationId xmlns:p14="http://schemas.microsoft.com/office/powerpoint/2010/main" val="409001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o 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FF19224-2084-4C89-AEFB-59035B0F8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B8E9D01-9A95-4DC3-AD5E-0657203E7B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B0936-CF61-444A-88C9-B1BE2B016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87AACC54-1682-4874-BD09-D8CF92EDAE43}"/>
              </a:ext>
            </a:extLst>
          </p:cNvPr>
          <p:cNvGrpSpPr/>
          <p:nvPr userDrawn="1"/>
        </p:nvGrpSpPr>
        <p:grpSpPr>
          <a:xfrm>
            <a:off x="-1" y="0"/>
            <a:ext cx="12192001" cy="419100"/>
            <a:chOff x="-1" y="0"/>
            <a:chExt cx="12192001" cy="533400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A3B4ABA0-791C-4EF4-91E1-0A7F5B882D36}"/>
                </a:ext>
              </a:extLst>
            </p:cNvPr>
            <p:cNvSpPr/>
            <p:nvPr userDrawn="1"/>
          </p:nvSpPr>
          <p:spPr>
            <a:xfrm>
              <a:off x="-1" y="0"/>
              <a:ext cx="10095723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en-GB" b="1" dirty="0">
                  <a:solidFill>
                    <a:schemeClr val="bg1"/>
                  </a:solidFill>
                </a:rPr>
                <a:t>3.1 Computer architecture | The common characteristics of CPUs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E5FF8B6-F953-41A2-8CA9-2F6F841BDD32}"/>
                </a:ext>
              </a:extLst>
            </p:cNvPr>
            <p:cNvSpPr/>
            <p:nvPr/>
          </p:nvSpPr>
          <p:spPr>
            <a:xfrm>
              <a:off x="8992998" y="0"/>
              <a:ext cx="3199002" cy="533400"/>
            </a:xfrm>
            <a:prstGeom prst="rect">
              <a:avLst/>
            </a:prstGeom>
            <a:solidFill>
              <a:srgbClr val="F2652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/>
              <a:r>
                <a:rPr lang="en-GB" b="1" dirty="0">
                  <a:solidFill>
                    <a:schemeClr val="bg1"/>
                  </a:solidFill>
                </a:rPr>
                <a:t>CAMBRIDGE IGCSE (0478/0984)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20910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E615E-FCEC-48A2-8A58-855AC17510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6C2E3-EFFC-4E46-8E3B-353E3410C7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8F8DFF-FB25-4FDB-AE01-189095807A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75E6D8-83E5-4A1F-91A5-3CC7778FDD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62ED67-D636-4841-A380-71A8E2C223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ECBE11-BFFB-4E5F-95F9-EF6A83AD8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41817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13C68-F937-4619-AC2A-808BB5FBCD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4D0E72-F13A-47A1-9749-F939C5B614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CE7D0-DEEB-4789-9725-4826AE9B0A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52C0A-0BB5-4C36-AC67-AFCF2DC0A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1906B4-69CB-471E-B443-A6DD59556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AC21424-3B0E-4EEC-875D-327603D19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82049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F6F412-1941-41D2-AC46-E8C20860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2A1B5D-15E6-4D4B-B6F5-E46A1A7234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18167-751F-4B50-84DD-7F7377E43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A10E4B-ECAF-4B58-9633-F0D2214AE3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D0936C-E069-45AA-8B1E-8B295D2AA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23737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50BBC43-F9FB-4DC0-9192-4C6BBC0BBF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65541F-6124-45F5-9E33-C887715233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28D7AD-9B6B-4D71-A044-0A8CD107B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F19E0-2B2A-44A5-95AA-5794953B82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AE265-1899-40B9-ABCC-0F0FA6B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093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768667-8C97-4EFE-84F3-BDAFCA0DEE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A6806C-F4A6-4145-8586-E1BA0D6AA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A371F7-F0FF-4998-A335-671F6745C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3EBD5A5-95A5-4ED6-B746-12AF9CEAF3AB}" type="datetimeFigureOut">
              <a:rPr lang="en-GB" smtClean="0"/>
              <a:t>23/05/2022</a:t>
            </a:fld>
            <a:endParaRPr lang="en-GB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11381F-CB31-4B37-8E8C-1B4AD2A089C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B29192-27C3-435C-AA4E-0FF49DC56D6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C6102D-FACC-46D2-982F-C509AB4FB7F4}" type="slidenum">
              <a:rPr lang="en-GB" smtClean="0"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407013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60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audio" Target="../media/media1.m4a"/><Relationship Id="rId1" Type="http://schemas.microsoft.com/office/2007/relationships/media" Target="../media/media1.m4a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8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3.1 Computer architecture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BF442-A178-4CA8-8D0A-DF0A8E18C046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The common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characteristics of CPUs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Audio 7">
            <a:hlinkClick r:id="" action="ppaction://media"/>
            <a:extLst>
              <a:ext uri="{FF2B5EF4-FFF2-40B4-BE49-F238E27FC236}">
                <a16:creationId xmlns:a16="http://schemas.microsoft.com/office/drawing/2014/main" id="{019977C7-5CA9-9833-A2C2-D2FE246BD0C4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366500" y="6032500"/>
            <a:ext cx="6096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37712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0180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animal&#10;&#10;Description automatically generated">
            <a:extLst>
              <a:ext uri="{FF2B5EF4-FFF2-40B4-BE49-F238E27FC236}">
                <a16:creationId xmlns:a16="http://schemas.microsoft.com/office/drawing/2014/main" id="{C0705935-C1D9-437C-9357-044F91FC182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4575"/>
          <a:stretch/>
        </p:blipFill>
        <p:spPr>
          <a:xfrm>
            <a:off x="1219200" y="419100"/>
            <a:ext cx="10972800" cy="64389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5912AF-7532-4333-B4FA-A261354D39E3}"/>
              </a:ext>
            </a:extLst>
          </p:cNvPr>
          <p:cNvSpPr/>
          <p:nvPr/>
        </p:nvSpPr>
        <p:spPr>
          <a:xfrm>
            <a:off x="176565" y="523174"/>
            <a:ext cx="3055452" cy="4601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tIns="3600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Factors affecting speed</a:t>
            </a:r>
            <a:endParaRPr lang="en-GB" sz="1200" dirty="0">
              <a:solidFill>
                <a:srgbClr val="F2652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17408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animal&#10;&#10;Description automatically generated">
            <a:extLst>
              <a:ext uri="{FF2B5EF4-FFF2-40B4-BE49-F238E27FC236}">
                <a16:creationId xmlns:a16="http://schemas.microsoft.com/office/drawing/2014/main" id="{3A11D0B9-DE74-49BC-9D4E-EEC68EBF96E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4575"/>
          <a:stretch/>
        </p:blipFill>
        <p:spPr>
          <a:xfrm>
            <a:off x="1219200" y="419100"/>
            <a:ext cx="10972800" cy="6438900"/>
          </a:xfrm>
          <a:prstGeom prst="rect">
            <a:avLst/>
          </a:prstGeom>
        </p:spPr>
      </p:pic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46F86020-CD7D-48DC-9C54-FA2DE283770B}"/>
              </a:ext>
            </a:extLst>
          </p:cNvPr>
          <p:cNvSpPr/>
          <p:nvPr/>
        </p:nvSpPr>
        <p:spPr>
          <a:xfrm>
            <a:off x="7562128" y="1173278"/>
            <a:ext cx="2918133" cy="1848632"/>
          </a:xfrm>
          <a:custGeom>
            <a:avLst/>
            <a:gdLst>
              <a:gd name="connsiteX0" fmla="*/ 7072 w 2918133"/>
              <a:gd name="connsiteY0" fmla="*/ 347547 h 1848632"/>
              <a:gd name="connsiteX1" fmla="*/ 32472 w 2918133"/>
              <a:gd name="connsiteY1" fmla="*/ 163397 h 1848632"/>
              <a:gd name="connsiteX2" fmla="*/ 143597 w 2918133"/>
              <a:gd name="connsiteY2" fmla="*/ 39572 h 1848632"/>
              <a:gd name="connsiteX3" fmla="*/ 391247 w 2918133"/>
              <a:gd name="connsiteY3" fmla="*/ 1472 h 1848632"/>
              <a:gd name="connsiteX4" fmla="*/ 769072 w 2918133"/>
              <a:gd name="connsiteY4" fmla="*/ 80847 h 1848632"/>
              <a:gd name="connsiteX5" fmla="*/ 1219922 w 2918133"/>
              <a:gd name="connsiteY5" fmla="*/ 299922 h 1848632"/>
              <a:gd name="connsiteX6" fmla="*/ 1635847 w 2918133"/>
              <a:gd name="connsiteY6" fmla="*/ 411047 h 1848632"/>
              <a:gd name="connsiteX7" fmla="*/ 2080347 w 2918133"/>
              <a:gd name="connsiteY7" fmla="*/ 391997 h 1848632"/>
              <a:gd name="connsiteX8" fmla="*/ 2375622 w 2918133"/>
              <a:gd name="connsiteY8" fmla="*/ 452322 h 1848632"/>
              <a:gd name="connsiteX9" fmla="*/ 2883622 w 2918133"/>
              <a:gd name="connsiteY9" fmla="*/ 788872 h 1848632"/>
              <a:gd name="connsiteX10" fmla="*/ 2845522 w 2918133"/>
              <a:gd name="connsiteY10" fmla="*/ 1090497 h 1848632"/>
              <a:gd name="connsiteX11" fmla="*/ 2626447 w 2918133"/>
              <a:gd name="connsiteY11" fmla="*/ 1579447 h 1848632"/>
              <a:gd name="connsiteX12" fmla="*/ 2127972 w 2918133"/>
              <a:gd name="connsiteY12" fmla="*/ 1798522 h 1848632"/>
              <a:gd name="connsiteX13" fmla="*/ 1867622 w 2918133"/>
              <a:gd name="connsiteY13" fmla="*/ 1827097 h 1848632"/>
              <a:gd name="connsiteX14" fmla="*/ 1311997 w 2918133"/>
              <a:gd name="connsiteY14" fmla="*/ 1531822 h 1848632"/>
              <a:gd name="connsiteX15" fmla="*/ 1156422 w 2918133"/>
              <a:gd name="connsiteY15" fmla="*/ 1255597 h 1848632"/>
              <a:gd name="connsiteX16" fmla="*/ 930997 w 2918133"/>
              <a:gd name="connsiteY16" fmla="*/ 1049222 h 1848632"/>
              <a:gd name="connsiteX17" fmla="*/ 486497 w 2918133"/>
              <a:gd name="connsiteY17" fmla="*/ 877772 h 1848632"/>
              <a:gd name="connsiteX18" fmla="*/ 375372 w 2918133"/>
              <a:gd name="connsiteY18" fmla="*/ 604722 h 1848632"/>
              <a:gd name="connsiteX19" fmla="*/ 143597 w 2918133"/>
              <a:gd name="connsiteY19" fmla="*/ 449147 h 1848632"/>
              <a:gd name="connsiteX20" fmla="*/ 7072 w 2918133"/>
              <a:gd name="connsiteY20" fmla="*/ 347547 h 184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8133" h="1848632">
                <a:moveTo>
                  <a:pt x="7072" y="347547"/>
                </a:moveTo>
                <a:cubicBezTo>
                  <a:pt x="-11449" y="299922"/>
                  <a:pt x="9718" y="214726"/>
                  <a:pt x="32472" y="163397"/>
                </a:cubicBezTo>
                <a:cubicBezTo>
                  <a:pt x="55226" y="112068"/>
                  <a:pt x="83801" y="66559"/>
                  <a:pt x="143597" y="39572"/>
                </a:cubicBezTo>
                <a:cubicBezTo>
                  <a:pt x="203393" y="12585"/>
                  <a:pt x="287001" y="-5407"/>
                  <a:pt x="391247" y="1472"/>
                </a:cubicBezTo>
                <a:cubicBezTo>
                  <a:pt x="495493" y="8351"/>
                  <a:pt x="630960" y="31105"/>
                  <a:pt x="769072" y="80847"/>
                </a:cubicBezTo>
                <a:cubicBezTo>
                  <a:pt x="907184" y="130589"/>
                  <a:pt x="1075460" y="244889"/>
                  <a:pt x="1219922" y="299922"/>
                </a:cubicBezTo>
                <a:cubicBezTo>
                  <a:pt x="1364384" y="354955"/>
                  <a:pt x="1492443" y="395701"/>
                  <a:pt x="1635847" y="411047"/>
                </a:cubicBezTo>
                <a:cubicBezTo>
                  <a:pt x="1779251" y="426393"/>
                  <a:pt x="1957051" y="385118"/>
                  <a:pt x="2080347" y="391997"/>
                </a:cubicBezTo>
                <a:cubicBezTo>
                  <a:pt x="2203643" y="398876"/>
                  <a:pt x="2241743" y="386176"/>
                  <a:pt x="2375622" y="452322"/>
                </a:cubicBezTo>
                <a:cubicBezTo>
                  <a:pt x="2509501" y="518468"/>
                  <a:pt x="2805305" y="682510"/>
                  <a:pt x="2883622" y="788872"/>
                </a:cubicBezTo>
                <a:cubicBezTo>
                  <a:pt x="2961939" y="895234"/>
                  <a:pt x="2888384" y="958735"/>
                  <a:pt x="2845522" y="1090497"/>
                </a:cubicBezTo>
                <a:cubicBezTo>
                  <a:pt x="2802660" y="1222259"/>
                  <a:pt x="2746039" y="1461443"/>
                  <a:pt x="2626447" y="1579447"/>
                </a:cubicBezTo>
                <a:cubicBezTo>
                  <a:pt x="2506855" y="1697451"/>
                  <a:pt x="2254443" y="1757247"/>
                  <a:pt x="2127972" y="1798522"/>
                </a:cubicBezTo>
                <a:cubicBezTo>
                  <a:pt x="2001501" y="1839797"/>
                  <a:pt x="2003618" y="1871547"/>
                  <a:pt x="1867622" y="1827097"/>
                </a:cubicBezTo>
                <a:cubicBezTo>
                  <a:pt x="1731626" y="1782647"/>
                  <a:pt x="1430530" y="1627072"/>
                  <a:pt x="1311997" y="1531822"/>
                </a:cubicBezTo>
                <a:cubicBezTo>
                  <a:pt x="1193464" y="1436572"/>
                  <a:pt x="1219922" y="1336030"/>
                  <a:pt x="1156422" y="1255597"/>
                </a:cubicBezTo>
                <a:cubicBezTo>
                  <a:pt x="1092922" y="1175164"/>
                  <a:pt x="1042651" y="1112193"/>
                  <a:pt x="930997" y="1049222"/>
                </a:cubicBezTo>
                <a:cubicBezTo>
                  <a:pt x="819343" y="986251"/>
                  <a:pt x="579101" y="951855"/>
                  <a:pt x="486497" y="877772"/>
                </a:cubicBezTo>
                <a:cubicBezTo>
                  <a:pt x="393893" y="803689"/>
                  <a:pt x="432522" y="676159"/>
                  <a:pt x="375372" y="604722"/>
                </a:cubicBezTo>
                <a:cubicBezTo>
                  <a:pt x="318222" y="533285"/>
                  <a:pt x="206039" y="491480"/>
                  <a:pt x="143597" y="449147"/>
                </a:cubicBezTo>
                <a:cubicBezTo>
                  <a:pt x="81155" y="406814"/>
                  <a:pt x="25593" y="395172"/>
                  <a:pt x="7072" y="347547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12700">
            <a:solidFill>
              <a:srgbClr val="D62B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E34B70A-7406-BB6B-FF05-5E8E8AA688CC}"/>
              </a:ext>
            </a:extLst>
          </p:cNvPr>
          <p:cNvSpPr/>
          <p:nvPr/>
        </p:nvSpPr>
        <p:spPr>
          <a:xfrm>
            <a:off x="176565" y="523174"/>
            <a:ext cx="3055452" cy="4601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tIns="3600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Factors affecting speed</a:t>
            </a:r>
            <a:endParaRPr lang="en-GB" sz="1200" dirty="0">
              <a:solidFill>
                <a:srgbClr val="F2652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D5624E8-4BE3-6067-07B1-A0FF0589DBED}"/>
              </a:ext>
            </a:extLst>
          </p:cNvPr>
          <p:cNvSpPr/>
          <p:nvPr/>
        </p:nvSpPr>
        <p:spPr>
          <a:xfrm>
            <a:off x="176565" y="1075238"/>
            <a:ext cx="2231657" cy="375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of the engine</a:t>
            </a:r>
          </a:p>
        </p:txBody>
      </p:sp>
    </p:spTree>
    <p:extLst>
      <p:ext uri="{BB962C8B-B14F-4D97-AF65-F5344CB8AC3E}">
        <p14:creationId xmlns:p14="http://schemas.microsoft.com/office/powerpoint/2010/main" val="16061624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animal&#10;&#10;Description automatically generated">
            <a:extLst>
              <a:ext uri="{FF2B5EF4-FFF2-40B4-BE49-F238E27FC236}">
                <a16:creationId xmlns:a16="http://schemas.microsoft.com/office/drawing/2014/main" id="{76CCD44A-548F-4D39-8D0A-5988C9C0034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4575"/>
          <a:stretch/>
        </p:blipFill>
        <p:spPr>
          <a:xfrm>
            <a:off x="1219200" y="419100"/>
            <a:ext cx="10972800" cy="64389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2BB51C43-5213-42FE-8060-040E0C7487BF}"/>
              </a:ext>
            </a:extLst>
          </p:cNvPr>
          <p:cNvSpPr/>
          <p:nvPr/>
        </p:nvSpPr>
        <p:spPr>
          <a:xfrm>
            <a:off x="7562128" y="1173278"/>
            <a:ext cx="2918133" cy="1848632"/>
          </a:xfrm>
          <a:custGeom>
            <a:avLst/>
            <a:gdLst>
              <a:gd name="connsiteX0" fmla="*/ 7072 w 2918133"/>
              <a:gd name="connsiteY0" fmla="*/ 347547 h 1848632"/>
              <a:gd name="connsiteX1" fmla="*/ 32472 w 2918133"/>
              <a:gd name="connsiteY1" fmla="*/ 163397 h 1848632"/>
              <a:gd name="connsiteX2" fmla="*/ 143597 w 2918133"/>
              <a:gd name="connsiteY2" fmla="*/ 39572 h 1848632"/>
              <a:gd name="connsiteX3" fmla="*/ 391247 w 2918133"/>
              <a:gd name="connsiteY3" fmla="*/ 1472 h 1848632"/>
              <a:gd name="connsiteX4" fmla="*/ 769072 w 2918133"/>
              <a:gd name="connsiteY4" fmla="*/ 80847 h 1848632"/>
              <a:gd name="connsiteX5" fmla="*/ 1219922 w 2918133"/>
              <a:gd name="connsiteY5" fmla="*/ 299922 h 1848632"/>
              <a:gd name="connsiteX6" fmla="*/ 1635847 w 2918133"/>
              <a:gd name="connsiteY6" fmla="*/ 411047 h 1848632"/>
              <a:gd name="connsiteX7" fmla="*/ 2080347 w 2918133"/>
              <a:gd name="connsiteY7" fmla="*/ 391997 h 1848632"/>
              <a:gd name="connsiteX8" fmla="*/ 2375622 w 2918133"/>
              <a:gd name="connsiteY8" fmla="*/ 452322 h 1848632"/>
              <a:gd name="connsiteX9" fmla="*/ 2883622 w 2918133"/>
              <a:gd name="connsiteY9" fmla="*/ 788872 h 1848632"/>
              <a:gd name="connsiteX10" fmla="*/ 2845522 w 2918133"/>
              <a:gd name="connsiteY10" fmla="*/ 1090497 h 1848632"/>
              <a:gd name="connsiteX11" fmla="*/ 2626447 w 2918133"/>
              <a:gd name="connsiteY11" fmla="*/ 1579447 h 1848632"/>
              <a:gd name="connsiteX12" fmla="*/ 2127972 w 2918133"/>
              <a:gd name="connsiteY12" fmla="*/ 1798522 h 1848632"/>
              <a:gd name="connsiteX13" fmla="*/ 1867622 w 2918133"/>
              <a:gd name="connsiteY13" fmla="*/ 1827097 h 1848632"/>
              <a:gd name="connsiteX14" fmla="*/ 1311997 w 2918133"/>
              <a:gd name="connsiteY14" fmla="*/ 1531822 h 1848632"/>
              <a:gd name="connsiteX15" fmla="*/ 1156422 w 2918133"/>
              <a:gd name="connsiteY15" fmla="*/ 1255597 h 1848632"/>
              <a:gd name="connsiteX16" fmla="*/ 930997 w 2918133"/>
              <a:gd name="connsiteY16" fmla="*/ 1049222 h 1848632"/>
              <a:gd name="connsiteX17" fmla="*/ 486497 w 2918133"/>
              <a:gd name="connsiteY17" fmla="*/ 877772 h 1848632"/>
              <a:gd name="connsiteX18" fmla="*/ 375372 w 2918133"/>
              <a:gd name="connsiteY18" fmla="*/ 604722 h 1848632"/>
              <a:gd name="connsiteX19" fmla="*/ 143597 w 2918133"/>
              <a:gd name="connsiteY19" fmla="*/ 449147 h 1848632"/>
              <a:gd name="connsiteX20" fmla="*/ 7072 w 2918133"/>
              <a:gd name="connsiteY20" fmla="*/ 347547 h 184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8133" h="1848632">
                <a:moveTo>
                  <a:pt x="7072" y="347547"/>
                </a:moveTo>
                <a:cubicBezTo>
                  <a:pt x="-11449" y="299922"/>
                  <a:pt x="9718" y="214726"/>
                  <a:pt x="32472" y="163397"/>
                </a:cubicBezTo>
                <a:cubicBezTo>
                  <a:pt x="55226" y="112068"/>
                  <a:pt x="83801" y="66559"/>
                  <a:pt x="143597" y="39572"/>
                </a:cubicBezTo>
                <a:cubicBezTo>
                  <a:pt x="203393" y="12585"/>
                  <a:pt x="287001" y="-5407"/>
                  <a:pt x="391247" y="1472"/>
                </a:cubicBezTo>
                <a:cubicBezTo>
                  <a:pt x="495493" y="8351"/>
                  <a:pt x="630960" y="31105"/>
                  <a:pt x="769072" y="80847"/>
                </a:cubicBezTo>
                <a:cubicBezTo>
                  <a:pt x="907184" y="130589"/>
                  <a:pt x="1075460" y="244889"/>
                  <a:pt x="1219922" y="299922"/>
                </a:cubicBezTo>
                <a:cubicBezTo>
                  <a:pt x="1364384" y="354955"/>
                  <a:pt x="1492443" y="395701"/>
                  <a:pt x="1635847" y="411047"/>
                </a:cubicBezTo>
                <a:cubicBezTo>
                  <a:pt x="1779251" y="426393"/>
                  <a:pt x="1957051" y="385118"/>
                  <a:pt x="2080347" y="391997"/>
                </a:cubicBezTo>
                <a:cubicBezTo>
                  <a:pt x="2203643" y="398876"/>
                  <a:pt x="2241743" y="386176"/>
                  <a:pt x="2375622" y="452322"/>
                </a:cubicBezTo>
                <a:cubicBezTo>
                  <a:pt x="2509501" y="518468"/>
                  <a:pt x="2805305" y="682510"/>
                  <a:pt x="2883622" y="788872"/>
                </a:cubicBezTo>
                <a:cubicBezTo>
                  <a:pt x="2961939" y="895234"/>
                  <a:pt x="2888384" y="958735"/>
                  <a:pt x="2845522" y="1090497"/>
                </a:cubicBezTo>
                <a:cubicBezTo>
                  <a:pt x="2802660" y="1222259"/>
                  <a:pt x="2746039" y="1461443"/>
                  <a:pt x="2626447" y="1579447"/>
                </a:cubicBezTo>
                <a:cubicBezTo>
                  <a:pt x="2506855" y="1697451"/>
                  <a:pt x="2254443" y="1757247"/>
                  <a:pt x="2127972" y="1798522"/>
                </a:cubicBezTo>
                <a:cubicBezTo>
                  <a:pt x="2001501" y="1839797"/>
                  <a:pt x="2003618" y="1871547"/>
                  <a:pt x="1867622" y="1827097"/>
                </a:cubicBezTo>
                <a:cubicBezTo>
                  <a:pt x="1731626" y="1782647"/>
                  <a:pt x="1430530" y="1627072"/>
                  <a:pt x="1311997" y="1531822"/>
                </a:cubicBezTo>
                <a:cubicBezTo>
                  <a:pt x="1193464" y="1436572"/>
                  <a:pt x="1219922" y="1336030"/>
                  <a:pt x="1156422" y="1255597"/>
                </a:cubicBezTo>
                <a:cubicBezTo>
                  <a:pt x="1092922" y="1175164"/>
                  <a:pt x="1042651" y="1112193"/>
                  <a:pt x="930997" y="1049222"/>
                </a:cubicBezTo>
                <a:cubicBezTo>
                  <a:pt x="819343" y="986251"/>
                  <a:pt x="579101" y="951855"/>
                  <a:pt x="486497" y="877772"/>
                </a:cubicBezTo>
                <a:cubicBezTo>
                  <a:pt x="393893" y="803689"/>
                  <a:pt x="432522" y="676159"/>
                  <a:pt x="375372" y="604722"/>
                </a:cubicBezTo>
                <a:cubicBezTo>
                  <a:pt x="318222" y="533285"/>
                  <a:pt x="206039" y="491480"/>
                  <a:pt x="143597" y="449147"/>
                </a:cubicBezTo>
                <a:cubicBezTo>
                  <a:pt x="81155" y="406814"/>
                  <a:pt x="25593" y="395172"/>
                  <a:pt x="7072" y="347547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12700">
            <a:solidFill>
              <a:srgbClr val="D62B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C1B9066-4CF0-4B87-B29C-A60157F306A8}"/>
              </a:ext>
            </a:extLst>
          </p:cNvPr>
          <p:cNvSpPr/>
          <p:nvPr/>
        </p:nvSpPr>
        <p:spPr>
          <a:xfrm>
            <a:off x="5024438" y="2786063"/>
            <a:ext cx="1871662" cy="2009775"/>
          </a:xfrm>
          <a:custGeom>
            <a:avLst/>
            <a:gdLst>
              <a:gd name="connsiteX0" fmla="*/ 871537 w 1871662"/>
              <a:gd name="connsiteY0" fmla="*/ 0 h 2009775"/>
              <a:gd name="connsiteX1" fmla="*/ 1457325 w 1871662"/>
              <a:gd name="connsiteY1" fmla="*/ 138112 h 2009775"/>
              <a:gd name="connsiteX2" fmla="*/ 1676400 w 1871662"/>
              <a:gd name="connsiteY2" fmla="*/ 290512 h 2009775"/>
              <a:gd name="connsiteX3" fmla="*/ 1776412 w 1871662"/>
              <a:gd name="connsiteY3" fmla="*/ 428625 h 2009775"/>
              <a:gd name="connsiteX4" fmla="*/ 1833562 w 1871662"/>
              <a:gd name="connsiteY4" fmla="*/ 590550 h 2009775"/>
              <a:gd name="connsiteX5" fmla="*/ 1862137 w 1871662"/>
              <a:gd name="connsiteY5" fmla="*/ 738187 h 2009775"/>
              <a:gd name="connsiteX6" fmla="*/ 1871662 w 1871662"/>
              <a:gd name="connsiteY6" fmla="*/ 942975 h 2009775"/>
              <a:gd name="connsiteX7" fmla="*/ 1833562 w 1871662"/>
              <a:gd name="connsiteY7" fmla="*/ 1195387 h 2009775"/>
              <a:gd name="connsiteX8" fmla="*/ 1738312 w 1871662"/>
              <a:gd name="connsiteY8" fmla="*/ 1447800 h 2009775"/>
              <a:gd name="connsiteX9" fmla="*/ 1609725 w 1871662"/>
              <a:gd name="connsiteY9" fmla="*/ 1676400 h 2009775"/>
              <a:gd name="connsiteX10" fmla="*/ 1433512 w 1871662"/>
              <a:gd name="connsiteY10" fmla="*/ 1847850 h 2009775"/>
              <a:gd name="connsiteX11" fmla="*/ 1219200 w 1871662"/>
              <a:gd name="connsiteY11" fmla="*/ 1966912 h 2009775"/>
              <a:gd name="connsiteX12" fmla="*/ 1014412 w 1871662"/>
              <a:gd name="connsiteY12" fmla="*/ 2009775 h 2009775"/>
              <a:gd name="connsiteX13" fmla="*/ 347662 w 1871662"/>
              <a:gd name="connsiteY13" fmla="*/ 1785937 h 2009775"/>
              <a:gd name="connsiteX14" fmla="*/ 252412 w 1871662"/>
              <a:gd name="connsiteY14" fmla="*/ 1714500 h 2009775"/>
              <a:gd name="connsiteX15" fmla="*/ 138112 w 1871662"/>
              <a:gd name="connsiteY15" fmla="*/ 1562100 h 2009775"/>
              <a:gd name="connsiteX16" fmla="*/ 47625 w 1871662"/>
              <a:gd name="connsiteY16" fmla="*/ 1381125 h 2009775"/>
              <a:gd name="connsiteX17" fmla="*/ 0 w 1871662"/>
              <a:gd name="connsiteY17" fmla="*/ 1081087 h 2009775"/>
              <a:gd name="connsiteX18" fmla="*/ 52387 w 1871662"/>
              <a:gd name="connsiteY18" fmla="*/ 747712 h 2009775"/>
              <a:gd name="connsiteX19" fmla="*/ 157162 w 1871662"/>
              <a:gd name="connsiteY19" fmla="*/ 481012 h 2009775"/>
              <a:gd name="connsiteX20" fmla="*/ 338137 w 1871662"/>
              <a:gd name="connsiteY20" fmla="*/ 252412 h 2009775"/>
              <a:gd name="connsiteX21" fmla="*/ 533400 w 1871662"/>
              <a:gd name="connsiteY21" fmla="*/ 95250 h 2009775"/>
              <a:gd name="connsiteX22" fmla="*/ 871537 w 1871662"/>
              <a:gd name="connsiteY22" fmla="*/ 0 h 2009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1662" h="2009775">
                <a:moveTo>
                  <a:pt x="871537" y="0"/>
                </a:moveTo>
                <a:lnTo>
                  <a:pt x="1457325" y="138112"/>
                </a:lnTo>
                <a:lnTo>
                  <a:pt x="1676400" y="290512"/>
                </a:lnTo>
                <a:lnTo>
                  <a:pt x="1776412" y="428625"/>
                </a:lnTo>
                <a:lnTo>
                  <a:pt x="1833562" y="590550"/>
                </a:lnTo>
                <a:lnTo>
                  <a:pt x="1862137" y="738187"/>
                </a:lnTo>
                <a:lnTo>
                  <a:pt x="1871662" y="942975"/>
                </a:lnTo>
                <a:lnTo>
                  <a:pt x="1833562" y="1195387"/>
                </a:lnTo>
                <a:lnTo>
                  <a:pt x="1738312" y="1447800"/>
                </a:lnTo>
                <a:lnTo>
                  <a:pt x="1609725" y="1676400"/>
                </a:lnTo>
                <a:lnTo>
                  <a:pt x="1433512" y="1847850"/>
                </a:lnTo>
                <a:lnTo>
                  <a:pt x="1219200" y="1966912"/>
                </a:lnTo>
                <a:lnTo>
                  <a:pt x="1014412" y="2009775"/>
                </a:lnTo>
                <a:lnTo>
                  <a:pt x="347662" y="1785937"/>
                </a:lnTo>
                <a:lnTo>
                  <a:pt x="252412" y="1714500"/>
                </a:lnTo>
                <a:lnTo>
                  <a:pt x="138112" y="1562100"/>
                </a:lnTo>
                <a:lnTo>
                  <a:pt x="47625" y="1381125"/>
                </a:lnTo>
                <a:lnTo>
                  <a:pt x="0" y="1081087"/>
                </a:lnTo>
                <a:lnTo>
                  <a:pt x="52387" y="747712"/>
                </a:lnTo>
                <a:lnTo>
                  <a:pt x="157162" y="481012"/>
                </a:lnTo>
                <a:lnTo>
                  <a:pt x="338137" y="252412"/>
                </a:lnTo>
                <a:lnTo>
                  <a:pt x="533400" y="95250"/>
                </a:lnTo>
                <a:lnTo>
                  <a:pt x="871537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8F45983-5A39-4EA5-B8F6-661B6E0DC893}"/>
              </a:ext>
            </a:extLst>
          </p:cNvPr>
          <p:cNvSpPr/>
          <p:nvPr/>
        </p:nvSpPr>
        <p:spPr>
          <a:xfrm>
            <a:off x="2724150" y="2224088"/>
            <a:ext cx="1709738" cy="1728787"/>
          </a:xfrm>
          <a:custGeom>
            <a:avLst/>
            <a:gdLst>
              <a:gd name="connsiteX0" fmla="*/ 800100 w 1709738"/>
              <a:gd name="connsiteY0" fmla="*/ 0 h 1728787"/>
              <a:gd name="connsiteX1" fmla="*/ 1323975 w 1709738"/>
              <a:gd name="connsiteY1" fmla="*/ 123825 h 1728787"/>
              <a:gd name="connsiteX2" fmla="*/ 1371600 w 1709738"/>
              <a:gd name="connsiteY2" fmla="*/ 152400 h 1728787"/>
              <a:gd name="connsiteX3" fmla="*/ 1500188 w 1709738"/>
              <a:gd name="connsiteY3" fmla="*/ 242887 h 1728787"/>
              <a:gd name="connsiteX4" fmla="*/ 1609725 w 1709738"/>
              <a:gd name="connsiteY4" fmla="*/ 385762 h 1728787"/>
              <a:gd name="connsiteX5" fmla="*/ 1681163 w 1709738"/>
              <a:gd name="connsiteY5" fmla="*/ 595312 h 1728787"/>
              <a:gd name="connsiteX6" fmla="*/ 1709738 w 1709738"/>
              <a:gd name="connsiteY6" fmla="*/ 838200 h 1728787"/>
              <a:gd name="connsiteX7" fmla="*/ 1633538 w 1709738"/>
              <a:gd name="connsiteY7" fmla="*/ 1143000 h 1728787"/>
              <a:gd name="connsiteX8" fmla="*/ 1533525 w 1709738"/>
              <a:gd name="connsiteY8" fmla="*/ 1338262 h 1728787"/>
              <a:gd name="connsiteX9" fmla="*/ 1376363 w 1709738"/>
              <a:gd name="connsiteY9" fmla="*/ 1538287 h 1728787"/>
              <a:gd name="connsiteX10" fmla="*/ 1190625 w 1709738"/>
              <a:gd name="connsiteY10" fmla="*/ 1666875 h 1728787"/>
              <a:gd name="connsiteX11" fmla="*/ 981075 w 1709738"/>
              <a:gd name="connsiteY11" fmla="*/ 1728787 h 1728787"/>
              <a:gd name="connsiteX12" fmla="*/ 771525 w 1709738"/>
              <a:gd name="connsiteY12" fmla="*/ 1728787 h 1728787"/>
              <a:gd name="connsiteX13" fmla="*/ 576263 w 1709738"/>
              <a:gd name="connsiteY13" fmla="*/ 1652587 h 1728787"/>
              <a:gd name="connsiteX14" fmla="*/ 390525 w 1709738"/>
              <a:gd name="connsiteY14" fmla="*/ 1595437 h 1728787"/>
              <a:gd name="connsiteX15" fmla="*/ 195263 w 1709738"/>
              <a:gd name="connsiteY15" fmla="*/ 1462087 h 1728787"/>
              <a:gd name="connsiteX16" fmla="*/ 61913 w 1709738"/>
              <a:gd name="connsiteY16" fmla="*/ 1285875 h 1728787"/>
              <a:gd name="connsiteX17" fmla="*/ 0 w 1709738"/>
              <a:gd name="connsiteY17" fmla="*/ 1076325 h 1728787"/>
              <a:gd name="connsiteX18" fmla="*/ 4763 w 1709738"/>
              <a:gd name="connsiteY18" fmla="*/ 766762 h 1728787"/>
              <a:gd name="connsiteX19" fmla="*/ 90488 w 1709738"/>
              <a:gd name="connsiteY19" fmla="*/ 495300 h 1728787"/>
              <a:gd name="connsiteX20" fmla="*/ 228600 w 1709738"/>
              <a:gd name="connsiteY20" fmla="*/ 285750 h 1728787"/>
              <a:gd name="connsiteX21" fmla="*/ 395288 w 1709738"/>
              <a:gd name="connsiteY21" fmla="*/ 123825 h 1728787"/>
              <a:gd name="connsiteX22" fmla="*/ 600075 w 1709738"/>
              <a:gd name="connsiteY22" fmla="*/ 23812 h 1728787"/>
              <a:gd name="connsiteX23" fmla="*/ 800100 w 1709738"/>
              <a:gd name="connsiteY23" fmla="*/ 0 h 1728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709738" h="1728787">
                <a:moveTo>
                  <a:pt x="800100" y="0"/>
                </a:moveTo>
                <a:lnTo>
                  <a:pt x="1323975" y="123825"/>
                </a:lnTo>
                <a:lnTo>
                  <a:pt x="1371600" y="152400"/>
                </a:lnTo>
                <a:lnTo>
                  <a:pt x="1500188" y="242887"/>
                </a:lnTo>
                <a:lnTo>
                  <a:pt x="1609725" y="385762"/>
                </a:lnTo>
                <a:lnTo>
                  <a:pt x="1681163" y="595312"/>
                </a:lnTo>
                <a:lnTo>
                  <a:pt x="1709738" y="838200"/>
                </a:lnTo>
                <a:lnTo>
                  <a:pt x="1633538" y="1143000"/>
                </a:lnTo>
                <a:lnTo>
                  <a:pt x="1533525" y="1338262"/>
                </a:lnTo>
                <a:lnTo>
                  <a:pt x="1376363" y="1538287"/>
                </a:lnTo>
                <a:lnTo>
                  <a:pt x="1190625" y="1666875"/>
                </a:lnTo>
                <a:lnTo>
                  <a:pt x="981075" y="1728787"/>
                </a:lnTo>
                <a:lnTo>
                  <a:pt x="771525" y="1728787"/>
                </a:lnTo>
                <a:lnTo>
                  <a:pt x="576263" y="1652587"/>
                </a:lnTo>
                <a:lnTo>
                  <a:pt x="390525" y="1595437"/>
                </a:lnTo>
                <a:lnTo>
                  <a:pt x="195263" y="1462087"/>
                </a:lnTo>
                <a:lnTo>
                  <a:pt x="61913" y="1285875"/>
                </a:lnTo>
                <a:lnTo>
                  <a:pt x="0" y="1076325"/>
                </a:lnTo>
                <a:cubicBezTo>
                  <a:pt x="1588" y="973137"/>
                  <a:pt x="3175" y="869950"/>
                  <a:pt x="4763" y="766762"/>
                </a:cubicBezTo>
                <a:lnTo>
                  <a:pt x="90488" y="495300"/>
                </a:lnTo>
                <a:lnTo>
                  <a:pt x="228600" y="285750"/>
                </a:lnTo>
                <a:lnTo>
                  <a:pt x="395288" y="123825"/>
                </a:lnTo>
                <a:lnTo>
                  <a:pt x="600075" y="23812"/>
                </a:lnTo>
                <a:lnTo>
                  <a:pt x="800100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FFA6FED-4DA4-4159-8C51-AD1C772AE70F}"/>
              </a:ext>
            </a:extLst>
          </p:cNvPr>
          <p:cNvSpPr/>
          <p:nvPr/>
        </p:nvSpPr>
        <p:spPr>
          <a:xfrm>
            <a:off x="10325100" y="1593056"/>
            <a:ext cx="1440656" cy="1497807"/>
          </a:xfrm>
          <a:custGeom>
            <a:avLst/>
            <a:gdLst>
              <a:gd name="connsiteX0" fmla="*/ 497681 w 1440656"/>
              <a:gd name="connsiteY0" fmla="*/ 0 h 1497807"/>
              <a:gd name="connsiteX1" fmla="*/ 1104900 w 1440656"/>
              <a:gd name="connsiteY1" fmla="*/ 88107 h 1497807"/>
              <a:gd name="connsiteX2" fmla="*/ 1209675 w 1440656"/>
              <a:gd name="connsiteY2" fmla="*/ 133350 h 1497807"/>
              <a:gd name="connsiteX3" fmla="*/ 1285875 w 1440656"/>
              <a:gd name="connsiteY3" fmla="*/ 195263 h 1497807"/>
              <a:gd name="connsiteX4" fmla="*/ 1359694 w 1440656"/>
              <a:gd name="connsiteY4" fmla="*/ 316707 h 1497807"/>
              <a:gd name="connsiteX5" fmla="*/ 1419225 w 1440656"/>
              <a:gd name="connsiteY5" fmla="*/ 507207 h 1497807"/>
              <a:gd name="connsiteX6" fmla="*/ 1440656 w 1440656"/>
              <a:gd name="connsiteY6" fmla="*/ 671513 h 1497807"/>
              <a:gd name="connsiteX7" fmla="*/ 1412081 w 1440656"/>
              <a:gd name="connsiteY7" fmla="*/ 942975 h 1497807"/>
              <a:gd name="connsiteX8" fmla="*/ 1352550 w 1440656"/>
              <a:gd name="connsiteY8" fmla="*/ 1152525 h 1497807"/>
              <a:gd name="connsiteX9" fmla="*/ 1257300 w 1440656"/>
              <a:gd name="connsiteY9" fmla="*/ 1326357 h 1497807"/>
              <a:gd name="connsiteX10" fmla="*/ 1119188 w 1440656"/>
              <a:gd name="connsiteY10" fmla="*/ 1450182 h 1497807"/>
              <a:gd name="connsiteX11" fmla="*/ 933450 w 1440656"/>
              <a:gd name="connsiteY11" fmla="*/ 1497807 h 1497807"/>
              <a:gd name="connsiteX12" fmla="*/ 271463 w 1440656"/>
              <a:gd name="connsiteY12" fmla="*/ 1352550 h 1497807"/>
              <a:gd name="connsiteX13" fmla="*/ 173831 w 1440656"/>
              <a:gd name="connsiteY13" fmla="*/ 1283494 h 1497807"/>
              <a:gd name="connsiteX14" fmla="*/ 107156 w 1440656"/>
              <a:gd name="connsiteY14" fmla="*/ 1197769 h 1497807"/>
              <a:gd name="connsiteX15" fmla="*/ 45244 w 1440656"/>
              <a:gd name="connsiteY15" fmla="*/ 1059657 h 1497807"/>
              <a:gd name="connsiteX16" fmla="*/ 0 w 1440656"/>
              <a:gd name="connsiteY16" fmla="*/ 857250 h 1497807"/>
              <a:gd name="connsiteX17" fmla="*/ 2381 w 1440656"/>
              <a:gd name="connsiteY17" fmla="*/ 609600 h 1497807"/>
              <a:gd name="connsiteX18" fmla="*/ 57150 w 1440656"/>
              <a:gd name="connsiteY18" fmla="*/ 400050 h 1497807"/>
              <a:gd name="connsiteX19" fmla="*/ 150019 w 1440656"/>
              <a:gd name="connsiteY19" fmla="*/ 216694 h 1497807"/>
              <a:gd name="connsiteX20" fmla="*/ 290513 w 1440656"/>
              <a:gd name="connsiteY20" fmla="*/ 57150 h 1497807"/>
              <a:gd name="connsiteX21" fmla="*/ 497681 w 1440656"/>
              <a:gd name="connsiteY21" fmla="*/ 0 h 1497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440656" h="1497807">
                <a:moveTo>
                  <a:pt x="497681" y="0"/>
                </a:moveTo>
                <a:lnTo>
                  <a:pt x="1104900" y="88107"/>
                </a:lnTo>
                <a:lnTo>
                  <a:pt x="1209675" y="133350"/>
                </a:lnTo>
                <a:lnTo>
                  <a:pt x="1285875" y="195263"/>
                </a:lnTo>
                <a:lnTo>
                  <a:pt x="1359694" y="316707"/>
                </a:lnTo>
                <a:lnTo>
                  <a:pt x="1419225" y="507207"/>
                </a:lnTo>
                <a:lnTo>
                  <a:pt x="1440656" y="671513"/>
                </a:lnTo>
                <a:lnTo>
                  <a:pt x="1412081" y="942975"/>
                </a:lnTo>
                <a:lnTo>
                  <a:pt x="1352550" y="1152525"/>
                </a:lnTo>
                <a:lnTo>
                  <a:pt x="1257300" y="1326357"/>
                </a:lnTo>
                <a:lnTo>
                  <a:pt x="1119188" y="1450182"/>
                </a:lnTo>
                <a:lnTo>
                  <a:pt x="933450" y="1497807"/>
                </a:lnTo>
                <a:lnTo>
                  <a:pt x="271463" y="1352550"/>
                </a:lnTo>
                <a:lnTo>
                  <a:pt x="173831" y="1283494"/>
                </a:lnTo>
                <a:lnTo>
                  <a:pt x="107156" y="1197769"/>
                </a:lnTo>
                <a:lnTo>
                  <a:pt x="45244" y="1059657"/>
                </a:lnTo>
                <a:lnTo>
                  <a:pt x="0" y="857250"/>
                </a:lnTo>
                <a:cubicBezTo>
                  <a:pt x="794" y="774700"/>
                  <a:pt x="1587" y="692150"/>
                  <a:pt x="2381" y="609600"/>
                </a:cubicBezTo>
                <a:lnTo>
                  <a:pt x="57150" y="400050"/>
                </a:lnTo>
                <a:lnTo>
                  <a:pt x="150019" y="216694"/>
                </a:lnTo>
                <a:lnTo>
                  <a:pt x="290513" y="57150"/>
                </a:lnTo>
                <a:lnTo>
                  <a:pt x="497681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1F24775D-451A-4DE9-B357-4DC906D666EC}"/>
              </a:ext>
            </a:extLst>
          </p:cNvPr>
          <p:cNvSpPr/>
          <p:nvPr/>
        </p:nvSpPr>
        <p:spPr>
          <a:xfrm>
            <a:off x="7900988" y="1257300"/>
            <a:ext cx="1331118" cy="1323975"/>
          </a:xfrm>
          <a:custGeom>
            <a:avLst/>
            <a:gdLst>
              <a:gd name="connsiteX0" fmla="*/ 483393 w 1331118"/>
              <a:gd name="connsiteY0" fmla="*/ 0 h 1323975"/>
              <a:gd name="connsiteX1" fmla="*/ 1004887 w 1331118"/>
              <a:gd name="connsiteY1" fmla="*/ 71438 h 1323975"/>
              <a:gd name="connsiteX2" fmla="*/ 1126331 w 1331118"/>
              <a:gd name="connsiteY2" fmla="*/ 128588 h 1323975"/>
              <a:gd name="connsiteX3" fmla="*/ 1228725 w 1331118"/>
              <a:gd name="connsiteY3" fmla="*/ 240506 h 1323975"/>
              <a:gd name="connsiteX4" fmla="*/ 1304925 w 1331118"/>
              <a:gd name="connsiteY4" fmla="*/ 402431 h 1323975"/>
              <a:gd name="connsiteX5" fmla="*/ 1331118 w 1331118"/>
              <a:gd name="connsiteY5" fmla="*/ 571500 h 1323975"/>
              <a:gd name="connsiteX6" fmla="*/ 1319212 w 1331118"/>
              <a:gd name="connsiteY6" fmla="*/ 750094 h 1323975"/>
              <a:gd name="connsiteX7" fmla="*/ 1285875 w 1331118"/>
              <a:gd name="connsiteY7" fmla="*/ 897731 h 1323975"/>
              <a:gd name="connsiteX8" fmla="*/ 1250156 w 1331118"/>
              <a:gd name="connsiteY8" fmla="*/ 1014413 h 1323975"/>
              <a:gd name="connsiteX9" fmla="*/ 1154906 w 1331118"/>
              <a:gd name="connsiteY9" fmla="*/ 1159669 h 1323975"/>
              <a:gd name="connsiteX10" fmla="*/ 1054893 w 1331118"/>
              <a:gd name="connsiteY10" fmla="*/ 1257300 h 1323975"/>
              <a:gd name="connsiteX11" fmla="*/ 978693 w 1331118"/>
              <a:gd name="connsiteY11" fmla="*/ 1293019 h 1323975"/>
              <a:gd name="connsiteX12" fmla="*/ 828675 w 1331118"/>
              <a:gd name="connsiteY12" fmla="*/ 1323975 h 1323975"/>
              <a:gd name="connsiteX13" fmla="*/ 304800 w 1331118"/>
              <a:gd name="connsiteY13" fmla="*/ 1228725 h 1323975"/>
              <a:gd name="connsiteX14" fmla="*/ 192881 w 1331118"/>
              <a:gd name="connsiteY14" fmla="*/ 1157288 h 1323975"/>
              <a:gd name="connsiteX15" fmla="*/ 107156 w 1331118"/>
              <a:gd name="connsiteY15" fmla="*/ 1064419 h 1323975"/>
              <a:gd name="connsiteX16" fmla="*/ 50006 w 1331118"/>
              <a:gd name="connsiteY16" fmla="*/ 942975 h 1323975"/>
              <a:gd name="connsiteX17" fmla="*/ 0 w 1331118"/>
              <a:gd name="connsiteY17" fmla="*/ 783431 h 1323975"/>
              <a:gd name="connsiteX18" fmla="*/ 11906 w 1331118"/>
              <a:gd name="connsiteY18" fmla="*/ 564356 h 1323975"/>
              <a:gd name="connsiteX19" fmla="*/ 50006 w 1331118"/>
              <a:gd name="connsiteY19" fmla="*/ 381000 h 1323975"/>
              <a:gd name="connsiteX20" fmla="*/ 135731 w 1331118"/>
              <a:gd name="connsiteY20" fmla="*/ 226219 h 1323975"/>
              <a:gd name="connsiteX21" fmla="*/ 269081 w 1331118"/>
              <a:gd name="connsiteY21" fmla="*/ 76200 h 1323975"/>
              <a:gd name="connsiteX22" fmla="*/ 483393 w 1331118"/>
              <a:gd name="connsiteY2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331118" h="1323975">
                <a:moveTo>
                  <a:pt x="483393" y="0"/>
                </a:moveTo>
                <a:lnTo>
                  <a:pt x="1004887" y="71438"/>
                </a:lnTo>
                <a:lnTo>
                  <a:pt x="1126331" y="128588"/>
                </a:lnTo>
                <a:lnTo>
                  <a:pt x="1228725" y="240506"/>
                </a:lnTo>
                <a:lnTo>
                  <a:pt x="1304925" y="402431"/>
                </a:lnTo>
                <a:lnTo>
                  <a:pt x="1331118" y="571500"/>
                </a:lnTo>
                <a:lnTo>
                  <a:pt x="1319212" y="750094"/>
                </a:lnTo>
                <a:lnTo>
                  <a:pt x="1285875" y="897731"/>
                </a:lnTo>
                <a:lnTo>
                  <a:pt x="1250156" y="1014413"/>
                </a:lnTo>
                <a:lnTo>
                  <a:pt x="1154906" y="1159669"/>
                </a:lnTo>
                <a:lnTo>
                  <a:pt x="1054893" y="1257300"/>
                </a:lnTo>
                <a:lnTo>
                  <a:pt x="978693" y="1293019"/>
                </a:lnTo>
                <a:lnTo>
                  <a:pt x="828675" y="1323975"/>
                </a:lnTo>
                <a:lnTo>
                  <a:pt x="304800" y="1228725"/>
                </a:lnTo>
                <a:lnTo>
                  <a:pt x="192881" y="1157288"/>
                </a:lnTo>
                <a:lnTo>
                  <a:pt x="107156" y="1064419"/>
                </a:lnTo>
                <a:lnTo>
                  <a:pt x="50006" y="942975"/>
                </a:lnTo>
                <a:lnTo>
                  <a:pt x="0" y="783431"/>
                </a:lnTo>
                <a:lnTo>
                  <a:pt x="11906" y="564356"/>
                </a:lnTo>
                <a:lnTo>
                  <a:pt x="50006" y="381000"/>
                </a:lnTo>
                <a:lnTo>
                  <a:pt x="135731" y="226219"/>
                </a:lnTo>
                <a:lnTo>
                  <a:pt x="269081" y="76200"/>
                </a:lnTo>
                <a:lnTo>
                  <a:pt x="483393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C7C48FB-3416-28B0-A520-586CB245852D}"/>
              </a:ext>
            </a:extLst>
          </p:cNvPr>
          <p:cNvSpPr/>
          <p:nvPr/>
        </p:nvSpPr>
        <p:spPr>
          <a:xfrm>
            <a:off x="176565" y="523174"/>
            <a:ext cx="3055452" cy="4601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tIns="3600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Factors affecting speed</a:t>
            </a:r>
            <a:endParaRPr lang="en-GB" sz="1200" dirty="0">
              <a:solidFill>
                <a:srgbClr val="F2652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FE07CDE-9F3E-3918-03A6-70A3C87C54E7}"/>
              </a:ext>
            </a:extLst>
          </p:cNvPr>
          <p:cNvSpPr/>
          <p:nvPr/>
        </p:nvSpPr>
        <p:spPr>
          <a:xfrm>
            <a:off x="176565" y="1075238"/>
            <a:ext cx="2231657" cy="7745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of the engine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Tyres</a:t>
            </a:r>
          </a:p>
        </p:txBody>
      </p:sp>
    </p:spTree>
    <p:extLst>
      <p:ext uri="{BB962C8B-B14F-4D97-AF65-F5344CB8AC3E}">
        <p14:creationId xmlns:p14="http://schemas.microsoft.com/office/powerpoint/2010/main" val="32584600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5" name="Group 744">
            <a:extLst>
              <a:ext uri="{FF2B5EF4-FFF2-40B4-BE49-F238E27FC236}">
                <a16:creationId xmlns:a16="http://schemas.microsoft.com/office/drawing/2014/main" id="{9B9D71E8-1AD4-4C0D-8B84-0085AAD1F131}"/>
              </a:ext>
            </a:extLst>
          </p:cNvPr>
          <p:cNvGrpSpPr/>
          <p:nvPr/>
        </p:nvGrpSpPr>
        <p:grpSpPr>
          <a:xfrm>
            <a:off x="3351482" y="320119"/>
            <a:ext cx="8736854" cy="2846266"/>
            <a:chOff x="3351482" y="320119"/>
            <a:chExt cx="8736854" cy="2846266"/>
          </a:xfrm>
        </p:grpSpPr>
        <p:grpSp>
          <p:nvGrpSpPr>
            <p:cNvPr id="103" name="Group 102">
              <a:extLst>
                <a:ext uri="{FF2B5EF4-FFF2-40B4-BE49-F238E27FC236}">
                  <a16:creationId xmlns:a16="http://schemas.microsoft.com/office/drawing/2014/main" id="{DD831D95-4849-4BFF-9201-A4F25701666B}"/>
                </a:ext>
              </a:extLst>
            </p:cNvPr>
            <p:cNvGrpSpPr/>
            <p:nvPr/>
          </p:nvGrpSpPr>
          <p:grpSpPr>
            <a:xfrm>
              <a:off x="5053723" y="425362"/>
              <a:ext cx="1813091" cy="1738718"/>
              <a:chOff x="3908409" y="523174"/>
              <a:chExt cx="1813091" cy="1738718"/>
            </a:xfrm>
          </p:grpSpPr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543CCCB3-C9A5-4B77-A9CF-69C5BA85E1F9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0984639F-6A7A-425C-960C-707FF783D5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B4A18C0E-F6E0-43E6-B572-ABFC7880FD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1642CD2E-8861-4E0F-97ED-1333F86710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2F145D50-8576-424E-80F3-3771263257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819CC878-88A5-4B3C-AB15-B8CA2AA141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83BDBE1-300F-4451-B342-24C620DDD4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F97EAEDA-E71C-47B5-A7BE-AFB821F7E2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2B8681AB-A926-44B9-B5B5-3EBA53A8B0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2FE11B10-4C36-4F1E-9ECE-11B3E7B1B4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5" name="Group 104">
                <a:extLst>
                  <a:ext uri="{FF2B5EF4-FFF2-40B4-BE49-F238E27FC236}">
                    <a16:creationId xmlns:a16="http://schemas.microsoft.com/office/drawing/2014/main" id="{F14E2B58-A241-4043-A7F7-52D243DA2A24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9BB16FAD-97CB-40FF-9821-64E23643A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F40CC99E-BE98-4181-B0C8-9167123152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252E920F-E6B9-4C97-B470-2996356942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1242D172-553D-44EE-8496-969DB2D4EB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C422DBB6-893C-4F13-9B81-23EC3221C3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924CC5D5-C7C2-4DD2-8756-F6AC7F8D2B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D1D38FDF-AF31-4A05-A3E6-AE677FF3DB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0CA4CC79-12C8-412A-BD05-F8C628DF72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A415A0AD-4456-4DAA-B659-82F6C2CDCE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6" name="Group 105">
                <a:extLst>
                  <a:ext uri="{FF2B5EF4-FFF2-40B4-BE49-F238E27FC236}">
                    <a16:creationId xmlns:a16="http://schemas.microsoft.com/office/drawing/2014/main" id="{A34C2C44-B298-429E-8C6C-8256F02C4900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7C5CACB1-684A-4C5E-8434-A440C2EA68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1BE7DC3D-770A-47DF-BD34-00627AFC23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D87C3F19-EFEB-4276-879B-3CA58689BF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61629F64-3EC0-48BB-85B9-4B1E7424A9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6AAC6D7F-4E91-400F-ABD8-1400DE1E58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950B6845-C11D-4057-9DC0-5A269305A5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E5C6422E-FB98-4F8D-8F69-337CEE154F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F5C87BE3-5057-480C-B03C-3B07DA6DBD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A1A7AD3A-3D8A-4FDF-9EF5-96C622B9DA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F8216898-B1E9-4FD7-8D03-A6C161D3A7B8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41B568AA-CE77-4D94-B79C-FD52D6391E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0021296B-5FF5-47C6-8264-080292148D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6A76E5C6-87F8-4C8F-991A-D79E26A39B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27F92703-D3AE-4A69-8BAA-1D5CE055A4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B7CC907D-FD2A-4E88-80AC-34D6D89CFB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F1ED1A95-E9A7-40A9-8F45-7D82320404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815EE00D-4662-409F-A90C-AED5736AFF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04E5334D-B79B-46E2-BB22-EE038193BF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3B8A5825-2CDA-4F2E-A8AF-698DD5EE85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9DD98AB7-3A2E-4F6A-A005-72A227EB7246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4ADFFA89-375D-43E4-990F-C9AB5B8F9D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4A698D73-FC2B-48A2-B91D-8AA51499A7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B50CCF0F-F97B-44EA-966F-7E3B7A9DEE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E52E4229-AF83-4BD9-AE0D-5EB0DAE6B8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D5999109-08B6-44C1-BCF7-EBBA6EC837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60184134-EA6C-43BF-BE7F-722A6C6E98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FA6CCA9C-AE97-4052-87D9-6B995AAFB7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ABFD77A7-A532-45C9-8835-0646E9411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D3A59B44-F3A8-458B-85DD-8A1029CE2E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B1948C26-6F32-4944-896F-A4BA2B3AB931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6D9EC31E-AE90-4AFA-AB93-F8B355D96C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9B35AC32-71A7-40B6-8F18-547EFA3120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13B2C0E8-66A6-4FE5-8420-413EB15BD3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3CA39B56-EF80-4E23-AA52-F64B11C029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5F3C116E-89EB-4E79-BDAE-C8CDFF72D4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FE0EBB05-6595-4DD5-94DD-33DF4265EE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99D4F474-72F5-4AD4-AB43-B88F81E4D7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CFD93374-912D-4EF5-9803-EEDD2D1AA8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D9E882D0-1E96-4ABF-A0A4-31F9EBB23D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C1D5C4DC-CF5D-472C-AED8-BF8455D33058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00FF305C-993F-4BBC-A56E-487272AD4C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2E63040F-3839-4D8A-81D2-015DE92F5A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8309801C-D2D9-4483-8BF5-160C9168CA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381A7A05-E25D-4E9A-8F59-76EAC0E29A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F8A2F621-C9F1-4C6C-8284-D3947CC41A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936D17D3-F451-4080-B38A-37BDF1593B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8A0A5FC5-4F49-4D7C-9D5D-109FF255D0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4472EC50-73E1-4D61-978F-B4861A49F6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DF88AB4F-678E-4251-84D5-1D87C17DC1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76" name="Group 175">
              <a:extLst>
                <a:ext uri="{FF2B5EF4-FFF2-40B4-BE49-F238E27FC236}">
                  <a16:creationId xmlns:a16="http://schemas.microsoft.com/office/drawing/2014/main" id="{FB45E4ED-43B0-4417-9CA4-FE88D85BB24F}"/>
                </a:ext>
              </a:extLst>
            </p:cNvPr>
            <p:cNvGrpSpPr/>
            <p:nvPr/>
          </p:nvGrpSpPr>
          <p:grpSpPr>
            <a:xfrm>
              <a:off x="3485219" y="1148258"/>
              <a:ext cx="1813091" cy="1738718"/>
              <a:chOff x="3908409" y="523174"/>
              <a:chExt cx="1813091" cy="1738718"/>
            </a:xfrm>
          </p:grpSpPr>
          <p:grpSp>
            <p:nvGrpSpPr>
              <p:cNvPr id="177" name="Group 176">
                <a:extLst>
                  <a:ext uri="{FF2B5EF4-FFF2-40B4-BE49-F238E27FC236}">
                    <a16:creationId xmlns:a16="http://schemas.microsoft.com/office/drawing/2014/main" id="{5F628DB4-052F-4CF8-9D55-EABF3EBAD341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53EC25BF-7EF9-46DE-8E56-6C154DC830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908EF90A-210E-4F7C-88B9-AE8DCEB846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E4A089DF-3CF4-42E9-9D95-C40D556F00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0016BE25-2ABD-49D4-A24A-576B88BA42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F0884D23-C656-421E-BDDD-540E9F85B9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2B79FEE6-E440-410E-9992-3307E680DA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BC85B053-2B72-474A-BDB6-FED2CEE826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EDF6230C-19A2-4687-8237-815C3BA2F9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8E0087C1-257B-4173-82B7-7CE391F02ED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8" name="Group 177">
                <a:extLst>
                  <a:ext uri="{FF2B5EF4-FFF2-40B4-BE49-F238E27FC236}">
                    <a16:creationId xmlns:a16="http://schemas.microsoft.com/office/drawing/2014/main" id="{31526E22-60B4-4260-9D3B-971D6ED19346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68FB2FE2-ABE8-4232-91F7-9301422E62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867F1D95-7774-4893-8771-BB48CB55AA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5A8E0BEC-E5F5-40D6-A171-B671D506DB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2DD739CA-E46E-4FFA-8A1D-493C53F7AA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08BB0097-C439-4373-B61C-D9E2096DD1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9A120F30-BD6C-4C1D-840B-AD51B5C0C0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BC2AB287-B228-4C75-AE57-78454FF47F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2C476F63-FC53-4305-9C79-5E9342B9B6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62CC0855-4054-4775-B3E7-210241D3F4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79" name="Group 178">
                <a:extLst>
                  <a:ext uri="{FF2B5EF4-FFF2-40B4-BE49-F238E27FC236}">
                    <a16:creationId xmlns:a16="http://schemas.microsoft.com/office/drawing/2014/main" id="{77D0D118-0BA4-47A1-9E86-F20687C9AD37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AFB74BDF-C3AB-4EF6-B178-EDED3631D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C040E89C-12EA-4F7A-B8EA-29FDE9F609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FB5E8FBB-CEAA-4D9D-90E9-BF55212A5A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269CC856-29C4-4B51-8AA2-F1A763735D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CEA3996F-DFC1-420D-932F-B0D4323FE4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EE15DFEB-82E8-455E-A5A9-DADF8477AC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EAAE4B79-18CC-45B2-AE6B-D27E1D8FB8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F0286B07-E984-41B7-9C15-34AF76A1E9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5FAAC210-A057-4C9E-AE15-A380CD0D64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0" name="Group 179">
                <a:extLst>
                  <a:ext uri="{FF2B5EF4-FFF2-40B4-BE49-F238E27FC236}">
                    <a16:creationId xmlns:a16="http://schemas.microsoft.com/office/drawing/2014/main" id="{FAD2981F-3CC7-4F84-8304-A4F636C7CC2A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49457D7F-0BBB-40C2-9961-7D2F1E3964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A622C6F9-7D46-4620-AC7A-98726BD13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C37AAAE5-DDBD-442E-9D37-09CB2F7A74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D4869D5A-F6C0-431A-9DE8-7A7E03561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560430BF-7E08-4F37-824F-B090F4BDC5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AF1427F6-F030-4628-9B58-E6BFDB9988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55C4F196-5940-4ECA-915B-46B7F660B0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A363F6E6-44C9-4E02-9F0B-C870256BAF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52285600-A6B9-4856-B2B4-85A99CE4C4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1" name="Group 180">
                <a:extLst>
                  <a:ext uri="{FF2B5EF4-FFF2-40B4-BE49-F238E27FC236}">
                    <a16:creationId xmlns:a16="http://schemas.microsoft.com/office/drawing/2014/main" id="{BBDBD3E8-883C-4159-8991-7976D829F4BF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508678F2-6100-4787-9E79-D95EF252AE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3D5D821A-B125-4A2C-AE90-C66D85F06C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5233BFD6-4239-44AA-B128-4E2AA5904D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39C7A814-7B5C-4C2C-9EEA-6790E2C31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B4F26337-ECFA-459B-A935-F6299DF839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7A61B8F4-9A75-437F-95E2-10CD7C523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2F2F5E87-49F6-4886-93BC-FF93462AFB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DF974075-3C22-4398-B3FF-38852B99B7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D80BEBC6-9679-457D-BE59-4EA69D7A85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2" name="Group 181">
                <a:extLst>
                  <a:ext uri="{FF2B5EF4-FFF2-40B4-BE49-F238E27FC236}">
                    <a16:creationId xmlns:a16="http://schemas.microsoft.com/office/drawing/2014/main" id="{F9F44E34-18C3-4FB3-A1E1-A0FE1C69CC9A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0A74889D-EBC6-4DDE-B003-5F6B11BE4E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7DCBD1D5-65B7-4E71-9E35-4B6BC5E722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0D543DE2-ED0E-4898-ABC0-A45F546BAA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F9F5F542-0DC9-4522-868B-F4AE38D6F6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C9E0DC86-0368-4E15-A00B-08850C1847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2C2C3899-8681-49E4-8DFE-2347E3DA40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B858FA9B-04AF-4481-9740-886ACFADBD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22DBAF54-7CDC-42F6-A703-E257074927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DA009A06-D62C-4A25-815C-2EB0144FC4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83" name="Group 182">
                <a:extLst>
                  <a:ext uri="{FF2B5EF4-FFF2-40B4-BE49-F238E27FC236}">
                    <a16:creationId xmlns:a16="http://schemas.microsoft.com/office/drawing/2014/main" id="{6FA2BBB4-6F64-4095-9B5D-FBECBE5EFE22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77509917-39CE-480F-9CF8-416A09C7F1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90B57FE8-7297-4BD3-A450-00EAF1F418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9DA16FF0-1CCB-4DA4-893B-05C5CF7BCF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E209AAB0-946C-4FCF-AE51-C663E9D93C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7DE7CE0E-730D-4061-B6C0-0FCC413F66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814D487B-23A5-4EE0-A3E5-4568952B31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62B76A74-D701-4C28-A531-5F162F6851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7A13C7C7-E6E4-40F9-B4E8-4900FB3B78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161B1760-3E2A-408A-8AF2-3A8DFDE01C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7521DD69-4C91-4552-A4ED-F54A9ECB4DF3}"/>
                </a:ext>
              </a:extLst>
            </p:cNvPr>
            <p:cNvGrpSpPr/>
            <p:nvPr/>
          </p:nvGrpSpPr>
          <p:grpSpPr>
            <a:xfrm>
              <a:off x="6831150" y="415656"/>
              <a:ext cx="1813091" cy="1738718"/>
              <a:chOff x="3908409" y="523174"/>
              <a:chExt cx="1813091" cy="1738718"/>
            </a:xfrm>
          </p:grpSpPr>
          <p:grpSp>
            <p:nvGrpSpPr>
              <p:cNvPr id="248" name="Group 247">
                <a:extLst>
                  <a:ext uri="{FF2B5EF4-FFF2-40B4-BE49-F238E27FC236}">
                    <a16:creationId xmlns:a16="http://schemas.microsoft.com/office/drawing/2014/main" id="{FB57B2AA-5642-4FA0-B99D-146BA6E3A2A8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309" name="Straight Connector 308">
                  <a:extLst>
                    <a:ext uri="{FF2B5EF4-FFF2-40B4-BE49-F238E27FC236}">
                      <a16:creationId xmlns:a16="http://schemas.microsoft.com/office/drawing/2014/main" id="{F8D30176-A7E6-4253-B731-6CBA236E97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167480AE-8685-4EF5-82BC-B7DB3A27BB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D0A5C75B-48A7-434E-B86E-FA6EFDD5F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DB206F28-13E6-4893-88B8-0E2C1BE15A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EC756F8A-995D-4F06-9A9E-3CBB33F49F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9C301CDD-D1E3-498D-BC13-B5F2C602E6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>
                  <a:extLst>
                    <a:ext uri="{FF2B5EF4-FFF2-40B4-BE49-F238E27FC236}">
                      <a16:creationId xmlns:a16="http://schemas.microsoft.com/office/drawing/2014/main" id="{CF7C549D-39AE-4049-AD18-A94B29630E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C6A95FA1-254A-43AF-AA24-5E82E7BA73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55B52719-E746-49D9-829F-1DAC42EC43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49" name="Group 248">
                <a:extLst>
                  <a:ext uri="{FF2B5EF4-FFF2-40B4-BE49-F238E27FC236}">
                    <a16:creationId xmlns:a16="http://schemas.microsoft.com/office/drawing/2014/main" id="{E30A864B-AC55-4685-93CC-103606B8A541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300" name="Straight Connector 299">
                  <a:extLst>
                    <a:ext uri="{FF2B5EF4-FFF2-40B4-BE49-F238E27FC236}">
                      <a16:creationId xmlns:a16="http://schemas.microsoft.com/office/drawing/2014/main" id="{A59583D5-CFB5-454E-83F9-31CF8BBCFF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80BEE2C2-60F7-45A1-B4F2-395481D30E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BCFF6BB8-3DB6-4311-AB68-61BAF6F9BB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>
                  <a:extLst>
                    <a:ext uri="{FF2B5EF4-FFF2-40B4-BE49-F238E27FC236}">
                      <a16:creationId xmlns:a16="http://schemas.microsoft.com/office/drawing/2014/main" id="{E4856E2D-1EBE-43C2-BADD-A6636CD3B4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>
                  <a:extLst>
                    <a:ext uri="{FF2B5EF4-FFF2-40B4-BE49-F238E27FC236}">
                      <a16:creationId xmlns:a16="http://schemas.microsoft.com/office/drawing/2014/main" id="{EE9DDE50-C9C6-4578-8900-7BF518DEFA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83FB014E-740A-4F88-B8B8-F673DFEEB8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21243212-D356-4DA4-908B-66D4B0894A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>
                  <a:extLst>
                    <a:ext uri="{FF2B5EF4-FFF2-40B4-BE49-F238E27FC236}">
                      <a16:creationId xmlns:a16="http://schemas.microsoft.com/office/drawing/2014/main" id="{8587E2E3-237A-4CE3-AA88-582AAB8EDA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>
                  <a:extLst>
                    <a:ext uri="{FF2B5EF4-FFF2-40B4-BE49-F238E27FC236}">
                      <a16:creationId xmlns:a16="http://schemas.microsoft.com/office/drawing/2014/main" id="{4C0F67C3-B86A-43B8-AC03-D72EB69228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0" name="Group 249">
                <a:extLst>
                  <a:ext uri="{FF2B5EF4-FFF2-40B4-BE49-F238E27FC236}">
                    <a16:creationId xmlns:a16="http://schemas.microsoft.com/office/drawing/2014/main" id="{6E562D11-F96A-443F-AF0F-116B3FB06B92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B67D9314-43A8-42B2-AC7E-40F7EBCD1A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0190EA48-C01B-4F0D-8DC0-1709C6BE2D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3DBD568B-C464-4205-9F51-6F34CA66CC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C2D78919-6216-4B15-8628-1EFF8A5220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>
                  <a:extLst>
                    <a:ext uri="{FF2B5EF4-FFF2-40B4-BE49-F238E27FC236}">
                      <a16:creationId xmlns:a16="http://schemas.microsoft.com/office/drawing/2014/main" id="{7524C1FA-5AF9-42D0-A008-C41A9FEF96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1DD161BE-890D-43EF-9197-D9A264CAD0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618FD6E3-52E2-41F5-A77D-3EFD8941CD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>
                  <a:extLst>
                    <a:ext uri="{FF2B5EF4-FFF2-40B4-BE49-F238E27FC236}">
                      <a16:creationId xmlns:a16="http://schemas.microsoft.com/office/drawing/2014/main" id="{D89EE794-9565-4459-99E8-975D9B6BD2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>
                  <a:extLst>
                    <a:ext uri="{FF2B5EF4-FFF2-40B4-BE49-F238E27FC236}">
                      <a16:creationId xmlns:a16="http://schemas.microsoft.com/office/drawing/2014/main" id="{BF43F01C-CF31-47AC-AB36-A6BD41B6F2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1" name="Group 250">
                <a:extLst>
                  <a:ext uri="{FF2B5EF4-FFF2-40B4-BE49-F238E27FC236}">
                    <a16:creationId xmlns:a16="http://schemas.microsoft.com/office/drawing/2014/main" id="{4294B19A-1F23-4AA9-8A57-AFD51E2D8629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6B292213-FFE4-4E1D-B2F6-AEF20892D5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1A62DB2C-562D-4233-84B3-72EB3AB5DF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FF25B525-5F5B-4BDF-AE48-261EE39784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DEE0A889-E4AC-47BD-9978-D98A0131B8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2DFC5CAB-8974-432F-863A-23D9B6DE16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1F98F3C2-6DBF-4047-8D62-3678AFDA94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9A7A1B3E-2208-4CE6-B735-588BE352CC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4721FA64-F840-4782-A304-F7277ABB60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B14C91FF-2FD9-48E7-AEF0-CEFEEA61EA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2" name="Group 251">
                <a:extLst>
                  <a:ext uri="{FF2B5EF4-FFF2-40B4-BE49-F238E27FC236}">
                    <a16:creationId xmlns:a16="http://schemas.microsoft.com/office/drawing/2014/main" id="{3DCADCFF-7848-4EEA-992F-49939F53963E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CE099283-ACCF-413E-B9F1-B3A272F1DE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5D8A7CAF-1265-465F-9164-E378239659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9AC4E6A0-60AF-4C45-9608-76D28D5839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3E35D46F-3B96-478E-A1F4-FE7D0D02BD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4753615F-4480-404E-A88D-D5DA43C607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EB6BED50-A2C0-410B-BFAB-5672CED8CA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AC7F618F-56ED-47E7-A2A9-0A042F333A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E64A1BA5-5474-4949-8864-D91D6D958C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818593D0-95E7-4E4D-932D-485B1E3B9C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3" name="Group 252">
                <a:extLst>
                  <a:ext uri="{FF2B5EF4-FFF2-40B4-BE49-F238E27FC236}">
                    <a16:creationId xmlns:a16="http://schemas.microsoft.com/office/drawing/2014/main" id="{3769BDF0-BB55-4A94-9889-4D7EA15E7AD6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30CDEBE1-6B69-46CB-B592-50B7EBC0EF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7C08C362-5CF8-486D-9136-EC19D1EA30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54B3B531-C32A-4D85-A4C2-E8CE360C2C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F3BCAA65-2BB6-4D88-9E36-5A3F08E984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BAC5D64F-B2E8-44DA-A2EF-8775C7B750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928A0B07-1A55-4DC7-BD25-E3847CAB9A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13F28354-C177-4BAA-9CF1-3AE5234AF7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BA36015F-6B7A-47CA-8419-BECC0B6419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EE5C4357-6907-479D-A38A-D6B3177F1F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54" name="Group 253">
                <a:extLst>
                  <a:ext uri="{FF2B5EF4-FFF2-40B4-BE49-F238E27FC236}">
                    <a16:creationId xmlns:a16="http://schemas.microsoft.com/office/drawing/2014/main" id="{06A0A566-906C-4A34-BEB7-817CAB0685B0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27B12FAB-80DE-453D-BCC9-04C690B869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949AC981-4557-4E50-B376-A22B4419CC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EEB47288-D84D-4781-AF64-A6CF402C5C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2EB5CD0A-D151-4C95-887E-69DB165BCC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A16E1684-993A-4B3C-80AE-8C8EB11E92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D4FA2970-696E-4BBC-9D50-426E14F9F6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8081CD76-03E3-4F89-A2C1-FEC6CB55EC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74043759-9816-41BB-AA53-59D5B6F96C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7DF9E153-3978-45FE-B98B-3AE055F82E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89" name="Group 388">
              <a:extLst>
                <a:ext uri="{FF2B5EF4-FFF2-40B4-BE49-F238E27FC236}">
                  <a16:creationId xmlns:a16="http://schemas.microsoft.com/office/drawing/2014/main" id="{10A8B136-4A51-47E3-B0F5-79E849380B25}"/>
                </a:ext>
              </a:extLst>
            </p:cNvPr>
            <p:cNvGrpSpPr/>
            <p:nvPr/>
          </p:nvGrpSpPr>
          <p:grpSpPr>
            <a:xfrm>
              <a:off x="7957225" y="423547"/>
              <a:ext cx="1813091" cy="1738718"/>
              <a:chOff x="3908409" y="523174"/>
              <a:chExt cx="1813091" cy="1738718"/>
            </a:xfrm>
          </p:grpSpPr>
          <p:grpSp>
            <p:nvGrpSpPr>
              <p:cNvPr id="390" name="Group 389">
                <a:extLst>
                  <a:ext uri="{FF2B5EF4-FFF2-40B4-BE49-F238E27FC236}">
                    <a16:creationId xmlns:a16="http://schemas.microsoft.com/office/drawing/2014/main" id="{BD010488-FE6A-49FB-A2FA-89CFE5B7A510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451" name="Straight Connector 450">
                  <a:extLst>
                    <a:ext uri="{FF2B5EF4-FFF2-40B4-BE49-F238E27FC236}">
                      <a16:creationId xmlns:a16="http://schemas.microsoft.com/office/drawing/2014/main" id="{B7BE980A-DD3B-4063-847E-B61AAB4AB2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Straight Connector 451">
                  <a:extLst>
                    <a:ext uri="{FF2B5EF4-FFF2-40B4-BE49-F238E27FC236}">
                      <a16:creationId xmlns:a16="http://schemas.microsoft.com/office/drawing/2014/main" id="{2D20F0C5-F8E9-4B78-A92B-743EF958FF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Straight Connector 452">
                  <a:extLst>
                    <a:ext uri="{FF2B5EF4-FFF2-40B4-BE49-F238E27FC236}">
                      <a16:creationId xmlns:a16="http://schemas.microsoft.com/office/drawing/2014/main" id="{2CF78D0A-BCC8-46A0-B1E7-E61A29628F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4" name="Straight Connector 453">
                  <a:extLst>
                    <a:ext uri="{FF2B5EF4-FFF2-40B4-BE49-F238E27FC236}">
                      <a16:creationId xmlns:a16="http://schemas.microsoft.com/office/drawing/2014/main" id="{CB86E698-9D39-4BC2-832F-8100FA4DA1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Straight Connector 454">
                  <a:extLst>
                    <a:ext uri="{FF2B5EF4-FFF2-40B4-BE49-F238E27FC236}">
                      <a16:creationId xmlns:a16="http://schemas.microsoft.com/office/drawing/2014/main" id="{123222A1-54B0-4F0E-A74D-E4E5E755A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Straight Connector 455">
                  <a:extLst>
                    <a:ext uri="{FF2B5EF4-FFF2-40B4-BE49-F238E27FC236}">
                      <a16:creationId xmlns:a16="http://schemas.microsoft.com/office/drawing/2014/main" id="{93D3CBAB-1641-45FD-A54A-D513D05DD3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>
                  <a:extLst>
                    <a:ext uri="{FF2B5EF4-FFF2-40B4-BE49-F238E27FC236}">
                      <a16:creationId xmlns:a16="http://schemas.microsoft.com/office/drawing/2014/main" id="{54A76326-FB68-4167-91F5-40B51A36DF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Straight Connector 457">
                  <a:extLst>
                    <a:ext uri="{FF2B5EF4-FFF2-40B4-BE49-F238E27FC236}">
                      <a16:creationId xmlns:a16="http://schemas.microsoft.com/office/drawing/2014/main" id="{793FE839-733D-49FD-A64F-57CDF6BEBC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7274AEA2-6D90-43A6-A445-6E58D8A1C7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1" name="Group 390">
                <a:extLst>
                  <a:ext uri="{FF2B5EF4-FFF2-40B4-BE49-F238E27FC236}">
                    <a16:creationId xmlns:a16="http://schemas.microsoft.com/office/drawing/2014/main" id="{F957B350-DE7D-4912-8E9A-3E909C0EABF5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442" name="Straight Connector 441">
                  <a:extLst>
                    <a:ext uri="{FF2B5EF4-FFF2-40B4-BE49-F238E27FC236}">
                      <a16:creationId xmlns:a16="http://schemas.microsoft.com/office/drawing/2014/main" id="{0D3CA1B3-60CA-4D64-A94A-7D3F18DF46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>
                  <a:extLst>
                    <a:ext uri="{FF2B5EF4-FFF2-40B4-BE49-F238E27FC236}">
                      <a16:creationId xmlns:a16="http://schemas.microsoft.com/office/drawing/2014/main" id="{993411C6-4AAF-4819-9AD4-D5DD3509C6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Straight Connector 443">
                  <a:extLst>
                    <a:ext uri="{FF2B5EF4-FFF2-40B4-BE49-F238E27FC236}">
                      <a16:creationId xmlns:a16="http://schemas.microsoft.com/office/drawing/2014/main" id="{5648BD8B-B554-40A4-8B8F-E6B19D5994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>
                  <a:extLst>
                    <a:ext uri="{FF2B5EF4-FFF2-40B4-BE49-F238E27FC236}">
                      <a16:creationId xmlns:a16="http://schemas.microsoft.com/office/drawing/2014/main" id="{B35F6B9E-5B92-4A0F-8A34-582CCDA44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Straight Connector 445">
                  <a:extLst>
                    <a:ext uri="{FF2B5EF4-FFF2-40B4-BE49-F238E27FC236}">
                      <a16:creationId xmlns:a16="http://schemas.microsoft.com/office/drawing/2014/main" id="{018C4AE5-F788-49CC-9E92-CDC3B8C6DC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>
                  <a:extLst>
                    <a:ext uri="{FF2B5EF4-FFF2-40B4-BE49-F238E27FC236}">
                      <a16:creationId xmlns:a16="http://schemas.microsoft.com/office/drawing/2014/main" id="{B421FEB6-30DE-43D4-92C3-B921A2F5FF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FED01AD1-AB92-454D-A118-8CE2094E31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>
                  <a:extLst>
                    <a:ext uri="{FF2B5EF4-FFF2-40B4-BE49-F238E27FC236}">
                      <a16:creationId xmlns:a16="http://schemas.microsoft.com/office/drawing/2014/main" id="{16CD6331-57CA-400D-820E-B5647F7F9E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398DD69E-1620-44B7-8AC9-C0A165139B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2" name="Group 391">
                <a:extLst>
                  <a:ext uri="{FF2B5EF4-FFF2-40B4-BE49-F238E27FC236}">
                    <a16:creationId xmlns:a16="http://schemas.microsoft.com/office/drawing/2014/main" id="{A2DD5EB2-38E4-4E5C-8C7E-78F5FA7AEE97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E532A82D-1D0C-447A-A1E8-EE0DBD4866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Straight Connector 433">
                  <a:extLst>
                    <a:ext uri="{FF2B5EF4-FFF2-40B4-BE49-F238E27FC236}">
                      <a16:creationId xmlns:a16="http://schemas.microsoft.com/office/drawing/2014/main" id="{0A825E4B-EDC2-4241-A133-D27F6C48C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3C7D53E5-8774-44CA-A339-21F5A54406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642AAC23-169D-44D2-88D2-929013FEAD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id="{40761C54-398F-4EA0-825C-C37005CE9D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Straight Connector 437">
                  <a:extLst>
                    <a:ext uri="{FF2B5EF4-FFF2-40B4-BE49-F238E27FC236}">
                      <a16:creationId xmlns:a16="http://schemas.microsoft.com/office/drawing/2014/main" id="{4ABB187A-88A6-4DBB-9A8D-C087DCBFAD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id="{0288050C-8335-424D-83D3-19B1281347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id="{43885752-04BE-4252-90ED-D75FFF636C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D313F880-5064-4DAB-B9C9-162564A482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3" name="Group 392">
                <a:extLst>
                  <a:ext uri="{FF2B5EF4-FFF2-40B4-BE49-F238E27FC236}">
                    <a16:creationId xmlns:a16="http://schemas.microsoft.com/office/drawing/2014/main" id="{FB410E47-E556-4656-88BB-A758E2F0B8E7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A23DCF44-DDD7-4A22-85D4-ECD2971977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32945606-5E84-4969-AFC6-39DA5F0E13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C5EFE82C-B14E-47DE-BFB0-5CD4C5B9AE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0CF1EDB2-7027-4263-87C9-82B98F8B26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2945B4E8-DFA0-47AC-9CE0-78642AD49F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7C8791E6-EAB6-4FD8-BB4E-14E27515B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0F2C1D27-3C69-4354-8196-3EB2373E8C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70FABEC7-DC54-4FBA-B876-57105D9AD9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85B6D458-56B8-4E67-9190-F32B0A3C5C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4" name="Group 393">
                <a:extLst>
                  <a:ext uri="{FF2B5EF4-FFF2-40B4-BE49-F238E27FC236}">
                    <a16:creationId xmlns:a16="http://schemas.microsoft.com/office/drawing/2014/main" id="{DA02A168-E16A-4D72-8672-D2C76D6B10CA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356C33DA-D4EF-4AF6-8A65-F8C62D0C76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415">
                  <a:extLst>
                    <a:ext uri="{FF2B5EF4-FFF2-40B4-BE49-F238E27FC236}">
                      <a16:creationId xmlns:a16="http://schemas.microsoft.com/office/drawing/2014/main" id="{9AF180D0-206D-4090-A409-2297B966D5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35801191-C4F8-4412-A720-59E1D49114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6D5796C3-FAF6-47D8-8720-FD41B92E12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67775F3D-134E-437E-8566-1C8ED59981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A59E7881-814A-46DA-9130-39D6291CAE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8137B788-8091-4D01-A817-78E3F656F2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786AF436-0FB2-4735-B459-A76FB193EA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5CAF6E37-F9AD-4504-AF18-580FD9EBD2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C3E89B4F-446D-42AC-ADB7-0651A54E6181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406" name="Straight Connector 405">
                  <a:extLst>
                    <a:ext uri="{FF2B5EF4-FFF2-40B4-BE49-F238E27FC236}">
                      <a16:creationId xmlns:a16="http://schemas.microsoft.com/office/drawing/2014/main" id="{381A027F-6A5A-4B2C-8BBC-04630AA2C0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13F3F292-6F76-4458-A91B-2BAB3E5BC8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594529B7-7770-4F01-8DF0-9EE160F092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0CF41314-059E-4C73-BB61-EBD947D69B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CEEFF10A-3393-402F-8463-69F5BA6DD4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>
                  <a:extLst>
                    <a:ext uri="{FF2B5EF4-FFF2-40B4-BE49-F238E27FC236}">
                      <a16:creationId xmlns:a16="http://schemas.microsoft.com/office/drawing/2014/main" id="{F3AF0AE9-A32E-42B2-97CF-C35C58E7C3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F539AAD1-EE11-4B44-9C43-B3ADB94A22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Straight Connector 412">
                  <a:extLst>
                    <a:ext uri="{FF2B5EF4-FFF2-40B4-BE49-F238E27FC236}">
                      <a16:creationId xmlns:a16="http://schemas.microsoft.com/office/drawing/2014/main" id="{E9CD9DC4-3765-4038-854C-34F888A0F7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2DFB6AC3-1DD7-43FE-AAAF-136C39D8D7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96" name="Group 395">
                <a:extLst>
                  <a:ext uri="{FF2B5EF4-FFF2-40B4-BE49-F238E27FC236}">
                    <a16:creationId xmlns:a16="http://schemas.microsoft.com/office/drawing/2014/main" id="{7BECFED8-A892-4CBD-BEE3-426331687F5E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4DDAA2E6-0979-4954-80D1-0C6871848C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8081C5BF-9CC8-4F40-817A-BED6FEAC6D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4EAEF6E0-CB3D-4AB9-A4BF-CC2F90CB6B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A0178AA7-BA00-4921-B480-F6AFB8B3A4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C2E9101B-DDBC-455F-BFA0-68321E54B2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8DABB9AE-A64F-4F9F-A2A2-AF0C1A2674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1991E956-1C3E-454F-B905-63CBE07710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>
                  <a:extLst>
                    <a:ext uri="{FF2B5EF4-FFF2-40B4-BE49-F238E27FC236}">
                      <a16:creationId xmlns:a16="http://schemas.microsoft.com/office/drawing/2014/main" id="{497DF831-5F79-4DB4-8970-5CD0EF8395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A473BAEF-837C-408D-8BB8-87A0E14050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460" name="Group 459">
              <a:extLst>
                <a:ext uri="{FF2B5EF4-FFF2-40B4-BE49-F238E27FC236}">
                  <a16:creationId xmlns:a16="http://schemas.microsoft.com/office/drawing/2014/main" id="{382B450F-B93E-40E7-A8B4-BC592B60BBE6}"/>
                </a:ext>
              </a:extLst>
            </p:cNvPr>
            <p:cNvGrpSpPr/>
            <p:nvPr/>
          </p:nvGrpSpPr>
          <p:grpSpPr>
            <a:xfrm>
              <a:off x="9813082" y="417591"/>
              <a:ext cx="1813091" cy="1738718"/>
              <a:chOff x="3908409" y="523174"/>
              <a:chExt cx="1813091" cy="1738718"/>
            </a:xfrm>
          </p:grpSpPr>
          <p:grpSp>
            <p:nvGrpSpPr>
              <p:cNvPr id="461" name="Group 460">
                <a:extLst>
                  <a:ext uri="{FF2B5EF4-FFF2-40B4-BE49-F238E27FC236}">
                    <a16:creationId xmlns:a16="http://schemas.microsoft.com/office/drawing/2014/main" id="{3E63114E-483E-481E-A4D4-B7621D4DA181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2DA568E2-DE33-44D3-8821-E68A4C9590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1655132A-AF49-4B3B-A1C8-BF491D7961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46C2FA48-C048-4D4B-AF7B-73AD24F7C43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7BC93953-6DE7-4F41-9D10-F3CC7927E1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9CB3D6E8-53ED-4286-A113-6F9C01CD0E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0CB97572-B05C-4E5D-83DB-427BC357FA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88A38378-54EB-4F8D-BC43-0D37D2C262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88CCFE46-13B4-4E32-A74B-5A20AF98C3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910AD427-60E3-4F9A-894B-9C404DD899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2" name="Group 461">
                <a:extLst>
                  <a:ext uri="{FF2B5EF4-FFF2-40B4-BE49-F238E27FC236}">
                    <a16:creationId xmlns:a16="http://schemas.microsoft.com/office/drawing/2014/main" id="{B76CDD0C-6F4A-4EC6-AEBA-91D9E5C3F748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AE56B610-E64A-4D82-B4C1-C164AFB062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0F3EF79E-604A-4DB9-BDCB-06EA813B8E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DA3A35EC-F728-44CD-8D3B-3041363FB8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6" name="Straight Connector 515">
                  <a:extLst>
                    <a:ext uri="{FF2B5EF4-FFF2-40B4-BE49-F238E27FC236}">
                      <a16:creationId xmlns:a16="http://schemas.microsoft.com/office/drawing/2014/main" id="{B7A6FF6D-09D3-4EC0-A730-26BE1EEFB9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7" name="Straight Connector 516">
                  <a:extLst>
                    <a:ext uri="{FF2B5EF4-FFF2-40B4-BE49-F238E27FC236}">
                      <a16:creationId xmlns:a16="http://schemas.microsoft.com/office/drawing/2014/main" id="{5C40FD53-E073-46BC-9231-3EF1E08603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0544CEB7-599F-4CEC-B7DE-28D52C50CD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>
                  <a:extLst>
                    <a:ext uri="{FF2B5EF4-FFF2-40B4-BE49-F238E27FC236}">
                      <a16:creationId xmlns:a16="http://schemas.microsoft.com/office/drawing/2014/main" id="{94813EA2-494B-4A44-AFDD-9CCCD1CF33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0" name="Straight Connector 519">
                  <a:extLst>
                    <a:ext uri="{FF2B5EF4-FFF2-40B4-BE49-F238E27FC236}">
                      <a16:creationId xmlns:a16="http://schemas.microsoft.com/office/drawing/2014/main" id="{D19D3C4A-9059-4912-9D31-2974AEA158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D8DD2CAB-4181-43CA-8F4C-658B51F12C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3" name="Group 462">
                <a:extLst>
                  <a:ext uri="{FF2B5EF4-FFF2-40B4-BE49-F238E27FC236}">
                    <a16:creationId xmlns:a16="http://schemas.microsoft.com/office/drawing/2014/main" id="{7FFB5946-50BD-4286-9A30-6F3E8E7A4D63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5F2F0634-B09D-4045-A6D9-4E4F7F20D9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5" name="Straight Connector 504">
                  <a:extLst>
                    <a:ext uri="{FF2B5EF4-FFF2-40B4-BE49-F238E27FC236}">
                      <a16:creationId xmlns:a16="http://schemas.microsoft.com/office/drawing/2014/main" id="{B2CDE2F3-7682-49B6-90EB-52242C3652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6" name="Straight Connector 505">
                  <a:extLst>
                    <a:ext uri="{FF2B5EF4-FFF2-40B4-BE49-F238E27FC236}">
                      <a16:creationId xmlns:a16="http://schemas.microsoft.com/office/drawing/2014/main" id="{AA8F1792-4D9C-4E09-8D51-4E48DC3640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0E959314-13AE-46E1-A2FF-43C0544C59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B89F92C1-8F29-4C6E-9794-6B5B26B8BA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DCD16EC7-BE8B-4B4A-BF2D-32F06D4194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7362F2B3-65C5-40A8-9FE9-EC1D108AA9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Straight Connector 510">
                  <a:extLst>
                    <a:ext uri="{FF2B5EF4-FFF2-40B4-BE49-F238E27FC236}">
                      <a16:creationId xmlns:a16="http://schemas.microsoft.com/office/drawing/2014/main" id="{2341A9DC-5119-4B27-ACC1-FE76B7876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2" name="Straight Connector 511">
                  <a:extLst>
                    <a:ext uri="{FF2B5EF4-FFF2-40B4-BE49-F238E27FC236}">
                      <a16:creationId xmlns:a16="http://schemas.microsoft.com/office/drawing/2014/main" id="{6ED362EE-F0F5-4CEA-8DF2-C82A0A6E26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4" name="Group 463">
                <a:extLst>
                  <a:ext uri="{FF2B5EF4-FFF2-40B4-BE49-F238E27FC236}">
                    <a16:creationId xmlns:a16="http://schemas.microsoft.com/office/drawing/2014/main" id="{7BB976E3-A11B-4108-BA2B-53145BB36102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C5BF6252-5147-4DCD-AC3B-879C7E2A4C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Straight Connector 495">
                  <a:extLst>
                    <a:ext uri="{FF2B5EF4-FFF2-40B4-BE49-F238E27FC236}">
                      <a16:creationId xmlns:a16="http://schemas.microsoft.com/office/drawing/2014/main" id="{C65CFCB8-AD6D-4E84-9300-FD75BE89BE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1BCB32DF-BC35-403B-B012-C5E8D2DB3C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53BEC051-007C-4593-B163-99816CA18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B4D4D048-5057-422E-A252-7AA4F7E89C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C8409B3F-8817-4850-B836-5DB0DA5108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59207F6A-D2C5-4CB6-B690-C2B70B4DB0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12CC7975-DDF3-4B80-A918-C7805AB5F4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3C9A6479-2523-4C44-82C1-9C7C6217D0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5" name="Group 464">
                <a:extLst>
                  <a:ext uri="{FF2B5EF4-FFF2-40B4-BE49-F238E27FC236}">
                    <a16:creationId xmlns:a16="http://schemas.microsoft.com/office/drawing/2014/main" id="{9805FCC7-0EF5-4AA7-8F5D-7761DD1FC959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486" name="Straight Connector 485">
                  <a:extLst>
                    <a:ext uri="{FF2B5EF4-FFF2-40B4-BE49-F238E27FC236}">
                      <a16:creationId xmlns:a16="http://schemas.microsoft.com/office/drawing/2014/main" id="{82B5E075-6388-4392-9436-DB9B23AF29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45E88703-3D59-4B0F-901F-88D9C1F547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Straight Connector 487">
                  <a:extLst>
                    <a:ext uri="{FF2B5EF4-FFF2-40B4-BE49-F238E27FC236}">
                      <a16:creationId xmlns:a16="http://schemas.microsoft.com/office/drawing/2014/main" id="{0F079E04-F502-43D5-BA8A-F76C2D7795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Straight Connector 488">
                  <a:extLst>
                    <a:ext uri="{FF2B5EF4-FFF2-40B4-BE49-F238E27FC236}">
                      <a16:creationId xmlns:a16="http://schemas.microsoft.com/office/drawing/2014/main" id="{C4CECE43-64D1-4A85-A038-4D3A27F6E0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2A31C7AA-DC65-4454-9E24-978F0A082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B4441495-8A1C-4EFB-989B-FECAC2BFE8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4F741848-0AB7-4D39-838B-BEAA5A9EF3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FDEC18AD-707C-4853-9663-983B6DF9F0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EF0C6DEC-BC5C-434E-B0AD-9DD816829B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6" name="Group 465">
                <a:extLst>
                  <a:ext uri="{FF2B5EF4-FFF2-40B4-BE49-F238E27FC236}">
                    <a16:creationId xmlns:a16="http://schemas.microsoft.com/office/drawing/2014/main" id="{4791BE86-5607-40B5-8D0C-99F19A61238F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477" name="Straight Connector 476">
                  <a:extLst>
                    <a:ext uri="{FF2B5EF4-FFF2-40B4-BE49-F238E27FC236}">
                      <a16:creationId xmlns:a16="http://schemas.microsoft.com/office/drawing/2014/main" id="{FBFF3E9A-3B2C-45F6-82E1-15A9AF5027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Straight Connector 477">
                  <a:extLst>
                    <a:ext uri="{FF2B5EF4-FFF2-40B4-BE49-F238E27FC236}">
                      <a16:creationId xmlns:a16="http://schemas.microsoft.com/office/drawing/2014/main" id="{B0F0EDBA-E395-4966-B743-16315FC165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3D0186D2-2487-47E2-8984-E3B450F8C4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>
                  <a:extLst>
                    <a:ext uri="{FF2B5EF4-FFF2-40B4-BE49-F238E27FC236}">
                      <a16:creationId xmlns:a16="http://schemas.microsoft.com/office/drawing/2014/main" id="{C8A5AC81-CB8E-4F72-8D86-CCF26D6C5F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Straight Connector 480">
                  <a:extLst>
                    <a:ext uri="{FF2B5EF4-FFF2-40B4-BE49-F238E27FC236}">
                      <a16:creationId xmlns:a16="http://schemas.microsoft.com/office/drawing/2014/main" id="{6D845639-631A-4E22-B6FC-CB4F6103F2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Straight Connector 481">
                  <a:extLst>
                    <a:ext uri="{FF2B5EF4-FFF2-40B4-BE49-F238E27FC236}">
                      <a16:creationId xmlns:a16="http://schemas.microsoft.com/office/drawing/2014/main" id="{AA1C41B8-632D-426B-B0AC-7845FB3BEE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Straight Connector 482">
                  <a:extLst>
                    <a:ext uri="{FF2B5EF4-FFF2-40B4-BE49-F238E27FC236}">
                      <a16:creationId xmlns:a16="http://schemas.microsoft.com/office/drawing/2014/main" id="{9A4BBF6B-AAC2-4F75-BEFD-73BAE0DA67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Straight Connector 483">
                  <a:extLst>
                    <a:ext uri="{FF2B5EF4-FFF2-40B4-BE49-F238E27FC236}">
                      <a16:creationId xmlns:a16="http://schemas.microsoft.com/office/drawing/2014/main" id="{BFDC6096-E392-4241-9A26-515E512258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6BE7104F-4076-4AEC-B659-412360C135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67" name="Group 466">
                <a:extLst>
                  <a:ext uri="{FF2B5EF4-FFF2-40B4-BE49-F238E27FC236}">
                    <a16:creationId xmlns:a16="http://schemas.microsoft.com/office/drawing/2014/main" id="{13F53C00-847A-46EB-88F0-C2BED7E3A8DB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468" name="Straight Connector 467">
                  <a:extLst>
                    <a:ext uri="{FF2B5EF4-FFF2-40B4-BE49-F238E27FC236}">
                      <a16:creationId xmlns:a16="http://schemas.microsoft.com/office/drawing/2014/main" id="{84538BAC-CEAD-4BA5-96E5-42C14AB819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Straight Connector 468">
                  <a:extLst>
                    <a:ext uri="{FF2B5EF4-FFF2-40B4-BE49-F238E27FC236}">
                      <a16:creationId xmlns:a16="http://schemas.microsoft.com/office/drawing/2014/main" id="{15865AE8-3352-4906-954D-9BC1BA7D9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Straight Connector 469">
                  <a:extLst>
                    <a:ext uri="{FF2B5EF4-FFF2-40B4-BE49-F238E27FC236}">
                      <a16:creationId xmlns:a16="http://schemas.microsoft.com/office/drawing/2014/main" id="{4840DAA4-96D7-472A-9B44-D1D6B272E5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Connector 470">
                  <a:extLst>
                    <a:ext uri="{FF2B5EF4-FFF2-40B4-BE49-F238E27FC236}">
                      <a16:creationId xmlns:a16="http://schemas.microsoft.com/office/drawing/2014/main" id="{0E65F5F1-20DB-446D-9AE8-1376529DA4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Straight Connector 471">
                  <a:extLst>
                    <a:ext uri="{FF2B5EF4-FFF2-40B4-BE49-F238E27FC236}">
                      <a16:creationId xmlns:a16="http://schemas.microsoft.com/office/drawing/2014/main" id="{55CAE465-B73A-4FE1-A4A6-B18AC2570B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Straight Connector 472">
                  <a:extLst>
                    <a:ext uri="{FF2B5EF4-FFF2-40B4-BE49-F238E27FC236}">
                      <a16:creationId xmlns:a16="http://schemas.microsoft.com/office/drawing/2014/main" id="{CB63F545-A039-483E-8BE4-F37A7BC8B6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4" name="Straight Connector 473">
                  <a:extLst>
                    <a:ext uri="{FF2B5EF4-FFF2-40B4-BE49-F238E27FC236}">
                      <a16:creationId xmlns:a16="http://schemas.microsoft.com/office/drawing/2014/main" id="{B7EBF22B-2FDF-4079-ABD2-19D6D6BA65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5" name="Straight Connector 474">
                  <a:extLst>
                    <a:ext uri="{FF2B5EF4-FFF2-40B4-BE49-F238E27FC236}">
                      <a16:creationId xmlns:a16="http://schemas.microsoft.com/office/drawing/2014/main" id="{C49AB207-9499-4690-9B8B-D8EDEC25C3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6" name="Straight Connector 475">
                  <a:extLst>
                    <a:ext uri="{FF2B5EF4-FFF2-40B4-BE49-F238E27FC236}">
                      <a16:creationId xmlns:a16="http://schemas.microsoft.com/office/drawing/2014/main" id="{02DA33BD-767A-45CF-840A-E45EB29BB5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31" name="Group 530">
              <a:extLst>
                <a:ext uri="{FF2B5EF4-FFF2-40B4-BE49-F238E27FC236}">
                  <a16:creationId xmlns:a16="http://schemas.microsoft.com/office/drawing/2014/main" id="{2221021B-1647-4EE3-A7EB-1D1C3A6D200C}"/>
                </a:ext>
              </a:extLst>
            </p:cNvPr>
            <p:cNvGrpSpPr/>
            <p:nvPr/>
          </p:nvGrpSpPr>
          <p:grpSpPr>
            <a:xfrm>
              <a:off x="3351482" y="320119"/>
              <a:ext cx="1813091" cy="1738718"/>
              <a:chOff x="3908409" y="523174"/>
              <a:chExt cx="1813091" cy="1738718"/>
            </a:xfrm>
          </p:grpSpPr>
          <p:grpSp>
            <p:nvGrpSpPr>
              <p:cNvPr id="532" name="Group 531">
                <a:extLst>
                  <a:ext uri="{FF2B5EF4-FFF2-40B4-BE49-F238E27FC236}">
                    <a16:creationId xmlns:a16="http://schemas.microsoft.com/office/drawing/2014/main" id="{9E03BCC7-EE10-4F36-BEBA-D96E50ECE6E1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593" name="Straight Connector 592">
                  <a:extLst>
                    <a:ext uri="{FF2B5EF4-FFF2-40B4-BE49-F238E27FC236}">
                      <a16:creationId xmlns:a16="http://schemas.microsoft.com/office/drawing/2014/main" id="{EFC8AA4C-86E9-4FD2-BE5B-79A696183B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Straight Connector 593">
                  <a:extLst>
                    <a:ext uri="{FF2B5EF4-FFF2-40B4-BE49-F238E27FC236}">
                      <a16:creationId xmlns:a16="http://schemas.microsoft.com/office/drawing/2014/main" id="{C5BC1414-B111-4032-A3E7-6399AB7950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Straight Connector 594">
                  <a:extLst>
                    <a:ext uri="{FF2B5EF4-FFF2-40B4-BE49-F238E27FC236}">
                      <a16:creationId xmlns:a16="http://schemas.microsoft.com/office/drawing/2014/main" id="{DD43926A-676D-4596-8E78-3D7B40C889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6" name="Straight Connector 595">
                  <a:extLst>
                    <a:ext uri="{FF2B5EF4-FFF2-40B4-BE49-F238E27FC236}">
                      <a16:creationId xmlns:a16="http://schemas.microsoft.com/office/drawing/2014/main" id="{C677EB9D-B265-4061-B90C-CA2CCEF44C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Straight Connector 596">
                  <a:extLst>
                    <a:ext uri="{FF2B5EF4-FFF2-40B4-BE49-F238E27FC236}">
                      <a16:creationId xmlns:a16="http://schemas.microsoft.com/office/drawing/2014/main" id="{34A9E961-3B2D-4AAD-AB09-0C14517E7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Straight Connector 597">
                  <a:extLst>
                    <a:ext uri="{FF2B5EF4-FFF2-40B4-BE49-F238E27FC236}">
                      <a16:creationId xmlns:a16="http://schemas.microsoft.com/office/drawing/2014/main" id="{CDFDAA81-171F-492A-AE4F-2D6B44855D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Straight Connector 598">
                  <a:extLst>
                    <a:ext uri="{FF2B5EF4-FFF2-40B4-BE49-F238E27FC236}">
                      <a16:creationId xmlns:a16="http://schemas.microsoft.com/office/drawing/2014/main" id="{7FF18930-AE94-44E0-AF51-EB945E266F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0" name="Straight Connector 599">
                  <a:extLst>
                    <a:ext uri="{FF2B5EF4-FFF2-40B4-BE49-F238E27FC236}">
                      <a16:creationId xmlns:a16="http://schemas.microsoft.com/office/drawing/2014/main" id="{D72CB494-0C4C-48A7-9A09-4A82CC28DA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1" name="Straight Connector 600">
                  <a:extLst>
                    <a:ext uri="{FF2B5EF4-FFF2-40B4-BE49-F238E27FC236}">
                      <a16:creationId xmlns:a16="http://schemas.microsoft.com/office/drawing/2014/main" id="{1CE93FA4-722A-44EA-A79A-0213F88D03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3" name="Group 532">
                <a:extLst>
                  <a:ext uri="{FF2B5EF4-FFF2-40B4-BE49-F238E27FC236}">
                    <a16:creationId xmlns:a16="http://schemas.microsoft.com/office/drawing/2014/main" id="{D521EC73-F25F-4730-8D82-E1FF35F9ED17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584" name="Straight Connector 583">
                  <a:extLst>
                    <a:ext uri="{FF2B5EF4-FFF2-40B4-BE49-F238E27FC236}">
                      <a16:creationId xmlns:a16="http://schemas.microsoft.com/office/drawing/2014/main" id="{CCE0BAD7-9A05-4430-B6BE-E1E7FABC1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Straight Connector 584">
                  <a:extLst>
                    <a:ext uri="{FF2B5EF4-FFF2-40B4-BE49-F238E27FC236}">
                      <a16:creationId xmlns:a16="http://schemas.microsoft.com/office/drawing/2014/main" id="{62164A70-0583-4521-A6E3-CABE3D2A76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6" name="Straight Connector 585">
                  <a:extLst>
                    <a:ext uri="{FF2B5EF4-FFF2-40B4-BE49-F238E27FC236}">
                      <a16:creationId xmlns:a16="http://schemas.microsoft.com/office/drawing/2014/main" id="{D55F5456-C42F-499E-B4A0-9829B1D8D4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7" name="Straight Connector 586">
                  <a:extLst>
                    <a:ext uri="{FF2B5EF4-FFF2-40B4-BE49-F238E27FC236}">
                      <a16:creationId xmlns:a16="http://schemas.microsoft.com/office/drawing/2014/main" id="{B0974314-E042-4445-8EEA-9E1625EDF2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8" name="Straight Connector 587">
                  <a:extLst>
                    <a:ext uri="{FF2B5EF4-FFF2-40B4-BE49-F238E27FC236}">
                      <a16:creationId xmlns:a16="http://schemas.microsoft.com/office/drawing/2014/main" id="{DECAD372-5C66-4928-9B6C-AFBE38DD25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9" name="Straight Connector 588">
                  <a:extLst>
                    <a:ext uri="{FF2B5EF4-FFF2-40B4-BE49-F238E27FC236}">
                      <a16:creationId xmlns:a16="http://schemas.microsoft.com/office/drawing/2014/main" id="{81AA9A48-62BE-4F37-A7B2-A91ECD8723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Straight Connector 589">
                  <a:extLst>
                    <a:ext uri="{FF2B5EF4-FFF2-40B4-BE49-F238E27FC236}">
                      <a16:creationId xmlns:a16="http://schemas.microsoft.com/office/drawing/2014/main" id="{72011863-3450-4F6F-A05F-61FBD6FA6B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1" name="Straight Connector 590">
                  <a:extLst>
                    <a:ext uri="{FF2B5EF4-FFF2-40B4-BE49-F238E27FC236}">
                      <a16:creationId xmlns:a16="http://schemas.microsoft.com/office/drawing/2014/main" id="{B29F308B-D463-4AB2-8480-62CFFD38D6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Straight Connector 591">
                  <a:extLst>
                    <a:ext uri="{FF2B5EF4-FFF2-40B4-BE49-F238E27FC236}">
                      <a16:creationId xmlns:a16="http://schemas.microsoft.com/office/drawing/2014/main" id="{8272F6D1-71C4-4512-A9B4-D3602814AC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4" name="Group 533">
                <a:extLst>
                  <a:ext uri="{FF2B5EF4-FFF2-40B4-BE49-F238E27FC236}">
                    <a16:creationId xmlns:a16="http://schemas.microsoft.com/office/drawing/2014/main" id="{92D94471-721A-4874-9BCB-EAFFF13371EA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575" name="Straight Connector 574">
                  <a:extLst>
                    <a:ext uri="{FF2B5EF4-FFF2-40B4-BE49-F238E27FC236}">
                      <a16:creationId xmlns:a16="http://schemas.microsoft.com/office/drawing/2014/main" id="{FDB59F7B-FB88-4139-BD39-23CEBEB214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" name="Straight Connector 575">
                  <a:extLst>
                    <a:ext uri="{FF2B5EF4-FFF2-40B4-BE49-F238E27FC236}">
                      <a16:creationId xmlns:a16="http://schemas.microsoft.com/office/drawing/2014/main" id="{616EB3AA-1118-4E06-956F-A3F059FC88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015E4339-0907-4EBF-A74E-3F2186BDD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5C12D3EC-A8BF-4FA0-A4C6-41FF71A297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>
                  <a:extLst>
                    <a:ext uri="{FF2B5EF4-FFF2-40B4-BE49-F238E27FC236}">
                      <a16:creationId xmlns:a16="http://schemas.microsoft.com/office/drawing/2014/main" id="{518BF07A-B0B0-4BC8-A1B8-4936681773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0" name="Straight Connector 579">
                  <a:extLst>
                    <a:ext uri="{FF2B5EF4-FFF2-40B4-BE49-F238E27FC236}">
                      <a16:creationId xmlns:a16="http://schemas.microsoft.com/office/drawing/2014/main" id="{BDE29D54-3108-44A3-AA02-EDD99B38F0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Straight Connector 580">
                  <a:extLst>
                    <a:ext uri="{FF2B5EF4-FFF2-40B4-BE49-F238E27FC236}">
                      <a16:creationId xmlns:a16="http://schemas.microsoft.com/office/drawing/2014/main" id="{8AF4C48F-E923-4010-9354-495F443F1E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Straight Connector 581">
                  <a:extLst>
                    <a:ext uri="{FF2B5EF4-FFF2-40B4-BE49-F238E27FC236}">
                      <a16:creationId xmlns:a16="http://schemas.microsoft.com/office/drawing/2014/main" id="{7530501B-021A-481F-850F-B8F9834A12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Straight Connector 582">
                  <a:extLst>
                    <a:ext uri="{FF2B5EF4-FFF2-40B4-BE49-F238E27FC236}">
                      <a16:creationId xmlns:a16="http://schemas.microsoft.com/office/drawing/2014/main" id="{F8B5FA66-51FD-481F-A04E-FE362A27B0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5" name="Group 534">
                <a:extLst>
                  <a:ext uri="{FF2B5EF4-FFF2-40B4-BE49-F238E27FC236}">
                    <a16:creationId xmlns:a16="http://schemas.microsoft.com/office/drawing/2014/main" id="{BCE9F38F-181A-4908-8F7D-1CEB2D4D70BA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01134665-07FE-4BFA-BA0A-0DA1667B6D8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86BE5070-9750-4E9F-BED9-DDBF9649D9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FDB4C41A-0081-4590-A25A-5A38E7D470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72D33B50-0DF0-4F19-8EB2-6C6EA749A3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07A5FA87-8797-4EB7-A11E-87F343F3A7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Straight Connector 570">
                  <a:extLst>
                    <a:ext uri="{FF2B5EF4-FFF2-40B4-BE49-F238E27FC236}">
                      <a16:creationId xmlns:a16="http://schemas.microsoft.com/office/drawing/2014/main" id="{B3435F59-0EFD-44D2-8666-C7A33AEA61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2" name="Straight Connector 571">
                  <a:extLst>
                    <a:ext uri="{FF2B5EF4-FFF2-40B4-BE49-F238E27FC236}">
                      <a16:creationId xmlns:a16="http://schemas.microsoft.com/office/drawing/2014/main" id="{52A4449F-B12D-4041-98E9-BF7B3A3025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Straight Connector 572">
                  <a:extLst>
                    <a:ext uri="{FF2B5EF4-FFF2-40B4-BE49-F238E27FC236}">
                      <a16:creationId xmlns:a16="http://schemas.microsoft.com/office/drawing/2014/main" id="{C03453A2-C1C2-4B51-A30B-CF3B7531E9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55926106-473E-4ADF-B348-D45006F39E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6" name="Group 535">
                <a:extLst>
                  <a:ext uri="{FF2B5EF4-FFF2-40B4-BE49-F238E27FC236}">
                    <a16:creationId xmlns:a16="http://schemas.microsoft.com/office/drawing/2014/main" id="{095B627E-10A5-40D8-BFE8-0CD4685E85D6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B02CFED1-E3CF-4159-BD9A-5922BB462D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" name="Straight Connector 557">
                  <a:extLst>
                    <a:ext uri="{FF2B5EF4-FFF2-40B4-BE49-F238E27FC236}">
                      <a16:creationId xmlns:a16="http://schemas.microsoft.com/office/drawing/2014/main" id="{54C428C2-8D3A-4F27-A706-516C862A5E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Straight Connector 558">
                  <a:extLst>
                    <a:ext uri="{FF2B5EF4-FFF2-40B4-BE49-F238E27FC236}">
                      <a16:creationId xmlns:a16="http://schemas.microsoft.com/office/drawing/2014/main" id="{B15D2F1E-32B8-43F2-98D7-2ABE38AB94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Straight Connector 559">
                  <a:extLst>
                    <a:ext uri="{FF2B5EF4-FFF2-40B4-BE49-F238E27FC236}">
                      <a16:creationId xmlns:a16="http://schemas.microsoft.com/office/drawing/2014/main" id="{808E4A80-AE6E-4C8E-BC0A-2FC98E632D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>
                  <a:extLst>
                    <a:ext uri="{FF2B5EF4-FFF2-40B4-BE49-F238E27FC236}">
                      <a16:creationId xmlns:a16="http://schemas.microsoft.com/office/drawing/2014/main" id="{3D36DF37-6CC0-4C08-A652-4BB0BCB451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DBAA3F57-CFFA-4E7D-ACA2-3749141B28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Straight Connector 562">
                  <a:extLst>
                    <a:ext uri="{FF2B5EF4-FFF2-40B4-BE49-F238E27FC236}">
                      <a16:creationId xmlns:a16="http://schemas.microsoft.com/office/drawing/2014/main" id="{1B2DBBDB-28AF-4E28-AD78-10ADC64188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3826B130-AF65-4C87-ACEA-35D7EFAFA3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EA69BEE2-3CFE-4D1B-B5B1-751BC8763E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7" name="Group 536">
                <a:extLst>
                  <a:ext uri="{FF2B5EF4-FFF2-40B4-BE49-F238E27FC236}">
                    <a16:creationId xmlns:a16="http://schemas.microsoft.com/office/drawing/2014/main" id="{0EA233AA-9B5A-4CBF-916F-58493DB5D02D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548" name="Straight Connector 547">
                  <a:extLst>
                    <a:ext uri="{FF2B5EF4-FFF2-40B4-BE49-F238E27FC236}">
                      <a16:creationId xmlns:a16="http://schemas.microsoft.com/office/drawing/2014/main" id="{B3D268CB-8478-4990-B9B2-47BE1CA466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Straight Connector 548">
                  <a:extLst>
                    <a:ext uri="{FF2B5EF4-FFF2-40B4-BE49-F238E27FC236}">
                      <a16:creationId xmlns:a16="http://schemas.microsoft.com/office/drawing/2014/main" id="{8288E4D3-8169-4B21-9F4A-777B9222D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Straight Connector 549">
                  <a:extLst>
                    <a:ext uri="{FF2B5EF4-FFF2-40B4-BE49-F238E27FC236}">
                      <a16:creationId xmlns:a16="http://schemas.microsoft.com/office/drawing/2014/main" id="{CBBA7BA0-0842-46FE-9D44-2C4ACE5A03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Straight Connector 550">
                  <a:extLst>
                    <a:ext uri="{FF2B5EF4-FFF2-40B4-BE49-F238E27FC236}">
                      <a16:creationId xmlns:a16="http://schemas.microsoft.com/office/drawing/2014/main" id="{8A78DE21-5FF9-4B10-9308-82149FC376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Straight Connector 551">
                  <a:extLst>
                    <a:ext uri="{FF2B5EF4-FFF2-40B4-BE49-F238E27FC236}">
                      <a16:creationId xmlns:a16="http://schemas.microsoft.com/office/drawing/2014/main" id="{19B1A73C-A323-4A45-A687-0BBF400957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Straight Connector 552">
                  <a:extLst>
                    <a:ext uri="{FF2B5EF4-FFF2-40B4-BE49-F238E27FC236}">
                      <a16:creationId xmlns:a16="http://schemas.microsoft.com/office/drawing/2014/main" id="{A49F1A94-EA57-4853-BE35-22914FDFDC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" name="Straight Connector 553">
                  <a:extLst>
                    <a:ext uri="{FF2B5EF4-FFF2-40B4-BE49-F238E27FC236}">
                      <a16:creationId xmlns:a16="http://schemas.microsoft.com/office/drawing/2014/main" id="{F56D76A4-5CA9-4B27-9852-D8542AE534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Straight Connector 554">
                  <a:extLst>
                    <a:ext uri="{FF2B5EF4-FFF2-40B4-BE49-F238E27FC236}">
                      <a16:creationId xmlns:a16="http://schemas.microsoft.com/office/drawing/2014/main" id="{FFB663A3-9188-4531-83FB-4337078B6D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" name="Straight Connector 555">
                  <a:extLst>
                    <a:ext uri="{FF2B5EF4-FFF2-40B4-BE49-F238E27FC236}">
                      <a16:creationId xmlns:a16="http://schemas.microsoft.com/office/drawing/2014/main" id="{232EDD64-D5BD-4D50-A855-9AAD19E540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38" name="Group 537">
                <a:extLst>
                  <a:ext uri="{FF2B5EF4-FFF2-40B4-BE49-F238E27FC236}">
                    <a16:creationId xmlns:a16="http://schemas.microsoft.com/office/drawing/2014/main" id="{3891FC24-9804-48B1-A0FE-6BDC0EEC9DEC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539" name="Straight Connector 538">
                  <a:extLst>
                    <a:ext uri="{FF2B5EF4-FFF2-40B4-BE49-F238E27FC236}">
                      <a16:creationId xmlns:a16="http://schemas.microsoft.com/office/drawing/2014/main" id="{4A978D63-11C9-43F4-93A0-BDB2C9752B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Straight Connector 539">
                  <a:extLst>
                    <a:ext uri="{FF2B5EF4-FFF2-40B4-BE49-F238E27FC236}">
                      <a16:creationId xmlns:a16="http://schemas.microsoft.com/office/drawing/2014/main" id="{DE990576-E0D7-4908-8AE2-AB20FBEE2E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Straight Connector 540">
                  <a:extLst>
                    <a:ext uri="{FF2B5EF4-FFF2-40B4-BE49-F238E27FC236}">
                      <a16:creationId xmlns:a16="http://schemas.microsoft.com/office/drawing/2014/main" id="{DF934798-BD61-4792-AB27-CA1EA0A4E2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Straight Connector 541">
                  <a:extLst>
                    <a:ext uri="{FF2B5EF4-FFF2-40B4-BE49-F238E27FC236}">
                      <a16:creationId xmlns:a16="http://schemas.microsoft.com/office/drawing/2014/main" id="{CD415157-C7E3-4138-A6D0-CAC0C4D008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Straight Connector 542">
                  <a:extLst>
                    <a:ext uri="{FF2B5EF4-FFF2-40B4-BE49-F238E27FC236}">
                      <a16:creationId xmlns:a16="http://schemas.microsoft.com/office/drawing/2014/main" id="{1173E127-7EFD-47F1-A2B7-DB25268C87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E0FBF67C-15CF-49C8-844B-6F0FEF6610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Straight Connector 544">
                  <a:extLst>
                    <a:ext uri="{FF2B5EF4-FFF2-40B4-BE49-F238E27FC236}">
                      <a16:creationId xmlns:a16="http://schemas.microsoft.com/office/drawing/2014/main" id="{40CEF50D-9EA4-451A-8267-F9AD11ED92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Straight Connector 545">
                  <a:extLst>
                    <a:ext uri="{FF2B5EF4-FFF2-40B4-BE49-F238E27FC236}">
                      <a16:creationId xmlns:a16="http://schemas.microsoft.com/office/drawing/2014/main" id="{FA900387-FC8A-44F3-9995-E94DEFE86D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Straight Connector 546">
                  <a:extLst>
                    <a:ext uri="{FF2B5EF4-FFF2-40B4-BE49-F238E27FC236}">
                      <a16:creationId xmlns:a16="http://schemas.microsoft.com/office/drawing/2014/main" id="{FEFE3722-FF41-4304-B218-A1137D011C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02" name="Group 601">
              <a:extLst>
                <a:ext uri="{FF2B5EF4-FFF2-40B4-BE49-F238E27FC236}">
                  <a16:creationId xmlns:a16="http://schemas.microsoft.com/office/drawing/2014/main" id="{514C89FF-FEAE-41CD-A733-2D74C6B981D2}"/>
                </a:ext>
              </a:extLst>
            </p:cNvPr>
            <p:cNvGrpSpPr/>
            <p:nvPr/>
          </p:nvGrpSpPr>
          <p:grpSpPr>
            <a:xfrm>
              <a:off x="4878588" y="1427667"/>
              <a:ext cx="1813091" cy="1738718"/>
              <a:chOff x="3908409" y="523174"/>
              <a:chExt cx="1813091" cy="1738718"/>
            </a:xfrm>
          </p:grpSpPr>
          <p:grpSp>
            <p:nvGrpSpPr>
              <p:cNvPr id="603" name="Group 602">
                <a:extLst>
                  <a:ext uri="{FF2B5EF4-FFF2-40B4-BE49-F238E27FC236}">
                    <a16:creationId xmlns:a16="http://schemas.microsoft.com/office/drawing/2014/main" id="{BC267D6E-46DE-4991-A1FC-61419D71C717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664" name="Straight Connector 663">
                  <a:extLst>
                    <a:ext uri="{FF2B5EF4-FFF2-40B4-BE49-F238E27FC236}">
                      <a16:creationId xmlns:a16="http://schemas.microsoft.com/office/drawing/2014/main" id="{E871BC5C-5058-4D00-B6A8-E47F3641B5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5" name="Straight Connector 664">
                  <a:extLst>
                    <a:ext uri="{FF2B5EF4-FFF2-40B4-BE49-F238E27FC236}">
                      <a16:creationId xmlns:a16="http://schemas.microsoft.com/office/drawing/2014/main" id="{9A461214-C971-452A-B4D8-EF4F7AA34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6" name="Straight Connector 665">
                  <a:extLst>
                    <a:ext uri="{FF2B5EF4-FFF2-40B4-BE49-F238E27FC236}">
                      <a16:creationId xmlns:a16="http://schemas.microsoft.com/office/drawing/2014/main" id="{674DF332-20ED-4F61-A285-4F253A9586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7" name="Straight Connector 666">
                  <a:extLst>
                    <a:ext uri="{FF2B5EF4-FFF2-40B4-BE49-F238E27FC236}">
                      <a16:creationId xmlns:a16="http://schemas.microsoft.com/office/drawing/2014/main" id="{53BFB170-D147-4733-90C1-A48C52F2AB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8" name="Straight Connector 667">
                  <a:extLst>
                    <a:ext uri="{FF2B5EF4-FFF2-40B4-BE49-F238E27FC236}">
                      <a16:creationId xmlns:a16="http://schemas.microsoft.com/office/drawing/2014/main" id="{C9B8B410-9102-4133-BA74-0B173FAED4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9" name="Straight Connector 668">
                  <a:extLst>
                    <a:ext uri="{FF2B5EF4-FFF2-40B4-BE49-F238E27FC236}">
                      <a16:creationId xmlns:a16="http://schemas.microsoft.com/office/drawing/2014/main" id="{FD3A6663-F54C-4DED-AAF4-E804B4CE2A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0" name="Straight Connector 669">
                  <a:extLst>
                    <a:ext uri="{FF2B5EF4-FFF2-40B4-BE49-F238E27FC236}">
                      <a16:creationId xmlns:a16="http://schemas.microsoft.com/office/drawing/2014/main" id="{B59441DA-4187-4C10-A40A-D53D4C7243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1" name="Straight Connector 670">
                  <a:extLst>
                    <a:ext uri="{FF2B5EF4-FFF2-40B4-BE49-F238E27FC236}">
                      <a16:creationId xmlns:a16="http://schemas.microsoft.com/office/drawing/2014/main" id="{8494B95E-6759-4BE0-96B3-74E057D563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2" name="Straight Connector 671">
                  <a:extLst>
                    <a:ext uri="{FF2B5EF4-FFF2-40B4-BE49-F238E27FC236}">
                      <a16:creationId xmlns:a16="http://schemas.microsoft.com/office/drawing/2014/main" id="{6EF8C4CD-40CA-472F-9BDC-3C65468A5A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4" name="Group 603">
                <a:extLst>
                  <a:ext uri="{FF2B5EF4-FFF2-40B4-BE49-F238E27FC236}">
                    <a16:creationId xmlns:a16="http://schemas.microsoft.com/office/drawing/2014/main" id="{76AEC30E-BC2C-4AC1-AE5B-CA662E10200F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655" name="Straight Connector 654">
                  <a:extLst>
                    <a:ext uri="{FF2B5EF4-FFF2-40B4-BE49-F238E27FC236}">
                      <a16:creationId xmlns:a16="http://schemas.microsoft.com/office/drawing/2014/main" id="{677B5A41-7A27-4E05-A754-5BD9FAEF4A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6" name="Straight Connector 655">
                  <a:extLst>
                    <a:ext uri="{FF2B5EF4-FFF2-40B4-BE49-F238E27FC236}">
                      <a16:creationId xmlns:a16="http://schemas.microsoft.com/office/drawing/2014/main" id="{279E7A47-0A25-4FA6-89EF-76CE7AFC69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7" name="Straight Connector 656">
                  <a:extLst>
                    <a:ext uri="{FF2B5EF4-FFF2-40B4-BE49-F238E27FC236}">
                      <a16:creationId xmlns:a16="http://schemas.microsoft.com/office/drawing/2014/main" id="{54B2D1E8-E26F-493A-A0E4-6DADB8B27E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8" name="Straight Connector 657">
                  <a:extLst>
                    <a:ext uri="{FF2B5EF4-FFF2-40B4-BE49-F238E27FC236}">
                      <a16:creationId xmlns:a16="http://schemas.microsoft.com/office/drawing/2014/main" id="{8FB0CEC1-C45A-426B-9889-3A9FD2B47B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9" name="Straight Connector 658">
                  <a:extLst>
                    <a:ext uri="{FF2B5EF4-FFF2-40B4-BE49-F238E27FC236}">
                      <a16:creationId xmlns:a16="http://schemas.microsoft.com/office/drawing/2014/main" id="{E4DB51DB-F34E-49EC-ACC2-E3AA394B83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0" name="Straight Connector 659">
                  <a:extLst>
                    <a:ext uri="{FF2B5EF4-FFF2-40B4-BE49-F238E27FC236}">
                      <a16:creationId xmlns:a16="http://schemas.microsoft.com/office/drawing/2014/main" id="{99D3C151-CA53-479D-B7CE-8D35CDC075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1" name="Straight Connector 660">
                  <a:extLst>
                    <a:ext uri="{FF2B5EF4-FFF2-40B4-BE49-F238E27FC236}">
                      <a16:creationId xmlns:a16="http://schemas.microsoft.com/office/drawing/2014/main" id="{5C595466-77BC-41A3-BB2C-F901B73980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2" name="Straight Connector 661">
                  <a:extLst>
                    <a:ext uri="{FF2B5EF4-FFF2-40B4-BE49-F238E27FC236}">
                      <a16:creationId xmlns:a16="http://schemas.microsoft.com/office/drawing/2014/main" id="{3662A27E-216E-4998-8241-E0F594DC5A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63" name="Straight Connector 662">
                  <a:extLst>
                    <a:ext uri="{FF2B5EF4-FFF2-40B4-BE49-F238E27FC236}">
                      <a16:creationId xmlns:a16="http://schemas.microsoft.com/office/drawing/2014/main" id="{1E8EA8E9-D424-4937-8EBA-1BA07D4FB1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5" name="Group 604">
                <a:extLst>
                  <a:ext uri="{FF2B5EF4-FFF2-40B4-BE49-F238E27FC236}">
                    <a16:creationId xmlns:a16="http://schemas.microsoft.com/office/drawing/2014/main" id="{80587281-934E-48A5-AC5A-E39C147DA54F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646" name="Straight Connector 645">
                  <a:extLst>
                    <a:ext uri="{FF2B5EF4-FFF2-40B4-BE49-F238E27FC236}">
                      <a16:creationId xmlns:a16="http://schemas.microsoft.com/office/drawing/2014/main" id="{343EFFE0-0797-4198-9CD8-6CEFBF5423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7" name="Straight Connector 646">
                  <a:extLst>
                    <a:ext uri="{FF2B5EF4-FFF2-40B4-BE49-F238E27FC236}">
                      <a16:creationId xmlns:a16="http://schemas.microsoft.com/office/drawing/2014/main" id="{0081960F-6B2E-4FBD-B1D9-3C4768BBDF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8" name="Straight Connector 647">
                  <a:extLst>
                    <a:ext uri="{FF2B5EF4-FFF2-40B4-BE49-F238E27FC236}">
                      <a16:creationId xmlns:a16="http://schemas.microsoft.com/office/drawing/2014/main" id="{8F549574-5368-4AEB-937B-D2BB60DEC4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9" name="Straight Connector 648">
                  <a:extLst>
                    <a:ext uri="{FF2B5EF4-FFF2-40B4-BE49-F238E27FC236}">
                      <a16:creationId xmlns:a16="http://schemas.microsoft.com/office/drawing/2014/main" id="{0D3D7D1D-5CA1-4A39-A89F-CC89570B05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0" name="Straight Connector 649">
                  <a:extLst>
                    <a:ext uri="{FF2B5EF4-FFF2-40B4-BE49-F238E27FC236}">
                      <a16:creationId xmlns:a16="http://schemas.microsoft.com/office/drawing/2014/main" id="{270D10FF-19E6-4702-B564-D0CEA89328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1" name="Straight Connector 650">
                  <a:extLst>
                    <a:ext uri="{FF2B5EF4-FFF2-40B4-BE49-F238E27FC236}">
                      <a16:creationId xmlns:a16="http://schemas.microsoft.com/office/drawing/2014/main" id="{92D45957-333A-473D-9691-B18E919DDF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2" name="Straight Connector 651">
                  <a:extLst>
                    <a:ext uri="{FF2B5EF4-FFF2-40B4-BE49-F238E27FC236}">
                      <a16:creationId xmlns:a16="http://schemas.microsoft.com/office/drawing/2014/main" id="{AB99414F-6B37-486B-9C11-29FAC30F00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3" name="Straight Connector 652">
                  <a:extLst>
                    <a:ext uri="{FF2B5EF4-FFF2-40B4-BE49-F238E27FC236}">
                      <a16:creationId xmlns:a16="http://schemas.microsoft.com/office/drawing/2014/main" id="{314AB7F7-30CA-4098-B9BA-AFFCCA06FE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54" name="Straight Connector 653">
                  <a:extLst>
                    <a:ext uri="{FF2B5EF4-FFF2-40B4-BE49-F238E27FC236}">
                      <a16:creationId xmlns:a16="http://schemas.microsoft.com/office/drawing/2014/main" id="{132C8189-0932-4E00-8508-9BCC7FF2F4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6" name="Group 605">
                <a:extLst>
                  <a:ext uri="{FF2B5EF4-FFF2-40B4-BE49-F238E27FC236}">
                    <a16:creationId xmlns:a16="http://schemas.microsoft.com/office/drawing/2014/main" id="{F3203ED1-76B5-4250-95FF-655140783E42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637" name="Straight Connector 636">
                  <a:extLst>
                    <a:ext uri="{FF2B5EF4-FFF2-40B4-BE49-F238E27FC236}">
                      <a16:creationId xmlns:a16="http://schemas.microsoft.com/office/drawing/2014/main" id="{75709DEC-D045-480F-A4A6-8DA1B0EE95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8" name="Straight Connector 637">
                  <a:extLst>
                    <a:ext uri="{FF2B5EF4-FFF2-40B4-BE49-F238E27FC236}">
                      <a16:creationId xmlns:a16="http://schemas.microsoft.com/office/drawing/2014/main" id="{F5562D6B-5D2B-4ED5-9772-27142D3F2B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9" name="Straight Connector 638">
                  <a:extLst>
                    <a:ext uri="{FF2B5EF4-FFF2-40B4-BE49-F238E27FC236}">
                      <a16:creationId xmlns:a16="http://schemas.microsoft.com/office/drawing/2014/main" id="{DBA12FB2-E9C9-4733-9854-17D3AFADA4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0" name="Straight Connector 639">
                  <a:extLst>
                    <a:ext uri="{FF2B5EF4-FFF2-40B4-BE49-F238E27FC236}">
                      <a16:creationId xmlns:a16="http://schemas.microsoft.com/office/drawing/2014/main" id="{0F518CED-4001-43F0-8647-7734CFA1D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1" name="Straight Connector 640">
                  <a:extLst>
                    <a:ext uri="{FF2B5EF4-FFF2-40B4-BE49-F238E27FC236}">
                      <a16:creationId xmlns:a16="http://schemas.microsoft.com/office/drawing/2014/main" id="{B84897B7-1F63-4386-9E8B-5CC65DFC49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2" name="Straight Connector 641">
                  <a:extLst>
                    <a:ext uri="{FF2B5EF4-FFF2-40B4-BE49-F238E27FC236}">
                      <a16:creationId xmlns:a16="http://schemas.microsoft.com/office/drawing/2014/main" id="{314F1A56-61EC-4ADF-A8E0-8C7E22168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3" name="Straight Connector 642">
                  <a:extLst>
                    <a:ext uri="{FF2B5EF4-FFF2-40B4-BE49-F238E27FC236}">
                      <a16:creationId xmlns:a16="http://schemas.microsoft.com/office/drawing/2014/main" id="{3833912B-E208-4F42-ABC5-65568FDC73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4" name="Straight Connector 643">
                  <a:extLst>
                    <a:ext uri="{FF2B5EF4-FFF2-40B4-BE49-F238E27FC236}">
                      <a16:creationId xmlns:a16="http://schemas.microsoft.com/office/drawing/2014/main" id="{DB10E6EF-56CF-4658-AC91-A43A337567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45" name="Straight Connector 644">
                  <a:extLst>
                    <a:ext uri="{FF2B5EF4-FFF2-40B4-BE49-F238E27FC236}">
                      <a16:creationId xmlns:a16="http://schemas.microsoft.com/office/drawing/2014/main" id="{23FACF9E-130F-4639-8085-9C5AA259D9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7" name="Group 606">
                <a:extLst>
                  <a:ext uri="{FF2B5EF4-FFF2-40B4-BE49-F238E27FC236}">
                    <a16:creationId xmlns:a16="http://schemas.microsoft.com/office/drawing/2014/main" id="{5CDE9009-D255-4724-95F9-98AE1F96DA4C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628" name="Straight Connector 627">
                  <a:extLst>
                    <a:ext uri="{FF2B5EF4-FFF2-40B4-BE49-F238E27FC236}">
                      <a16:creationId xmlns:a16="http://schemas.microsoft.com/office/drawing/2014/main" id="{89870B83-4BFA-490D-B039-07D13BD8AB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9" name="Straight Connector 628">
                  <a:extLst>
                    <a:ext uri="{FF2B5EF4-FFF2-40B4-BE49-F238E27FC236}">
                      <a16:creationId xmlns:a16="http://schemas.microsoft.com/office/drawing/2014/main" id="{456A6203-15FD-41AC-810E-305B70B49D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0" name="Straight Connector 629">
                  <a:extLst>
                    <a:ext uri="{FF2B5EF4-FFF2-40B4-BE49-F238E27FC236}">
                      <a16:creationId xmlns:a16="http://schemas.microsoft.com/office/drawing/2014/main" id="{222265EC-AC0D-428C-B69F-70CA85D3D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1" name="Straight Connector 630">
                  <a:extLst>
                    <a:ext uri="{FF2B5EF4-FFF2-40B4-BE49-F238E27FC236}">
                      <a16:creationId xmlns:a16="http://schemas.microsoft.com/office/drawing/2014/main" id="{948F6CEB-9D98-47D1-8901-E505E8C673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2" name="Straight Connector 631">
                  <a:extLst>
                    <a:ext uri="{FF2B5EF4-FFF2-40B4-BE49-F238E27FC236}">
                      <a16:creationId xmlns:a16="http://schemas.microsoft.com/office/drawing/2014/main" id="{35E5FAE3-20B9-4292-A30C-B18F1BA3F4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3" name="Straight Connector 632">
                  <a:extLst>
                    <a:ext uri="{FF2B5EF4-FFF2-40B4-BE49-F238E27FC236}">
                      <a16:creationId xmlns:a16="http://schemas.microsoft.com/office/drawing/2014/main" id="{2DA8D6A0-5DE4-4FF0-9FC9-41118CA2D6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4" name="Straight Connector 633">
                  <a:extLst>
                    <a:ext uri="{FF2B5EF4-FFF2-40B4-BE49-F238E27FC236}">
                      <a16:creationId xmlns:a16="http://schemas.microsoft.com/office/drawing/2014/main" id="{6054D976-C243-43CE-BCE5-434F4C3FA3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5" name="Straight Connector 634">
                  <a:extLst>
                    <a:ext uri="{FF2B5EF4-FFF2-40B4-BE49-F238E27FC236}">
                      <a16:creationId xmlns:a16="http://schemas.microsoft.com/office/drawing/2014/main" id="{9CA048E8-D00A-4E0C-B581-3D50901AA0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6" name="Straight Connector 635">
                  <a:extLst>
                    <a:ext uri="{FF2B5EF4-FFF2-40B4-BE49-F238E27FC236}">
                      <a16:creationId xmlns:a16="http://schemas.microsoft.com/office/drawing/2014/main" id="{138178F4-B27D-45A6-89B6-6AB2C77E06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8" name="Group 607">
                <a:extLst>
                  <a:ext uri="{FF2B5EF4-FFF2-40B4-BE49-F238E27FC236}">
                    <a16:creationId xmlns:a16="http://schemas.microsoft.com/office/drawing/2014/main" id="{7C3E7349-E2F7-46F3-B46F-83A35C74F5FD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619" name="Straight Connector 618">
                  <a:extLst>
                    <a:ext uri="{FF2B5EF4-FFF2-40B4-BE49-F238E27FC236}">
                      <a16:creationId xmlns:a16="http://schemas.microsoft.com/office/drawing/2014/main" id="{2ABCE104-C7D4-4387-9425-392B17C2D0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0" name="Straight Connector 619">
                  <a:extLst>
                    <a:ext uri="{FF2B5EF4-FFF2-40B4-BE49-F238E27FC236}">
                      <a16:creationId xmlns:a16="http://schemas.microsoft.com/office/drawing/2014/main" id="{B8E7F5CF-2240-43D6-BFB1-00BF21C53F8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1" name="Straight Connector 620">
                  <a:extLst>
                    <a:ext uri="{FF2B5EF4-FFF2-40B4-BE49-F238E27FC236}">
                      <a16:creationId xmlns:a16="http://schemas.microsoft.com/office/drawing/2014/main" id="{A1457BA2-82D9-41FC-92B4-1C98DF0CBE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2" name="Straight Connector 621">
                  <a:extLst>
                    <a:ext uri="{FF2B5EF4-FFF2-40B4-BE49-F238E27FC236}">
                      <a16:creationId xmlns:a16="http://schemas.microsoft.com/office/drawing/2014/main" id="{C1848A71-E42A-496E-93D7-33FA35E252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3" name="Straight Connector 622">
                  <a:extLst>
                    <a:ext uri="{FF2B5EF4-FFF2-40B4-BE49-F238E27FC236}">
                      <a16:creationId xmlns:a16="http://schemas.microsoft.com/office/drawing/2014/main" id="{562A15A0-0A72-4230-B664-8659BA791B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4" name="Straight Connector 623">
                  <a:extLst>
                    <a:ext uri="{FF2B5EF4-FFF2-40B4-BE49-F238E27FC236}">
                      <a16:creationId xmlns:a16="http://schemas.microsoft.com/office/drawing/2014/main" id="{4951F306-104E-4DF8-8393-BF437A2BAA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5" name="Straight Connector 624">
                  <a:extLst>
                    <a:ext uri="{FF2B5EF4-FFF2-40B4-BE49-F238E27FC236}">
                      <a16:creationId xmlns:a16="http://schemas.microsoft.com/office/drawing/2014/main" id="{C06D37BE-63D0-486B-A128-F3E4A0B854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6" name="Straight Connector 625">
                  <a:extLst>
                    <a:ext uri="{FF2B5EF4-FFF2-40B4-BE49-F238E27FC236}">
                      <a16:creationId xmlns:a16="http://schemas.microsoft.com/office/drawing/2014/main" id="{9539D963-6EEF-4EFA-A09A-83246CFFA6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7" name="Straight Connector 626">
                  <a:extLst>
                    <a:ext uri="{FF2B5EF4-FFF2-40B4-BE49-F238E27FC236}">
                      <a16:creationId xmlns:a16="http://schemas.microsoft.com/office/drawing/2014/main" id="{D95B7203-4BB4-4F7C-9CD6-25CAB797EB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609" name="Group 608">
                <a:extLst>
                  <a:ext uri="{FF2B5EF4-FFF2-40B4-BE49-F238E27FC236}">
                    <a16:creationId xmlns:a16="http://schemas.microsoft.com/office/drawing/2014/main" id="{56ABC66D-F9F1-419D-9D4B-220E4C42A752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610" name="Straight Connector 609">
                  <a:extLst>
                    <a:ext uri="{FF2B5EF4-FFF2-40B4-BE49-F238E27FC236}">
                      <a16:creationId xmlns:a16="http://schemas.microsoft.com/office/drawing/2014/main" id="{E1BE6393-FD8B-4308-B31E-90D1720AAA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1" name="Straight Connector 610">
                  <a:extLst>
                    <a:ext uri="{FF2B5EF4-FFF2-40B4-BE49-F238E27FC236}">
                      <a16:creationId xmlns:a16="http://schemas.microsoft.com/office/drawing/2014/main" id="{2F1A32C6-6BB8-4159-9E5D-E59EEA6376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2" name="Straight Connector 611">
                  <a:extLst>
                    <a:ext uri="{FF2B5EF4-FFF2-40B4-BE49-F238E27FC236}">
                      <a16:creationId xmlns:a16="http://schemas.microsoft.com/office/drawing/2014/main" id="{CCFD8831-377B-4BF9-A6F4-810F68B363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3" name="Straight Connector 612">
                  <a:extLst>
                    <a:ext uri="{FF2B5EF4-FFF2-40B4-BE49-F238E27FC236}">
                      <a16:creationId xmlns:a16="http://schemas.microsoft.com/office/drawing/2014/main" id="{4F522DEE-675D-4C73-8B66-2B95435796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4" name="Straight Connector 613">
                  <a:extLst>
                    <a:ext uri="{FF2B5EF4-FFF2-40B4-BE49-F238E27FC236}">
                      <a16:creationId xmlns:a16="http://schemas.microsoft.com/office/drawing/2014/main" id="{1B24DB15-AC61-401E-AE9A-36C7FAB3CF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5" name="Straight Connector 614">
                  <a:extLst>
                    <a:ext uri="{FF2B5EF4-FFF2-40B4-BE49-F238E27FC236}">
                      <a16:creationId xmlns:a16="http://schemas.microsoft.com/office/drawing/2014/main" id="{5169858E-373A-4A2E-A47E-29DE7EDAC1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6" name="Straight Connector 615">
                  <a:extLst>
                    <a:ext uri="{FF2B5EF4-FFF2-40B4-BE49-F238E27FC236}">
                      <a16:creationId xmlns:a16="http://schemas.microsoft.com/office/drawing/2014/main" id="{D9F7A39A-0579-41F8-AFBF-D245A1CEA2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7" name="Straight Connector 616">
                  <a:extLst>
                    <a:ext uri="{FF2B5EF4-FFF2-40B4-BE49-F238E27FC236}">
                      <a16:creationId xmlns:a16="http://schemas.microsoft.com/office/drawing/2014/main" id="{762D3A4F-584F-42E8-932F-B20BEC4762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18" name="Straight Connector 617">
                  <a:extLst>
                    <a:ext uri="{FF2B5EF4-FFF2-40B4-BE49-F238E27FC236}">
                      <a16:creationId xmlns:a16="http://schemas.microsoft.com/office/drawing/2014/main" id="{6BC732BD-8CDD-4922-91C2-85B745055B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674" name="Group 673">
              <a:extLst>
                <a:ext uri="{FF2B5EF4-FFF2-40B4-BE49-F238E27FC236}">
                  <a16:creationId xmlns:a16="http://schemas.microsoft.com/office/drawing/2014/main" id="{8BD9DD85-1497-442C-9920-BF164A338E75}"/>
                </a:ext>
              </a:extLst>
            </p:cNvPr>
            <p:cNvGrpSpPr/>
            <p:nvPr/>
          </p:nvGrpSpPr>
          <p:grpSpPr>
            <a:xfrm>
              <a:off x="11025738" y="419279"/>
              <a:ext cx="0" cy="895350"/>
              <a:chOff x="4267200" y="638175"/>
              <a:chExt cx="0" cy="895350"/>
            </a:xfrm>
          </p:grpSpPr>
          <p:cxnSp>
            <p:nvCxnSpPr>
              <p:cNvPr id="735" name="Straight Connector 734">
                <a:extLst>
                  <a:ext uri="{FF2B5EF4-FFF2-40B4-BE49-F238E27FC236}">
                    <a16:creationId xmlns:a16="http://schemas.microsoft.com/office/drawing/2014/main" id="{C3F1C908-FEC6-456A-8ABE-58A7470CCC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6" name="Straight Connector 735">
                <a:extLst>
                  <a:ext uri="{FF2B5EF4-FFF2-40B4-BE49-F238E27FC236}">
                    <a16:creationId xmlns:a16="http://schemas.microsoft.com/office/drawing/2014/main" id="{9AD9700B-D092-48DB-908B-F00E7DB6D9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7" name="Straight Connector 736">
                <a:extLst>
                  <a:ext uri="{FF2B5EF4-FFF2-40B4-BE49-F238E27FC236}">
                    <a16:creationId xmlns:a16="http://schemas.microsoft.com/office/drawing/2014/main" id="{4450D075-0B1A-4057-A733-EB03935B75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8" name="Straight Connector 737">
                <a:extLst>
                  <a:ext uri="{FF2B5EF4-FFF2-40B4-BE49-F238E27FC236}">
                    <a16:creationId xmlns:a16="http://schemas.microsoft.com/office/drawing/2014/main" id="{A357AB43-8E42-44C0-B568-35A16F31EE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9" name="Straight Connector 738">
                <a:extLst>
                  <a:ext uri="{FF2B5EF4-FFF2-40B4-BE49-F238E27FC236}">
                    <a16:creationId xmlns:a16="http://schemas.microsoft.com/office/drawing/2014/main" id="{702AC56E-8298-4ED0-8D60-22569690AFC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0" name="Straight Connector 739">
                <a:extLst>
                  <a:ext uri="{FF2B5EF4-FFF2-40B4-BE49-F238E27FC236}">
                    <a16:creationId xmlns:a16="http://schemas.microsoft.com/office/drawing/2014/main" id="{2B836365-0DC6-4ABB-943D-A000A55041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1" name="Straight Connector 740">
                <a:extLst>
                  <a:ext uri="{FF2B5EF4-FFF2-40B4-BE49-F238E27FC236}">
                    <a16:creationId xmlns:a16="http://schemas.microsoft.com/office/drawing/2014/main" id="{0ED5EE0F-04BF-455F-A2D2-EFF24B0F82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2" name="Straight Connector 741">
                <a:extLst>
                  <a:ext uri="{FF2B5EF4-FFF2-40B4-BE49-F238E27FC236}">
                    <a16:creationId xmlns:a16="http://schemas.microsoft.com/office/drawing/2014/main" id="{EA393AF3-E7B3-4C70-BE65-55BD9DC754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3" name="Straight Connector 742">
                <a:extLst>
                  <a:ext uri="{FF2B5EF4-FFF2-40B4-BE49-F238E27FC236}">
                    <a16:creationId xmlns:a16="http://schemas.microsoft.com/office/drawing/2014/main" id="{2355812E-CCEF-4C4B-BD38-D5656A2231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5" name="Group 674">
              <a:extLst>
                <a:ext uri="{FF2B5EF4-FFF2-40B4-BE49-F238E27FC236}">
                  <a16:creationId xmlns:a16="http://schemas.microsoft.com/office/drawing/2014/main" id="{17DD6F9A-4B35-4041-8D73-A093BDE9A846}"/>
                </a:ext>
              </a:extLst>
            </p:cNvPr>
            <p:cNvGrpSpPr/>
            <p:nvPr/>
          </p:nvGrpSpPr>
          <p:grpSpPr>
            <a:xfrm>
              <a:off x="11286779" y="904376"/>
              <a:ext cx="0" cy="895350"/>
              <a:chOff x="4267200" y="638175"/>
              <a:chExt cx="0" cy="895350"/>
            </a:xfrm>
          </p:grpSpPr>
          <p:cxnSp>
            <p:nvCxnSpPr>
              <p:cNvPr id="726" name="Straight Connector 725">
                <a:extLst>
                  <a:ext uri="{FF2B5EF4-FFF2-40B4-BE49-F238E27FC236}">
                    <a16:creationId xmlns:a16="http://schemas.microsoft.com/office/drawing/2014/main" id="{786564C6-015F-4B20-87FC-69D35E972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7" name="Straight Connector 726">
                <a:extLst>
                  <a:ext uri="{FF2B5EF4-FFF2-40B4-BE49-F238E27FC236}">
                    <a16:creationId xmlns:a16="http://schemas.microsoft.com/office/drawing/2014/main" id="{F6F44A51-7498-40B8-8613-EED2898E18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8" name="Straight Connector 727">
                <a:extLst>
                  <a:ext uri="{FF2B5EF4-FFF2-40B4-BE49-F238E27FC236}">
                    <a16:creationId xmlns:a16="http://schemas.microsoft.com/office/drawing/2014/main" id="{6F6A65AF-DF52-41A7-A688-525DDFA3C6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9" name="Straight Connector 728">
                <a:extLst>
                  <a:ext uri="{FF2B5EF4-FFF2-40B4-BE49-F238E27FC236}">
                    <a16:creationId xmlns:a16="http://schemas.microsoft.com/office/drawing/2014/main" id="{D7D27D62-55B5-4AB6-A16E-F9D65D724F5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0" name="Straight Connector 729">
                <a:extLst>
                  <a:ext uri="{FF2B5EF4-FFF2-40B4-BE49-F238E27FC236}">
                    <a16:creationId xmlns:a16="http://schemas.microsoft.com/office/drawing/2014/main" id="{6619CDEB-2C49-4472-B03A-1E9057D2343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1" name="Straight Connector 730">
                <a:extLst>
                  <a:ext uri="{FF2B5EF4-FFF2-40B4-BE49-F238E27FC236}">
                    <a16:creationId xmlns:a16="http://schemas.microsoft.com/office/drawing/2014/main" id="{A223FF9A-0586-41B7-AA5E-220CB7CCD4A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2" name="Straight Connector 731">
                <a:extLst>
                  <a:ext uri="{FF2B5EF4-FFF2-40B4-BE49-F238E27FC236}">
                    <a16:creationId xmlns:a16="http://schemas.microsoft.com/office/drawing/2014/main" id="{441597BE-BBD7-443F-BB25-45124BBE398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3" name="Straight Connector 732">
                <a:extLst>
                  <a:ext uri="{FF2B5EF4-FFF2-40B4-BE49-F238E27FC236}">
                    <a16:creationId xmlns:a16="http://schemas.microsoft.com/office/drawing/2014/main" id="{68A67A42-DE68-42BF-9491-9AFEB868AA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4" name="Straight Connector 733">
                <a:extLst>
                  <a:ext uri="{FF2B5EF4-FFF2-40B4-BE49-F238E27FC236}">
                    <a16:creationId xmlns:a16="http://schemas.microsoft.com/office/drawing/2014/main" id="{F6223CEB-7793-4BAD-BCA1-61327EE6C1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6" name="Group 675">
              <a:extLst>
                <a:ext uri="{FF2B5EF4-FFF2-40B4-BE49-F238E27FC236}">
                  <a16:creationId xmlns:a16="http://schemas.microsoft.com/office/drawing/2014/main" id="{BC454F60-695F-4D46-8619-0766F0A7FE14}"/>
                </a:ext>
              </a:extLst>
            </p:cNvPr>
            <p:cNvGrpSpPr/>
            <p:nvPr/>
          </p:nvGrpSpPr>
          <p:grpSpPr>
            <a:xfrm>
              <a:off x="11547821" y="559478"/>
              <a:ext cx="0" cy="895350"/>
              <a:chOff x="4267200" y="638175"/>
              <a:chExt cx="0" cy="895350"/>
            </a:xfrm>
          </p:grpSpPr>
          <p:cxnSp>
            <p:nvCxnSpPr>
              <p:cNvPr id="717" name="Straight Connector 716">
                <a:extLst>
                  <a:ext uri="{FF2B5EF4-FFF2-40B4-BE49-F238E27FC236}">
                    <a16:creationId xmlns:a16="http://schemas.microsoft.com/office/drawing/2014/main" id="{5F1DE8AF-CCB8-42FB-807E-7052A5BB8BB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8" name="Straight Connector 717">
                <a:extLst>
                  <a:ext uri="{FF2B5EF4-FFF2-40B4-BE49-F238E27FC236}">
                    <a16:creationId xmlns:a16="http://schemas.microsoft.com/office/drawing/2014/main" id="{54C1DD6D-F780-4BEB-9F9A-F1E45E87F9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9" name="Straight Connector 718">
                <a:extLst>
                  <a:ext uri="{FF2B5EF4-FFF2-40B4-BE49-F238E27FC236}">
                    <a16:creationId xmlns:a16="http://schemas.microsoft.com/office/drawing/2014/main" id="{6FF04B3B-3D0F-4B80-A053-8673B24A99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0" name="Straight Connector 719">
                <a:extLst>
                  <a:ext uri="{FF2B5EF4-FFF2-40B4-BE49-F238E27FC236}">
                    <a16:creationId xmlns:a16="http://schemas.microsoft.com/office/drawing/2014/main" id="{468A9208-5E7D-4E06-A8EE-C4D82E741B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1" name="Straight Connector 720">
                <a:extLst>
                  <a:ext uri="{FF2B5EF4-FFF2-40B4-BE49-F238E27FC236}">
                    <a16:creationId xmlns:a16="http://schemas.microsoft.com/office/drawing/2014/main" id="{BD0E2E9E-9882-44F2-9B2A-2591500811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2" name="Straight Connector 721">
                <a:extLst>
                  <a:ext uri="{FF2B5EF4-FFF2-40B4-BE49-F238E27FC236}">
                    <a16:creationId xmlns:a16="http://schemas.microsoft.com/office/drawing/2014/main" id="{9198464A-24F8-4D5B-B620-03BFB8A67A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3" name="Straight Connector 722">
                <a:extLst>
                  <a:ext uri="{FF2B5EF4-FFF2-40B4-BE49-F238E27FC236}">
                    <a16:creationId xmlns:a16="http://schemas.microsoft.com/office/drawing/2014/main" id="{2EEAE104-0656-4111-B71F-B87DFBBE358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4" name="Straight Connector 723">
                <a:extLst>
                  <a:ext uri="{FF2B5EF4-FFF2-40B4-BE49-F238E27FC236}">
                    <a16:creationId xmlns:a16="http://schemas.microsoft.com/office/drawing/2014/main" id="{29D8946A-C6D2-4BFE-8E6B-B8CA884533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5" name="Straight Connector 724">
                <a:extLst>
                  <a:ext uri="{FF2B5EF4-FFF2-40B4-BE49-F238E27FC236}">
                    <a16:creationId xmlns:a16="http://schemas.microsoft.com/office/drawing/2014/main" id="{6C668584-9ACC-4D18-85DE-C879EACBFE4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7" name="Group 676">
              <a:extLst>
                <a:ext uri="{FF2B5EF4-FFF2-40B4-BE49-F238E27FC236}">
                  <a16:creationId xmlns:a16="http://schemas.microsoft.com/office/drawing/2014/main" id="{90FE0745-A327-4180-B3E8-1D8B5FCF692B}"/>
                </a:ext>
              </a:extLst>
            </p:cNvPr>
            <p:cNvGrpSpPr/>
            <p:nvPr/>
          </p:nvGrpSpPr>
          <p:grpSpPr>
            <a:xfrm>
              <a:off x="11782976" y="1147646"/>
              <a:ext cx="0" cy="895350"/>
              <a:chOff x="4267200" y="638175"/>
              <a:chExt cx="0" cy="895350"/>
            </a:xfrm>
          </p:grpSpPr>
          <p:cxnSp>
            <p:nvCxnSpPr>
              <p:cNvPr id="708" name="Straight Connector 707">
                <a:extLst>
                  <a:ext uri="{FF2B5EF4-FFF2-40B4-BE49-F238E27FC236}">
                    <a16:creationId xmlns:a16="http://schemas.microsoft.com/office/drawing/2014/main" id="{7350B6F3-E8BD-4D3A-A6C1-C6FA90E543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9" name="Straight Connector 708">
                <a:extLst>
                  <a:ext uri="{FF2B5EF4-FFF2-40B4-BE49-F238E27FC236}">
                    <a16:creationId xmlns:a16="http://schemas.microsoft.com/office/drawing/2014/main" id="{4BAF2A69-7C54-4229-AF29-E9F4D781C48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0" name="Straight Connector 709">
                <a:extLst>
                  <a:ext uri="{FF2B5EF4-FFF2-40B4-BE49-F238E27FC236}">
                    <a16:creationId xmlns:a16="http://schemas.microsoft.com/office/drawing/2014/main" id="{22A6F8D4-80DF-4360-A4C2-74900F53C6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1" name="Straight Connector 710">
                <a:extLst>
                  <a:ext uri="{FF2B5EF4-FFF2-40B4-BE49-F238E27FC236}">
                    <a16:creationId xmlns:a16="http://schemas.microsoft.com/office/drawing/2014/main" id="{A87FAB61-22F7-4132-A1F4-6469092D88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2" name="Straight Connector 711">
                <a:extLst>
                  <a:ext uri="{FF2B5EF4-FFF2-40B4-BE49-F238E27FC236}">
                    <a16:creationId xmlns:a16="http://schemas.microsoft.com/office/drawing/2014/main" id="{59FB3ACB-08F7-47BE-84C6-66E962B150E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3" name="Straight Connector 712">
                <a:extLst>
                  <a:ext uri="{FF2B5EF4-FFF2-40B4-BE49-F238E27FC236}">
                    <a16:creationId xmlns:a16="http://schemas.microsoft.com/office/drawing/2014/main" id="{EFFDE81E-E49C-44E4-8787-075121BD27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4" name="Straight Connector 713">
                <a:extLst>
                  <a:ext uri="{FF2B5EF4-FFF2-40B4-BE49-F238E27FC236}">
                    <a16:creationId xmlns:a16="http://schemas.microsoft.com/office/drawing/2014/main" id="{EF11D8AC-F2DD-43CB-A299-CB48019347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5" name="Straight Connector 714">
                <a:extLst>
                  <a:ext uri="{FF2B5EF4-FFF2-40B4-BE49-F238E27FC236}">
                    <a16:creationId xmlns:a16="http://schemas.microsoft.com/office/drawing/2014/main" id="{FCC349AF-35F0-4E5D-A090-820609CD631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6" name="Straight Connector 715">
                <a:extLst>
                  <a:ext uri="{FF2B5EF4-FFF2-40B4-BE49-F238E27FC236}">
                    <a16:creationId xmlns:a16="http://schemas.microsoft.com/office/drawing/2014/main" id="{3E242F42-9F91-4E4C-9B58-58FC96CECE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8" name="Group 677">
              <a:extLst>
                <a:ext uri="{FF2B5EF4-FFF2-40B4-BE49-F238E27FC236}">
                  <a16:creationId xmlns:a16="http://schemas.microsoft.com/office/drawing/2014/main" id="{E8D80D8D-E843-4083-80CF-2618ADC702C1}"/>
                </a:ext>
              </a:extLst>
            </p:cNvPr>
            <p:cNvGrpSpPr/>
            <p:nvPr/>
          </p:nvGrpSpPr>
          <p:grpSpPr>
            <a:xfrm flipH="1">
              <a:off x="11979709" y="621685"/>
              <a:ext cx="108627" cy="895350"/>
              <a:chOff x="4267200" y="638175"/>
              <a:chExt cx="0" cy="895350"/>
            </a:xfrm>
          </p:grpSpPr>
          <p:cxnSp>
            <p:nvCxnSpPr>
              <p:cNvPr id="699" name="Straight Connector 698">
                <a:extLst>
                  <a:ext uri="{FF2B5EF4-FFF2-40B4-BE49-F238E27FC236}">
                    <a16:creationId xmlns:a16="http://schemas.microsoft.com/office/drawing/2014/main" id="{E1A0D113-DAA9-4296-8B50-FEDCCACD0E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0" name="Straight Connector 699">
                <a:extLst>
                  <a:ext uri="{FF2B5EF4-FFF2-40B4-BE49-F238E27FC236}">
                    <a16:creationId xmlns:a16="http://schemas.microsoft.com/office/drawing/2014/main" id="{FCDE4F79-633F-4A18-85CE-B9F76277C56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1" name="Straight Connector 700">
                <a:extLst>
                  <a:ext uri="{FF2B5EF4-FFF2-40B4-BE49-F238E27FC236}">
                    <a16:creationId xmlns:a16="http://schemas.microsoft.com/office/drawing/2014/main" id="{9CB2E839-D599-4451-AA1C-924245C2FD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2" name="Straight Connector 701">
                <a:extLst>
                  <a:ext uri="{FF2B5EF4-FFF2-40B4-BE49-F238E27FC236}">
                    <a16:creationId xmlns:a16="http://schemas.microsoft.com/office/drawing/2014/main" id="{81B28FE4-9F3B-410E-9385-6867568C1F0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3" name="Straight Connector 702">
                <a:extLst>
                  <a:ext uri="{FF2B5EF4-FFF2-40B4-BE49-F238E27FC236}">
                    <a16:creationId xmlns:a16="http://schemas.microsoft.com/office/drawing/2014/main" id="{3AF6FDC5-FF38-4815-AD85-4DF9825B592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4" name="Straight Connector 703">
                <a:extLst>
                  <a:ext uri="{FF2B5EF4-FFF2-40B4-BE49-F238E27FC236}">
                    <a16:creationId xmlns:a16="http://schemas.microsoft.com/office/drawing/2014/main" id="{8E27E143-81AA-4609-A28F-CE84656749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5" name="Straight Connector 704">
                <a:extLst>
                  <a:ext uri="{FF2B5EF4-FFF2-40B4-BE49-F238E27FC236}">
                    <a16:creationId xmlns:a16="http://schemas.microsoft.com/office/drawing/2014/main" id="{C093B2BC-84FD-44E2-AB31-6D5861AE2B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6" name="Straight Connector 705">
                <a:extLst>
                  <a:ext uri="{FF2B5EF4-FFF2-40B4-BE49-F238E27FC236}">
                    <a16:creationId xmlns:a16="http://schemas.microsoft.com/office/drawing/2014/main" id="{1116E166-0C4F-4B3D-8FD8-F7F22ECA4ED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7" name="Straight Connector 706">
                <a:extLst>
                  <a:ext uri="{FF2B5EF4-FFF2-40B4-BE49-F238E27FC236}">
                    <a16:creationId xmlns:a16="http://schemas.microsoft.com/office/drawing/2014/main" id="{DE0EC629-2AC3-489C-A998-954B8AD9C6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0" name="Group 679">
              <a:extLst>
                <a:ext uri="{FF2B5EF4-FFF2-40B4-BE49-F238E27FC236}">
                  <a16:creationId xmlns:a16="http://schemas.microsoft.com/office/drawing/2014/main" id="{A908A992-9584-4041-94E4-C86D2198CAE9}"/>
                </a:ext>
              </a:extLst>
            </p:cNvPr>
            <p:cNvGrpSpPr/>
            <p:nvPr/>
          </p:nvGrpSpPr>
          <p:grpSpPr>
            <a:xfrm flipH="1">
              <a:off x="10666947" y="780550"/>
              <a:ext cx="108627" cy="895350"/>
              <a:chOff x="4267200" y="638175"/>
              <a:chExt cx="0" cy="895350"/>
            </a:xfrm>
          </p:grpSpPr>
          <p:cxnSp>
            <p:nvCxnSpPr>
              <p:cNvPr id="681" name="Straight Connector 680">
                <a:extLst>
                  <a:ext uri="{FF2B5EF4-FFF2-40B4-BE49-F238E27FC236}">
                    <a16:creationId xmlns:a16="http://schemas.microsoft.com/office/drawing/2014/main" id="{A15E5C2A-230C-4BFD-AD8F-79ADE3F98B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2" name="Straight Connector 681">
                <a:extLst>
                  <a:ext uri="{FF2B5EF4-FFF2-40B4-BE49-F238E27FC236}">
                    <a16:creationId xmlns:a16="http://schemas.microsoft.com/office/drawing/2014/main" id="{A8E78899-14C9-4FB3-B17B-33B7B6CDBF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3" name="Straight Connector 682">
                <a:extLst>
                  <a:ext uri="{FF2B5EF4-FFF2-40B4-BE49-F238E27FC236}">
                    <a16:creationId xmlns:a16="http://schemas.microsoft.com/office/drawing/2014/main" id="{30AAD32E-1796-4BD1-BBBB-85AB1E410E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4" name="Straight Connector 683">
                <a:extLst>
                  <a:ext uri="{FF2B5EF4-FFF2-40B4-BE49-F238E27FC236}">
                    <a16:creationId xmlns:a16="http://schemas.microsoft.com/office/drawing/2014/main" id="{4FFDF574-3DE6-4A71-8FE9-A2105D78BF9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5" name="Straight Connector 684">
                <a:extLst>
                  <a:ext uri="{FF2B5EF4-FFF2-40B4-BE49-F238E27FC236}">
                    <a16:creationId xmlns:a16="http://schemas.microsoft.com/office/drawing/2014/main" id="{60ADE681-B37E-4C33-A3D1-FC6513A9F4B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6" name="Straight Connector 685">
                <a:extLst>
                  <a:ext uri="{FF2B5EF4-FFF2-40B4-BE49-F238E27FC236}">
                    <a16:creationId xmlns:a16="http://schemas.microsoft.com/office/drawing/2014/main" id="{12411741-AEBE-471F-9459-0CDA795D76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7" name="Straight Connector 686">
                <a:extLst>
                  <a:ext uri="{FF2B5EF4-FFF2-40B4-BE49-F238E27FC236}">
                    <a16:creationId xmlns:a16="http://schemas.microsoft.com/office/drawing/2014/main" id="{1E19CF37-598E-40E7-A338-650607F57C2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8" name="Straight Connector 687">
                <a:extLst>
                  <a:ext uri="{FF2B5EF4-FFF2-40B4-BE49-F238E27FC236}">
                    <a16:creationId xmlns:a16="http://schemas.microsoft.com/office/drawing/2014/main" id="{9D6C5EC2-4B8B-44ED-8F31-B56ED9B9F67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9" name="Straight Connector 688">
                <a:extLst>
                  <a:ext uri="{FF2B5EF4-FFF2-40B4-BE49-F238E27FC236}">
                    <a16:creationId xmlns:a16="http://schemas.microsoft.com/office/drawing/2014/main" id="{1EF84A5D-2819-43D2-AD36-37D2008B38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Picture 2" descr="A picture containing animal&#10;&#10;Description automatically generated">
            <a:extLst>
              <a:ext uri="{FF2B5EF4-FFF2-40B4-BE49-F238E27FC236}">
                <a16:creationId xmlns:a16="http://schemas.microsoft.com/office/drawing/2014/main" id="{4D538EB0-EF37-4122-A108-79B26E558B8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4575"/>
          <a:stretch/>
        </p:blipFill>
        <p:spPr>
          <a:xfrm>
            <a:off x="1219200" y="419100"/>
            <a:ext cx="10972800" cy="64389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68DB9C1-B333-40FA-8777-ED54E12BEDCF}"/>
              </a:ext>
            </a:extLst>
          </p:cNvPr>
          <p:cNvSpPr/>
          <p:nvPr/>
        </p:nvSpPr>
        <p:spPr>
          <a:xfrm>
            <a:off x="7562128" y="1173278"/>
            <a:ext cx="2918133" cy="1848632"/>
          </a:xfrm>
          <a:custGeom>
            <a:avLst/>
            <a:gdLst>
              <a:gd name="connsiteX0" fmla="*/ 7072 w 2918133"/>
              <a:gd name="connsiteY0" fmla="*/ 347547 h 1848632"/>
              <a:gd name="connsiteX1" fmla="*/ 32472 w 2918133"/>
              <a:gd name="connsiteY1" fmla="*/ 163397 h 1848632"/>
              <a:gd name="connsiteX2" fmla="*/ 143597 w 2918133"/>
              <a:gd name="connsiteY2" fmla="*/ 39572 h 1848632"/>
              <a:gd name="connsiteX3" fmla="*/ 391247 w 2918133"/>
              <a:gd name="connsiteY3" fmla="*/ 1472 h 1848632"/>
              <a:gd name="connsiteX4" fmla="*/ 769072 w 2918133"/>
              <a:gd name="connsiteY4" fmla="*/ 80847 h 1848632"/>
              <a:gd name="connsiteX5" fmla="*/ 1219922 w 2918133"/>
              <a:gd name="connsiteY5" fmla="*/ 299922 h 1848632"/>
              <a:gd name="connsiteX6" fmla="*/ 1635847 w 2918133"/>
              <a:gd name="connsiteY6" fmla="*/ 411047 h 1848632"/>
              <a:gd name="connsiteX7" fmla="*/ 2080347 w 2918133"/>
              <a:gd name="connsiteY7" fmla="*/ 391997 h 1848632"/>
              <a:gd name="connsiteX8" fmla="*/ 2375622 w 2918133"/>
              <a:gd name="connsiteY8" fmla="*/ 452322 h 1848632"/>
              <a:gd name="connsiteX9" fmla="*/ 2883622 w 2918133"/>
              <a:gd name="connsiteY9" fmla="*/ 788872 h 1848632"/>
              <a:gd name="connsiteX10" fmla="*/ 2845522 w 2918133"/>
              <a:gd name="connsiteY10" fmla="*/ 1090497 h 1848632"/>
              <a:gd name="connsiteX11" fmla="*/ 2626447 w 2918133"/>
              <a:gd name="connsiteY11" fmla="*/ 1579447 h 1848632"/>
              <a:gd name="connsiteX12" fmla="*/ 2127972 w 2918133"/>
              <a:gd name="connsiteY12" fmla="*/ 1798522 h 1848632"/>
              <a:gd name="connsiteX13" fmla="*/ 1867622 w 2918133"/>
              <a:gd name="connsiteY13" fmla="*/ 1827097 h 1848632"/>
              <a:gd name="connsiteX14" fmla="*/ 1311997 w 2918133"/>
              <a:gd name="connsiteY14" fmla="*/ 1531822 h 1848632"/>
              <a:gd name="connsiteX15" fmla="*/ 1156422 w 2918133"/>
              <a:gd name="connsiteY15" fmla="*/ 1255597 h 1848632"/>
              <a:gd name="connsiteX16" fmla="*/ 930997 w 2918133"/>
              <a:gd name="connsiteY16" fmla="*/ 1049222 h 1848632"/>
              <a:gd name="connsiteX17" fmla="*/ 486497 w 2918133"/>
              <a:gd name="connsiteY17" fmla="*/ 877772 h 1848632"/>
              <a:gd name="connsiteX18" fmla="*/ 375372 w 2918133"/>
              <a:gd name="connsiteY18" fmla="*/ 604722 h 1848632"/>
              <a:gd name="connsiteX19" fmla="*/ 143597 w 2918133"/>
              <a:gd name="connsiteY19" fmla="*/ 449147 h 1848632"/>
              <a:gd name="connsiteX20" fmla="*/ 7072 w 2918133"/>
              <a:gd name="connsiteY20" fmla="*/ 347547 h 184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8133" h="1848632">
                <a:moveTo>
                  <a:pt x="7072" y="347547"/>
                </a:moveTo>
                <a:cubicBezTo>
                  <a:pt x="-11449" y="299922"/>
                  <a:pt x="9718" y="214726"/>
                  <a:pt x="32472" y="163397"/>
                </a:cubicBezTo>
                <a:cubicBezTo>
                  <a:pt x="55226" y="112068"/>
                  <a:pt x="83801" y="66559"/>
                  <a:pt x="143597" y="39572"/>
                </a:cubicBezTo>
                <a:cubicBezTo>
                  <a:pt x="203393" y="12585"/>
                  <a:pt x="287001" y="-5407"/>
                  <a:pt x="391247" y="1472"/>
                </a:cubicBezTo>
                <a:cubicBezTo>
                  <a:pt x="495493" y="8351"/>
                  <a:pt x="630960" y="31105"/>
                  <a:pt x="769072" y="80847"/>
                </a:cubicBezTo>
                <a:cubicBezTo>
                  <a:pt x="907184" y="130589"/>
                  <a:pt x="1075460" y="244889"/>
                  <a:pt x="1219922" y="299922"/>
                </a:cubicBezTo>
                <a:cubicBezTo>
                  <a:pt x="1364384" y="354955"/>
                  <a:pt x="1492443" y="395701"/>
                  <a:pt x="1635847" y="411047"/>
                </a:cubicBezTo>
                <a:cubicBezTo>
                  <a:pt x="1779251" y="426393"/>
                  <a:pt x="1957051" y="385118"/>
                  <a:pt x="2080347" y="391997"/>
                </a:cubicBezTo>
                <a:cubicBezTo>
                  <a:pt x="2203643" y="398876"/>
                  <a:pt x="2241743" y="386176"/>
                  <a:pt x="2375622" y="452322"/>
                </a:cubicBezTo>
                <a:cubicBezTo>
                  <a:pt x="2509501" y="518468"/>
                  <a:pt x="2805305" y="682510"/>
                  <a:pt x="2883622" y="788872"/>
                </a:cubicBezTo>
                <a:cubicBezTo>
                  <a:pt x="2961939" y="895234"/>
                  <a:pt x="2888384" y="958735"/>
                  <a:pt x="2845522" y="1090497"/>
                </a:cubicBezTo>
                <a:cubicBezTo>
                  <a:pt x="2802660" y="1222259"/>
                  <a:pt x="2746039" y="1461443"/>
                  <a:pt x="2626447" y="1579447"/>
                </a:cubicBezTo>
                <a:cubicBezTo>
                  <a:pt x="2506855" y="1697451"/>
                  <a:pt x="2254443" y="1757247"/>
                  <a:pt x="2127972" y="1798522"/>
                </a:cubicBezTo>
                <a:cubicBezTo>
                  <a:pt x="2001501" y="1839797"/>
                  <a:pt x="2003618" y="1871547"/>
                  <a:pt x="1867622" y="1827097"/>
                </a:cubicBezTo>
                <a:cubicBezTo>
                  <a:pt x="1731626" y="1782647"/>
                  <a:pt x="1430530" y="1627072"/>
                  <a:pt x="1311997" y="1531822"/>
                </a:cubicBezTo>
                <a:cubicBezTo>
                  <a:pt x="1193464" y="1436572"/>
                  <a:pt x="1219922" y="1336030"/>
                  <a:pt x="1156422" y="1255597"/>
                </a:cubicBezTo>
                <a:cubicBezTo>
                  <a:pt x="1092922" y="1175164"/>
                  <a:pt x="1042651" y="1112193"/>
                  <a:pt x="930997" y="1049222"/>
                </a:cubicBezTo>
                <a:cubicBezTo>
                  <a:pt x="819343" y="986251"/>
                  <a:pt x="579101" y="951855"/>
                  <a:pt x="486497" y="877772"/>
                </a:cubicBezTo>
                <a:cubicBezTo>
                  <a:pt x="393893" y="803689"/>
                  <a:pt x="432522" y="676159"/>
                  <a:pt x="375372" y="604722"/>
                </a:cubicBezTo>
                <a:cubicBezTo>
                  <a:pt x="318222" y="533285"/>
                  <a:pt x="206039" y="491480"/>
                  <a:pt x="143597" y="449147"/>
                </a:cubicBezTo>
                <a:cubicBezTo>
                  <a:pt x="81155" y="406814"/>
                  <a:pt x="25593" y="395172"/>
                  <a:pt x="7072" y="347547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12700">
            <a:solidFill>
              <a:srgbClr val="D62B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3A93E07E-E205-4FAA-B009-3EC01E54B7B7}"/>
              </a:ext>
            </a:extLst>
          </p:cNvPr>
          <p:cNvSpPr/>
          <p:nvPr/>
        </p:nvSpPr>
        <p:spPr>
          <a:xfrm>
            <a:off x="5024438" y="2786063"/>
            <a:ext cx="1871662" cy="2009775"/>
          </a:xfrm>
          <a:custGeom>
            <a:avLst/>
            <a:gdLst>
              <a:gd name="connsiteX0" fmla="*/ 871537 w 1871662"/>
              <a:gd name="connsiteY0" fmla="*/ 0 h 2009775"/>
              <a:gd name="connsiteX1" fmla="*/ 1457325 w 1871662"/>
              <a:gd name="connsiteY1" fmla="*/ 138112 h 2009775"/>
              <a:gd name="connsiteX2" fmla="*/ 1676400 w 1871662"/>
              <a:gd name="connsiteY2" fmla="*/ 290512 h 2009775"/>
              <a:gd name="connsiteX3" fmla="*/ 1776412 w 1871662"/>
              <a:gd name="connsiteY3" fmla="*/ 428625 h 2009775"/>
              <a:gd name="connsiteX4" fmla="*/ 1833562 w 1871662"/>
              <a:gd name="connsiteY4" fmla="*/ 590550 h 2009775"/>
              <a:gd name="connsiteX5" fmla="*/ 1862137 w 1871662"/>
              <a:gd name="connsiteY5" fmla="*/ 738187 h 2009775"/>
              <a:gd name="connsiteX6" fmla="*/ 1871662 w 1871662"/>
              <a:gd name="connsiteY6" fmla="*/ 942975 h 2009775"/>
              <a:gd name="connsiteX7" fmla="*/ 1833562 w 1871662"/>
              <a:gd name="connsiteY7" fmla="*/ 1195387 h 2009775"/>
              <a:gd name="connsiteX8" fmla="*/ 1738312 w 1871662"/>
              <a:gd name="connsiteY8" fmla="*/ 1447800 h 2009775"/>
              <a:gd name="connsiteX9" fmla="*/ 1609725 w 1871662"/>
              <a:gd name="connsiteY9" fmla="*/ 1676400 h 2009775"/>
              <a:gd name="connsiteX10" fmla="*/ 1433512 w 1871662"/>
              <a:gd name="connsiteY10" fmla="*/ 1847850 h 2009775"/>
              <a:gd name="connsiteX11" fmla="*/ 1219200 w 1871662"/>
              <a:gd name="connsiteY11" fmla="*/ 1966912 h 2009775"/>
              <a:gd name="connsiteX12" fmla="*/ 1014412 w 1871662"/>
              <a:gd name="connsiteY12" fmla="*/ 2009775 h 2009775"/>
              <a:gd name="connsiteX13" fmla="*/ 347662 w 1871662"/>
              <a:gd name="connsiteY13" fmla="*/ 1785937 h 2009775"/>
              <a:gd name="connsiteX14" fmla="*/ 252412 w 1871662"/>
              <a:gd name="connsiteY14" fmla="*/ 1714500 h 2009775"/>
              <a:gd name="connsiteX15" fmla="*/ 138112 w 1871662"/>
              <a:gd name="connsiteY15" fmla="*/ 1562100 h 2009775"/>
              <a:gd name="connsiteX16" fmla="*/ 47625 w 1871662"/>
              <a:gd name="connsiteY16" fmla="*/ 1381125 h 2009775"/>
              <a:gd name="connsiteX17" fmla="*/ 0 w 1871662"/>
              <a:gd name="connsiteY17" fmla="*/ 1081087 h 2009775"/>
              <a:gd name="connsiteX18" fmla="*/ 52387 w 1871662"/>
              <a:gd name="connsiteY18" fmla="*/ 747712 h 2009775"/>
              <a:gd name="connsiteX19" fmla="*/ 157162 w 1871662"/>
              <a:gd name="connsiteY19" fmla="*/ 481012 h 2009775"/>
              <a:gd name="connsiteX20" fmla="*/ 338137 w 1871662"/>
              <a:gd name="connsiteY20" fmla="*/ 252412 h 2009775"/>
              <a:gd name="connsiteX21" fmla="*/ 533400 w 1871662"/>
              <a:gd name="connsiteY21" fmla="*/ 95250 h 2009775"/>
              <a:gd name="connsiteX22" fmla="*/ 871537 w 1871662"/>
              <a:gd name="connsiteY22" fmla="*/ 0 h 2009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1662" h="2009775">
                <a:moveTo>
                  <a:pt x="871537" y="0"/>
                </a:moveTo>
                <a:lnTo>
                  <a:pt x="1457325" y="138112"/>
                </a:lnTo>
                <a:lnTo>
                  <a:pt x="1676400" y="290512"/>
                </a:lnTo>
                <a:lnTo>
                  <a:pt x="1776412" y="428625"/>
                </a:lnTo>
                <a:lnTo>
                  <a:pt x="1833562" y="590550"/>
                </a:lnTo>
                <a:lnTo>
                  <a:pt x="1862137" y="738187"/>
                </a:lnTo>
                <a:lnTo>
                  <a:pt x="1871662" y="942975"/>
                </a:lnTo>
                <a:lnTo>
                  <a:pt x="1833562" y="1195387"/>
                </a:lnTo>
                <a:lnTo>
                  <a:pt x="1738312" y="1447800"/>
                </a:lnTo>
                <a:lnTo>
                  <a:pt x="1609725" y="1676400"/>
                </a:lnTo>
                <a:lnTo>
                  <a:pt x="1433512" y="1847850"/>
                </a:lnTo>
                <a:lnTo>
                  <a:pt x="1219200" y="1966912"/>
                </a:lnTo>
                <a:lnTo>
                  <a:pt x="1014412" y="2009775"/>
                </a:lnTo>
                <a:lnTo>
                  <a:pt x="347662" y="1785937"/>
                </a:lnTo>
                <a:lnTo>
                  <a:pt x="252412" y="1714500"/>
                </a:lnTo>
                <a:lnTo>
                  <a:pt x="138112" y="1562100"/>
                </a:lnTo>
                <a:lnTo>
                  <a:pt x="47625" y="1381125"/>
                </a:lnTo>
                <a:lnTo>
                  <a:pt x="0" y="1081087"/>
                </a:lnTo>
                <a:lnTo>
                  <a:pt x="52387" y="747712"/>
                </a:lnTo>
                <a:lnTo>
                  <a:pt x="157162" y="481012"/>
                </a:lnTo>
                <a:lnTo>
                  <a:pt x="338137" y="252412"/>
                </a:lnTo>
                <a:lnTo>
                  <a:pt x="533400" y="95250"/>
                </a:lnTo>
                <a:lnTo>
                  <a:pt x="871537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00B38C42-041A-4DEC-9702-38C216B9DF5C}"/>
              </a:ext>
            </a:extLst>
          </p:cNvPr>
          <p:cNvSpPr/>
          <p:nvPr/>
        </p:nvSpPr>
        <p:spPr>
          <a:xfrm>
            <a:off x="2724150" y="2224088"/>
            <a:ext cx="1709738" cy="1728787"/>
          </a:xfrm>
          <a:custGeom>
            <a:avLst/>
            <a:gdLst>
              <a:gd name="connsiteX0" fmla="*/ 800100 w 1709738"/>
              <a:gd name="connsiteY0" fmla="*/ 0 h 1728787"/>
              <a:gd name="connsiteX1" fmla="*/ 1323975 w 1709738"/>
              <a:gd name="connsiteY1" fmla="*/ 123825 h 1728787"/>
              <a:gd name="connsiteX2" fmla="*/ 1371600 w 1709738"/>
              <a:gd name="connsiteY2" fmla="*/ 152400 h 1728787"/>
              <a:gd name="connsiteX3" fmla="*/ 1500188 w 1709738"/>
              <a:gd name="connsiteY3" fmla="*/ 242887 h 1728787"/>
              <a:gd name="connsiteX4" fmla="*/ 1609725 w 1709738"/>
              <a:gd name="connsiteY4" fmla="*/ 385762 h 1728787"/>
              <a:gd name="connsiteX5" fmla="*/ 1681163 w 1709738"/>
              <a:gd name="connsiteY5" fmla="*/ 595312 h 1728787"/>
              <a:gd name="connsiteX6" fmla="*/ 1709738 w 1709738"/>
              <a:gd name="connsiteY6" fmla="*/ 838200 h 1728787"/>
              <a:gd name="connsiteX7" fmla="*/ 1633538 w 1709738"/>
              <a:gd name="connsiteY7" fmla="*/ 1143000 h 1728787"/>
              <a:gd name="connsiteX8" fmla="*/ 1533525 w 1709738"/>
              <a:gd name="connsiteY8" fmla="*/ 1338262 h 1728787"/>
              <a:gd name="connsiteX9" fmla="*/ 1376363 w 1709738"/>
              <a:gd name="connsiteY9" fmla="*/ 1538287 h 1728787"/>
              <a:gd name="connsiteX10" fmla="*/ 1190625 w 1709738"/>
              <a:gd name="connsiteY10" fmla="*/ 1666875 h 1728787"/>
              <a:gd name="connsiteX11" fmla="*/ 981075 w 1709738"/>
              <a:gd name="connsiteY11" fmla="*/ 1728787 h 1728787"/>
              <a:gd name="connsiteX12" fmla="*/ 771525 w 1709738"/>
              <a:gd name="connsiteY12" fmla="*/ 1728787 h 1728787"/>
              <a:gd name="connsiteX13" fmla="*/ 576263 w 1709738"/>
              <a:gd name="connsiteY13" fmla="*/ 1652587 h 1728787"/>
              <a:gd name="connsiteX14" fmla="*/ 390525 w 1709738"/>
              <a:gd name="connsiteY14" fmla="*/ 1595437 h 1728787"/>
              <a:gd name="connsiteX15" fmla="*/ 195263 w 1709738"/>
              <a:gd name="connsiteY15" fmla="*/ 1462087 h 1728787"/>
              <a:gd name="connsiteX16" fmla="*/ 61913 w 1709738"/>
              <a:gd name="connsiteY16" fmla="*/ 1285875 h 1728787"/>
              <a:gd name="connsiteX17" fmla="*/ 0 w 1709738"/>
              <a:gd name="connsiteY17" fmla="*/ 1076325 h 1728787"/>
              <a:gd name="connsiteX18" fmla="*/ 4763 w 1709738"/>
              <a:gd name="connsiteY18" fmla="*/ 766762 h 1728787"/>
              <a:gd name="connsiteX19" fmla="*/ 90488 w 1709738"/>
              <a:gd name="connsiteY19" fmla="*/ 495300 h 1728787"/>
              <a:gd name="connsiteX20" fmla="*/ 228600 w 1709738"/>
              <a:gd name="connsiteY20" fmla="*/ 285750 h 1728787"/>
              <a:gd name="connsiteX21" fmla="*/ 395288 w 1709738"/>
              <a:gd name="connsiteY21" fmla="*/ 123825 h 1728787"/>
              <a:gd name="connsiteX22" fmla="*/ 600075 w 1709738"/>
              <a:gd name="connsiteY22" fmla="*/ 23812 h 1728787"/>
              <a:gd name="connsiteX23" fmla="*/ 800100 w 1709738"/>
              <a:gd name="connsiteY23" fmla="*/ 0 h 1728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709738" h="1728787">
                <a:moveTo>
                  <a:pt x="800100" y="0"/>
                </a:moveTo>
                <a:lnTo>
                  <a:pt x="1323975" y="123825"/>
                </a:lnTo>
                <a:lnTo>
                  <a:pt x="1371600" y="152400"/>
                </a:lnTo>
                <a:lnTo>
                  <a:pt x="1500188" y="242887"/>
                </a:lnTo>
                <a:lnTo>
                  <a:pt x="1609725" y="385762"/>
                </a:lnTo>
                <a:lnTo>
                  <a:pt x="1681163" y="595312"/>
                </a:lnTo>
                <a:lnTo>
                  <a:pt x="1709738" y="838200"/>
                </a:lnTo>
                <a:lnTo>
                  <a:pt x="1633538" y="1143000"/>
                </a:lnTo>
                <a:lnTo>
                  <a:pt x="1533525" y="1338262"/>
                </a:lnTo>
                <a:lnTo>
                  <a:pt x="1376363" y="1538287"/>
                </a:lnTo>
                <a:lnTo>
                  <a:pt x="1190625" y="1666875"/>
                </a:lnTo>
                <a:lnTo>
                  <a:pt x="981075" y="1728787"/>
                </a:lnTo>
                <a:lnTo>
                  <a:pt x="771525" y="1728787"/>
                </a:lnTo>
                <a:lnTo>
                  <a:pt x="576263" y="1652587"/>
                </a:lnTo>
                <a:lnTo>
                  <a:pt x="390525" y="1595437"/>
                </a:lnTo>
                <a:lnTo>
                  <a:pt x="195263" y="1462087"/>
                </a:lnTo>
                <a:lnTo>
                  <a:pt x="61913" y="1285875"/>
                </a:lnTo>
                <a:lnTo>
                  <a:pt x="0" y="1076325"/>
                </a:lnTo>
                <a:cubicBezTo>
                  <a:pt x="1588" y="973137"/>
                  <a:pt x="3175" y="869950"/>
                  <a:pt x="4763" y="766762"/>
                </a:cubicBezTo>
                <a:lnTo>
                  <a:pt x="90488" y="495300"/>
                </a:lnTo>
                <a:lnTo>
                  <a:pt x="228600" y="285750"/>
                </a:lnTo>
                <a:lnTo>
                  <a:pt x="395288" y="123825"/>
                </a:lnTo>
                <a:lnTo>
                  <a:pt x="600075" y="23812"/>
                </a:lnTo>
                <a:lnTo>
                  <a:pt x="800100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354D0386-2F7E-4818-AE57-38E71739E7EB}"/>
              </a:ext>
            </a:extLst>
          </p:cNvPr>
          <p:cNvSpPr/>
          <p:nvPr/>
        </p:nvSpPr>
        <p:spPr>
          <a:xfrm>
            <a:off x="10325100" y="1593056"/>
            <a:ext cx="1440656" cy="1497807"/>
          </a:xfrm>
          <a:custGeom>
            <a:avLst/>
            <a:gdLst>
              <a:gd name="connsiteX0" fmla="*/ 497681 w 1440656"/>
              <a:gd name="connsiteY0" fmla="*/ 0 h 1497807"/>
              <a:gd name="connsiteX1" fmla="*/ 1104900 w 1440656"/>
              <a:gd name="connsiteY1" fmla="*/ 88107 h 1497807"/>
              <a:gd name="connsiteX2" fmla="*/ 1209675 w 1440656"/>
              <a:gd name="connsiteY2" fmla="*/ 133350 h 1497807"/>
              <a:gd name="connsiteX3" fmla="*/ 1285875 w 1440656"/>
              <a:gd name="connsiteY3" fmla="*/ 195263 h 1497807"/>
              <a:gd name="connsiteX4" fmla="*/ 1359694 w 1440656"/>
              <a:gd name="connsiteY4" fmla="*/ 316707 h 1497807"/>
              <a:gd name="connsiteX5" fmla="*/ 1419225 w 1440656"/>
              <a:gd name="connsiteY5" fmla="*/ 507207 h 1497807"/>
              <a:gd name="connsiteX6" fmla="*/ 1440656 w 1440656"/>
              <a:gd name="connsiteY6" fmla="*/ 671513 h 1497807"/>
              <a:gd name="connsiteX7" fmla="*/ 1412081 w 1440656"/>
              <a:gd name="connsiteY7" fmla="*/ 942975 h 1497807"/>
              <a:gd name="connsiteX8" fmla="*/ 1352550 w 1440656"/>
              <a:gd name="connsiteY8" fmla="*/ 1152525 h 1497807"/>
              <a:gd name="connsiteX9" fmla="*/ 1257300 w 1440656"/>
              <a:gd name="connsiteY9" fmla="*/ 1326357 h 1497807"/>
              <a:gd name="connsiteX10" fmla="*/ 1119188 w 1440656"/>
              <a:gd name="connsiteY10" fmla="*/ 1450182 h 1497807"/>
              <a:gd name="connsiteX11" fmla="*/ 933450 w 1440656"/>
              <a:gd name="connsiteY11" fmla="*/ 1497807 h 1497807"/>
              <a:gd name="connsiteX12" fmla="*/ 271463 w 1440656"/>
              <a:gd name="connsiteY12" fmla="*/ 1352550 h 1497807"/>
              <a:gd name="connsiteX13" fmla="*/ 173831 w 1440656"/>
              <a:gd name="connsiteY13" fmla="*/ 1283494 h 1497807"/>
              <a:gd name="connsiteX14" fmla="*/ 107156 w 1440656"/>
              <a:gd name="connsiteY14" fmla="*/ 1197769 h 1497807"/>
              <a:gd name="connsiteX15" fmla="*/ 45244 w 1440656"/>
              <a:gd name="connsiteY15" fmla="*/ 1059657 h 1497807"/>
              <a:gd name="connsiteX16" fmla="*/ 0 w 1440656"/>
              <a:gd name="connsiteY16" fmla="*/ 857250 h 1497807"/>
              <a:gd name="connsiteX17" fmla="*/ 2381 w 1440656"/>
              <a:gd name="connsiteY17" fmla="*/ 609600 h 1497807"/>
              <a:gd name="connsiteX18" fmla="*/ 57150 w 1440656"/>
              <a:gd name="connsiteY18" fmla="*/ 400050 h 1497807"/>
              <a:gd name="connsiteX19" fmla="*/ 150019 w 1440656"/>
              <a:gd name="connsiteY19" fmla="*/ 216694 h 1497807"/>
              <a:gd name="connsiteX20" fmla="*/ 290513 w 1440656"/>
              <a:gd name="connsiteY20" fmla="*/ 57150 h 1497807"/>
              <a:gd name="connsiteX21" fmla="*/ 497681 w 1440656"/>
              <a:gd name="connsiteY21" fmla="*/ 0 h 1497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440656" h="1497807">
                <a:moveTo>
                  <a:pt x="497681" y="0"/>
                </a:moveTo>
                <a:lnTo>
                  <a:pt x="1104900" y="88107"/>
                </a:lnTo>
                <a:lnTo>
                  <a:pt x="1209675" y="133350"/>
                </a:lnTo>
                <a:lnTo>
                  <a:pt x="1285875" y="195263"/>
                </a:lnTo>
                <a:lnTo>
                  <a:pt x="1359694" y="316707"/>
                </a:lnTo>
                <a:lnTo>
                  <a:pt x="1419225" y="507207"/>
                </a:lnTo>
                <a:lnTo>
                  <a:pt x="1440656" y="671513"/>
                </a:lnTo>
                <a:lnTo>
                  <a:pt x="1412081" y="942975"/>
                </a:lnTo>
                <a:lnTo>
                  <a:pt x="1352550" y="1152525"/>
                </a:lnTo>
                <a:lnTo>
                  <a:pt x="1257300" y="1326357"/>
                </a:lnTo>
                <a:lnTo>
                  <a:pt x="1119188" y="1450182"/>
                </a:lnTo>
                <a:lnTo>
                  <a:pt x="933450" y="1497807"/>
                </a:lnTo>
                <a:lnTo>
                  <a:pt x="271463" y="1352550"/>
                </a:lnTo>
                <a:lnTo>
                  <a:pt x="173831" y="1283494"/>
                </a:lnTo>
                <a:lnTo>
                  <a:pt x="107156" y="1197769"/>
                </a:lnTo>
                <a:lnTo>
                  <a:pt x="45244" y="1059657"/>
                </a:lnTo>
                <a:lnTo>
                  <a:pt x="0" y="857250"/>
                </a:lnTo>
                <a:cubicBezTo>
                  <a:pt x="794" y="774700"/>
                  <a:pt x="1587" y="692150"/>
                  <a:pt x="2381" y="609600"/>
                </a:cubicBezTo>
                <a:lnTo>
                  <a:pt x="57150" y="400050"/>
                </a:lnTo>
                <a:lnTo>
                  <a:pt x="150019" y="216694"/>
                </a:lnTo>
                <a:lnTo>
                  <a:pt x="290513" y="57150"/>
                </a:lnTo>
                <a:lnTo>
                  <a:pt x="497681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F54D1D8E-BFAA-48BD-B817-9026C745F3B5}"/>
              </a:ext>
            </a:extLst>
          </p:cNvPr>
          <p:cNvSpPr/>
          <p:nvPr/>
        </p:nvSpPr>
        <p:spPr>
          <a:xfrm>
            <a:off x="7900988" y="1257300"/>
            <a:ext cx="1331118" cy="1323975"/>
          </a:xfrm>
          <a:custGeom>
            <a:avLst/>
            <a:gdLst>
              <a:gd name="connsiteX0" fmla="*/ 483393 w 1331118"/>
              <a:gd name="connsiteY0" fmla="*/ 0 h 1323975"/>
              <a:gd name="connsiteX1" fmla="*/ 1004887 w 1331118"/>
              <a:gd name="connsiteY1" fmla="*/ 71438 h 1323975"/>
              <a:gd name="connsiteX2" fmla="*/ 1126331 w 1331118"/>
              <a:gd name="connsiteY2" fmla="*/ 128588 h 1323975"/>
              <a:gd name="connsiteX3" fmla="*/ 1228725 w 1331118"/>
              <a:gd name="connsiteY3" fmla="*/ 240506 h 1323975"/>
              <a:gd name="connsiteX4" fmla="*/ 1304925 w 1331118"/>
              <a:gd name="connsiteY4" fmla="*/ 402431 h 1323975"/>
              <a:gd name="connsiteX5" fmla="*/ 1331118 w 1331118"/>
              <a:gd name="connsiteY5" fmla="*/ 571500 h 1323975"/>
              <a:gd name="connsiteX6" fmla="*/ 1319212 w 1331118"/>
              <a:gd name="connsiteY6" fmla="*/ 750094 h 1323975"/>
              <a:gd name="connsiteX7" fmla="*/ 1285875 w 1331118"/>
              <a:gd name="connsiteY7" fmla="*/ 897731 h 1323975"/>
              <a:gd name="connsiteX8" fmla="*/ 1250156 w 1331118"/>
              <a:gd name="connsiteY8" fmla="*/ 1014413 h 1323975"/>
              <a:gd name="connsiteX9" fmla="*/ 1154906 w 1331118"/>
              <a:gd name="connsiteY9" fmla="*/ 1159669 h 1323975"/>
              <a:gd name="connsiteX10" fmla="*/ 1054893 w 1331118"/>
              <a:gd name="connsiteY10" fmla="*/ 1257300 h 1323975"/>
              <a:gd name="connsiteX11" fmla="*/ 978693 w 1331118"/>
              <a:gd name="connsiteY11" fmla="*/ 1293019 h 1323975"/>
              <a:gd name="connsiteX12" fmla="*/ 828675 w 1331118"/>
              <a:gd name="connsiteY12" fmla="*/ 1323975 h 1323975"/>
              <a:gd name="connsiteX13" fmla="*/ 304800 w 1331118"/>
              <a:gd name="connsiteY13" fmla="*/ 1228725 h 1323975"/>
              <a:gd name="connsiteX14" fmla="*/ 192881 w 1331118"/>
              <a:gd name="connsiteY14" fmla="*/ 1157288 h 1323975"/>
              <a:gd name="connsiteX15" fmla="*/ 107156 w 1331118"/>
              <a:gd name="connsiteY15" fmla="*/ 1064419 h 1323975"/>
              <a:gd name="connsiteX16" fmla="*/ 50006 w 1331118"/>
              <a:gd name="connsiteY16" fmla="*/ 942975 h 1323975"/>
              <a:gd name="connsiteX17" fmla="*/ 0 w 1331118"/>
              <a:gd name="connsiteY17" fmla="*/ 783431 h 1323975"/>
              <a:gd name="connsiteX18" fmla="*/ 11906 w 1331118"/>
              <a:gd name="connsiteY18" fmla="*/ 564356 h 1323975"/>
              <a:gd name="connsiteX19" fmla="*/ 50006 w 1331118"/>
              <a:gd name="connsiteY19" fmla="*/ 381000 h 1323975"/>
              <a:gd name="connsiteX20" fmla="*/ 135731 w 1331118"/>
              <a:gd name="connsiteY20" fmla="*/ 226219 h 1323975"/>
              <a:gd name="connsiteX21" fmla="*/ 269081 w 1331118"/>
              <a:gd name="connsiteY21" fmla="*/ 76200 h 1323975"/>
              <a:gd name="connsiteX22" fmla="*/ 483393 w 1331118"/>
              <a:gd name="connsiteY2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331118" h="1323975">
                <a:moveTo>
                  <a:pt x="483393" y="0"/>
                </a:moveTo>
                <a:lnTo>
                  <a:pt x="1004887" y="71438"/>
                </a:lnTo>
                <a:lnTo>
                  <a:pt x="1126331" y="128588"/>
                </a:lnTo>
                <a:lnTo>
                  <a:pt x="1228725" y="240506"/>
                </a:lnTo>
                <a:lnTo>
                  <a:pt x="1304925" y="402431"/>
                </a:lnTo>
                <a:lnTo>
                  <a:pt x="1331118" y="571500"/>
                </a:lnTo>
                <a:lnTo>
                  <a:pt x="1319212" y="750094"/>
                </a:lnTo>
                <a:lnTo>
                  <a:pt x="1285875" y="897731"/>
                </a:lnTo>
                <a:lnTo>
                  <a:pt x="1250156" y="1014413"/>
                </a:lnTo>
                <a:lnTo>
                  <a:pt x="1154906" y="1159669"/>
                </a:lnTo>
                <a:lnTo>
                  <a:pt x="1054893" y="1257300"/>
                </a:lnTo>
                <a:lnTo>
                  <a:pt x="978693" y="1293019"/>
                </a:lnTo>
                <a:lnTo>
                  <a:pt x="828675" y="1323975"/>
                </a:lnTo>
                <a:lnTo>
                  <a:pt x="304800" y="1228725"/>
                </a:lnTo>
                <a:lnTo>
                  <a:pt x="192881" y="1157288"/>
                </a:lnTo>
                <a:lnTo>
                  <a:pt x="107156" y="1064419"/>
                </a:lnTo>
                <a:lnTo>
                  <a:pt x="50006" y="942975"/>
                </a:lnTo>
                <a:lnTo>
                  <a:pt x="0" y="783431"/>
                </a:lnTo>
                <a:lnTo>
                  <a:pt x="11906" y="564356"/>
                </a:lnTo>
                <a:lnTo>
                  <a:pt x="50006" y="381000"/>
                </a:lnTo>
                <a:lnTo>
                  <a:pt x="135731" y="226219"/>
                </a:lnTo>
                <a:lnTo>
                  <a:pt x="269081" y="76200"/>
                </a:lnTo>
                <a:lnTo>
                  <a:pt x="483393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79" name="Rectangle 678">
            <a:extLst>
              <a:ext uri="{FF2B5EF4-FFF2-40B4-BE49-F238E27FC236}">
                <a16:creationId xmlns:a16="http://schemas.microsoft.com/office/drawing/2014/main" id="{0CA3E227-15F7-6CC4-1748-F994E4A192DD}"/>
              </a:ext>
            </a:extLst>
          </p:cNvPr>
          <p:cNvSpPr/>
          <p:nvPr/>
        </p:nvSpPr>
        <p:spPr>
          <a:xfrm>
            <a:off x="176565" y="523174"/>
            <a:ext cx="3055452" cy="4601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tIns="3600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Factors affecting speed</a:t>
            </a:r>
            <a:endParaRPr lang="en-GB" sz="1200" dirty="0">
              <a:solidFill>
                <a:srgbClr val="F2652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90" name="Rectangle 689">
            <a:extLst>
              <a:ext uri="{FF2B5EF4-FFF2-40B4-BE49-F238E27FC236}">
                <a16:creationId xmlns:a16="http://schemas.microsoft.com/office/drawing/2014/main" id="{5292A767-6628-F46A-3613-0EA502F85507}"/>
              </a:ext>
            </a:extLst>
          </p:cNvPr>
          <p:cNvSpPr/>
          <p:nvPr/>
        </p:nvSpPr>
        <p:spPr>
          <a:xfrm>
            <a:off x="176565" y="1075238"/>
            <a:ext cx="2231657" cy="11734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of the engine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Tyres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Weather conditions</a:t>
            </a:r>
          </a:p>
        </p:txBody>
      </p:sp>
    </p:spTree>
    <p:extLst>
      <p:ext uri="{BB962C8B-B14F-4D97-AF65-F5344CB8AC3E}">
        <p14:creationId xmlns:p14="http://schemas.microsoft.com/office/powerpoint/2010/main" val="15838176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7F6FF28F-E6FF-4516-9E40-0B67E9B57A5A}"/>
              </a:ext>
            </a:extLst>
          </p:cNvPr>
          <p:cNvGrpSpPr/>
          <p:nvPr/>
        </p:nvGrpSpPr>
        <p:grpSpPr>
          <a:xfrm>
            <a:off x="3351482" y="320119"/>
            <a:ext cx="8736854" cy="2846266"/>
            <a:chOff x="3351482" y="320119"/>
            <a:chExt cx="8736854" cy="2846266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6C11966-0AD8-4999-88D6-B92C3D22841F}"/>
                </a:ext>
              </a:extLst>
            </p:cNvPr>
            <p:cNvGrpSpPr/>
            <p:nvPr/>
          </p:nvGrpSpPr>
          <p:grpSpPr>
            <a:xfrm>
              <a:off x="5053723" y="425362"/>
              <a:ext cx="1813091" cy="1738718"/>
              <a:chOff x="3908409" y="523174"/>
              <a:chExt cx="1813091" cy="1738718"/>
            </a:xfrm>
          </p:grpSpPr>
          <p:grpSp>
            <p:nvGrpSpPr>
              <p:cNvPr id="513" name="Group 512">
                <a:extLst>
                  <a:ext uri="{FF2B5EF4-FFF2-40B4-BE49-F238E27FC236}">
                    <a16:creationId xmlns:a16="http://schemas.microsoft.com/office/drawing/2014/main" id="{E1E2938F-C785-4CDB-A6CA-CFBDE60EAE3E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75185273-3D48-45A8-9C18-17B0BD5F5F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" name="Straight Connector 574">
                  <a:extLst>
                    <a:ext uri="{FF2B5EF4-FFF2-40B4-BE49-F238E27FC236}">
                      <a16:creationId xmlns:a16="http://schemas.microsoft.com/office/drawing/2014/main" id="{970F456D-7417-43A7-9539-E6026CDD7B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" name="Straight Connector 575">
                  <a:extLst>
                    <a:ext uri="{FF2B5EF4-FFF2-40B4-BE49-F238E27FC236}">
                      <a16:creationId xmlns:a16="http://schemas.microsoft.com/office/drawing/2014/main" id="{5BB27D64-18A2-40A6-AC84-7C28E23E87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321553B9-AAF9-4F3F-9E8B-D997DEA2AD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BF0F8623-0669-4905-B32C-FE8154DE24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>
                  <a:extLst>
                    <a:ext uri="{FF2B5EF4-FFF2-40B4-BE49-F238E27FC236}">
                      <a16:creationId xmlns:a16="http://schemas.microsoft.com/office/drawing/2014/main" id="{E0EA54A3-83ED-4802-911C-5ED250E6A0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0" name="Straight Connector 579">
                  <a:extLst>
                    <a:ext uri="{FF2B5EF4-FFF2-40B4-BE49-F238E27FC236}">
                      <a16:creationId xmlns:a16="http://schemas.microsoft.com/office/drawing/2014/main" id="{B61BB8B4-CBBE-4629-99C9-84D1F5AF13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Straight Connector 580">
                  <a:extLst>
                    <a:ext uri="{FF2B5EF4-FFF2-40B4-BE49-F238E27FC236}">
                      <a16:creationId xmlns:a16="http://schemas.microsoft.com/office/drawing/2014/main" id="{9C6B9B6F-81B2-4F07-B1E5-5046C42A66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2" name="Straight Connector 581">
                  <a:extLst>
                    <a:ext uri="{FF2B5EF4-FFF2-40B4-BE49-F238E27FC236}">
                      <a16:creationId xmlns:a16="http://schemas.microsoft.com/office/drawing/2014/main" id="{E8D4E282-3A2D-428C-AE0B-4F19AAAFCA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4" name="Group 513">
                <a:extLst>
                  <a:ext uri="{FF2B5EF4-FFF2-40B4-BE49-F238E27FC236}">
                    <a16:creationId xmlns:a16="http://schemas.microsoft.com/office/drawing/2014/main" id="{78207D36-BBF8-4A03-842E-B8252157953D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79B2E2A2-731F-46C2-8A5D-E48847BD60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48F02372-E7B8-4A10-A211-BF2882F93D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EBF9BFB7-E3B3-45AF-8FD2-CE475AB6AAF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899DD319-04A1-45DF-8A94-4159E31109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DC8AD541-EBC4-4BB3-AA40-C932001344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A87BA130-DFA0-4346-890D-FCD1C0F820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Straight Connector 570">
                  <a:extLst>
                    <a:ext uri="{FF2B5EF4-FFF2-40B4-BE49-F238E27FC236}">
                      <a16:creationId xmlns:a16="http://schemas.microsoft.com/office/drawing/2014/main" id="{A1E2E93C-2B82-4D46-91C5-025FE96AF5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2" name="Straight Connector 571">
                  <a:extLst>
                    <a:ext uri="{FF2B5EF4-FFF2-40B4-BE49-F238E27FC236}">
                      <a16:creationId xmlns:a16="http://schemas.microsoft.com/office/drawing/2014/main" id="{7E0DBA3F-93A6-4BEB-9684-FF829CA426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3" name="Straight Connector 572">
                  <a:extLst>
                    <a:ext uri="{FF2B5EF4-FFF2-40B4-BE49-F238E27FC236}">
                      <a16:creationId xmlns:a16="http://schemas.microsoft.com/office/drawing/2014/main" id="{EF7B2904-67A8-458A-AAA8-8354A93D35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5" name="Group 514">
                <a:extLst>
                  <a:ext uri="{FF2B5EF4-FFF2-40B4-BE49-F238E27FC236}">
                    <a16:creationId xmlns:a16="http://schemas.microsoft.com/office/drawing/2014/main" id="{D8681C99-5F72-42C0-9D0B-BB1CF0D76840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556" name="Straight Connector 555">
                  <a:extLst>
                    <a:ext uri="{FF2B5EF4-FFF2-40B4-BE49-F238E27FC236}">
                      <a16:creationId xmlns:a16="http://schemas.microsoft.com/office/drawing/2014/main" id="{1C474507-4454-4DCA-9E9D-2C49E35425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AB6E17E4-6A44-41B1-AE3C-66808DD106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" name="Straight Connector 557">
                  <a:extLst>
                    <a:ext uri="{FF2B5EF4-FFF2-40B4-BE49-F238E27FC236}">
                      <a16:creationId xmlns:a16="http://schemas.microsoft.com/office/drawing/2014/main" id="{F1A23153-7F17-41EB-8AF0-29292B61AA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Straight Connector 558">
                  <a:extLst>
                    <a:ext uri="{FF2B5EF4-FFF2-40B4-BE49-F238E27FC236}">
                      <a16:creationId xmlns:a16="http://schemas.microsoft.com/office/drawing/2014/main" id="{8F0A421B-3762-4C60-A923-A21B61DCB9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Straight Connector 559">
                  <a:extLst>
                    <a:ext uri="{FF2B5EF4-FFF2-40B4-BE49-F238E27FC236}">
                      <a16:creationId xmlns:a16="http://schemas.microsoft.com/office/drawing/2014/main" id="{D913F7CA-69F4-443C-99C7-7D35E7F8F9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>
                  <a:extLst>
                    <a:ext uri="{FF2B5EF4-FFF2-40B4-BE49-F238E27FC236}">
                      <a16:creationId xmlns:a16="http://schemas.microsoft.com/office/drawing/2014/main" id="{4742BF67-D4B0-46B1-8F85-56C171C835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CEA5F954-3710-4479-BFD3-8A3986264C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Straight Connector 562">
                  <a:extLst>
                    <a:ext uri="{FF2B5EF4-FFF2-40B4-BE49-F238E27FC236}">
                      <a16:creationId xmlns:a16="http://schemas.microsoft.com/office/drawing/2014/main" id="{2B627E56-2A56-486A-B0D5-443D68755C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7BD5AE8E-9097-41B6-AEA5-11C461EEF3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6" name="Group 515">
                <a:extLst>
                  <a:ext uri="{FF2B5EF4-FFF2-40B4-BE49-F238E27FC236}">
                    <a16:creationId xmlns:a16="http://schemas.microsoft.com/office/drawing/2014/main" id="{B51776CD-7970-4A6C-8607-533B5AB3873B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547" name="Straight Connector 546">
                  <a:extLst>
                    <a:ext uri="{FF2B5EF4-FFF2-40B4-BE49-F238E27FC236}">
                      <a16:creationId xmlns:a16="http://schemas.microsoft.com/office/drawing/2014/main" id="{D7E9455C-A4D4-4A60-B60E-4F7D719821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Straight Connector 547">
                  <a:extLst>
                    <a:ext uri="{FF2B5EF4-FFF2-40B4-BE49-F238E27FC236}">
                      <a16:creationId xmlns:a16="http://schemas.microsoft.com/office/drawing/2014/main" id="{80D347A2-046F-4E37-838B-049FC2080A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Straight Connector 548">
                  <a:extLst>
                    <a:ext uri="{FF2B5EF4-FFF2-40B4-BE49-F238E27FC236}">
                      <a16:creationId xmlns:a16="http://schemas.microsoft.com/office/drawing/2014/main" id="{384D12CE-4227-466F-B39D-67B845A708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Straight Connector 549">
                  <a:extLst>
                    <a:ext uri="{FF2B5EF4-FFF2-40B4-BE49-F238E27FC236}">
                      <a16:creationId xmlns:a16="http://schemas.microsoft.com/office/drawing/2014/main" id="{CE3BB106-F7E6-49B6-90F1-9892F6476A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Straight Connector 550">
                  <a:extLst>
                    <a:ext uri="{FF2B5EF4-FFF2-40B4-BE49-F238E27FC236}">
                      <a16:creationId xmlns:a16="http://schemas.microsoft.com/office/drawing/2014/main" id="{8ECDB3CA-3468-4F4F-A81F-B99C106CD0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Straight Connector 551">
                  <a:extLst>
                    <a:ext uri="{FF2B5EF4-FFF2-40B4-BE49-F238E27FC236}">
                      <a16:creationId xmlns:a16="http://schemas.microsoft.com/office/drawing/2014/main" id="{20170573-5559-4BE3-8693-0979AEFFA4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Straight Connector 552">
                  <a:extLst>
                    <a:ext uri="{FF2B5EF4-FFF2-40B4-BE49-F238E27FC236}">
                      <a16:creationId xmlns:a16="http://schemas.microsoft.com/office/drawing/2014/main" id="{08A1275F-0E2F-4583-A552-D77A11E125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" name="Straight Connector 553">
                  <a:extLst>
                    <a:ext uri="{FF2B5EF4-FFF2-40B4-BE49-F238E27FC236}">
                      <a16:creationId xmlns:a16="http://schemas.microsoft.com/office/drawing/2014/main" id="{5B16F568-521E-454E-B3D1-087D5D613C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5" name="Straight Connector 554">
                  <a:extLst>
                    <a:ext uri="{FF2B5EF4-FFF2-40B4-BE49-F238E27FC236}">
                      <a16:creationId xmlns:a16="http://schemas.microsoft.com/office/drawing/2014/main" id="{AB636FF8-3DC5-42E2-B8BC-CF00034274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7" name="Group 516">
                <a:extLst>
                  <a:ext uri="{FF2B5EF4-FFF2-40B4-BE49-F238E27FC236}">
                    <a16:creationId xmlns:a16="http://schemas.microsoft.com/office/drawing/2014/main" id="{89D47794-CD87-4D82-BC66-BBAF3905A9F1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538" name="Straight Connector 537">
                  <a:extLst>
                    <a:ext uri="{FF2B5EF4-FFF2-40B4-BE49-F238E27FC236}">
                      <a16:creationId xmlns:a16="http://schemas.microsoft.com/office/drawing/2014/main" id="{DB07E9EA-0F62-4228-B99F-9CB9F10A7A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9" name="Straight Connector 538">
                  <a:extLst>
                    <a:ext uri="{FF2B5EF4-FFF2-40B4-BE49-F238E27FC236}">
                      <a16:creationId xmlns:a16="http://schemas.microsoft.com/office/drawing/2014/main" id="{E2B0AD2A-5F18-46C9-B716-2E21CD700F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0" name="Straight Connector 539">
                  <a:extLst>
                    <a:ext uri="{FF2B5EF4-FFF2-40B4-BE49-F238E27FC236}">
                      <a16:creationId xmlns:a16="http://schemas.microsoft.com/office/drawing/2014/main" id="{1B699BE5-92E3-45DB-A6DA-598AEC4C09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1" name="Straight Connector 540">
                  <a:extLst>
                    <a:ext uri="{FF2B5EF4-FFF2-40B4-BE49-F238E27FC236}">
                      <a16:creationId xmlns:a16="http://schemas.microsoft.com/office/drawing/2014/main" id="{3275D2E1-59CF-4305-B140-3344EC261A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2" name="Straight Connector 541">
                  <a:extLst>
                    <a:ext uri="{FF2B5EF4-FFF2-40B4-BE49-F238E27FC236}">
                      <a16:creationId xmlns:a16="http://schemas.microsoft.com/office/drawing/2014/main" id="{B2F6DE90-19D8-4FA1-AF58-18312093FC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3" name="Straight Connector 542">
                  <a:extLst>
                    <a:ext uri="{FF2B5EF4-FFF2-40B4-BE49-F238E27FC236}">
                      <a16:creationId xmlns:a16="http://schemas.microsoft.com/office/drawing/2014/main" id="{93DD6A96-713A-414C-8273-CCD1007186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4" name="Straight Connector 543">
                  <a:extLst>
                    <a:ext uri="{FF2B5EF4-FFF2-40B4-BE49-F238E27FC236}">
                      <a16:creationId xmlns:a16="http://schemas.microsoft.com/office/drawing/2014/main" id="{A04F8602-E47C-4935-935C-065E4F6BEC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5" name="Straight Connector 544">
                  <a:extLst>
                    <a:ext uri="{FF2B5EF4-FFF2-40B4-BE49-F238E27FC236}">
                      <a16:creationId xmlns:a16="http://schemas.microsoft.com/office/drawing/2014/main" id="{6F33115A-794A-41B0-A1F7-E6B16F86D8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6" name="Straight Connector 545">
                  <a:extLst>
                    <a:ext uri="{FF2B5EF4-FFF2-40B4-BE49-F238E27FC236}">
                      <a16:creationId xmlns:a16="http://schemas.microsoft.com/office/drawing/2014/main" id="{D678FD8F-A40C-40BE-8FF7-7500283A20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8" name="Group 517">
                <a:extLst>
                  <a:ext uri="{FF2B5EF4-FFF2-40B4-BE49-F238E27FC236}">
                    <a16:creationId xmlns:a16="http://schemas.microsoft.com/office/drawing/2014/main" id="{4F7CD8F0-E56C-46E1-9104-9017B5169DC0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96032384-F7E1-4686-8DB1-FBD2BB0234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73A8DEED-7F55-49A0-86E8-09F00E801E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Straight Connector 530">
                  <a:extLst>
                    <a:ext uri="{FF2B5EF4-FFF2-40B4-BE49-F238E27FC236}">
                      <a16:creationId xmlns:a16="http://schemas.microsoft.com/office/drawing/2014/main" id="{00791740-EAD1-413A-A4A6-1AA62C180B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Straight Connector 531">
                  <a:extLst>
                    <a:ext uri="{FF2B5EF4-FFF2-40B4-BE49-F238E27FC236}">
                      <a16:creationId xmlns:a16="http://schemas.microsoft.com/office/drawing/2014/main" id="{48A88EEE-1AB4-4F7F-886B-903F8B1E01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3" name="Straight Connector 532">
                  <a:extLst>
                    <a:ext uri="{FF2B5EF4-FFF2-40B4-BE49-F238E27FC236}">
                      <a16:creationId xmlns:a16="http://schemas.microsoft.com/office/drawing/2014/main" id="{C39076FC-F723-413F-BA9F-80019CE63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8B53BBB0-3FF6-4FD0-8FB5-24DD9AAE6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5" name="Straight Connector 534">
                  <a:extLst>
                    <a:ext uri="{FF2B5EF4-FFF2-40B4-BE49-F238E27FC236}">
                      <a16:creationId xmlns:a16="http://schemas.microsoft.com/office/drawing/2014/main" id="{B68D2C75-D374-4912-B4B7-C8FED7B687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6" name="Straight Connector 535">
                  <a:extLst>
                    <a:ext uri="{FF2B5EF4-FFF2-40B4-BE49-F238E27FC236}">
                      <a16:creationId xmlns:a16="http://schemas.microsoft.com/office/drawing/2014/main" id="{3809B1D2-320C-48D1-A74C-5ADC0C11F39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" name="Straight Connector 536">
                  <a:extLst>
                    <a:ext uri="{FF2B5EF4-FFF2-40B4-BE49-F238E27FC236}">
                      <a16:creationId xmlns:a16="http://schemas.microsoft.com/office/drawing/2014/main" id="{7FC9E0E1-41F1-4C45-BCAA-6D604C72E2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19" name="Group 518">
                <a:extLst>
                  <a:ext uri="{FF2B5EF4-FFF2-40B4-BE49-F238E27FC236}">
                    <a16:creationId xmlns:a16="http://schemas.microsoft.com/office/drawing/2014/main" id="{707F328E-DC11-4C67-B1EF-E955E90825B9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520" name="Straight Connector 519">
                  <a:extLst>
                    <a:ext uri="{FF2B5EF4-FFF2-40B4-BE49-F238E27FC236}">
                      <a16:creationId xmlns:a16="http://schemas.microsoft.com/office/drawing/2014/main" id="{008F0773-B074-42FD-9B7F-7BE5E8F2D5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DAA41240-D98F-43A3-8EE6-13076B10E9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2CDA247F-3DC5-4EEF-9B00-05CAE5F228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CB9BC426-0CF2-4D2B-A606-B739AF0B1D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E2C82F21-C6DB-4D6A-9E71-DCC8CB8AC5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CAB6B4E7-486C-49C3-A83E-16CCEF8F50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C9792C09-8E5F-4D4D-AF7D-168371C632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4E6633FC-D3CB-4923-8414-3D8EDC04F6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3F634580-87DF-45D6-A51C-82D6966036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506C0EA-4AC5-4EC2-A38A-71F814C22E89}"/>
                </a:ext>
              </a:extLst>
            </p:cNvPr>
            <p:cNvGrpSpPr/>
            <p:nvPr/>
          </p:nvGrpSpPr>
          <p:grpSpPr>
            <a:xfrm>
              <a:off x="3485219" y="1148258"/>
              <a:ext cx="1813091" cy="1738718"/>
              <a:chOff x="3908409" y="523174"/>
              <a:chExt cx="1813091" cy="1738718"/>
            </a:xfrm>
          </p:grpSpPr>
          <p:grpSp>
            <p:nvGrpSpPr>
              <p:cNvPr id="443" name="Group 442">
                <a:extLst>
                  <a:ext uri="{FF2B5EF4-FFF2-40B4-BE49-F238E27FC236}">
                    <a16:creationId xmlns:a16="http://schemas.microsoft.com/office/drawing/2014/main" id="{818E1299-9AEF-46DF-945C-D05189579D7D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5A290C4F-5E93-4785-8C50-355EC71942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5" name="Straight Connector 504">
                  <a:extLst>
                    <a:ext uri="{FF2B5EF4-FFF2-40B4-BE49-F238E27FC236}">
                      <a16:creationId xmlns:a16="http://schemas.microsoft.com/office/drawing/2014/main" id="{717B8329-4F32-4A63-B251-F34D30B9BC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6" name="Straight Connector 505">
                  <a:extLst>
                    <a:ext uri="{FF2B5EF4-FFF2-40B4-BE49-F238E27FC236}">
                      <a16:creationId xmlns:a16="http://schemas.microsoft.com/office/drawing/2014/main" id="{D519FA09-BCB0-4857-9B53-D8F2A27E2A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FF881EEF-AE44-4AC5-AD3C-D707F1C76A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98E81CCE-3DD4-4CEF-BF8C-A5853FC187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D2BBAB4F-5FC6-43A2-B9CE-D75B8355E6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4A58F13B-5409-412B-AB9C-190F52D279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Straight Connector 510">
                  <a:extLst>
                    <a:ext uri="{FF2B5EF4-FFF2-40B4-BE49-F238E27FC236}">
                      <a16:creationId xmlns:a16="http://schemas.microsoft.com/office/drawing/2014/main" id="{227CE807-E4B1-4FC9-A5D4-91ECA069704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2" name="Straight Connector 511">
                  <a:extLst>
                    <a:ext uri="{FF2B5EF4-FFF2-40B4-BE49-F238E27FC236}">
                      <a16:creationId xmlns:a16="http://schemas.microsoft.com/office/drawing/2014/main" id="{1238B6CB-D778-418B-8E7E-808FB9B19D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4" name="Group 443">
                <a:extLst>
                  <a:ext uri="{FF2B5EF4-FFF2-40B4-BE49-F238E27FC236}">
                    <a16:creationId xmlns:a16="http://schemas.microsoft.com/office/drawing/2014/main" id="{AA0CD1D9-125B-483C-9271-F9DB2A50C3E7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DE683016-5750-4C78-968A-2E8423246A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Straight Connector 495">
                  <a:extLst>
                    <a:ext uri="{FF2B5EF4-FFF2-40B4-BE49-F238E27FC236}">
                      <a16:creationId xmlns:a16="http://schemas.microsoft.com/office/drawing/2014/main" id="{252B85F3-1AF2-46A7-80B1-B342666250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86AE042C-B8A8-47B5-BEFA-C42F3639EAE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35442C6E-B4AF-4970-8D4C-0E75058E2D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0D8B761A-C471-4D96-A543-3E0D6F4BAA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322D80B8-DA56-470B-B83E-B20C8403E3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853F730B-CF71-4DD9-B383-070981053F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C0489510-B339-4EFF-9F8A-0AFBF3A4B3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E31562F4-1771-4BF1-894E-44772F6DBF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5" name="Group 444">
                <a:extLst>
                  <a:ext uri="{FF2B5EF4-FFF2-40B4-BE49-F238E27FC236}">
                    <a16:creationId xmlns:a16="http://schemas.microsoft.com/office/drawing/2014/main" id="{AC7D6CF6-4E38-4A72-BF9F-CCA672D17A62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486" name="Straight Connector 485">
                  <a:extLst>
                    <a:ext uri="{FF2B5EF4-FFF2-40B4-BE49-F238E27FC236}">
                      <a16:creationId xmlns:a16="http://schemas.microsoft.com/office/drawing/2014/main" id="{6B9F24A6-E586-4C87-8511-7727F711F5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37CCBD32-2F57-44B2-B2C3-02E15CB3E0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Straight Connector 487">
                  <a:extLst>
                    <a:ext uri="{FF2B5EF4-FFF2-40B4-BE49-F238E27FC236}">
                      <a16:creationId xmlns:a16="http://schemas.microsoft.com/office/drawing/2014/main" id="{4CDDDC7A-FB78-40DE-9EB0-01EC260B19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Straight Connector 488">
                  <a:extLst>
                    <a:ext uri="{FF2B5EF4-FFF2-40B4-BE49-F238E27FC236}">
                      <a16:creationId xmlns:a16="http://schemas.microsoft.com/office/drawing/2014/main" id="{708FF539-E6A4-4C90-BD55-8427F9CB53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C853C17B-2A9A-4911-9D67-B215A24DEE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4D315131-E2BC-4AA9-9DAF-F91DB056F9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490E299D-D191-4EE5-9E0A-3285F53E7F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86FB33D8-4DC4-4A46-93CB-892431EA29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37D94FDA-4F48-4F2F-8C53-A5D8C268F8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6" name="Group 445">
                <a:extLst>
                  <a:ext uri="{FF2B5EF4-FFF2-40B4-BE49-F238E27FC236}">
                    <a16:creationId xmlns:a16="http://schemas.microsoft.com/office/drawing/2014/main" id="{CD725F7F-8408-41EA-BD5C-6C0F0967F434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477" name="Straight Connector 476">
                  <a:extLst>
                    <a:ext uri="{FF2B5EF4-FFF2-40B4-BE49-F238E27FC236}">
                      <a16:creationId xmlns:a16="http://schemas.microsoft.com/office/drawing/2014/main" id="{AEB86807-B715-4D92-BE65-1AB9E6A42D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Straight Connector 477">
                  <a:extLst>
                    <a:ext uri="{FF2B5EF4-FFF2-40B4-BE49-F238E27FC236}">
                      <a16:creationId xmlns:a16="http://schemas.microsoft.com/office/drawing/2014/main" id="{624BBACB-5C2C-4E83-B608-D08AB575ED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DEAED1D7-7D2B-4762-8EB4-95540B611C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>
                  <a:extLst>
                    <a:ext uri="{FF2B5EF4-FFF2-40B4-BE49-F238E27FC236}">
                      <a16:creationId xmlns:a16="http://schemas.microsoft.com/office/drawing/2014/main" id="{8C44E271-0FD0-4FEF-8BFD-38EABBEA2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Straight Connector 480">
                  <a:extLst>
                    <a:ext uri="{FF2B5EF4-FFF2-40B4-BE49-F238E27FC236}">
                      <a16:creationId xmlns:a16="http://schemas.microsoft.com/office/drawing/2014/main" id="{5B064932-FE8C-458E-A873-10F571503B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Straight Connector 481">
                  <a:extLst>
                    <a:ext uri="{FF2B5EF4-FFF2-40B4-BE49-F238E27FC236}">
                      <a16:creationId xmlns:a16="http://schemas.microsoft.com/office/drawing/2014/main" id="{7D97CC95-9C29-4A76-A4E4-00B2E6003F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Straight Connector 482">
                  <a:extLst>
                    <a:ext uri="{FF2B5EF4-FFF2-40B4-BE49-F238E27FC236}">
                      <a16:creationId xmlns:a16="http://schemas.microsoft.com/office/drawing/2014/main" id="{F9F19E0C-2A4A-4BE6-8A6D-D30873DB75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Straight Connector 483">
                  <a:extLst>
                    <a:ext uri="{FF2B5EF4-FFF2-40B4-BE49-F238E27FC236}">
                      <a16:creationId xmlns:a16="http://schemas.microsoft.com/office/drawing/2014/main" id="{01E65DAA-BA85-4856-89E8-42D372E1E7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E40F2333-5567-442C-8FAA-6F99937257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7" name="Group 446">
                <a:extLst>
                  <a:ext uri="{FF2B5EF4-FFF2-40B4-BE49-F238E27FC236}">
                    <a16:creationId xmlns:a16="http://schemas.microsoft.com/office/drawing/2014/main" id="{FCC1FC33-2CAA-46DE-A8F4-7D2A8B43BE7A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468" name="Straight Connector 467">
                  <a:extLst>
                    <a:ext uri="{FF2B5EF4-FFF2-40B4-BE49-F238E27FC236}">
                      <a16:creationId xmlns:a16="http://schemas.microsoft.com/office/drawing/2014/main" id="{AA664E6F-32A1-4D91-B926-1C61D4698D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9" name="Straight Connector 468">
                  <a:extLst>
                    <a:ext uri="{FF2B5EF4-FFF2-40B4-BE49-F238E27FC236}">
                      <a16:creationId xmlns:a16="http://schemas.microsoft.com/office/drawing/2014/main" id="{4D0B84D8-4C04-4B49-8BC0-1334235DDC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0" name="Straight Connector 469">
                  <a:extLst>
                    <a:ext uri="{FF2B5EF4-FFF2-40B4-BE49-F238E27FC236}">
                      <a16:creationId xmlns:a16="http://schemas.microsoft.com/office/drawing/2014/main" id="{2DC60499-873F-4FBE-974F-505198A52A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1" name="Straight Connector 470">
                  <a:extLst>
                    <a:ext uri="{FF2B5EF4-FFF2-40B4-BE49-F238E27FC236}">
                      <a16:creationId xmlns:a16="http://schemas.microsoft.com/office/drawing/2014/main" id="{86E0D9BA-4EFA-4E96-BE21-78E30E116C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2" name="Straight Connector 471">
                  <a:extLst>
                    <a:ext uri="{FF2B5EF4-FFF2-40B4-BE49-F238E27FC236}">
                      <a16:creationId xmlns:a16="http://schemas.microsoft.com/office/drawing/2014/main" id="{0B41936F-6AA2-41C1-A7DB-415D0178C7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3" name="Straight Connector 472">
                  <a:extLst>
                    <a:ext uri="{FF2B5EF4-FFF2-40B4-BE49-F238E27FC236}">
                      <a16:creationId xmlns:a16="http://schemas.microsoft.com/office/drawing/2014/main" id="{2899752B-32E9-4744-9B32-8EC2A3B8B4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4" name="Straight Connector 473">
                  <a:extLst>
                    <a:ext uri="{FF2B5EF4-FFF2-40B4-BE49-F238E27FC236}">
                      <a16:creationId xmlns:a16="http://schemas.microsoft.com/office/drawing/2014/main" id="{034D3471-D11A-45F1-B2EE-378C82C9B4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5" name="Straight Connector 474">
                  <a:extLst>
                    <a:ext uri="{FF2B5EF4-FFF2-40B4-BE49-F238E27FC236}">
                      <a16:creationId xmlns:a16="http://schemas.microsoft.com/office/drawing/2014/main" id="{5C850144-638E-411D-8BE7-E18B895A49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6" name="Straight Connector 475">
                  <a:extLst>
                    <a:ext uri="{FF2B5EF4-FFF2-40B4-BE49-F238E27FC236}">
                      <a16:creationId xmlns:a16="http://schemas.microsoft.com/office/drawing/2014/main" id="{121065C3-2CD4-4A57-A5C4-2952B51508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8" name="Group 447">
                <a:extLst>
                  <a:ext uri="{FF2B5EF4-FFF2-40B4-BE49-F238E27FC236}">
                    <a16:creationId xmlns:a16="http://schemas.microsoft.com/office/drawing/2014/main" id="{1799B25F-B459-4F0A-B906-406F5FAF965E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A0F0B4B1-7C70-4143-A14D-C05E4BF889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180095F6-B72B-4726-8E59-BA657B03E7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2196FADF-6577-459B-9D34-80C422C9CE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Straight Connector 461">
                  <a:extLst>
                    <a:ext uri="{FF2B5EF4-FFF2-40B4-BE49-F238E27FC236}">
                      <a16:creationId xmlns:a16="http://schemas.microsoft.com/office/drawing/2014/main" id="{A63E4E59-186C-441E-AE39-2357AE95F0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Straight Connector 462">
                  <a:extLst>
                    <a:ext uri="{FF2B5EF4-FFF2-40B4-BE49-F238E27FC236}">
                      <a16:creationId xmlns:a16="http://schemas.microsoft.com/office/drawing/2014/main" id="{A1B175C9-216C-4C46-AE46-ECB3013721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C9A63B90-6EA6-4105-991D-03DD535303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Straight Connector 464">
                  <a:extLst>
                    <a:ext uri="{FF2B5EF4-FFF2-40B4-BE49-F238E27FC236}">
                      <a16:creationId xmlns:a16="http://schemas.microsoft.com/office/drawing/2014/main" id="{F52FB256-AB63-494A-8A5D-D525E092C5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>
                  <a:extLst>
                    <a:ext uri="{FF2B5EF4-FFF2-40B4-BE49-F238E27FC236}">
                      <a16:creationId xmlns:a16="http://schemas.microsoft.com/office/drawing/2014/main" id="{61AF150B-AB6D-46FC-B54B-1448F4E477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Straight Connector 466">
                  <a:extLst>
                    <a:ext uri="{FF2B5EF4-FFF2-40B4-BE49-F238E27FC236}">
                      <a16:creationId xmlns:a16="http://schemas.microsoft.com/office/drawing/2014/main" id="{0270E972-60A9-4718-B03E-75D7C9CA80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49" name="Group 448">
                <a:extLst>
                  <a:ext uri="{FF2B5EF4-FFF2-40B4-BE49-F238E27FC236}">
                    <a16:creationId xmlns:a16="http://schemas.microsoft.com/office/drawing/2014/main" id="{B8E679B3-1D46-419D-9871-DAC660119A7E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FB1BCDB5-984E-43B1-BC7F-84F8FC387D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1" name="Straight Connector 450">
                  <a:extLst>
                    <a:ext uri="{FF2B5EF4-FFF2-40B4-BE49-F238E27FC236}">
                      <a16:creationId xmlns:a16="http://schemas.microsoft.com/office/drawing/2014/main" id="{E5367F38-96B9-4D0E-BBBC-3796FE9B4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Straight Connector 451">
                  <a:extLst>
                    <a:ext uri="{FF2B5EF4-FFF2-40B4-BE49-F238E27FC236}">
                      <a16:creationId xmlns:a16="http://schemas.microsoft.com/office/drawing/2014/main" id="{B037DA72-4E55-4D2A-88A3-59C0D17EC0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Straight Connector 452">
                  <a:extLst>
                    <a:ext uri="{FF2B5EF4-FFF2-40B4-BE49-F238E27FC236}">
                      <a16:creationId xmlns:a16="http://schemas.microsoft.com/office/drawing/2014/main" id="{BAE51AEB-2799-488E-BD0C-6C7BD09704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4" name="Straight Connector 453">
                  <a:extLst>
                    <a:ext uri="{FF2B5EF4-FFF2-40B4-BE49-F238E27FC236}">
                      <a16:creationId xmlns:a16="http://schemas.microsoft.com/office/drawing/2014/main" id="{B5C620FD-4A8B-4329-A37A-D29EB9CE4A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Straight Connector 454">
                  <a:extLst>
                    <a:ext uri="{FF2B5EF4-FFF2-40B4-BE49-F238E27FC236}">
                      <a16:creationId xmlns:a16="http://schemas.microsoft.com/office/drawing/2014/main" id="{E83FE3F6-61FF-4678-873A-A0500CA134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Straight Connector 455">
                  <a:extLst>
                    <a:ext uri="{FF2B5EF4-FFF2-40B4-BE49-F238E27FC236}">
                      <a16:creationId xmlns:a16="http://schemas.microsoft.com/office/drawing/2014/main" id="{02E6F949-D4FC-4086-9541-D655505056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>
                  <a:extLst>
                    <a:ext uri="{FF2B5EF4-FFF2-40B4-BE49-F238E27FC236}">
                      <a16:creationId xmlns:a16="http://schemas.microsoft.com/office/drawing/2014/main" id="{8BC8497C-366D-49D2-9659-8EF47F499F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Straight Connector 457">
                  <a:extLst>
                    <a:ext uri="{FF2B5EF4-FFF2-40B4-BE49-F238E27FC236}">
                      <a16:creationId xmlns:a16="http://schemas.microsoft.com/office/drawing/2014/main" id="{9D49EE7F-0046-4419-B30E-7E477FCD66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802D9FA3-0AC9-4427-838E-B9234E3F7CE6}"/>
                </a:ext>
              </a:extLst>
            </p:cNvPr>
            <p:cNvGrpSpPr/>
            <p:nvPr/>
          </p:nvGrpSpPr>
          <p:grpSpPr>
            <a:xfrm>
              <a:off x="6831150" y="415656"/>
              <a:ext cx="1813091" cy="1738718"/>
              <a:chOff x="3908409" y="523174"/>
              <a:chExt cx="1813091" cy="1738718"/>
            </a:xfrm>
          </p:grpSpPr>
          <p:grpSp>
            <p:nvGrpSpPr>
              <p:cNvPr id="373" name="Group 372">
                <a:extLst>
                  <a:ext uri="{FF2B5EF4-FFF2-40B4-BE49-F238E27FC236}">
                    <a16:creationId xmlns:a16="http://schemas.microsoft.com/office/drawing/2014/main" id="{986BE7E6-0E6F-467C-94CF-763A4E1D043B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434" name="Straight Connector 433">
                  <a:extLst>
                    <a:ext uri="{FF2B5EF4-FFF2-40B4-BE49-F238E27FC236}">
                      <a16:creationId xmlns:a16="http://schemas.microsoft.com/office/drawing/2014/main" id="{34918C2A-0BC4-4399-AC1D-619E56C025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8259EDBA-6FCE-47BE-875C-DD32CDCB6E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F30F9B7D-8306-4577-AED4-512B1785BC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id="{9B5D1541-4D68-452F-AD8B-62EE5752E6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Straight Connector 437">
                  <a:extLst>
                    <a:ext uri="{FF2B5EF4-FFF2-40B4-BE49-F238E27FC236}">
                      <a16:creationId xmlns:a16="http://schemas.microsoft.com/office/drawing/2014/main" id="{03B24F49-A623-42E1-BB2F-E94D2E4813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id="{1068B44C-2781-4C9F-89D8-47F0D32E06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id="{20D2CE8E-1D4F-475A-88B5-FCF5F0FE34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83F90A1B-893B-4D05-A926-259B192016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2" name="Straight Connector 441">
                  <a:extLst>
                    <a:ext uri="{FF2B5EF4-FFF2-40B4-BE49-F238E27FC236}">
                      <a16:creationId xmlns:a16="http://schemas.microsoft.com/office/drawing/2014/main" id="{3BA021B3-9B32-4808-9A26-9417FDCC87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4" name="Group 373">
                <a:extLst>
                  <a:ext uri="{FF2B5EF4-FFF2-40B4-BE49-F238E27FC236}">
                    <a16:creationId xmlns:a16="http://schemas.microsoft.com/office/drawing/2014/main" id="{12E2C3C2-B066-4C85-8C0D-0FE7422B6A5B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0635ECC7-370C-4A43-A045-E04CC1F3D5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68CE21E4-3243-411E-A6F4-9ED2E3B99D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7F32FAC6-2758-4C28-A805-4E7006BF66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5F014CC4-9376-4F26-A99B-1133C7C3A9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FCA767B8-8A67-4C1C-9EEC-1CC27076A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62E7640A-3918-46FA-86D2-71FD31212B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7B987973-5BB4-4E08-BB58-02512C98D7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DA17D538-6D63-4766-900D-F4EC619B66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FD61FF7D-0CB4-43FD-B137-A5A0556BF7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5" name="Group 374">
                <a:extLst>
                  <a:ext uri="{FF2B5EF4-FFF2-40B4-BE49-F238E27FC236}">
                    <a16:creationId xmlns:a16="http://schemas.microsoft.com/office/drawing/2014/main" id="{2B772334-C359-48A8-A100-8B4314E30730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416" name="Straight Connector 415">
                  <a:extLst>
                    <a:ext uri="{FF2B5EF4-FFF2-40B4-BE49-F238E27FC236}">
                      <a16:creationId xmlns:a16="http://schemas.microsoft.com/office/drawing/2014/main" id="{5FD055E5-E950-478F-B41A-BDA212087C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84E427E7-815A-46E4-8183-57F3601B62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A900A25A-516C-4E1B-86C8-61E12E59D4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8EC215F6-12FA-4C19-9682-73918875EF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AC97BDCD-BB9C-4F8B-9FF6-3B70B65281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5DFC73E1-2594-45C7-AA2E-E736ABA159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9866E533-3F67-4C97-8650-D3A8E4AD5E6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963B8104-FD08-45D3-BCFE-07D97CAAA5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AA4FE623-3A0F-4E79-8AEF-FDDFA5835E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6" name="Group 375">
                <a:extLst>
                  <a:ext uri="{FF2B5EF4-FFF2-40B4-BE49-F238E27FC236}">
                    <a16:creationId xmlns:a16="http://schemas.microsoft.com/office/drawing/2014/main" id="{B2F99794-0ACC-4AB9-AE46-7F654C4A2314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555916C6-6A76-4A60-808C-80BD4EFC44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096BB067-9608-4B76-BB3C-1DF838B224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0AAFBCDB-9E0C-4795-8A2F-D4CF286862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17DBE2A5-D30B-4022-AA2A-01973CB98F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>
                  <a:extLst>
                    <a:ext uri="{FF2B5EF4-FFF2-40B4-BE49-F238E27FC236}">
                      <a16:creationId xmlns:a16="http://schemas.microsoft.com/office/drawing/2014/main" id="{71A65695-EDD5-47C9-A8FB-FE76498242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088E680F-8D24-4D28-8D28-FB3642E089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Straight Connector 412">
                  <a:extLst>
                    <a:ext uri="{FF2B5EF4-FFF2-40B4-BE49-F238E27FC236}">
                      <a16:creationId xmlns:a16="http://schemas.microsoft.com/office/drawing/2014/main" id="{A20A6CC4-7B5F-403C-8E17-76BE8A8A61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9DCADEC8-B938-4D09-9B8C-967E702647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403FA9AA-4BBB-4F0E-BA3C-D1E000365C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7" name="Group 376">
                <a:extLst>
                  <a:ext uri="{FF2B5EF4-FFF2-40B4-BE49-F238E27FC236}">
                    <a16:creationId xmlns:a16="http://schemas.microsoft.com/office/drawing/2014/main" id="{B5CEAD27-D7F9-49AE-A1DE-ADDED892CE35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9B13D605-B6B5-4491-A802-0A8C7AF254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9" name="Straight Connector 398">
                  <a:extLst>
                    <a:ext uri="{FF2B5EF4-FFF2-40B4-BE49-F238E27FC236}">
                      <a16:creationId xmlns:a16="http://schemas.microsoft.com/office/drawing/2014/main" id="{6E4E53E7-7FC8-48D0-A051-DE9B54F362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0" name="Straight Connector 399">
                  <a:extLst>
                    <a:ext uri="{FF2B5EF4-FFF2-40B4-BE49-F238E27FC236}">
                      <a16:creationId xmlns:a16="http://schemas.microsoft.com/office/drawing/2014/main" id="{8C6863C5-7B2F-4C40-B36D-48D0B74B6B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1" name="Straight Connector 400">
                  <a:extLst>
                    <a:ext uri="{FF2B5EF4-FFF2-40B4-BE49-F238E27FC236}">
                      <a16:creationId xmlns:a16="http://schemas.microsoft.com/office/drawing/2014/main" id="{FEC76889-CB79-475A-91EB-952CBBD03C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2" name="Straight Connector 401">
                  <a:extLst>
                    <a:ext uri="{FF2B5EF4-FFF2-40B4-BE49-F238E27FC236}">
                      <a16:creationId xmlns:a16="http://schemas.microsoft.com/office/drawing/2014/main" id="{78886261-8DFF-43EA-AC63-1CAE007BFCE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3" name="Straight Connector 402">
                  <a:extLst>
                    <a:ext uri="{FF2B5EF4-FFF2-40B4-BE49-F238E27FC236}">
                      <a16:creationId xmlns:a16="http://schemas.microsoft.com/office/drawing/2014/main" id="{ABB2338A-BD56-44F6-BFBD-4376DB6143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4" name="Straight Connector 403">
                  <a:extLst>
                    <a:ext uri="{FF2B5EF4-FFF2-40B4-BE49-F238E27FC236}">
                      <a16:creationId xmlns:a16="http://schemas.microsoft.com/office/drawing/2014/main" id="{BEB52BE9-DF1F-44F6-99B7-F5D8F55DB9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5" name="Straight Connector 404">
                  <a:extLst>
                    <a:ext uri="{FF2B5EF4-FFF2-40B4-BE49-F238E27FC236}">
                      <a16:creationId xmlns:a16="http://schemas.microsoft.com/office/drawing/2014/main" id="{0D4C4A5D-C523-4401-8E40-2AF4A67E7F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6" name="Straight Connector 405">
                  <a:extLst>
                    <a:ext uri="{FF2B5EF4-FFF2-40B4-BE49-F238E27FC236}">
                      <a16:creationId xmlns:a16="http://schemas.microsoft.com/office/drawing/2014/main" id="{7F675D67-28EA-46C1-9EDC-2A2629A6CC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89B2ECE2-E69D-4422-BE0B-D17A0C4DCC91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23BA2153-8293-410F-AB24-2AD6C7546B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9EEAF0FD-8F05-4ACD-92A4-9585821BED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91F04918-A0D7-4FF2-A09E-4E64DC6D06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679852B5-A122-4D4D-8220-7BB1C2A840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617C9786-9592-4BE3-BCE2-40834177EE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F3535B45-1060-42FA-8ADC-0945E6981B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1F7D3C29-21C6-4C66-8661-F9ECA4B423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10C8C5E7-925C-43C7-AF7F-FC6D3FCCA5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D987D4F5-0C04-4A25-A3E2-07DE87C159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79" name="Group 378">
                <a:extLst>
                  <a:ext uri="{FF2B5EF4-FFF2-40B4-BE49-F238E27FC236}">
                    <a16:creationId xmlns:a16="http://schemas.microsoft.com/office/drawing/2014/main" id="{0937E89D-8B5A-4CFD-8A19-45677FEE3D1D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03787FAE-CA80-4E3D-85CB-EDBD4D9941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1" name="Straight Connector 380">
                  <a:extLst>
                    <a:ext uri="{FF2B5EF4-FFF2-40B4-BE49-F238E27FC236}">
                      <a16:creationId xmlns:a16="http://schemas.microsoft.com/office/drawing/2014/main" id="{D4245A27-9AC0-4F3A-9B9E-6D9CA08EE15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F95287B7-E1BF-4D71-B155-26DD296BD2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B027754E-DA95-4665-A00D-079576B774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Straight Connector 383">
                  <a:extLst>
                    <a:ext uri="{FF2B5EF4-FFF2-40B4-BE49-F238E27FC236}">
                      <a16:creationId xmlns:a16="http://schemas.microsoft.com/office/drawing/2014/main" id="{A7FE0CCC-99A3-48F0-92E9-33A1ADB5C0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F4E8CC11-7DBB-4ED9-ACD2-F05EE62118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B71E1415-50EB-402E-B2D6-97C851887A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0C5600F2-1FE7-4868-8628-9773AF0921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01A7B95C-6707-47DD-8700-0000602ABC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29" name="Group 28">
              <a:extLst>
                <a:ext uri="{FF2B5EF4-FFF2-40B4-BE49-F238E27FC236}">
                  <a16:creationId xmlns:a16="http://schemas.microsoft.com/office/drawing/2014/main" id="{C799B077-8678-438A-B988-2952F421759B}"/>
                </a:ext>
              </a:extLst>
            </p:cNvPr>
            <p:cNvGrpSpPr/>
            <p:nvPr/>
          </p:nvGrpSpPr>
          <p:grpSpPr>
            <a:xfrm>
              <a:off x="7957225" y="423547"/>
              <a:ext cx="1813091" cy="1738718"/>
              <a:chOff x="3908409" y="523174"/>
              <a:chExt cx="1813091" cy="1738718"/>
            </a:xfrm>
          </p:grpSpPr>
          <p:grpSp>
            <p:nvGrpSpPr>
              <p:cNvPr id="303" name="Group 302">
                <a:extLst>
                  <a:ext uri="{FF2B5EF4-FFF2-40B4-BE49-F238E27FC236}">
                    <a16:creationId xmlns:a16="http://schemas.microsoft.com/office/drawing/2014/main" id="{A3F2B5A3-1A00-46E7-99DF-F5034C74A555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364" name="Straight Connector 363">
                  <a:extLst>
                    <a:ext uri="{FF2B5EF4-FFF2-40B4-BE49-F238E27FC236}">
                      <a16:creationId xmlns:a16="http://schemas.microsoft.com/office/drawing/2014/main" id="{037D8EDA-ED64-4348-9F07-36B21956F9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BD07E93D-DF89-43BF-8EEE-859B626D38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E1A9DF61-D17E-4C40-A87A-99D6486000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AE20A7BB-96BA-4E4D-990F-16649830C8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3CA956E1-7185-452D-8DB4-7D5DE06FD3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D573DA22-B3EB-4458-855E-532767FE80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36B43563-BB5B-492E-B871-114E3BA6EB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59C1BF80-0314-4460-873D-85BE30ACF7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1881CBB0-415A-4FA3-B84F-3FD62D5418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id="{15CAB666-1BD3-4E41-9FB3-BC79AA5F9DC5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355" name="Straight Connector 354">
                  <a:extLst>
                    <a:ext uri="{FF2B5EF4-FFF2-40B4-BE49-F238E27FC236}">
                      <a16:creationId xmlns:a16="http://schemas.microsoft.com/office/drawing/2014/main" id="{E0357DCE-D6B8-4C07-929A-9033069946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462F172D-1147-4058-A14C-54A87F739E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61DD3BEF-F023-4FB1-8963-97F9959314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id="{48D6CD55-2DA6-40AE-A2A3-8FFC9EDE52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>
                  <a:extLst>
                    <a:ext uri="{FF2B5EF4-FFF2-40B4-BE49-F238E27FC236}">
                      <a16:creationId xmlns:a16="http://schemas.microsoft.com/office/drawing/2014/main" id="{35593206-AF73-47E7-B248-4324F90DE9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86C3FF18-8D1A-43CA-9A59-1033E5A933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6CCC5038-1395-4B5A-BB5D-43F058A8C6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Straight Connector 361">
                  <a:extLst>
                    <a:ext uri="{FF2B5EF4-FFF2-40B4-BE49-F238E27FC236}">
                      <a16:creationId xmlns:a16="http://schemas.microsoft.com/office/drawing/2014/main" id="{046B58CF-68C1-4C46-B22F-0A7C0774C8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19E99679-3C9A-476A-AD6A-3B57CFCE7F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CE66BA01-8ACA-427C-BD26-EA7D3BC96D48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2DE0D839-308E-42FF-925B-636502D351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Straight Connector 346">
                  <a:extLst>
                    <a:ext uri="{FF2B5EF4-FFF2-40B4-BE49-F238E27FC236}">
                      <a16:creationId xmlns:a16="http://schemas.microsoft.com/office/drawing/2014/main" id="{FCF231B9-B0BF-4434-BB4E-091BD30BC2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D7093B49-090D-43E9-B860-86102D9EC0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Straight Connector 348">
                  <a:extLst>
                    <a:ext uri="{FF2B5EF4-FFF2-40B4-BE49-F238E27FC236}">
                      <a16:creationId xmlns:a16="http://schemas.microsoft.com/office/drawing/2014/main" id="{8E2B147E-A55E-4161-B00B-6C59534DF1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D5D70D55-81BE-41B4-9713-3E65F3EE863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id="{5443D9B6-BF34-41D3-B47D-AAE4429647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7D187200-1C0A-4AE1-B920-11C96C4F9C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1DD8A8C7-B4FB-4554-B662-F347A47B49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4" name="Straight Connector 353">
                  <a:extLst>
                    <a:ext uri="{FF2B5EF4-FFF2-40B4-BE49-F238E27FC236}">
                      <a16:creationId xmlns:a16="http://schemas.microsoft.com/office/drawing/2014/main" id="{72CB1B5B-372C-4205-A0EC-695C255F94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2B898E0B-1894-4DDB-A2D3-66B08FC43A21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337" name="Straight Connector 336">
                  <a:extLst>
                    <a:ext uri="{FF2B5EF4-FFF2-40B4-BE49-F238E27FC236}">
                      <a16:creationId xmlns:a16="http://schemas.microsoft.com/office/drawing/2014/main" id="{E0AB6002-0737-4D5F-9EE3-6C9AEF17E2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id="{CE5866F3-B637-465B-90DA-C06BFBD0D3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D7710EBF-FE87-420C-AC95-6EEBD9C459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7DD5C67D-28D3-45E3-BFAC-073B4ED116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620B386A-0853-4419-A88C-D520636C66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AEB48CB4-1814-4366-AF8D-5173E26D7B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37B6E43E-C302-4337-B562-61DD0C7B82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4CA9C4FD-1156-4AFF-BD94-37C4150FE9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5346E1DA-D4BA-410E-BB21-36A693DC42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CE490AB4-06E1-48DA-BDC7-6E23A995A61D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23C21A77-40FB-4E8B-9202-2B464EE902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9" name="Straight Connector 328">
                  <a:extLst>
                    <a:ext uri="{FF2B5EF4-FFF2-40B4-BE49-F238E27FC236}">
                      <a16:creationId xmlns:a16="http://schemas.microsoft.com/office/drawing/2014/main" id="{E1517295-1537-4496-A9C4-6F1AF0AD82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0" name="Straight Connector 329">
                  <a:extLst>
                    <a:ext uri="{FF2B5EF4-FFF2-40B4-BE49-F238E27FC236}">
                      <a16:creationId xmlns:a16="http://schemas.microsoft.com/office/drawing/2014/main" id="{795712AD-34B2-4D07-9DD7-E09E959EED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1" name="Straight Connector 330">
                  <a:extLst>
                    <a:ext uri="{FF2B5EF4-FFF2-40B4-BE49-F238E27FC236}">
                      <a16:creationId xmlns:a16="http://schemas.microsoft.com/office/drawing/2014/main" id="{360AA962-3FE8-4F69-BB47-6B0FDF20E3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2" name="Straight Connector 331">
                  <a:extLst>
                    <a:ext uri="{FF2B5EF4-FFF2-40B4-BE49-F238E27FC236}">
                      <a16:creationId xmlns:a16="http://schemas.microsoft.com/office/drawing/2014/main" id="{E1490FEB-3B06-4787-9F77-5308AADFBF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3" name="Straight Connector 332">
                  <a:extLst>
                    <a:ext uri="{FF2B5EF4-FFF2-40B4-BE49-F238E27FC236}">
                      <a16:creationId xmlns:a16="http://schemas.microsoft.com/office/drawing/2014/main" id="{CDF96698-3658-46A8-A0EC-89B8686BB1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4" name="Straight Connector 333">
                  <a:extLst>
                    <a:ext uri="{FF2B5EF4-FFF2-40B4-BE49-F238E27FC236}">
                      <a16:creationId xmlns:a16="http://schemas.microsoft.com/office/drawing/2014/main" id="{22C66E92-7B0C-471B-848A-25EFC4FBC9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5" name="Straight Connector 334">
                  <a:extLst>
                    <a:ext uri="{FF2B5EF4-FFF2-40B4-BE49-F238E27FC236}">
                      <a16:creationId xmlns:a16="http://schemas.microsoft.com/office/drawing/2014/main" id="{85A7F65C-00FC-4B1B-996B-C70F58F1EC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6" name="Straight Connector 335">
                  <a:extLst>
                    <a:ext uri="{FF2B5EF4-FFF2-40B4-BE49-F238E27FC236}">
                      <a16:creationId xmlns:a16="http://schemas.microsoft.com/office/drawing/2014/main" id="{5A112F03-4FAE-47FD-B89C-4CA3DE92DE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773111ED-38CF-4276-ABCF-7FE65D51DB82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319" name="Straight Connector 318">
                  <a:extLst>
                    <a:ext uri="{FF2B5EF4-FFF2-40B4-BE49-F238E27FC236}">
                      <a16:creationId xmlns:a16="http://schemas.microsoft.com/office/drawing/2014/main" id="{71F260B0-8C30-438B-B7C3-EC0F6F6ADD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0" name="Straight Connector 319">
                  <a:extLst>
                    <a:ext uri="{FF2B5EF4-FFF2-40B4-BE49-F238E27FC236}">
                      <a16:creationId xmlns:a16="http://schemas.microsoft.com/office/drawing/2014/main" id="{438C562A-4FB3-435D-88E1-714AE2361C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>
                  <a:extLst>
                    <a:ext uri="{FF2B5EF4-FFF2-40B4-BE49-F238E27FC236}">
                      <a16:creationId xmlns:a16="http://schemas.microsoft.com/office/drawing/2014/main" id="{84E1A036-42F7-4968-86E2-955346BC5F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>
                  <a:extLst>
                    <a:ext uri="{FF2B5EF4-FFF2-40B4-BE49-F238E27FC236}">
                      <a16:creationId xmlns:a16="http://schemas.microsoft.com/office/drawing/2014/main" id="{3B5D8D4A-A71A-49EC-9953-09223933D50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C044F610-F06B-44D0-BE82-B4BC2157F6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84C6944D-E31D-4A09-9E64-66616494A7E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3FFF128C-D488-48BF-918D-ED31488E52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2997FB4E-D515-404F-8ADC-18BECAC8C0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278B5A0B-777E-4464-9331-02DCAB65220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6D55E420-D186-478E-A562-84FF1245DA39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60615F05-E860-4848-A7AC-5B36F2888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C38656B5-09D0-498D-9985-524D93560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30A2C6EA-7F0C-4999-BEB6-25C26A55B6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724FB81B-7B88-4CC1-981A-00C5BDF896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AC4BDEB6-82DD-41BA-A1BF-416FE20F9C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>
                  <a:extLst>
                    <a:ext uri="{FF2B5EF4-FFF2-40B4-BE49-F238E27FC236}">
                      <a16:creationId xmlns:a16="http://schemas.microsoft.com/office/drawing/2014/main" id="{B4A83065-83B8-4258-B89D-4FF61C1378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CE1F07B4-4A9C-4E51-8544-7233D8646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C156ECEC-774D-4214-8C28-5103103B2B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Straight Connector 317">
                  <a:extLst>
                    <a:ext uri="{FF2B5EF4-FFF2-40B4-BE49-F238E27FC236}">
                      <a16:creationId xmlns:a16="http://schemas.microsoft.com/office/drawing/2014/main" id="{9E5C5492-33D0-4278-89C5-9F3215D6B9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0" name="Group 29">
              <a:extLst>
                <a:ext uri="{FF2B5EF4-FFF2-40B4-BE49-F238E27FC236}">
                  <a16:creationId xmlns:a16="http://schemas.microsoft.com/office/drawing/2014/main" id="{6A056C4F-2F91-4440-95BF-B325A47A2E67}"/>
                </a:ext>
              </a:extLst>
            </p:cNvPr>
            <p:cNvGrpSpPr/>
            <p:nvPr/>
          </p:nvGrpSpPr>
          <p:grpSpPr>
            <a:xfrm>
              <a:off x="9813082" y="417591"/>
              <a:ext cx="1813091" cy="1738718"/>
              <a:chOff x="3908409" y="523174"/>
              <a:chExt cx="1813091" cy="1738718"/>
            </a:xfrm>
          </p:grpSpPr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DB39773F-A4FF-4EB8-97BA-D8B7A65561D9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9B3951EB-C995-42D0-ABFA-3CF538DD23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>
                  <a:extLst>
                    <a:ext uri="{FF2B5EF4-FFF2-40B4-BE49-F238E27FC236}">
                      <a16:creationId xmlns:a16="http://schemas.microsoft.com/office/drawing/2014/main" id="{066E11A4-FAB4-4F8B-B70D-163C17743B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92893C4D-E647-487D-AC6F-EF5D09F8E2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FC5D5E52-7552-4A30-9653-BAAD697F86C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>
                  <a:extLst>
                    <a:ext uri="{FF2B5EF4-FFF2-40B4-BE49-F238E27FC236}">
                      <a16:creationId xmlns:a16="http://schemas.microsoft.com/office/drawing/2014/main" id="{7160616D-1335-4D08-82FE-ACC2493200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>
                  <a:extLst>
                    <a:ext uri="{FF2B5EF4-FFF2-40B4-BE49-F238E27FC236}">
                      <a16:creationId xmlns:a16="http://schemas.microsoft.com/office/drawing/2014/main" id="{B299F615-C3C2-4495-86E0-FE5C03791A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>
                  <a:extLst>
                    <a:ext uri="{FF2B5EF4-FFF2-40B4-BE49-F238E27FC236}">
                      <a16:creationId xmlns:a16="http://schemas.microsoft.com/office/drawing/2014/main" id="{EC965748-40D1-4C1A-A871-5E6A5C1C6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C91A6DAB-2AFF-4CD6-A697-0D2C584A00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47824B24-35F1-42F0-BFE2-00094A07DB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B117657C-8401-49BA-AA7A-FA9567541781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8DE93B44-710A-4D9C-884D-3C3898E857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C5988D9F-BAF9-4D0E-B66D-D3FF85557C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82796E94-DC57-4DE1-A4F5-CA2506C995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3150C6B0-C337-4813-AFC6-4F26D957E22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A9843F81-6AB9-402A-96D0-F6B8915F7E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53647C26-B64A-40AD-ACC1-856DD589B6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D83351FE-3098-456A-BBCE-EB8678B56B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2D398156-03B9-47EF-8059-1847F6A741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BE313005-EB57-42E4-AC04-3D9475B272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FF0B4438-9F3E-452F-9FF4-8CB0CFA8F092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CBB60F91-49C9-40F0-ACC9-C6DF7196D7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231F72DA-456D-4C87-AF58-13CFB58B6A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F120FC52-6390-482D-AEA9-856CD63229F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E4CFEF13-887A-46C1-8224-FC786A0FD7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BEC225DF-949B-493C-A608-6C7DD05C82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7D489424-D901-4789-8042-3F1B3F7DC3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7E3D0E76-D32C-4576-A2A4-4CEA2E7BDA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E3989285-DB8D-49BB-80F0-5C73BF28F9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B6BD98C7-3874-4EE6-A586-6BB5710BFC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256C7302-8FFB-4330-AC7F-F6CC13CD171B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3E5F3EDB-90E3-4494-97BD-19523E3650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DD7D0B6A-4C1F-4CCB-B21D-2E32BB97A8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9740716F-995E-4F0D-ADC9-A0BE0B2ECE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6184C036-5ECB-4E59-A1F8-3F434BF1D1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F236775A-30B1-45D8-A037-6FB026C7F0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9CF7AC4E-75D4-472D-B3DA-FCB2029189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EA3C30B8-483F-44EE-A947-FCE38F478E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4C4D00A8-40C1-4B9D-9984-581E945B0D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AD81D74C-9B32-4660-B3D9-CA74AEC048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427353B3-9D2A-43D6-9697-16ADF4D74059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1AA487E5-CCB8-45E4-B837-2F464F1D7F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Straight Connector 258">
                  <a:extLst>
                    <a:ext uri="{FF2B5EF4-FFF2-40B4-BE49-F238E27FC236}">
                      <a16:creationId xmlns:a16="http://schemas.microsoft.com/office/drawing/2014/main" id="{5762F2C8-79ED-4624-9ADB-F7533A889F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Straight Connector 259">
                  <a:extLst>
                    <a:ext uri="{FF2B5EF4-FFF2-40B4-BE49-F238E27FC236}">
                      <a16:creationId xmlns:a16="http://schemas.microsoft.com/office/drawing/2014/main" id="{0D7142E0-6720-4B96-8E89-9069C12A8F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1" name="Straight Connector 260">
                  <a:extLst>
                    <a:ext uri="{FF2B5EF4-FFF2-40B4-BE49-F238E27FC236}">
                      <a16:creationId xmlns:a16="http://schemas.microsoft.com/office/drawing/2014/main" id="{D5CA30C3-770C-4E7C-A671-2DE1D43C1B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2" name="Straight Connector 261">
                  <a:extLst>
                    <a:ext uri="{FF2B5EF4-FFF2-40B4-BE49-F238E27FC236}">
                      <a16:creationId xmlns:a16="http://schemas.microsoft.com/office/drawing/2014/main" id="{92B83CF5-7E2E-424E-95CB-0595E50CD4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3" name="Straight Connector 262">
                  <a:extLst>
                    <a:ext uri="{FF2B5EF4-FFF2-40B4-BE49-F238E27FC236}">
                      <a16:creationId xmlns:a16="http://schemas.microsoft.com/office/drawing/2014/main" id="{25E80A36-AD8C-4BC7-93AB-A89F9D105C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4" name="Straight Connector 263">
                  <a:extLst>
                    <a:ext uri="{FF2B5EF4-FFF2-40B4-BE49-F238E27FC236}">
                      <a16:creationId xmlns:a16="http://schemas.microsoft.com/office/drawing/2014/main" id="{C7F14AF2-4997-47B1-A2F5-6744C2D9B6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5" name="Straight Connector 264">
                  <a:extLst>
                    <a:ext uri="{FF2B5EF4-FFF2-40B4-BE49-F238E27FC236}">
                      <a16:creationId xmlns:a16="http://schemas.microsoft.com/office/drawing/2014/main" id="{57270718-0B21-49ED-8A37-743115EEE2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14480D8C-96C3-48B9-AA04-6C0919DCED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8" name="Group 237">
                <a:extLst>
                  <a:ext uri="{FF2B5EF4-FFF2-40B4-BE49-F238E27FC236}">
                    <a16:creationId xmlns:a16="http://schemas.microsoft.com/office/drawing/2014/main" id="{D2A9A493-99AC-46B6-84A6-0CB2AD4948B6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05A1B019-9D50-4691-BE98-C00A973012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F5F87EAC-ECE2-47F0-96B3-427024D59A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F709D352-6598-4DEA-8523-A58AE3D96E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03235309-9451-48A1-BEF9-22D9459C5D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FBC86AD4-E6D5-4C6D-A88C-850E860039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A5411977-B456-4993-8012-275A6E5298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17F232D0-220B-45B8-B920-969FC3A7540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F40473E8-06F9-418E-A451-CD69D0FA43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5DDE2701-A733-4A21-98ED-CC2F4E4796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9" name="Group 238">
                <a:extLst>
                  <a:ext uri="{FF2B5EF4-FFF2-40B4-BE49-F238E27FC236}">
                    <a16:creationId xmlns:a16="http://schemas.microsoft.com/office/drawing/2014/main" id="{710126D5-6851-43BB-A934-EDAF81E86AA5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AABDEB1C-E010-4F24-9B22-6F769B8246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5D5149FC-0022-4C05-82C2-A6D48887BC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21D244D5-50E4-4F99-871C-CCB3B86004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5AF8D665-1522-4D7C-9B2F-80AAB284B8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3758F931-B5CD-4580-AFB0-53C0EB1B20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7604B9E5-4A6B-4A64-B1F4-106AB81FFE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36B71C29-B1E3-4162-B572-C1816323BA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22584686-81F6-4565-8E70-3D96FCA7AC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CAF757F4-BBD6-413F-B28B-698F3234BC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1" name="Group 30">
              <a:extLst>
                <a:ext uri="{FF2B5EF4-FFF2-40B4-BE49-F238E27FC236}">
                  <a16:creationId xmlns:a16="http://schemas.microsoft.com/office/drawing/2014/main" id="{3FF18081-8BCB-4D76-8429-4188CC0275B8}"/>
                </a:ext>
              </a:extLst>
            </p:cNvPr>
            <p:cNvGrpSpPr/>
            <p:nvPr/>
          </p:nvGrpSpPr>
          <p:grpSpPr>
            <a:xfrm>
              <a:off x="3351482" y="320119"/>
              <a:ext cx="1813091" cy="1738718"/>
              <a:chOff x="3908409" y="523174"/>
              <a:chExt cx="1813091" cy="1738718"/>
            </a:xfrm>
          </p:grpSpPr>
          <p:grpSp>
            <p:nvGrpSpPr>
              <p:cNvPr id="163" name="Group 162">
                <a:extLst>
                  <a:ext uri="{FF2B5EF4-FFF2-40B4-BE49-F238E27FC236}">
                    <a16:creationId xmlns:a16="http://schemas.microsoft.com/office/drawing/2014/main" id="{AAC1F3BC-8824-40E2-B494-A7C2B28A25E8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6350885A-185B-43C9-8FAE-E286330ABF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E7AAA81A-1860-4984-9B18-EAA78EA435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BB9161CE-C894-437B-AE39-78FAD2F9E7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12C91255-FF52-4873-85A8-DEEA6284EC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7BD38308-3774-4CBC-AC77-2A8803B4C2D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B2DF339E-5FA1-4C88-ADE0-9646D649FD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1751857E-DB7D-489C-AFB7-89FA9A5412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C78DF7D2-29CF-4889-B0F4-70D46BDE2E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61D2E0E7-EE24-4CA5-AFBC-7A939899E8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4" name="Group 163">
                <a:extLst>
                  <a:ext uri="{FF2B5EF4-FFF2-40B4-BE49-F238E27FC236}">
                    <a16:creationId xmlns:a16="http://schemas.microsoft.com/office/drawing/2014/main" id="{15F7EB7F-C26C-4036-8634-20E5174BBEA7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E94A3590-E8AB-4141-8042-2CBA877C30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1717D6BB-A017-4C20-BC6F-3009F00F4F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519EBE0E-9A76-48A0-9132-77E21FFF8C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C72DF379-29F8-4DC3-BC16-2519AC4C45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7E278E83-D773-46D5-A869-7046A2E0E9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06F24232-FD60-4C0F-BB82-423583BB93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BD2EFB4C-6BD7-42F6-B200-7DD751CA6C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EB374439-602A-4405-A810-4FCFB1DCA6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F289D5EC-E9F1-49E0-855D-F6BB6A5B12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5" name="Group 164">
                <a:extLst>
                  <a:ext uri="{FF2B5EF4-FFF2-40B4-BE49-F238E27FC236}">
                    <a16:creationId xmlns:a16="http://schemas.microsoft.com/office/drawing/2014/main" id="{5ABBF6B0-CF4C-4280-9C78-DB28BF82171A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1E9CF32C-C490-416E-B58C-22441DE1A9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13847A12-B86D-4BE8-8390-E36BAA7F9C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43CFF0B0-E939-4454-AB60-AC166715AC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632AD80B-49CF-4333-9A71-8CD5613C8C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2C1365B1-CF9F-498E-9C2F-915986D247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961C13CB-E546-46C0-B507-EC68F2297A3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2F911354-AFA8-4238-9F46-952C2C774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542B6BCD-CDF1-468E-8F8D-0066760ACE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3487839B-5458-4A92-B4AC-B2AE1CCE61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6" name="Group 165">
                <a:extLst>
                  <a:ext uri="{FF2B5EF4-FFF2-40B4-BE49-F238E27FC236}">
                    <a16:creationId xmlns:a16="http://schemas.microsoft.com/office/drawing/2014/main" id="{FF32CAE3-A304-4F17-9746-C0F75782E7DF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354DBC02-AA8E-4018-A93B-5EE0DBBC6B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AC734775-9CAC-4086-B82E-7A0E718BA5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E114967B-80B2-4E48-A4E5-58B201756F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73B0FE6C-EE5A-43E8-B711-EF2005B351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81823B1E-0462-4E79-B96E-32470B55592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FEBC98A0-C5C4-46E8-A8E5-0B8BF5562D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59870FAE-F2DA-46AE-A96D-43C9B2D85C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CBDAB670-7CB2-436E-9FA0-A956110F3D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756A0804-7399-4898-9CC3-91A8F52839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7" name="Group 166">
                <a:extLst>
                  <a:ext uri="{FF2B5EF4-FFF2-40B4-BE49-F238E27FC236}">
                    <a16:creationId xmlns:a16="http://schemas.microsoft.com/office/drawing/2014/main" id="{6CDF7401-E92C-4506-8068-69CFADF990A3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54CB20E3-091D-428F-9631-CCDDFAEC75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9" name="Straight Connector 188">
                  <a:extLst>
                    <a:ext uri="{FF2B5EF4-FFF2-40B4-BE49-F238E27FC236}">
                      <a16:creationId xmlns:a16="http://schemas.microsoft.com/office/drawing/2014/main" id="{ADB3043A-2FFB-4A1A-9BD0-98F313A6ED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0" name="Straight Connector 189">
                  <a:extLst>
                    <a:ext uri="{FF2B5EF4-FFF2-40B4-BE49-F238E27FC236}">
                      <a16:creationId xmlns:a16="http://schemas.microsoft.com/office/drawing/2014/main" id="{BB14F0F3-AA89-4F90-BB6E-E98DCE5797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1" name="Straight Connector 190">
                  <a:extLst>
                    <a:ext uri="{FF2B5EF4-FFF2-40B4-BE49-F238E27FC236}">
                      <a16:creationId xmlns:a16="http://schemas.microsoft.com/office/drawing/2014/main" id="{5CD92870-8146-4BFA-994F-3B87D76918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2" name="Straight Connector 191">
                  <a:extLst>
                    <a:ext uri="{FF2B5EF4-FFF2-40B4-BE49-F238E27FC236}">
                      <a16:creationId xmlns:a16="http://schemas.microsoft.com/office/drawing/2014/main" id="{CA92A412-5FDC-4F27-9244-03A318A8B1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3" name="Straight Connector 192">
                  <a:extLst>
                    <a:ext uri="{FF2B5EF4-FFF2-40B4-BE49-F238E27FC236}">
                      <a16:creationId xmlns:a16="http://schemas.microsoft.com/office/drawing/2014/main" id="{822FFFB5-DA0B-4FFF-80DA-8EC3404C29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4" name="Straight Connector 193">
                  <a:extLst>
                    <a:ext uri="{FF2B5EF4-FFF2-40B4-BE49-F238E27FC236}">
                      <a16:creationId xmlns:a16="http://schemas.microsoft.com/office/drawing/2014/main" id="{2369EE3E-7DFC-4BB9-9B01-C837EC54D4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5" name="Straight Connector 194">
                  <a:extLst>
                    <a:ext uri="{FF2B5EF4-FFF2-40B4-BE49-F238E27FC236}">
                      <a16:creationId xmlns:a16="http://schemas.microsoft.com/office/drawing/2014/main" id="{4873D4E3-F5D1-417E-9139-025D49BBAD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C41CEB5B-CCF2-43D2-8058-463612967EA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8" name="Group 167">
                <a:extLst>
                  <a:ext uri="{FF2B5EF4-FFF2-40B4-BE49-F238E27FC236}">
                    <a16:creationId xmlns:a16="http://schemas.microsoft.com/office/drawing/2014/main" id="{ED452963-3ECB-47F2-BDB0-BE69FD433AF1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7EFC58E1-3FA6-44AC-A9E8-0F89D6E11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817076D0-4CAB-4F67-9D3D-5615833008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DC02942F-16E8-4DB1-B134-8CEF762E79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B88487E3-77A8-4D84-8147-25E5C4D44A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4A291A84-E67B-4F8A-BF44-40420501E1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87E78853-74CB-4F34-8946-20E8615B75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FB63A9A6-D423-49B0-BB02-20A6E10E8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488CB251-9D15-4DEA-99A7-92031F90EC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68C86458-1B49-4F4B-96C7-01FE2FFADC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69" name="Group 168">
                <a:extLst>
                  <a:ext uri="{FF2B5EF4-FFF2-40B4-BE49-F238E27FC236}">
                    <a16:creationId xmlns:a16="http://schemas.microsoft.com/office/drawing/2014/main" id="{EAF0141A-D11F-4F83-8D56-12D5D006F9C9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D3A0B485-7005-4594-81BA-6E4EF1259A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1199B5B0-5420-4DDE-BB14-2FE47F58AFA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E91DD492-9FCC-44F4-87EE-D8A1393DDE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BCF76635-8C32-4DA2-BDDA-B40C5FDCD0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2CF1FBC4-3CF8-4A66-8107-B8FADA2013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8F57242C-0C28-4F99-AF83-C9290CD47C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466D3CC9-4F82-4457-B841-633CBB53C4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E7EABF86-5D38-40EF-AD45-ECED5FA586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4A11B753-0190-4317-9B99-41CCB0695C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2" name="Group 31">
              <a:extLst>
                <a:ext uri="{FF2B5EF4-FFF2-40B4-BE49-F238E27FC236}">
                  <a16:creationId xmlns:a16="http://schemas.microsoft.com/office/drawing/2014/main" id="{C5215B9F-6217-434E-9FFC-8C6C68B04223}"/>
                </a:ext>
              </a:extLst>
            </p:cNvPr>
            <p:cNvGrpSpPr/>
            <p:nvPr/>
          </p:nvGrpSpPr>
          <p:grpSpPr>
            <a:xfrm>
              <a:off x="4878588" y="1427667"/>
              <a:ext cx="1813091" cy="1738718"/>
              <a:chOff x="3908409" y="523174"/>
              <a:chExt cx="1813091" cy="1738718"/>
            </a:xfrm>
          </p:grpSpPr>
          <p:grpSp>
            <p:nvGrpSpPr>
              <p:cNvPr id="93" name="Group 92">
                <a:extLst>
                  <a:ext uri="{FF2B5EF4-FFF2-40B4-BE49-F238E27FC236}">
                    <a16:creationId xmlns:a16="http://schemas.microsoft.com/office/drawing/2014/main" id="{7FE277D5-A95E-4FA8-8892-CB63F5D943A5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CE5CAA80-5440-4F3B-96A7-916B5EC89AA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B74146BB-127A-4DE5-88E3-CDF5724A74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D71F5034-26B1-4022-B427-CC1E793FA3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E8D74E80-F1D1-4C1F-966A-02BE246298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61DC1C5E-3B61-4616-8E15-5CD740BEB8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ED8D3D11-5B26-4797-A1A1-41647AC127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3D248D9A-F090-4086-AE79-21E110D5B8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9469954A-2B1D-45CD-BCA0-8EC030E598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051AB809-3F86-4211-BF89-F64C204F4D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4" name="Group 93">
                <a:extLst>
                  <a:ext uri="{FF2B5EF4-FFF2-40B4-BE49-F238E27FC236}">
                    <a16:creationId xmlns:a16="http://schemas.microsoft.com/office/drawing/2014/main" id="{83A6C3DC-7B14-4A53-AF50-44F89AF19209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01AEC405-9D0E-4F93-8ABB-B8A923943E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D236647A-2465-4B05-A0AB-896C6A74CD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57C50455-5FAB-42A0-811F-27949099D4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47CA7E9E-C5FE-4025-86AB-C5B29C593B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0CB8012A-EA6B-47ED-8FA1-A6996F7B31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604E49A1-310C-4A8F-9106-834F3EED1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B2FB8ABD-5FC0-44EA-A7DB-805525FF6D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24FFDA31-8E7B-4DB6-8BE5-DFC9C05AE5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1DD39DC7-0EF4-427E-A9BD-F89771D1EB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5" name="Group 94">
                <a:extLst>
                  <a:ext uri="{FF2B5EF4-FFF2-40B4-BE49-F238E27FC236}">
                    <a16:creationId xmlns:a16="http://schemas.microsoft.com/office/drawing/2014/main" id="{5D411B96-9F40-4C96-BF4B-1A64F0326BDE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66C8F6FC-56C3-44B9-B080-F11130FA86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56C7D9E4-6596-4B15-9BF4-D4F1F579B1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8B4A62DC-02A1-4568-B4C3-2D12E3B4D3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B12B3C49-13E0-4551-AA38-5090342F782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54711558-57B1-4880-8905-02D7584E8B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5F963B8B-F3B6-4DB0-9C74-017BCD245F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CD048613-AF91-4582-9F97-C7996121C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0BD33E1F-D976-47A8-AAA6-5BB33BD498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DE3AAF0F-F97C-43CC-BB88-B77CC79232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6" name="Group 95">
                <a:extLst>
                  <a:ext uri="{FF2B5EF4-FFF2-40B4-BE49-F238E27FC236}">
                    <a16:creationId xmlns:a16="http://schemas.microsoft.com/office/drawing/2014/main" id="{4D4CD8CD-50A8-4591-BD36-F619466DCD07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770C34FD-9E3D-4DC3-8562-065FC239FB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628934B9-B07B-42D3-BC4A-ED35647149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9FDC816A-FFDA-4C47-A0DC-149045A7BF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313F7AC8-F51D-4DB4-877D-3C9FEF723C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D8C3C0DF-3AE1-4082-B403-5874503EB1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5972EBA6-B344-4659-839A-7413A84DD1B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E1EADA36-6951-4E85-A3BF-4551BAB805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4C8F252F-E52B-4715-824E-3A25539508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22CA4AC0-BEE2-492D-85B4-1C6C16FBC4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" name="Group 96">
                <a:extLst>
                  <a:ext uri="{FF2B5EF4-FFF2-40B4-BE49-F238E27FC236}">
                    <a16:creationId xmlns:a16="http://schemas.microsoft.com/office/drawing/2014/main" id="{2B9F82EB-B443-45C7-9034-0C05E1F7B693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118" name="Straight Connector 117">
                  <a:extLst>
                    <a:ext uri="{FF2B5EF4-FFF2-40B4-BE49-F238E27FC236}">
                      <a16:creationId xmlns:a16="http://schemas.microsoft.com/office/drawing/2014/main" id="{6FF49C22-3983-4270-80E2-329C1FCBD8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9" name="Straight Connector 118">
                  <a:extLst>
                    <a:ext uri="{FF2B5EF4-FFF2-40B4-BE49-F238E27FC236}">
                      <a16:creationId xmlns:a16="http://schemas.microsoft.com/office/drawing/2014/main" id="{B108FF36-E8F7-4B3E-82D6-F2D256F9B5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Straight Connector 119">
                  <a:extLst>
                    <a:ext uri="{FF2B5EF4-FFF2-40B4-BE49-F238E27FC236}">
                      <a16:creationId xmlns:a16="http://schemas.microsoft.com/office/drawing/2014/main" id="{5DE83136-D00D-4A63-AA8D-15F52F8749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1" name="Straight Connector 120">
                  <a:extLst>
                    <a:ext uri="{FF2B5EF4-FFF2-40B4-BE49-F238E27FC236}">
                      <a16:creationId xmlns:a16="http://schemas.microsoft.com/office/drawing/2014/main" id="{28669FF4-1FAF-4F0A-B823-000D40C8DCC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2" name="Straight Connector 121">
                  <a:extLst>
                    <a:ext uri="{FF2B5EF4-FFF2-40B4-BE49-F238E27FC236}">
                      <a16:creationId xmlns:a16="http://schemas.microsoft.com/office/drawing/2014/main" id="{CCA13D70-7EF2-4598-9386-10CA9D3E95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3" name="Straight Connector 122">
                  <a:extLst>
                    <a:ext uri="{FF2B5EF4-FFF2-40B4-BE49-F238E27FC236}">
                      <a16:creationId xmlns:a16="http://schemas.microsoft.com/office/drawing/2014/main" id="{74CD4897-06CC-43D7-A5A9-A1875BD7C2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4" name="Straight Connector 123">
                  <a:extLst>
                    <a:ext uri="{FF2B5EF4-FFF2-40B4-BE49-F238E27FC236}">
                      <a16:creationId xmlns:a16="http://schemas.microsoft.com/office/drawing/2014/main" id="{A1393849-DA3C-4016-AB0B-C3C86803EE5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5" name="Straight Connector 124">
                  <a:extLst>
                    <a:ext uri="{FF2B5EF4-FFF2-40B4-BE49-F238E27FC236}">
                      <a16:creationId xmlns:a16="http://schemas.microsoft.com/office/drawing/2014/main" id="{7E623594-9361-4041-9CC4-4E079C0FDD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31B5CF91-40BE-4B21-B92C-AE888CBCBC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8" name="Group 97">
                <a:extLst>
                  <a:ext uri="{FF2B5EF4-FFF2-40B4-BE49-F238E27FC236}">
                    <a16:creationId xmlns:a16="http://schemas.microsoft.com/office/drawing/2014/main" id="{39A8D69E-6F8B-4059-B672-0E3469F4E6F7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109" name="Straight Connector 108">
                  <a:extLst>
                    <a:ext uri="{FF2B5EF4-FFF2-40B4-BE49-F238E27FC236}">
                      <a16:creationId xmlns:a16="http://schemas.microsoft.com/office/drawing/2014/main" id="{BFB21DF3-1B08-4115-BD46-AF525C4B74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>
                  <a:extLst>
                    <a:ext uri="{FF2B5EF4-FFF2-40B4-BE49-F238E27FC236}">
                      <a16:creationId xmlns:a16="http://schemas.microsoft.com/office/drawing/2014/main" id="{78FF300B-B634-449C-A156-59CDCDEB80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>
                  <a:extLst>
                    <a:ext uri="{FF2B5EF4-FFF2-40B4-BE49-F238E27FC236}">
                      <a16:creationId xmlns:a16="http://schemas.microsoft.com/office/drawing/2014/main" id="{552A5D0B-B623-4086-9E33-999A3230AF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>
                  <a:extLst>
                    <a:ext uri="{FF2B5EF4-FFF2-40B4-BE49-F238E27FC236}">
                      <a16:creationId xmlns:a16="http://schemas.microsoft.com/office/drawing/2014/main" id="{3BA8F8A5-F926-4A5A-AE46-C97043ED1C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3" name="Straight Connector 112">
                  <a:extLst>
                    <a:ext uri="{FF2B5EF4-FFF2-40B4-BE49-F238E27FC236}">
                      <a16:creationId xmlns:a16="http://schemas.microsoft.com/office/drawing/2014/main" id="{68618D84-8AE2-4825-96A2-6C89B4C5E9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4" name="Straight Connector 113">
                  <a:extLst>
                    <a:ext uri="{FF2B5EF4-FFF2-40B4-BE49-F238E27FC236}">
                      <a16:creationId xmlns:a16="http://schemas.microsoft.com/office/drawing/2014/main" id="{0EB421D1-FC84-4D21-9DB5-B931401BFE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5" name="Straight Connector 114">
                  <a:extLst>
                    <a:ext uri="{FF2B5EF4-FFF2-40B4-BE49-F238E27FC236}">
                      <a16:creationId xmlns:a16="http://schemas.microsoft.com/office/drawing/2014/main" id="{62F09582-8E80-4027-A528-2442830D850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6" name="Straight Connector 115">
                  <a:extLst>
                    <a:ext uri="{FF2B5EF4-FFF2-40B4-BE49-F238E27FC236}">
                      <a16:creationId xmlns:a16="http://schemas.microsoft.com/office/drawing/2014/main" id="{C6A079C4-FFA1-47C7-9E3E-944C7CA72E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7" name="Straight Connector 116">
                  <a:extLst>
                    <a:ext uri="{FF2B5EF4-FFF2-40B4-BE49-F238E27FC236}">
                      <a16:creationId xmlns:a16="http://schemas.microsoft.com/office/drawing/2014/main" id="{32D0DF2C-A843-4D43-8B2B-AAEB8B6671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9" name="Group 98">
                <a:extLst>
                  <a:ext uri="{FF2B5EF4-FFF2-40B4-BE49-F238E27FC236}">
                    <a16:creationId xmlns:a16="http://schemas.microsoft.com/office/drawing/2014/main" id="{36CED438-2068-40EA-9A70-B69907C606E3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100" name="Straight Connector 99">
                  <a:extLst>
                    <a:ext uri="{FF2B5EF4-FFF2-40B4-BE49-F238E27FC236}">
                      <a16:creationId xmlns:a16="http://schemas.microsoft.com/office/drawing/2014/main" id="{B0C7A65C-2284-43D6-BFB5-59CAC3BCBC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1" name="Straight Connector 100">
                  <a:extLst>
                    <a:ext uri="{FF2B5EF4-FFF2-40B4-BE49-F238E27FC236}">
                      <a16:creationId xmlns:a16="http://schemas.microsoft.com/office/drawing/2014/main" id="{2DE6022D-A4C3-40D2-91E5-5B7A693649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2" name="Straight Connector 101">
                  <a:extLst>
                    <a:ext uri="{FF2B5EF4-FFF2-40B4-BE49-F238E27FC236}">
                      <a16:creationId xmlns:a16="http://schemas.microsoft.com/office/drawing/2014/main" id="{34A017F3-6527-4445-8204-607F556D61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3" name="Straight Connector 102">
                  <a:extLst>
                    <a:ext uri="{FF2B5EF4-FFF2-40B4-BE49-F238E27FC236}">
                      <a16:creationId xmlns:a16="http://schemas.microsoft.com/office/drawing/2014/main" id="{A76DF45C-82C6-4AB5-B264-EFCD0D73C3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4" name="Straight Connector 103">
                  <a:extLst>
                    <a:ext uri="{FF2B5EF4-FFF2-40B4-BE49-F238E27FC236}">
                      <a16:creationId xmlns:a16="http://schemas.microsoft.com/office/drawing/2014/main" id="{8B07F2B6-F7A2-4487-9C3F-413AAC4D08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104">
                  <a:extLst>
                    <a:ext uri="{FF2B5EF4-FFF2-40B4-BE49-F238E27FC236}">
                      <a16:creationId xmlns:a16="http://schemas.microsoft.com/office/drawing/2014/main" id="{58BDD74C-3851-4E86-9C99-2ED59DEDFDC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>
                  <a:extLst>
                    <a:ext uri="{FF2B5EF4-FFF2-40B4-BE49-F238E27FC236}">
                      <a16:creationId xmlns:a16="http://schemas.microsoft.com/office/drawing/2014/main" id="{2F06EB8D-5A21-46FD-A6B1-C07FB4538F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>
                  <a:extLst>
                    <a:ext uri="{FF2B5EF4-FFF2-40B4-BE49-F238E27FC236}">
                      <a16:creationId xmlns:a16="http://schemas.microsoft.com/office/drawing/2014/main" id="{5A128B64-96A4-4549-B6D7-2EB51FA00C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>
                  <a:extLst>
                    <a:ext uri="{FF2B5EF4-FFF2-40B4-BE49-F238E27FC236}">
                      <a16:creationId xmlns:a16="http://schemas.microsoft.com/office/drawing/2014/main" id="{24B52511-24DB-4E80-BCCE-739EA2DC31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33" name="Group 32">
              <a:extLst>
                <a:ext uri="{FF2B5EF4-FFF2-40B4-BE49-F238E27FC236}">
                  <a16:creationId xmlns:a16="http://schemas.microsoft.com/office/drawing/2014/main" id="{65F02FF8-EEE2-486C-AA70-D42DFA49CD6E}"/>
                </a:ext>
              </a:extLst>
            </p:cNvPr>
            <p:cNvGrpSpPr/>
            <p:nvPr/>
          </p:nvGrpSpPr>
          <p:grpSpPr>
            <a:xfrm>
              <a:off x="11025738" y="419279"/>
              <a:ext cx="0" cy="895350"/>
              <a:chOff x="4267200" y="638175"/>
              <a:chExt cx="0" cy="895350"/>
            </a:xfrm>
          </p:grpSpPr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10589763-1281-4731-82C9-983DB2C5F6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B93BAE5-FA65-4B8C-85CD-6BD2DA3359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2C4CAD33-A8D7-434A-97EA-8412FC7FDD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677E2002-C6B7-4F39-B594-D4DE821046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396FFE0C-2B4A-40A9-9125-D566A00C4A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3ED9CC42-3FA4-45FF-AC5E-88B2EA2E38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E5781886-EDFF-4C94-8512-7FADEB2FF0C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09A87808-FB65-40EA-AD19-7FA270EB18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6F767F6B-DEE4-4A94-A09C-7A19581531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5CDF7D23-EBED-4804-AA7D-8DFCCFAEB576}"/>
                </a:ext>
              </a:extLst>
            </p:cNvPr>
            <p:cNvGrpSpPr/>
            <p:nvPr/>
          </p:nvGrpSpPr>
          <p:grpSpPr>
            <a:xfrm>
              <a:off x="11286779" y="904376"/>
              <a:ext cx="0" cy="895350"/>
              <a:chOff x="4267200" y="638175"/>
              <a:chExt cx="0" cy="895350"/>
            </a:xfrm>
          </p:grpSpPr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DBDEFE17-9402-414B-B33B-5B447288619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3FEC3177-8904-42CB-9B8D-443012F0C5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67F9963E-8428-49E8-B38D-68A8D746958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2896A44B-B0FB-4398-9AF4-AF8095C884D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396AA75E-D150-4E4E-982B-D64BCF5C6F5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4E2ABF53-3E6F-4B0B-9635-74628795A7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72A15DB7-B83C-48BD-B59C-67D96BA2ABD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942FB880-5F5D-444A-94C8-96AF796568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A11EABA6-0D41-4B34-8786-951A4CBDD8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9420907-B610-4BC8-8C37-686D5D06A454}"/>
                </a:ext>
              </a:extLst>
            </p:cNvPr>
            <p:cNvGrpSpPr/>
            <p:nvPr/>
          </p:nvGrpSpPr>
          <p:grpSpPr>
            <a:xfrm>
              <a:off x="11547821" y="559478"/>
              <a:ext cx="0" cy="895350"/>
              <a:chOff x="4267200" y="638175"/>
              <a:chExt cx="0" cy="895350"/>
            </a:xfrm>
          </p:grpSpPr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AE3AB5E1-9172-4496-9D52-30F7D0CFA65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FA3C056A-3A1D-48D0-9255-8678D1E258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77883FE-B9CD-4A8E-84B0-3B493B2F0DA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5EAEE69F-34B0-4CEE-A004-CD38A861E8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262C0740-CAC9-414D-90B0-F97F5DFBE9B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C304DC3C-BEF9-4488-B51C-B77940A935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D81D0061-95E0-475C-A8DB-38BD4DCBAC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71319359-5304-432C-9338-EF499EC94B0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28E92E53-0709-4CE6-A49B-23F191D48E8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47BEE1B7-9645-4F80-A0F8-C81E8774535D}"/>
                </a:ext>
              </a:extLst>
            </p:cNvPr>
            <p:cNvGrpSpPr/>
            <p:nvPr/>
          </p:nvGrpSpPr>
          <p:grpSpPr>
            <a:xfrm>
              <a:off x="11782976" y="1147646"/>
              <a:ext cx="0" cy="895350"/>
              <a:chOff x="4267200" y="638175"/>
              <a:chExt cx="0" cy="895350"/>
            </a:xfrm>
          </p:grpSpPr>
          <p:cxnSp>
            <p:nvCxnSpPr>
              <p:cNvPr id="57" name="Straight Connector 56">
                <a:extLst>
                  <a:ext uri="{FF2B5EF4-FFF2-40B4-BE49-F238E27FC236}">
                    <a16:creationId xmlns:a16="http://schemas.microsoft.com/office/drawing/2014/main" id="{DC16ACC1-7B2F-46E0-B647-5994DDF5BB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8" name="Straight Connector 57">
                <a:extLst>
                  <a:ext uri="{FF2B5EF4-FFF2-40B4-BE49-F238E27FC236}">
                    <a16:creationId xmlns:a16="http://schemas.microsoft.com/office/drawing/2014/main" id="{D485997A-88EE-4335-9530-7F0EDCA926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58FF777C-9997-4737-8B9B-F71FE8C8E7D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Straight Connector 59">
                <a:extLst>
                  <a:ext uri="{FF2B5EF4-FFF2-40B4-BE49-F238E27FC236}">
                    <a16:creationId xmlns:a16="http://schemas.microsoft.com/office/drawing/2014/main" id="{92874C8C-DA58-4D2F-94D3-C3C4DFF659C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7A39FEBC-8468-4386-8A10-C9DD905BA82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>
                <a:extLst>
                  <a:ext uri="{FF2B5EF4-FFF2-40B4-BE49-F238E27FC236}">
                    <a16:creationId xmlns:a16="http://schemas.microsoft.com/office/drawing/2014/main" id="{7CBECB95-ED68-4D8B-8BD7-1DAD930137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54755989-B089-43AE-A90B-3603A3F191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B216B8C5-FD8F-4AB8-A77E-04C3D74FD03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3ADFECAC-EFB0-4CBB-85F2-E377CEA855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7" name="Group 36">
              <a:extLst>
                <a:ext uri="{FF2B5EF4-FFF2-40B4-BE49-F238E27FC236}">
                  <a16:creationId xmlns:a16="http://schemas.microsoft.com/office/drawing/2014/main" id="{284189EB-13DC-44BA-B877-CFF573883A81}"/>
                </a:ext>
              </a:extLst>
            </p:cNvPr>
            <p:cNvGrpSpPr/>
            <p:nvPr/>
          </p:nvGrpSpPr>
          <p:grpSpPr>
            <a:xfrm flipH="1">
              <a:off x="11979709" y="621685"/>
              <a:ext cx="108627" cy="895350"/>
              <a:chOff x="4267200" y="638175"/>
              <a:chExt cx="0" cy="895350"/>
            </a:xfrm>
          </p:grpSpPr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1F5D65CD-CB3F-451F-A4FB-094818F748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Connector 48">
                <a:extLst>
                  <a:ext uri="{FF2B5EF4-FFF2-40B4-BE49-F238E27FC236}">
                    <a16:creationId xmlns:a16="http://schemas.microsoft.com/office/drawing/2014/main" id="{830617E8-9CE0-4B23-B433-2A81641BC91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Connector 49">
                <a:extLst>
                  <a:ext uri="{FF2B5EF4-FFF2-40B4-BE49-F238E27FC236}">
                    <a16:creationId xmlns:a16="http://schemas.microsoft.com/office/drawing/2014/main" id="{C5A6A20E-19E2-4F6E-BBF7-6ECDC8E36C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50">
                <a:extLst>
                  <a:ext uri="{FF2B5EF4-FFF2-40B4-BE49-F238E27FC236}">
                    <a16:creationId xmlns:a16="http://schemas.microsoft.com/office/drawing/2014/main" id="{9027FBE7-1086-4D21-BE15-C31931F746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>
                <a:extLst>
                  <a:ext uri="{FF2B5EF4-FFF2-40B4-BE49-F238E27FC236}">
                    <a16:creationId xmlns:a16="http://schemas.microsoft.com/office/drawing/2014/main" id="{00DEE6C4-D981-4614-843B-57CB135DAA1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>
                <a:extLst>
                  <a:ext uri="{FF2B5EF4-FFF2-40B4-BE49-F238E27FC236}">
                    <a16:creationId xmlns:a16="http://schemas.microsoft.com/office/drawing/2014/main" id="{6B814841-BC9E-4DA9-BED6-33591402577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>
                <a:extLst>
                  <a:ext uri="{FF2B5EF4-FFF2-40B4-BE49-F238E27FC236}">
                    <a16:creationId xmlns:a16="http://schemas.microsoft.com/office/drawing/2014/main" id="{62F4D2B8-CE9A-4B1D-A091-C4795F7CA02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>
                <a:extLst>
                  <a:ext uri="{FF2B5EF4-FFF2-40B4-BE49-F238E27FC236}">
                    <a16:creationId xmlns:a16="http://schemas.microsoft.com/office/drawing/2014/main" id="{71E08309-3156-4450-BC61-458995EB5A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>
                <a:extLst>
                  <a:ext uri="{FF2B5EF4-FFF2-40B4-BE49-F238E27FC236}">
                    <a16:creationId xmlns:a16="http://schemas.microsoft.com/office/drawing/2014/main" id="{BDAC41A3-03D8-414C-AE5C-AAA982D21C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5647FAE2-FC98-4D0D-8C57-C87E5B20273C}"/>
                </a:ext>
              </a:extLst>
            </p:cNvPr>
            <p:cNvGrpSpPr/>
            <p:nvPr/>
          </p:nvGrpSpPr>
          <p:grpSpPr>
            <a:xfrm flipH="1">
              <a:off x="10666947" y="780550"/>
              <a:ext cx="108627" cy="895350"/>
              <a:chOff x="4267200" y="638175"/>
              <a:chExt cx="0" cy="895350"/>
            </a:xfrm>
          </p:grpSpPr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AA8785DC-0032-4602-B723-81E1F818A8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075BCF80-87D0-4500-8737-2F9BBE0D12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Straight Connector 40">
                <a:extLst>
                  <a:ext uri="{FF2B5EF4-FFF2-40B4-BE49-F238E27FC236}">
                    <a16:creationId xmlns:a16="http://schemas.microsoft.com/office/drawing/2014/main" id="{717A1E1D-FE1F-4269-B71F-82EFB5551E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Connector 41">
                <a:extLst>
                  <a:ext uri="{FF2B5EF4-FFF2-40B4-BE49-F238E27FC236}">
                    <a16:creationId xmlns:a16="http://schemas.microsoft.com/office/drawing/2014/main" id="{76ACB9F9-8BE2-4A61-8C54-47E6238220C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3" name="Straight Connector 42">
                <a:extLst>
                  <a:ext uri="{FF2B5EF4-FFF2-40B4-BE49-F238E27FC236}">
                    <a16:creationId xmlns:a16="http://schemas.microsoft.com/office/drawing/2014/main" id="{BB5DB6FD-D0F5-482E-A8D7-FCDBA46F6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4" name="Straight Connector 43">
                <a:extLst>
                  <a:ext uri="{FF2B5EF4-FFF2-40B4-BE49-F238E27FC236}">
                    <a16:creationId xmlns:a16="http://schemas.microsoft.com/office/drawing/2014/main" id="{8F66EE72-E4F5-42BC-8D88-7F627087391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Straight Connector 44">
                <a:extLst>
                  <a:ext uri="{FF2B5EF4-FFF2-40B4-BE49-F238E27FC236}">
                    <a16:creationId xmlns:a16="http://schemas.microsoft.com/office/drawing/2014/main" id="{D55AE948-31DB-4615-A72B-9461CE9141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>
                <a:extLst>
                  <a:ext uri="{FF2B5EF4-FFF2-40B4-BE49-F238E27FC236}">
                    <a16:creationId xmlns:a16="http://schemas.microsoft.com/office/drawing/2014/main" id="{34BC4159-0B29-4188-A48E-46923E891EE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509DB3CF-6C1C-465F-B1C0-ADCA166642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Picture 2" descr="A picture containing animal&#10;&#10;Description automatically generated">
            <a:extLst>
              <a:ext uri="{FF2B5EF4-FFF2-40B4-BE49-F238E27FC236}">
                <a16:creationId xmlns:a16="http://schemas.microsoft.com/office/drawing/2014/main" id="{F9B7AB77-7592-4C81-A73C-F147A9F9EED8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4575"/>
          <a:stretch/>
        </p:blipFill>
        <p:spPr>
          <a:xfrm>
            <a:off x="1219200" y="419100"/>
            <a:ext cx="10972800" cy="6438900"/>
          </a:xfrm>
          <a:prstGeom prst="rect">
            <a:avLst/>
          </a:prstGeom>
        </p:spPr>
      </p:pic>
      <p:sp>
        <p:nvSpPr>
          <p:cNvPr id="5" name="Freeform: Shape 4">
            <a:extLst>
              <a:ext uri="{FF2B5EF4-FFF2-40B4-BE49-F238E27FC236}">
                <a16:creationId xmlns:a16="http://schemas.microsoft.com/office/drawing/2014/main" id="{D44EBF63-826D-4125-9AB3-8978A0FEB13D}"/>
              </a:ext>
            </a:extLst>
          </p:cNvPr>
          <p:cNvSpPr/>
          <p:nvPr/>
        </p:nvSpPr>
        <p:spPr>
          <a:xfrm>
            <a:off x="7562128" y="1173278"/>
            <a:ext cx="2918133" cy="1848632"/>
          </a:xfrm>
          <a:custGeom>
            <a:avLst/>
            <a:gdLst>
              <a:gd name="connsiteX0" fmla="*/ 7072 w 2918133"/>
              <a:gd name="connsiteY0" fmla="*/ 347547 h 1848632"/>
              <a:gd name="connsiteX1" fmla="*/ 32472 w 2918133"/>
              <a:gd name="connsiteY1" fmla="*/ 163397 h 1848632"/>
              <a:gd name="connsiteX2" fmla="*/ 143597 w 2918133"/>
              <a:gd name="connsiteY2" fmla="*/ 39572 h 1848632"/>
              <a:gd name="connsiteX3" fmla="*/ 391247 w 2918133"/>
              <a:gd name="connsiteY3" fmla="*/ 1472 h 1848632"/>
              <a:gd name="connsiteX4" fmla="*/ 769072 w 2918133"/>
              <a:gd name="connsiteY4" fmla="*/ 80847 h 1848632"/>
              <a:gd name="connsiteX5" fmla="*/ 1219922 w 2918133"/>
              <a:gd name="connsiteY5" fmla="*/ 299922 h 1848632"/>
              <a:gd name="connsiteX6" fmla="*/ 1635847 w 2918133"/>
              <a:gd name="connsiteY6" fmla="*/ 411047 h 1848632"/>
              <a:gd name="connsiteX7" fmla="*/ 2080347 w 2918133"/>
              <a:gd name="connsiteY7" fmla="*/ 391997 h 1848632"/>
              <a:gd name="connsiteX8" fmla="*/ 2375622 w 2918133"/>
              <a:gd name="connsiteY8" fmla="*/ 452322 h 1848632"/>
              <a:gd name="connsiteX9" fmla="*/ 2883622 w 2918133"/>
              <a:gd name="connsiteY9" fmla="*/ 788872 h 1848632"/>
              <a:gd name="connsiteX10" fmla="*/ 2845522 w 2918133"/>
              <a:gd name="connsiteY10" fmla="*/ 1090497 h 1848632"/>
              <a:gd name="connsiteX11" fmla="*/ 2626447 w 2918133"/>
              <a:gd name="connsiteY11" fmla="*/ 1579447 h 1848632"/>
              <a:gd name="connsiteX12" fmla="*/ 2127972 w 2918133"/>
              <a:gd name="connsiteY12" fmla="*/ 1798522 h 1848632"/>
              <a:gd name="connsiteX13" fmla="*/ 1867622 w 2918133"/>
              <a:gd name="connsiteY13" fmla="*/ 1827097 h 1848632"/>
              <a:gd name="connsiteX14" fmla="*/ 1311997 w 2918133"/>
              <a:gd name="connsiteY14" fmla="*/ 1531822 h 1848632"/>
              <a:gd name="connsiteX15" fmla="*/ 1156422 w 2918133"/>
              <a:gd name="connsiteY15" fmla="*/ 1255597 h 1848632"/>
              <a:gd name="connsiteX16" fmla="*/ 930997 w 2918133"/>
              <a:gd name="connsiteY16" fmla="*/ 1049222 h 1848632"/>
              <a:gd name="connsiteX17" fmla="*/ 486497 w 2918133"/>
              <a:gd name="connsiteY17" fmla="*/ 877772 h 1848632"/>
              <a:gd name="connsiteX18" fmla="*/ 375372 w 2918133"/>
              <a:gd name="connsiteY18" fmla="*/ 604722 h 1848632"/>
              <a:gd name="connsiteX19" fmla="*/ 143597 w 2918133"/>
              <a:gd name="connsiteY19" fmla="*/ 449147 h 1848632"/>
              <a:gd name="connsiteX20" fmla="*/ 7072 w 2918133"/>
              <a:gd name="connsiteY20" fmla="*/ 347547 h 184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8133" h="1848632">
                <a:moveTo>
                  <a:pt x="7072" y="347547"/>
                </a:moveTo>
                <a:cubicBezTo>
                  <a:pt x="-11449" y="299922"/>
                  <a:pt x="9718" y="214726"/>
                  <a:pt x="32472" y="163397"/>
                </a:cubicBezTo>
                <a:cubicBezTo>
                  <a:pt x="55226" y="112068"/>
                  <a:pt x="83801" y="66559"/>
                  <a:pt x="143597" y="39572"/>
                </a:cubicBezTo>
                <a:cubicBezTo>
                  <a:pt x="203393" y="12585"/>
                  <a:pt x="287001" y="-5407"/>
                  <a:pt x="391247" y="1472"/>
                </a:cubicBezTo>
                <a:cubicBezTo>
                  <a:pt x="495493" y="8351"/>
                  <a:pt x="630960" y="31105"/>
                  <a:pt x="769072" y="80847"/>
                </a:cubicBezTo>
                <a:cubicBezTo>
                  <a:pt x="907184" y="130589"/>
                  <a:pt x="1075460" y="244889"/>
                  <a:pt x="1219922" y="299922"/>
                </a:cubicBezTo>
                <a:cubicBezTo>
                  <a:pt x="1364384" y="354955"/>
                  <a:pt x="1492443" y="395701"/>
                  <a:pt x="1635847" y="411047"/>
                </a:cubicBezTo>
                <a:cubicBezTo>
                  <a:pt x="1779251" y="426393"/>
                  <a:pt x="1957051" y="385118"/>
                  <a:pt x="2080347" y="391997"/>
                </a:cubicBezTo>
                <a:cubicBezTo>
                  <a:pt x="2203643" y="398876"/>
                  <a:pt x="2241743" y="386176"/>
                  <a:pt x="2375622" y="452322"/>
                </a:cubicBezTo>
                <a:cubicBezTo>
                  <a:pt x="2509501" y="518468"/>
                  <a:pt x="2805305" y="682510"/>
                  <a:pt x="2883622" y="788872"/>
                </a:cubicBezTo>
                <a:cubicBezTo>
                  <a:pt x="2961939" y="895234"/>
                  <a:pt x="2888384" y="958735"/>
                  <a:pt x="2845522" y="1090497"/>
                </a:cubicBezTo>
                <a:cubicBezTo>
                  <a:pt x="2802660" y="1222259"/>
                  <a:pt x="2746039" y="1461443"/>
                  <a:pt x="2626447" y="1579447"/>
                </a:cubicBezTo>
                <a:cubicBezTo>
                  <a:pt x="2506855" y="1697451"/>
                  <a:pt x="2254443" y="1757247"/>
                  <a:pt x="2127972" y="1798522"/>
                </a:cubicBezTo>
                <a:cubicBezTo>
                  <a:pt x="2001501" y="1839797"/>
                  <a:pt x="2003618" y="1871547"/>
                  <a:pt x="1867622" y="1827097"/>
                </a:cubicBezTo>
                <a:cubicBezTo>
                  <a:pt x="1731626" y="1782647"/>
                  <a:pt x="1430530" y="1627072"/>
                  <a:pt x="1311997" y="1531822"/>
                </a:cubicBezTo>
                <a:cubicBezTo>
                  <a:pt x="1193464" y="1436572"/>
                  <a:pt x="1219922" y="1336030"/>
                  <a:pt x="1156422" y="1255597"/>
                </a:cubicBezTo>
                <a:cubicBezTo>
                  <a:pt x="1092922" y="1175164"/>
                  <a:pt x="1042651" y="1112193"/>
                  <a:pt x="930997" y="1049222"/>
                </a:cubicBezTo>
                <a:cubicBezTo>
                  <a:pt x="819343" y="986251"/>
                  <a:pt x="579101" y="951855"/>
                  <a:pt x="486497" y="877772"/>
                </a:cubicBezTo>
                <a:cubicBezTo>
                  <a:pt x="393893" y="803689"/>
                  <a:pt x="432522" y="676159"/>
                  <a:pt x="375372" y="604722"/>
                </a:cubicBezTo>
                <a:cubicBezTo>
                  <a:pt x="318222" y="533285"/>
                  <a:pt x="206039" y="491480"/>
                  <a:pt x="143597" y="449147"/>
                </a:cubicBezTo>
                <a:cubicBezTo>
                  <a:pt x="81155" y="406814"/>
                  <a:pt x="25593" y="395172"/>
                  <a:pt x="7072" y="347547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12700">
            <a:solidFill>
              <a:srgbClr val="D62B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F049F9B-91ED-4E62-A4DE-365785B4C1F1}"/>
              </a:ext>
            </a:extLst>
          </p:cNvPr>
          <p:cNvSpPr/>
          <p:nvPr/>
        </p:nvSpPr>
        <p:spPr>
          <a:xfrm>
            <a:off x="5024438" y="2786063"/>
            <a:ext cx="1871662" cy="2009775"/>
          </a:xfrm>
          <a:custGeom>
            <a:avLst/>
            <a:gdLst>
              <a:gd name="connsiteX0" fmla="*/ 871537 w 1871662"/>
              <a:gd name="connsiteY0" fmla="*/ 0 h 2009775"/>
              <a:gd name="connsiteX1" fmla="*/ 1457325 w 1871662"/>
              <a:gd name="connsiteY1" fmla="*/ 138112 h 2009775"/>
              <a:gd name="connsiteX2" fmla="*/ 1676400 w 1871662"/>
              <a:gd name="connsiteY2" fmla="*/ 290512 h 2009775"/>
              <a:gd name="connsiteX3" fmla="*/ 1776412 w 1871662"/>
              <a:gd name="connsiteY3" fmla="*/ 428625 h 2009775"/>
              <a:gd name="connsiteX4" fmla="*/ 1833562 w 1871662"/>
              <a:gd name="connsiteY4" fmla="*/ 590550 h 2009775"/>
              <a:gd name="connsiteX5" fmla="*/ 1862137 w 1871662"/>
              <a:gd name="connsiteY5" fmla="*/ 738187 h 2009775"/>
              <a:gd name="connsiteX6" fmla="*/ 1871662 w 1871662"/>
              <a:gd name="connsiteY6" fmla="*/ 942975 h 2009775"/>
              <a:gd name="connsiteX7" fmla="*/ 1833562 w 1871662"/>
              <a:gd name="connsiteY7" fmla="*/ 1195387 h 2009775"/>
              <a:gd name="connsiteX8" fmla="*/ 1738312 w 1871662"/>
              <a:gd name="connsiteY8" fmla="*/ 1447800 h 2009775"/>
              <a:gd name="connsiteX9" fmla="*/ 1609725 w 1871662"/>
              <a:gd name="connsiteY9" fmla="*/ 1676400 h 2009775"/>
              <a:gd name="connsiteX10" fmla="*/ 1433512 w 1871662"/>
              <a:gd name="connsiteY10" fmla="*/ 1847850 h 2009775"/>
              <a:gd name="connsiteX11" fmla="*/ 1219200 w 1871662"/>
              <a:gd name="connsiteY11" fmla="*/ 1966912 h 2009775"/>
              <a:gd name="connsiteX12" fmla="*/ 1014412 w 1871662"/>
              <a:gd name="connsiteY12" fmla="*/ 2009775 h 2009775"/>
              <a:gd name="connsiteX13" fmla="*/ 347662 w 1871662"/>
              <a:gd name="connsiteY13" fmla="*/ 1785937 h 2009775"/>
              <a:gd name="connsiteX14" fmla="*/ 252412 w 1871662"/>
              <a:gd name="connsiteY14" fmla="*/ 1714500 h 2009775"/>
              <a:gd name="connsiteX15" fmla="*/ 138112 w 1871662"/>
              <a:gd name="connsiteY15" fmla="*/ 1562100 h 2009775"/>
              <a:gd name="connsiteX16" fmla="*/ 47625 w 1871662"/>
              <a:gd name="connsiteY16" fmla="*/ 1381125 h 2009775"/>
              <a:gd name="connsiteX17" fmla="*/ 0 w 1871662"/>
              <a:gd name="connsiteY17" fmla="*/ 1081087 h 2009775"/>
              <a:gd name="connsiteX18" fmla="*/ 52387 w 1871662"/>
              <a:gd name="connsiteY18" fmla="*/ 747712 h 2009775"/>
              <a:gd name="connsiteX19" fmla="*/ 157162 w 1871662"/>
              <a:gd name="connsiteY19" fmla="*/ 481012 h 2009775"/>
              <a:gd name="connsiteX20" fmla="*/ 338137 w 1871662"/>
              <a:gd name="connsiteY20" fmla="*/ 252412 h 2009775"/>
              <a:gd name="connsiteX21" fmla="*/ 533400 w 1871662"/>
              <a:gd name="connsiteY21" fmla="*/ 95250 h 2009775"/>
              <a:gd name="connsiteX22" fmla="*/ 871537 w 1871662"/>
              <a:gd name="connsiteY22" fmla="*/ 0 h 2009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1662" h="2009775">
                <a:moveTo>
                  <a:pt x="871537" y="0"/>
                </a:moveTo>
                <a:lnTo>
                  <a:pt x="1457325" y="138112"/>
                </a:lnTo>
                <a:lnTo>
                  <a:pt x="1676400" y="290512"/>
                </a:lnTo>
                <a:lnTo>
                  <a:pt x="1776412" y="428625"/>
                </a:lnTo>
                <a:lnTo>
                  <a:pt x="1833562" y="590550"/>
                </a:lnTo>
                <a:lnTo>
                  <a:pt x="1862137" y="738187"/>
                </a:lnTo>
                <a:lnTo>
                  <a:pt x="1871662" y="942975"/>
                </a:lnTo>
                <a:lnTo>
                  <a:pt x="1833562" y="1195387"/>
                </a:lnTo>
                <a:lnTo>
                  <a:pt x="1738312" y="1447800"/>
                </a:lnTo>
                <a:lnTo>
                  <a:pt x="1609725" y="1676400"/>
                </a:lnTo>
                <a:lnTo>
                  <a:pt x="1433512" y="1847850"/>
                </a:lnTo>
                <a:lnTo>
                  <a:pt x="1219200" y="1966912"/>
                </a:lnTo>
                <a:lnTo>
                  <a:pt x="1014412" y="2009775"/>
                </a:lnTo>
                <a:lnTo>
                  <a:pt x="347662" y="1785937"/>
                </a:lnTo>
                <a:lnTo>
                  <a:pt x="252412" y="1714500"/>
                </a:lnTo>
                <a:lnTo>
                  <a:pt x="138112" y="1562100"/>
                </a:lnTo>
                <a:lnTo>
                  <a:pt x="47625" y="1381125"/>
                </a:lnTo>
                <a:lnTo>
                  <a:pt x="0" y="1081087"/>
                </a:lnTo>
                <a:lnTo>
                  <a:pt x="52387" y="747712"/>
                </a:lnTo>
                <a:lnTo>
                  <a:pt x="157162" y="481012"/>
                </a:lnTo>
                <a:lnTo>
                  <a:pt x="338137" y="252412"/>
                </a:lnTo>
                <a:lnTo>
                  <a:pt x="533400" y="95250"/>
                </a:lnTo>
                <a:lnTo>
                  <a:pt x="871537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7A1BF7A-DEBB-42C5-AE04-81D96F83DC1E}"/>
              </a:ext>
            </a:extLst>
          </p:cNvPr>
          <p:cNvSpPr/>
          <p:nvPr/>
        </p:nvSpPr>
        <p:spPr>
          <a:xfrm>
            <a:off x="2724150" y="2224088"/>
            <a:ext cx="1709738" cy="1728787"/>
          </a:xfrm>
          <a:custGeom>
            <a:avLst/>
            <a:gdLst>
              <a:gd name="connsiteX0" fmla="*/ 800100 w 1709738"/>
              <a:gd name="connsiteY0" fmla="*/ 0 h 1728787"/>
              <a:gd name="connsiteX1" fmla="*/ 1323975 w 1709738"/>
              <a:gd name="connsiteY1" fmla="*/ 123825 h 1728787"/>
              <a:gd name="connsiteX2" fmla="*/ 1371600 w 1709738"/>
              <a:gd name="connsiteY2" fmla="*/ 152400 h 1728787"/>
              <a:gd name="connsiteX3" fmla="*/ 1500188 w 1709738"/>
              <a:gd name="connsiteY3" fmla="*/ 242887 h 1728787"/>
              <a:gd name="connsiteX4" fmla="*/ 1609725 w 1709738"/>
              <a:gd name="connsiteY4" fmla="*/ 385762 h 1728787"/>
              <a:gd name="connsiteX5" fmla="*/ 1681163 w 1709738"/>
              <a:gd name="connsiteY5" fmla="*/ 595312 h 1728787"/>
              <a:gd name="connsiteX6" fmla="*/ 1709738 w 1709738"/>
              <a:gd name="connsiteY6" fmla="*/ 838200 h 1728787"/>
              <a:gd name="connsiteX7" fmla="*/ 1633538 w 1709738"/>
              <a:gd name="connsiteY7" fmla="*/ 1143000 h 1728787"/>
              <a:gd name="connsiteX8" fmla="*/ 1533525 w 1709738"/>
              <a:gd name="connsiteY8" fmla="*/ 1338262 h 1728787"/>
              <a:gd name="connsiteX9" fmla="*/ 1376363 w 1709738"/>
              <a:gd name="connsiteY9" fmla="*/ 1538287 h 1728787"/>
              <a:gd name="connsiteX10" fmla="*/ 1190625 w 1709738"/>
              <a:gd name="connsiteY10" fmla="*/ 1666875 h 1728787"/>
              <a:gd name="connsiteX11" fmla="*/ 981075 w 1709738"/>
              <a:gd name="connsiteY11" fmla="*/ 1728787 h 1728787"/>
              <a:gd name="connsiteX12" fmla="*/ 771525 w 1709738"/>
              <a:gd name="connsiteY12" fmla="*/ 1728787 h 1728787"/>
              <a:gd name="connsiteX13" fmla="*/ 576263 w 1709738"/>
              <a:gd name="connsiteY13" fmla="*/ 1652587 h 1728787"/>
              <a:gd name="connsiteX14" fmla="*/ 390525 w 1709738"/>
              <a:gd name="connsiteY14" fmla="*/ 1595437 h 1728787"/>
              <a:gd name="connsiteX15" fmla="*/ 195263 w 1709738"/>
              <a:gd name="connsiteY15" fmla="*/ 1462087 h 1728787"/>
              <a:gd name="connsiteX16" fmla="*/ 61913 w 1709738"/>
              <a:gd name="connsiteY16" fmla="*/ 1285875 h 1728787"/>
              <a:gd name="connsiteX17" fmla="*/ 0 w 1709738"/>
              <a:gd name="connsiteY17" fmla="*/ 1076325 h 1728787"/>
              <a:gd name="connsiteX18" fmla="*/ 4763 w 1709738"/>
              <a:gd name="connsiteY18" fmla="*/ 766762 h 1728787"/>
              <a:gd name="connsiteX19" fmla="*/ 90488 w 1709738"/>
              <a:gd name="connsiteY19" fmla="*/ 495300 h 1728787"/>
              <a:gd name="connsiteX20" fmla="*/ 228600 w 1709738"/>
              <a:gd name="connsiteY20" fmla="*/ 285750 h 1728787"/>
              <a:gd name="connsiteX21" fmla="*/ 395288 w 1709738"/>
              <a:gd name="connsiteY21" fmla="*/ 123825 h 1728787"/>
              <a:gd name="connsiteX22" fmla="*/ 600075 w 1709738"/>
              <a:gd name="connsiteY22" fmla="*/ 23812 h 1728787"/>
              <a:gd name="connsiteX23" fmla="*/ 800100 w 1709738"/>
              <a:gd name="connsiteY23" fmla="*/ 0 h 1728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709738" h="1728787">
                <a:moveTo>
                  <a:pt x="800100" y="0"/>
                </a:moveTo>
                <a:lnTo>
                  <a:pt x="1323975" y="123825"/>
                </a:lnTo>
                <a:lnTo>
                  <a:pt x="1371600" y="152400"/>
                </a:lnTo>
                <a:lnTo>
                  <a:pt x="1500188" y="242887"/>
                </a:lnTo>
                <a:lnTo>
                  <a:pt x="1609725" y="385762"/>
                </a:lnTo>
                <a:lnTo>
                  <a:pt x="1681163" y="595312"/>
                </a:lnTo>
                <a:lnTo>
                  <a:pt x="1709738" y="838200"/>
                </a:lnTo>
                <a:lnTo>
                  <a:pt x="1633538" y="1143000"/>
                </a:lnTo>
                <a:lnTo>
                  <a:pt x="1533525" y="1338262"/>
                </a:lnTo>
                <a:lnTo>
                  <a:pt x="1376363" y="1538287"/>
                </a:lnTo>
                <a:lnTo>
                  <a:pt x="1190625" y="1666875"/>
                </a:lnTo>
                <a:lnTo>
                  <a:pt x="981075" y="1728787"/>
                </a:lnTo>
                <a:lnTo>
                  <a:pt x="771525" y="1728787"/>
                </a:lnTo>
                <a:lnTo>
                  <a:pt x="576263" y="1652587"/>
                </a:lnTo>
                <a:lnTo>
                  <a:pt x="390525" y="1595437"/>
                </a:lnTo>
                <a:lnTo>
                  <a:pt x="195263" y="1462087"/>
                </a:lnTo>
                <a:lnTo>
                  <a:pt x="61913" y="1285875"/>
                </a:lnTo>
                <a:lnTo>
                  <a:pt x="0" y="1076325"/>
                </a:lnTo>
                <a:cubicBezTo>
                  <a:pt x="1588" y="973137"/>
                  <a:pt x="3175" y="869950"/>
                  <a:pt x="4763" y="766762"/>
                </a:cubicBezTo>
                <a:lnTo>
                  <a:pt x="90488" y="495300"/>
                </a:lnTo>
                <a:lnTo>
                  <a:pt x="228600" y="285750"/>
                </a:lnTo>
                <a:lnTo>
                  <a:pt x="395288" y="123825"/>
                </a:lnTo>
                <a:lnTo>
                  <a:pt x="600075" y="23812"/>
                </a:lnTo>
                <a:lnTo>
                  <a:pt x="800100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6C511C59-EEBF-413E-8EA3-DBFE883D0CBC}"/>
              </a:ext>
            </a:extLst>
          </p:cNvPr>
          <p:cNvSpPr/>
          <p:nvPr/>
        </p:nvSpPr>
        <p:spPr>
          <a:xfrm>
            <a:off x="10325100" y="1593056"/>
            <a:ext cx="1440656" cy="1497807"/>
          </a:xfrm>
          <a:custGeom>
            <a:avLst/>
            <a:gdLst>
              <a:gd name="connsiteX0" fmla="*/ 497681 w 1440656"/>
              <a:gd name="connsiteY0" fmla="*/ 0 h 1497807"/>
              <a:gd name="connsiteX1" fmla="*/ 1104900 w 1440656"/>
              <a:gd name="connsiteY1" fmla="*/ 88107 h 1497807"/>
              <a:gd name="connsiteX2" fmla="*/ 1209675 w 1440656"/>
              <a:gd name="connsiteY2" fmla="*/ 133350 h 1497807"/>
              <a:gd name="connsiteX3" fmla="*/ 1285875 w 1440656"/>
              <a:gd name="connsiteY3" fmla="*/ 195263 h 1497807"/>
              <a:gd name="connsiteX4" fmla="*/ 1359694 w 1440656"/>
              <a:gd name="connsiteY4" fmla="*/ 316707 h 1497807"/>
              <a:gd name="connsiteX5" fmla="*/ 1419225 w 1440656"/>
              <a:gd name="connsiteY5" fmla="*/ 507207 h 1497807"/>
              <a:gd name="connsiteX6" fmla="*/ 1440656 w 1440656"/>
              <a:gd name="connsiteY6" fmla="*/ 671513 h 1497807"/>
              <a:gd name="connsiteX7" fmla="*/ 1412081 w 1440656"/>
              <a:gd name="connsiteY7" fmla="*/ 942975 h 1497807"/>
              <a:gd name="connsiteX8" fmla="*/ 1352550 w 1440656"/>
              <a:gd name="connsiteY8" fmla="*/ 1152525 h 1497807"/>
              <a:gd name="connsiteX9" fmla="*/ 1257300 w 1440656"/>
              <a:gd name="connsiteY9" fmla="*/ 1326357 h 1497807"/>
              <a:gd name="connsiteX10" fmla="*/ 1119188 w 1440656"/>
              <a:gd name="connsiteY10" fmla="*/ 1450182 h 1497807"/>
              <a:gd name="connsiteX11" fmla="*/ 933450 w 1440656"/>
              <a:gd name="connsiteY11" fmla="*/ 1497807 h 1497807"/>
              <a:gd name="connsiteX12" fmla="*/ 271463 w 1440656"/>
              <a:gd name="connsiteY12" fmla="*/ 1352550 h 1497807"/>
              <a:gd name="connsiteX13" fmla="*/ 173831 w 1440656"/>
              <a:gd name="connsiteY13" fmla="*/ 1283494 h 1497807"/>
              <a:gd name="connsiteX14" fmla="*/ 107156 w 1440656"/>
              <a:gd name="connsiteY14" fmla="*/ 1197769 h 1497807"/>
              <a:gd name="connsiteX15" fmla="*/ 45244 w 1440656"/>
              <a:gd name="connsiteY15" fmla="*/ 1059657 h 1497807"/>
              <a:gd name="connsiteX16" fmla="*/ 0 w 1440656"/>
              <a:gd name="connsiteY16" fmla="*/ 857250 h 1497807"/>
              <a:gd name="connsiteX17" fmla="*/ 2381 w 1440656"/>
              <a:gd name="connsiteY17" fmla="*/ 609600 h 1497807"/>
              <a:gd name="connsiteX18" fmla="*/ 57150 w 1440656"/>
              <a:gd name="connsiteY18" fmla="*/ 400050 h 1497807"/>
              <a:gd name="connsiteX19" fmla="*/ 150019 w 1440656"/>
              <a:gd name="connsiteY19" fmla="*/ 216694 h 1497807"/>
              <a:gd name="connsiteX20" fmla="*/ 290513 w 1440656"/>
              <a:gd name="connsiteY20" fmla="*/ 57150 h 1497807"/>
              <a:gd name="connsiteX21" fmla="*/ 497681 w 1440656"/>
              <a:gd name="connsiteY21" fmla="*/ 0 h 1497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440656" h="1497807">
                <a:moveTo>
                  <a:pt x="497681" y="0"/>
                </a:moveTo>
                <a:lnTo>
                  <a:pt x="1104900" y="88107"/>
                </a:lnTo>
                <a:lnTo>
                  <a:pt x="1209675" y="133350"/>
                </a:lnTo>
                <a:lnTo>
                  <a:pt x="1285875" y="195263"/>
                </a:lnTo>
                <a:lnTo>
                  <a:pt x="1359694" y="316707"/>
                </a:lnTo>
                <a:lnTo>
                  <a:pt x="1419225" y="507207"/>
                </a:lnTo>
                <a:lnTo>
                  <a:pt x="1440656" y="671513"/>
                </a:lnTo>
                <a:lnTo>
                  <a:pt x="1412081" y="942975"/>
                </a:lnTo>
                <a:lnTo>
                  <a:pt x="1352550" y="1152525"/>
                </a:lnTo>
                <a:lnTo>
                  <a:pt x="1257300" y="1326357"/>
                </a:lnTo>
                <a:lnTo>
                  <a:pt x="1119188" y="1450182"/>
                </a:lnTo>
                <a:lnTo>
                  <a:pt x="933450" y="1497807"/>
                </a:lnTo>
                <a:lnTo>
                  <a:pt x="271463" y="1352550"/>
                </a:lnTo>
                <a:lnTo>
                  <a:pt x="173831" y="1283494"/>
                </a:lnTo>
                <a:lnTo>
                  <a:pt x="107156" y="1197769"/>
                </a:lnTo>
                <a:lnTo>
                  <a:pt x="45244" y="1059657"/>
                </a:lnTo>
                <a:lnTo>
                  <a:pt x="0" y="857250"/>
                </a:lnTo>
                <a:cubicBezTo>
                  <a:pt x="794" y="774700"/>
                  <a:pt x="1587" y="692150"/>
                  <a:pt x="2381" y="609600"/>
                </a:cubicBezTo>
                <a:lnTo>
                  <a:pt x="57150" y="400050"/>
                </a:lnTo>
                <a:lnTo>
                  <a:pt x="150019" y="216694"/>
                </a:lnTo>
                <a:lnTo>
                  <a:pt x="290513" y="57150"/>
                </a:lnTo>
                <a:lnTo>
                  <a:pt x="497681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465B8B6B-F29D-4302-B25C-643F85FC56DF}"/>
              </a:ext>
            </a:extLst>
          </p:cNvPr>
          <p:cNvSpPr/>
          <p:nvPr/>
        </p:nvSpPr>
        <p:spPr>
          <a:xfrm>
            <a:off x="7900988" y="1257300"/>
            <a:ext cx="1331118" cy="1323975"/>
          </a:xfrm>
          <a:custGeom>
            <a:avLst/>
            <a:gdLst>
              <a:gd name="connsiteX0" fmla="*/ 483393 w 1331118"/>
              <a:gd name="connsiteY0" fmla="*/ 0 h 1323975"/>
              <a:gd name="connsiteX1" fmla="*/ 1004887 w 1331118"/>
              <a:gd name="connsiteY1" fmla="*/ 71438 h 1323975"/>
              <a:gd name="connsiteX2" fmla="*/ 1126331 w 1331118"/>
              <a:gd name="connsiteY2" fmla="*/ 128588 h 1323975"/>
              <a:gd name="connsiteX3" fmla="*/ 1228725 w 1331118"/>
              <a:gd name="connsiteY3" fmla="*/ 240506 h 1323975"/>
              <a:gd name="connsiteX4" fmla="*/ 1304925 w 1331118"/>
              <a:gd name="connsiteY4" fmla="*/ 402431 h 1323975"/>
              <a:gd name="connsiteX5" fmla="*/ 1331118 w 1331118"/>
              <a:gd name="connsiteY5" fmla="*/ 571500 h 1323975"/>
              <a:gd name="connsiteX6" fmla="*/ 1319212 w 1331118"/>
              <a:gd name="connsiteY6" fmla="*/ 750094 h 1323975"/>
              <a:gd name="connsiteX7" fmla="*/ 1285875 w 1331118"/>
              <a:gd name="connsiteY7" fmla="*/ 897731 h 1323975"/>
              <a:gd name="connsiteX8" fmla="*/ 1250156 w 1331118"/>
              <a:gd name="connsiteY8" fmla="*/ 1014413 h 1323975"/>
              <a:gd name="connsiteX9" fmla="*/ 1154906 w 1331118"/>
              <a:gd name="connsiteY9" fmla="*/ 1159669 h 1323975"/>
              <a:gd name="connsiteX10" fmla="*/ 1054893 w 1331118"/>
              <a:gd name="connsiteY10" fmla="*/ 1257300 h 1323975"/>
              <a:gd name="connsiteX11" fmla="*/ 978693 w 1331118"/>
              <a:gd name="connsiteY11" fmla="*/ 1293019 h 1323975"/>
              <a:gd name="connsiteX12" fmla="*/ 828675 w 1331118"/>
              <a:gd name="connsiteY12" fmla="*/ 1323975 h 1323975"/>
              <a:gd name="connsiteX13" fmla="*/ 304800 w 1331118"/>
              <a:gd name="connsiteY13" fmla="*/ 1228725 h 1323975"/>
              <a:gd name="connsiteX14" fmla="*/ 192881 w 1331118"/>
              <a:gd name="connsiteY14" fmla="*/ 1157288 h 1323975"/>
              <a:gd name="connsiteX15" fmla="*/ 107156 w 1331118"/>
              <a:gd name="connsiteY15" fmla="*/ 1064419 h 1323975"/>
              <a:gd name="connsiteX16" fmla="*/ 50006 w 1331118"/>
              <a:gd name="connsiteY16" fmla="*/ 942975 h 1323975"/>
              <a:gd name="connsiteX17" fmla="*/ 0 w 1331118"/>
              <a:gd name="connsiteY17" fmla="*/ 783431 h 1323975"/>
              <a:gd name="connsiteX18" fmla="*/ 11906 w 1331118"/>
              <a:gd name="connsiteY18" fmla="*/ 564356 h 1323975"/>
              <a:gd name="connsiteX19" fmla="*/ 50006 w 1331118"/>
              <a:gd name="connsiteY19" fmla="*/ 381000 h 1323975"/>
              <a:gd name="connsiteX20" fmla="*/ 135731 w 1331118"/>
              <a:gd name="connsiteY20" fmla="*/ 226219 h 1323975"/>
              <a:gd name="connsiteX21" fmla="*/ 269081 w 1331118"/>
              <a:gd name="connsiteY21" fmla="*/ 76200 h 1323975"/>
              <a:gd name="connsiteX22" fmla="*/ 483393 w 1331118"/>
              <a:gd name="connsiteY2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331118" h="1323975">
                <a:moveTo>
                  <a:pt x="483393" y="0"/>
                </a:moveTo>
                <a:lnTo>
                  <a:pt x="1004887" y="71438"/>
                </a:lnTo>
                <a:lnTo>
                  <a:pt x="1126331" y="128588"/>
                </a:lnTo>
                <a:lnTo>
                  <a:pt x="1228725" y="240506"/>
                </a:lnTo>
                <a:lnTo>
                  <a:pt x="1304925" y="402431"/>
                </a:lnTo>
                <a:lnTo>
                  <a:pt x="1331118" y="571500"/>
                </a:lnTo>
                <a:lnTo>
                  <a:pt x="1319212" y="750094"/>
                </a:lnTo>
                <a:lnTo>
                  <a:pt x="1285875" y="897731"/>
                </a:lnTo>
                <a:lnTo>
                  <a:pt x="1250156" y="1014413"/>
                </a:lnTo>
                <a:lnTo>
                  <a:pt x="1154906" y="1159669"/>
                </a:lnTo>
                <a:lnTo>
                  <a:pt x="1054893" y="1257300"/>
                </a:lnTo>
                <a:lnTo>
                  <a:pt x="978693" y="1293019"/>
                </a:lnTo>
                <a:lnTo>
                  <a:pt x="828675" y="1323975"/>
                </a:lnTo>
                <a:lnTo>
                  <a:pt x="304800" y="1228725"/>
                </a:lnTo>
                <a:lnTo>
                  <a:pt x="192881" y="1157288"/>
                </a:lnTo>
                <a:lnTo>
                  <a:pt x="107156" y="1064419"/>
                </a:lnTo>
                <a:lnTo>
                  <a:pt x="50006" y="942975"/>
                </a:lnTo>
                <a:lnTo>
                  <a:pt x="0" y="783431"/>
                </a:lnTo>
                <a:lnTo>
                  <a:pt x="11906" y="564356"/>
                </a:lnTo>
                <a:lnTo>
                  <a:pt x="50006" y="381000"/>
                </a:lnTo>
                <a:lnTo>
                  <a:pt x="135731" y="226219"/>
                </a:lnTo>
                <a:lnTo>
                  <a:pt x="269081" y="76200"/>
                </a:lnTo>
                <a:lnTo>
                  <a:pt x="483393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8F3CAAFF-9E83-487D-B6F8-0A2A237110CD}"/>
              </a:ext>
            </a:extLst>
          </p:cNvPr>
          <p:cNvSpPr/>
          <p:nvPr/>
        </p:nvSpPr>
        <p:spPr>
          <a:xfrm>
            <a:off x="6748463" y="1738313"/>
            <a:ext cx="1057275" cy="1038225"/>
          </a:xfrm>
          <a:custGeom>
            <a:avLst/>
            <a:gdLst>
              <a:gd name="connsiteX0" fmla="*/ 578643 w 1057275"/>
              <a:gd name="connsiteY0" fmla="*/ 1038225 h 1038225"/>
              <a:gd name="connsiteX1" fmla="*/ 0 w 1057275"/>
              <a:gd name="connsiteY1" fmla="*/ 912018 h 1038225"/>
              <a:gd name="connsiteX2" fmla="*/ 19050 w 1057275"/>
              <a:gd name="connsiteY2" fmla="*/ 838200 h 1038225"/>
              <a:gd name="connsiteX3" fmla="*/ 83343 w 1057275"/>
              <a:gd name="connsiteY3" fmla="*/ 792956 h 1038225"/>
              <a:gd name="connsiteX4" fmla="*/ 209550 w 1057275"/>
              <a:gd name="connsiteY4" fmla="*/ 776287 h 1038225"/>
              <a:gd name="connsiteX5" fmla="*/ 359568 w 1057275"/>
              <a:gd name="connsiteY5" fmla="*/ 800100 h 1038225"/>
              <a:gd name="connsiteX6" fmla="*/ 464343 w 1057275"/>
              <a:gd name="connsiteY6" fmla="*/ 800100 h 1038225"/>
              <a:gd name="connsiteX7" fmla="*/ 481012 w 1057275"/>
              <a:gd name="connsiteY7" fmla="*/ 766762 h 1038225"/>
              <a:gd name="connsiteX8" fmla="*/ 490537 w 1057275"/>
              <a:gd name="connsiteY8" fmla="*/ 733425 h 1038225"/>
              <a:gd name="connsiteX9" fmla="*/ 576262 w 1057275"/>
              <a:gd name="connsiteY9" fmla="*/ 681037 h 1038225"/>
              <a:gd name="connsiteX10" fmla="*/ 607218 w 1057275"/>
              <a:gd name="connsiteY10" fmla="*/ 623887 h 1038225"/>
              <a:gd name="connsiteX11" fmla="*/ 590550 w 1057275"/>
              <a:gd name="connsiteY11" fmla="*/ 550068 h 1038225"/>
              <a:gd name="connsiteX12" fmla="*/ 559593 w 1057275"/>
              <a:gd name="connsiteY12" fmla="*/ 481012 h 1038225"/>
              <a:gd name="connsiteX13" fmla="*/ 521493 w 1057275"/>
              <a:gd name="connsiteY13" fmla="*/ 423862 h 1038225"/>
              <a:gd name="connsiteX14" fmla="*/ 523875 w 1057275"/>
              <a:gd name="connsiteY14" fmla="*/ 340518 h 1038225"/>
              <a:gd name="connsiteX15" fmla="*/ 554831 w 1057275"/>
              <a:gd name="connsiteY15" fmla="*/ 252412 h 1038225"/>
              <a:gd name="connsiteX16" fmla="*/ 633412 w 1057275"/>
              <a:gd name="connsiteY16" fmla="*/ 190500 h 1038225"/>
              <a:gd name="connsiteX17" fmla="*/ 671512 w 1057275"/>
              <a:gd name="connsiteY17" fmla="*/ 142875 h 1038225"/>
              <a:gd name="connsiteX18" fmla="*/ 714375 w 1057275"/>
              <a:gd name="connsiteY18" fmla="*/ 80962 h 1038225"/>
              <a:gd name="connsiteX19" fmla="*/ 778668 w 1057275"/>
              <a:gd name="connsiteY19" fmla="*/ 28575 h 1038225"/>
              <a:gd name="connsiteX20" fmla="*/ 847725 w 1057275"/>
              <a:gd name="connsiteY20" fmla="*/ 0 h 1038225"/>
              <a:gd name="connsiteX21" fmla="*/ 935831 w 1057275"/>
              <a:gd name="connsiteY21" fmla="*/ 9525 h 1038225"/>
              <a:gd name="connsiteX22" fmla="*/ 1007268 w 1057275"/>
              <a:gd name="connsiteY22" fmla="*/ 52387 h 1038225"/>
              <a:gd name="connsiteX23" fmla="*/ 1042987 w 1057275"/>
              <a:gd name="connsiteY23" fmla="*/ 159543 h 1038225"/>
              <a:gd name="connsiteX24" fmla="*/ 1057275 w 1057275"/>
              <a:gd name="connsiteY24" fmla="*/ 302418 h 1038225"/>
              <a:gd name="connsiteX25" fmla="*/ 1042987 w 1057275"/>
              <a:gd name="connsiteY25" fmla="*/ 538162 h 1038225"/>
              <a:gd name="connsiteX26" fmla="*/ 1019175 w 1057275"/>
              <a:gd name="connsiteY26" fmla="*/ 623887 h 1038225"/>
              <a:gd name="connsiteX27" fmla="*/ 947737 w 1057275"/>
              <a:gd name="connsiteY27" fmla="*/ 707231 h 1038225"/>
              <a:gd name="connsiteX28" fmla="*/ 935831 w 1057275"/>
              <a:gd name="connsiteY28" fmla="*/ 733425 h 1038225"/>
              <a:gd name="connsiteX29" fmla="*/ 981075 w 1057275"/>
              <a:gd name="connsiteY29" fmla="*/ 807243 h 1038225"/>
              <a:gd name="connsiteX30" fmla="*/ 971550 w 1057275"/>
              <a:gd name="connsiteY30" fmla="*/ 954881 h 1038225"/>
              <a:gd name="connsiteX31" fmla="*/ 740568 w 1057275"/>
              <a:gd name="connsiteY31" fmla="*/ 983456 h 1038225"/>
              <a:gd name="connsiteX32" fmla="*/ 578643 w 1057275"/>
              <a:gd name="connsiteY32" fmla="*/ 1038225 h 103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057275" h="1038225">
                <a:moveTo>
                  <a:pt x="578643" y="1038225"/>
                </a:moveTo>
                <a:lnTo>
                  <a:pt x="0" y="912018"/>
                </a:lnTo>
                <a:lnTo>
                  <a:pt x="19050" y="838200"/>
                </a:lnTo>
                <a:lnTo>
                  <a:pt x="83343" y="792956"/>
                </a:lnTo>
                <a:lnTo>
                  <a:pt x="209550" y="776287"/>
                </a:lnTo>
                <a:lnTo>
                  <a:pt x="359568" y="800100"/>
                </a:lnTo>
                <a:lnTo>
                  <a:pt x="464343" y="800100"/>
                </a:lnTo>
                <a:lnTo>
                  <a:pt x="481012" y="766762"/>
                </a:lnTo>
                <a:lnTo>
                  <a:pt x="490537" y="733425"/>
                </a:lnTo>
                <a:lnTo>
                  <a:pt x="576262" y="681037"/>
                </a:lnTo>
                <a:lnTo>
                  <a:pt x="607218" y="623887"/>
                </a:lnTo>
                <a:lnTo>
                  <a:pt x="590550" y="550068"/>
                </a:lnTo>
                <a:lnTo>
                  <a:pt x="559593" y="481012"/>
                </a:lnTo>
                <a:lnTo>
                  <a:pt x="521493" y="423862"/>
                </a:lnTo>
                <a:lnTo>
                  <a:pt x="523875" y="340518"/>
                </a:lnTo>
                <a:lnTo>
                  <a:pt x="554831" y="252412"/>
                </a:lnTo>
                <a:lnTo>
                  <a:pt x="633412" y="190500"/>
                </a:lnTo>
                <a:lnTo>
                  <a:pt x="671512" y="142875"/>
                </a:lnTo>
                <a:lnTo>
                  <a:pt x="714375" y="80962"/>
                </a:lnTo>
                <a:lnTo>
                  <a:pt x="778668" y="28575"/>
                </a:lnTo>
                <a:lnTo>
                  <a:pt x="847725" y="0"/>
                </a:lnTo>
                <a:lnTo>
                  <a:pt x="935831" y="9525"/>
                </a:lnTo>
                <a:lnTo>
                  <a:pt x="1007268" y="52387"/>
                </a:lnTo>
                <a:lnTo>
                  <a:pt x="1042987" y="159543"/>
                </a:lnTo>
                <a:lnTo>
                  <a:pt x="1057275" y="302418"/>
                </a:lnTo>
                <a:lnTo>
                  <a:pt x="1042987" y="538162"/>
                </a:lnTo>
                <a:lnTo>
                  <a:pt x="1019175" y="623887"/>
                </a:lnTo>
                <a:lnTo>
                  <a:pt x="947737" y="707231"/>
                </a:lnTo>
                <a:lnTo>
                  <a:pt x="935831" y="733425"/>
                </a:lnTo>
                <a:lnTo>
                  <a:pt x="981075" y="807243"/>
                </a:lnTo>
                <a:lnTo>
                  <a:pt x="971550" y="954881"/>
                </a:lnTo>
                <a:lnTo>
                  <a:pt x="740568" y="983456"/>
                </a:lnTo>
                <a:lnTo>
                  <a:pt x="578643" y="1038225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4" name="Rectangle 583">
            <a:extLst>
              <a:ext uri="{FF2B5EF4-FFF2-40B4-BE49-F238E27FC236}">
                <a16:creationId xmlns:a16="http://schemas.microsoft.com/office/drawing/2014/main" id="{05336AF9-4FDF-1CF2-9055-C7BD928C9212}"/>
              </a:ext>
            </a:extLst>
          </p:cNvPr>
          <p:cNvSpPr/>
          <p:nvPr/>
        </p:nvSpPr>
        <p:spPr>
          <a:xfrm>
            <a:off x="176565" y="523174"/>
            <a:ext cx="3055452" cy="4601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tIns="3600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Factors affecting speed</a:t>
            </a:r>
            <a:endParaRPr lang="en-GB" sz="1200" dirty="0">
              <a:solidFill>
                <a:srgbClr val="F2652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85" name="Rectangle 584">
            <a:extLst>
              <a:ext uri="{FF2B5EF4-FFF2-40B4-BE49-F238E27FC236}">
                <a16:creationId xmlns:a16="http://schemas.microsoft.com/office/drawing/2014/main" id="{77509B80-89D2-EFF5-50D4-3CF681C43AC3}"/>
              </a:ext>
            </a:extLst>
          </p:cNvPr>
          <p:cNvSpPr/>
          <p:nvPr/>
        </p:nvSpPr>
        <p:spPr>
          <a:xfrm>
            <a:off x="176565" y="1075238"/>
            <a:ext cx="2231657" cy="15724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of the engine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Tyres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Weather conditions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Driver’s skill</a:t>
            </a:r>
          </a:p>
        </p:txBody>
      </p:sp>
    </p:spTree>
    <p:extLst>
      <p:ext uri="{BB962C8B-B14F-4D97-AF65-F5344CB8AC3E}">
        <p14:creationId xmlns:p14="http://schemas.microsoft.com/office/powerpoint/2010/main" val="1818222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24CAED9B-A11A-439C-8306-3506B9FFA6C8}"/>
              </a:ext>
            </a:extLst>
          </p:cNvPr>
          <p:cNvGrpSpPr/>
          <p:nvPr/>
        </p:nvGrpSpPr>
        <p:grpSpPr>
          <a:xfrm>
            <a:off x="3351482" y="320119"/>
            <a:ext cx="8736854" cy="2846266"/>
            <a:chOff x="3351482" y="320119"/>
            <a:chExt cx="8736854" cy="2846266"/>
          </a:xfrm>
        </p:grpSpPr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0C4C2D8D-BDA2-41D2-BA9B-607DEF8451BB}"/>
                </a:ext>
              </a:extLst>
            </p:cNvPr>
            <p:cNvGrpSpPr/>
            <p:nvPr/>
          </p:nvGrpSpPr>
          <p:grpSpPr>
            <a:xfrm>
              <a:off x="5053723" y="425362"/>
              <a:ext cx="1813091" cy="1738718"/>
              <a:chOff x="3908409" y="523174"/>
              <a:chExt cx="1813091" cy="1738718"/>
            </a:xfrm>
          </p:grpSpPr>
          <p:grpSp>
            <p:nvGrpSpPr>
              <p:cNvPr id="539" name="Group 538">
                <a:extLst>
                  <a:ext uri="{FF2B5EF4-FFF2-40B4-BE49-F238E27FC236}">
                    <a16:creationId xmlns:a16="http://schemas.microsoft.com/office/drawing/2014/main" id="{22077D58-4AA2-4F33-8F06-419BCB12E432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600" name="Straight Connector 599">
                  <a:extLst>
                    <a:ext uri="{FF2B5EF4-FFF2-40B4-BE49-F238E27FC236}">
                      <a16:creationId xmlns:a16="http://schemas.microsoft.com/office/drawing/2014/main" id="{4A1157D4-C282-4AA4-AE61-79D54C742A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1" name="Straight Connector 600">
                  <a:extLst>
                    <a:ext uri="{FF2B5EF4-FFF2-40B4-BE49-F238E27FC236}">
                      <a16:creationId xmlns:a16="http://schemas.microsoft.com/office/drawing/2014/main" id="{7B31AFF0-3070-4363-BE5A-8945CE496DF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2" name="Straight Connector 601">
                  <a:extLst>
                    <a:ext uri="{FF2B5EF4-FFF2-40B4-BE49-F238E27FC236}">
                      <a16:creationId xmlns:a16="http://schemas.microsoft.com/office/drawing/2014/main" id="{FF15A902-A95B-4831-92F5-3AC811CD5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3" name="Straight Connector 602">
                  <a:extLst>
                    <a:ext uri="{FF2B5EF4-FFF2-40B4-BE49-F238E27FC236}">
                      <a16:creationId xmlns:a16="http://schemas.microsoft.com/office/drawing/2014/main" id="{9032BBE4-ECC8-4168-A404-FCEC6DBC1F9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4" name="Straight Connector 603">
                  <a:extLst>
                    <a:ext uri="{FF2B5EF4-FFF2-40B4-BE49-F238E27FC236}">
                      <a16:creationId xmlns:a16="http://schemas.microsoft.com/office/drawing/2014/main" id="{9724313D-AF4C-4714-90CA-47EAC8B3DC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5" name="Straight Connector 604">
                  <a:extLst>
                    <a:ext uri="{FF2B5EF4-FFF2-40B4-BE49-F238E27FC236}">
                      <a16:creationId xmlns:a16="http://schemas.microsoft.com/office/drawing/2014/main" id="{95C9DC88-2F12-4531-9B0A-18CD745E69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6" name="Straight Connector 605">
                  <a:extLst>
                    <a:ext uri="{FF2B5EF4-FFF2-40B4-BE49-F238E27FC236}">
                      <a16:creationId xmlns:a16="http://schemas.microsoft.com/office/drawing/2014/main" id="{A36A8E7A-9FF5-465A-8166-08F660B029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7" name="Straight Connector 606">
                  <a:extLst>
                    <a:ext uri="{FF2B5EF4-FFF2-40B4-BE49-F238E27FC236}">
                      <a16:creationId xmlns:a16="http://schemas.microsoft.com/office/drawing/2014/main" id="{7362472F-8B1C-4F72-952B-A81502E781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08" name="Straight Connector 607">
                  <a:extLst>
                    <a:ext uri="{FF2B5EF4-FFF2-40B4-BE49-F238E27FC236}">
                      <a16:creationId xmlns:a16="http://schemas.microsoft.com/office/drawing/2014/main" id="{FF1D681E-7C20-4A60-9B46-90FF3AC584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0" name="Group 539">
                <a:extLst>
                  <a:ext uri="{FF2B5EF4-FFF2-40B4-BE49-F238E27FC236}">
                    <a16:creationId xmlns:a16="http://schemas.microsoft.com/office/drawing/2014/main" id="{77F6961C-C825-40C1-823A-F6B492AD1350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591" name="Straight Connector 590">
                  <a:extLst>
                    <a:ext uri="{FF2B5EF4-FFF2-40B4-BE49-F238E27FC236}">
                      <a16:creationId xmlns:a16="http://schemas.microsoft.com/office/drawing/2014/main" id="{CB97C112-5514-4275-A244-26687E4DBB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2" name="Straight Connector 591">
                  <a:extLst>
                    <a:ext uri="{FF2B5EF4-FFF2-40B4-BE49-F238E27FC236}">
                      <a16:creationId xmlns:a16="http://schemas.microsoft.com/office/drawing/2014/main" id="{C7419C68-CDF5-46D4-BF49-B2992E55B7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3" name="Straight Connector 592">
                  <a:extLst>
                    <a:ext uri="{FF2B5EF4-FFF2-40B4-BE49-F238E27FC236}">
                      <a16:creationId xmlns:a16="http://schemas.microsoft.com/office/drawing/2014/main" id="{524C34D9-7CCE-4E5E-8D61-48A6F9578E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4" name="Straight Connector 593">
                  <a:extLst>
                    <a:ext uri="{FF2B5EF4-FFF2-40B4-BE49-F238E27FC236}">
                      <a16:creationId xmlns:a16="http://schemas.microsoft.com/office/drawing/2014/main" id="{44DFEF3F-10D7-49C7-BA86-D1693271DA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5" name="Straight Connector 594">
                  <a:extLst>
                    <a:ext uri="{FF2B5EF4-FFF2-40B4-BE49-F238E27FC236}">
                      <a16:creationId xmlns:a16="http://schemas.microsoft.com/office/drawing/2014/main" id="{BC8198AF-8C4E-46AA-8FAF-A9F9663667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6" name="Straight Connector 595">
                  <a:extLst>
                    <a:ext uri="{FF2B5EF4-FFF2-40B4-BE49-F238E27FC236}">
                      <a16:creationId xmlns:a16="http://schemas.microsoft.com/office/drawing/2014/main" id="{5E366CB5-1688-4581-863D-66A6FF25FF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7" name="Straight Connector 596">
                  <a:extLst>
                    <a:ext uri="{FF2B5EF4-FFF2-40B4-BE49-F238E27FC236}">
                      <a16:creationId xmlns:a16="http://schemas.microsoft.com/office/drawing/2014/main" id="{EAAC057C-A6BE-4FA5-A505-4BCC563CB9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8" name="Straight Connector 597">
                  <a:extLst>
                    <a:ext uri="{FF2B5EF4-FFF2-40B4-BE49-F238E27FC236}">
                      <a16:creationId xmlns:a16="http://schemas.microsoft.com/office/drawing/2014/main" id="{D07577C5-88FA-4282-8C8D-6E9BE26475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9" name="Straight Connector 598">
                  <a:extLst>
                    <a:ext uri="{FF2B5EF4-FFF2-40B4-BE49-F238E27FC236}">
                      <a16:creationId xmlns:a16="http://schemas.microsoft.com/office/drawing/2014/main" id="{AADE3A15-7059-4A2A-9063-C6DFCE8B90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1" name="Group 540">
                <a:extLst>
                  <a:ext uri="{FF2B5EF4-FFF2-40B4-BE49-F238E27FC236}">
                    <a16:creationId xmlns:a16="http://schemas.microsoft.com/office/drawing/2014/main" id="{E0E6072D-895F-4C77-BADD-675A136CC43E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582" name="Straight Connector 581">
                  <a:extLst>
                    <a:ext uri="{FF2B5EF4-FFF2-40B4-BE49-F238E27FC236}">
                      <a16:creationId xmlns:a16="http://schemas.microsoft.com/office/drawing/2014/main" id="{D517C14D-E48F-4244-9D2D-A3A1C9EE4B9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3" name="Straight Connector 582">
                  <a:extLst>
                    <a:ext uri="{FF2B5EF4-FFF2-40B4-BE49-F238E27FC236}">
                      <a16:creationId xmlns:a16="http://schemas.microsoft.com/office/drawing/2014/main" id="{4BB73452-6983-48F7-BEA2-8CD6D49946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4" name="Straight Connector 583">
                  <a:extLst>
                    <a:ext uri="{FF2B5EF4-FFF2-40B4-BE49-F238E27FC236}">
                      <a16:creationId xmlns:a16="http://schemas.microsoft.com/office/drawing/2014/main" id="{8F86CAD6-0898-45BD-AECE-A995DDC8D62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5" name="Straight Connector 584">
                  <a:extLst>
                    <a:ext uri="{FF2B5EF4-FFF2-40B4-BE49-F238E27FC236}">
                      <a16:creationId xmlns:a16="http://schemas.microsoft.com/office/drawing/2014/main" id="{09F74849-69C2-4736-A50D-B1449BF22B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6" name="Straight Connector 585">
                  <a:extLst>
                    <a:ext uri="{FF2B5EF4-FFF2-40B4-BE49-F238E27FC236}">
                      <a16:creationId xmlns:a16="http://schemas.microsoft.com/office/drawing/2014/main" id="{FA6D6A54-591A-457E-894B-5FE72E8658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7" name="Straight Connector 586">
                  <a:extLst>
                    <a:ext uri="{FF2B5EF4-FFF2-40B4-BE49-F238E27FC236}">
                      <a16:creationId xmlns:a16="http://schemas.microsoft.com/office/drawing/2014/main" id="{F6D21C2E-AB6A-4553-899B-DC73D80618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8" name="Straight Connector 587">
                  <a:extLst>
                    <a:ext uri="{FF2B5EF4-FFF2-40B4-BE49-F238E27FC236}">
                      <a16:creationId xmlns:a16="http://schemas.microsoft.com/office/drawing/2014/main" id="{691BE2C0-49E9-4B36-B6B8-A92F5078BBE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9" name="Straight Connector 588">
                  <a:extLst>
                    <a:ext uri="{FF2B5EF4-FFF2-40B4-BE49-F238E27FC236}">
                      <a16:creationId xmlns:a16="http://schemas.microsoft.com/office/drawing/2014/main" id="{298DD46E-7BE9-4592-9085-ADD48CF4B7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90" name="Straight Connector 589">
                  <a:extLst>
                    <a:ext uri="{FF2B5EF4-FFF2-40B4-BE49-F238E27FC236}">
                      <a16:creationId xmlns:a16="http://schemas.microsoft.com/office/drawing/2014/main" id="{84CD4598-895F-41A5-8B30-D2BAE1790A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2" name="Group 541">
                <a:extLst>
                  <a:ext uri="{FF2B5EF4-FFF2-40B4-BE49-F238E27FC236}">
                    <a16:creationId xmlns:a16="http://schemas.microsoft.com/office/drawing/2014/main" id="{FF8584EE-042A-4677-AE8F-5534FCDE4887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573" name="Straight Connector 572">
                  <a:extLst>
                    <a:ext uri="{FF2B5EF4-FFF2-40B4-BE49-F238E27FC236}">
                      <a16:creationId xmlns:a16="http://schemas.microsoft.com/office/drawing/2014/main" id="{74055406-B114-49ED-A5F8-5F139CBDD2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4" name="Straight Connector 573">
                  <a:extLst>
                    <a:ext uri="{FF2B5EF4-FFF2-40B4-BE49-F238E27FC236}">
                      <a16:creationId xmlns:a16="http://schemas.microsoft.com/office/drawing/2014/main" id="{13D02F27-D6C4-4CA1-BD79-7E35CE2F9D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5" name="Straight Connector 574">
                  <a:extLst>
                    <a:ext uri="{FF2B5EF4-FFF2-40B4-BE49-F238E27FC236}">
                      <a16:creationId xmlns:a16="http://schemas.microsoft.com/office/drawing/2014/main" id="{58BA5DAF-A9D6-4C81-B7FF-20F2732393B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6" name="Straight Connector 575">
                  <a:extLst>
                    <a:ext uri="{FF2B5EF4-FFF2-40B4-BE49-F238E27FC236}">
                      <a16:creationId xmlns:a16="http://schemas.microsoft.com/office/drawing/2014/main" id="{D4B17570-289A-4A3C-A40E-9F9075BF5C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7" name="Straight Connector 576">
                  <a:extLst>
                    <a:ext uri="{FF2B5EF4-FFF2-40B4-BE49-F238E27FC236}">
                      <a16:creationId xmlns:a16="http://schemas.microsoft.com/office/drawing/2014/main" id="{EA322C75-53D9-4AC6-85E1-DD601991AA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8" name="Straight Connector 577">
                  <a:extLst>
                    <a:ext uri="{FF2B5EF4-FFF2-40B4-BE49-F238E27FC236}">
                      <a16:creationId xmlns:a16="http://schemas.microsoft.com/office/drawing/2014/main" id="{B2C8B196-79AD-49E8-B6BB-3730250F58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9" name="Straight Connector 578">
                  <a:extLst>
                    <a:ext uri="{FF2B5EF4-FFF2-40B4-BE49-F238E27FC236}">
                      <a16:creationId xmlns:a16="http://schemas.microsoft.com/office/drawing/2014/main" id="{A05E25E5-050A-40FD-BDC0-B8A0D7B640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0" name="Straight Connector 579">
                  <a:extLst>
                    <a:ext uri="{FF2B5EF4-FFF2-40B4-BE49-F238E27FC236}">
                      <a16:creationId xmlns:a16="http://schemas.microsoft.com/office/drawing/2014/main" id="{0A002A2F-8D91-4501-9974-ED2F4F1183C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81" name="Straight Connector 580">
                  <a:extLst>
                    <a:ext uri="{FF2B5EF4-FFF2-40B4-BE49-F238E27FC236}">
                      <a16:creationId xmlns:a16="http://schemas.microsoft.com/office/drawing/2014/main" id="{E3F6F809-D820-44A3-9369-BFD5BEA135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3" name="Group 542">
                <a:extLst>
                  <a:ext uri="{FF2B5EF4-FFF2-40B4-BE49-F238E27FC236}">
                    <a16:creationId xmlns:a16="http://schemas.microsoft.com/office/drawing/2014/main" id="{878945B2-0FD1-4F9D-9F03-7E3C4597DC63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564" name="Straight Connector 563">
                  <a:extLst>
                    <a:ext uri="{FF2B5EF4-FFF2-40B4-BE49-F238E27FC236}">
                      <a16:creationId xmlns:a16="http://schemas.microsoft.com/office/drawing/2014/main" id="{242438D1-73B5-481A-A827-1774B45F05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5" name="Straight Connector 564">
                  <a:extLst>
                    <a:ext uri="{FF2B5EF4-FFF2-40B4-BE49-F238E27FC236}">
                      <a16:creationId xmlns:a16="http://schemas.microsoft.com/office/drawing/2014/main" id="{02276B4F-C2EE-49BC-AAD6-A696AA7B7F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6" name="Straight Connector 565">
                  <a:extLst>
                    <a:ext uri="{FF2B5EF4-FFF2-40B4-BE49-F238E27FC236}">
                      <a16:creationId xmlns:a16="http://schemas.microsoft.com/office/drawing/2014/main" id="{A50739E5-DED2-4AD9-BF0E-C5DF7F1EC8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7" name="Straight Connector 566">
                  <a:extLst>
                    <a:ext uri="{FF2B5EF4-FFF2-40B4-BE49-F238E27FC236}">
                      <a16:creationId xmlns:a16="http://schemas.microsoft.com/office/drawing/2014/main" id="{632F72C3-D176-449E-9807-4BEB70478A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8" name="Straight Connector 567">
                  <a:extLst>
                    <a:ext uri="{FF2B5EF4-FFF2-40B4-BE49-F238E27FC236}">
                      <a16:creationId xmlns:a16="http://schemas.microsoft.com/office/drawing/2014/main" id="{63CB5908-CA44-492B-8E56-3759820A11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9" name="Straight Connector 568">
                  <a:extLst>
                    <a:ext uri="{FF2B5EF4-FFF2-40B4-BE49-F238E27FC236}">
                      <a16:creationId xmlns:a16="http://schemas.microsoft.com/office/drawing/2014/main" id="{8A4E7620-91F0-4A31-99AE-6B2895C0D3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0" name="Straight Connector 569">
                  <a:extLst>
                    <a:ext uri="{FF2B5EF4-FFF2-40B4-BE49-F238E27FC236}">
                      <a16:creationId xmlns:a16="http://schemas.microsoft.com/office/drawing/2014/main" id="{C85B0D57-9B86-4308-9E1D-CFE4419234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1" name="Straight Connector 570">
                  <a:extLst>
                    <a:ext uri="{FF2B5EF4-FFF2-40B4-BE49-F238E27FC236}">
                      <a16:creationId xmlns:a16="http://schemas.microsoft.com/office/drawing/2014/main" id="{E5D37379-EAD6-4040-A037-AC6A87649C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72" name="Straight Connector 571">
                  <a:extLst>
                    <a:ext uri="{FF2B5EF4-FFF2-40B4-BE49-F238E27FC236}">
                      <a16:creationId xmlns:a16="http://schemas.microsoft.com/office/drawing/2014/main" id="{63F27CA5-BEA3-4EDC-9026-5563DA2BB51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4" name="Group 543">
                <a:extLst>
                  <a:ext uri="{FF2B5EF4-FFF2-40B4-BE49-F238E27FC236}">
                    <a16:creationId xmlns:a16="http://schemas.microsoft.com/office/drawing/2014/main" id="{5A78A778-7AAB-40F7-924B-63F822A59A84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555" name="Straight Connector 554">
                  <a:extLst>
                    <a:ext uri="{FF2B5EF4-FFF2-40B4-BE49-F238E27FC236}">
                      <a16:creationId xmlns:a16="http://schemas.microsoft.com/office/drawing/2014/main" id="{E32A4090-E139-40F2-A785-0A7B8C6699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6" name="Straight Connector 555">
                  <a:extLst>
                    <a:ext uri="{FF2B5EF4-FFF2-40B4-BE49-F238E27FC236}">
                      <a16:creationId xmlns:a16="http://schemas.microsoft.com/office/drawing/2014/main" id="{5AEABF45-4EF5-4F85-A38C-D8DD39AC2A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7" name="Straight Connector 556">
                  <a:extLst>
                    <a:ext uri="{FF2B5EF4-FFF2-40B4-BE49-F238E27FC236}">
                      <a16:creationId xmlns:a16="http://schemas.microsoft.com/office/drawing/2014/main" id="{BACEC078-FECA-4B42-A87B-D1E550BE6F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8" name="Straight Connector 557">
                  <a:extLst>
                    <a:ext uri="{FF2B5EF4-FFF2-40B4-BE49-F238E27FC236}">
                      <a16:creationId xmlns:a16="http://schemas.microsoft.com/office/drawing/2014/main" id="{E95A0212-14F3-4C55-9F4F-4E19E34126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9" name="Straight Connector 558">
                  <a:extLst>
                    <a:ext uri="{FF2B5EF4-FFF2-40B4-BE49-F238E27FC236}">
                      <a16:creationId xmlns:a16="http://schemas.microsoft.com/office/drawing/2014/main" id="{11310B49-CFEC-493C-A9B4-24C506A9F6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0" name="Straight Connector 559">
                  <a:extLst>
                    <a:ext uri="{FF2B5EF4-FFF2-40B4-BE49-F238E27FC236}">
                      <a16:creationId xmlns:a16="http://schemas.microsoft.com/office/drawing/2014/main" id="{1C32469A-69F3-4419-AB2D-7B782EB27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1" name="Straight Connector 560">
                  <a:extLst>
                    <a:ext uri="{FF2B5EF4-FFF2-40B4-BE49-F238E27FC236}">
                      <a16:creationId xmlns:a16="http://schemas.microsoft.com/office/drawing/2014/main" id="{1FF25249-2E0D-475F-A0B7-A0AE0DA174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2" name="Straight Connector 561">
                  <a:extLst>
                    <a:ext uri="{FF2B5EF4-FFF2-40B4-BE49-F238E27FC236}">
                      <a16:creationId xmlns:a16="http://schemas.microsoft.com/office/drawing/2014/main" id="{651CA846-4014-420E-AB95-50DAF1C1F6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3" name="Straight Connector 562">
                  <a:extLst>
                    <a:ext uri="{FF2B5EF4-FFF2-40B4-BE49-F238E27FC236}">
                      <a16:creationId xmlns:a16="http://schemas.microsoft.com/office/drawing/2014/main" id="{2808490E-7997-4663-B93B-2736CBC82F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5" name="Group 544">
                <a:extLst>
                  <a:ext uri="{FF2B5EF4-FFF2-40B4-BE49-F238E27FC236}">
                    <a16:creationId xmlns:a16="http://schemas.microsoft.com/office/drawing/2014/main" id="{49F3AA88-DC0F-4E9D-AB96-6AE1F8253DE2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546" name="Straight Connector 545">
                  <a:extLst>
                    <a:ext uri="{FF2B5EF4-FFF2-40B4-BE49-F238E27FC236}">
                      <a16:creationId xmlns:a16="http://schemas.microsoft.com/office/drawing/2014/main" id="{9B525A44-A33B-48D5-8066-3FAAC7A7BA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7" name="Straight Connector 546">
                  <a:extLst>
                    <a:ext uri="{FF2B5EF4-FFF2-40B4-BE49-F238E27FC236}">
                      <a16:creationId xmlns:a16="http://schemas.microsoft.com/office/drawing/2014/main" id="{F49DB6F7-667C-456A-A3B5-784366E3B8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8" name="Straight Connector 547">
                  <a:extLst>
                    <a:ext uri="{FF2B5EF4-FFF2-40B4-BE49-F238E27FC236}">
                      <a16:creationId xmlns:a16="http://schemas.microsoft.com/office/drawing/2014/main" id="{B930A79B-D82A-4771-915D-37638B11BD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9" name="Straight Connector 548">
                  <a:extLst>
                    <a:ext uri="{FF2B5EF4-FFF2-40B4-BE49-F238E27FC236}">
                      <a16:creationId xmlns:a16="http://schemas.microsoft.com/office/drawing/2014/main" id="{00A3DCF8-7E1B-45BF-93D1-792232E03B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0" name="Straight Connector 549">
                  <a:extLst>
                    <a:ext uri="{FF2B5EF4-FFF2-40B4-BE49-F238E27FC236}">
                      <a16:creationId xmlns:a16="http://schemas.microsoft.com/office/drawing/2014/main" id="{1C92A296-0455-47E0-B0D1-3CCF0B2B82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1" name="Straight Connector 550">
                  <a:extLst>
                    <a:ext uri="{FF2B5EF4-FFF2-40B4-BE49-F238E27FC236}">
                      <a16:creationId xmlns:a16="http://schemas.microsoft.com/office/drawing/2014/main" id="{38C95AEA-E0A5-4204-A9F9-6F717F56F3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2" name="Straight Connector 551">
                  <a:extLst>
                    <a:ext uri="{FF2B5EF4-FFF2-40B4-BE49-F238E27FC236}">
                      <a16:creationId xmlns:a16="http://schemas.microsoft.com/office/drawing/2014/main" id="{5C9D9545-2F83-4BE6-9C02-438664F32C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3" name="Straight Connector 552">
                  <a:extLst>
                    <a:ext uri="{FF2B5EF4-FFF2-40B4-BE49-F238E27FC236}">
                      <a16:creationId xmlns:a16="http://schemas.microsoft.com/office/drawing/2014/main" id="{EED95372-C4F3-4BC3-B0A0-79EC12FFC8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4" name="Straight Connector 553">
                  <a:extLst>
                    <a:ext uri="{FF2B5EF4-FFF2-40B4-BE49-F238E27FC236}">
                      <a16:creationId xmlns:a16="http://schemas.microsoft.com/office/drawing/2014/main" id="{7A0E5FB5-498B-41AC-AE38-0E852DA95CF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3" name="Group 52">
              <a:extLst>
                <a:ext uri="{FF2B5EF4-FFF2-40B4-BE49-F238E27FC236}">
                  <a16:creationId xmlns:a16="http://schemas.microsoft.com/office/drawing/2014/main" id="{95C269A4-E2B1-46D8-A8A5-BAA1E816F8E1}"/>
                </a:ext>
              </a:extLst>
            </p:cNvPr>
            <p:cNvGrpSpPr/>
            <p:nvPr/>
          </p:nvGrpSpPr>
          <p:grpSpPr>
            <a:xfrm>
              <a:off x="3485219" y="1148258"/>
              <a:ext cx="1813091" cy="1738718"/>
              <a:chOff x="3908409" y="523174"/>
              <a:chExt cx="1813091" cy="1738718"/>
            </a:xfrm>
          </p:grpSpPr>
          <p:grpSp>
            <p:nvGrpSpPr>
              <p:cNvPr id="469" name="Group 468">
                <a:extLst>
                  <a:ext uri="{FF2B5EF4-FFF2-40B4-BE49-F238E27FC236}">
                    <a16:creationId xmlns:a16="http://schemas.microsoft.com/office/drawing/2014/main" id="{71B5293D-BBC8-40E6-AD4E-36072F35F587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530" name="Straight Connector 529">
                  <a:extLst>
                    <a:ext uri="{FF2B5EF4-FFF2-40B4-BE49-F238E27FC236}">
                      <a16:creationId xmlns:a16="http://schemas.microsoft.com/office/drawing/2014/main" id="{18DAA5F5-6060-4B47-852E-AD3927815AB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1" name="Straight Connector 530">
                  <a:extLst>
                    <a:ext uri="{FF2B5EF4-FFF2-40B4-BE49-F238E27FC236}">
                      <a16:creationId xmlns:a16="http://schemas.microsoft.com/office/drawing/2014/main" id="{A9066BE3-11CB-4ED9-9C72-DB933658EA1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2" name="Straight Connector 531">
                  <a:extLst>
                    <a:ext uri="{FF2B5EF4-FFF2-40B4-BE49-F238E27FC236}">
                      <a16:creationId xmlns:a16="http://schemas.microsoft.com/office/drawing/2014/main" id="{9EACD84E-AA90-423B-880D-765B43D6DE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3" name="Straight Connector 532">
                  <a:extLst>
                    <a:ext uri="{FF2B5EF4-FFF2-40B4-BE49-F238E27FC236}">
                      <a16:creationId xmlns:a16="http://schemas.microsoft.com/office/drawing/2014/main" id="{472758E5-3EE7-472F-8BC7-DE64C2052D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4" name="Straight Connector 533">
                  <a:extLst>
                    <a:ext uri="{FF2B5EF4-FFF2-40B4-BE49-F238E27FC236}">
                      <a16:creationId xmlns:a16="http://schemas.microsoft.com/office/drawing/2014/main" id="{08A1F260-8E8D-46D4-AF13-768C54B976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5" name="Straight Connector 534">
                  <a:extLst>
                    <a:ext uri="{FF2B5EF4-FFF2-40B4-BE49-F238E27FC236}">
                      <a16:creationId xmlns:a16="http://schemas.microsoft.com/office/drawing/2014/main" id="{5EEC574C-ED1C-46DD-9152-5B7B23BE15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6" name="Straight Connector 535">
                  <a:extLst>
                    <a:ext uri="{FF2B5EF4-FFF2-40B4-BE49-F238E27FC236}">
                      <a16:creationId xmlns:a16="http://schemas.microsoft.com/office/drawing/2014/main" id="{62366D14-5AB3-4957-86AD-10A5A56FD00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7" name="Straight Connector 536">
                  <a:extLst>
                    <a:ext uri="{FF2B5EF4-FFF2-40B4-BE49-F238E27FC236}">
                      <a16:creationId xmlns:a16="http://schemas.microsoft.com/office/drawing/2014/main" id="{A205A0CB-FABF-47A7-99EB-71BBD569EE1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8" name="Straight Connector 537">
                  <a:extLst>
                    <a:ext uri="{FF2B5EF4-FFF2-40B4-BE49-F238E27FC236}">
                      <a16:creationId xmlns:a16="http://schemas.microsoft.com/office/drawing/2014/main" id="{32AC711F-CB46-4ADB-9BA5-94B0A41D56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0" name="Group 469">
                <a:extLst>
                  <a:ext uri="{FF2B5EF4-FFF2-40B4-BE49-F238E27FC236}">
                    <a16:creationId xmlns:a16="http://schemas.microsoft.com/office/drawing/2014/main" id="{8BEDF899-2DE1-4286-AC67-F0757353D086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521" name="Straight Connector 520">
                  <a:extLst>
                    <a:ext uri="{FF2B5EF4-FFF2-40B4-BE49-F238E27FC236}">
                      <a16:creationId xmlns:a16="http://schemas.microsoft.com/office/drawing/2014/main" id="{AB8F5F2F-4B38-4E38-89D7-409366455C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2" name="Straight Connector 521">
                  <a:extLst>
                    <a:ext uri="{FF2B5EF4-FFF2-40B4-BE49-F238E27FC236}">
                      <a16:creationId xmlns:a16="http://schemas.microsoft.com/office/drawing/2014/main" id="{B9EC8521-A09A-4D07-99C1-ACECEAA4344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3" name="Straight Connector 522">
                  <a:extLst>
                    <a:ext uri="{FF2B5EF4-FFF2-40B4-BE49-F238E27FC236}">
                      <a16:creationId xmlns:a16="http://schemas.microsoft.com/office/drawing/2014/main" id="{68396FA0-CEC8-479F-B051-F70C12D68D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4" name="Straight Connector 523">
                  <a:extLst>
                    <a:ext uri="{FF2B5EF4-FFF2-40B4-BE49-F238E27FC236}">
                      <a16:creationId xmlns:a16="http://schemas.microsoft.com/office/drawing/2014/main" id="{F7050494-2713-4A0D-9E4C-CFF85AE18D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5" name="Straight Connector 524">
                  <a:extLst>
                    <a:ext uri="{FF2B5EF4-FFF2-40B4-BE49-F238E27FC236}">
                      <a16:creationId xmlns:a16="http://schemas.microsoft.com/office/drawing/2014/main" id="{B9690F3A-67B6-46D9-AD5B-ABDC0F4136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6" name="Straight Connector 525">
                  <a:extLst>
                    <a:ext uri="{FF2B5EF4-FFF2-40B4-BE49-F238E27FC236}">
                      <a16:creationId xmlns:a16="http://schemas.microsoft.com/office/drawing/2014/main" id="{0DBD37E4-1BBF-4124-AFFD-B870E31CAB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7" name="Straight Connector 526">
                  <a:extLst>
                    <a:ext uri="{FF2B5EF4-FFF2-40B4-BE49-F238E27FC236}">
                      <a16:creationId xmlns:a16="http://schemas.microsoft.com/office/drawing/2014/main" id="{B668E907-F946-4A2C-A820-70C7662937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8" name="Straight Connector 527">
                  <a:extLst>
                    <a:ext uri="{FF2B5EF4-FFF2-40B4-BE49-F238E27FC236}">
                      <a16:creationId xmlns:a16="http://schemas.microsoft.com/office/drawing/2014/main" id="{6D384D1C-29F7-4A7B-B71A-357C32EF35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9" name="Straight Connector 528">
                  <a:extLst>
                    <a:ext uri="{FF2B5EF4-FFF2-40B4-BE49-F238E27FC236}">
                      <a16:creationId xmlns:a16="http://schemas.microsoft.com/office/drawing/2014/main" id="{A214F6A3-CFE8-4FE4-9F47-964A8C0C30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1" name="Group 470">
                <a:extLst>
                  <a:ext uri="{FF2B5EF4-FFF2-40B4-BE49-F238E27FC236}">
                    <a16:creationId xmlns:a16="http://schemas.microsoft.com/office/drawing/2014/main" id="{0FE34D08-C762-4171-B47F-D85CC210B94B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512" name="Straight Connector 511">
                  <a:extLst>
                    <a:ext uri="{FF2B5EF4-FFF2-40B4-BE49-F238E27FC236}">
                      <a16:creationId xmlns:a16="http://schemas.microsoft.com/office/drawing/2014/main" id="{A31FEAE6-E7DA-4ADD-9E90-F694B7C2B0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3" name="Straight Connector 512">
                  <a:extLst>
                    <a:ext uri="{FF2B5EF4-FFF2-40B4-BE49-F238E27FC236}">
                      <a16:creationId xmlns:a16="http://schemas.microsoft.com/office/drawing/2014/main" id="{B13FEC93-4EB0-4837-81E5-4A551E010B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4" name="Straight Connector 513">
                  <a:extLst>
                    <a:ext uri="{FF2B5EF4-FFF2-40B4-BE49-F238E27FC236}">
                      <a16:creationId xmlns:a16="http://schemas.microsoft.com/office/drawing/2014/main" id="{ACD9104C-5A5E-4B0E-8EAC-BFFA2C150C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5" name="Straight Connector 514">
                  <a:extLst>
                    <a:ext uri="{FF2B5EF4-FFF2-40B4-BE49-F238E27FC236}">
                      <a16:creationId xmlns:a16="http://schemas.microsoft.com/office/drawing/2014/main" id="{81C2647A-FC90-4741-9204-C46EAB57B2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6" name="Straight Connector 515">
                  <a:extLst>
                    <a:ext uri="{FF2B5EF4-FFF2-40B4-BE49-F238E27FC236}">
                      <a16:creationId xmlns:a16="http://schemas.microsoft.com/office/drawing/2014/main" id="{409DC819-6348-40BE-A3CC-6B38586732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7" name="Straight Connector 516">
                  <a:extLst>
                    <a:ext uri="{FF2B5EF4-FFF2-40B4-BE49-F238E27FC236}">
                      <a16:creationId xmlns:a16="http://schemas.microsoft.com/office/drawing/2014/main" id="{5116EC34-4FB5-4B4F-9827-6803A40ED4A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8" name="Straight Connector 517">
                  <a:extLst>
                    <a:ext uri="{FF2B5EF4-FFF2-40B4-BE49-F238E27FC236}">
                      <a16:creationId xmlns:a16="http://schemas.microsoft.com/office/drawing/2014/main" id="{E7608E09-7E84-4944-B12A-5BC7CADF91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9" name="Straight Connector 518">
                  <a:extLst>
                    <a:ext uri="{FF2B5EF4-FFF2-40B4-BE49-F238E27FC236}">
                      <a16:creationId xmlns:a16="http://schemas.microsoft.com/office/drawing/2014/main" id="{A4FFBA91-20F5-40E5-92AA-184C7FAB1E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20" name="Straight Connector 519">
                  <a:extLst>
                    <a:ext uri="{FF2B5EF4-FFF2-40B4-BE49-F238E27FC236}">
                      <a16:creationId xmlns:a16="http://schemas.microsoft.com/office/drawing/2014/main" id="{48F2DAA8-D7D5-463A-B1D4-42D77358F50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2" name="Group 471">
                <a:extLst>
                  <a:ext uri="{FF2B5EF4-FFF2-40B4-BE49-F238E27FC236}">
                    <a16:creationId xmlns:a16="http://schemas.microsoft.com/office/drawing/2014/main" id="{3B85441C-E3E5-40F8-B637-7BFB7E3C13AB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503" name="Straight Connector 502">
                  <a:extLst>
                    <a:ext uri="{FF2B5EF4-FFF2-40B4-BE49-F238E27FC236}">
                      <a16:creationId xmlns:a16="http://schemas.microsoft.com/office/drawing/2014/main" id="{5B44837C-C962-4E49-A1E5-236D5B0286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4" name="Straight Connector 503">
                  <a:extLst>
                    <a:ext uri="{FF2B5EF4-FFF2-40B4-BE49-F238E27FC236}">
                      <a16:creationId xmlns:a16="http://schemas.microsoft.com/office/drawing/2014/main" id="{AB76C143-903A-4C3E-B2A3-E628362DE8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5" name="Straight Connector 504">
                  <a:extLst>
                    <a:ext uri="{FF2B5EF4-FFF2-40B4-BE49-F238E27FC236}">
                      <a16:creationId xmlns:a16="http://schemas.microsoft.com/office/drawing/2014/main" id="{101E696E-DA19-460D-AEBA-4C91BAB172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6" name="Straight Connector 505">
                  <a:extLst>
                    <a:ext uri="{FF2B5EF4-FFF2-40B4-BE49-F238E27FC236}">
                      <a16:creationId xmlns:a16="http://schemas.microsoft.com/office/drawing/2014/main" id="{70A9D2D5-10BA-4EEA-A138-9FB3B40A44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7" name="Straight Connector 506">
                  <a:extLst>
                    <a:ext uri="{FF2B5EF4-FFF2-40B4-BE49-F238E27FC236}">
                      <a16:creationId xmlns:a16="http://schemas.microsoft.com/office/drawing/2014/main" id="{107C17A0-6525-41D0-9030-54154D4027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8" name="Straight Connector 507">
                  <a:extLst>
                    <a:ext uri="{FF2B5EF4-FFF2-40B4-BE49-F238E27FC236}">
                      <a16:creationId xmlns:a16="http://schemas.microsoft.com/office/drawing/2014/main" id="{BDB8CE6A-CD93-456E-81FF-45A2D2FC6D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9" name="Straight Connector 508">
                  <a:extLst>
                    <a:ext uri="{FF2B5EF4-FFF2-40B4-BE49-F238E27FC236}">
                      <a16:creationId xmlns:a16="http://schemas.microsoft.com/office/drawing/2014/main" id="{E388C0E0-D775-4EC3-BF8B-E85769EC98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0" name="Straight Connector 509">
                  <a:extLst>
                    <a:ext uri="{FF2B5EF4-FFF2-40B4-BE49-F238E27FC236}">
                      <a16:creationId xmlns:a16="http://schemas.microsoft.com/office/drawing/2014/main" id="{689FA6E8-CF75-45D6-831A-67B0293524E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11" name="Straight Connector 510">
                  <a:extLst>
                    <a:ext uri="{FF2B5EF4-FFF2-40B4-BE49-F238E27FC236}">
                      <a16:creationId xmlns:a16="http://schemas.microsoft.com/office/drawing/2014/main" id="{5A128B98-02A5-4014-B2C1-7617AB66B4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3" name="Group 472">
                <a:extLst>
                  <a:ext uri="{FF2B5EF4-FFF2-40B4-BE49-F238E27FC236}">
                    <a16:creationId xmlns:a16="http://schemas.microsoft.com/office/drawing/2014/main" id="{1902B9C7-11BC-4030-8CB1-8F15E9078D17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494" name="Straight Connector 493">
                  <a:extLst>
                    <a:ext uri="{FF2B5EF4-FFF2-40B4-BE49-F238E27FC236}">
                      <a16:creationId xmlns:a16="http://schemas.microsoft.com/office/drawing/2014/main" id="{0783942B-F2FB-4F23-97E8-C55D7C8F89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5" name="Straight Connector 494">
                  <a:extLst>
                    <a:ext uri="{FF2B5EF4-FFF2-40B4-BE49-F238E27FC236}">
                      <a16:creationId xmlns:a16="http://schemas.microsoft.com/office/drawing/2014/main" id="{754014F3-E8AA-4123-8E38-D489B6E5E7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6" name="Straight Connector 495">
                  <a:extLst>
                    <a:ext uri="{FF2B5EF4-FFF2-40B4-BE49-F238E27FC236}">
                      <a16:creationId xmlns:a16="http://schemas.microsoft.com/office/drawing/2014/main" id="{652E2D9E-3791-4F55-8A06-43E08A63F2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7" name="Straight Connector 496">
                  <a:extLst>
                    <a:ext uri="{FF2B5EF4-FFF2-40B4-BE49-F238E27FC236}">
                      <a16:creationId xmlns:a16="http://schemas.microsoft.com/office/drawing/2014/main" id="{D5DE0D8A-EA00-49BF-A321-96628A90500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8" name="Straight Connector 497">
                  <a:extLst>
                    <a:ext uri="{FF2B5EF4-FFF2-40B4-BE49-F238E27FC236}">
                      <a16:creationId xmlns:a16="http://schemas.microsoft.com/office/drawing/2014/main" id="{CED57406-D899-4038-874B-6CD2548B425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9" name="Straight Connector 498">
                  <a:extLst>
                    <a:ext uri="{FF2B5EF4-FFF2-40B4-BE49-F238E27FC236}">
                      <a16:creationId xmlns:a16="http://schemas.microsoft.com/office/drawing/2014/main" id="{2B9200B3-57D6-4A36-AADC-8538D9A313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0" name="Straight Connector 499">
                  <a:extLst>
                    <a:ext uri="{FF2B5EF4-FFF2-40B4-BE49-F238E27FC236}">
                      <a16:creationId xmlns:a16="http://schemas.microsoft.com/office/drawing/2014/main" id="{1700D81C-D47F-410E-8EAA-2A0C7E2EC2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1" name="Straight Connector 500">
                  <a:extLst>
                    <a:ext uri="{FF2B5EF4-FFF2-40B4-BE49-F238E27FC236}">
                      <a16:creationId xmlns:a16="http://schemas.microsoft.com/office/drawing/2014/main" id="{A191C1F3-496D-43F3-8A3F-4FDDED2900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02" name="Straight Connector 501">
                  <a:extLst>
                    <a:ext uri="{FF2B5EF4-FFF2-40B4-BE49-F238E27FC236}">
                      <a16:creationId xmlns:a16="http://schemas.microsoft.com/office/drawing/2014/main" id="{0B881E55-6AFD-4B98-ADDD-ACD65659A4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4" name="Group 473">
                <a:extLst>
                  <a:ext uri="{FF2B5EF4-FFF2-40B4-BE49-F238E27FC236}">
                    <a16:creationId xmlns:a16="http://schemas.microsoft.com/office/drawing/2014/main" id="{3103797E-2A62-48D9-B0E4-F0C43C488881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485" name="Straight Connector 484">
                  <a:extLst>
                    <a:ext uri="{FF2B5EF4-FFF2-40B4-BE49-F238E27FC236}">
                      <a16:creationId xmlns:a16="http://schemas.microsoft.com/office/drawing/2014/main" id="{C4C1ABC0-FFDC-4FFB-B760-2A82A9ADCA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6" name="Straight Connector 485">
                  <a:extLst>
                    <a:ext uri="{FF2B5EF4-FFF2-40B4-BE49-F238E27FC236}">
                      <a16:creationId xmlns:a16="http://schemas.microsoft.com/office/drawing/2014/main" id="{105AD333-8CB9-4613-85C4-A840D7D812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7" name="Straight Connector 486">
                  <a:extLst>
                    <a:ext uri="{FF2B5EF4-FFF2-40B4-BE49-F238E27FC236}">
                      <a16:creationId xmlns:a16="http://schemas.microsoft.com/office/drawing/2014/main" id="{38C47A3F-5255-42F8-BCE6-4BE2B42672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8" name="Straight Connector 487">
                  <a:extLst>
                    <a:ext uri="{FF2B5EF4-FFF2-40B4-BE49-F238E27FC236}">
                      <a16:creationId xmlns:a16="http://schemas.microsoft.com/office/drawing/2014/main" id="{8585D0DE-D8B2-4C1B-9D91-52BDB3708A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9" name="Straight Connector 488">
                  <a:extLst>
                    <a:ext uri="{FF2B5EF4-FFF2-40B4-BE49-F238E27FC236}">
                      <a16:creationId xmlns:a16="http://schemas.microsoft.com/office/drawing/2014/main" id="{FE22629E-F50A-470C-A28F-21F5554019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0" name="Straight Connector 489">
                  <a:extLst>
                    <a:ext uri="{FF2B5EF4-FFF2-40B4-BE49-F238E27FC236}">
                      <a16:creationId xmlns:a16="http://schemas.microsoft.com/office/drawing/2014/main" id="{C448387D-C0CD-479C-A62F-761E2C8DDA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1" name="Straight Connector 490">
                  <a:extLst>
                    <a:ext uri="{FF2B5EF4-FFF2-40B4-BE49-F238E27FC236}">
                      <a16:creationId xmlns:a16="http://schemas.microsoft.com/office/drawing/2014/main" id="{A62610C0-333D-4747-9E85-8677A58CEB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2" name="Straight Connector 491">
                  <a:extLst>
                    <a:ext uri="{FF2B5EF4-FFF2-40B4-BE49-F238E27FC236}">
                      <a16:creationId xmlns:a16="http://schemas.microsoft.com/office/drawing/2014/main" id="{69F349CE-26EB-4AB5-9D27-735BF4C7E5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93" name="Straight Connector 492">
                  <a:extLst>
                    <a:ext uri="{FF2B5EF4-FFF2-40B4-BE49-F238E27FC236}">
                      <a16:creationId xmlns:a16="http://schemas.microsoft.com/office/drawing/2014/main" id="{C30EC942-06D6-4A12-96A6-13346C7533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75" name="Group 474">
                <a:extLst>
                  <a:ext uri="{FF2B5EF4-FFF2-40B4-BE49-F238E27FC236}">
                    <a16:creationId xmlns:a16="http://schemas.microsoft.com/office/drawing/2014/main" id="{61E6C244-D163-40AC-ABBB-CC98E0FDD03C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476" name="Straight Connector 475">
                  <a:extLst>
                    <a:ext uri="{FF2B5EF4-FFF2-40B4-BE49-F238E27FC236}">
                      <a16:creationId xmlns:a16="http://schemas.microsoft.com/office/drawing/2014/main" id="{0BAA65D3-1043-41D3-8829-8047E2F473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7" name="Straight Connector 476">
                  <a:extLst>
                    <a:ext uri="{FF2B5EF4-FFF2-40B4-BE49-F238E27FC236}">
                      <a16:creationId xmlns:a16="http://schemas.microsoft.com/office/drawing/2014/main" id="{7D2DBE98-52D7-4B48-AC05-D79F44869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8" name="Straight Connector 477">
                  <a:extLst>
                    <a:ext uri="{FF2B5EF4-FFF2-40B4-BE49-F238E27FC236}">
                      <a16:creationId xmlns:a16="http://schemas.microsoft.com/office/drawing/2014/main" id="{CA07C252-02B0-452B-9E4D-9B0FA1CB97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79" name="Straight Connector 478">
                  <a:extLst>
                    <a:ext uri="{FF2B5EF4-FFF2-40B4-BE49-F238E27FC236}">
                      <a16:creationId xmlns:a16="http://schemas.microsoft.com/office/drawing/2014/main" id="{C21B6671-B06B-4212-A3E3-15495AECC9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0" name="Straight Connector 479">
                  <a:extLst>
                    <a:ext uri="{FF2B5EF4-FFF2-40B4-BE49-F238E27FC236}">
                      <a16:creationId xmlns:a16="http://schemas.microsoft.com/office/drawing/2014/main" id="{A2528737-BD28-4CD6-916F-F0E7B4B184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1" name="Straight Connector 480">
                  <a:extLst>
                    <a:ext uri="{FF2B5EF4-FFF2-40B4-BE49-F238E27FC236}">
                      <a16:creationId xmlns:a16="http://schemas.microsoft.com/office/drawing/2014/main" id="{3BECC788-0659-45BB-860F-F2EED104B4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2" name="Straight Connector 481">
                  <a:extLst>
                    <a:ext uri="{FF2B5EF4-FFF2-40B4-BE49-F238E27FC236}">
                      <a16:creationId xmlns:a16="http://schemas.microsoft.com/office/drawing/2014/main" id="{E178A57E-8FD8-46DD-9029-C0026A76893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3" name="Straight Connector 482">
                  <a:extLst>
                    <a:ext uri="{FF2B5EF4-FFF2-40B4-BE49-F238E27FC236}">
                      <a16:creationId xmlns:a16="http://schemas.microsoft.com/office/drawing/2014/main" id="{DFDE6DB3-F11A-4F0E-9906-54EE435065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84" name="Straight Connector 483">
                  <a:extLst>
                    <a:ext uri="{FF2B5EF4-FFF2-40B4-BE49-F238E27FC236}">
                      <a16:creationId xmlns:a16="http://schemas.microsoft.com/office/drawing/2014/main" id="{6C82BD69-9F03-4E44-83B8-2F14E2B18A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6D01CACA-FB84-430C-9542-FEDE0138EAC0}"/>
                </a:ext>
              </a:extLst>
            </p:cNvPr>
            <p:cNvGrpSpPr/>
            <p:nvPr/>
          </p:nvGrpSpPr>
          <p:grpSpPr>
            <a:xfrm>
              <a:off x="6831150" y="415656"/>
              <a:ext cx="1813091" cy="1738718"/>
              <a:chOff x="3908409" y="523174"/>
              <a:chExt cx="1813091" cy="1738718"/>
            </a:xfrm>
          </p:grpSpPr>
          <p:grpSp>
            <p:nvGrpSpPr>
              <p:cNvPr id="399" name="Group 398">
                <a:extLst>
                  <a:ext uri="{FF2B5EF4-FFF2-40B4-BE49-F238E27FC236}">
                    <a16:creationId xmlns:a16="http://schemas.microsoft.com/office/drawing/2014/main" id="{BF801E6D-D4C7-48C5-BBA5-612E32FC1B03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460" name="Straight Connector 459">
                  <a:extLst>
                    <a:ext uri="{FF2B5EF4-FFF2-40B4-BE49-F238E27FC236}">
                      <a16:creationId xmlns:a16="http://schemas.microsoft.com/office/drawing/2014/main" id="{DA8753B3-42A6-490D-A34F-D56A0EC4AE5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1" name="Straight Connector 460">
                  <a:extLst>
                    <a:ext uri="{FF2B5EF4-FFF2-40B4-BE49-F238E27FC236}">
                      <a16:creationId xmlns:a16="http://schemas.microsoft.com/office/drawing/2014/main" id="{99F9FCED-3946-47F5-92D2-5EF3C6D2D2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2" name="Straight Connector 461">
                  <a:extLst>
                    <a:ext uri="{FF2B5EF4-FFF2-40B4-BE49-F238E27FC236}">
                      <a16:creationId xmlns:a16="http://schemas.microsoft.com/office/drawing/2014/main" id="{5E1A66EF-309D-47CC-9FA2-0BA16A76B6E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3" name="Straight Connector 462">
                  <a:extLst>
                    <a:ext uri="{FF2B5EF4-FFF2-40B4-BE49-F238E27FC236}">
                      <a16:creationId xmlns:a16="http://schemas.microsoft.com/office/drawing/2014/main" id="{01CE7745-E3F1-429F-B1FE-55A8F681DA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4" name="Straight Connector 463">
                  <a:extLst>
                    <a:ext uri="{FF2B5EF4-FFF2-40B4-BE49-F238E27FC236}">
                      <a16:creationId xmlns:a16="http://schemas.microsoft.com/office/drawing/2014/main" id="{627195D9-28EC-473E-B37A-B8EA0A28F41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5" name="Straight Connector 464">
                  <a:extLst>
                    <a:ext uri="{FF2B5EF4-FFF2-40B4-BE49-F238E27FC236}">
                      <a16:creationId xmlns:a16="http://schemas.microsoft.com/office/drawing/2014/main" id="{17E5A1F0-4E93-47D9-BD11-915E519AD83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6" name="Straight Connector 465">
                  <a:extLst>
                    <a:ext uri="{FF2B5EF4-FFF2-40B4-BE49-F238E27FC236}">
                      <a16:creationId xmlns:a16="http://schemas.microsoft.com/office/drawing/2014/main" id="{79166196-5B51-466B-B922-51308E8C5DE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7" name="Straight Connector 466">
                  <a:extLst>
                    <a:ext uri="{FF2B5EF4-FFF2-40B4-BE49-F238E27FC236}">
                      <a16:creationId xmlns:a16="http://schemas.microsoft.com/office/drawing/2014/main" id="{98A2983A-B968-4A90-A568-49E34AB5120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68" name="Straight Connector 467">
                  <a:extLst>
                    <a:ext uri="{FF2B5EF4-FFF2-40B4-BE49-F238E27FC236}">
                      <a16:creationId xmlns:a16="http://schemas.microsoft.com/office/drawing/2014/main" id="{A75D78FB-A7C3-4ACF-B273-24541CBCBE3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0" name="Group 399">
                <a:extLst>
                  <a:ext uri="{FF2B5EF4-FFF2-40B4-BE49-F238E27FC236}">
                    <a16:creationId xmlns:a16="http://schemas.microsoft.com/office/drawing/2014/main" id="{DD33E4B5-E39A-4A50-BBB8-037A0FE14A59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451" name="Straight Connector 450">
                  <a:extLst>
                    <a:ext uri="{FF2B5EF4-FFF2-40B4-BE49-F238E27FC236}">
                      <a16:creationId xmlns:a16="http://schemas.microsoft.com/office/drawing/2014/main" id="{A4414990-2D2B-43A4-8046-12F8AD25BA5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2" name="Straight Connector 451">
                  <a:extLst>
                    <a:ext uri="{FF2B5EF4-FFF2-40B4-BE49-F238E27FC236}">
                      <a16:creationId xmlns:a16="http://schemas.microsoft.com/office/drawing/2014/main" id="{7AF3533A-B3A8-4031-99DA-4E861B269E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3" name="Straight Connector 452">
                  <a:extLst>
                    <a:ext uri="{FF2B5EF4-FFF2-40B4-BE49-F238E27FC236}">
                      <a16:creationId xmlns:a16="http://schemas.microsoft.com/office/drawing/2014/main" id="{AEAE8229-7AFC-4D08-9A1F-E8BC9463A0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4" name="Straight Connector 453">
                  <a:extLst>
                    <a:ext uri="{FF2B5EF4-FFF2-40B4-BE49-F238E27FC236}">
                      <a16:creationId xmlns:a16="http://schemas.microsoft.com/office/drawing/2014/main" id="{D645D53F-4AAE-40FB-9A21-7CAB803569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5" name="Straight Connector 454">
                  <a:extLst>
                    <a:ext uri="{FF2B5EF4-FFF2-40B4-BE49-F238E27FC236}">
                      <a16:creationId xmlns:a16="http://schemas.microsoft.com/office/drawing/2014/main" id="{2D918C9F-B6E1-4936-9BD7-3B140364E9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6" name="Straight Connector 455">
                  <a:extLst>
                    <a:ext uri="{FF2B5EF4-FFF2-40B4-BE49-F238E27FC236}">
                      <a16:creationId xmlns:a16="http://schemas.microsoft.com/office/drawing/2014/main" id="{AB8D23E3-F9F5-42E6-A54D-06C540E4A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7" name="Straight Connector 456">
                  <a:extLst>
                    <a:ext uri="{FF2B5EF4-FFF2-40B4-BE49-F238E27FC236}">
                      <a16:creationId xmlns:a16="http://schemas.microsoft.com/office/drawing/2014/main" id="{CB541913-1D94-4CE8-A7D4-19764C24AD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8" name="Straight Connector 457">
                  <a:extLst>
                    <a:ext uri="{FF2B5EF4-FFF2-40B4-BE49-F238E27FC236}">
                      <a16:creationId xmlns:a16="http://schemas.microsoft.com/office/drawing/2014/main" id="{BD964F7E-B48D-4EFD-9868-D73889A0FE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9" name="Straight Connector 458">
                  <a:extLst>
                    <a:ext uri="{FF2B5EF4-FFF2-40B4-BE49-F238E27FC236}">
                      <a16:creationId xmlns:a16="http://schemas.microsoft.com/office/drawing/2014/main" id="{899E32D8-E245-44D1-BDDB-38B7585F1F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1" name="Group 400">
                <a:extLst>
                  <a:ext uri="{FF2B5EF4-FFF2-40B4-BE49-F238E27FC236}">
                    <a16:creationId xmlns:a16="http://schemas.microsoft.com/office/drawing/2014/main" id="{2DB6C13C-4EB6-4D70-A718-C0F7F61292DB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442" name="Straight Connector 441">
                  <a:extLst>
                    <a:ext uri="{FF2B5EF4-FFF2-40B4-BE49-F238E27FC236}">
                      <a16:creationId xmlns:a16="http://schemas.microsoft.com/office/drawing/2014/main" id="{C941914C-3196-4895-8765-44DAA88085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3" name="Straight Connector 442">
                  <a:extLst>
                    <a:ext uri="{FF2B5EF4-FFF2-40B4-BE49-F238E27FC236}">
                      <a16:creationId xmlns:a16="http://schemas.microsoft.com/office/drawing/2014/main" id="{5551739B-5EA5-474F-9E53-B7E28C68F1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4" name="Straight Connector 443">
                  <a:extLst>
                    <a:ext uri="{FF2B5EF4-FFF2-40B4-BE49-F238E27FC236}">
                      <a16:creationId xmlns:a16="http://schemas.microsoft.com/office/drawing/2014/main" id="{17B7E10B-EAF6-4CE4-9EC5-CA96A25BFE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5" name="Straight Connector 444">
                  <a:extLst>
                    <a:ext uri="{FF2B5EF4-FFF2-40B4-BE49-F238E27FC236}">
                      <a16:creationId xmlns:a16="http://schemas.microsoft.com/office/drawing/2014/main" id="{08EFB7A4-237A-4809-9AB4-A4AA53956C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6" name="Straight Connector 445">
                  <a:extLst>
                    <a:ext uri="{FF2B5EF4-FFF2-40B4-BE49-F238E27FC236}">
                      <a16:creationId xmlns:a16="http://schemas.microsoft.com/office/drawing/2014/main" id="{2E5BDD7F-3C07-42D0-9786-1D92B2B232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7" name="Straight Connector 446">
                  <a:extLst>
                    <a:ext uri="{FF2B5EF4-FFF2-40B4-BE49-F238E27FC236}">
                      <a16:creationId xmlns:a16="http://schemas.microsoft.com/office/drawing/2014/main" id="{272E6B59-D41B-4A73-897B-377794AA7C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8" name="Straight Connector 447">
                  <a:extLst>
                    <a:ext uri="{FF2B5EF4-FFF2-40B4-BE49-F238E27FC236}">
                      <a16:creationId xmlns:a16="http://schemas.microsoft.com/office/drawing/2014/main" id="{3A1D1CDB-79D7-4BA1-ADC6-29042733B1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9" name="Straight Connector 448">
                  <a:extLst>
                    <a:ext uri="{FF2B5EF4-FFF2-40B4-BE49-F238E27FC236}">
                      <a16:creationId xmlns:a16="http://schemas.microsoft.com/office/drawing/2014/main" id="{633C27EF-496E-4B6B-9992-0A8C911835C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0" name="Straight Connector 449">
                  <a:extLst>
                    <a:ext uri="{FF2B5EF4-FFF2-40B4-BE49-F238E27FC236}">
                      <a16:creationId xmlns:a16="http://schemas.microsoft.com/office/drawing/2014/main" id="{21672729-3DA4-4012-B64B-C450F059894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2" name="Group 401">
                <a:extLst>
                  <a:ext uri="{FF2B5EF4-FFF2-40B4-BE49-F238E27FC236}">
                    <a16:creationId xmlns:a16="http://schemas.microsoft.com/office/drawing/2014/main" id="{35DF32AA-B5E8-4FB4-9AC3-4B6B81FCEFB5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433" name="Straight Connector 432">
                  <a:extLst>
                    <a:ext uri="{FF2B5EF4-FFF2-40B4-BE49-F238E27FC236}">
                      <a16:creationId xmlns:a16="http://schemas.microsoft.com/office/drawing/2014/main" id="{7CBCA9A5-7F83-4F34-AC44-B928E272D51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4" name="Straight Connector 433">
                  <a:extLst>
                    <a:ext uri="{FF2B5EF4-FFF2-40B4-BE49-F238E27FC236}">
                      <a16:creationId xmlns:a16="http://schemas.microsoft.com/office/drawing/2014/main" id="{F4F4ECBD-5D78-42B9-8E4C-FD4FB33300B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5" name="Straight Connector 434">
                  <a:extLst>
                    <a:ext uri="{FF2B5EF4-FFF2-40B4-BE49-F238E27FC236}">
                      <a16:creationId xmlns:a16="http://schemas.microsoft.com/office/drawing/2014/main" id="{95DE0B5E-D545-4FF6-8FE2-5CA02777A1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6" name="Straight Connector 435">
                  <a:extLst>
                    <a:ext uri="{FF2B5EF4-FFF2-40B4-BE49-F238E27FC236}">
                      <a16:creationId xmlns:a16="http://schemas.microsoft.com/office/drawing/2014/main" id="{B227EB8B-F2FA-42D7-BCC2-0B1AF6F868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7" name="Straight Connector 436">
                  <a:extLst>
                    <a:ext uri="{FF2B5EF4-FFF2-40B4-BE49-F238E27FC236}">
                      <a16:creationId xmlns:a16="http://schemas.microsoft.com/office/drawing/2014/main" id="{CAA86502-682B-4881-81B2-3C42D28341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8" name="Straight Connector 437">
                  <a:extLst>
                    <a:ext uri="{FF2B5EF4-FFF2-40B4-BE49-F238E27FC236}">
                      <a16:creationId xmlns:a16="http://schemas.microsoft.com/office/drawing/2014/main" id="{05AFA341-353C-46CE-9A51-5A927DA2E7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9" name="Straight Connector 438">
                  <a:extLst>
                    <a:ext uri="{FF2B5EF4-FFF2-40B4-BE49-F238E27FC236}">
                      <a16:creationId xmlns:a16="http://schemas.microsoft.com/office/drawing/2014/main" id="{61CC48FF-7F85-4676-9AD3-DD71DB1126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0" name="Straight Connector 439">
                  <a:extLst>
                    <a:ext uri="{FF2B5EF4-FFF2-40B4-BE49-F238E27FC236}">
                      <a16:creationId xmlns:a16="http://schemas.microsoft.com/office/drawing/2014/main" id="{FE84A511-CDC9-4345-83AC-0BCCDFF011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1" name="Straight Connector 440">
                  <a:extLst>
                    <a:ext uri="{FF2B5EF4-FFF2-40B4-BE49-F238E27FC236}">
                      <a16:creationId xmlns:a16="http://schemas.microsoft.com/office/drawing/2014/main" id="{7C73FE79-2292-4C1C-8734-829E1FDE2AD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3" name="Group 402">
                <a:extLst>
                  <a:ext uri="{FF2B5EF4-FFF2-40B4-BE49-F238E27FC236}">
                    <a16:creationId xmlns:a16="http://schemas.microsoft.com/office/drawing/2014/main" id="{68D12206-6F46-4AD4-A1FD-C5EDFBF5B8B7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424" name="Straight Connector 423">
                  <a:extLst>
                    <a:ext uri="{FF2B5EF4-FFF2-40B4-BE49-F238E27FC236}">
                      <a16:creationId xmlns:a16="http://schemas.microsoft.com/office/drawing/2014/main" id="{7522D205-F7BE-41EF-87E3-5B75BC38BA6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5" name="Straight Connector 424">
                  <a:extLst>
                    <a:ext uri="{FF2B5EF4-FFF2-40B4-BE49-F238E27FC236}">
                      <a16:creationId xmlns:a16="http://schemas.microsoft.com/office/drawing/2014/main" id="{EEFF0DF0-8078-407B-A999-D53AFCF2CF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6" name="Straight Connector 425">
                  <a:extLst>
                    <a:ext uri="{FF2B5EF4-FFF2-40B4-BE49-F238E27FC236}">
                      <a16:creationId xmlns:a16="http://schemas.microsoft.com/office/drawing/2014/main" id="{8F659A08-7F58-4D96-B021-642302DA3E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7" name="Straight Connector 426">
                  <a:extLst>
                    <a:ext uri="{FF2B5EF4-FFF2-40B4-BE49-F238E27FC236}">
                      <a16:creationId xmlns:a16="http://schemas.microsoft.com/office/drawing/2014/main" id="{960E9654-9247-4528-8E97-EC37BEA292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8" name="Straight Connector 427">
                  <a:extLst>
                    <a:ext uri="{FF2B5EF4-FFF2-40B4-BE49-F238E27FC236}">
                      <a16:creationId xmlns:a16="http://schemas.microsoft.com/office/drawing/2014/main" id="{D6B1A46C-2736-4C6A-97C7-70D1C92C04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9" name="Straight Connector 428">
                  <a:extLst>
                    <a:ext uri="{FF2B5EF4-FFF2-40B4-BE49-F238E27FC236}">
                      <a16:creationId xmlns:a16="http://schemas.microsoft.com/office/drawing/2014/main" id="{5E219F90-276E-4DF9-9B17-8E583ECA46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0" name="Straight Connector 429">
                  <a:extLst>
                    <a:ext uri="{FF2B5EF4-FFF2-40B4-BE49-F238E27FC236}">
                      <a16:creationId xmlns:a16="http://schemas.microsoft.com/office/drawing/2014/main" id="{7E2140FA-83AA-46B9-9603-7C3FF9F3A2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1" name="Straight Connector 430">
                  <a:extLst>
                    <a:ext uri="{FF2B5EF4-FFF2-40B4-BE49-F238E27FC236}">
                      <a16:creationId xmlns:a16="http://schemas.microsoft.com/office/drawing/2014/main" id="{39C60F52-8C1D-45DE-9A87-D607BEFBB1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32" name="Straight Connector 431">
                  <a:extLst>
                    <a:ext uri="{FF2B5EF4-FFF2-40B4-BE49-F238E27FC236}">
                      <a16:creationId xmlns:a16="http://schemas.microsoft.com/office/drawing/2014/main" id="{19901081-A8C3-450C-8A47-3A5D5E4491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4" name="Group 403">
                <a:extLst>
                  <a:ext uri="{FF2B5EF4-FFF2-40B4-BE49-F238E27FC236}">
                    <a16:creationId xmlns:a16="http://schemas.microsoft.com/office/drawing/2014/main" id="{A78176F7-6D4D-4E0C-98CA-7461C793B0B4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415" name="Straight Connector 414">
                  <a:extLst>
                    <a:ext uri="{FF2B5EF4-FFF2-40B4-BE49-F238E27FC236}">
                      <a16:creationId xmlns:a16="http://schemas.microsoft.com/office/drawing/2014/main" id="{A1B25A81-493C-48D8-BAB8-F4F3803D93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6" name="Straight Connector 415">
                  <a:extLst>
                    <a:ext uri="{FF2B5EF4-FFF2-40B4-BE49-F238E27FC236}">
                      <a16:creationId xmlns:a16="http://schemas.microsoft.com/office/drawing/2014/main" id="{A0AAC213-4185-4301-ADFE-9E72D9C2C8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7" name="Straight Connector 416">
                  <a:extLst>
                    <a:ext uri="{FF2B5EF4-FFF2-40B4-BE49-F238E27FC236}">
                      <a16:creationId xmlns:a16="http://schemas.microsoft.com/office/drawing/2014/main" id="{CFCFEBA6-8CF6-4FC3-A810-4722AF7F9A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8" name="Straight Connector 417">
                  <a:extLst>
                    <a:ext uri="{FF2B5EF4-FFF2-40B4-BE49-F238E27FC236}">
                      <a16:creationId xmlns:a16="http://schemas.microsoft.com/office/drawing/2014/main" id="{52CF8FE6-4028-4E9C-B9B0-01CE45372A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9" name="Straight Connector 418">
                  <a:extLst>
                    <a:ext uri="{FF2B5EF4-FFF2-40B4-BE49-F238E27FC236}">
                      <a16:creationId xmlns:a16="http://schemas.microsoft.com/office/drawing/2014/main" id="{33B31874-F52B-4AC6-BB49-47DF8E93E8F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0" name="Straight Connector 419">
                  <a:extLst>
                    <a:ext uri="{FF2B5EF4-FFF2-40B4-BE49-F238E27FC236}">
                      <a16:creationId xmlns:a16="http://schemas.microsoft.com/office/drawing/2014/main" id="{F324696C-E673-43DF-A157-EEB3157CAEE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1" name="Straight Connector 420">
                  <a:extLst>
                    <a:ext uri="{FF2B5EF4-FFF2-40B4-BE49-F238E27FC236}">
                      <a16:creationId xmlns:a16="http://schemas.microsoft.com/office/drawing/2014/main" id="{566136BD-4A52-4802-B33E-1615A271CD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2" name="Straight Connector 421">
                  <a:extLst>
                    <a:ext uri="{FF2B5EF4-FFF2-40B4-BE49-F238E27FC236}">
                      <a16:creationId xmlns:a16="http://schemas.microsoft.com/office/drawing/2014/main" id="{F55EEFFB-2186-401B-9393-1E91D048A0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3" name="Straight Connector 422">
                  <a:extLst>
                    <a:ext uri="{FF2B5EF4-FFF2-40B4-BE49-F238E27FC236}">
                      <a16:creationId xmlns:a16="http://schemas.microsoft.com/office/drawing/2014/main" id="{BC4C73DB-FF2D-4EC6-9122-7EC46DDE48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5" name="Group 404">
                <a:extLst>
                  <a:ext uri="{FF2B5EF4-FFF2-40B4-BE49-F238E27FC236}">
                    <a16:creationId xmlns:a16="http://schemas.microsoft.com/office/drawing/2014/main" id="{A0BD7296-0278-40A3-8A1A-6E1A2AEDA250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406" name="Straight Connector 405">
                  <a:extLst>
                    <a:ext uri="{FF2B5EF4-FFF2-40B4-BE49-F238E27FC236}">
                      <a16:creationId xmlns:a16="http://schemas.microsoft.com/office/drawing/2014/main" id="{70F91A01-F4A7-40F8-9B60-74B8C81E1D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7" name="Straight Connector 406">
                  <a:extLst>
                    <a:ext uri="{FF2B5EF4-FFF2-40B4-BE49-F238E27FC236}">
                      <a16:creationId xmlns:a16="http://schemas.microsoft.com/office/drawing/2014/main" id="{C0A78134-2E0E-45E4-8FC7-AF398B9431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8" name="Straight Connector 407">
                  <a:extLst>
                    <a:ext uri="{FF2B5EF4-FFF2-40B4-BE49-F238E27FC236}">
                      <a16:creationId xmlns:a16="http://schemas.microsoft.com/office/drawing/2014/main" id="{E6ACF864-FF10-45DD-9717-C3556B5E69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9" name="Straight Connector 408">
                  <a:extLst>
                    <a:ext uri="{FF2B5EF4-FFF2-40B4-BE49-F238E27FC236}">
                      <a16:creationId xmlns:a16="http://schemas.microsoft.com/office/drawing/2014/main" id="{C774D0A6-8BCC-4253-B1CE-8DB0E4B8C30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0" name="Straight Connector 409">
                  <a:extLst>
                    <a:ext uri="{FF2B5EF4-FFF2-40B4-BE49-F238E27FC236}">
                      <a16:creationId xmlns:a16="http://schemas.microsoft.com/office/drawing/2014/main" id="{C713D46C-4AED-40D7-A28E-4C256EF856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1" name="Straight Connector 410">
                  <a:extLst>
                    <a:ext uri="{FF2B5EF4-FFF2-40B4-BE49-F238E27FC236}">
                      <a16:creationId xmlns:a16="http://schemas.microsoft.com/office/drawing/2014/main" id="{CC1B7E93-A7CD-4C0F-B00D-B6C569025F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2" name="Straight Connector 411">
                  <a:extLst>
                    <a:ext uri="{FF2B5EF4-FFF2-40B4-BE49-F238E27FC236}">
                      <a16:creationId xmlns:a16="http://schemas.microsoft.com/office/drawing/2014/main" id="{787414AC-7676-41BB-98C7-EB0A9ED7BC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3" name="Straight Connector 412">
                  <a:extLst>
                    <a:ext uri="{FF2B5EF4-FFF2-40B4-BE49-F238E27FC236}">
                      <a16:creationId xmlns:a16="http://schemas.microsoft.com/office/drawing/2014/main" id="{DDE04BAF-01EA-4C48-82FE-5C1BF985EA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4" name="Straight Connector 413">
                  <a:extLst>
                    <a:ext uri="{FF2B5EF4-FFF2-40B4-BE49-F238E27FC236}">
                      <a16:creationId xmlns:a16="http://schemas.microsoft.com/office/drawing/2014/main" id="{497D509A-F372-47AA-B871-F4EFD858B6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7057F65D-8C66-4CE2-BEAD-E7B5E9C2ED99}"/>
                </a:ext>
              </a:extLst>
            </p:cNvPr>
            <p:cNvGrpSpPr/>
            <p:nvPr/>
          </p:nvGrpSpPr>
          <p:grpSpPr>
            <a:xfrm>
              <a:off x="7957225" y="423547"/>
              <a:ext cx="1813091" cy="1738718"/>
              <a:chOff x="3908409" y="523174"/>
              <a:chExt cx="1813091" cy="1738718"/>
            </a:xfrm>
          </p:grpSpPr>
          <p:grpSp>
            <p:nvGrpSpPr>
              <p:cNvPr id="329" name="Group 328">
                <a:extLst>
                  <a:ext uri="{FF2B5EF4-FFF2-40B4-BE49-F238E27FC236}">
                    <a16:creationId xmlns:a16="http://schemas.microsoft.com/office/drawing/2014/main" id="{644C54F6-770D-4EC2-80FA-BFFBEB0181AC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390" name="Straight Connector 389">
                  <a:extLst>
                    <a:ext uri="{FF2B5EF4-FFF2-40B4-BE49-F238E27FC236}">
                      <a16:creationId xmlns:a16="http://schemas.microsoft.com/office/drawing/2014/main" id="{4D619A61-E863-4BF4-A34C-BEE69DE5B6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1" name="Straight Connector 390">
                  <a:extLst>
                    <a:ext uri="{FF2B5EF4-FFF2-40B4-BE49-F238E27FC236}">
                      <a16:creationId xmlns:a16="http://schemas.microsoft.com/office/drawing/2014/main" id="{B6D9F64B-BF98-4D1F-BF48-02B3676E254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2" name="Straight Connector 391">
                  <a:extLst>
                    <a:ext uri="{FF2B5EF4-FFF2-40B4-BE49-F238E27FC236}">
                      <a16:creationId xmlns:a16="http://schemas.microsoft.com/office/drawing/2014/main" id="{AB375905-299D-49FC-B401-56C895CFFBF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3" name="Straight Connector 392">
                  <a:extLst>
                    <a:ext uri="{FF2B5EF4-FFF2-40B4-BE49-F238E27FC236}">
                      <a16:creationId xmlns:a16="http://schemas.microsoft.com/office/drawing/2014/main" id="{B8B3951B-711E-4063-81B6-8C8084A202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4" name="Straight Connector 393">
                  <a:extLst>
                    <a:ext uri="{FF2B5EF4-FFF2-40B4-BE49-F238E27FC236}">
                      <a16:creationId xmlns:a16="http://schemas.microsoft.com/office/drawing/2014/main" id="{7ABB491E-7A45-4B82-95FC-D7919E9244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5" name="Straight Connector 394">
                  <a:extLst>
                    <a:ext uri="{FF2B5EF4-FFF2-40B4-BE49-F238E27FC236}">
                      <a16:creationId xmlns:a16="http://schemas.microsoft.com/office/drawing/2014/main" id="{A2BC2BB0-68F8-47A1-A3E7-70435D21D1F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6" name="Straight Connector 395">
                  <a:extLst>
                    <a:ext uri="{FF2B5EF4-FFF2-40B4-BE49-F238E27FC236}">
                      <a16:creationId xmlns:a16="http://schemas.microsoft.com/office/drawing/2014/main" id="{0A49219E-2FCF-4C73-862A-CDC743ED225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7" name="Straight Connector 396">
                  <a:extLst>
                    <a:ext uri="{FF2B5EF4-FFF2-40B4-BE49-F238E27FC236}">
                      <a16:creationId xmlns:a16="http://schemas.microsoft.com/office/drawing/2014/main" id="{C6CC1F36-7AA2-49CD-9A92-41674CF2482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98" name="Straight Connector 397">
                  <a:extLst>
                    <a:ext uri="{FF2B5EF4-FFF2-40B4-BE49-F238E27FC236}">
                      <a16:creationId xmlns:a16="http://schemas.microsoft.com/office/drawing/2014/main" id="{FF84D1BD-734A-4952-AE1F-37D5920B0A1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0" name="Group 329">
                <a:extLst>
                  <a:ext uri="{FF2B5EF4-FFF2-40B4-BE49-F238E27FC236}">
                    <a16:creationId xmlns:a16="http://schemas.microsoft.com/office/drawing/2014/main" id="{24D0E0DA-6543-4E3C-96EE-F177D907822B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381" name="Straight Connector 380">
                  <a:extLst>
                    <a:ext uri="{FF2B5EF4-FFF2-40B4-BE49-F238E27FC236}">
                      <a16:creationId xmlns:a16="http://schemas.microsoft.com/office/drawing/2014/main" id="{5967E316-CC00-47E3-9D10-11E51BD1252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2" name="Straight Connector 381">
                  <a:extLst>
                    <a:ext uri="{FF2B5EF4-FFF2-40B4-BE49-F238E27FC236}">
                      <a16:creationId xmlns:a16="http://schemas.microsoft.com/office/drawing/2014/main" id="{71F7715C-9B05-4D58-9343-1517D08414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3" name="Straight Connector 382">
                  <a:extLst>
                    <a:ext uri="{FF2B5EF4-FFF2-40B4-BE49-F238E27FC236}">
                      <a16:creationId xmlns:a16="http://schemas.microsoft.com/office/drawing/2014/main" id="{6FB7808D-3862-4BA2-9B92-4FB13A6905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4" name="Straight Connector 383">
                  <a:extLst>
                    <a:ext uri="{FF2B5EF4-FFF2-40B4-BE49-F238E27FC236}">
                      <a16:creationId xmlns:a16="http://schemas.microsoft.com/office/drawing/2014/main" id="{DB3F9E90-EB71-41C1-ABEB-34347285C3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5" name="Straight Connector 384">
                  <a:extLst>
                    <a:ext uri="{FF2B5EF4-FFF2-40B4-BE49-F238E27FC236}">
                      <a16:creationId xmlns:a16="http://schemas.microsoft.com/office/drawing/2014/main" id="{29D900E5-40D0-4300-A020-43989296BD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6" name="Straight Connector 385">
                  <a:extLst>
                    <a:ext uri="{FF2B5EF4-FFF2-40B4-BE49-F238E27FC236}">
                      <a16:creationId xmlns:a16="http://schemas.microsoft.com/office/drawing/2014/main" id="{71285E4F-32C4-4C15-B395-EFCD5842E5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7" name="Straight Connector 386">
                  <a:extLst>
                    <a:ext uri="{FF2B5EF4-FFF2-40B4-BE49-F238E27FC236}">
                      <a16:creationId xmlns:a16="http://schemas.microsoft.com/office/drawing/2014/main" id="{AEFB934F-4183-40FF-A5AC-FFBAC02494B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8" name="Straight Connector 387">
                  <a:extLst>
                    <a:ext uri="{FF2B5EF4-FFF2-40B4-BE49-F238E27FC236}">
                      <a16:creationId xmlns:a16="http://schemas.microsoft.com/office/drawing/2014/main" id="{97F89560-0158-44C2-B861-F74ADF03ED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9" name="Straight Connector 388">
                  <a:extLst>
                    <a:ext uri="{FF2B5EF4-FFF2-40B4-BE49-F238E27FC236}">
                      <a16:creationId xmlns:a16="http://schemas.microsoft.com/office/drawing/2014/main" id="{2043FA6C-9A50-43D0-B9E3-8D216888B27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1" name="Group 330">
                <a:extLst>
                  <a:ext uri="{FF2B5EF4-FFF2-40B4-BE49-F238E27FC236}">
                    <a16:creationId xmlns:a16="http://schemas.microsoft.com/office/drawing/2014/main" id="{0D386C9B-5135-402C-9ABC-7701227F1E3C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372" name="Straight Connector 371">
                  <a:extLst>
                    <a:ext uri="{FF2B5EF4-FFF2-40B4-BE49-F238E27FC236}">
                      <a16:creationId xmlns:a16="http://schemas.microsoft.com/office/drawing/2014/main" id="{B715B80A-106A-4AB2-B781-14509599445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3" name="Straight Connector 372">
                  <a:extLst>
                    <a:ext uri="{FF2B5EF4-FFF2-40B4-BE49-F238E27FC236}">
                      <a16:creationId xmlns:a16="http://schemas.microsoft.com/office/drawing/2014/main" id="{CBECF391-13EA-45F2-AC42-05779B0714F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4" name="Straight Connector 373">
                  <a:extLst>
                    <a:ext uri="{FF2B5EF4-FFF2-40B4-BE49-F238E27FC236}">
                      <a16:creationId xmlns:a16="http://schemas.microsoft.com/office/drawing/2014/main" id="{D5D5C287-80FE-4A44-BF3D-90519D6BF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5" name="Straight Connector 374">
                  <a:extLst>
                    <a:ext uri="{FF2B5EF4-FFF2-40B4-BE49-F238E27FC236}">
                      <a16:creationId xmlns:a16="http://schemas.microsoft.com/office/drawing/2014/main" id="{9968F3CC-42AF-48F3-8593-DFE6DD8113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6" name="Straight Connector 375">
                  <a:extLst>
                    <a:ext uri="{FF2B5EF4-FFF2-40B4-BE49-F238E27FC236}">
                      <a16:creationId xmlns:a16="http://schemas.microsoft.com/office/drawing/2014/main" id="{41485B2F-889A-4BEB-8138-98D8B6DFAAC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7" name="Straight Connector 376">
                  <a:extLst>
                    <a:ext uri="{FF2B5EF4-FFF2-40B4-BE49-F238E27FC236}">
                      <a16:creationId xmlns:a16="http://schemas.microsoft.com/office/drawing/2014/main" id="{AD3BCB08-B1EC-4333-9CC9-05A78ACB74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8" name="Straight Connector 377">
                  <a:extLst>
                    <a:ext uri="{FF2B5EF4-FFF2-40B4-BE49-F238E27FC236}">
                      <a16:creationId xmlns:a16="http://schemas.microsoft.com/office/drawing/2014/main" id="{B0A491C2-B377-4EDE-8318-47E9E3F7CE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9" name="Straight Connector 378">
                  <a:extLst>
                    <a:ext uri="{FF2B5EF4-FFF2-40B4-BE49-F238E27FC236}">
                      <a16:creationId xmlns:a16="http://schemas.microsoft.com/office/drawing/2014/main" id="{030D012C-D7EE-4EAD-91FC-BADC59E50F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0" name="Straight Connector 379">
                  <a:extLst>
                    <a:ext uri="{FF2B5EF4-FFF2-40B4-BE49-F238E27FC236}">
                      <a16:creationId xmlns:a16="http://schemas.microsoft.com/office/drawing/2014/main" id="{7CC2D863-1B47-4B0A-AAB6-52B35C7574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2" name="Group 331">
                <a:extLst>
                  <a:ext uri="{FF2B5EF4-FFF2-40B4-BE49-F238E27FC236}">
                    <a16:creationId xmlns:a16="http://schemas.microsoft.com/office/drawing/2014/main" id="{FA27DAE3-4F4B-49ED-B7B3-8A9D66D93479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363" name="Straight Connector 362">
                  <a:extLst>
                    <a:ext uri="{FF2B5EF4-FFF2-40B4-BE49-F238E27FC236}">
                      <a16:creationId xmlns:a16="http://schemas.microsoft.com/office/drawing/2014/main" id="{0B315A39-C102-4AEA-80A4-135C04924FC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4" name="Straight Connector 363">
                  <a:extLst>
                    <a:ext uri="{FF2B5EF4-FFF2-40B4-BE49-F238E27FC236}">
                      <a16:creationId xmlns:a16="http://schemas.microsoft.com/office/drawing/2014/main" id="{90392B74-7FB7-482E-9369-0DCD891952B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5" name="Straight Connector 364">
                  <a:extLst>
                    <a:ext uri="{FF2B5EF4-FFF2-40B4-BE49-F238E27FC236}">
                      <a16:creationId xmlns:a16="http://schemas.microsoft.com/office/drawing/2014/main" id="{1F0E4EB9-159D-4DA0-9CF9-B0764FD877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6" name="Straight Connector 365">
                  <a:extLst>
                    <a:ext uri="{FF2B5EF4-FFF2-40B4-BE49-F238E27FC236}">
                      <a16:creationId xmlns:a16="http://schemas.microsoft.com/office/drawing/2014/main" id="{D0C6F793-5282-4600-A091-11201C9160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7" name="Straight Connector 366">
                  <a:extLst>
                    <a:ext uri="{FF2B5EF4-FFF2-40B4-BE49-F238E27FC236}">
                      <a16:creationId xmlns:a16="http://schemas.microsoft.com/office/drawing/2014/main" id="{F74CF97B-4226-48FD-9B70-8719A532599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8" name="Straight Connector 367">
                  <a:extLst>
                    <a:ext uri="{FF2B5EF4-FFF2-40B4-BE49-F238E27FC236}">
                      <a16:creationId xmlns:a16="http://schemas.microsoft.com/office/drawing/2014/main" id="{B1D788F0-5747-41D8-9E65-A5DF15561A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9" name="Straight Connector 368">
                  <a:extLst>
                    <a:ext uri="{FF2B5EF4-FFF2-40B4-BE49-F238E27FC236}">
                      <a16:creationId xmlns:a16="http://schemas.microsoft.com/office/drawing/2014/main" id="{74F4E307-A418-495D-9320-8FAB1845A21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0" name="Straight Connector 369">
                  <a:extLst>
                    <a:ext uri="{FF2B5EF4-FFF2-40B4-BE49-F238E27FC236}">
                      <a16:creationId xmlns:a16="http://schemas.microsoft.com/office/drawing/2014/main" id="{8564EAD6-2895-4204-99E7-6309F1C708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71" name="Straight Connector 370">
                  <a:extLst>
                    <a:ext uri="{FF2B5EF4-FFF2-40B4-BE49-F238E27FC236}">
                      <a16:creationId xmlns:a16="http://schemas.microsoft.com/office/drawing/2014/main" id="{6AB15F55-8F74-4174-BA66-5356BC375E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3" name="Group 332">
                <a:extLst>
                  <a:ext uri="{FF2B5EF4-FFF2-40B4-BE49-F238E27FC236}">
                    <a16:creationId xmlns:a16="http://schemas.microsoft.com/office/drawing/2014/main" id="{7EBB10F2-3A54-41FE-8157-2E3124C1A117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354" name="Straight Connector 353">
                  <a:extLst>
                    <a:ext uri="{FF2B5EF4-FFF2-40B4-BE49-F238E27FC236}">
                      <a16:creationId xmlns:a16="http://schemas.microsoft.com/office/drawing/2014/main" id="{0B23F313-1448-47A9-B4DF-191611B045B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5" name="Straight Connector 354">
                  <a:extLst>
                    <a:ext uri="{FF2B5EF4-FFF2-40B4-BE49-F238E27FC236}">
                      <a16:creationId xmlns:a16="http://schemas.microsoft.com/office/drawing/2014/main" id="{789F771C-E921-48B4-A0DE-3D0AE63FABD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6" name="Straight Connector 355">
                  <a:extLst>
                    <a:ext uri="{FF2B5EF4-FFF2-40B4-BE49-F238E27FC236}">
                      <a16:creationId xmlns:a16="http://schemas.microsoft.com/office/drawing/2014/main" id="{CE7EA182-2213-4909-9622-2B2197E4ABB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7" name="Straight Connector 356">
                  <a:extLst>
                    <a:ext uri="{FF2B5EF4-FFF2-40B4-BE49-F238E27FC236}">
                      <a16:creationId xmlns:a16="http://schemas.microsoft.com/office/drawing/2014/main" id="{F5F1F917-57C6-45D7-8FB2-4BFA5B85638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8" name="Straight Connector 357">
                  <a:extLst>
                    <a:ext uri="{FF2B5EF4-FFF2-40B4-BE49-F238E27FC236}">
                      <a16:creationId xmlns:a16="http://schemas.microsoft.com/office/drawing/2014/main" id="{A184B896-D47E-4666-B27E-4A9E20DCC9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9" name="Straight Connector 358">
                  <a:extLst>
                    <a:ext uri="{FF2B5EF4-FFF2-40B4-BE49-F238E27FC236}">
                      <a16:creationId xmlns:a16="http://schemas.microsoft.com/office/drawing/2014/main" id="{A036D36B-3825-419E-A5CA-B4E444985E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0" name="Straight Connector 359">
                  <a:extLst>
                    <a:ext uri="{FF2B5EF4-FFF2-40B4-BE49-F238E27FC236}">
                      <a16:creationId xmlns:a16="http://schemas.microsoft.com/office/drawing/2014/main" id="{F88DB0C5-EB95-4C80-B168-6F979FAC7C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1" name="Straight Connector 360">
                  <a:extLst>
                    <a:ext uri="{FF2B5EF4-FFF2-40B4-BE49-F238E27FC236}">
                      <a16:creationId xmlns:a16="http://schemas.microsoft.com/office/drawing/2014/main" id="{4490BDD5-00BC-4D33-9D8B-3505A54F83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62" name="Straight Connector 361">
                  <a:extLst>
                    <a:ext uri="{FF2B5EF4-FFF2-40B4-BE49-F238E27FC236}">
                      <a16:creationId xmlns:a16="http://schemas.microsoft.com/office/drawing/2014/main" id="{5EC75C8A-ABC3-4BF9-9606-183A6CE04C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4" name="Group 333">
                <a:extLst>
                  <a:ext uri="{FF2B5EF4-FFF2-40B4-BE49-F238E27FC236}">
                    <a16:creationId xmlns:a16="http://schemas.microsoft.com/office/drawing/2014/main" id="{FEBDC6E5-A4D4-4AF4-8937-1435834706D6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345" name="Straight Connector 344">
                  <a:extLst>
                    <a:ext uri="{FF2B5EF4-FFF2-40B4-BE49-F238E27FC236}">
                      <a16:creationId xmlns:a16="http://schemas.microsoft.com/office/drawing/2014/main" id="{9D5FBF25-B99B-42CD-ABE0-4886CA07D91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6" name="Straight Connector 345">
                  <a:extLst>
                    <a:ext uri="{FF2B5EF4-FFF2-40B4-BE49-F238E27FC236}">
                      <a16:creationId xmlns:a16="http://schemas.microsoft.com/office/drawing/2014/main" id="{4EA5F16A-2929-4208-976F-044FDDEC568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7" name="Straight Connector 346">
                  <a:extLst>
                    <a:ext uri="{FF2B5EF4-FFF2-40B4-BE49-F238E27FC236}">
                      <a16:creationId xmlns:a16="http://schemas.microsoft.com/office/drawing/2014/main" id="{8A0BE322-7F27-4F26-AF25-C5E263A7027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8" name="Straight Connector 347">
                  <a:extLst>
                    <a:ext uri="{FF2B5EF4-FFF2-40B4-BE49-F238E27FC236}">
                      <a16:creationId xmlns:a16="http://schemas.microsoft.com/office/drawing/2014/main" id="{0582C487-921B-41B0-BD5D-529CE1696B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9" name="Straight Connector 348">
                  <a:extLst>
                    <a:ext uri="{FF2B5EF4-FFF2-40B4-BE49-F238E27FC236}">
                      <a16:creationId xmlns:a16="http://schemas.microsoft.com/office/drawing/2014/main" id="{C472DDFB-E5D5-4437-938F-0064C5359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0" name="Straight Connector 349">
                  <a:extLst>
                    <a:ext uri="{FF2B5EF4-FFF2-40B4-BE49-F238E27FC236}">
                      <a16:creationId xmlns:a16="http://schemas.microsoft.com/office/drawing/2014/main" id="{69E44DC3-F3DA-4EB2-BEC8-D742436722C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1" name="Straight Connector 350">
                  <a:extLst>
                    <a:ext uri="{FF2B5EF4-FFF2-40B4-BE49-F238E27FC236}">
                      <a16:creationId xmlns:a16="http://schemas.microsoft.com/office/drawing/2014/main" id="{CE4CAFBB-2A34-444D-9049-FBB5236622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2" name="Straight Connector 351">
                  <a:extLst>
                    <a:ext uri="{FF2B5EF4-FFF2-40B4-BE49-F238E27FC236}">
                      <a16:creationId xmlns:a16="http://schemas.microsoft.com/office/drawing/2014/main" id="{E84F7374-55DB-4B12-AF5F-1FBD76827E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53" name="Straight Connector 352">
                  <a:extLst>
                    <a:ext uri="{FF2B5EF4-FFF2-40B4-BE49-F238E27FC236}">
                      <a16:creationId xmlns:a16="http://schemas.microsoft.com/office/drawing/2014/main" id="{5C36EBB0-DC83-4FE7-9DB9-3D6DFA968EB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35" name="Group 334">
                <a:extLst>
                  <a:ext uri="{FF2B5EF4-FFF2-40B4-BE49-F238E27FC236}">
                    <a16:creationId xmlns:a16="http://schemas.microsoft.com/office/drawing/2014/main" id="{E5637352-D595-499A-9861-36849007072B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336" name="Straight Connector 335">
                  <a:extLst>
                    <a:ext uri="{FF2B5EF4-FFF2-40B4-BE49-F238E27FC236}">
                      <a16:creationId xmlns:a16="http://schemas.microsoft.com/office/drawing/2014/main" id="{3969AB5D-5894-4875-9042-8D26D9A4A4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7" name="Straight Connector 336">
                  <a:extLst>
                    <a:ext uri="{FF2B5EF4-FFF2-40B4-BE49-F238E27FC236}">
                      <a16:creationId xmlns:a16="http://schemas.microsoft.com/office/drawing/2014/main" id="{276461AB-7CB2-42F1-8F1B-34EFF604C72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8" name="Straight Connector 337">
                  <a:extLst>
                    <a:ext uri="{FF2B5EF4-FFF2-40B4-BE49-F238E27FC236}">
                      <a16:creationId xmlns:a16="http://schemas.microsoft.com/office/drawing/2014/main" id="{86838840-E4BD-466A-845F-61322669A2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9" name="Straight Connector 338">
                  <a:extLst>
                    <a:ext uri="{FF2B5EF4-FFF2-40B4-BE49-F238E27FC236}">
                      <a16:creationId xmlns:a16="http://schemas.microsoft.com/office/drawing/2014/main" id="{D693C46E-8C3F-49B9-B71B-38EE180095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0" name="Straight Connector 339">
                  <a:extLst>
                    <a:ext uri="{FF2B5EF4-FFF2-40B4-BE49-F238E27FC236}">
                      <a16:creationId xmlns:a16="http://schemas.microsoft.com/office/drawing/2014/main" id="{F960AB7F-58C6-408B-BCCD-64E78E48EF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1" name="Straight Connector 340">
                  <a:extLst>
                    <a:ext uri="{FF2B5EF4-FFF2-40B4-BE49-F238E27FC236}">
                      <a16:creationId xmlns:a16="http://schemas.microsoft.com/office/drawing/2014/main" id="{D879D1A9-FF4C-4402-801D-45ACF75DCB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2" name="Straight Connector 341">
                  <a:extLst>
                    <a:ext uri="{FF2B5EF4-FFF2-40B4-BE49-F238E27FC236}">
                      <a16:creationId xmlns:a16="http://schemas.microsoft.com/office/drawing/2014/main" id="{9252DBCA-D42E-47AD-99BA-A32C8DFE9C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3" name="Straight Connector 342">
                  <a:extLst>
                    <a:ext uri="{FF2B5EF4-FFF2-40B4-BE49-F238E27FC236}">
                      <a16:creationId xmlns:a16="http://schemas.microsoft.com/office/drawing/2014/main" id="{0C97AD66-D1BF-4BBA-9734-F14AA44BF4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44" name="Straight Connector 343">
                  <a:extLst>
                    <a:ext uri="{FF2B5EF4-FFF2-40B4-BE49-F238E27FC236}">
                      <a16:creationId xmlns:a16="http://schemas.microsoft.com/office/drawing/2014/main" id="{502B2BAE-6606-4CC6-8A3E-2BC2F3264C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64BA3419-8A9C-48B0-8596-2724962F0860}"/>
                </a:ext>
              </a:extLst>
            </p:cNvPr>
            <p:cNvGrpSpPr/>
            <p:nvPr/>
          </p:nvGrpSpPr>
          <p:grpSpPr>
            <a:xfrm>
              <a:off x="9813082" y="417591"/>
              <a:ext cx="1813091" cy="1738718"/>
              <a:chOff x="3908409" y="523174"/>
              <a:chExt cx="1813091" cy="1738718"/>
            </a:xfrm>
          </p:grpSpPr>
          <p:grpSp>
            <p:nvGrpSpPr>
              <p:cNvPr id="259" name="Group 258">
                <a:extLst>
                  <a:ext uri="{FF2B5EF4-FFF2-40B4-BE49-F238E27FC236}">
                    <a16:creationId xmlns:a16="http://schemas.microsoft.com/office/drawing/2014/main" id="{7D6D90A4-75ED-4F81-9827-5F39AE419356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320" name="Straight Connector 319">
                  <a:extLst>
                    <a:ext uri="{FF2B5EF4-FFF2-40B4-BE49-F238E27FC236}">
                      <a16:creationId xmlns:a16="http://schemas.microsoft.com/office/drawing/2014/main" id="{AEBD3D85-C21F-4D83-9408-3E4819830B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1" name="Straight Connector 320">
                  <a:extLst>
                    <a:ext uri="{FF2B5EF4-FFF2-40B4-BE49-F238E27FC236}">
                      <a16:creationId xmlns:a16="http://schemas.microsoft.com/office/drawing/2014/main" id="{51682EB2-B2BE-4198-9FD8-F54C1968449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2" name="Straight Connector 321">
                  <a:extLst>
                    <a:ext uri="{FF2B5EF4-FFF2-40B4-BE49-F238E27FC236}">
                      <a16:creationId xmlns:a16="http://schemas.microsoft.com/office/drawing/2014/main" id="{46B58B3A-88CB-48A0-9528-D1A27CB1A0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3" name="Straight Connector 322">
                  <a:extLst>
                    <a:ext uri="{FF2B5EF4-FFF2-40B4-BE49-F238E27FC236}">
                      <a16:creationId xmlns:a16="http://schemas.microsoft.com/office/drawing/2014/main" id="{602F9147-6AA2-4835-9D8B-AD3795E45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4" name="Straight Connector 323">
                  <a:extLst>
                    <a:ext uri="{FF2B5EF4-FFF2-40B4-BE49-F238E27FC236}">
                      <a16:creationId xmlns:a16="http://schemas.microsoft.com/office/drawing/2014/main" id="{E6E13031-EEA8-43B5-BD85-0A62398846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5" name="Straight Connector 324">
                  <a:extLst>
                    <a:ext uri="{FF2B5EF4-FFF2-40B4-BE49-F238E27FC236}">
                      <a16:creationId xmlns:a16="http://schemas.microsoft.com/office/drawing/2014/main" id="{1377C4CE-A072-4F81-B237-E350C67A5D6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6" name="Straight Connector 325">
                  <a:extLst>
                    <a:ext uri="{FF2B5EF4-FFF2-40B4-BE49-F238E27FC236}">
                      <a16:creationId xmlns:a16="http://schemas.microsoft.com/office/drawing/2014/main" id="{F53810F6-F31A-4E13-A623-32443FC4F5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7" name="Straight Connector 326">
                  <a:extLst>
                    <a:ext uri="{FF2B5EF4-FFF2-40B4-BE49-F238E27FC236}">
                      <a16:creationId xmlns:a16="http://schemas.microsoft.com/office/drawing/2014/main" id="{77C6DE00-D82A-43B2-B678-5C495388D4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8" name="Straight Connector 327">
                  <a:extLst>
                    <a:ext uri="{FF2B5EF4-FFF2-40B4-BE49-F238E27FC236}">
                      <a16:creationId xmlns:a16="http://schemas.microsoft.com/office/drawing/2014/main" id="{D17F177E-B314-4AC1-9738-678B9A2B3D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0" name="Group 259">
                <a:extLst>
                  <a:ext uri="{FF2B5EF4-FFF2-40B4-BE49-F238E27FC236}">
                    <a16:creationId xmlns:a16="http://schemas.microsoft.com/office/drawing/2014/main" id="{FF5E148D-D450-4605-9910-F6BFF03918E0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311" name="Straight Connector 310">
                  <a:extLst>
                    <a:ext uri="{FF2B5EF4-FFF2-40B4-BE49-F238E27FC236}">
                      <a16:creationId xmlns:a16="http://schemas.microsoft.com/office/drawing/2014/main" id="{C9F81F87-3BD4-4DD4-8A13-0F962468B4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2" name="Straight Connector 311">
                  <a:extLst>
                    <a:ext uri="{FF2B5EF4-FFF2-40B4-BE49-F238E27FC236}">
                      <a16:creationId xmlns:a16="http://schemas.microsoft.com/office/drawing/2014/main" id="{4BAEA477-5A2B-45D8-A3DE-7D5239A646D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3" name="Straight Connector 312">
                  <a:extLst>
                    <a:ext uri="{FF2B5EF4-FFF2-40B4-BE49-F238E27FC236}">
                      <a16:creationId xmlns:a16="http://schemas.microsoft.com/office/drawing/2014/main" id="{F55B6D8F-6AFE-48C5-8385-A86EEA54F5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4" name="Straight Connector 313">
                  <a:extLst>
                    <a:ext uri="{FF2B5EF4-FFF2-40B4-BE49-F238E27FC236}">
                      <a16:creationId xmlns:a16="http://schemas.microsoft.com/office/drawing/2014/main" id="{1627398C-4F04-4E96-BCBE-1EC7B9B56B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5" name="Straight Connector 314">
                  <a:extLst>
                    <a:ext uri="{FF2B5EF4-FFF2-40B4-BE49-F238E27FC236}">
                      <a16:creationId xmlns:a16="http://schemas.microsoft.com/office/drawing/2014/main" id="{0E491358-5F15-47A8-BD5E-304DEA7FCAD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6" name="Straight Connector 315">
                  <a:extLst>
                    <a:ext uri="{FF2B5EF4-FFF2-40B4-BE49-F238E27FC236}">
                      <a16:creationId xmlns:a16="http://schemas.microsoft.com/office/drawing/2014/main" id="{883036B5-32EA-4D81-A731-553A0E18F0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7" name="Straight Connector 316">
                  <a:extLst>
                    <a:ext uri="{FF2B5EF4-FFF2-40B4-BE49-F238E27FC236}">
                      <a16:creationId xmlns:a16="http://schemas.microsoft.com/office/drawing/2014/main" id="{FD39AEB7-3207-4B35-92EB-1C7351ECFE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8" name="Straight Connector 317">
                  <a:extLst>
                    <a:ext uri="{FF2B5EF4-FFF2-40B4-BE49-F238E27FC236}">
                      <a16:creationId xmlns:a16="http://schemas.microsoft.com/office/drawing/2014/main" id="{7A3112E9-01CA-4605-80C9-813799412C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9" name="Straight Connector 318">
                  <a:extLst>
                    <a:ext uri="{FF2B5EF4-FFF2-40B4-BE49-F238E27FC236}">
                      <a16:creationId xmlns:a16="http://schemas.microsoft.com/office/drawing/2014/main" id="{0405CC96-69D6-4630-A4B0-5366DB743A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1" name="Group 260">
                <a:extLst>
                  <a:ext uri="{FF2B5EF4-FFF2-40B4-BE49-F238E27FC236}">
                    <a16:creationId xmlns:a16="http://schemas.microsoft.com/office/drawing/2014/main" id="{C89E87CD-6BF9-4F2B-B1E6-DF1E6E0EE884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302" name="Straight Connector 301">
                  <a:extLst>
                    <a:ext uri="{FF2B5EF4-FFF2-40B4-BE49-F238E27FC236}">
                      <a16:creationId xmlns:a16="http://schemas.microsoft.com/office/drawing/2014/main" id="{4AD7BC28-09EA-4B5E-8C43-AC326D1701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3" name="Straight Connector 302">
                  <a:extLst>
                    <a:ext uri="{FF2B5EF4-FFF2-40B4-BE49-F238E27FC236}">
                      <a16:creationId xmlns:a16="http://schemas.microsoft.com/office/drawing/2014/main" id="{C1C24B07-EF32-4251-982B-5888CA9406A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4" name="Straight Connector 303">
                  <a:extLst>
                    <a:ext uri="{FF2B5EF4-FFF2-40B4-BE49-F238E27FC236}">
                      <a16:creationId xmlns:a16="http://schemas.microsoft.com/office/drawing/2014/main" id="{414C57D3-2540-473A-96B7-EF01EA3DF6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5" name="Straight Connector 304">
                  <a:extLst>
                    <a:ext uri="{FF2B5EF4-FFF2-40B4-BE49-F238E27FC236}">
                      <a16:creationId xmlns:a16="http://schemas.microsoft.com/office/drawing/2014/main" id="{C78755D1-6628-44F0-9AA2-EB2AA15202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6" name="Straight Connector 305">
                  <a:extLst>
                    <a:ext uri="{FF2B5EF4-FFF2-40B4-BE49-F238E27FC236}">
                      <a16:creationId xmlns:a16="http://schemas.microsoft.com/office/drawing/2014/main" id="{C5B8E525-3CBB-47D9-9AA8-F6E999186A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7" name="Straight Connector 306">
                  <a:extLst>
                    <a:ext uri="{FF2B5EF4-FFF2-40B4-BE49-F238E27FC236}">
                      <a16:creationId xmlns:a16="http://schemas.microsoft.com/office/drawing/2014/main" id="{536FD01E-8B4E-44BE-9B69-DE10FDEBE1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8" name="Straight Connector 307">
                  <a:extLst>
                    <a:ext uri="{FF2B5EF4-FFF2-40B4-BE49-F238E27FC236}">
                      <a16:creationId xmlns:a16="http://schemas.microsoft.com/office/drawing/2014/main" id="{E0DD4DA2-3963-47AA-A49C-0593B713AD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9" name="Straight Connector 308">
                  <a:extLst>
                    <a:ext uri="{FF2B5EF4-FFF2-40B4-BE49-F238E27FC236}">
                      <a16:creationId xmlns:a16="http://schemas.microsoft.com/office/drawing/2014/main" id="{0E9301AD-0BC4-4EB6-B019-DBAD257B99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0" name="Straight Connector 309">
                  <a:extLst>
                    <a:ext uri="{FF2B5EF4-FFF2-40B4-BE49-F238E27FC236}">
                      <a16:creationId xmlns:a16="http://schemas.microsoft.com/office/drawing/2014/main" id="{4799EC24-7BE1-4066-AE41-DEAE640043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2" name="Group 261">
                <a:extLst>
                  <a:ext uri="{FF2B5EF4-FFF2-40B4-BE49-F238E27FC236}">
                    <a16:creationId xmlns:a16="http://schemas.microsoft.com/office/drawing/2014/main" id="{F2AF0412-66C1-4115-AB36-B0DAF166AF85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293" name="Straight Connector 292">
                  <a:extLst>
                    <a:ext uri="{FF2B5EF4-FFF2-40B4-BE49-F238E27FC236}">
                      <a16:creationId xmlns:a16="http://schemas.microsoft.com/office/drawing/2014/main" id="{FC57AB01-6CDC-4B92-93B0-DCC1C143AD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4" name="Straight Connector 293">
                  <a:extLst>
                    <a:ext uri="{FF2B5EF4-FFF2-40B4-BE49-F238E27FC236}">
                      <a16:creationId xmlns:a16="http://schemas.microsoft.com/office/drawing/2014/main" id="{C0F170D6-6082-4178-83FC-DABA3EA4FA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5" name="Straight Connector 294">
                  <a:extLst>
                    <a:ext uri="{FF2B5EF4-FFF2-40B4-BE49-F238E27FC236}">
                      <a16:creationId xmlns:a16="http://schemas.microsoft.com/office/drawing/2014/main" id="{70C2C78B-5AD4-4899-A4D6-CBFBB3E8D68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6" name="Straight Connector 295">
                  <a:extLst>
                    <a:ext uri="{FF2B5EF4-FFF2-40B4-BE49-F238E27FC236}">
                      <a16:creationId xmlns:a16="http://schemas.microsoft.com/office/drawing/2014/main" id="{AB0D101A-78A8-4297-84DD-D6126DAB457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7" name="Straight Connector 296">
                  <a:extLst>
                    <a:ext uri="{FF2B5EF4-FFF2-40B4-BE49-F238E27FC236}">
                      <a16:creationId xmlns:a16="http://schemas.microsoft.com/office/drawing/2014/main" id="{2CC9B962-C41F-4FF1-B081-AB4BB119BDC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8" name="Straight Connector 297">
                  <a:extLst>
                    <a:ext uri="{FF2B5EF4-FFF2-40B4-BE49-F238E27FC236}">
                      <a16:creationId xmlns:a16="http://schemas.microsoft.com/office/drawing/2014/main" id="{C10CDC32-8129-4303-B1FF-98406CBD982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9" name="Straight Connector 298">
                  <a:extLst>
                    <a:ext uri="{FF2B5EF4-FFF2-40B4-BE49-F238E27FC236}">
                      <a16:creationId xmlns:a16="http://schemas.microsoft.com/office/drawing/2014/main" id="{811C099B-D5C0-4D51-AD0B-0983CEAD51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0" name="Straight Connector 299">
                  <a:extLst>
                    <a:ext uri="{FF2B5EF4-FFF2-40B4-BE49-F238E27FC236}">
                      <a16:creationId xmlns:a16="http://schemas.microsoft.com/office/drawing/2014/main" id="{61552504-66B7-4152-8E85-5A80D6C59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01" name="Straight Connector 300">
                  <a:extLst>
                    <a:ext uri="{FF2B5EF4-FFF2-40B4-BE49-F238E27FC236}">
                      <a16:creationId xmlns:a16="http://schemas.microsoft.com/office/drawing/2014/main" id="{BF090D3F-AF0A-466E-8363-6C6DD5E658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3" name="Group 262">
                <a:extLst>
                  <a:ext uri="{FF2B5EF4-FFF2-40B4-BE49-F238E27FC236}">
                    <a16:creationId xmlns:a16="http://schemas.microsoft.com/office/drawing/2014/main" id="{F36E2A89-3342-47AF-BB42-AA7AEE12A5DE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284" name="Straight Connector 283">
                  <a:extLst>
                    <a:ext uri="{FF2B5EF4-FFF2-40B4-BE49-F238E27FC236}">
                      <a16:creationId xmlns:a16="http://schemas.microsoft.com/office/drawing/2014/main" id="{FC3F1A0A-4A54-4AA1-9193-C40D92B709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5" name="Straight Connector 284">
                  <a:extLst>
                    <a:ext uri="{FF2B5EF4-FFF2-40B4-BE49-F238E27FC236}">
                      <a16:creationId xmlns:a16="http://schemas.microsoft.com/office/drawing/2014/main" id="{597A8584-E652-4C0A-A493-5E10A344AF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6" name="Straight Connector 285">
                  <a:extLst>
                    <a:ext uri="{FF2B5EF4-FFF2-40B4-BE49-F238E27FC236}">
                      <a16:creationId xmlns:a16="http://schemas.microsoft.com/office/drawing/2014/main" id="{66C94C09-CB9B-410A-BF36-18039B570E7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7" name="Straight Connector 286">
                  <a:extLst>
                    <a:ext uri="{FF2B5EF4-FFF2-40B4-BE49-F238E27FC236}">
                      <a16:creationId xmlns:a16="http://schemas.microsoft.com/office/drawing/2014/main" id="{FF4D39EE-B84C-4347-A130-BCF0CF8BE1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8" name="Straight Connector 287">
                  <a:extLst>
                    <a:ext uri="{FF2B5EF4-FFF2-40B4-BE49-F238E27FC236}">
                      <a16:creationId xmlns:a16="http://schemas.microsoft.com/office/drawing/2014/main" id="{2A70ECEE-D360-4300-8EB9-0D07D2D8906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9" name="Straight Connector 288">
                  <a:extLst>
                    <a:ext uri="{FF2B5EF4-FFF2-40B4-BE49-F238E27FC236}">
                      <a16:creationId xmlns:a16="http://schemas.microsoft.com/office/drawing/2014/main" id="{2AED6C3B-A3A1-4E8F-90AD-4770BA5631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0" name="Straight Connector 289">
                  <a:extLst>
                    <a:ext uri="{FF2B5EF4-FFF2-40B4-BE49-F238E27FC236}">
                      <a16:creationId xmlns:a16="http://schemas.microsoft.com/office/drawing/2014/main" id="{EFABB605-2721-49B8-99B9-C3C9A7A959D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1" name="Straight Connector 290">
                  <a:extLst>
                    <a:ext uri="{FF2B5EF4-FFF2-40B4-BE49-F238E27FC236}">
                      <a16:creationId xmlns:a16="http://schemas.microsoft.com/office/drawing/2014/main" id="{44A01D90-4C8D-471A-8A78-4182A1DDBF6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92" name="Straight Connector 291">
                  <a:extLst>
                    <a:ext uri="{FF2B5EF4-FFF2-40B4-BE49-F238E27FC236}">
                      <a16:creationId xmlns:a16="http://schemas.microsoft.com/office/drawing/2014/main" id="{D8905CC7-8973-407B-B682-ED7FF9B12B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4" name="Group 263">
                <a:extLst>
                  <a:ext uri="{FF2B5EF4-FFF2-40B4-BE49-F238E27FC236}">
                    <a16:creationId xmlns:a16="http://schemas.microsoft.com/office/drawing/2014/main" id="{B91E10DC-C9B3-4B42-B4E6-085978DA5C84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275" name="Straight Connector 274">
                  <a:extLst>
                    <a:ext uri="{FF2B5EF4-FFF2-40B4-BE49-F238E27FC236}">
                      <a16:creationId xmlns:a16="http://schemas.microsoft.com/office/drawing/2014/main" id="{ED06592F-F3CA-461B-B6E6-33CB1B6CB40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6" name="Straight Connector 275">
                  <a:extLst>
                    <a:ext uri="{FF2B5EF4-FFF2-40B4-BE49-F238E27FC236}">
                      <a16:creationId xmlns:a16="http://schemas.microsoft.com/office/drawing/2014/main" id="{E561E706-49AE-4095-B458-3253A62FB02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7" name="Straight Connector 276">
                  <a:extLst>
                    <a:ext uri="{FF2B5EF4-FFF2-40B4-BE49-F238E27FC236}">
                      <a16:creationId xmlns:a16="http://schemas.microsoft.com/office/drawing/2014/main" id="{0E2587B2-DBE4-4480-B214-AC33EC17091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8" name="Straight Connector 277">
                  <a:extLst>
                    <a:ext uri="{FF2B5EF4-FFF2-40B4-BE49-F238E27FC236}">
                      <a16:creationId xmlns:a16="http://schemas.microsoft.com/office/drawing/2014/main" id="{4F775B7D-1282-46B3-A006-3375F46ECBE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9" name="Straight Connector 278">
                  <a:extLst>
                    <a:ext uri="{FF2B5EF4-FFF2-40B4-BE49-F238E27FC236}">
                      <a16:creationId xmlns:a16="http://schemas.microsoft.com/office/drawing/2014/main" id="{CBCE93E2-240D-44BA-A378-B7210AE3B4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0" name="Straight Connector 279">
                  <a:extLst>
                    <a:ext uri="{FF2B5EF4-FFF2-40B4-BE49-F238E27FC236}">
                      <a16:creationId xmlns:a16="http://schemas.microsoft.com/office/drawing/2014/main" id="{8F121E20-1DC0-4C3A-98D8-02F5C895159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1" name="Straight Connector 280">
                  <a:extLst>
                    <a:ext uri="{FF2B5EF4-FFF2-40B4-BE49-F238E27FC236}">
                      <a16:creationId xmlns:a16="http://schemas.microsoft.com/office/drawing/2014/main" id="{D6458444-BFDA-467B-B294-F1B5566142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2" name="Straight Connector 281">
                  <a:extLst>
                    <a:ext uri="{FF2B5EF4-FFF2-40B4-BE49-F238E27FC236}">
                      <a16:creationId xmlns:a16="http://schemas.microsoft.com/office/drawing/2014/main" id="{2751D10E-1152-4B33-93C5-4B7816DF94C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83" name="Straight Connector 282">
                  <a:extLst>
                    <a:ext uri="{FF2B5EF4-FFF2-40B4-BE49-F238E27FC236}">
                      <a16:creationId xmlns:a16="http://schemas.microsoft.com/office/drawing/2014/main" id="{F5D9D6EB-97D9-4A22-B424-021E086D5C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65" name="Group 264">
                <a:extLst>
                  <a:ext uri="{FF2B5EF4-FFF2-40B4-BE49-F238E27FC236}">
                    <a16:creationId xmlns:a16="http://schemas.microsoft.com/office/drawing/2014/main" id="{615BE2C6-68EB-4B8A-A33C-EF91514C4BC1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266" name="Straight Connector 265">
                  <a:extLst>
                    <a:ext uri="{FF2B5EF4-FFF2-40B4-BE49-F238E27FC236}">
                      <a16:creationId xmlns:a16="http://schemas.microsoft.com/office/drawing/2014/main" id="{E3E22849-4BE5-4CA8-A309-AC2B7293C0B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7" name="Straight Connector 266">
                  <a:extLst>
                    <a:ext uri="{FF2B5EF4-FFF2-40B4-BE49-F238E27FC236}">
                      <a16:creationId xmlns:a16="http://schemas.microsoft.com/office/drawing/2014/main" id="{42984DA4-C3D3-421B-889D-40019C9488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8" name="Straight Connector 267">
                  <a:extLst>
                    <a:ext uri="{FF2B5EF4-FFF2-40B4-BE49-F238E27FC236}">
                      <a16:creationId xmlns:a16="http://schemas.microsoft.com/office/drawing/2014/main" id="{1B3B6C43-41EF-4437-9D79-C498093299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9" name="Straight Connector 268">
                  <a:extLst>
                    <a:ext uri="{FF2B5EF4-FFF2-40B4-BE49-F238E27FC236}">
                      <a16:creationId xmlns:a16="http://schemas.microsoft.com/office/drawing/2014/main" id="{DD876515-CB6D-4F11-B814-FDB97DC1DD5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0" name="Straight Connector 269">
                  <a:extLst>
                    <a:ext uri="{FF2B5EF4-FFF2-40B4-BE49-F238E27FC236}">
                      <a16:creationId xmlns:a16="http://schemas.microsoft.com/office/drawing/2014/main" id="{B4506066-AA6F-4A79-A0B0-FD50CBBC2A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1" name="Straight Connector 270">
                  <a:extLst>
                    <a:ext uri="{FF2B5EF4-FFF2-40B4-BE49-F238E27FC236}">
                      <a16:creationId xmlns:a16="http://schemas.microsoft.com/office/drawing/2014/main" id="{D732967F-6544-4BF9-B7D6-8F79B452FA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2" name="Straight Connector 271">
                  <a:extLst>
                    <a:ext uri="{FF2B5EF4-FFF2-40B4-BE49-F238E27FC236}">
                      <a16:creationId xmlns:a16="http://schemas.microsoft.com/office/drawing/2014/main" id="{752D1424-0E67-4A38-B8E2-71F173E0428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3" name="Straight Connector 272">
                  <a:extLst>
                    <a:ext uri="{FF2B5EF4-FFF2-40B4-BE49-F238E27FC236}">
                      <a16:creationId xmlns:a16="http://schemas.microsoft.com/office/drawing/2014/main" id="{97781588-2C92-496B-A164-2369CE35E8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74" name="Straight Connector 273">
                  <a:extLst>
                    <a:ext uri="{FF2B5EF4-FFF2-40B4-BE49-F238E27FC236}">
                      <a16:creationId xmlns:a16="http://schemas.microsoft.com/office/drawing/2014/main" id="{1E0B9A04-A48D-4FC4-AB67-3CB41D45E35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D653449B-E264-401A-A07E-2849CF57F17C}"/>
                </a:ext>
              </a:extLst>
            </p:cNvPr>
            <p:cNvGrpSpPr/>
            <p:nvPr/>
          </p:nvGrpSpPr>
          <p:grpSpPr>
            <a:xfrm>
              <a:off x="3351482" y="320119"/>
              <a:ext cx="1813091" cy="1738718"/>
              <a:chOff x="3908409" y="523174"/>
              <a:chExt cx="1813091" cy="1738718"/>
            </a:xfrm>
          </p:grpSpPr>
          <p:grpSp>
            <p:nvGrpSpPr>
              <p:cNvPr id="189" name="Group 188">
                <a:extLst>
                  <a:ext uri="{FF2B5EF4-FFF2-40B4-BE49-F238E27FC236}">
                    <a16:creationId xmlns:a16="http://schemas.microsoft.com/office/drawing/2014/main" id="{067F37D7-3769-41F8-B14B-150DA271E783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250" name="Straight Connector 249">
                  <a:extLst>
                    <a:ext uri="{FF2B5EF4-FFF2-40B4-BE49-F238E27FC236}">
                      <a16:creationId xmlns:a16="http://schemas.microsoft.com/office/drawing/2014/main" id="{BE794C38-2DA3-46B9-A674-6CBEE61FFAC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1" name="Straight Connector 250">
                  <a:extLst>
                    <a:ext uri="{FF2B5EF4-FFF2-40B4-BE49-F238E27FC236}">
                      <a16:creationId xmlns:a16="http://schemas.microsoft.com/office/drawing/2014/main" id="{8A45ACD6-F4FD-421D-BA0D-56EDEC9CFC8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2" name="Straight Connector 251">
                  <a:extLst>
                    <a:ext uri="{FF2B5EF4-FFF2-40B4-BE49-F238E27FC236}">
                      <a16:creationId xmlns:a16="http://schemas.microsoft.com/office/drawing/2014/main" id="{61CC288A-30EE-48FC-9BB4-7CD47D2DF1A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Straight Connector 252">
                  <a:extLst>
                    <a:ext uri="{FF2B5EF4-FFF2-40B4-BE49-F238E27FC236}">
                      <a16:creationId xmlns:a16="http://schemas.microsoft.com/office/drawing/2014/main" id="{1E64870B-8FFC-4C23-B732-450EEF59F2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Straight Connector 253">
                  <a:extLst>
                    <a:ext uri="{FF2B5EF4-FFF2-40B4-BE49-F238E27FC236}">
                      <a16:creationId xmlns:a16="http://schemas.microsoft.com/office/drawing/2014/main" id="{95B5C9A0-6828-4BAF-AC0C-6CAD2B59786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Straight Connector 254">
                  <a:extLst>
                    <a:ext uri="{FF2B5EF4-FFF2-40B4-BE49-F238E27FC236}">
                      <a16:creationId xmlns:a16="http://schemas.microsoft.com/office/drawing/2014/main" id="{5CAB462A-E374-4BCE-93FC-D388A6692FA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Straight Connector 255">
                  <a:extLst>
                    <a:ext uri="{FF2B5EF4-FFF2-40B4-BE49-F238E27FC236}">
                      <a16:creationId xmlns:a16="http://schemas.microsoft.com/office/drawing/2014/main" id="{3F6B7645-5EDE-4B68-9ACE-5A08D37E504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Straight Connector 256">
                  <a:extLst>
                    <a:ext uri="{FF2B5EF4-FFF2-40B4-BE49-F238E27FC236}">
                      <a16:creationId xmlns:a16="http://schemas.microsoft.com/office/drawing/2014/main" id="{D73269E2-016E-4596-AB1C-C06CA689959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Straight Connector 257">
                  <a:extLst>
                    <a:ext uri="{FF2B5EF4-FFF2-40B4-BE49-F238E27FC236}">
                      <a16:creationId xmlns:a16="http://schemas.microsoft.com/office/drawing/2014/main" id="{8CE22777-C18E-49A4-91DF-8847EFAA371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0" name="Group 189">
                <a:extLst>
                  <a:ext uri="{FF2B5EF4-FFF2-40B4-BE49-F238E27FC236}">
                    <a16:creationId xmlns:a16="http://schemas.microsoft.com/office/drawing/2014/main" id="{738A96D1-B666-4D54-8053-5AE13C85ABB3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241" name="Straight Connector 240">
                  <a:extLst>
                    <a:ext uri="{FF2B5EF4-FFF2-40B4-BE49-F238E27FC236}">
                      <a16:creationId xmlns:a16="http://schemas.microsoft.com/office/drawing/2014/main" id="{07D4416E-D44E-47DD-B41E-393AE658ADE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2" name="Straight Connector 241">
                  <a:extLst>
                    <a:ext uri="{FF2B5EF4-FFF2-40B4-BE49-F238E27FC236}">
                      <a16:creationId xmlns:a16="http://schemas.microsoft.com/office/drawing/2014/main" id="{B9C44F7E-FED3-4EA1-BF19-0F265908C9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3" name="Straight Connector 242">
                  <a:extLst>
                    <a:ext uri="{FF2B5EF4-FFF2-40B4-BE49-F238E27FC236}">
                      <a16:creationId xmlns:a16="http://schemas.microsoft.com/office/drawing/2014/main" id="{574D2CF6-4448-4D62-98F2-53D78C95FA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4" name="Straight Connector 243">
                  <a:extLst>
                    <a:ext uri="{FF2B5EF4-FFF2-40B4-BE49-F238E27FC236}">
                      <a16:creationId xmlns:a16="http://schemas.microsoft.com/office/drawing/2014/main" id="{F3F3F948-2269-4A66-9DEC-959A87A0540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5" name="Straight Connector 244">
                  <a:extLst>
                    <a:ext uri="{FF2B5EF4-FFF2-40B4-BE49-F238E27FC236}">
                      <a16:creationId xmlns:a16="http://schemas.microsoft.com/office/drawing/2014/main" id="{0B7CF8D5-1645-4193-96D9-AD653E099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6" name="Straight Connector 245">
                  <a:extLst>
                    <a:ext uri="{FF2B5EF4-FFF2-40B4-BE49-F238E27FC236}">
                      <a16:creationId xmlns:a16="http://schemas.microsoft.com/office/drawing/2014/main" id="{CF7B3990-54AB-46C2-AD3A-33B4C92F93F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7" name="Straight Connector 246">
                  <a:extLst>
                    <a:ext uri="{FF2B5EF4-FFF2-40B4-BE49-F238E27FC236}">
                      <a16:creationId xmlns:a16="http://schemas.microsoft.com/office/drawing/2014/main" id="{56475D92-332C-4919-AF70-35F215072C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8" name="Straight Connector 247">
                  <a:extLst>
                    <a:ext uri="{FF2B5EF4-FFF2-40B4-BE49-F238E27FC236}">
                      <a16:creationId xmlns:a16="http://schemas.microsoft.com/office/drawing/2014/main" id="{98041E17-6F5C-4286-B627-B889AE6BFC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9" name="Straight Connector 248">
                  <a:extLst>
                    <a:ext uri="{FF2B5EF4-FFF2-40B4-BE49-F238E27FC236}">
                      <a16:creationId xmlns:a16="http://schemas.microsoft.com/office/drawing/2014/main" id="{6B5B7517-306A-45E1-B3FD-BEF5754041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D60BC813-343C-4006-9AA7-364A0C07EAA6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232" name="Straight Connector 231">
                  <a:extLst>
                    <a:ext uri="{FF2B5EF4-FFF2-40B4-BE49-F238E27FC236}">
                      <a16:creationId xmlns:a16="http://schemas.microsoft.com/office/drawing/2014/main" id="{FE65B9F7-2C41-4383-BC65-968ACE24EB4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3" name="Straight Connector 232">
                  <a:extLst>
                    <a:ext uri="{FF2B5EF4-FFF2-40B4-BE49-F238E27FC236}">
                      <a16:creationId xmlns:a16="http://schemas.microsoft.com/office/drawing/2014/main" id="{110409C3-AC39-409C-86B6-DADEB19796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4" name="Straight Connector 233">
                  <a:extLst>
                    <a:ext uri="{FF2B5EF4-FFF2-40B4-BE49-F238E27FC236}">
                      <a16:creationId xmlns:a16="http://schemas.microsoft.com/office/drawing/2014/main" id="{2B37F921-6776-4773-A725-142E9F8D11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5" name="Straight Connector 234">
                  <a:extLst>
                    <a:ext uri="{FF2B5EF4-FFF2-40B4-BE49-F238E27FC236}">
                      <a16:creationId xmlns:a16="http://schemas.microsoft.com/office/drawing/2014/main" id="{FF600A37-8EEC-4DEA-9999-0903518F4F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6" name="Straight Connector 235">
                  <a:extLst>
                    <a:ext uri="{FF2B5EF4-FFF2-40B4-BE49-F238E27FC236}">
                      <a16:creationId xmlns:a16="http://schemas.microsoft.com/office/drawing/2014/main" id="{4A17A965-8421-4094-AE8A-F0DDA37BB6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7" name="Straight Connector 236">
                  <a:extLst>
                    <a:ext uri="{FF2B5EF4-FFF2-40B4-BE49-F238E27FC236}">
                      <a16:creationId xmlns:a16="http://schemas.microsoft.com/office/drawing/2014/main" id="{1CEA4781-F654-4E2B-AA4E-39823556D7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8" name="Straight Connector 237">
                  <a:extLst>
                    <a:ext uri="{FF2B5EF4-FFF2-40B4-BE49-F238E27FC236}">
                      <a16:creationId xmlns:a16="http://schemas.microsoft.com/office/drawing/2014/main" id="{F1D0FED9-52D2-415E-887C-762133E2A6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9" name="Straight Connector 238">
                  <a:extLst>
                    <a:ext uri="{FF2B5EF4-FFF2-40B4-BE49-F238E27FC236}">
                      <a16:creationId xmlns:a16="http://schemas.microsoft.com/office/drawing/2014/main" id="{D5ED5E43-2298-47A4-B817-B40E8F499F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0" name="Straight Connector 239">
                  <a:extLst>
                    <a:ext uri="{FF2B5EF4-FFF2-40B4-BE49-F238E27FC236}">
                      <a16:creationId xmlns:a16="http://schemas.microsoft.com/office/drawing/2014/main" id="{01C64DC6-C836-480A-8CD6-5B1148866C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F4C9FFD2-7A1B-4D75-97B2-D3418D8793B6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223" name="Straight Connector 222">
                  <a:extLst>
                    <a:ext uri="{FF2B5EF4-FFF2-40B4-BE49-F238E27FC236}">
                      <a16:creationId xmlns:a16="http://schemas.microsoft.com/office/drawing/2014/main" id="{BA20E578-F752-4A68-A8A9-C285FB3A326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4" name="Straight Connector 223">
                  <a:extLst>
                    <a:ext uri="{FF2B5EF4-FFF2-40B4-BE49-F238E27FC236}">
                      <a16:creationId xmlns:a16="http://schemas.microsoft.com/office/drawing/2014/main" id="{2A28B946-A2AE-4A5C-AB32-9950D99EF7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5" name="Straight Connector 224">
                  <a:extLst>
                    <a:ext uri="{FF2B5EF4-FFF2-40B4-BE49-F238E27FC236}">
                      <a16:creationId xmlns:a16="http://schemas.microsoft.com/office/drawing/2014/main" id="{2106DCEC-73DA-41F5-967E-B9BA82888C3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6" name="Straight Connector 225">
                  <a:extLst>
                    <a:ext uri="{FF2B5EF4-FFF2-40B4-BE49-F238E27FC236}">
                      <a16:creationId xmlns:a16="http://schemas.microsoft.com/office/drawing/2014/main" id="{2AB1024D-0228-4258-9589-42A53755D1A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7" name="Straight Connector 226">
                  <a:extLst>
                    <a:ext uri="{FF2B5EF4-FFF2-40B4-BE49-F238E27FC236}">
                      <a16:creationId xmlns:a16="http://schemas.microsoft.com/office/drawing/2014/main" id="{93F76EB9-557F-41D2-8A93-C6BE5C47757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8" name="Straight Connector 227">
                  <a:extLst>
                    <a:ext uri="{FF2B5EF4-FFF2-40B4-BE49-F238E27FC236}">
                      <a16:creationId xmlns:a16="http://schemas.microsoft.com/office/drawing/2014/main" id="{C2CCD249-FDC3-4847-83AF-90220C5D12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9" name="Straight Connector 228">
                  <a:extLst>
                    <a:ext uri="{FF2B5EF4-FFF2-40B4-BE49-F238E27FC236}">
                      <a16:creationId xmlns:a16="http://schemas.microsoft.com/office/drawing/2014/main" id="{CEF9777B-B226-4D27-80C7-17D599B78D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0" name="Straight Connector 229">
                  <a:extLst>
                    <a:ext uri="{FF2B5EF4-FFF2-40B4-BE49-F238E27FC236}">
                      <a16:creationId xmlns:a16="http://schemas.microsoft.com/office/drawing/2014/main" id="{AD4399D2-CDC6-4408-850E-4DBE74A7358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31" name="Straight Connector 230">
                  <a:extLst>
                    <a:ext uri="{FF2B5EF4-FFF2-40B4-BE49-F238E27FC236}">
                      <a16:creationId xmlns:a16="http://schemas.microsoft.com/office/drawing/2014/main" id="{05EDFAEC-0E93-4A07-A830-C5F6B8015E8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EB02C0AE-35C5-48F2-A2C2-1A29044C376C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214" name="Straight Connector 213">
                  <a:extLst>
                    <a:ext uri="{FF2B5EF4-FFF2-40B4-BE49-F238E27FC236}">
                      <a16:creationId xmlns:a16="http://schemas.microsoft.com/office/drawing/2014/main" id="{B43475FB-8EB3-49C0-830E-54EA2E86B3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5" name="Straight Connector 214">
                  <a:extLst>
                    <a:ext uri="{FF2B5EF4-FFF2-40B4-BE49-F238E27FC236}">
                      <a16:creationId xmlns:a16="http://schemas.microsoft.com/office/drawing/2014/main" id="{BEED4476-0418-4BB3-B6C9-3F85920339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6" name="Straight Connector 215">
                  <a:extLst>
                    <a:ext uri="{FF2B5EF4-FFF2-40B4-BE49-F238E27FC236}">
                      <a16:creationId xmlns:a16="http://schemas.microsoft.com/office/drawing/2014/main" id="{CF39122A-E2A5-4234-A5C3-CD56FDD687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7" name="Straight Connector 216">
                  <a:extLst>
                    <a:ext uri="{FF2B5EF4-FFF2-40B4-BE49-F238E27FC236}">
                      <a16:creationId xmlns:a16="http://schemas.microsoft.com/office/drawing/2014/main" id="{275ABCAF-27C1-432A-A6FB-4BBAC4C9B31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8" name="Straight Connector 217">
                  <a:extLst>
                    <a:ext uri="{FF2B5EF4-FFF2-40B4-BE49-F238E27FC236}">
                      <a16:creationId xmlns:a16="http://schemas.microsoft.com/office/drawing/2014/main" id="{5C981CB9-E5E2-4730-9A4F-8AE29223818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9" name="Straight Connector 218">
                  <a:extLst>
                    <a:ext uri="{FF2B5EF4-FFF2-40B4-BE49-F238E27FC236}">
                      <a16:creationId xmlns:a16="http://schemas.microsoft.com/office/drawing/2014/main" id="{988E3947-D6F9-46A0-A680-785C1371BAA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0" name="Straight Connector 219">
                  <a:extLst>
                    <a:ext uri="{FF2B5EF4-FFF2-40B4-BE49-F238E27FC236}">
                      <a16:creationId xmlns:a16="http://schemas.microsoft.com/office/drawing/2014/main" id="{DFCD45FA-4FAA-4154-A4AA-A86ED3A9EAF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1" name="Straight Connector 220">
                  <a:extLst>
                    <a:ext uri="{FF2B5EF4-FFF2-40B4-BE49-F238E27FC236}">
                      <a16:creationId xmlns:a16="http://schemas.microsoft.com/office/drawing/2014/main" id="{0D9D1F9B-D932-4466-B847-BFAEE83956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22" name="Straight Connector 221">
                  <a:extLst>
                    <a:ext uri="{FF2B5EF4-FFF2-40B4-BE49-F238E27FC236}">
                      <a16:creationId xmlns:a16="http://schemas.microsoft.com/office/drawing/2014/main" id="{1F36A991-5F91-4304-B0CA-CED58A33BCE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CDC855C6-2C0B-4E5C-A3D2-D82E55EBC538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205" name="Straight Connector 204">
                  <a:extLst>
                    <a:ext uri="{FF2B5EF4-FFF2-40B4-BE49-F238E27FC236}">
                      <a16:creationId xmlns:a16="http://schemas.microsoft.com/office/drawing/2014/main" id="{15A95F45-9AC6-4B30-8D33-3435BBE4A7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6" name="Straight Connector 205">
                  <a:extLst>
                    <a:ext uri="{FF2B5EF4-FFF2-40B4-BE49-F238E27FC236}">
                      <a16:creationId xmlns:a16="http://schemas.microsoft.com/office/drawing/2014/main" id="{9CB066E4-C70A-46A8-B8C2-CD1FF273AF0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7" name="Straight Connector 206">
                  <a:extLst>
                    <a:ext uri="{FF2B5EF4-FFF2-40B4-BE49-F238E27FC236}">
                      <a16:creationId xmlns:a16="http://schemas.microsoft.com/office/drawing/2014/main" id="{1E0C0D4E-2F58-4940-840B-C77308DF233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8" name="Straight Connector 207">
                  <a:extLst>
                    <a:ext uri="{FF2B5EF4-FFF2-40B4-BE49-F238E27FC236}">
                      <a16:creationId xmlns:a16="http://schemas.microsoft.com/office/drawing/2014/main" id="{A2803C05-8A8E-4165-AFD8-905FD237D5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>
                  <a:extLst>
                    <a:ext uri="{FF2B5EF4-FFF2-40B4-BE49-F238E27FC236}">
                      <a16:creationId xmlns:a16="http://schemas.microsoft.com/office/drawing/2014/main" id="{0E8DE248-3504-47E8-9A63-285B6A0543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>
                  <a:extLst>
                    <a:ext uri="{FF2B5EF4-FFF2-40B4-BE49-F238E27FC236}">
                      <a16:creationId xmlns:a16="http://schemas.microsoft.com/office/drawing/2014/main" id="{33301ABF-02B6-4578-91D2-E1561AD5FF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1" name="Straight Connector 210">
                  <a:extLst>
                    <a:ext uri="{FF2B5EF4-FFF2-40B4-BE49-F238E27FC236}">
                      <a16:creationId xmlns:a16="http://schemas.microsoft.com/office/drawing/2014/main" id="{F4F22823-2BA5-4BA6-801C-93FBAA6A41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2" name="Straight Connector 211">
                  <a:extLst>
                    <a:ext uri="{FF2B5EF4-FFF2-40B4-BE49-F238E27FC236}">
                      <a16:creationId xmlns:a16="http://schemas.microsoft.com/office/drawing/2014/main" id="{2838272E-07D7-4F45-9A19-BCDC45926B1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3" name="Straight Connector 212">
                  <a:extLst>
                    <a:ext uri="{FF2B5EF4-FFF2-40B4-BE49-F238E27FC236}">
                      <a16:creationId xmlns:a16="http://schemas.microsoft.com/office/drawing/2014/main" id="{7080238A-6C8F-4100-B8E5-39BE33E69DA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95" name="Group 194">
                <a:extLst>
                  <a:ext uri="{FF2B5EF4-FFF2-40B4-BE49-F238E27FC236}">
                    <a16:creationId xmlns:a16="http://schemas.microsoft.com/office/drawing/2014/main" id="{9A813269-96CB-4D9C-BAE8-71C0D0C5442D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196" name="Straight Connector 195">
                  <a:extLst>
                    <a:ext uri="{FF2B5EF4-FFF2-40B4-BE49-F238E27FC236}">
                      <a16:creationId xmlns:a16="http://schemas.microsoft.com/office/drawing/2014/main" id="{B367AD41-4A12-47A1-BF0A-8B368360A7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7" name="Straight Connector 196">
                  <a:extLst>
                    <a:ext uri="{FF2B5EF4-FFF2-40B4-BE49-F238E27FC236}">
                      <a16:creationId xmlns:a16="http://schemas.microsoft.com/office/drawing/2014/main" id="{81B24791-AC8D-4A06-9E8E-CD21E38915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8" name="Straight Connector 197">
                  <a:extLst>
                    <a:ext uri="{FF2B5EF4-FFF2-40B4-BE49-F238E27FC236}">
                      <a16:creationId xmlns:a16="http://schemas.microsoft.com/office/drawing/2014/main" id="{53F16795-9FEA-450C-8077-47AE8730E3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9" name="Straight Connector 198">
                  <a:extLst>
                    <a:ext uri="{FF2B5EF4-FFF2-40B4-BE49-F238E27FC236}">
                      <a16:creationId xmlns:a16="http://schemas.microsoft.com/office/drawing/2014/main" id="{9C98F431-E33B-4A4A-B5FD-34325D939A6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0" name="Straight Connector 199">
                  <a:extLst>
                    <a:ext uri="{FF2B5EF4-FFF2-40B4-BE49-F238E27FC236}">
                      <a16:creationId xmlns:a16="http://schemas.microsoft.com/office/drawing/2014/main" id="{3F7A71D5-082B-423E-95CE-D106C88A15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1" name="Straight Connector 200">
                  <a:extLst>
                    <a:ext uri="{FF2B5EF4-FFF2-40B4-BE49-F238E27FC236}">
                      <a16:creationId xmlns:a16="http://schemas.microsoft.com/office/drawing/2014/main" id="{154685CE-4D0E-49EF-9230-E56B997C96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2" name="Straight Connector 201">
                  <a:extLst>
                    <a:ext uri="{FF2B5EF4-FFF2-40B4-BE49-F238E27FC236}">
                      <a16:creationId xmlns:a16="http://schemas.microsoft.com/office/drawing/2014/main" id="{70478701-FD79-4779-823F-AAA8070694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3" name="Straight Connector 202">
                  <a:extLst>
                    <a:ext uri="{FF2B5EF4-FFF2-40B4-BE49-F238E27FC236}">
                      <a16:creationId xmlns:a16="http://schemas.microsoft.com/office/drawing/2014/main" id="{C6792968-6E1F-44F5-BEED-954A010FB17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4" name="Straight Connector 203">
                  <a:extLst>
                    <a:ext uri="{FF2B5EF4-FFF2-40B4-BE49-F238E27FC236}">
                      <a16:creationId xmlns:a16="http://schemas.microsoft.com/office/drawing/2014/main" id="{E464B661-CA46-4FAC-A2EE-89DD511FA1E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8" name="Group 57">
              <a:extLst>
                <a:ext uri="{FF2B5EF4-FFF2-40B4-BE49-F238E27FC236}">
                  <a16:creationId xmlns:a16="http://schemas.microsoft.com/office/drawing/2014/main" id="{F93506F6-807B-40B0-A794-468DA76171B4}"/>
                </a:ext>
              </a:extLst>
            </p:cNvPr>
            <p:cNvGrpSpPr/>
            <p:nvPr/>
          </p:nvGrpSpPr>
          <p:grpSpPr>
            <a:xfrm>
              <a:off x="4878588" y="1427667"/>
              <a:ext cx="1813091" cy="1738718"/>
              <a:chOff x="3908409" y="523174"/>
              <a:chExt cx="1813091" cy="1738718"/>
            </a:xfrm>
          </p:grpSpPr>
          <p:grpSp>
            <p:nvGrpSpPr>
              <p:cNvPr id="119" name="Group 118">
                <a:extLst>
                  <a:ext uri="{FF2B5EF4-FFF2-40B4-BE49-F238E27FC236}">
                    <a16:creationId xmlns:a16="http://schemas.microsoft.com/office/drawing/2014/main" id="{AA28D3BA-0A15-4BBB-9A77-46B36A72A5A6}"/>
                  </a:ext>
                </a:extLst>
              </p:cNvPr>
              <p:cNvGrpSpPr/>
              <p:nvPr/>
            </p:nvGrpSpPr>
            <p:grpSpPr>
              <a:xfrm>
                <a:off x="4267200" y="638175"/>
                <a:ext cx="0" cy="895350"/>
                <a:chOff x="4267200" y="638175"/>
                <a:chExt cx="0" cy="895350"/>
              </a:xfrm>
            </p:grpSpPr>
            <p:cxnSp>
              <p:nvCxnSpPr>
                <p:cNvPr id="180" name="Straight Connector 179">
                  <a:extLst>
                    <a:ext uri="{FF2B5EF4-FFF2-40B4-BE49-F238E27FC236}">
                      <a16:creationId xmlns:a16="http://schemas.microsoft.com/office/drawing/2014/main" id="{A911AFD5-EE5C-44E5-AA5B-917A43C1C68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1" name="Straight Connector 180">
                  <a:extLst>
                    <a:ext uri="{FF2B5EF4-FFF2-40B4-BE49-F238E27FC236}">
                      <a16:creationId xmlns:a16="http://schemas.microsoft.com/office/drawing/2014/main" id="{B69DE498-54FE-4564-9D57-668D338FA97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2" name="Straight Connector 181">
                  <a:extLst>
                    <a:ext uri="{FF2B5EF4-FFF2-40B4-BE49-F238E27FC236}">
                      <a16:creationId xmlns:a16="http://schemas.microsoft.com/office/drawing/2014/main" id="{237B8734-0F6B-4252-8A33-8B9CEE7C783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3" name="Straight Connector 182">
                  <a:extLst>
                    <a:ext uri="{FF2B5EF4-FFF2-40B4-BE49-F238E27FC236}">
                      <a16:creationId xmlns:a16="http://schemas.microsoft.com/office/drawing/2014/main" id="{8A07D90A-5263-4480-AC84-CA7EEB76C7B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4" name="Straight Connector 183">
                  <a:extLst>
                    <a:ext uri="{FF2B5EF4-FFF2-40B4-BE49-F238E27FC236}">
                      <a16:creationId xmlns:a16="http://schemas.microsoft.com/office/drawing/2014/main" id="{A04F10C8-F187-4CC6-BED8-421324D8F3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5" name="Straight Connector 184">
                  <a:extLst>
                    <a:ext uri="{FF2B5EF4-FFF2-40B4-BE49-F238E27FC236}">
                      <a16:creationId xmlns:a16="http://schemas.microsoft.com/office/drawing/2014/main" id="{989F62F3-90D3-48AA-B5E3-F3F4C74AAB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6" name="Straight Connector 185">
                  <a:extLst>
                    <a:ext uri="{FF2B5EF4-FFF2-40B4-BE49-F238E27FC236}">
                      <a16:creationId xmlns:a16="http://schemas.microsoft.com/office/drawing/2014/main" id="{EAED6E0D-3E5D-48AF-9E7B-93DBCB63CD6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7" name="Straight Connector 186">
                  <a:extLst>
                    <a:ext uri="{FF2B5EF4-FFF2-40B4-BE49-F238E27FC236}">
                      <a16:creationId xmlns:a16="http://schemas.microsoft.com/office/drawing/2014/main" id="{92A3297D-A6AB-4A20-A931-30025E9BFB8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88" name="Straight Connector 187">
                  <a:extLst>
                    <a:ext uri="{FF2B5EF4-FFF2-40B4-BE49-F238E27FC236}">
                      <a16:creationId xmlns:a16="http://schemas.microsoft.com/office/drawing/2014/main" id="{5740D486-F5AA-4404-9995-BA0FD6047E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0" name="Group 119">
                <a:extLst>
                  <a:ext uri="{FF2B5EF4-FFF2-40B4-BE49-F238E27FC236}">
                    <a16:creationId xmlns:a16="http://schemas.microsoft.com/office/drawing/2014/main" id="{248DB129-7DCD-47AB-A25E-1757A2277271}"/>
                  </a:ext>
                </a:extLst>
              </p:cNvPr>
              <p:cNvGrpSpPr/>
              <p:nvPr/>
            </p:nvGrpSpPr>
            <p:grpSpPr>
              <a:xfrm>
                <a:off x="4528241" y="1123272"/>
                <a:ext cx="0" cy="895350"/>
                <a:chOff x="4267200" y="638175"/>
                <a:chExt cx="0" cy="895350"/>
              </a:xfrm>
            </p:grpSpPr>
            <p:cxnSp>
              <p:nvCxnSpPr>
                <p:cNvPr id="171" name="Straight Connector 170">
                  <a:extLst>
                    <a:ext uri="{FF2B5EF4-FFF2-40B4-BE49-F238E27FC236}">
                      <a16:creationId xmlns:a16="http://schemas.microsoft.com/office/drawing/2014/main" id="{FC996F69-563E-4F5E-8B2B-5021D245233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2" name="Straight Connector 171">
                  <a:extLst>
                    <a:ext uri="{FF2B5EF4-FFF2-40B4-BE49-F238E27FC236}">
                      <a16:creationId xmlns:a16="http://schemas.microsoft.com/office/drawing/2014/main" id="{F1413512-95B1-482E-840D-9E228E0850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3" name="Straight Connector 172">
                  <a:extLst>
                    <a:ext uri="{FF2B5EF4-FFF2-40B4-BE49-F238E27FC236}">
                      <a16:creationId xmlns:a16="http://schemas.microsoft.com/office/drawing/2014/main" id="{6C294D0C-D41B-40A7-B5E1-ADAF9FB4A5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4" name="Straight Connector 173">
                  <a:extLst>
                    <a:ext uri="{FF2B5EF4-FFF2-40B4-BE49-F238E27FC236}">
                      <a16:creationId xmlns:a16="http://schemas.microsoft.com/office/drawing/2014/main" id="{89B62E41-D150-4781-9B3B-4CA30BD323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Straight Connector 174">
                  <a:extLst>
                    <a:ext uri="{FF2B5EF4-FFF2-40B4-BE49-F238E27FC236}">
                      <a16:creationId xmlns:a16="http://schemas.microsoft.com/office/drawing/2014/main" id="{0A4A50D3-C7FB-4578-9784-573623769C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6" name="Straight Connector 175">
                  <a:extLst>
                    <a:ext uri="{FF2B5EF4-FFF2-40B4-BE49-F238E27FC236}">
                      <a16:creationId xmlns:a16="http://schemas.microsoft.com/office/drawing/2014/main" id="{4BB87244-6DFB-4E19-8DF6-982AC3F8299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7" name="Straight Connector 176">
                  <a:extLst>
                    <a:ext uri="{FF2B5EF4-FFF2-40B4-BE49-F238E27FC236}">
                      <a16:creationId xmlns:a16="http://schemas.microsoft.com/office/drawing/2014/main" id="{F3F5F33C-7CA1-41F7-97E0-FDC2FCA93B0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8" name="Straight Connector 177">
                  <a:extLst>
                    <a:ext uri="{FF2B5EF4-FFF2-40B4-BE49-F238E27FC236}">
                      <a16:creationId xmlns:a16="http://schemas.microsoft.com/office/drawing/2014/main" id="{C0C9C30E-32BE-46B8-8618-DD2D9E792CD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9" name="Straight Connector 178">
                  <a:extLst>
                    <a:ext uri="{FF2B5EF4-FFF2-40B4-BE49-F238E27FC236}">
                      <a16:creationId xmlns:a16="http://schemas.microsoft.com/office/drawing/2014/main" id="{1D809EDF-A016-46DA-B5ED-496D32A39E2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1" name="Group 120">
                <a:extLst>
                  <a:ext uri="{FF2B5EF4-FFF2-40B4-BE49-F238E27FC236}">
                    <a16:creationId xmlns:a16="http://schemas.microsoft.com/office/drawing/2014/main" id="{832BA24D-4243-4F4B-83F8-9D46D347FC72}"/>
                  </a:ext>
                </a:extLst>
              </p:cNvPr>
              <p:cNvGrpSpPr/>
              <p:nvPr/>
            </p:nvGrpSpPr>
            <p:grpSpPr>
              <a:xfrm>
                <a:off x="4789283" y="778374"/>
                <a:ext cx="0" cy="895350"/>
                <a:chOff x="4267200" y="638175"/>
                <a:chExt cx="0" cy="895350"/>
              </a:xfrm>
            </p:grpSpPr>
            <p:cxnSp>
              <p:nvCxnSpPr>
                <p:cNvPr id="162" name="Straight Connector 161">
                  <a:extLst>
                    <a:ext uri="{FF2B5EF4-FFF2-40B4-BE49-F238E27FC236}">
                      <a16:creationId xmlns:a16="http://schemas.microsoft.com/office/drawing/2014/main" id="{607F8392-BFE2-4841-8351-BAA7D3F698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Connector 162">
                  <a:extLst>
                    <a:ext uri="{FF2B5EF4-FFF2-40B4-BE49-F238E27FC236}">
                      <a16:creationId xmlns:a16="http://schemas.microsoft.com/office/drawing/2014/main" id="{ED7F67AF-E2F1-4F8F-A67A-6C645BC9E1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Connector 163">
                  <a:extLst>
                    <a:ext uri="{FF2B5EF4-FFF2-40B4-BE49-F238E27FC236}">
                      <a16:creationId xmlns:a16="http://schemas.microsoft.com/office/drawing/2014/main" id="{33CF37B2-BAA6-44E5-AFA4-C169B8ED305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Connector 164">
                  <a:extLst>
                    <a:ext uri="{FF2B5EF4-FFF2-40B4-BE49-F238E27FC236}">
                      <a16:creationId xmlns:a16="http://schemas.microsoft.com/office/drawing/2014/main" id="{B6809B88-3352-47B0-A9B4-9541613C87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Connector 165">
                  <a:extLst>
                    <a:ext uri="{FF2B5EF4-FFF2-40B4-BE49-F238E27FC236}">
                      <a16:creationId xmlns:a16="http://schemas.microsoft.com/office/drawing/2014/main" id="{051EC76B-B3DA-4957-978D-5AE38D76853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Straight Connector 166">
                  <a:extLst>
                    <a:ext uri="{FF2B5EF4-FFF2-40B4-BE49-F238E27FC236}">
                      <a16:creationId xmlns:a16="http://schemas.microsoft.com/office/drawing/2014/main" id="{F428D59C-20DF-4AAE-97E9-67257A7FB64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8" name="Straight Connector 167">
                  <a:extLst>
                    <a:ext uri="{FF2B5EF4-FFF2-40B4-BE49-F238E27FC236}">
                      <a16:creationId xmlns:a16="http://schemas.microsoft.com/office/drawing/2014/main" id="{D1D93497-0BED-4C5B-9FBC-5E56217DC99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9" name="Straight Connector 168">
                  <a:extLst>
                    <a:ext uri="{FF2B5EF4-FFF2-40B4-BE49-F238E27FC236}">
                      <a16:creationId xmlns:a16="http://schemas.microsoft.com/office/drawing/2014/main" id="{A6BDAD4D-8AF6-4B32-981F-C1BC2E7740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0" name="Straight Connector 169">
                  <a:extLst>
                    <a:ext uri="{FF2B5EF4-FFF2-40B4-BE49-F238E27FC236}">
                      <a16:creationId xmlns:a16="http://schemas.microsoft.com/office/drawing/2014/main" id="{B75FECA6-D900-406C-89A3-8186DCB51D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2" name="Group 121">
                <a:extLst>
                  <a:ext uri="{FF2B5EF4-FFF2-40B4-BE49-F238E27FC236}">
                    <a16:creationId xmlns:a16="http://schemas.microsoft.com/office/drawing/2014/main" id="{57C38D6B-F83D-4CB7-ADF5-45F4FCEB232F}"/>
                  </a:ext>
                </a:extLst>
              </p:cNvPr>
              <p:cNvGrpSpPr/>
              <p:nvPr/>
            </p:nvGrpSpPr>
            <p:grpSpPr>
              <a:xfrm>
                <a:off x="5024438" y="1366542"/>
                <a:ext cx="0" cy="895350"/>
                <a:chOff x="4267200" y="638175"/>
                <a:chExt cx="0" cy="895350"/>
              </a:xfrm>
            </p:grpSpPr>
            <p:cxnSp>
              <p:nvCxnSpPr>
                <p:cNvPr id="153" name="Straight Connector 152">
                  <a:extLst>
                    <a:ext uri="{FF2B5EF4-FFF2-40B4-BE49-F238E27FC236}">
                      <a16:creationId xmlns:a16="http://schemas.microsoft.com/office/drawing/2014/main" id="{035D6076-6B47-48F4-843C-A95D3849BB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4" name="Straight Connector 153">
                  <a:extLst>
                    <a:ext uri="{FF2B5EF4-FFF2-40B4-BE49-F238E27FC236}">
                      <a16:creationId xmlns:a16="http://schemas.microsoft.com/office/drawing/2014/main" id="{23E9D0C7-A3E4-4792-BB07-F7468C60B78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5" name="Straight Connector 154">
                  <a:extLst>
                    <a:ext uri="{FF2B5EF4-FFF2-40B4-BE49-F238E27FC236}">
                      <a16:creationId xmlns:a16="http://schemas.microsoft.com/office/drawing/2014/main" id="{2A5B88AC-7CA6-48C7-BBB2-1FB2ADD540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6" name="Straight Connector 155">
                  <a:extLst>
                    <a:ext uri="{FF2B5EF4-FFF2-40B4-BE49-F238E27FC236}">
                      <a16:creationId xmlns:a16="http://schemas.microsoft.com/office/drawing/2014/main" id="{86E9C394-685F-4A30-B42E-69847D20F5B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7" name="Straight Connector 156">
                  <a:extLst>
                    <a:ext uri="{FF2B5EF4-FFF2-40B4-BE49-F238E27FC236}">
                      <a16:creationId xmlns:a16="http://schemas.microsoft.com/office/drawing/2014/main" id="{E0202012-E991-4533-A1A4-C15ED91EE0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Connector 157">
                  <a:extLst>
                    <a:ext uri="{FF2B5EF4-FFF2-40B4-BE49-F238E27FC236}">
                      <a16:creationId xmlns:a16="http://schemas.microsoft.com/office/drawing/2014/main" id="{AFBA6E03-7279-4E26-B08A-8C0AF543AD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Connector 158">
                  <a:extLst>
                    <a:ext uri="{FF2B5EF4-FFF2-40B4-BE49-F238E27FC236}">
                      <a16:creationId xmlns:a16="http://schemas.microsoft.com/office/drawing/2014/main" id="{9EF04368-BB10-4146-94F5-A5A8C01CFB7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Connector 159">
                  <a:extLst>
                    <a:ext uri="{FF2B5EF4-FFF2-40B4-BE49-F238E27FC236}">
                      <a16:creationId xmlns:a16="http://schemas.microsoft.com/office/drawing/2014/main" id="{F89A8C51-C602-4FFB-BE34-62B08731176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Connector 160">
                  <a:extLst>
                    <a:ext uri="{FF2B5EF4-FFF2-40B4-BE49-F238E27FC236}">
                      <a16:creationId xmlns:a16="http://schemas.microsoft.com/office/drawing/2014/main" id="{51899194-0893-42EA-8A7E-7F676F00DAB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3" name="Group 122">
                <a:extLst>
                  <a:ext uri="{FF2B5EF4-FFF2-40B4-BE49-F238E27FC236}">
                    <a16:creationId xmlns:a16="http://schemas.microsoft.com/office/drawing/2014/main" id="{85C31F7A-C634-437B-9EA2-DD1425F46F8E}"/>
                  </a:ext>
                </a:extLst>
              </p:cNvPr>
              <p:cNvGrpSpPr/>
              <p:nvPr/>
            </p:nvGrpSpPr>
            <p:grpSpPr>
              <a:xfrm flipH="1">
                <a:off x="5221171" y="840581"/>
                <a:ext cx="108627" cy="895350"/>
                <a:chOff x="4267200" y="638175"/>
                <a:chExt cx="0" cy="895350"/>
              </a:xfrm>
            </p:grpSpPr>
            <p:cxnSp>
              <p:nvCxnSpPr>
                <p:cNvPr id="144" name="Straight Connector 143">
                  <a:extLst>
                    <a:ext uri="{FF2B5EF4-FFF2-40B4-BE49-F238E27FC236}">
                      <a16:creationId xmlns:a16="http://schemas.microsoft.com/office/drawing/2014/main" id="{07C93166-C97A-45B2-BA64-1DB1D8C52D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Connector 144">
                  <a:extLst>
                    <a:ext uri="{FF2B5EF4-FFF2-40B4-BE49-F238E27FC236}">
                      <a16:creationId xmlns:a16="http://schemas.microsoft.com/office/drawing/2014/main" id="{31CC03B6-EE01-47CB-ABE5-7C7A8937CE4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Connector 145">
                  <a:extLst>
                    <a:ext uri="{FF2B5EF4-FFF2-40B4-BE49-F238E27FC236}">
                      <a16:creationId xmlns:a16="http://schemas.microsoft.com/office/drawing/2014/main" id="{908446BF-02A0-42C0-B469-A0A8B27443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Connector 146">
                  <a:extLst>
                    <a:ext uri="{FF2B5EF4-FFF2-40B4-BE49-F238E27FC236}">
                      <a16:creationId xmlns:a16="http://schemas.microsoft.com/office/drawing/2014/main" id="{F2FDD36C-3443-489D-8332-68919F5ED8B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Connector 147">
                  <a:extLst>
                    <a:ext uri="{FF2B5EF4-FFF2-40B4-BE49-F238E27FC236}">
                      <a16:creationId xmlns:a16="http://schemas.microsoft.com/office/drawing/2014/main" id="{E68D9B2B-3374-44E1-A2B2-A3952EC166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Connector 148">
                  <a:extLst>
                    <a:ext uri="{FF2B5EF4-FFF2-40B4-BE49-F238E27FC236}">
                      <a16:creationId xmlns:a16="http://schemas.microsoft.com/office/drawing/2014/main" id="{845A58A5-E389-44BC-87B9-DCBD09DB1FD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Connector 149">
                  <a:extLst>
                    <a:ext uri="{FF2B5EF4-FFF2-40B4-BE49-F238E27FC236}">
                      <a16:creationId xmlns:a16="http://schemas.microsoft.com/office/drawing/2014/main" id="{CC8A9F85-71B3-4243-BEB0-5E05CA9F34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Connector 150">
                  <a:extLst>
                    <a:ext uri="{FF2B5EF4-FFF2-40B4-BE49-F238E27FC236}">
                      <a16:creationId xmlns:a16="http://schemas.microsoft.com/office/drawing/2014/main" id="{F4A18471-4F39-4BD8-824A-7C986F634F7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Connector 151">
                  <a:extLst>
                    <a:ext uri="{FF2B5EF4-FFF2-40B4-BE49-F238E27FC236}">
                      <a16:creationId xmlns:a16="http://schemas.microsoft.com/office/drawing/2014/main" id="{DF273AB6-2815-401E-884A-78DE54BCC32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4" name="Group 123">
                <a:extLst>
                  <a:ext uri="{FF2B5EF4-FFF2-40B4-BE49-F238E27FC236}">
                    <a16:creationId xmlns:a16="http://schemas.microsoft.com/office/drawing/2014/main" id="{B159D36B-6D4C-4ABB-81D0-39DD2BA9A0F7}"/>
                  </a:ext>
                </a:extLst>
              </p:cNvPr>
              <p:cNvGrpSpPr/>
              <p:nvPr/>
            </p:nvGrpSpPr>
            <p:grpSpPr>
              <a:xfrm flipH="1">
                <a:off x="5612873" y="523174"/>
                <a:ext cx="108627" cy="895350"/>
                <a:chOff x="4267200" y="638175"/>
                <a:chExt cx="0" cy="895350"/>
              </a:xfrm>
            </p:grpSpPr>
            <p:cxnSp>
              <p:nvCxnSpPr>
                <p:cNvPr id="135" name="Straight Connector 134">
                  <a:extLst>
                    <a:ext uri="{FF2B5EF4-FFF2-40B4-BE49-F238E27FC236}">
                      <a16:creationId xmlns:a16="http://schemas.microsoft.com/office/drawing/2014/main" id="{2B20BB75-0E5A-4CDF-B906-12E626DE15F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6" name="Straight Connector 135">
                  <a:extLst>
                    <a:ext uri="{FF2B5EF4-FFF2-40B4-BE49-F238E27FC236}">
                      <a16:creationId xmlns:a16="http://schemas.microsoft.com/office/drawing/2014/main" id="{420A7D2E-7363-4573-88A6-9002F1874AC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7" name="Straight Connector 136">
                  <a:extLst>
                    <a:ext uri="{FF2B5EF4-FFF2-40B4-BE49-F238E27FC236}">
                      <a16:creationId xmlns:a16="http://schemas.microsoft.com/office/drawing/2014/main" id="{391C75BA-A3A1-49BB-8E14-0708CB2909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8" name="Straight Connector 137">
                  <a:extLst>
                    <a:ext uri="{FF2B5EF4-FFF2-40B4-BE49-F238E27FC236}">
                      <a16:creationId xmlns:a16="http://schemas.microsoft.com/office/drawing/2014/main" id="{7592B4E1-34C4-47A8-9577-1A5A82B98B6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9" name="Straight Connector 138">
                  <a:extLst>
                    <a:ext uri="{FF2B5EF4-FFF2-40B4-BE49-F238E27FC236}">
                      <a16:creationId xmlns:a16="http://schemas.microsoft.com/office/drawing/2014/main" id="{D15509EA-AFC3-4633-9C03-4E196B54A1E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0" name="Straight Connector 139">
                  <a:extLst>
                    <a:ext uri="{FF2B5EF4-FFF2-40B4-BE49-F238E27FC236}">
                      <a16:creationId xmlns:a16="http://schemas.microsoft.com/office/drawing/2014/main" id="{F897E841-33B3-4C63-B705-DC50D0B8DF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1" name="Straight Connector 140">
                  <a:extLst>
                    <a:ext uri="{FF2B5EF4-FFF2-40B4-BE49-F238E27FC236}">
                      <a16:creationId xmlns:a16="http://schemas.microsoft.com/office/drawing/2014/main" id="{AF839659-8BDB-4354-A9E5-C6BFB469C4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2" name="Straight Connector 141">
                  <a:extLst>
                    <a:ext uri="{FF2B5EF4-FFF2-40B4-BE49-F238E27FC236}">
                      <a16:creationId xmlns:a16="http://schemas.microsoft.com/office/drawing/2014/main" id="{858FA9FF-E2AB-440D-8EF3-10DAAB0789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3" name="Straight Connector 142">
                  <a:extLst>
                    <a:ext uri="{FF2B5EF4-FFF2-40B4-BE49-F238E27FC236}">
                      <a16:creationId xmlns:a16="http://schemas.microsoft.com/office/drawing/2014/main" id="{8E6E6F1B-2FB7-47F0-B4A2-14FB0ED3D47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125" name="Group 124">
                <a:extLst>
                  <a:ext uri="{FF2B5EF4-FFF2-40B4-BE49-F238E27FC236}">
                    <a16:creationId xmlns:a16="http://schemas.microsoft.com/office/drawing/2014/main" id="{035E92B3-FB24-4D03-AD29-5BA238F801AE}"/>
                  </a:ext>
                </a:extLst>
              </p:cNvPr>
              <p:cNvGrpSpPr/>
              <p:nvPr/>
            </p:nvGrpSpPr>
            <p:grpSpPr>
              <a:xfrm flipH="1">
                <a:off x="3908409" y="999446"/>
                <a:ext cx="108627" cy="895350"/>
                <a:chOff x="4267200" y="638175"/>
                <a:chExt cx="0" cy="895350"/>
              </a:xfrm>
            </p:grpSpPr>
            <p:cxnSp>
              <p:nvCxnSpPr>
                <p:cNvPr id="126" name="Straight Connector 125">
                  <a:extLst>
                    <a:ext uri="{FF2B5EF4-FFF2-40B4-BE49-F238E27FC236}">
                      <a16:creationId xmlns:a16="http://schemas.microsoft.com/office/drawing/2014/main" id="{0FFC4B68-6E44-4E05-8A50-277389D4254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638175"/>
                  <a:ext cx="0" cy="10477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7" name="Straight Connector 126">
                  <a:extLst>
                    <a:ext uri="{FF2B5EF4-FFF2-40B4-BE49-F238E27FC236}">
                      <a16:creationId xmlns:a16="http://schemas.microsoft.com/office/drawing/2014/main" id="{88EB0E92-F7B3-41C9-B4A4-634594767E5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781050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8" name="Straight Connector 127">
                  <a:extLst>
                    <a:ext uri="{FF2B5EF4-FFF2-40B4-BE49-F238E27FC236}">
                      <a16:creationId xmlns:a16="http://schemas.microsoft.com/office/drawing/2014/main" id="{4D09CC0A-93DB-411D-9DEB-44B80B7E49F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869156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29" name="Straight Connector 128">
                  <a:extLst>
                    <a:ext uri="{FF2B5EF4-FFF2-40B4-BE49-F238E27FC236}">
                      <a16:creationId xmlns:a16="http://schemas.microsoft.com/office/drawing/2014/main" id="{8A04A788-5D7E-495B-B541-FFFCA60653A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957262"/>
                  <a:ext cx="0" cy="116682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0" name="Straight Connector 129">
                  <a:extLst>
                    <a:ext uri="{FF2B5EF4-FFF2-40B4-BE49-F238E27FC236}">
                      <a16:creationId xmlns:a16="http://schemas.microsoft.com/office/drawing/2014/main" id="{E38B064A-D12D-4AF9-8517-CB35819D7C0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092315"/>
                  <a:ext cx="0" cy="3095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1" name="Straight Connector 130">
                  <a:extLst>
                    <a:ext uri="{FF2B5EF4-FFF2-40B4-BE49-F238E27FC236}">
                      <a16:creationId xmlns:a16="http://schemas.microsoft.com/office/drawing/2014/main" id="{23F35B00-445D-4360-94C7-A66EE7E8525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226343"/>
                  <a:ext cx="0" cy="61913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2" name="Straight Connector 131">
                  <a:extLst>
                    <a:ext uri="{FF2B5EF4-FFF2-40B4-BE49-F238E27FC236}">
                      <a16:creationId xmlns:a16="http://schemas.microsoft.com/office/drawing/2014/main" id="{E9C8AB81-9B00-4094-8736-A0B5D7E964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308065"/>
                  <a:ext cx="0" cy="177835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3" name="Straight Connector 132">
                  <a:extLst>
                    <a:ext uri="{FF2B5EF4-FFF2-40B4-BE49-F238E27FC236}">
                      <a16:creationId xmlns:a16="http://schemas.microsoft.com/office/drawing/2014/main" id="{E335211C-FCE8-44E9-8646-2A42B55C1B7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141603"/>
                  <a:ext cx="0" cy="63350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34" name="Straight Connector 133">
                  <a:extLst>
                    <a:ext uri="{FF2B5EF4-FFF2-40B4-BE49-F238E27FC236}">
                      <a16:creationId xmlns:a16="http://schemas.microsoft.com/office/drawing/2014/main" id="{7640455E-C0BA-4507-BD2D-97ACFE21EEB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4267200" y="1504138"/>
                  <a:ext cx="0" cy="29387"/>
                </a:xfrm>
                <a:prstGeom prst="line">
                  <a:avLst/>
                </a:prstGeom>
                <a:ln w="12700">
                  <a:solidFill>
                    <a:schemeClr val="accent1">
                      <a:lumMod val="5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2EAF997B-EF2E-4014-AA0F-A50D135A508E}"/>
                </a:ext>
              </a:extLst>
            </p:cNvPr>
            <p:cNvGrpSpPr/>
            <p:nvPr/>
          </p:nvGrpSpPr>
          <p:grpSpPr>
            <a:xfrm>
              <a:off x="11025738" y="419279"/>
              <a:ext cx="0" cy="895350"/>
              <a:chOff x="4267200" y="638175"/>
              <a:chExt cx="0" cy="895350"/>
            </a:xfrm>
          </p:grpSpPr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B7AED356-B42D-476C-9780-5E5FD030D88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DE6F74FD-9042-4AB4-8B9B-453AB70BF9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682CAB2B-82A0-446E-9C44-0BBDFAE1203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406E7121-013B-4CBC-B6E7-F7B4A035C2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DD58FE9D-2F69-476B-95DA-58FD611A69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C244F7EF-81F2-4DD9-A0A4-062C7C48D84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0AD1B22E-E540-4751-98EB-3D31A2172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A2E9B03B-411A-4504-95DC-E5C52A93AB1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2702AB31-82A7-4658-9401-779FE86919B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80B453CB-8D13-4ED4-9118-30C7AE2958F4}"/>
                </a:ext>
              </a:extLst>
            </p:cNvPr>
            <p:cNvGrpSpPr/>
            <p:nvPr/>
          </p:nvGrpSpPr>
          <p:grpSpPr>
            <a:xfrm>
              <a:off x="11286779" y="904376"/>
              <a:ext cx="0" cy="895350"/>
              <a:chOff x="4267200" y="638175"/>
              <a:chExt cx="0" cy="895350"/>
            </a:xfrm>
          </p:grpSpPr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B110C566-524E-4295-B7D4-CDA023DD5D9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3750EB4C-45C3-46BF-8858-8B1AA0C2F98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DB31CD6D-292F-4A8E-B3A1-6A3E2975AA5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B38114A6-246D-44B7-A83F-CB6B6AE8CC4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F80F83AD-FE9E-4CD0-90FA-8D20B5C4FE6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9A57CC1B-684A-49CA-8DF3-153B9675B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53C3D73B-432B-4179-AE49-07976640571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B9165147-4B33-4D54-B307-2A62B405582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3453A1DB-9E5A-4660-8C52-AF7BC03F626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BF48B68C-2F5B-47FA-87FF-6D8EE011C61A}"/>
                </a:ext>
              </a:extLst>
            </p:cNvPr>
            <p:cNvGrpSpPr/>
            <p:nvPr/>
          </p:nvGrpSpPr>
          <p:grpSpPr>
            <a:xfrm>
              <a:off x="11547821" y="559478"/>
              <a:ext cx="0" cy="895350"/>
              <a:chOff x="4267200" y="638175"/>
              <a:chExt cx="0" cy="895350"/>
            </a:xfrm>
          </p:grpSpPr>
          <p:cxnSp>
            <p:nvCxnSpPr>
              <p:cNvPr id="92" name="Straight Connector 91">
                <a:extLst>
                  <a:ext uri="{FF2B5EF4-FFF2-40B4-BE49-F238E27FC236}">
                    <a16:creationId xmlns:a16="http://schemas.microsoft.com/office/drawing/2014/main" id="{EAEFBB92-3E04-42AC-AECE-D48BD344598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Connector 92">
                <a:extLst>
                  <a:ext uri="{FF2B5EF4-FFF2-40B4-BE49-F238E27FC236}">
                    <a16:creationId xmlns:a16="http://schemas.microsoft.com/office/drawing/2014/main" id="{60769A7C-9F4D-4DF5-874E-ECFCBE4EE2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CC625CA7-4738-4B2E-BEFD-BF441BC51E4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F54A0E0C-BECF-4FEB-9845-E0818FB54E3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6417F52E-941D-450F-89D1-E5ACAFDCA5F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FF863F6D-9E1E-4067-A69E-050E1BC8D36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73C59652-BC8E-47BE-9BA7-3DB59F861EA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B7F582EB-9A97-4083-803F-241581065CD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867C245A-87DB-46F9-A64A-C438F8FC9D8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C7BC88A2-767D-4C47-BABB-4A4D8EE2AF43}"/>
                </a:ext>
              </a:extLst>
            </p:cNvPr>
            <p:cNvGrpSpPr/>
            <p:nvPr/>
          </p:nvGrpSpPr>
          <p:grpSpPr>
            <a:xfrm>
              <a:off x="11782976" y="1147646"/>
              <a:ext cx="0" cy="895350"/>
              <a:chOff x="4267200" y="638175"/>
              <a:chExt cx="0" cy="895350"/>
            </a:xfrm>
          </p:grpSpPr>
          <p:cxnSp>
            <p:nvCxnSpPr>
              <p:cNvPr id="83" name="Straight Connector 82">
                <a:extLst>
                  <a:ext uri="{FF2B5EF4-FFF2-40B4-BE49-F238E27FC236}">
                    <a16:creationId xmlns:a16="http://schemas.microsoft.com/office/drawing/2014/main" id="{C3D32401-473D-4C22-8861-A003AEF23A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Straight Connector 83">
                <a:extLst>
                  <a:ext uri="{FF2B5EF4-FFF2-40B4-BE49-F238E27FC236}">
                    <a16:creationId xmlns:a16="http://schemas.microsoft.com/office/drawing/2014/main" id="{250CF9A3-FD95-4763-B40E-F83C733CAF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Connector 84">
                <a:extLst>
                  <a:ext uri="{FF2B5EF4-FFF2-40B4-BE49-F238E27FC236}">
                    <a16:creationId xmlns:a16="http://schemas.microsoft.com/office/drawing/2014/main" id="{468D92F5-16A8-4466-B121-97F554C4A26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Connector 85">
                <a:extLst>
                  <a:ext uri="{FF2B5EF4-FFF2-40B4-BE49-F238E27FC236}">
                    <a16:creationId xmlns:a16="http://schemas.microsoft.com/office/drawing/2014/main" id="{F34E7B4A-4D98-4EDA-953F-E453D8DE78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Connector 86">
                <a:extLst>
                  <a:ext uri="{FF2B5EF4-FFF2-40B4-BE49-F238E27FC236}">
                    <a16:creationId xmlns:a16="http://schemas.microsoft.com/office/drawing/2014/main" id="{C82F7D77-E9E1-4C6A-9F1D-42C0293895C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Connector 87">
                <a:extLst>
                  <a:ext uri="{FF2B5EF4-FFF2-40B4-BE49-F238E27FC236}">
                    <a16:creationId xmlns:a16="http://schemas.microsoft.com/office/drawing/2014/main" id="{4BF162DC-1824-4409-BBE2-03A6B7E365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Connector 88">
                <a:extLst>
                  <a:ext uri="{FF2B5EF4-FFF2-40B4-BE49-F238E27FC236}">
                    <a16:creationId xmlns:a16="http://schemas.microsoft.com/office/drawing/2014/main" id="{9241CBEE-537D-48CA-BACA-7FBEC5CDC2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Connector 89">
                <a:extLst>
                  <a:ext uri="{FF2B5EF4-FFF2-40B4-BE49-F238E27FC236}">
                    <a16:creationId xmlns:a16="http://schemas.microsoft.com/office/drawing/2014/main" id="{AF129F94-F578-40F4-89BA-81117ADE306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Connector 90">
                <a:extLst>
                  <a:ext uri="{FF2B5EF4-FFF2-40B4-BE49-F238E27FC236}">
                    <a16:creationId xmlns:a16="http://schemas.microsoft.com/office/drawing/2014/main" id="{FC4942ED-3B8F-431E-A219-18B92EC715A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56C1816B-A355-4858-BB26-74F11344B47A}"/>
                </a:ext>
              </a:extLst>
            </p:cNvPr>
            <p:cNvGrpSpPr/>
            <p:nvPr/>
          </p:nvGrpSpPr>
          <p:grpSpPr>
            <a:xfrm flipH="1">
              <a:off x="11979709" y="621685"/>
              <a:ext cx="108627" cy="895350"/>
              <a:chOff x="4267200" y="638175"/>
              <a:chExt cx="0" cy="895350"/>
            </a:xfrm>
          </p:grpSpPr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A2AFEB23-4B9E-412E-A3C8-C020B2A7CDE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4AF0AE1F-8FE0-48B7-8955-8C50F75591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04440E5-11B1-4731-B6F7-2F97B89CC50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A3F818EE-5471-4603-9E68-06E9BEAA7A6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B49A4219-E500-4F19-913F-9CD6F7BE78B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08828493-89A9-4597-9CC9-85A1719714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Straight Connector 79">
                <a:extLst>
                  <a:ext uri="{FF2B5EF4-FFF2-40B4-BE49-F238E27FC236}">
                    <a16:creationId xmlns:a16="http://schemas.microsoft.com/office/drawing/2014/main" id="{03FE0F63-354B-4611-AB40-04ECFB79C20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Straight Connector 80">
                <a:extLst>
                  <a:ext uri="{FF2B5EF4-FFF2-40B4-BE49-F238E27FC236}">
                    <a16:creationId xmlns:a16="http://schemas.microsoft.com/office/drawing/2014/main" id="{1F0D92DE-9E5C-4866-AB6B-425FEB9A410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Straight Connector 81">
                <a:extLst>
                  <a:ext uri="{FF2B5EF4-FFF2-40B4-BE49-F238E27FC236}">
                    <a16:creationId xmlns:a16="http://schemas.microsoft.com/office/drawing/2014/main" id="{1C769E75-D040-440B-AC48-660BD479064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69F194C0-CB87-4BE5-8B8E-4DEEAFA84971}"/>
                </a:ext>
              </a:extLst>
            </p:cNvPr>
            <p:cNvGrpSpPr/>
            <p:nvPr/>
          </p:nvGrpSpPr>
          <p:grpSpPr>
            <a:xfrm flipH="1">
              <a:off x="10666947" y="780550"/>
              <a:ext cx="108627" cy="895350"/>
              <a:chOff x="4267200" y="638175"/>
              <a:chExt cx="0" cy="895350"/>
            </a:xfrm>
          </p:grpSpPr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769A176A-D139-4011-A006-DABF3E89AB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638175"/>
                <a:ext cx="0" cy="10477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2CBB8A56-615D-4DC0-83C6-035ECFF40E9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781050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637C9B61-65CE-420F-A9D5-B6C72D6E2FC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869156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AF10ED97-F959-45A1-A752-4A07A6ED10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957262"/>
                <a:ext cx="0" cy="116682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871AA71A-FDC3-464A-9232-CECCFFD8E30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092315"/>
                <a:ext cx="0" cy="3095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38168102-4696-4FDE-AFD8-16C8543B518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226343"/>
                <a:ext cx="0" cy="61913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92F69C81-D3A1-4232-ADDC-C96CA8953A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308065"/>
                <a:ext cx="0" cy="177835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>
                <a:extLst>
                  <a:ext uri="{FF2B5EF4-FFF2-40B4-BE49-F238E27FC236}">
                    <a16:creationId xmlns:a16="http://schemas.microsoft.com/office/drawing/2014/main" id="{8AA9D3F0-A4F4-43A9-A2CF-0AD7ED84699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141603"/>
                <a:ext cx="0" cy="63350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>
                <a:extLst>
                  <a:ext uri="{FF2B5EF4-FFF2-40B4-BE49-F238E27FC236}">
                    <a16:creationId xmlns:a16="http://schemas.microsoft.com/office/drawing/2014/main" id="{1781667E-D120-47AB-B604-4C65EB334CB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267200" y="1504138"/>
                <a:ext cx="0" cy="29387"/>
              </a:xfrm>
              <a:prstGeom prst="line">
                <a:avLst/>
              </a:prstGeom>
              <a:ln w="12700">
                <a:solidFill>
                  <a:schemeClr val="accent1">
                    <a:lumMod val="50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3" name="Picture 2" descr="A picture containing animal&#10;&#10;Description automatically generated">
            <a:extLst>
              <a:ext uri="{FF2B5EF4-FFF2-40B4-BE49-F238E27FC236}">
                <a16:creationId xmlns:a16="http://schemas.microsoft.com/office/drawing/2014/main" id="{BE863C6D-4981-4D41-B0A5-F1CEFF279AE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000000"/>
              </a:clrFrom>
              <a:clrTo>
                <a:srgbClr val="000000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5" b="4575"/>
          <a:stretch/>
        </p:blipFill>
        <p:spPr>
          <a:xfrm>
            <a:off x="1219200" y="419100"/>
            <a:ext cx="10972800" cy="64389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4B6A70C6-ADEB-4C3C-B59D-69591B03DBBD}"/>
              </a:ext>
            </a:extLst>
          </p:cNvPr>
          <p:cNvSpPr/>
          <p:nvPr/>
        </p:nvSpPr>
        <p:spPr>
          <a:xfrm>
            <a:off x="176565" y="1075238"/>
            <a:ext cx="2231657" cy="19713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Power of the engine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Tyres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Weather conditions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Driver’s skill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Aerodynamics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6A68840B-E71C-4937-8488-92CF15BC22EE}"/>
              </a:ext>
            </a:extLst>
          </p:cNvPr>
          <p:cNvSpPr/>
          <p:nvPr/>
        </p:nvSpPr>
        <p:spPr>
          <a:xfrm>
            <a:off x="7562128" y="1173278"/>
            <a:ext cx="2918133" cy="1848632"/>
          </a:xfrm>
          <a:custGeom>
            <a:avLst/>
            <a:gdLst>
              <a:gd name="connsiteX0" fmla="*/ 7072 w 2918133"/>
              <a:gd name="connsiteY0" fmla="*/ 347547 h 1848632"/>
              <a:gd name="connsiteX1" fmla="*/ 32472 w 2918133"/>
              <a:gd name="connsiteY1" fmla="*/ 163397 h 1848632"/>
              <a:gd name="connsiteX2" fmla="*/ 143597 w 2918133"/>
              <a:gd name="connsiteY2" fmla="*/ 39572 h 1848632"/>
              <a:gd name="connsiteX3" fmla="*/ 391247 w 2918133"/>
              <a:gd name="connsiteY3" fmla="*/ 1472 h 1848632"/>
              <a:gd name="connsiteX4" fmla="*/ 769072 w 2918133"/>
              <a:gd name="connsiteY4" fmla="*/ 80847 h 1848632"/>
              <a:gd name="connsiteX5" fmla="*/ 1219922 w 2918133"/>
              <a:gd name="connsiteY5" fmla="*/ 299922 h 1848632"/>
              <a:gd name="connsiteX6" fmla="*/ 1635847 w 2918133"/>
              <a:gd name="connsiteY6" fmla="*/ 411047 h 1848632"/>
              <a:gd name="connsiteX7" fmla="*/ 2080347 w 2918133"/>
              <a:gd name="connsiteY7" fmla="*/ 391997 h 1848632"/>
              <a:gd name="connsiteX8" fmla="*/ 2375622 w 2918133"/>
              <a:gd name="connsiteY8" fmla="*/ 452322 h 1848632"/>
              <a:gd name="connsiteX9" fmla="*/ 2883622 w 2918133"/>
              <a:gd name="connsiteY9" fmla="*/ 788872 h 1848632"/>
              <a:gd name="connsiteX10" fmla="*/ 2845522 w 2918133"/>
              <a:gd name="connsiteY10" fmla="*/ 1090497 h 1848632"/>
              <a:gd name="connsiteX11" fmla="*/ 2626447 w 2918133"/>
              <a:gd name="connsiteY11" fmla="*/ 1579447 h 1848632"/>
              <a:gd name="connsiteX12" fmla="*/ 2127972 w 2918133"/>
              <a:gd name="connsiteY12" fmla="*/ 1798522 h 1848632"/>
              <a:gd name="connsiteX13" fmla="*/ 1867622 w 2918133"/>
              <a:gd name="connsiteY13" fmla="*/ 1827097 h 1848632"/>
              <a:gd name="connsiteX14" fmla="*/ 1311997 w 2918133"/>
              <a:gd name="connsiteY14" fmla="*/ 1531822 h 1848632"/>
              <a:gd name="connsiteX15" fmla="*/ 1156422 w 2918133"/>
              <a:gd name="connsiteY15" fmla="*/ 1255597 h 1848632"/>
              <a:gd name="connsiteX16" fmla="*/ 930997 w 2918133"/>
              <a:gd name="connsiteY16" fmla="*/ 1049222 h 1848632"/>
              <a:gd name="connsiteX17" fmla="*/ 486497 w 2918133"/>
              <a:gd name="connsiteY17" fmla="*/ 877772 h 1848632"/>
              <a:gd name="connsiteX18" fmla="*/ 375372 w 2918133"/>
              <a:gd name="connsiteY18" fmla="*/ 604722 h 1848632"/>
              <a:gd name="connsiteX19" fmla="*/ 143597 w 2918133"/>
              <a:gd name="connsiteY19" fmla="*/ 449147 h 1848632"/>
              <a:gd name="connsiteX20" fmla="*/ 7072 w 2918133"/>
              <a:gd name="connsiteY20" fmla="*/ 347547 h 18486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8133" h="1848632">
                <a:moveTo>
                  <a:pt x="7072" y="347547"/>
                </a:moveTo>
                <a:cubicBezTo>
                  <a:pt x="-11449" y="299922"/>
                  <a:pt x="9718" y="214726"/>
                  <a:pt x="32472" y="163397"/>
                </a:cubicBezTo>
                <a:cubicBezTo>
                  <a:pt x="55226" y="112068"/>
                  <a:pt x="83801" y="66559"/>
                  <a:pt x="143597" y="39572"/>
                </a:cubicBezTo>
                <a:cubicBezTo>
                  <a:pt x="203393" y="12585"/>
                  <a:pt x="287001" y="-5407"/>
                  <a:pt x="391247" y="1472"/>
                </a:cubicBezTo>
                <a:cubicBezTo>
                  <a:pt x="495493" y="8351"/>
                  <a:pt x="630960" y="31105"/>
                  <a:pt x="769072" y="80847"/>
                </a:cubicBezTo>
                <a:cubicBezTo>
                  <a:pt x="907184" y="130589"/>
                  <a:pt x="1075460" y="244889"/>
                  <a:pt x="1219922" y="299922"/>
                </a:cubicBezTo>
                <a:cubicBezTo>
                  <a:pt x="1364384" y="354955"/>
                  <a:pt x="1492443" y="395701"/>
                  <a:pt x="1635847" y="411047"/>
                </a:cubicBezTo>
                <a:cubicBezTo>
                  <a:pt x="1779251" y="426393"/>
                  <a:pt x="1957051" y="385118"/>
                  <a:pt x="2080347" y="391997"/>
                </a:cubicBezTo>
                <a:cubicBezTo>
                  <a:pt x="2203643" y="398876"/>
                  <a:pt x="2241743" y="386176"/>
                  <a:pt x="2375622" y="452322"/>
                </a:cubicBezTo>
                <a:cubicBezTo>
                  <a:pt x="2509501" y="518468"/>
                  <a:pt x="2805305" y="682510"/>
                  <a:pt x="2883622" y="788872"/>
                </a:cubicBezTo>
                <a:cubicBezTo>
                  <a:pt x="2961939" y="895234"/>
                  <a:pt x="2888384" y="958735"/>
                  <a:pt x="2845522" y="1090497"/>
                </a:cubicBezTo>
                <a:cubicBezTo>
                  <a:pt x="2802660" y="1222259"/>
                  <a:pt x="2746039" y="1461443"/>
                  <a:pt x="2626447" y="1579447"/>
                </a:cubicBezTo>
                <a:cubicBezTo>
                  <a:pt x="2506855" y="1697451"/>
                  <a:pt x="2254443" y="1757247"/>
                  <a:pt x="2127972" y="1798522"/>
                </a:cubicBezTo>
                <a:cubicBezTo>
                  <a:pt x="2001501" y="1839797"/>
                  <a:pt x="2003618" y="1871547"/>
                  <a:pt x="1867622" y="1827097"/>
                </a:cubicBezTo>
                <a:cubicBezTo>
                  <a:pt x="1731626" y="1782647"/>
                  <a:pt x="1430530" y="1627072"/>
                  <a:pt x="1311997" y="1531822"/>
                </a:cubicBezTo>
                <a:cubicBezTo>
                  <a:pt x="1193464" y="1436572"/>
                  <a:pt x="1219922" y="1336030"/>
                  <a:pt x="1156422" y="1255597"/>
                </a:cubicBezTo>
                <a:cubicBezTo>
                  <a:pt x="1092922" y="1175164"/>
                  <a:pt x="1042651" y="1112193"/>
                  <a:pt x="930997" y="1049222"/>
                </a:cubicBezTo>
                <a:cubicBezTo>
                  <a:pt x="819343" y="986251"/>
                  <a:pt x="579101" y="951855"/>
                  <a:pt x="486497" y="877772"/>
                </a:cubicBezTo>
                <a:cubicBezTo>
                  <a:pt x="393893" y="803689"/>
                  <a:pt x="432522" y="676159"/>
                  <a:pt x="375372" y="604722"/>
                </a:cubicBezTo>
                <a:cubicBezTo>
                  <a:pt x="318222" y="533285"/>
                  <a:pt x="206039" y="491480"/>
                  <a:pt x="143597" y="449147"/>
                </a:cubicBezTo>
                <a:cubicBezTo>
                  <a:pt x="81155" y="406814"/>
                  <a:pt x="25593" y="395172"/>
                  <a:pt x="7072" y="347547"/>
                </a:cubicBezTo>
                <a:close/>
              </a:path>
            </a:pathLst>
          </a:custGeom>
          <a:solidFill>
            <a:srgbClr val="FF0000">
              <a:alpha val="50000"/>
            </a:srgbClr>
          </a:solidFill>
          <a:ln w="12700">
            <a:solidFill>
              <a:srgbClr val="D62B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46E2FA8D-B3A2-438F-8DB9-798D56B0E27E}"/>
              </a:ext>
            </a:extLst>
          </p:cNvPr>
          <p:cNvSpPr/>
          <p:nvPr/>
        </p:nvSpPr>
        <p:spPr>
          <a:xfrm>
            <a:off x="5024438" y="2786063"/>
            <a:ext cx="1871662" cy="2009775"/>
          </a:xfrm>
          <a:custGeom>
            <a:avLst/>
            <a:gdLst>
              <a:gd name="connsiteX0" fmla="*/ 871537 w 1871662"/>
              <a:gd name="connsiteY0" fmla="*/ 0 h 2009775"/>
              <a:gd name="connsiteX1" fmla="*/ 1457325 w 1871662"/>
              <a:gd name="connsiteY1" fmla="*/ 138112 h 2009775"/>
              <a:gd name="connsiteX2" fmla="*/ 1676400 w 1871662"/>
              <a:gd name="connsiteY2" fmla="*/ 290512 h 2009775"/>
              <a:gd name="connsiteX3" fmla="*/ 1776412 w 1871662"/>
              <a:gd name="connsiteY3" fmla="*/ 428625 h 2009775"/>
              <a:gd name="connsiteX4" fmla="*/ 1833562 w 1871662"/>
              <a:gd name="connsiteY4" fmla="*/ 590550 h 2009775"/>
              <a:gd name="connsiteX5" fmla="*/ 1862137 w 1871662"/>
              <a:gd name="connsiteY5" fmla="*/ 738187 h 2009775"/>
              <a:gd name="connsiteX6" fmla="*/ 1871662 w 1871662"/>
              <a:gd name="connsiteY6" fmla="*/ 942975 h 2009775"/>
              <a:gd name="connsiteX7" fmla="*/ 1833562 w 1871662"/>
              <a:gd name="connsiteY7" fmla="*/ 1195387 h 2009775"/>
              <a:gd name="connsiteX8" fmla="*/ 1738312 w 1871662"/>
              <a:gd name="connsiteY8" fmla="*/ 1447800 h 2009775"/>
              <a:gd name="connsiteX9" fmla="*/ 1609725 w 1871662"/>
              <a:gd name="connsiteY9" fmla="*/ 1676400 h 2009775"/>
              <a:gd name="connsiteX10" fmla="*/ 1433512 w 1871662"/>
              <a:gd name="connsiteY10" fmla="*/ 1847850 h 2009775"/>
              <a:gd name="connsiteX11" fmla="*/ 1219200 w 1871662"/>
              <a:gd name="connsiteY11" fmla="*/ 1966912 h 2009775"/>
              <a:gd name="connsiteX12" fmla="*/ 1014412 w 1871662"/>
              <a:gd name="connsiteY12" fmla="*/ 2009775 h 2009775"/>
              <a:gd name="connsiteX13" fmla="*/ 347662 w 1871662"/>
              <a:gd name="connsiteY13" fmla="*/ 1785937 h 2009775"/>
              <a:gd name="connsiteX14" fmla="*/ 252412 w 1871662"/>
              <a:gd name="connsiteY14" fmla="*/ 1714500 h 2009775"/>
              <a:gd name="connsiteX15" fmla="*/ 138112 w 1871662"/>
              <a:gd name="connsiteY15" fmla="*/ 1562100 h 2009775"/>
              <a:gd name="connsiteX16" fmla="*/ 47625 w 1871662"/>
              <a:gd name="connsiteY16" fmla="*/ 1381125 h 2009775"/>
              <a:gd name="connsiteX17" fmla="*/ 0 w 1871662"/>
              <a:gd name="connsiteY17" fmla="*/ 1081087 h 2009775"/>
              <a:gd name="connsiteX18" fmla="*/ 52387 w 1871662"/>
              <a:gd name="connsiteY18" fmla="*/ 747712 h 2009775"/>
              <a:gd name="connsiteX19" fmla="*/ 157162 w 1871662"/>
              <a:gd name="connsiteY19" fmla="*/ 481012 h 2009775"/>
              <a:gd name="connsiteX20" fmla="*/ 338137 w 1871662"/>
              <a:gd name="connsiteY20" fmla="*/ 252412 h 2009775"/>
              <a:gd name="connsiteX21" fmla="*/ 533400 w 1871662"/>
              <a:gd name="connsiteY21" fmla="*/ 95250 h 2009775"/>
              <a:gd name="connsiteX22" fmla="*/ 871537 w 1871662"/>
              <a:gd name="connsiteY22" fmla="*/ 0 h 20097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871662" h="2009775">
                <a:moveTo>
                  <a:pt x="871537" y="0"/>
                </a:moveTo>
                <a:lnTo>
                  <a:pt x="1457325" y="138112"/>
                </a:lnTo>
                <a:lnTo>
                  <a:pt x="1676400" y="290512"/>
                </a:lnTo>
                <a:lnTo>
                  <a:pt x="1776412" y="428625"/>
                </a:lnTo>
                <a:lnTo>
                  <a:pt x="1833562" y="590550"/>
                </a:lnTo>
                <a:lnTo>
                  <a:pt x="1862137" y="738187"/>
                </a:lnTo>
                <a:lnTo>
                  <a:pt x="1871662" y="942975"/>
                </a:lnTo>
                <a:lnTo>
                  <a:pt x="1833562" y="1195387"/>
                </a:lnTo>
                <a:lnTo>
                  <a:pt x="1738312" y="1447800"/>
                </a:lnTo>
                <a:lnTo>
                  <a:pt x="1609725" y="1676400"/>
                </a:lnTo>
                <a:lnTo>
                  <a:pt x="1433512" y="1847850"/>
                </a:lnTo>
                <a:lnTo>
                  <a:pt x="1219200" y="1966912"/>
                </a:lnTo>
                <a:lnTo>
                  <a:pt x="1014412" y="2009775"/>
                </a:lnTo>
                <a:lnTo>
                  <a:pt x="347662" y="1785937"/>
                </a:lnTo>
                <a:lnTo>
                  <a:pt x="252412" y="1714500"/>
                </a:lnTo>
                <a:lnTo>
                  <a:pt x="138112" y="1562100"/>
                </a:lnTo>
                <a:lnTo>
                  <a:pt x="47625" y="1381125"/>
                </a:lnTo>
                <a:lnTo>
                  <a:pt x="0" y="1081087"/>
                </a:lnTo>
                <a:lnTo>
                  <a:pt x="52387" y="747712"/>
                </a:lnTo>
                <a:lnTo>
                  <a:pt x="157162" y="481012"/>
                </a:lnTo>
                <a:lnTo>
                  <a:pt x="338137" y="252412"/>
                </a:lnTo>
                <a:lnTo>
                  <a:pt x="533400" y="95250"/>
                </a:lnTo>
                <a:lnTo>
                  <a:pt x="871537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70A8699-29EF-4CC2-B9CE-F04EB4C746B8}"/>
              </a:ext>
            </a:extLst>
          </p:cNvPr>
          <p:cNvSpPr/>
          <p:nvPr/>
        </p:nvSpPr>
        <p:spPr>
          <a:xfrm>
            <a:off x="2724150" y="2224088"/>
            <a:ext cx="1709738" cy="1728787"/>
          </a:xfrm>
          <a:custGeom>
            <a:avLst/>
            <a:gdLst>
              <a:gd name="connsiteX0" fmla="*/ 800100 w 1709738"/>
              <a:gd name="connsiteY0" fmla="*/ 0 h 1728787"/>
              <a:gd name="connsiteX1" fmla="*/ 1323975 w 1709738"/>
              <a:gd name="connsiteY1" fmla="*/ 123825 h 1728787"/>
              <a:gd name="connsiteX2" fmla="*/ 1371600 w 1709738"/>
              <a:gd name="connsiteY2" fmla="*/ 152400 h 1728787"/>
              <a:gd name="connsiteX3" fmla="*/ 1500188 w 1709738"/>
              <a:gd name="connsiteY3" fmla="*/ 242887 h 1728787"/>
              <a:gd name="connsiteX4" fmla="*/ 1609725 w 1709738"/>
              <a:gd name="connsiteY4" fmla="*/ 385762 h 1728787"/>
              <a:gd name="connsiteX5" fmla="*/ 1681163 w 1709738"/>
              <a:gd name="connsiteY5" fmla="*/ 595312 h 1728787"/>
              <a:gd name="connsiteX6" fmla="*/ 1709738 w 1709738"/>
              <a:gd name="connsiteY6" fmla="*/ 838200 h 1728787"/>
              <a:gd name="connsiteX7" fmla="*/ 1633538 w 1709738"/>
              <a:gd name="connsiteY7" fmla="*/ 1143000 h 1728787"/>
              <a:gd name="connsiteX8" fmla="*/ 1533525 w 1709738"/>
              <a:gd name="connsiteY8" fmla="*/ 1338262 h 1728787"/>
              <a:gd name="connsiteX9" fmla="*/ 1376363 w 1709738"/>
              <a:gd name="connsiteY9" fmla="*/ 1538287 h 1728787"/>
              <a:gd name="connsiteX10" fmla="*/ 1190625 w 1709738"/>
              <a:gd name="connsiteY10" fmla="*/ 1666875 h 1728787"/>
              <a:gd name="connsiteX11" fmla="*/ 981075 w 1709738"/>
              <a:gd name="connsiteY11" fmla="*/ 1728787 h 1728787"/>
              <a:gd name="connsiteX12" fmla="*/ 771525 w 1709738"/>
              <a:gd name="connsiteY12" fmla="*/ 1728787 h 1728787"/>
              <a:gd name="connsiteX13" fmla="*/ 576263 w 1709738"/>
              <a:gd name="connsiteY13" fmla="*/ 1652587 h 1728787"/>
              <a:gd name="connsiteX14" fmla="*/ 390525 w 1709738"/>
              <a:gd name="connsiteY14" fmla="*/ 1595437 h 1728787"/>
              <a:gd name="connsiteX15" fmla="*/ 195263 w 1709738"/>
              <a:gd name="connsiteY15" fmla="*/ 1462087 h 1728787"/>
              <a:gd name="connsiteX16" fmla="*/ 61913 w 1709738"/>
              <a:gd name="connsiteY16" fmla="*/ 1285875 h 1728787"/>
              <a:gd name="connsiteX17" fmla="*/ 0 w 1709738"/>
              <a:gd name="connsiteY17" fmla="*/ 1076325 h 1728787"/>
              <a:gd name="connsiteX18" fmla="*/ 4763 w 1709738"/>
              <a:gd name="connsiteY18" fmla="*/ 766762 h 1728787"/>
              <a:gd name="connsiteX19" fmla="*/ 90488 w 1709738"/>
              <a:gd name="connsiteY19" fmla="*/ 495300 h 1728787"/>
              <a:gd name="connsiteX20" fmla="*/ 228600 w 1709738"/>
              <a:gd name="connsiteY20" fmla="*/ 285750 h 1728787"/>
              <a:gd name="connsiteX21" fmla="*/ 395288 w 1709738"/>
              <a:gd name="connsiteY21" fmla="*/ 123825 h 1728787"/>
              <a:gd name="connsiteX22" fmla="*/ 600075 w 1709738"/>
              <a:gd name="connsiteY22" fmla="*/ 23812 h 1728787"/>
              <a:gd name="connsiteX23" fmla="*/ 800100 w 1709738"/>
              <a:gd name="connsiteY23" fmla="*/ 0 h 1728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1709738" h="1728787">
                <a:moveTo>
                  <a:pt x="800100" y="0"/>
                </a:moveTo>
                <a:lnTo>
                  <a:pt x="1323975" y="123825"/>
                </a:lnTo>
                <a:lnTo>
                  <a:pt x="1371600" y="152400"/>
                </a:lnTo>
                <a:lnTo>
                  <a:pt x="1500188" y="242887"/>
                </a:lnTo>
                <a:lnTo>
                  <a:pt x="1609725" y="385762"/>
                </a:lnTo>
                <a:lnTo>
                  <a:pt x="1681163" y="595312"/>
                </a:lnTo>
                <a:lnTo>
                  <a:pt x="1709738" y="838200"/>
                </a:lnTo>
                <a:lnTo>
                  <a:pt x="1633538" y="1143000"/>
                </a:lnTo>
                <a:lnTo>
                  <a:pt x="1533525" y="1338262"/>
                </a:lnTo>
                <a:lnTo>
                  <a:pt x="1376363" y="1538287"/>
                </a:lnTo>
                <a:lnTo>
                  <a:pt x="1190625" y="1666875"/>
                </a:lnTo>
                <a:lnTo>
                  <a:pt x="981075" y="1728787"/>
                </a:lnTo>
                <a:lnTo>
                  <a:pt x="771525" y="1728787"/>
                </a:lnTo>
                <a:lnTo>
                  <a:pt x="576263" y="1652587"/>
                </a:lnTo>
                <a:lnTo>
                  <a:pt x="390525" y="1595437"/>
                </a:lnTo>
                <a:lnTo>
                  <a:pt x="195263" y="1462087"/>
                </a:lnTo>
                <a:lnTo>
                  <a:pt x="61913" y="1285875"/>
                </a:lnTo>
                <a:lnTo>
                  <a:pt x="0" y="1076325"/>
                </a:lnTo>
                <a:cubicBezTo>
                  <a:pt x="1588" y="973137"/>
                  <a:pt x="3175" y="869950"/>
                  <a:pt x="4763" y="766762"/>
                </a:cubicBezTo>
                <a:lnTo>
                  <a:pt x="90488" y="495300"/>
                </a:lnTo>
                <a:lnTo>
                  <a:pt x="228600" y="285750"/>
                </a:lnTo>
                <a:lnTo>
                  <a:pt x="395288" y="123825"/>
                </a:lnTo>
                <a:lnTo>
                  <a:pt x="600075" y="23812"/>
                </a:lnTo>
                <a:lnTo>
                  <a:pt x="800100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E8424C09-29C8-44E9-A54C-C12038A1C718}"/>
              </a:ext>
            </a:extLst>
          </p:cNvPr>
          <p:cNvSpPr/>
          <p:nvPr/>
        </p:nvSpPr>
        <p:spPr>
          <a:xfrm>
            <a:off x="10325100" y="1593056"/>
            <a:ext cx="1440656" cy="1497807"/>
          </a:xfrm>
          <a:custGeom>
            <a:avLst/>
            <a:gdLst>
              <a:gd name="connsiteX0" fmla="*/ 497681 w 1440656"/>
              <a:gd name="connsiteY0" fmla="*/ 0 h 1497807"/>
              <a:gd name="connsiteX1" fmla="*/ 1104900 w 1440656"/>
              <a:gd name="connsiteY1" fmla="*/ 88107 h 1497807"/>
              <a:gd name="connsiteX2" fmla="*/ 1209675 w 1440656"/>
              <a:gd name="connsiteY2" fmla="*/ 133350 h 1497807"/>
              <a:gd name="connsiteX3" fmla="*/ 1285875 w 1440656"/>
              <a:gd name="connsiteY3" fmla="*/ 195263 h 1497807"/>
              <a:gd name="connsiteX4" fmla="*/ 1359694 w 1440656"/>
              <a:gd name="connsiteY4" fmla="*/ 316707 h 1497807"/>
              <a:gd name="connsiteX5" fmla="*/ 1419225 w 1440656"/>
              <a:gd name="connsiteY5" fmla="*/ 507207 h 1497807"/>
              <a:gd name="connsiteX6" fmla="*/ 1440656 w 1440656"/>
              <a:gd name="connsiteY6" fmla="*/ 671513 h 1497807"/>
              <a:gd name="connsiteX7" fmla="*/ 1412081 w 1440656"/>
              <a:gd name="connsiteY7" fmla="*/ 942975 h 1497807"/>
              <a:gd name="connsiteX8" fmla="*/ 1352550 w 1440656"/>
              <a:gd name="connsiteY8" fmla="*/ 1152525 h 1497807"/>
              <a:gd name="connsiteX9" fmla="*/ 1257300 w 1440656"/>
              <a:gd name="connsiteY9" fmla="*/ 1326357 h 1497807"/>
              <a:gd name="connsiteX10" fmla="*/ 1119188 w 1440656"/>
              <a:gd name="connsiteY10" fmla="*/ 1450182 h 1497807"/>
              <a:gd name="connsiteX11" fmla="*/ 933450 w 1440656"/>
              <a:gd name="connsiteY11" fmla="*/ 1497807 h 1497807"/>
              <a:gd name="connsiteX12" fmla="*/ 271463 w 1440656"/>
              <a:gd name="connsiteY12" fmla="*/ 1352550 h 1497807"/>
              <a:gd name="connsiteX13" fmla="*/ 173831 w 1440656"/>
              <a:gd name="connsiteY13" fmla="*/ 1283494 h 1497807"/>
              <a:gd name="connsiteX14" fmla="*/ 107156 w 1440656"/>
              <a:gd name="connsiteY14" fmla="*/ 1197769 h 1497807"/>
              <a:gd name="connsiteX15" fmla="*/ 45244 w 1440656"/>
              <a:gd name="connsiteY15" fmla="*/ 1059657 h 1497807"/>
              <a:gd name="connsiteX16" fmla="*/ 0 w 1440656"/>
              <a:gd name="connsiteY16" fmla="*/ 857250 h 1497807"/>
              <a:gd name="connsiteX17" fmla="*/ 2381 w 1440656"/>
              <a:gd name="connsiteY17" fmla="*/ 609600 h 1497807"/>
              <a:gd name="connsiteX18" fmla="*/ 57150 w 1440656"/>
              <a:gd name="connsiteY18" fmla="*/ 400050 h 1497807"/>
              <a:gd name="connsiteX19" fmla="*/ 150019 w 1440656"/>
              <a:gd name="connsiteY19" fmla="*/ 216694 h 1497807"/>
              <a:gd name="connsiteX20" fmla="*/ 290513 w 1440656"/>
              <a:gd name="connsiteY20" fmla="*/ 57150 h 1497807"/>
              <a:gd name="connsiteX21" fmla="*/ 497681 w 1440656"/>
              <a:gd name="connsiteY21" fmla="*/ 0 h 14978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</a:cxnLst>
            <a:rect l="l" t="t" r="r" b="b"/>
            <a:pathLst>
              <a:path w="1440656" h="1497807">
                <a:moveTo>
                  <a:pt x="497681" y="0"/>
                </a:moveTo>
                <a:lnTo>
                  <a:pt x="1104900" y="88107"/>
                </a:lnTo>
                <a:lnTo>
                  <a:pt x="1209675" y="133350"/>
                </a:lnTo>
                <a:lnTo>
                  <a:pt x="1285875" y="195263"/>
                </a:lnTo>
                <a:lnTo>
                  <a:pt x="1359694" y="316707"/>
                </a:lnTo>
                <a:lnTo>
                  <a:pt x="1419225" y="507207"/>
                </a:lnTo>
                <a:lnTo>
                  <a:pt x="1440656" y="671513"/>
                </a:lnTo>
                <a:lnTo>
                  <a:pt x="1412081" y="942975"/>
                </a:lnTo>
                <a:lnTo>
                  <a:pt x="1352550" y="1152525"/>
                </a:lnTo>
                <a:lnTo>
                  <a:pt x="1257300" y="1326357"/>
                </a:lnTo>
                <a:lnTo>
                  <a:pt x="1119188" y="1450182"/>
                </a:lnTo>
                <a:lnTo>
                  <a:pt x="933450" y="1497807"/>
                </a:lnTo>
                <a:lnTo>
                  <a:pt x="271463" y="1352550"/>
                </a:lnTo>
                <a:lnTo>
                  <a:pt x="173831" y="1283494"/>
                </a:lnTo>
                <a:lnTo>
                  <a:pt x="107156" y="1197769"/>
                </a:lnTo>
                <a:lnTo>
                  <a:pt x="45244" y="1059657"/>
                </a:lnTo>
                <a:lnTo>
                  <a:pt x="0" y="857250"/>
                </a:lnTo>
                <a:cubicBezTo>
                  <a:pt x="794" y="774700"/>
                  <a:pt x="1587" y="692150"/>
                  <a:pt x="2381" y="609600"/>
                </a:cubicBezTo>
                <a:lnTo>
                  <a:pt x="57150" y="400050"/>
                </a:lnTo>
                <a:lnTo>
                  <a:pt x="150019" y="216694"/>
                </a:lnTo>
                <a:lnTo>
                  <a:pt x="290513" y="57150"/>
                </a:lnTo>
                <a:lnTo>
                  <a:pt x="497681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C7206D0E-F096-4C4F-9EC9-51EE0B54F8BD}"/>
              </a:ext>
            </a:extLst>
          </p:cNvPr>
          <p:cNvSpPr/>
          <p:nvPr/>
        </p:nvSpPr>
        <p:spPr>
          <a:xfrm>
            <a:off x="7900988" y="1257300"/>
            <a:ext cx="1331118" cy="1323975"/>
          </a:xfrm>
          <a:custGeom>
            <a:avLst/>
            <a:gdLst>
              <a:gd name="connsiteX0" fmla="*/ 483393 w 1331118"/>
              <a:gd name="connsiteY0" fmla="*/ 0 h 1323975"/>
              <a:gd name="connsiteX1" fmla="*/ 1004887 w 1331118"/>
              <a:gd name="connsiteY1" fmla="*/ 71438 h 1323975"/>
              <a:gd name="connsiteX2" fmla="*/ 1126331 w 1331118"/>
              <a:gd name="connsiteY2" fmla="*/ 128588 h 1323975"/>
              <a:gd name="connsiteX3" fmla="*/ 1228725 w 1331118"/>
              <a:gd name="connsiteY3" fmla="*/ 240506 h 1323975"/>
              <a:gd name="connsiteX4" fmla="*/ 1304925 w 1331118"/>
              <a:gd name="connsiteY4" fmla="*/ 402431 h 1323975"/>
              <a:gd name="connsiteX5" fmla="*/ 1331118 w 1331118"/>
              <a:gd name="connsiteY5" fmla="*/ 571500 h 1323975"/>
              <a:gd name="connsiteX6" fmla="*/ 1319212 w 1331118"/>
              <a:gd name="connsiteY6" fmla="*/ 750094 h 1323975"/>
              <a:gd name="connsiteX7" fmla="*/ 1285875 w 1331118"/>
              <a:gd name="connsiteY7" fmla="*/ 897731 h 1323975"/>
              <a:gd name="connsiteX8" fmla="*/ 1250156 w 1331118"/>
              <a:gd name="connsiteY8" fmla="*/ 1014413 h 1323975"/>
              <a:gd name="connsiteX9" fmla="*/ 1154906 w 1331118"/>
              <a:gd name="connsiteY9" fmla="*/ 1159669 h 1323975"/>
              <a:gd name="connsiteX10" fmla="*/ 1054893 w 1331118"/>
              <a:gd name="connsiteY10" fmla="*/ 1257300 h 1323975"/>
              <a:gd name="connsiteX11" fmla="*/ 978693 w 1331118"/>
              <a:gd name="connsiteY11" fmla="*/ 1293019 h 1323975"/>
              <a:gd name="connsiteX12" fmla="*/ 828675 w 1331118"/>
              <a:gd name="connsiteY12" fmla="*/ 1323975 h 1323975"/>
              <a:gd name="connsiteX13" fmla="*/ 304800 w 1331118"/>
              <a:gd name="connsiteY13" fmla="*/ 1228725 h 1323975"/>
              <a:gd name="connsiteX14" fmla="*/ 192881 w 1331118"/>
              <a:gd name="connsiteY14" fmla="*/ 1157288 h 1323975"/>
              <a:gd name="connsiteX15" fmla="*/ 107156 w 1331118"/>
              <a:gd name="connsiteY15" fmla="*/ 1064419 h 1323975"/>
              <a:gd name="connsiteX16" fmla="*/ 50006 w 1331118"/>
              <a:gd name="connsiteY16" fmla="*/ 942975 h 1323975"/>
              <a:gd name="connsiteX17" fmla="*/ 0 w 1331118"/>
              <a:gd name="connsiteY17" fmla="*/ 783431 h 1323975"/>
              <a:gd name="connsiteX18" fmla="*/ 11906 w 1331118"/>
              <a:gd name="connsiteY18" fmla="*/ 564356 h 1323975"/>
              <a:gd name="connsiteX19" fmla="*/ 50006 w 1331118"/>
              <a:gd name="connsiteY19" fmla="*/ 381000 h 1323975"/>
              <a:gd name="connsiteX20" fmla="*/ 135731 w 1331118"/>
              <a:gd name="connsiteY20" fmla="*/ 226219 h 1323975"/>
              <a:gd name="connsiteX21" fmla="*/ 269081 w 1331118"/>
              <a:gd name="connsiteY21" fmla="*/ 76200 h 1323975"/>
              <a:gd name="connsiteX22" fmla="*/ 483393 w 1331118"/>
              <a:gd name="connsiteY22" fmla="*/ 0 h 1323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</a:cxnLst>
            <a:rect l="l" t="t" r="r" b="b"/>
            <a:pathLst>
              <a:path w="1331118" h="1323975">
                <a:moveTo>
                  <a:pt x="483393" y="0"/>
                </a:moveTo>
                <a:lnTo>
                  <a:pt x="1004887" y="71438"/>
                </a:lnTo>
                <a:lnTo>
                  <a:pt x="1126331" y="128588"/>
                </a:lnTo>
                <a:lnTo>
                  <a:pt x="1228725" y="240506"/>
                </a:lnTo>
                <a:lnTo>
                  <a:pt x="1304925" y="402431"/>
                </a:lnTo>
                <a:lnTo>
                  <a:pt x="1331118" y="571500"/>
                </a:lnTo>
                <a:lnTo>
                  <a:pt x="1319212" y="750094"/>
                </a:lnTo>
                <a:lnTo>
                  <a:pt x="1285875" y="897731"/>
                </a:lnTo>
                <a:lnTo>
                  <a:pt x="1250156" y="1014413"/>
                </a:lnTo>
                <a:lnTo>
                  <a:pt x="1154906" y="1159669"/>
                </a:lnTo>
                <a:lnTo>
                  <a:pt x="1054893" y="1257300"/>
                </a:lnTo>
                <a:lnTo>
                  <a:pt x="978693" y="1293019"/>
                </a:lnTo>
                <a:lnTo>
                  <a:pt x="828675" y="1323975"/>
                </a:lnTo>
                <a:lnTo>
                  <a:pt x="304800" y="1228725"/>
                </a:lnTo>
                <a:lnTo>
                  <a:pt x="192881" y="1157288"/>
                </a:lnTo>
                <a:lnTo>
                  <a:pt x="107156" y="1064419"/>
                </a:lnTo>
                <a:lnTo>
                  <a:pt x="50006" y="942975"/>
                </a:lnTo>
                <a:lnTo>
                  <a:pt x="0" y="783431"/>
                </a:lnTo>
                <a:lnTo>
                  <a:pt x="11906" y="564356"/>
                </a:lnTo>
                <a:lnTo>
                  <a:pt x="50006" y="381000"/>
                </a:lnTo>
                <a:lnTo>
                  <a:pt x="135731" y="226219"/>
                </a:lnTo>
                <a:lnTo>
                  <a:pt x="269081" y="76200"/>
                </a:lnTo>
                <a:lnTo>
                  <a:pt x="483393" y="0"/>
                </a:lnTo>
                <a:close/>
              </a:path>
            </a:pathLst>
          </a:custGeom>
          <a:solidFill>
            <a:schemeClr val="accent2">
              <a:alpha val="50000"/>
            </a:schemeClr>
          </a:solidFill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Freeform: Shape 25">
            <a:extLst>
              <a:ext uri="{FF2B5EF4-FFF2-40B4-BE49-F238E27FC236}">
                <a16:creationId xmlns:a16="http://schemas.microsoft.com/office/drawing/2014/main" id="{6D6E7ECD-284D-4E49-85C8-C9995C9DECF3}"/>
              </a:ext>
            </a:extLst>
          </p:cNvPr>
          <p:cNvSpPr/>
          <p:nvPr/>
        </p:nvSpPr>
        <p:spPr>
          <a:xfrm>
            <a:off x="6748463" y="1738313"/>
            <a:ext cx="1057275" cy="1038225"/>
          </a:xfrm>
          <a:custGeom>
            <a:avLst/>
            <a:gdLst>
              <a:gd name="connsiteX0" fmla="*/ 578643 w 1057275"/>
              <a:gd name="connsiteY0" fmla="*/ 1038225 h 1038225"/>
              <a:gd name="connsiteX1" fmla="*/ 0 w 1057275"/>
              <a:gd name="connsiteY1" fmla="*/ 912018 h 1038225"/>
              <a:gd name="connsiteX2" fmla="*/ 19050 w 1057275"/>
              <a:gd name="connsiteY2" fmla="*/ 838200 h 1038225"/>
              <a:gd name="connsiteX3" fmla="*/ 83343 w 1057275"/>
              <a:gd name="connsiteY3" fmla="*/ 792956 h 1038225"/>
              <a:gd name="connsiteX4" fmla="*/ 209550 w 1057275"/>
              <a:gd name="connsiteY4" fmla="*/ 776287 h 1038225"/>
              <a:gd name="connsiteX5" fmla="*/ 359568 w 1057275"/>
              <a:gd name="connsiteY5" fmla="*/ 800100 h 1038225"/>
              <a:gd name="connsiteX6" fmla="*/ 464343 w 1057275"/>
              <a:gd name="connsiteY6" fmla="*/ 800100 h 1038225"/>
              <a:gd name="connsiteX7" fmla="*/ 481012 w 1057275"/>
              <a:gd name="connsiteY7" fmla="*/ 766762 h 1038225"/>
              <a:gd name="connsiteX8" fmla="*/ 490537 w 1057275"/>
              <a:gd name="connsiteY8" fmla="*/ 733425 h 1038225"/>
              <a:gd name="connsiteX9" fmla="*/ 576262 w 1057275"/>
              <a:gd name="connsiteY9" fmla="*/ 681037 h 1038225"/>
              <a:gd name="connsiteX10" fmla="*/ 607218 w 1057275"/>
              <a:gd name="connsiteY10" fmla="*/ 623887 h 1038225"/>
              <a:gd name="connsiteX11" fmla="*/ 590550 w 1057275"/>
              <a:gd name="connsiteY11" fmla="*/ 550068 h 1038225"/>
              <a:gd name="connsiteX12" fmla="*/ 559593 w 1057275"/>
              <a:gd name="connsiteY12" fmla="*/ 481012 h 1038225"/>
              <a:gd name="connsiteX13" fmla="*/ 521493 w 1057275"/>
              <a:gd name="connsiteY13" fmla="*/ 423862 h 1038225"/>
              <a:gd name="connsiteX14" fmla="*/ 523875 w 1057275"/>
              <a:gd name="connsiteY14" fmla="*/ 340518 h 1038225"/>
              <a:gd name="connsiteX15" fmla="*/ 554831 w 1057275"/>
              <a:gd name="connsiteY15" fmla="*/ 252412 h 1038225"/>
              <a:gd name="connsiteX16" fmla="*/ 633412 w 1057275"/>
              <a:gd name="connsiteY16" fmla="*/ 190500 h 1038225"/>
              <a:gd name="connsiteX17" fmla="*/ 671512 w 1057275"/>
              <a:gd name="connsiteY17" fmla="*/ 142875 h 1038225"/>
              <a:gd name="connsiteX18" fmla="*/ 714375 w 1057275"/>
              <a:gd name="connsiteY18" fmla="*/ 80962 h 1038225"/>
              <a:gd name="connsiteX19" fmla="*/ 778668 w 1057275"/>
              <a:gd name="connsiteY19" fmla="*/ 28575 h 1038225"/>
              <a:gd name="connsiteX20" fmla="*/ 847725 w 1057275"/>
              <a:gd name="connsiteY20" fmla="*/ 0 h 1038225"/>
              <a:gd name="connsiteX21" fmla="*/ 935831 w 1057275"/>
              <a:gd name="connsiteY21" fmla="*/ 9525 h 1038225"/>
              <a:gd name="connsiteX22" fmla="*/ 1007268 w 1057275"/>
              <a:gd name="connsiteY22" fmla="*/ 52387 h 1038225"/>
              <a:gd name="connsiteX23" fmla="*/ 1042987 w 1057275"/>
              <a:gd name="connsiteY23" fmla="*/ 159543 h 1038225"/>
              <a:gd name="connsiteX24" fmla="*/ 1057275 w 1057275"/>
              <a:gd name="connsiteY24" fmla="*/ 302418 h 1038225"/>
              <a:gd name="connsiteX25" fmla="*/ 1042987 w 1057275"/>
              <a:gd name="connsiteY25" fmla="*/ 538162 h 1038225"/>
              <a:gd name="connsiteX26" fmla="*/ 1019175 w 1057275"/>
              <a:gd name="connsiteY26" fmla="*/ 623887 h 1038225"/>
              <a:gd name="connsiteX27" fmla="*/ 947737 w 1057275"/>
              <a:gd name="connsiteY27" fmla="*/ 707231 h 1038225"/>
              <a:gd name="connsiteX28" fmla="*/ 935831 w 1057275"/>
              <a:gd name="connsiteY28" fmla="*/ 733425 h 1038225"/>
              <a:gd name="connsiteX29" fmla="*/ 981075 w 1057275"/>
              <a:gd name="connsiteY29" fmla="*/ 807243 h 1038225"/>
              <a:gd name="connsiteX30" fmla="*/ 971550 w 1057275"/>
              <a:gd name="connsiteY30" fmla="*/ 954881 h 1038225"/>
              <a:gd name="connsiteX31" fmla="*/ 740568 w 1057275"/>
              <a:gd name="connsiteY31" fmla="*/ 983456 h 1038225"/>
              <a:gd name="connsiteX32" fmla="*/ 578643 w 1057275"/>
              <a:gd name="connsiteY32" fmla="*/ 1038225 h 103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</a:cxnLst>
            <a:rect l="l" t="t" r="r" b="b"/>
            <a:pathLst>
              <a:path w="1057275" h="1038225">
                <a:moveTo>
                  <a:pt x="578643" y="1038225"/>
                </a:moveTo>
                <a:lnTo>
                  <a:pt x="0" y="912018"/>
                </a:lnTo>
                <a:lnTo>
                  <a:pt x="19050" y="838200"/>
                </a:lnTo>
                <a:lnTo>
                  <a:pt x="83343" y="792956"/>
                </a:lnTo>
                <a:lnTo>
                  <a:pt x="209550" y="776287"/>
                </a:lnTo>
                <a:lnTo>
                  <a:pt x="359568" y="800100"/>
                </a:lnTo>
                <a:lnTo>
                  <a:pt x="464343" y="800100"/>
                </a:lnTo>
                <a:lnTo>
                  <a:pt x="481012" y="766762"/>
                </a:lnTo>
                <a:lnTo>
                  <a:pt x="490537" y="733425"/>
                </a:lnTo>
                <a:lnTo>
                  <a:pt x="576262" y="681037"/>
                </a:lnTo>
                <a:lnTo>
                  <a:pt x="607218" y="623887"/>
                </a:lnTo>
                <a:lnTo>
                  <a:pt x="590550" y="550068"/>
                </a:lnTo>
                <a:lnTo>
                  <a:pt x="559593" y="481012"/>
                </a:lnTo>
                <a:lnTo>
                  <a:pt x="521493" y="423862"/>
                </a:lnTo>
                <a:lnTo>
                  <a:pt x="523875" y="340518"/>
                </a:lnTo>
                <a:lnTo>
                  <a:pt x="554831" y="252412"/>
                </a:lnTo>
                <a:lnTo>
                  <a:pt x="633412" y="190500"/>
                </a:lnTo>
                <a:lnTo>
                  <a:pt x="671512" y="142875"/>
                </a:lnTo>
                <a:lnTo>
                  <a:pt x="714375" y="80962"/>
                </a:lnTo>
                <a:lnTo>
                  <a:pt x="778668" y="28575"/>
                </a:lnTo>
                <a:lnTo>
                  <a:pt x="847725" y="0"/>
                </a:lnTo>
                <a:lnTo>
                  <a:pt x="935831" y="9525"/>
                </a:lnTo>
                <a:lnTo>
                  <a:pt x="1007268" y="52387"/>
                </a:lnTo>
                <a:lnTo>
                  <a:pt x="1042987" y="159543"/>
                </a:lnTo>
                <a:lnTo>
                  <a:pt x="1057275" y="302418"/>
                </a:lnTo>
                <a:lnTo>
                  <a:pt x="1042987" y="538162"/>
                </a:lnTo>
                <a:lnTo>
                  <a:pt x="1019175" y="623887"/>
                </a:lnTo>
                <a:lnTo>
                  <a:pt x="947737" y="707231"/>
                </a:lnTo>
                <a:lnTo>
                  <a:pt x="935831" y="733425"/>
                </a:lnTo>
                <a:lnTo>
                  <a:pt x="981075" y="807243"/>
                </a:lnTo>
                <a:lnTo>
                  <a:pt x="971550" y="954881"/>
                </a:lnTo>
                <a:lnTo>
                  <a:pt x="740568" y="983456"/>
                </a:lnTo>
                <a:lnTo>
                  <a:pt x="578643" y="1038225"/>
                </a:lnTo>
                <a:close/>
              </a:path>
            </a:pathLst>
          </a:custGeom>
          <a:solidFill>
            <a:schemeClr val="accent6">
              <a:alpha val="50000"/>
            </a:schemeClr>
          </a:solidFill>
          <a:ln w="190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Freeform: Shape 26">
            <a:extLst>
              <a:ext uri="{FF2B5EF4-FFF2-40B4-BE49-F238E27FC236}">
                <a16:creationId xmlns:a16="http://schemas.microsoft.com/office/drawing/2014/main" id="{3A23B6F2-BCD3-4FAB-AB61-CDD0288CFBC2}"/>
              </a:ext>
            </a:extLst>
          </p:cNvPr>
          <p:cNvSpPr/>
          <p:nvPr/>
        </p:nvSpPr>
        <p:spPr>
          <a:xfrm>
            <a:off x="4888871" y="2263366"/>
            <a:ext cx="841973" cy="208230"/>
          </a:xfrm>
          <a:custGeom>
            <a:avLst/>
            <a:gdLst>
              <a:gd name="connsiteX0" fmla="*/ 841973 w 841973"/>
              <a:gd name="connsiteY0" fmla="*/ 0 h 208230"/>
              <a:gd name="connsiteX1" fmla="*/ 0 w 841973"/>
              <a:gd name="connsiteY1" fmla="*/ 208230 h 208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41973" h="208230">
                <a:moveTo>
                  <a:pt x="841973" y="0"/>
                </a:moveTo>
                <a:lnTo>
                  <a:pt x="0" y="208230"/>
                </a:ln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11B04A80-10BE-4256-9510-72E7E9CFE0C0}"/>
              </a:ext>
            </a:extLst>
          </p:cNvPr>
          <p:cNvSpPr/>
          <p:nvPr/>
        </p:nvSpPr>
        <p:spPr>
          <a:xfrm>
            <a:off x="3414598" y="2525917"/>
            <a:ext cx="1275097" cy="505299"/>
          </a:xfrm>
          <a:custGeom>
            <a:avLst/>
            <a:gdLst>
              <a:gd name="connsiteX0" fmla="*/ 1275097 w 1275097"/>
              <a:gd name="connsiteY0" fmla="*/ 0 h 505299"/>
              <a:gd name="connsiteX1" fmla="*/ 632301 w 1275097"/>
              <a:gd name="connsiteY1" fmla="*/ 181069 h 505299"/>
              <a:gd name="connsiteX2" fmla="*/ 52879 w 1275097"/>
              <a:gd name="connsiteY2" fmla="*/ 470780 h 505299"/>
              <a:gd name="connsiteX3" fmla="*/ 61933 w 1275097"/>
              <a:gd name="connsiteY3" fmla="*/ 488887 h 505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75097" h="505299">
                <a:moveTo>
                  <a:pt x="1275097" y="0"/>
                </a:moveTo>
                <a:cubicBezTo>
                  <a:pt x="1055550" y="51303"/>
                  <a:pt x="836004" y="102606"/>
                  <a:pt x="632301" y="181069"/>
                </a:cubicBezTo>
                <a:cubicBezTo>
                  <a:pt x="428598" y="259532"/>
                  <a:pt x="147940" y="419477"/>
                  <a:pt x="52879" y="470780"/>
                </a:cubicBezTo>
                <a:cubicBezTo>
                  <a:pt x="-42182" y="522083"/>
                  <a:pt x="9875" y="505485"/>
                  <a:pt x="61933" y="488887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9FBA1B57-319A-45D1-ADAF-A0FBC6D4E8E4}"/>
              </a:ext>
            </a:extLst>
          </p:cNvPr>
          <p:cNvSpPr/>
          <p:nvPr/>
        </p:nvSpPr>
        <p:spPr>
          <a:xfrm>
            <a:off x="2064190" y="3150606"/>
            <a:ext cx="1231271" cy="769544"/>
          </a:xfrm>
          <a:custGeom>
            <a:avLst/>
            <a:gdLst>
              <a:gd name="connsiteX0" fmla="*/ 1231271 w 1231271"/>
              <a:gd name="connsiteY0" fmla="*/ 0 h 769544"/>
              <a:gd name="connsiteX1" fmla="*/ 760491 w 1231271"/>
              <a:gd name="connsiteY1" fmla="*/ 307818 h 769544"/>
              <a:gd name="connsiteX2" fmla="*/ 497941 w 1231271"/>
              <a:gd name="connsiteY2" fmla="*/ 615636 h 769544"/>
              <a:gd name="connsiteX3" fmla="*/ 0 w 1231271"/>
              <a:gd name="connsiteY3" fmla="*/ 769544 h 7695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231271" h="769544">
                <a:moveTo>
                  <a:pt x="1231271" y="0"/>
                </a:moveTo>
                <a:cubicBezTo>
                  <a:pt x="1056992" y="102606"/>
                  <a:pt x="882713" y="205212"/>
                  <a:pt x="760491" y="307818"/>
                </a:cubicBezTo>
                <a:cubicBezTo>
                  <a:pt x="638269" y="410424"/>
                  <a:pt x="624689" y="538682"/>
                  <a:pt x="497941" y="615636"/>
                </a:cubicBezTo>
                <a:cubicBezTo>
                  <a:pt x="371193" y="692590"/>
                  <a:pt x="185596" y="731067"/>
                  <a:pt x="0" y="769544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FDB03DEC-D4D7-4DEB-AD6E-BA00F5BA6926}"/>
              </a:ext>
            </a:extLst>
          </p:cNvPr>
          <p:cNvSpPr/>
          <p:nvPr/>
        </p:nvSpPr>
        <p:spPr>
          <a:xfrm>
            <a:off x="1358020" y="3947311"/>
            <a:ext cx="624689" cy="90535"/>
          </a:xfrm>
          <a:custGeom>
            <a:avLst/>
            <a:gdLst>
              <a:gd name="connsiteX0" fmla="*/ 624689 w 624689"/>
              <a:gd name="connsiteY0" fmla="*/ 0 h 90535"/>
              <a:gd name="connsiteX1" fmla="*/ 0 w 624689"/>
              <a:gd name="connsiteY1" fmla="*/ 90535 h 905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24689" h="90535">
                <a:moveTo>
                  <a:pt x="624689" y="0"/>
                </a:moveTo>
                <a:lnTo>
                  <a:pt x="0" y="90535"/>
                </a:ln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CAC090E4-B1D3-4555-9621-058D93F3A330}"/>
              </a:ext>
            </a:extLst>
          </p:cNvPr>
          <p:cNvSpPr/>
          <p:nvPr/>
        </p:nvSpPr>
        <p:spPr>
          <a:xfrm>
            <a:off x="5350598" y="2263366"/>
            <a:ext cx="1013988" cy="280658"/>
          </a:xfrm>
          <a:custGeom>
            <a:avLst/>
            <a:gdLst>
              <a:gd name="connsiteX0" fmla="*/ 1013988 w 1013988"/>
              <a:gd name="connsiteY0" fmla="*/ 0 h 280658"/>
              <a:gd name="connsiteX1" fmla="*/ 0 w 1013988"/>
              <a:gd name="connsiteY1" fmla="*/ 280658 h 2806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13988" h="280658">
                <a:moveTo>
                  <a:pt x="1013988" y="0"/>
                </a:moveTo>
                <a:lnTo>
                  <a:pt x="0" y="280658"/>
                </a:ln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29596F0-370F-4B69-8C39-4799E6D5D1A2}"/>
              </a:ext>
            </a:extLst>
          </p:cNvPr>
          <p:cNvSpPr/>
          <p:nvPr/>
        </p:nvSpPr>
        <p:spPr>
          <a:xfrm>
            <a:off x="4227968" y="2607398"/>
            <a:ext cx="959668" cy="325925"/>
          </a:xfrm>
          <a:custGeom>
            <a:avLst/>
            <a:gdLst>
              <a:gd name="connsiteX0" fmla="*/ 959668 w 959668"/>
              <a:gd name="connsiteY0" fmla="*/ 0 h 325925"/>
              <a:gd name="connsiteX1" fmla="*/ 289711 w 959668"/>
              <a:gd name="connsiteY1" fmla="*/ 199176 h 325925"/>
              <a:gd name="connsiteX2" fmla="*/ 0 w 959668"/>
              <a:gd name="connsiteY2" fmla="*/ 325925 h 325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9668" h="325925">
                <a:moveTo>
                  <a:pt x="959668" y="0"/>
                </a:moveTo>
                <a:cubicBezTo>
                  <a:pt x="704662" y="72427"/>
                  <a:pt x="449656" y="144855"/>
                  <a:pt x="289711" y="199176"/>
                </a:cubicBezTo>
                <a:cubicBezTo>
                  <a:pt x="129766" y="253497"/>
                  <a:pt x="64883" y="289711"/>
                  <a:pt x="0" y="325925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38E81EB-2289-4527-9E7A-65CBE78211D4}"/>
              </a:ext>
            </a:extLst>
          </p:cNvPr>
          <p:cNvSpPr/>
          <p:nvPr/>
        </p:nvSpPr>
        <p:spPr>
          <a:xfrm>
            <a:off x="2851842" y="3005750"/>
            <a:ext cx="1240324" cy="760492"/>
          </a:xfrm>
          <a:custGeom>
            <a:avLst/>
            <a:gdLst>
              <a:gd name="connsiteX0" fmla="*/ 1240324 w 1240324"/>
              <a:gd name="connsiteY0" fmla="*/ 0 h 760492"/>
              <a:gd name="connsiteX1" fmla="*/ 389299 w 1240324"/>
              <a:gd name="connsiteY1" fmla="*/ 380246 h 760492"/>
              <a:gd name="connsiteX2" fmla="*/ 0 w 1240324"/>
              <a:gd name="connsiteY2" fmla="*/ 760492 h 7604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40324" h="760492">
                <a:moveTo>
                  <a:pt x="1240324" y="0"/>
                </a:moveTo>
                <a:cubicBezTo>
                  <a:pt x="918172" y="126748"/>
                  <a:pt x="596020" y="253497"/>
                  <a:pt x="389299" y="380246"/>
                </a:cubicBezTo>
                <a:cubicBezTo>
                  <a:pt x="182578" y="506995"/>
                  <a:pt x="91289" y="633743"/>
                  <a:pt x="0" y="760492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75C866C2-ABA9-478A-A45E-4D7D9CBA475B}"/>
              </a:ext>
            </a:extLst>
          </p:cNvPr>
          <p:cNvSpPr/>
          <p:nvPr/>
        </p:nvSpPr>
        <p:spPr>
          <a:xfrm>
            <a:off x="1738265" y="3856776"/>
            <a:ext cx="1023042" cy="278995"/>
          </a:xfrm>
          <a:custGeom>
            <a:avLst/>
            <a:gdLst>
              <a:gd name="connsiteX0" fmla="*/ 1023042 w 1023042"/>
              <a:gd name="connsiteY0" fmla="*/ 0 h 278995"/>
              <a:gd name="connsiteX1" fmla="*/ 452674 w 1023042"/>
              <a:gd name="connsiteY1" fmla="*/ 244444 h 278995"/>
              <a:gd name="connsiteX2" fmla="*/ 0 w 1023042"/>
              <a:gd name="connsiteY2" fmla="*/ 271604 h 2789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23042" h="278995">
                <a:moveTo>
                  <a:pt x="1023042" y="0"/>
                </a:moveTo>
                <a:cubicBezTo>
                  <a:pt x="823111" y="99588"/>
                  <a:pt x="623181" y="199177"/>
                  <a:pt x="452674" y="244444"/>
                </a:cubicBezTo>
                <a:cubicBezTo>
                  <a:pt x="282167" y="289711"/>
                  <a:pt x="141083" y="280657"/>
                  <a:pt x="0" y="271604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63F0F907-F419-42BA-8378-D7A8F5A194CF}"/>
              </a:ext>
            </a:extLst>
          </p:cNvPr>
          <p:cNvSpPr/>
          <p:nvPr/>
        </p:nvSpPr>
        <p:spPr>
          <a:xfrm>
            <a:off x="4934139" y="2534970"/>
            <a:ext cx="1113576" cy="389299"/>
          </a:xfrm>
          <a:custGeom>
            <a:avLst/>
            <a:gdLst>
              <a:gd name="connsiteX0" fmla="*/ 1113576 w 1113576"/>
              <a:gd name="connsiteY0" fmla="*/ 0 h 389299"/>
              <a:gd name="connsiteX1" fmla="*/ 0 w 1113576"/>
              <a:gd name="connsiteY1" fmla="*/ 389299 h 3892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13576" h="389299">
                <a:moveTo>
                  <a:pt x="1113576" y="0"/>
                </a:moveTo>
                <a:lnTo>
                  <a:pt x="0" y="389299"/>
                </a:ln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614C0863-27FC-4254-A432-7A5847E6AF57}"/>
              </a:ext>
            </a:extLst>
          </p:cNvPr>
          <p:cNvSpPr/>
          <p:nvPr/>
        </p:nvSpPr>
        <p:spPr>
          <a:xfrm>
            <a:off x="3150606" y="3014804"/>
            <a:ext cx="1557196" cy="633743"/>
          </a:xfrm>
          <a:custGeom>
            <a:avLst/>
            <a:gdLst>
              <a:gd name="connsiteX0" fmla="*/ 1557196 w 1557196"/>
              <a:gd name="connsiteY0" fmla="*/ 0 h 633743"/>
              <a:gd name="connsiteX1" fmla="*/ 688063 w 1557196"/>
              <a:gd name="connsiteY1" fmla="*/ 253497 h 633743"/>
              <a:gd name="connsiteX2" fmla="*/ 0 w 1557196"/>
              <a:gd name="connsiteY2" fmla="*/ 633743 h 6337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57196" h="633743">
                <a:moveTo>
                  <a:pt x="1557196" y="0"/>
                </a:moveTo>
                <a:cubicBezTo>
                  <a:pt x="1252396" y="73936"/>
                  <a:pt x="947596" y="147873"/>
                  <a:pt x="688063" y="253497"/>
                </a:cubicBezTo>
                <a:cubicBezTo>
                  <a:pt x="428530" y="359121"/>
                  <a:pt x="214265" y="496432"/>
                  <a:pt x="0" y="633743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0BB1A261-89C1-4168-874D-FD34F6B33104}"/>
              </a:ext>
            </a:extLst>
          </p:cNvPr>
          <p:cNvSpPr/>
          <p:nvPr/>
        </p:nvSpPr>
        <p:spPr>
          <a:xfrm>
            <a:off x="2082297" y="3757188"/>
            <a:ext cx="1032095" cy="724277"/>
          </a:xfrm>
          <a:custGeom>
            <a:avLst/>
            <a:gdLst>
              <a:gd name="connsiteX0" fmla="*/ 1032095 w 1032095"/>
              <a:gd name="connsiteY0" fmla="*/ 0 h 724277"/>
              <a:gd name="connsiteX1" fmla="*/ 470780 w 1032095"/>
              <a:gd name="connsiteY1" fmla="*/ 425513 h 724277"/>
              <a:gd name="connsiteX2" fmla="*/ 0 w 1032095"/>
              <a:gd name="connsiteY2" fmla="*/ 724277 h 724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032095" h="724277">
                <a:moveTo>
                  <a:pt x="1032095" y="0"/>
                </a:moveTo>
                <a:cubicBezTo>
                  <a:pt x="837445" y="152400"/>
                  <a:pt x="642796" y="304800"/>
                  <a:pt x="470780" y="425513"/>
                </a:cubicBezTo>
                <a:cubicBezTo>
                  <a:pt x="298764" y="546226"/>
                  <a:pt x="149382" y="635251"/>
                  <a:pt x="0" y="724277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Freeform: Shape 37">
            <a:extLst>
              <a:ext uri="{FF2B5EF4-FFF2-40B4-BE49-F238E27FC236}">
                <a16:creationId xmlns:a16="http://schemas.microsoft.com/office/drawing/2014/main" id="{92946C9F-B14A-4C5C-ABB7-51BFB5890C96}"/>
              </a:ext>
            </a:extLst>
          </p:cNvPr>
          <p:cNvSpPr/>
          <p:nvPr/>
        </p:nvSpPr>
        <p:spPr>
          <a:xfrm>
            <a:off x="5441133" y="2562131"/>
            <a:ext cx="1186004" cy="443619"/>
          </a:xfrm>
          <a:custGeom>
            <a:avLst/>
            <a:gdLst>
              <a:gd name="connsiteX0" fmla="*/ 1186004 w 1186004"/>
              <a:gd name="connsiteY0" fmla="*/ 0 h 443619"/>
              <a:gd name="connsiteX1" fmla="*/ 253497 w 1186004"/>
              <a:gd name="connsiteY1" fmla="*/ 344031 h 443619"/>
              <a:gd name="connsiteX2" fmla="*/ 0 w 1186004"/>
              <a:gd name="connsiteY2" fmla="*/ 443619 h 4436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6004" h="443619">
                <a:moveTo>
                  <a:pt x="1186004" y="0"/>
                </a:moveTo>
                <a:lnTo>
                  <a:pt x="253497" y="344031"/>
                </a:lnTo>
                <a:cubicBezTo>
                  <a:pt x="55830" y="417967"/>
                  <a:pt x="27915" y="430793"/>
                  <a:pt x="0" y="443619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E01C73F5-ED94-498B-A842-11A31B53644E}"/>
              </a:ext>
            </a:extLst>
          </p:cNvPr>
          <p:cNvSpPr/>
          <p:nvPr/>
        </p:nvSpPr>
        <p:spPr>
          <a:xfrm>
            <a:off x="4001632" y="3069125"/>
            <a:ext cx="1294645" cy="425513"/>
          </a:xfrm>
          <a:custGeom>
            <a:avLst/>
            <a:gdLst>
              <a:gd name="connsiteX0" fmla="*/ 1294645 w 1294645"/>
              <a:gd name="connsiteY0" fmla="*/ 0 h 425513"/>
              <a:gd name="connsiteX1" fmla="*/ 334978 w 1294645"/>
              <a:gd name="connsiteY1" fmla="*/ 271604 h 425513"/>
              <a:gd name="connsiteX2" fmla="*/ 0 w 1294645"/>
              <a:gd name="connsiteY2" fmla="*/ 425513 h 4255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4645" h="425513">
                <a:moveTo>
                  <a:pt x="1294645" y="0"/>
                </a:moveTo>
                <a:cubicBezTo>
                  <a:pt x="922698" y="100342"/>
                  <a:pt x="550752" y="200685"/>
                  <a:pt x="334978" y="271604"/>
                </a:cubicBezTo>
                <a:cubicBezTo>
                  <a:pt x="119204" y="342523"/>
                  <a:pt x="59602" y="384018"/>
                  <a:pt x="0" y="425513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CA903403-C2E8-4524-BF5C-D699D1A012E8}"/>
              </a:ext>
            </a:extLst>
          </p:cNvPr>
          <p:cNvSpPr/>
          <p:nvPr/>
        </p:nvSpPr>
        <p:spPr>
          <a:xfrm>
            <a:off x="2915216" y="3530851"/>
            <a:ext cx="950614" cy="679010"/>
          </a:xfrm>
          <a:custGeom>
            <a:avLst/>
            <a:gdLst>
              <a:gd name="connsiteX0" fmla="*/ 950614 w 950614"/>
              <a:gd name="connsiteY0" fmla="*/ 0 h 679010"/>
              <a:gd name="connsiteX1" fmla="*/ 226336 w 950614"/>
              <a:gd name="connsiteY1" fmla="*/ 443620 h 679010"/>
              <a:gd name="connsiteX2" fmla="*/ 0 w 950614"/>
              <a:gd name="connsiteY2" fmla="*/ 679010 h 6790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50614" h="679010">
                <a:moveTo>
                  <a:pt x="950614" y="0"/>
                </a:moveTo>
                <a:cubicBezTo>
                  <a:pt x="667693" y="165226"/>
                  <a:pt x="384772" y="330452"/>
                  <a:pt x="226336" y="443620"/>
                </a:cubicBezTo>
                <a:cubicBezTo>
                  <a:pt x="67900" y="556788"/>
                  <a:pt x="33950" y="617899"/>
                  <a:pt x="0" y="679010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1" name="Freeform: Shape 40">
            <a:extLst>
              <a:ext uri="{FF2B5EF4-FFF2-40B4-BE49-F238E27FC236}">
                <a16:creationId xmlns:a16="http://schemas.microsoft.com/office/drawing/2014/main" id="{DCDB166E-679C-4024-A4AE-D3F30B49C168}"/>
              </a:ext>
            </a:extLst>
          </p:cNvPr>
          <p:cNvSpPr/>
          <p:nvPr/>
        </p:nvSpPr>
        <p:spPr>
          <a:xfrm>
            <a:off x="2444436" y="4300396"/>
            <a:ext cx="334978" cy="334978"/>
          </a:xfrm>
          <a:custGeom>
            <a:avLst/>
            <a:gdLst>
              <a:gd name="connsiteX0" fmla="*/ 334978 w 334978"/>
              <a:gd name="connsiteY0" fmla="*/ 0 h 334978"/>
              <a:gd name="connsiteX1" fmla="*/ 0 w 334978"/>
              <a:gd name="connsiteY1" fmla="*/ 334978 h 3349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4978" h="334978">
                <a:moveTo>
                  <a:pt x="334978" y="0"/>
                </a:moveTo>
                <a:lnTo>
                  <a:pt x="0" y="334978"/>
                </a:ln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C7F98354-BE50-4230-A77E-7E405FBCB872}"/>
              </a:ext>
            </a:extLst>
          </p:cNvPr>
          <p:cNvSpPr/>
          <p:nvPr/>
        </p:nvSpPr>
        <p:spPr>
          <a:xfrm>
            <a:off x="8075691" y="3087232"/>
            <a:ext cx="1294646" cy="398352"/>
          </a:xfrm>
          <a:custGeom>
            <a:avLst/>
            <a:gdLst>
              <a:gd name="connsiteX0" fmla="*/ 1294646 w 1294646"/>
              <a:gd name="connsiteY0" fmla="*/ 0 h 398352"/>
              <a:gd name="connsiteX1" fmla="*/ 688063 w 1294646"/>
              <a:gd name="connsiteY1" fmla="*/ 235390 h 398352"/>
              <a:gd name="connsiteX2" fmla="*/ 0 w 1294646"/>
              <a:gd name="connsiteY2" fmla="*/ 398352 h 3983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94646" h="398352">
                <a:moveTo>
                  <a:pt x="1294646" y="0"/>
                </a:moveTo>
                <a:cubicBezTo>
                  <a:pt x="1099241" y="84499"/>
                  <a:pt x="903837" y="168998"/>
                  <a:pt x="688063" y="235390"/>
                </a:cubicBezTo>
                <a:cubicBezTo>
                  <a:pt x="472289" y="301782"/>
                  <a:pt x="236144" y="350067"/>
                  <a:pt x="0" y="398352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EDFDCFB9-F302-48ED-87B1-89346428393D}"/>
              </a:ext>
            </a:extLst>
          </p:cNvPr>
          <p:cNvSpPr/>
          <p:nvPr/>
        </p:nvSpPr>
        <p:spPr>
          <a:xfrm>
            <a:off x="6690511" y="3458424"/>
            <a:ext cx="1222218" cy="128579"/>
          </a:xfrm>
          <a:custGeom>
            <a:avLst/>
            <a:gdLst>
              <a:gd name="connsiteX0" fmla="*/ 1222218 w 1222218"/>
              <a:gd name="connsiteY0" fmla="*/ 63374 h 128579"/>
              <a:gd name="connsiteX1" fmla="*/ 688063 w 1222218"/>
              <a:gd name="connsiteY1" fmla="*/ 126748 h 128579"/>
              <a:gd name="connsiteX2" fmla="*/ 0 w 1222218"/>
              <a:gd name="connsiteY2" fmla="*/ 0 h 1285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222218" h="128579">
                <a:moveTo>
                  <a:pt x="1222218" y="63374"/>
                </a:moveTo>
                <a:cubicBezTo>
                  <a:pt x="1056992" y="100342"/>
                  <a:pt x="891766" y="137310"/>
                  <a:pt x="688063" y="126748"/>
                </a:cubicBezTo>
                <a:cubicBezTo>
                  <a:pt x="484360" y="116186"/>
                  <a:pt x="242180" y="58093"/>
                  <a:pt x="0" y="0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4" name="Freeform: Shape 43">
            <a:extLst>
              <a:ext uri="{FF2B5EF4-FFF2-40B4-BE49-F238E27FC236}">
                <a16:creationId xmlns:a16="http://schemas.microsoft.com/office/drawing/2014/main" id="{1FF4C9DF-26D7-41E9-92A2-A4CEBCD8C557}"/>
              </a:ext>
            </a:extLst>
          </p:cNvPr>
          <p:cNvSpPr/>
          <p:nvPr/>
        </p:nvSpPr>
        <p:spPr>
          <a:xfrm>
            <a:off x="4689695" y="3394882"/>
            <a:ext cx="1874067" cy="190292"/>
          </a:xfrm>
          <a:custGeom>
            <a:avLst/>
            <a:gdLst>
              <a:gd name="connsiteX0" fmla="*/ 1874067 w 1874067"/>
              <a:gd name="connsiteY0" fmla="*/ 72597 h 190292"/>
              <a:gd name="connsiteX1" fmla="*/ 1539089 w 1874067"/>
              <a:gd name="connsiteY1" fmla="*/ 169 h 190292"/>
              <a:gd name="connsiteX2" fmla="*/ 733331 w 1874067"/>
              <a:gd name="connsiteY2" fmla="*/ 90704 h 190292"/>
              <a:gd name="connsiteX3" fmla="*/ 0 w 1874067"/>
              <a:gd name="connsiteY3" fmla="*/ 190292 h 1902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874067" h="190292">
                <a:moveTo>
                  <a:pt x="1874067" y="72597"/>
                </a:moveTo>
                <a:cubicBezTo>
                  <a:pt x="1801639" y="34874"/>
                  <a:pt x="1729212" y="-2849"/>
                  <a:pt x="1539089" y="169"/>
                </a:cubicBezTo>
                <a:cubicBezTo>
                  <a:pt x="1348966" y="3187"/>
                  <a:pt x="989846" y="59017"/>
                  <a:pt x="733331" y="90704"/>
                </a:cubicBezTo>
                <a:cubicBezTo>
                  <a:pt x="476816" y="122391"/>
                  <a:pt x="238408" y="156341"/>
                  <a:pt x="0" y="190292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5" name="Freeform: Shape 44">
            <a:extLst>
              <a:ext uri="{FF2B5EF4-FFF2-40B4-BE49-F238E27FC236}">
                <a16:creationId xmlns:a16="http://schemas.microsoft.com/office/drawing/2014/main" id="{56B860C4-BE08-49D5-AB75-F3E7CE3F9528}"/>
              </a:ext>
            </a:extLst>
          </p:cNvPr>
          <p:cNvSpPr/>
          <p:nvPr/>
        </p:nvSpPr>
        <p:spPr>
          <a:xfrm>
            <a:off x="3693814" y="3639494"/>
            <a:ext cx="887239" cy="516048"/>
          </a:xfrm>
          <a:custGeom>
            <a:avLst/>
            <a:gdLst>
              <a:gd name="connsiteX0" fmla="*/ 887239 w 887239"/>
              <a:gd name="connsiteY0" fmla="*/ 0 h 516048"/>
              <a:gd name="connsiteX1" fmla="*/ 398352 w 887239"/>
              <a:gd name="connsiteY1" fmla="*/ 108642 h 516048"/>
              <a:gd name="connsiteX2" fmla="*/ 72428 w 887239"/>
              <a:gd name="connsiteY2" fmla="*/ 398352 h 516048"/>
              <a:gd name="connsiteX3" fmla="*/ 0 w 887239"/>
              <a:gd name="connsiteY3" fmla="*/ 516048 h 5160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87239" h="516048">
                <a:moveTo>
                  <a:pt x="887239" y="0"/>
                </a:moveTo>
                <a:cubicBezTo>
                  <a:pt x="710696" y="21125"/>
                  <a:pt x="534154" y="42250"/>
                  <a:pt x="398352" y="108642"/>
                </a:cubicBezTo>
                <a:cubicBezTo>
                  <a:pt x="262550" y="175034"/>
                  <a:pt x="138820" y="330451"/>
                  <a:pt x="72428" y="398352"/>
                </a:cubicBezTo>
                <a:cubicBezTo>
                  <a:pt x="6036" y="466253"/>
                  <a:pt x="3018" y="491150"/>
                  <a:pt x="0" y="516048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6" name="Freeform: Shape 45">
            <a:extLst>
              <a:ext uri="{FF2B5EF4-FFF2-40B4-BE49-F238E27FC236}">
                <a16:creationId xmlns:a16="http://schemas.microsoft.com/office/drawing/2014/main" id="{4D36A1FE-FAB2-4468-8BD2-59892AEBAA79}"/>
              </a:ext>
            </a:extLst>
          </p:cNvPr>
          <p:cNvSpPr/>
          <p:nvPr/>
        </p:nvSpPr>
        <p:spPr>
          <a:xfrm>
            <a:off x="3150606" y="4282291"/>
            <a:ext cx="497941" cy="869132"/>
          </a:xfrm>
          <a:custGeom>
            <a:avLst/>
            <a:gdLst>
              <a:gd name="connsiteX0" fmla="*/ 497941 w 497941"/>
              <a:gd name="connsiteY0" fmla="*/ 0 h 869132"/>
              <a:gd name="connsiteX1" fmla="*/ 162963 w 497941"/>
              <a:gd name="connsiteY1" fmla="*/ 389299 h 869132"/>
              <a:gd name="connsiteX2" fmla="*/ 0 w 497941"/>
              <a:gd name="connsiteY2" fmla="*/ 869132 h 8691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7941" h="869132">
                <a:moveTo>
                  <a:pt x="497941" y="0"/>
                </a:moveTo>
                <a:cubicBezTo>
                  <a:pt x="371947" y="122222"/>
                  <a:pt x="245953" y="244444"/>
                  <a:pt x="162963" y="389299"/>
                </a:cubicBezTo>
                <a:cubicBezTo>
                  <a:pt x="79973" y="534154"/>
                  <a:pt x="39986" y="701643"/>
                  <a:pt x="0" y="869132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Freeform: Shape 46">
            <a:extLst>
              <a:ext uri="{FF2B5EF4-FFF2-40B4-BE49-F238E27FC236}">
                <a16:creationId xmlns:a16="http://schemas.microsoft.com/office/drawing/2014/main" id="{6F3F221C-F3D1-45F7-9118-67B1AE61F405}"/>
              </a:ext>
            </a:extLst>
          </p:cNvPr>
          <p:cNvSpPr/>
          <p:nvPr/>
        </p:nvSpPr>
        <p:spPr>
          <a:xfrm>
            <a:off x="7568697" y="2797521"/>
            <a:ext cx="1312753" cy="344031"/>
          </a:xfrm>
          <a:custGeom>
            <a:avLst/>
            <a:gdLst>
              <a:gd name="connsiteX0" fmla="*/ 1312753 w 1312753"/>
              <a:gd name="connsiteY0" fmla="*/ 0 h 344031"/>
              <a:gd name="connsiteX1" fmla="*/ 642796 w 1312753"/>
              <a:gd name="connsiteY1" fmla="*/ 271604 h 344031"/>
              <a:gd name="connsiteX2" fmla="*/ 0 w 1312753"/>
              <a:gd name="connsiteY2" fmla="*/ 344031 h 3440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12753" h="344031">
                <a:moveTo>
                  <a:pt x="1312753" y="0"/>
                </a:moveTo>
                <a:cubicBezTo>
                  <a:pt x="1087170" y="107133"/>
                  <a:pt x="861588" y="214266"/>
                  <a:pt x="642796" y="271604"/>
                </a:cubicBezTo>
                <a:cubicBezTo>
                  <a:pt x="424004" y="328943"/>
                  <a:pt x="212002" y="336487"/>
                  <a:pt x="0" y="344031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CE3FA52E-06F1-4605-8C48-D9BEED8F4879}"/>
              </a:ext>
            </a:extLst>
          </p:cNvPr>
          <p:cNvSpPr/>
          <p:nvPr/>
        </p:nvSpPr>
        <p:spPr>
          <a:xfrm>
            <a:off x="5359651" y="3011178"/>
            <a:ext cx="2009870" cy="320497"/>
          </a:xfrm>
          <a:custGeom>
            <a:avLst/>
            <a:gdLst>
              <a:gd name="connsiteX0" fmla="*/ 2009870 w 2009870"/>
              <a:gd name="connsiteY0" fmla="*/ 157535 h 320497"/>
              <a:gd name="connsiteX1" fmla="*/ 1376127 w 2009870"/>
              <a:gd name="connsiteY1" fmla="*/ 85107 h 320497"/>
              <a:gd name="connsiteX2" fmla="*/ 832919 w 2009870"/>
              <a:gd name="connsiteY2" fmla="*/ 3626 h 320497"/>
              <a:gd name="connsiteX3" fmla="*/ 389299 w 2009870"/>
              <a:gd name="connsiteY3" fmla="*/ 211856 h 320497"/>
              <a:gd name="connsiteX4" fmla="*/ 0 w 2009870"/>
              <a:gd name="connsiteY4" fmla="*/ 320497 h 3204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09870" h="320497">
                <a:moveTo>
                  <a:pt x="2009870" y="157535"/>
                </a:moveTo>
                <a:lnTo>
                  <a:pt x="1376127" y="85107"/>
                </a:lnTo>
                <a:cubicBezTo>
                  <a:pt x="1179969" y="59456"/>
                  <a:pt x="997390" y="-17499"/>
                  <a:pt x="832919" y="3626"/>
                </a:cubicBezTo>
                <a:cubicBezTo>
                  <a:pt x="668448" y="24751"/>
                  <a:pt x="528119" y="159044"/>
                  <a:pt x="389299" y="211856"/>
                </a:cubicBezTo>
                <a:cubicBezTo>
                  <a:pt x="250479" y="264668"/>
                  <a:pt x="125239" y="292582"/>
                  <a:pt x="0" y="320497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Freeform: Shape 48">
            <a:extLst>
              <a:ext uri="{FF2B5EF4-FFF2-40B4-BE49-F238E27FC236}">
                <a16:creationId xmlns:a16="http://schemas.microsoft.com/office/drawing/2014/main" id="{25BCC478-74C3-4474-839E-00F4EBE2D22A}"/>
              </a:ext>
            </a:extLst>
          </p:cNvPr>
          <p:cNvSpPr/>
          <p:nvPr/>
        </p:nvSpPr>
        <p:spPr>
          <a:xfrm>
            <a:off x="3585172" y="3367889"/>
            <a:ext cx="1511929" cy="579422"/>
          </a:xfrm>
          <a:custGeom>
            <a:avLst/>
            <a:gdLst>
              <a:gd name="connsiteX0" fmla="*/ 1511929 w 1511929"/>
              <a:gd name="connsiteY0" fmla="*/ 0 h 579422"/>
              <a:gd name="connsiteX1" fmla="*/ 805759 w 1511929"/>
              <a:gd name="connsiteY1" fmla="*/ 153909 h 579422"/>
              <a:gd name="connsiteX2" fmla="*/ 235390 w 1511929"/>
              <a:gd name="connsiteY2" fmla="*/ 353085 h 579422"/>
              <a:gd name="connsiteX3" fmla="*/ 0 w 1511929"/>
              <a:gd name="connsiteY3" fmla="*/ 579422 h 5794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511929" h="579422">
                <a:moveTo>
                  <a:pt x="1511929" y="0"/>
                </a:moveTo>
                <a:cubicBezTo>
                  <a:pt x="1265222" y="47530"/>
                  <a:pt x="1018516" y="95061"/>
                  <a:pt x="805759" y="153909"/>
                </a:cubicBezTo>
                <a:cubicBezTo>
                  <a:pt x="593002" y="212757"/>
                  <a:pt x="369683" y="282166"/>
                  <a:pt x="235390" y="353085"/>
                </a:cubicBezTo>
                <a:cubicBezTo>
                  <a:pt x="101097" y="424004"/>
                  <a:pt x="50548" y="501713"/>
                  <a:pt x="0" y="579422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Freeform: Shape 49">
            <a:extLst>
              <a:ext uri="{FF2B5EF4-FFF2-40B4-BE49-F238E27FC236}">
                <a16:creationId xmlns:a16="http://schemas.microsoft.com/office/drawing/2014/main" id="{FF839B73-D0C3-4DC0-882C-E37B04113288}"/>
              </a:ext>
            </a:extLst>
          </p:cNvPr>
          <p:cNvSpPr/>
          <p:nvPr/>
        </p:nvSpPr>
        <p:spPr>
          <a:xfrm>
            <a:off x="2706986" y="4065006"/>
            <a:ext cx="805759" cy="950614"/>
          </a:xfrm>
          <a:custGeom>
            <a:avLst/>
            <a:gdLst>
              <a:gd name="connsiteX0" fmla="*/ 805759 w 805759"/>
              <a:gd name="connsiteY0" fmla="*/ 0 h 950614"/>
              <a:gd name="connsiteX1" fmla="*/ 416460 w 805759"/>
              <a:gd name="connsiteY1" fmla="*/ 334978 h 950614"/>
              <a:gd name="connsiteX2" fmla="*/ 0 w 805759"/>
              <a:gd name="connsiteY2" fmla="*/ 950614 h 9506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05759" h="950614">
                <a:moveTo>
                  <a:pt x="805759" y="0"/>
                </a:moveTo>
                <a:cubicBezTo>
                  <a:pt x="678256" y="88271"/>
                  <a:pt x="550753" y="176542"/>
                  <a:pt x="416460" y="334978"/>
                </a:cubicBezTo>
                <a:cubicBezTo>
                  <a:pt x="282167" y="493414"/>
                  <a:pt x="141083" y="722014"/>
                  <a:pt x="0" y="950614"/>
                </a:cubicBezTo>
              </a:path>
            </a:pathLst>
          </a:custGeom>
          <a:noFill/>
          <a:ln w="28575">
            <a:solidFill>
              <a:srgbClr val="7030A0"/>
            </a:solidFill>
            <a:headEnd type="none" w="med" len="med"/>
            <a:tailEnd type="triangl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0" name="Rectangle 609">
            <a:extLst>
              <a:ext uri="{FF2B5EF4-FFF2-40B4-BE49-F238E27FC236}">
                <a16:creationId xmlns:a16="http://schemas.microsoft.com/office/drawing/2014/main" id="{77F0C62C-E1AB-932E-9CBF-38D4BEB55D3E}"/>
              </a:ext>
            </a:extLst>
          </p:cNvPr>
          <p:cNvSpPr/>
          <p:nvPr/>
        </p:nvSpPr>
        <p:spPr>
          <a:xfrm>
            <a:off x="176565" y="523174"/>
            <a:ext cx="3055452" cy="460186"/>
          </a:xfrm>
          <a:prstGeom prst="rect">
            <a:avLst/>
          </a:prstGeom>
          <a:solidFill>
            <a:schemeClr val="bg1">
              <a:alpha val="80000"/>
            </a:schemeClr>
          </a:solidFill>
        </p:spPr>
        <p:txBody>
          <a:bodyPr wrap="none" tIns="3600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F2652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Factors affecting speed</a:t>
            </a:r>
            <a:endParaRPr lang="en-GB" sz="1200" dirty="0">
              <a:solidFill>
                <a:srgbClr val="F2652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91242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DA86BE6-AC20-4577-9A40-408620427748}"/>
              </a:ext>
            </a:extLst>
          </p:cNvPr>
          <p:cNvSpPr/>
          <p:nvPr/>
        </p:nvSpPr>
        <p:spPr>
          <a:xfrm>
            <a:off x="8248843" y="1962824"/>
            <a:ext cx="3749635" cy="4679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Clock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Speed measured in hertz (Hz), number of cycles per second.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Modern processors operate at billions of cycles per second – or gigahertz (GHz).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3.2 GHz clock speed = 3.2 billion instructions fetched per second.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5912AF-7532-4333-B4FA-A261354D39E3}"/>
              </a:ext>
            </a:extLst>
          </p:cNvPr>
          <p:cNvSpPr/>
          <p:nvPr/>
        </p:nvSpPr>
        <p:spPr>
          <a:xfrm>
            <a:off x="176565" y="523174"/>
            <a:ext cx="7953844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common characteristics of CPUs affect their performance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19" name="Picture 18" descr="A picture containing drawing&#10;&#10;Description automatically generated">
            <a:extLst>
              <a:ext uri="{FF2B5EF4-FFF2-40B4-BE49-F238E27FC236}">
                <a16:creationId xmlns:a16="http://schemas.microsoft.com/office/drawing/2014/main" id="{772B6680-54E4-4204-ABDB-48B08F02BB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518" y="1919824"/>
            <a:ext cx="4722255" cy="4722255"/>
          </a:xfrm>
          <a:prstGeom prst="rect">
            <a:avLst/>
          </a:prstGeom>
        </p:spPr>
      </p:pic>
      <p:sp>
        <p:nvSpPr>
          <p:cNvPr id="20" name="Oval 19">
            <a:extLst>
              <a:ext uri="{FF2B5EF4-FFF2-40B4-BE49-F238E27FC236}">
                <a16:creationId xmlns:a16="http://schemas.microsoft.com/office/drawing/2014/main" id="{1E4B01BB-0D39-4FC3-A31A-873942306C73}"/>
              </a:ext>
            </a:extLst>
          </p:cNvPr>
          <p:cNvSpPr/>
          <p:nvPr/>
        </p:nvSpPr>
        <p:spPr>
          <a:xfrm>
            <a:off x="5850163" y="2520296"/>
            <a:ext cx="360040" cy="3600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CB1476A-1676-4C88-A1C2-009AB7C42755}"/>
              </a:ext>
            </a:extLst>
          </p:cNvPr>
          <p:cNvCxnSpPr>
            <a:cxnSpLocks/>
            <a:stCxn id="20" idx="2"/>
          </p:cNvCxnSpPr>
          <p:nvPr/>
        </p:nvCxnSpPr>
        <p:spPr>
          <a:xfrm flipH="1">
            <a:off x="1602463" y="2700316"/>
            <a:ext cx="4247700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43AC54C2-FC59-413C-8E4A-92D1B5C927F6}"/>
              </a:ext>
            </a:extLst>
          </p:cNvPr>
          <p:cNvSpPr/>
          <p:nvPr/>
        </p:nvSpPr>
        <p:spPr>
          <a:xfrm>
            <a:off x="1496959" y="2230316"/>
            <a:ext cx="16914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Clock speed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24" name="Picture 23" descr="A close up of a clock&#10;&#10;Description automatically generated">
            <a:extLst>
              <a:ext uri="{FF2B5EF4-FFF2-40B4-BE49-F238E27FC236}">
                <a16:creationId xmlns:a16="http://schemas.microsoft.com/office/drawing/2014/main" id="{6D0C0999-413F-445E-8E6D-FD98B28E7A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0842" y="509691"/>
            <a:ext cx="1395258" cy="1395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58990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AB4AADA-46A9-4142-A87F-B4BFFEFDD1CC}"/>
              </a:ext>
            </a:extLst>
          </p:cNvPr>
          <p:cNvSpPr/>
          <p:nvPr/>
        </p:nvSpPr>
        <p:spPr>
          <a:xfrm>
            <a:off x="8248843" y="1962824"/>
            <a:ext cx="3749635" cy="4679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180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Cache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Temporary storage of data and instructions being read to and written from.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Located on or near the CPU.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Stores copies of recent data and instructions.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Much quicker to access than main memory (RAM).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5912AF-7532-4333-B4FA-A261354D39E3}"/>
              </a:ext>
            </a:extLst>
          </p:cNvPr>
          <p:cNvSpPr/>
          <p:nvPr/>
        </p:nvSpPr>
        <p:spPr>
          <a:xfrm>
            <a:off x="176565" y="523174"/>
            <a:ext cx="7953844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common characteristics of CPUs affect their performance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Cube 1">
            <a:extLst>
              <a:ext uri="{FF2B5EF4-FFF2-40B4-BE49-F238E27FC236}">
                <a16:creationId xmlns:a16="http://schemas.microsoft.com/office/drawing/2014/main" id="{8D0C0682-A43B-4DCF-854C-2D9A06A1ED34}"/>
              </a:ext>
            </a:extLst>
          </p:cNvPr>
          <p:cNvSpPr/>
          <p:nvPr/>
        </p:nvSpPr>
        <p:spPr>
          <a:xfrm>
            <a:off x="8594044" y="1177594"/>
            <a:ext cx="623231" cy="623231"/>
          </a:xfrm>
          <a:prstGeom prst="cube">
            <a:avLst/>
          </a:prstGeom>
          <a:solidFill>
            <a:srgbClr val="C0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5" name="Cube 14">
            <a:extLst>
              <a:ext uri="{FF2B5EF4-FFF2-40B4-BE49-F238E27FC236}">
                <a16:creationId xmlns:a16="http://schemas.microsoft.com/office/drawing/2014/main" id="{B04146C3-3710-419D-81A4-1F88628B2D7F}"/>
              </a:ext>
            </a:extLst>
          </p:cNvPr>
          <p:cNvSpPr/>
          <p:nvPr/>
        </p:nvSpPr>
        <p:spPr>
          <a:xfrm>
            <a:off x="9391324" y="1177593"/>
            <a:ext cx="1167071" cy="623231"/>
          </a:xfrm>
          <a:prstGeom prst="cube">
            <a:avLst/>
          </a:prstGeom>
          <a:solidFill>
            <a:srgbClr val="C0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7" name="Cube 16">
            <a:extLst>
              <a:ext uri="{FF2B5EF4-FFF2-40B4-BE49-F238E27FC236}">
                <a16:creationId xmlns:a16="http://schemas.microsoft.com/office/drawing/2014/main" id="{E3D79CA0-4F00-4917-8206-B58F730ADA09}"/>
              </a:ext>
            </a:extLst>
          </p:cNvPr>
          <p:cNvSpPr/>
          <p:nvPr/>
        </p:nvSpPr>
        <p:spPr>
          <a:xfrm>
            <a:off x="10782964" y="569668"/>
            <a:ext cx="1167071" cy="1231156"/>
          </a:xfrm>
          <a:prstGeom prst="cube">
            <a:avLst/>
          </a:prstGeom>
          <a:solidFill>
            <a:srgbClr val="C00000">
              <a:alpha val="50000"/>
            </a:srgb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pic>
        <p:nvPicPr>
          <p:cNvPr id="7" name="Picture 6" descr="A picture containing drawing&#10;&#10;Description automatically generated">
            <a:extLst>
              <a:ext uri="{FF2B5EF4-FFF2-40B4-BE49-F238E27FC236}">
                <a16:creationId xmlns:a16="http://schemas.microsoft.com/office/drawing/2014/main" id="{3971EBD2-E466-498C-BD92-6337FD658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518" y="1919824"/>
            <a:ext cx="4722255" cy="4722255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ADA0DF25-120B-4294-AC1C-8A2DD7D14E22}"/>
              </a:ext>
            </a:extLst>
          </p:cNvPr>
          <p:cNvSpPr/>
          <p:nvPr/>
        </p:nvSpPr>
        <p:spPr>
          <a:xfrm>
            <a:off x="5850163" y="2520296"/>
            <a:ext cx="360040" cy="3600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37505CC-3DFA-40EF-A2F2-5EFA4FFA6D19}"/>
              </a:ext>
            </a:extLst>
          </p:cNvPr>
          <p:cNvCxnSpPr>
            <a:cxnSpLocks/>
            <a:stCxn id="33" idx="2"/>
          </p:cNvCxnSpPr>
          <p:nvPr/>
        </p:nvCxnSpPr>
        <p:spPr>
          <a:xfrm flipH="1">
            <a:off x="1602463" y="2700316"/>
            <a:ext cx="4247700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Rectangle 34">
            <a:extLst>
              <a:ext uri="{FF2B5EF4-FFF2-40B4-BE49-F238E27FC236}">
                <a16:creationId xmlns:a16="http://schemas.microsoft.com/office/drawing/2014/main" id="{5822C9D6-D50C-4853-82DC-2CADE0D819A0}"/>
              </a:ext>
            </a:extLst>
          </p:cNvPr>
          <p:cNvSpPr/>
          <p:nvPr/>
        </p:nvSpPr>
        <p:spPr>
          <a:xfrm>
            <a:off x="1496959" y="2230316"/>
            <a:ext cx="16914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Clock speed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E19741CA-67C0-4582-98C9-CC851DCF4E35}"/>
              </a:ext>
            </a:extLst>
          </p:cNvPr>
          <p:cNvSpPr/>
          <p:nvPr/>
        </p:nvSpPr>
        <p:spPr>
          <a:xfrm>
            <a:off x="4433236" y="3757438"/>
            <a:ext cx="360040" cy="3600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3FE3AC92-C569-4BC4-A7CF-F3C813C3D3F1}"/>
              </a:ext>
            </a:extLst>
          </p:cNvPr>
          <p:cNvCxnSpPr>
            <a:cxnSpLocks/>
            <a:stCxn id="36" idx="2"/>
          </p:cNvCxnSpPr>
          <p:nvPr/>
        </p:nvCxnSpPr>
        <p:spPr>
          <a:xfrm flipH="1">
            <a:off x="561315" y="3937458"/>
            <a:ext cx="3871921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>
            <a:extLst>
              <a:ext uri="{FF2B5EF4-FFF2-40B4-BE49-F238E27FC236}">
                <a16:creationId xmlns:a16="http://schemas.microsoft.com/office/drawing/2014/main" id="{2503180A-7C44-449A-B2EA-53D549EC6307}"/>
              </a:ext>
            </a:extLst>
          </p:cNvPr>
          <p:cNvSpPr/>
          <p:nvPr/>
        </p:nvSpPr>
        <p:spPr>
          <a:xfrm>
            <a:off x="480030" y="3467458"/>
            <a:ext cx="14906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Cache size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64382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9D34E37D-2BC0-493C-AD6F-53EB76A4AB90}"/>
              </a:ext>
            </a:extLst>
          </p:cNvPr>
          <p:cNvSpPr/>
          <p:nvPr/>
        </p:nvSpPr>
        <p:spPr>
          <a:xfrm>
            <a:off x="8248843" y="1962824"/>
            <a:ext cx="3749635" cy="4679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Cores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In very simple terms, a core is a complete copy of a CPU.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quad-core processor would have four separate processing units, each with its own:</a:t>
            </a:r>
          </a:p>
          <a:p>
            <a:pPr marL="1200150" lvl="2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Registers</a:t>
            </a:r>
          </a:p>
          <a:p>
            <a:pPr marL="1200150" lvl="2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ALU</a:t>
            </a:r>
          </a:p>
          <a:p>
            <a:pPr marL="1200150" lvl="2" indent="-285750">
              <a:lnSpc>
                <a:spcPct val="107000"/>
              </a:lnSpc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Accumulator</a:t>
            </a:r>
          </a:p>
          <a:p>
            <a:pPr marL="1200150" lvl="2" indent="-285750">
              <a:lnSpc>
                <a:spcPct val="107000"/>
              </a:lnSpc>
              <a:spcAft>
                <a:spcPts val="800"/>
              </a:spcAft>
              <a:buFont typeface="Courier New" panose="02070309020205020404" pitchFamily="49" charset="0"/>
              <a:buChar char="o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Control unit, etc.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CPUs with multiple cores have more power to run multiple programs at the same time.</a:t>
            </a:r>
          </a:p>
        </p:txBody>
      </p:sp>
      <p:pic>
        <p:nvPicPr>
          <p:cNvPr id="6" name="Picture 5" descr="A picture containing drawing&#10;&#10;Description automatically generated">
            <a:extLst>
              <a:ext uri="{FF2B5EF4-FFF2-40B4-BE49-F238E27FC236}">
                <a16:creationId xmlns:a16="http://schemas.microsoft.com/office/drawing/2014/main" id="{809D5C4A-6E19-4712-8D29-C27E974A09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518" y="1919824"/>
            <a:ext cx="4722255" cy="472225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5912AF-7532-4333-B4FA-A261354D39E3}"/>
              </a:ext>
            </a:extLst>
          </p:cNvPr>
          <p:cNvSpPr/>
          <p:nvPr/>
        </p:nvSpPr>
        <p:spPr>
          <a:xfrm>
            <a:off x="176565" y="523174"/>
            <a:ext cx="7953844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common characteristics of CPUs affect their performance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F945609-7122-4662-B653-54738382B355}"/>
              </a:ext>
            </a:extLst>
          </p:cNvPr>
          <p:cNvSpPr/>
          <p:nvPr/>
        </p:nvSpPr>
        <p:spPr>
          <a:xfrm>
            <a:off x="5850163" y="2520296"/>
            <a:ext cx="360040" cy="3600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A500B34-C5F7-482D-A1D4-EFC2DCBE6681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1602463" y="2700316"/>
            <a:ext cx="4247700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6ABCA301-BAC9-4E34-9FCB-5AB3B45970CF}"/>
              </a:ext>
            </a:extLst>
          </p:cNvPr>
          <p:cNvSpPr/>
          <p:nvPr/>
        </p:nvSpPr>
        <p:spPr>
          <a:xfrm>
            <a:off x="1496959" y="2230316"/>
            <a:ext cx="16914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Clock speed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868FCBBB-3054-4161-B9C0-F698288486A0}"/>
              </a:ext>
            </a:extLst>
          </p:cNvPr>
          <p:cNvSpPr/>
          <p:nvPr/>
        </p:nvSpPr>
        <p:spPr>
          <a:xfrm>
            <a:off x="4433236" y="3757438"/>
            <a:ext cx="360040" cy="3600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77E9014-C879-44FC-80FB-FF255A7F8A2F}"/>
              </a:ext>
            </a:extLst>
          </p:cNvPr>
          <p:cNvCxnSpPr>
            <a:cxnSpLocks/>
            <a:stCxn id="9" idx="2"/>
          </p:cNvCxnSpPr>
          <p:nvPr/>
        </p:nvCxnSpPr>
        <p:spPr>
          <a:xfrm flipH="1">
            <a:off x="561315" y="3937458"/>
            <a:ext cx="3871921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BE67B3E9-6625-4947-889D-FA7D290B68A6}"/>
              </a:ext>
            </a:extLst>
          </p:cNvPr>
          <p:cNvSpPr/>
          <p:nvPr/>
        </p:nvSpPr>
        <p:spPr>
          <a:xfrm>
            <a:off x="480030" y="3467458"/>
            <a:ext cx="14906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Cache size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B1144E68-3CC3-4B69-88E7-668513470729}"/>
              </a:ext>
            </a:extLst>
          </p:cNvPr>
          <p:cNvSpPr/>
          <p:nvPr/>
        </p:nvSpPr>
        <p:spPr>
          <a:xfrm>
            <a:off x="5265256" y="5215895"/>
            <a:ext cx="360040" cy="360040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CC52FA0-6A8C-4E29-9D2F-A901BA52FEC1}"/>
              </a:ext>
            </a:extLst>
          </p:cNvPr>
          <p:cNvCxnSpPr>
            <a:cxnSpLocks/>
            <a:stCxn id="18" idx="2"/>
          </p:cNvCxnSpPr>
          <p:nvPr/>
        </p:nvCxnSpPr>
        <p:spPr>
          <a:xfrm flipH="1">
            <a:off x="796705" y="5395915"/>
            <a:ext cx="4468551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6DE0F67-9D97-411B-B6DC-A3F90189C0F0}"/>
              </a:ext>
            </a:extLst>
          </p:cNvPr>
          <p:cNvSpPr/>
          <p:nvPr/>
        </p:nvSpPr>
        <p:spPr>
          <a:xfrm>
            <a:off x="706170" y="4925915"/>
            <a:ext cx="395638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cores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CA60E9F8-8A61-4635-936E-544222BF8517}"/>
              </a:ext>
            </a:extLst>
          </p:cNvPr>
          <p:cNvGrpSpPr/>
          <p:nvPr/>
        </p:nvGrpSpPr>
        <p:grpSpPr>
          <a:xfrm>
            <a:off x="8468840" y="715224"/>
            <a:ext cx="3484845" cy="1089749"/>
            <a:chOff x="8468841" y="1061157"/>
            <a:chExt cx="2378606" cy="743816"/>
          </a:xfrm>
          <a:solidFill>
            <a:srgbClr val="C00000"/>
          </a:solidFill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85477A6-04E4-4D91-A41D-14B7D7A8D2F8}"/>
                </a:ext>
              </a:extLst>
            </p:cNvPr>
            <p:cNvGrpSpPr/>
            <p:nvPr/>
          </p:nvGrpSpPr>
          <p:grpSpPr>
            <a:xfrm>
              <a:off x="8468841" y="1440990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22" name="Group 21">
                <a:extLst>
                  <a:ext uri="{FF2B5EF4-FFF2-40B4-BE49-F238E27FC236}">
                    <a16:creationId xmlns:a16="http://schemas.microsoft.com/office/drawing/2014/main" id="{AAC3C41F-9FF2-4D80-87BE-E093DF5A8175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54" name="Group 53">
                  <a:extLst>
                    <a:ext uri="{FF2B5EF4-FFF2-40B4-BE49-F238E27FC236}">
                      <a16:creationId xmlns:a16="http://schemas.microsoft.com/office/drawing/2014/main" id="{A4D2BED4-D49A-45CD-AD84-DCF28482F10D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61" name="Straight Connector 60">
                    <a:extLst>
                      <a:ext uri="{FF2B5EF4-FFF2-40B4-BE49-F238E27FC236}">
                        <a16:creationId xmlns:a16="http://schemas.microsoft.com/office/drawing/2014/main" id="{02EFDB4D-D38D-4592-B5A2-7FFC5798C32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2" name="Oval 61">
                    <a:extLst>
                      <a:ext uri="{FF2B5EF4-FFF2-40B4-BE49-F238E27FC236}">
                        <a16:creationId xmlns:a16="http://schemas.microsoft.com/office/drawing/2014/main" id="{85E49315-EE3B-4531-B151-986D4332832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55" name="Group 54">
                  <a:extLst>
                    <a:ext uri="{FF2B5EF4-FFF2-40B4-BE49-F238E27FC236}">
                      <a16:creationId xmlns:a16="http://schemas.microsoft.com/office/drawing/2014/main" id="{74D91AE1-9C24-439E-886E-2100224445E7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59" name="Straight Connector 58">
                    <a:extLst>
                      <a:ext uri="{FF2B5EF4-FFF2-40B4-BE49-F238E27FC236}">
                        <a16:creationId xmlns:a16="http://schemas.microsoft.com/office/drawing/2014/main" id="{C15328CB-33B7-4DCB-AABC-F2836311B10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0" name="Oval 59">
                    <a:extLst>
                      <a:ext uri="{FF2B5EF4-FFF2-40B4-BE49-F238E27FC236}">
                        <a16:creationId xmlns:a16="http://schemas.microsoft.com/office/drawing/2014/main" id="{91531A3B-1499-4B43-B272-C8429C2ED91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56" name="Group 55">
                  <a:extLst>
                    <a:ext uri="{FF2B5EF4-FFF2-40B4-BE49-F238E27FC236}">
                      <a16:creationId xmlns:a16="http://schemas.microsoft.com/office/drawing/2014/main" id="{E4CE66E1-CABE-4F08-A1CE-F15EF8DCBA8F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57" name="Straight Connector 56">
                    <a:extLst>
                      <a:ext uri="{FF2B5EF4-FFF2-40B4-BE49-F238E27FC236}">
                        <a16:creationId xmlns:a16="http://schemas.microsoft.com/office/drawing/2014/main" id="{EAB2E265-5D2A-40AF-A086-8D181C18D62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8" name="Oval 57">
                    <a:extLst>
                      <a:ext uri="{FF2B5EF4-FFF2-40B4-BE49-F238E27FC236}">
                        <a16:creationId xmlns:a16="http://schemas.microsoft.com/office/drawing/2014/main" id="{C849ECDD-5EB3-40D5-B113-0542F0BA0A4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16DA18DF-292F-453F-90D9-7A78C677AA78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48D4A0D9-26B1-4AC6-9E5F-7397A67EFDC5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52" name="Straight Connector 51">
                    <a:extLst>
                      <a:ext uri="{FF2B5EF4-FFF2-40B4-BE49-F238E27FC236}">
                        <a16:creationId xmlns:a16="http://schemas.microsoft.com/office/drawing/2014/main" id="{A8C9C3CD-99E0-4E99-B033-AD5D21E6319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3" name="Oval 52">
                    <a:extLst>
                      <a:ext uri="{FF2B5EF4-FFF2-40B4-BE49-F238E27FC236}">
                        <a16:creationId xmlns:a16="http://schemas.microsoft.com/office/drawing/2014/main" id="{765292FA-9555-482E-B802-4734B845861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46" name="Group 45">
                  <a:extLst>
                    <a:ext uri="{FF2B5EF4-FFF2-40B4-BE49-F238E27FC236}">
                      <a16:creationId xmlns:a16="http://schemas.microsoft.com/office/drawing/2014/main" id="{44C23E52-6F00-425D-B7ED-834F2B727FE9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50" name="Straight Connector 49">
                    <a:extLst>
                      <a:ext uri="{FF2B5EF4-FFF2-40B4-BE49-F238E27FC236}">
                        <a16:creationId xmlns:a16="http://schemas.microsoft.com/office/drawing/2014/main" id="{8D0D5DC4-F2A4-4CFA-9312-E7E6B43DD688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51" name="Oval 50">
                    <a:extLst>
                      <a:ext uri="{FF2B5EF4-FFF2-40B4-BE49-F238E27FC236}">
                        <a16:creationId xmlns:a16="http://schemas.microsoft.com/office/drawing/2014/main" id="{532684AB-2F7D-4D08-951D-971632325B0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8C4D6C73-0C13-403D-8313-7584690E84F0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48" name="Straight Connector 47">
                    <a:extLst>
                      <a:ext uri="{FF2B5EF4-FFF2-40B4-BE49-F238E27FC236}">
                        <a16:creationId xmlns:a16="http://schemas.microsoft.com/office/drawing/2014/main" id="{A47F335C-D401-40BC-88A0-09FDD0C1FFA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9" name="Oval 48">
                    <a:extLst>
                      <a:ext uri="{FF2B5EF4-FFF2-40B4-BE49-F238E27FC236}">
                        <a16:creationId xmlns:a16="http://schemas.microsoft.com/office/drawing/2014/main" id="{73AAC176-3D48-438D-BD36-A4FE9D6E9FB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4" name="Group 23">
                <a:extLst>
                  <a:ext uri="{FF2B5EF4-FFF2-40B4-BE49-F238E27FC236}">
                    <a16:creationId xmlns:a16="http://schemas.microsoft.com/office/drawing/2014/main" id="{4D39CF9B-6DB7-4C2E-B51B-E45418A69320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36" name="Group 35">
                  <a:extLst>
                    <a:ext uri="{FF2B5EF4-FFF2-40B4-BE49-F238E27FC236}">
                      <a16:creationId xmlns:a16="http://schemas.microsoft.com/office/drawing/2014/main" id="{56BA1595-E13A-4260-B526-0A71863ABD1E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43" name="Straight Connector 42">
                    <a:extLst>
                      <a:ext uri="{FF2B5EF4-FFF2-40B4-BE49-F238E27FC236}">
                        <a16:creationId xmlns:a16="http://schemas.microsoft.com/office/drawing/2014/main" id="{33C13D27-23E6-48F0-9189-74A519A4C8B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4" name="Oval 43">
                    <a:extLst>
                      <a:ext uri="{FF2B5EF4-FFF2-40B4-BE49-F238E27FC236}">
                        <a16:creationId xmlns:a16="http://schemas.microsoft.com/office/drawing/2014/main" id="{031FC69C-2B7D-4FE9-A2F5-6BBC7110AD0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37" name="Group 36">
                  <a:extLst>
                    <a:ext uri="{FF2B5EF4-FFF2-40B4-BE49-F238E27FC236}">
                      <a16:creationId xmlns:a16="http://schemas.microsoft.com/office/drawing/2014/main" id="{CCBD6E8E-9DB3-4CD8-92A3-CFF7F8813F4D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41" name="Straight Connector 40">
                    <a:extLst>
                      <a:ext uri="{FF2B5EF4-FFF2-40B4-BE49-F238E27FC236}">
                        <a16:creationId xmlns:a16="http://schemas.microsoft.com/office/drawing/2014/main" id="{3A8785B6-D2BD-466F-B65B-9787477619F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2" name="Oval 41">
                    <a:extLst>
                      <a:ext uri="{FF2B5EF4-FFF2-40B4-BE49-F238E27FC236}">
                        <a16:creationId xmlns:a16="http://schemas.microsoft.com/office/drawing/2014/main" id="{3B29E606-29DC-4449-B457-28AFFAFCE79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38" name="Group 37">
                  <a:extLst>
                    <a:ext uri="{FF2B5EF4-FFF2-40B4-BE49-F238E27FC236}">
                      <a16:creationId xmlns:a16="http://schemas.microsoft.com/office/drawing/2014/main" id="{862CA5F5-2D2F-455F-8E03-AFE073BD2649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39" name="Straight Connector 38">
                    <a:extLst>
                      <a:ext uri="{FF2B5EF4-FFF2-40B4-BE49-F238E27FC236}">
                        <a16:creationId xmlns:a16="http://schemas.microsoft.com/office/drawing/2014/main" id="{31101E30-E8FB-458F-ADA2-C48AF224A06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40" name="Oval 39">
                    <a:extLst>
                      <a:ext uri="{FF2B5EF4-FFF2-40B4-BE49-F238E27FC236}">
                        <a16:creationId xmlns:a16="http://schemas.microsoft.com/office/drawing/2014/main" id="{780EB6D4-9569-468F-819C-EB705172A1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7C1EC417-485C-4C21-A955-CB155C155747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27" name="Group 26">
                  <a:extLst>
                    <a:ext uri="{FF2B5EF4-FFF2-40B4-BE49-F238E27FC236}">
                      <a16:creationId xmlns:a16="http://schemas.microsoft.com/office/drawing/2014/main" id="{35A001CE-1AF4-4CF1-A853-8D8C91E70063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34" name="Straight Connector 33">
                    <a:extLst>
                      <a:ext uri="{FF2B5EF4-FFF2-40B4-BE49-F238E27FC236}">
                        <a16:creationId xmlns:a16="http://schemas.microsoft.com/office/drawing/2014/main" id="{5C22A12C-C14A-4189-9C6E-029018CBC20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" name="Oval 34">
                    <a:extLst>
                      <a:ext uri="{FF2B5EF4-FFF2-40B4-BE49-F238E27FC236}">
                        <a16:creationId xmlns:a16="http://schemas.microsoft.com/office/drawing/2014/main" id="{E757C6EC-0579-4131-B76D-F7588E2EB9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8" name="Group 27">
                  <a:extLst>
                    <a:ext uri="{FF2B5EF4-FFF2-40B4-BE49-F238E27FC236}">
                      <a16:creationId xmlns:a16="http://schemas.microsoft.com/office/drawing/2014/main" id="{327ADC8B-926F-4388-80F4-3D42EB030B37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32" name="Straight Connector 31">
                    <a:extLst>
                      <a:ext uri="{FF2B5EF4-FFF2-40B4-BE49-F238E27FC236}">
                        <a16:creationId xmlns:a16="http://schemas.microsoft.com/office/drawing/2014/main" id="{C4D5984E-ABDF-44EA-919B-852A8035E14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3" name="Oval 32">
                    <a:extLst>
                      <a:ext uri="{FF2B5EF4-FFF2-40B4-BE49-F238E27FC236}">
                        <a16:creationId xmlns:a16="http://schemas.microsoft.com/office/drawing/2014/main" id="{692DE6BF-3741-4FEC-8992-1B69D1392F6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9" name="Group 28">
                  <a:extLst>
                    <a:ext uri="{FF2B5EF4-FFF2-40B4-BE49-F238E27FC236}">
                      <a16:creationId xmlns:a16="http://schemas.microsoft.com/office/drawing/2014/main" id="{C9C3F24B-AF55-4C83-B391-00BC42471F94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30" name="Straight Connector 29">
                    <a:extLst>
                      <a:ext uri="{FF2B5EF4-FFF2-40B4-BE49-F238E27FC236}">
                        <a16:creationId xmlns:a16="http://schemas.microsoft.com/office/drawing/2014/main" id="{DFE7FE9B-8D10-4767-B2CF-F32DAFC94E3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" name="Oval 30">
                    <a:extLst>
                      <a:ext uri="{FF2B5EF4-FFF2-40B4-BE49-F238E27FC236}">
                        <a16:creationId xmlns:a16="http://schemas.microsoft.com/office/drawing/2014/main" id="{3ABC4666-45C7-4D1D-A6DC-1008F2FA4D8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0785E079-EC8C-4AE7-A10B-5FC9A8A2BEA6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496DE389-2451-44BC-9E1A-AB76F58C8B32}"/>
                </a:ext>
              </a:extLst>
            </p:cNvPr>
            <p:cNvGrpSpPr/>
            <p:nvPr/>
          </p:nvGrpSpPr>
          <p:grpSpPr>
            <a:xfrm>
              <a:off x="9089833" y="1445138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2D75D272-F8B7-4BA0-85F7-B5EECA4098DE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97" name="Group 96">
                  <a:extLst>
                    <a:ext uri="{FF2B5EF4-FFF2-40B4-BE49-F238E27FC236}">
                      <a16:creationId xmlns:a16="http://schemas.microsoft.com/office/drawing/2014/main" id="{2C8DFCE4-FBF1-4C4F-8CF1-0F860F580B74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104" name="Straight Connector 103">
                    <a:extLst>
                      <a:ext uri="{FF2B5EF4-FFF2-40B4-BE49-F238E27FC236}">
                        <a16:creationId xmlns:a16="http://schemas.microsoft.com/office/drawing/2014/main" id="{32315778-9E21-4B55-927A-92178133DB1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5" name="Oval 104">
                    <a:extLst>
                      <a:ext uri="{FF2B5EF4-FFF2-40B4-BE49-F238E27FC236}">
                        <a16:creationId xmlns:a16="http://schemas.microsoft.com/office/drawing/2014/main" id="{A62A38D2-DC5D-4071-AE3E-5736FFEE307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F7481EA-2158-4531-AC52-444D560F51BB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102" name="Straight Connector 101">
                    <a:extLst>
                      <a:ext uri="{FF2B5EF4-FFF2-40B4-BE49-F238E27FC236}">
                        <a16:creationId xmlns:a16="http://schemas.microsoft.com/office/drawing/2014/main" id="{6F886D31-3B26-43E3-BD93-6426B979B11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3" name="Oval 102">
                    <a:extLst>
                      <a:ext uri="{FF2B5EF4-FFF2-40B4-BE49-F238E27FC236}">
                        <a16:creationId xmlns:a16="http://schemas.microsoft.com/office/drawing/2014/main" id="{7A5D265D-A492-4864-BA19-C485F18F07A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9" name="Group 98">
                  <a:extLst>
                    <a:ext uri="{FF2B5EF4-FFF2-40B4-BE49-F238E27FC236}">
                      <a16:creationId xmlns:a16="http://schemas.microsoft.com/office/drawing/2014/main" id="{AC18DDFF-0F7E-480C-9DD6-56691F57D1C3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100" name="Straight Connector 99">
                    <a:extLst>
                      <a:ext uri="{FF2B5EF4-FFF2-40B4-BE49-F238E27FC236}">
                        <a16:creationId xmlns:a16="http://schemas.microsoft.com/office/drawing/2014/main" id="{6F66F513-28C6-4517-8009-9D847C50F04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01" name="Oval 100">
                    <a:extLst>
                      <a:ext uri="{FF2B5EF4-FFF2-40B4-BE49-F238E27FC236}">
                        <a16:creationId xmlns:a16="http://schemas.microsoft.com/office/drawing/2014/main" id="{06D38E9C-840E-4169-9E6D-08F46FADBB1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66" name="Group 65">
                <a:extLst>
                  <a:ext uri="{FF2B5EF4-FFF2-40B4-BE49-F238E27FC236}">
                    <a16:creationId xmlns:a16="http://schemas.microsoft.com/office/drawing/2014/main" id="{A89BAC1B-5465-4524-BD6D-AAD5B07296D0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88" name="Group 87">
                  <a:extLst>
                    <a:ext uri="{FF2B5EF4-FFF2-40B4-BE49-F238E27FC236}">
                      <a16:creationId xmlns:a16="http://schemas.microsoft.com/office/drawing/2014/main" id="{7C0F33C3-3269-4B9C-BA78-2F0D46F07BC1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95" name="Straight Connector 94">
                    <a:extLst>
                      <a:ext uri="{FF2B5EF4-FFF2-40B4-BE49-F238E27FC236}">
                        <a16:creationId xmlns:a16="http://schemas.microsoft.com/office/drawing/2014/main" id="{CB8C73D6-21C7-41AC-998B-16E967AB9A5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6" name="Oval 95">
                    <a:extLst>
                      <a:ext uri="{FF2B5EF4-FFF2-40B4-BE49-F238E27FC236}">
                        <a16:creationId xmlns:a16="http://schemas.microsoft.com/office/drawing/2014/main" id="{62DE491E-4119-4C69-8B9F-B979838A16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9" name="Group 88">
                  <a:extLst>
                    <a:ext uri="{FF2B5EF4-FFF2-40B4-BE49-F238E27FC236}">
                      <a16:creationId xmlns:a16="http://schemas.microsoft.com/office/drawing/2014/main" id="{FC04FAA1-ACEE-476A-BFE5-C4811C69E9A6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93" name="Straight Connector 92">
                    <a:extLst>
                      <a:ext uri="{FF2B5EF4-FFF2-40B4-BE49-F238E27FC236}">
                        <a16:creationId xmlns:a16="http://schemas.microsoft.com/office/drawing/2014/main" id="{D0EA3F71-6B0F-4DB4-AC76-E351F9BCB70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" name="Oval 93">
                    <a:extLst>
                      <a:ext uri="{FF2B5EF4-FFF2-40B4-BE49-F238E27FC236}">
                        <a16:creationId xmlns:a16="http://schemas.microsoft.com/office/drawing/2014/main" id="{FF56B058-CE16-40F3-AE81-7D7C633CB3F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0" name="Group 89">
                  <a:extLst>
                    <a:ext uri="{FF2B5EF4-FFF2-40B4-BE49-F238E27FC236}">
                      <a16:creationId xmlns:a16="http://schemas.microsoft.com/office/drawing/2014/main" id="{FDF75180-4588-434E-91F8-2197022AF501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91" name="Straight Connector 90">
                    <a:extLst>
                      <a:ext uri="{FF2B5EF4-FFF2-40B4-BE49-F238E27FC236}">
                        <a16:creationId xmlns:a16="http://schemas.microsoft.com/office/drawing/2014/main" id="{F666AA3B-E479-4C76-B98F-0E94162385F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" name="Oval 91">
                    <a:extLst>
                      <a:ext uri="{FF2B5EF4-FFF2-40B4-BE49-F238E27FC236}">
                        <a16:creationId xmlns:a16="http://schemas.microsoft.com/office/drawing/2014/main" id="{E6042B8D-394D-45AF-A864-2F674F05EA1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67" name="Group 66">
                <a:extLst>
                  <a:ext uri="{FF2B5EF4-FFF2-40B4-BE49-F238E27FC236}">
                    <a16:creationId xmlns:a16="http://schemas.microsoft.com/office/drawing/2014/main" id="{5C9F1E24-5346-426C-B125-2FF65FC08DB8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79" name="Group 78">
                  <a:extLst>
                    <a:ext uri="{FF2B5EF4-FFF2-40B4-BE49-F238E27FC236}">
                      <a16:creationId xmlns:a16="http://schemas.microsoft.com/office/drawing/2014/main" id="{8BF832F0-C4DF-4B81-986C-CDBD3C3EB6FE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86" name="Straight Connector 85">
                    <a:extLst>
                      <a:ext uri="{FF2B5EF4-FFF2-40B4-BE49-F238E27FC236}">
                        <a16:creationId xmlns:a16="http://schemas.microsoft.com/office/drawing/2014/main" id="{34D0060A-2DE7-4C63-82B8-C93ED88604D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" name="Oval 86">
                    <a:extLst>
                      <a:ext uri="{FF2B5EF4-FFF2-40B4-BE49-F238E27FC236}">
                        <a16:creationId xmlns:a16="http://schemas.microsoft.com/office/drawing/2014/main" id="{38431575-6413-42F2-BE60-EE09EB80A5E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0" name="Group 79">
                  <a:extLst>
                    <a:ext uri="{FF2B5EF4-FFF2-40B4-BE49-F238E27FC236}">
                      <a16:creationId xmlns:a16="http://schemas.microsoft.com/office/drawing/2014/main" id="{598D97A5-0EBB-4C4C-8D99-435FE51DDCD8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84" name="Straight Connector 83">
                    <a:extLst>
                      <a:ext uri="{FF2B5EF4-FFF2-40B4-BE49-F238E27FC236}">
                        <a16:creationId xmlns:a16="http://schemas.microsoft.com/office/drawing/2014/main" id="{71121B1D-B0D7-4A30-AC2F-300255F5BA4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" name="Oval 84">
                    <a:extLst>
                      <a:ext uri="{FF2B5EF4-FFF2-40B4-BE49-F238E27FC236}">
                        <a16:creationId xmlns:a16="http://schemas.microsoft.com/office/drawing/2014/main" id="{BB8537B6-BA96-4620-86FB-F9C1A1F45DA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1" name="Group 80">
                  <a:extLst>
                    <a:ext uri="{FF2B5EF4-FFF2-40B4-BE49-F238E27FC236}">
                      <a16:creationId xmlns:a16="http://schemas.microsoft.com/office/drawing/2014/main" id="{FB68AF08-185E-41CD-8B72-8FE723F31DC6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82" name="Straight Connector 81">
                    <a:extLst>
                      <a:ext uri="{FF2B5EF4-FFF2-40B4-BE49-F238E27FC236}">
                        <a16:creationId xmlns:a16="http://schemas.microsoft.com/office/drawing/2014/main" id="{767E1D76-AFAF-49D9-8326-DA063911F36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" name="Oval 82">
                    <a:extLst>
                      <a:ext uri="{FF2B5EF4-FFF2-40B4-BE49-F238E27FC236}">
                        <a16:creationId xmlns:a16="http://schemas.microsoft.com/office/drawing/2014/main" id="{07E7D70E-1FC5-4E11-BABC-B7A2CE05AFF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68" name="Group 67">
                <a:extLst>
                  <a:ext uri="{FF2B5EF4-FFF2-40B4-BE49-F238E27FC236}">
                    <a16:creationId xmlns:a16="http://schemas.microsoft.com/office/drawing/2014/main" id="{0E7837C9-F774-4D62-B189-5271A0AE7405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70" name="Group 69">
                  <a:extLst>
                    <a:ext uri="{FF2B5EF4-FFF2-40B4-BE49-F238E27FC236}">
                      <a16:creationId xmlns:a16="http://schemas.microsoft.com/office/drawing/2014/main" id="{59EA5539-2263-4035-869C-0BB0EBF1554F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77" name="Straight Connector 76">
                    <a:extLst>
                      <a:ext uri="{FF2B5EF4-FFF2-40B4-BE49-F238E27FC236}">
                        <a16:creationId xmlns:a16="http://schemas.microsoft.com/office/drawing/2014/main" id="{CAF313BA-0876-46B4-88D2-A2EAC6983D58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" name="Oval 77">
                    <a:extLst>
                      <a:ext uri="{FF2B5EF4-FFF2-40B4-BE49-F238E27FC236}">
                        <a16:creationId xmlns:a16="http://schemas.microsoft.com/office/drawing/2014/main" id="{95B2EF01-2607-4271-883C-2F69465A28D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1" name="Group 70">
                  <a:extLst>
                    <a:ext uri="{FF2B5EF4-FFF2-40B4-BE49-F238E27FC236}">
                      <a16:creationId xmlns:a16="http://schemas.microsoft.com/office/drawing/2014/main" id="{8B15F3E6-840A-4F81-AD3C-4D1557FC4A53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75" name="Straight Connector 74">
                    <a:extLst>
                      <a:ext uri="{FF2B5EF4-FFF2-40B4-BE49-F238E27FC236}">
                        <a16:creationId xmlns:a16="http://schemas.microsoft.com/office/drawing/2014/main" id="{873D165F-F8A5-4A96-A08A-8B06F149ECF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" name="Oval 75">
                    <a:extLst>
                      <a:ext uri="{FF2B5EF4-FFF2-40B4-BE49-F238E27FC236}">
                        <a16:creationId xmlns:a16="http://schemas.microsoft.com/office/drawing/2014/main" id="{E7438866-9A1D-4E13-B938-1F025DA64DD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2" name="Group 71">
                  <a:extLst>
                    <a:ext uri="{FF2B5EF4-FFF2-40B4-BE49-F238E27FC236}">
                      <a16:creationId xmlns:a16="http://schemas.microsoft.com/office/drawing/2014/main" id="{D7EDCFEE-EBC9-423C-80A5-E9BCCB34E64A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73" name="Straight Connector 72">
                    <a:extLst>
                      <a:ext uri="{FF2B5EF4-FFF2-40B4-BE49-F238E27FC236}">
                        <a16:creationId xmlns:a16="http://schemas.microsoft.com/office/drawing/2014/main" id="{A84A9494-4BD8-4A59-936E-F31563863A6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" name="Oval 73">
                    <a:extLst>
                      <a:ext uri="{FF2B5EF4-FFF2-40B4-BE49-F238E27FC236}">
                        <a16:creationId xmlns:a16="http://schemas.microsoft.com/office/drawing/2014/main" id="{88FA9E9F-3B03-499F-86B9-032E40A3375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66CD4FFC-3C2C-4141-837A-B5E1E23E99DE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84AE5452-A74C-4912-9A9A-E3B4CD29254E}"/>
                </a:ext>
              </a:extLst>
            </p:cNvPr>
            <p:cNvGrpSpPr/>
            <p:nvPr/>
          </p:nvGrpSpPr>
          <p:grpSpPr>
            <a:xfrm>
              <a:off x="9492726" y="1445137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107" name="Group 106">
                <a:extLst>
                  <a:ext uri="{FF2B5EF4-FFF2-40B4-BE49-F238E27FC236}">
                    <a16:creationId xmlns:a16="http://schemas.microsoft.com/office/drawing/2014/main" id="{A999BC0E-6078-406B-B08F-648950BB34F9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139" name="Group 138">
                  <a:extLst>
                    <a:ext uri="{FF2B5EF4-FFF2-40B4-BE49-F238E27FC236}">
                      <a16:creationId xmlns:a16="http://schemas.microsoft.com/office/drawing/2014/main" id="{F9208CA6-F744-4286-974A-0976CB979D96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146" name="Straight Connector 145">
                    <a:extLst>
                      <a:ext uri="{FF2B5EF4-FFF2-40B4-BE49-F238E27FC236}">
                        <a16:creationId xmlns:a16="http://schemas.microsoft.com/office/drawing/2014/main" id="{BF805228-8DC3-4CA0-9491-07A942012D3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7" name="Oval 146">
                    <a:extLst>
                      <a:ext uri="{FF2B5EF4-FFF2-40B4-BE49-F238E27FC236}">
                        <a16:creationId xmlns:a16="http://schemas.microsoft.com/office/drawing/2014/main" id="{CD76F2A3-705C-464C-B5B3-26EA055665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40" name="Group 139">
                  <a:extLst>
                    <a:ext uri="{FF2B5EF4-FFF2-40B4-BE49-F238E27FC236}">
                      <a16:creationId xmlns:a16="http://schemas.microsoft.com/office/drawing/2014/main" id="{D5755651-9BA3-4487-B485-684C7E4E24E9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144" name="Straight Connector 143">
                    <a:extLst>
                      <a:ext uri="{FF2B5EF4-FFF2-40B4-BE49-F238E27FC236}">
                        <a16:creationId xmlns:a16="http://schemas.microsoft.com/office/drawing/2014/main" id="{A6970DD3-C2D8-41AC-B2A1-E1D4B091F38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5" name="Oval 144">
                    <a:extLst>
                      <a:ext uri="{FF2B5EF4-FFF2-40B4-BE49-F238E27FC236}">
                        <a16:creationId xmlns:a16="http://schemas.microsoft.com/office/drawing/2014/main" id="{6120ACCD-F60E-40DA-865D-B74FC63773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41" name="Group 140">
                  <a:extLst>
                    <a:ext uri="{FF2B5EF4-FFF2-40B4-BE49-F238E27FC236}">
                      <a16:creationId xmlns:a16="http://schemas.microsoft.com/office/drawing/2014/main" id="{B9415555-8BC3-4A6B-B997-083368438558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142" name="Straight Connector 141">
                    <a:extLst>
                      <a:ext uri="{FF2B5EF4-FFF2-40B4-BE49-F238E27FC236}">
                        <a16:creationId xmlns:a16="http://schemas.microsoft.com/office/drawing/2014/main" id="{768FBC74-3E8C-49F6-B1E3-E59F03F1E30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43" name="Oval 142">
                    <a:extLst>
                      <a:ext uri="{FF2B5EF4-FFF2-40B4-BE49-F238E27FC236}">
                        <a16:creationId xmlns:a16="http://schemas.microsoft.com/office/drawing/2014/main" id="{783CCFAB-7EE0-429F-80CC-A2C6C0A44DF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08" name="Group 107">
                <a:extLst>
                  <a:ext uri="{FF2B5EF4-FFF2-40B4-BE49-F238E27FC236}">
                    <a16:creationId xmlns:a16="http://schemas.microsoft.com/office/drawing/2014/main" id="{6E07DA07-365E-437F-B4BD-E029330C1845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130" name="Group 129">
                  <a:extLst>
                    <a:ext uri="{FF2B5EF4-FFF2-40B4-BE49-F238E27FC236}">
                      <a16:creationId xmlns:a16="http://schemas.microsoft.com/office/drawing/2014/main" id="{20F89C80-7E3C-450D-B1A0-C38AE707AA57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137" name="Straight Connector 136">
                    <a:extLst>
                      <a:ext uri="{FF2B5EF4-FFF2-40B4-BE49-F238E27FC236}">
                        <a16:creationId xmlns:a16="http://schemas.microsoft.com/office/drawing/2014/main" id="{45E94E75-CB02-48DA-99E2-8DCC1F959CE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8" name="Oval 137">
                    <a:extLst>
                      <a:ext uri="{FF2B5EF4-FFF2-40B4-BE49-F238E27FC236}">
                        <a16:creationId xmlns:a16="http://schemas.microsoft.com/office/drawing/2014/main" id="{A336744E-4F83-484D-BC97-84071CB6F2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31" name="Group 130">
                  <a:extLst>
                    <a:ext uri="{FF2B5EF4-FFF2-40B4-BE49-F238E27FC236}">
                      <a16:creationId xmlns:a16="http://schemas.microsoft.com/office/drawing/2014/main" id="{93241D33-B6CC-4392-A6E4-B95905C113CB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135" name="Straight Connector 134">
                    <a:extLst>
                      <a:ext uri="{FF2B5EF4-FFF2-40B4-BE49-F238E27FC236}">
                        <a16:creationId xmlns:a16="http://schemas.microsoft.com/office/drawing/2014/main" id="{833EAC44-87F2-49DF-829F-4999C3A21EC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6" name="Oval 135">
                    <a:extLst>
                      <a:ext uri="{FF2B5EF4-FFF2-40B4-BE49-F238E27FC236}">
                        <a16:creationId xmlns:a16="http://schemas.microsoft.com/office/drawing/2014/main" id="{227E319B-4931-4E90-A964-3FF5C167D5B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32" name="Group 131">
                  <a:extLst>
                    <a:ext uri="{FF2B5EF4-FFF2-40B4-BE49-F238E27FC236}">
                      <a16:creationId xmlns:a16="http://schemas.microsoft.com/office/drawing/2014/main" id="{1E61C2F2-2D63-4245-BEBA-FC7E61BC1B5C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133" name="Straight Connector 132">
                    <a:extLst>
                      <a:ext uri="{FF2B5EF4-FFF2-40B4-BE49-F238E27FC236}">
                        <a16:creationId xmlns:a16="http://schemas.microsoft.com/office/drawing/2014/main" id="{A9CE27AF-3979-4CA1-A41B-171BF51F864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4" name="Oval 133">
                    <a:extLst>
                      <a:ext uri="{FF2B5EF4-FFF2-40B4-BE49-F238E27FC236}">
                        <a16:creationId xmlns:a16="http://schemas.microsoft.com/office/drawing/2014/main" id="{0E7D3EBA-801B-410C-8508-A3242A2F3B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09" name="Group 108">
                <a:extLst>
                  <a:ext uri="{FF2B5EF4-FFF2-40B4-BE49-F238E27FC236}">
                    <a16:creationId xmlns:a16="http://schemas.microsoft.com/office/drawing/2014/main" id="{CA836D52-C646-464B-9F61-9D6D11700DD5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121" name="Group 120">
                  <a:extLst>
                    <a:ext uri="{FF2B5EF4-FFF2-40B4-BE49-F238E27FC236}">
                      <a16:creationId xmlns:a16="http://schemas.microsoft.com/office/drawing/2014/main" id="{4C5F739B-7763-4970-9DC7-CB17E216C02F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128" name="Straight Connector 127">
                    <a:extLst>
                      <a:ext uri="{FF2B5EF4-FFF2-40B4-BE49-F238E27FC236}">
                        <a16:creationId xmlns:a16="http://schemas.microsoft.com/office/drawing/2014/main" id="{DED32278-81A5-46A0-94AC-9128BC099F4E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9" name="Oval 128">
                    <a:extLst>
                      <a:ext uri="{FF2B5EF4-FFF2-40B4-BE49-F238E27FC236}">
                        <a16:creationId xmlns:a16="http://schemas.microsoft.com/office/drawing/2014/main" id="{0EB5CFBA-2046-44CC-9037-F481FC8A60C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22" name="Group 121">
                  <a:extLst>
                    <a:ext uri="{FF2B5EF4-FFF2-40B4-BE49-F238E27FC236}">
                      <a16:creationId xmlns:a16="http://schemas.microsoft.com/office/drawing/2014/main" id="{EBED38D6-A66B-4A1B-94BD-958AF04233E1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126" name="Straight Connector 125">
                    <a:extLst>
                      <a:ext uri="{FF2B5EF4-FFF2-40B4-BE49-F238E27FC236}">
                        <a16:creationId xmlns:a16="http://schemas.microsoft.com/office/drawing/2014/main" id="{B0DCA357-324D-41CE-B8ED-55ECD4B00F5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7" name="Oval 126">
                    <a:extLst>
                      <a:ext uri="{FF2B5EF4-FFF2-40B4-BE49-F238E27FC236}">
                        <a16:creationId xmlns:a16="http://schemas.microsoft.com/office/drawing/2014/main" id="{583D5AB2-77AA-4B1C-8F2F-2CED3A367DC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23" name="Group 122">
                  <a:extLst>
                    <a:ext uri="{FF2B5EF4-FFF2-40B4-BE49-F238E27FC236}">
                      <a16:creationId xmlns:a16="http://schemas.microsoft.com/office/drawing/2014/main" id="{10FB97D5-F3C9-4700-8605-E0A85B470F66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124" name="Straight Connector 123">
                    <a:extLst>
                      <a:ext uri="{FF2B5EF4-FFF2-40B4-BE49-F238E27FC236}">
                        <a16:creationId xmlns:a16="http://schemas.microsoft.com/office/drawing/2014/main" id="{18EB98AB-2DCA-4495-A5B8-4BE91DDB5EB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5" name="Oval 124">
                    <a:extLst>
                      <a:ext uri="{FF2B5EF4-FFF2-40B4-BE49-F238E27FC236}">
                        <a16:creationId xmlns:a16="http://schemas.microsoft.com/office/drawing/2014/main" id="{DCA17C25-8FE4-48F8-A8AE-B81384B6B86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10" name="Group 109">
                <a:extLst>
                  <a:ext uri="{FF2B5EF4-FFF2-40B4-BE49-F238E27FC236}">
                    <a16:creationId xmlns:a16="http://schemas.microsoft.com/office/drawing/2014/main" id="{E5C79BE3-E8C4-42FE-BFC4-099FFFEA27A8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112" name="Group 111">
                  <a:extLst>
                    <a:ext uri="{FF2B5EF4-FFF2-40B4-BE49-F238E27FC236}">
                      <a16:creationId xmlns:a16="http://schemas.microsoft.com/office/drawing/2014/main" id="{A80D4BEF-854F-4F21-BDDE-498EB60E4424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119" name="Straight Connector 118">
                    <a:extLst>
                      <a:ext uri="{FF2B5EF4-FFF2-40B4-BE49-F238E27FC236}">
                        <a16:creationId xmlns:a16="http://schemas.microsoft.com/office/drawing/2014/main" id="{4448F6BE-02C8-4E20-961A-93C4523BFAE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20" name="Oval 119">
                    <a:extLst>
                      <a:ext uri="{FF2B5EF4-FFF2-40B4-BE49-F238E27FC236}">
                        <a16:creationId xmlns:a16="http://schemas.microsoft.com/office/drawing/2014/main" id="{8647034B-E847-4D1B-8E0D-13CD1140592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13" name="Group 112">
                  <a:extLst>
                    <a:ext uri="{FF2B5EF4-FFF2-40B4-BE49-F238E27FC236}">
                      <a16:creationId xmlns:a16="http://schemas.microsoft.com/office/drawing/2014/main" id="{511CCFA2-B1A5-4BF8-A0FF-20DBF8D2BE55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117" name="Straight Connector 116">
                    <a:extLst>
                      <a:ext uri="{FF2B5EF4-FFF2-40B4-BE49-F238E27FC236}">
                        <a16:creationId xmlns:a16="http://schemas.microsoft.com/office/drawing/2014/main" id="{5D9DA32F-B165-488C-8886-51A9F4479B8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8" name="Oval 117">
                    <a:extLst>
                      <a:ext uri="{FF2B5EF4-FFF2-40B4-BE49-F238E27FC236}">
                        <a16:creationId xmlns:a16="http://schemas.microsoft.com/office/drawing/2014/main" id="{EAAD2097-3FF2-4301-8C2D-2C4A2F30235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14" name="Group 113">
                  <a:extLst>
                    <a:ext uri="{FF2B5EF4-FFF2-40B4-BE49-F238E27FC236}">
                      <a16:creationId xmlns:a16="http://schemas.microsoft.com/office/drawing/2014/main" id="{D2BEBC66-B7F4-4D2B-84C6-D81B8FF0D32C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115" name="Straight Connector 114">
                    <a:extLst>
                      <a:ext uri="{FF2B5EF4-FFF2-40B4-BE49-F238E27FC236}">
                        <a16:creationId xmlns:a16="http://schemas.microsoft.com/office/drawing/2014/main" id="{C7975944-C204-4CDF-B6E8-CBE4BA32C3B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16" name="Oval 115">
                    <a:extLst>
                      <a:ext uri="{FF2B5EF4-FFF2-40B4-BE49-F238E27FC236}">
                        <a16:creationId xmlns:a16="http://schemas.microsoft.com/office/drawing/2014/main" id="{1F1AD389-C05A-4AA7-B887-C79A02E1A7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111" name="Rectangle 110">
                <a:extLst>
                  <a:ext uri="{FF2B5EF4-FFF2-40B4-BE49-F238E27FC236}">
                    <a16:creationId xmlns:a16="http://schemas.microsoft.com/office/drawing/2014/main" id="{EFC409FE-F917-4386-94AE-00DCB5CC49D6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148" name="Group 147">
              <a:extLst>
                <a:ext uri="{FF2B5EF4-FFF2-40B4-BE49-F238E27FC236}">
                  <a16:creationId xmlns:a16="http://schemas.microsoft.com/office/drawing/2014/main" id="{3DF4BB10-5A27-40E8-9001-EA51C614B94E}"/>
                </a:ext>
              </a:extLst>
            </p:cNvPr>
            <p:cNvGrpSpPr/>
            <p:nvPr/>
          </p:nvGrpSpPr>
          <p:grpSpPr>
            <a:xfrm>
              <a:off x="10068650" y="1445136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149" name="Group 148">
                <a:extLst>
                  <a:ext uri="{FF2B5EF4-FFF2-40B4-BE49-F238E27FC236}">
                    <a16:creationId xmlns:a16="http://schemas.microsoft.com/office/drawing/2014/main" id="{556A104C-6AAA-4E07-9BE1-9C2E097B7B18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FEAE3EB4-333D-414E-8E5E-5758F563B75D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188" name="Straight Connector 187">
                    <a:extLst>
                      <a:ext uri="{FF2B5EF4-FFF2-40B4-BE49-F238E27FC236}">
                        <a16:creationId xmlns:a16="http://schemas.microsoft.com/office/drawing/2014/main" id="{1924B3D4-BD51-40BB-A953-DC2FA322030E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9" name="Oval 188">
                    <a:extLst>
                      <a:ext uri="{FF2B5EF4-FFF2-40B4-BE49-F238E27FC236}">
                        <a16:creationId xmlns:a16="http://schemas.microsoft.com/office/drawing/2014/main" id="{2389034C-2A73-45AC-AB1E-68D0A36B2B3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82" name="Group 181">
                  <a:extLst>
                    <a:ext uri="{FF2B5EF4-FFF2-40B4-BE49-F238E27FC236}">
                      <a16:creationId xmlns:a16="http://schemas.microsoft.com/office/drawing/2014/main" id="{6F98B79D-0631-43BB-8C5F-8886A80ED5B3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186" name="Straight Connector 185">
                    <a:extLst>
                      <a:ext uri="{FF2B5EF4-FFF2-40B4-BE49-F238E27FC236}">
                        <a16:creationId xmlns:a16="http://schemas.microsoft.com/office/drawing/2014/main" id="{947BE709-6EC6-4902-A4AA-66BA531DC78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7" name="Oval 186">
                    <a:extLst>
                      <a:ext uri="{FF2B5EF4-FFF2-40B4-BE49-F238E27FC236}">
                        <a16:creationId xmlns:a16="http://schemas.microsoft.com/office/drawing/2014/main" id="{2B2D14FF-1817-4555-8ADB-8AEEE0E947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83" name="Group 182">
                  <a:extLst>
                    <a:ext uri="{FF2B5EF4-FFF2-40B4-BE49-F238E27FC236}">
                      <a16:creationId xmlns:a16="http://schemas.microsoft.com/office/drawing/2014/main" id="{10148E8E-D0CD-4DD2-934C-2894937DBBE7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184" name="Straight Connector 183">
                    <a:extLst>
                      <a:ext uri="{FF2B5EF4-FFF2-40B4-BE49-F238E27FC236}">
                        <a16:creationId xmlns:a16="http://schemas.microsoft.com/office/drawing/2014/main" id="{EAB0B7F3-47AC-45CE-996E-E4269F427D7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5" name="Oval 184">
                    <a:extLst>
                      <a:ext uri="{FF2B5EF4-FFF2-40B4-BE49-F238E27FC236}">
                        <a16:creationId xmlns:a16="http://schemas.microsoft.com/office/drawing/2014/main" id="{3A3D424E-8DE0-40C2-BBEC-0848F68C9D9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50" name="Group 149">
                <a:extLst>
                  <a:ext uri="{FF2B5EF4-FFF2-40B4-BE49-F238E27FC236}">
                    <a16:creationId xmlns:a16="http://schemas.microsoft.com/office/drawing/2014/main" id="{F34B7D43-7140-4109-B901-5D124DE0A1FD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172" name="Group 171">
                  <a:extLst>
                    <a:ext uri="{FF2B5EF4-FFF2-40B4-BE49-F238E27FC236}">
                      <a16:creationId xmlns:a16="http://schemas.microsoft.com/office/drawing/2014/main" id="{44BD9539-5B5F-4DD0-96A1-A2B6E3BD58FF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179" name="Straight Connector 178">
                    <a:extLst>
                      <a:ext uri="{FF2B5EF4-FFF2-40B4-BE49-F238E27FC236}">
                        <a16:creationId xmlns:a16="http://schemas.microsoft.com/office/drawing/2014/main" id="{E8C95819-9F01-48AC-8311-1CF689D55948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80" name="Oval 179">
                    <a:extLst>
                      <a:ext uri="{FF2B5EF4-FFF2-40B4-BE49-F238E27FC236}">
                        <a16:creationId xmlns:a16="http://schemas.microsoft.com/office/drawing/2014/main" id="{82AFBAD0-A13C-4448-9C5A-1E62FE94F60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73" name="Group 172">
                  <a:extLst>
                    <a:ext uri="{FF2B5EF4-FFF2-40B4-BE49-F238E27FC236}">
                      <a16:creationId xmlns:a16="http://schemas.microsoft.com/office/drawing/2014/main" id="{E4F3ADFF-3B1B-455C-B21B-6C7450B20298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177" name="Straight Connector 176">
                    <a:extLst>
                      <a:ext uri="{FF2B5EF4-FFF2-40B4-BE49-F238E27FC236}">
                        <a16:creationId xmlns:a16="http://schemas.microsoft.com/office/drawing/2014/main" id="{72106B79-256C-4C69-BD2D-14C0CDE890E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8" name="Oval 177">
                    <a:extLst>
                      <a:ext uri="{FF2B5EF4-FFF2-40B4-BE49-F238E27FC236}">
                        <a16:creationId xmlns:a16="http://schemas.microsoft.com/office/drawing/2014/main" id="{437B8475-1C91-4A5E-B41D-ACB16550918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74" name="Group 173">
                  <a:extLst>
                    <a:ext uri="{FF2B5EF4-FFF2-40B4-BE49-F238E27FC236}">
                      <a16:creationId xmlns:a16="http://schemas.microsoft.com/office/drawing/2014/main" id="{077E3D57-7F3A-4273-A97F-913B8838B231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175" name="Straight Connector 174">
                    <a:extLst>
                      <a:ext uri="{FF2B5EF4-FFF2-40B4-BE49-F238E27FC236}">
                        <a16:creationId xmlns:a16="http://schemas.microsoft.com/office/drawing/2014/main" id="{F8D06154-03EE-4CA5-BE47-F7F63A72A1A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6" name="Oval 175">
                    <a:extLst>
                      <a:ext uri="{FF2B5EF4-FFF2-40B4-BE49-F238E27FC236}">
                        <a16:creationId xmlns:a16="http://schemas.microsoft.com/office/drawing/2014/main" id="{3AAE3A8D-F1F1-4039-B215-4D141F3C36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51" name="Group 150">
                <a:extLst>
                  <a:ext uri="{FF2B5EF4-FFF2-40B4-BE49-F238E27FC236}">
                    <a16:creationId xmlns:a16="http://schemas.microsoft.com/office/drawing/2014/main" id="{59DEDDC2-46CA-48C0-A3DC-6A4BE243F409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163" name="Group 162">
                  <a:extLst>
                    <a:ext uri="{FF2B5EF4-FFF2-40B4-BE49-F238E27FC236}">
                      <a16:creationId xmlns:a16="http://schemas.microsoft.com/office/drawing/2014/main" id="{F1EA8DED-0FB6-46C8-8374-3612CDA5FFC8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170" name="Straight Connector 169">
                    <a:extLst>
                      <a:ext uri="{FF2B5EF4-FFF2-40B4-BE49-F238E27FC236}">
                        <a16:creationId xmlns:a16="http://schemas.microsoft.com/office/drawing/2014/main" id="{7C1E7F42-C756-4851-8507-AEB4945D47F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71" name="Oval 170">
                    <a:extLst>
                      <a:ext uri="{FF2B5EF4-FFF2-40B4-BE49-F238E27FC236}">
                        <a16:creationId xmlns:a16="http://schemas.microsoft.com/office/drawing/2014/main" id="{FB36C17B-3836-42DE-ABFE-081B50D885D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64" name="Group 163">
                  <a:extLst>
                    <a:ext uri="{FF2B5EF4-FFF2-40B4-BE49-F238E27FC236}">
                      <a16:creationId xmlns:a16="http://schemas.microsoft.com/office/drawing/2014/main" id="{9B755D90-490B-4078-9D2E-93C4DDC26615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168" name="Straight Connector 167">
                    <a:extLst>
                      <a:ext uri="{FF2B5EF4-FFF2-40B4-BE49-F238E27FC236}">
                        <a16:creationId xmlns:a16="http://schemas.microsoft.com/office/drawing/2014/main" id="{533DB3A2-B652-4CC0-9F01-EF71561B6E7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9" name="Oval 168">
                    <a:extLst>
                      <a:ext uri="{FF2B5EF4-FFF2-40B4-BE49-F238E27FC236}">
                        <a16:creationId xmlns:a16="http://schemas.microsoft.com/office/drawing/2014/main" id="{43DF0657-E81B-4F52-AAC0-E29D78C0B6E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65" name="Group 164">
                  <a:extLst>
                    <a:ext uri="{FF2B5EF4-FFF2-40B4-BE49-F238E27FC236}">
                      <a16:creationId xmlns:a16="http://schemas.microsoft.com/office/drawing/2014/main" id="{70F9DFA6-4BAE-4BA1-B7CE-C0EE392B03FA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166" name="Straight Connector 165">
                    <a:extLst>
                      <a:ext uri="{FF2B5EF4-FFF2-40B4-BE49-F238E27FC236}">
                        <a16:creationId xmlns:a16="http://schemas.microsoft.com/office/drawing/2014/main" id="{64594A32-D8ED-448E-83E4-30179A919D4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7" name="Oval 166">
                    <a:extLst>
                      <a:ext uri="{FF2B5EF4-FFF2-40B4-BE49-F238E27FC236}">
                        <a16:creationId xmlns:a16="http://schemas.microsoft.com/office/drawing/2014/main" id="{37D009B8-1ED2-4041-843A-CEE367C7BD8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52" name="Group 151">
                <a:extLst>
                  <a:ext uri="{FF2B5EF4-FFF2-40B4-BE49-F238E27FC236}">
                    <a16:creationId xmlns:a16="http://schemas.microsoft.com/office/drawing/2014/main" id="{F49A85CD-4969-4F29-9EA6-83FB772D349A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154" name="Group 153">
                  <a:extLst>
                    <a:ext uri="{FF2B5EF4-FFF2-40B4-BE49-F238E27FC236}">
                      <a16:creationId xmlns:a16="http://schemas.microsoft.com/office/drawing/2014/main" id="{6D3E5F23-F655-4474-914E-E9A3484BDC42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161" name="Straight Connector 160">
                    <a:extLst>
                      <a:ext uri="{FF2B5EF4-FFF2-40B4-BE49-F238E27FC236}">
                        <a16:creationId xmlns:a16="http://schemas.microsoft.com/office/drawing/2014/main" id="{410DF691-7C48-475C-B319-DDEE95DCE3A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2" name="Oval 161">
                    <a:extLst>
                      <a:ext uri="{FF2B5EF4-FFF2-40B4-BE49-F238E27FC236}">
                        <a16:creationId xmlns:a16="http://schemas.microsoft.com/office/drawing/2014/main" id="{92204ED7-52BF-4DFC-B33A-B36F4146232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55" name="Group 154">
                  <a:extLst>
                    <a:ext uri="{FF2B5EF4-FFF2-40B4-BE49-F238E27FC236}">
                      <a16:creationId xmlns:a16="http://schemas.microsoft.com/office/drawing/2014/main" id="{7A3B9373-0144-4568-ADCC-69B3D95A1DE8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159" name="Straight Connector 158">
                    <a:extLst>
                      <a:ext uri="{FF2B5EF4-FFF2-40B4-BE49-F238E27FC236}">
                        <a16:creationId xmlns:a16="http://schemas.microsoft.com/office/drawing/2014/main" id="{A35602E0-E496-46A0-9ACD-7BDF560A62F2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60" name="Oval 159">
                    <a:extLst>
                      <a:ext uri="{FF2B5EF4-FFF2-40B4-BE49-F238E27FC236}">
                        <a16:creationId xmlns:a16="http://schemas.microsoft.com/office/drawing/2014/main" id="{B926BFD0-86EE-419C-BBEE-DB76414E6B4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56" name="Group 155">
                  <a:extLst>
                    <a:ext uri="{FF2B5EF4-FFF2-40B4-BE49-F238E27FC236}">
                      <a16:creationId xmlns:a16="http://schemas.microsoft.com/office/drawing/2014/main" id="{083034FE-0466-48A1-A80F-E9022FF5C621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157" name="Straight Connector 156">
                    <a:extLst>
                      <a:ext uri="{FF2B5EF4-FFF2-40B4-BE49-F238E27FC236}">
                        <a16:creationId xmlns:a16="http://schemas.microsoft.com/office/drawing/2014/main" id="{F2A3E092-F375-48D9-B2A2-E5D49949A57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58" name="Oval 157">
                    <a:extLst>
                      <a:ext uri="{FF2B5EF4-FFF2-40B4-BE49-F238E27FC236}">
                        <a16:creationId xmlns:a16="http://schemas.microsoft.com/office/drawing/2014/main" id="{64E96272-D8F3-4471-878B-7D7ED50474A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D55F3F10-C2AE-4AF1-A9BA-4C24991432DA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190" name="Group 189">
              <a:extLst>
                <a:ext uri="{FF2B5EF4-FFF2-40B4-BE49-F238E27FC236}">
                  <a16:creationId xmlns:a16="http://schemas.microsoft.com/office/drawing/2014/main" id="{886464D2-BD77-45B9-BBBF-A71B85946F50}"/>
                </a:ext>
              </a:extLst>
            </p:cNvPr>
            <p:cNvGrpSpPr/>
            <p:nvPr/>
          </p:nvGrpSpPr>
          <p:grpSpPr>
            <a:xfrm>
              <a:off x="10471543" y="1445135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191" name="Group 190">
                <a:extLst>
                  <a:ext uri="{FF2B5EF4-FFF2-40B4-BE49-F238E27FC236}">
                    <a16:creationId xmlns:a16="http://schemas.microsoft.com/office/drawing/2014/main" id="{EC6D014D-3026-4013-8077-C59AF10ECD66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223" name="Group 222">
                  <a:extLst>
                    <a:ext uri="{FF2B5EF4-FFF2-40B4-BE49-F238E27FC236}">
                      <a16:creationId xmlns:a16="http://schemas.microsoft.com/office/drawing/2014/main" id="{33143681-00AB-4306-B25D-EC75E8165FC0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230" name="Straight Connector 229">
                    <a:extLst>
                      <a:ext uri="{FF2B5EF4-FFF2-40B4-BE49-F238E27FC236}">
                        <a16:creationId xmlns:a16="http://schemas.microsoft.com/office/drawing/2014/main" id="{803DAF20-589F-478D-8C38-EB7ED9203FE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1" name="Oval 230">
                    <a:extLst>
                      <a:ext uri="{FF2B5EF4-FFF2-40B4-BE49-F238E27FC236}">
                        <a16:creationId xmlns:a16="http://schemas.microsoft.com/office/drawing/2014/main" id="{0B553D16-7812-4BDF-93F3-250CC2346EA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24" name="Group 223">
                  <a:extLst>
                    <a:ext uri="{FF2B5EF4-FFF2-40B4-BE49-F238E27FC236}">
                      <a16:creationId xmlns:a16="http://schemas.microsoft.com/office/drawing/2014/main" id="{CF6432B7-A9EA-42D5-97D3-FF5DC24DBAF8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228" name="Straight Connector 227">
                    <a:extLst>
                      <a:ext uri="{FF2B5EF4-FFF2-40B4-BE49-F238E27FC236}">
                        <a16:creationId xmlns:a16="http://schemas.microsoft.com/office/drawing/2014/main" id="{1980E7EA-EE31-477C-94EA-2A06A438289E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9" name="Oval 228">
                    <a:extLst>
                      <a:ext uri="{FF2B5EF4-FFF2-40B4-BE49-F238E27FC236}">
                        <a16:creationId xmlns:a16="http://schemas.microsoft.com/office/drawing/2014/main" id="{52A6046F-6790-4FDE-852A-1C60EC75D66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25" name="Group 224">
                  <a:extLst>
                    <a:ext uri="{FF2B5EF4-FFF2-40B4-BE49-F238E27FC236}">
                      <a16:creationId xmlns:a16="http://schemas.microsoft.com/office/drawing/2014/main" id="{31B6938E-A38B-4671-83CD-B119B3501C9C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226" name="Straight Connector 225">
                    <a:extLst>
                      <a:ext uri="{FF2B5EF4-FFF2-40B4-BE49-F238E27FC236}">
                        <a16:creationId xmlns:a16="http://schemas.microsoft.com/office/drawing/2014/main" id="{4E0BB292-0343-4126-B45C-60617DFD8D9E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7" name="Oval 226">
                    <a:extLst>
                      <a:ext uri="{FF2B5EF4-FFF2-40B4-BE49-F238E27FC236}">
                        <a16:creationId xmlns:a16="http://schemas.microsoft.com/office/drawing/2014/main" id="{445C2291-B197-4DAD-847C-3C3597FD5E0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92" name="Group 191">
                <a:extLst>
                  <a:ext uri="{FF2B5EF4-FFF2-40B4-BE49-F238E27FC236}">
                    <a16:creationId xmlns:a16="http://schemas.microsoft.com/office/drawing/2014/main" id="{9EED5FF3-F1B9-4480-973D-E35E23044F29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115A8035-9F51-46EA-B1EA-ADB7FA59D8A4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221" name="Straight Connector 220">
                    <a:extLst>
                      <a:ext uri="{FF2B5EF4-FFF2-40B4-BE49-F238E27FC236}">
                        <a16:creationId xmlns:a16="http://schemas.microsoft.com/office/drawing/2014/main" id="{936D4E0D-2411-4748-9A20-ECE942BAEA2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2" name="Oval 221">
                    <a:extLst>
                      <a:ext uri="{FF2B5EF4-FFF2-40B4-BE49-F238E27FC236}">
                        <a16:creationId xmlns:a16="http://schemas.microsoft.com/office/drawing/2014/main" id="{E8AF9C92-595A-4BD8-BADD-80797B7A99A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15" name="Group 214">
                  <a:extLst>
                    <a:ext uri="{FF2B5EF4-FFF2-40B4-BE49-F238E27FC236}">
                      <a16:creationId xmlns:a16="http://schemas.microsoft.com/office/drawing/2014/main" id="{74DCFCDC-843F-4E8B-A385-D499D6EA805A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219" name="Straight Connector 218">
                    <a:extLst>
                      <a:ext uri="{FF2B5EF4-FFF2-40B4-BE49-F238E27FC236}">
                        <a16:creationId xmlns:a16="http://schemas.microsoft.com/office/drawing/2014/main" id="{134C2BD5-C167-4EEB-B7CB-39F8F43405A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20" name="Oval 219">
                    <a:extLst>
                      <a:ext uri="{FF2B5EF4-FFF2-40B4-BE49-F238E27FC236}">
                        <a16:creationId xmlns:a16="http://schemas.microsoft.com/office/drawing/2014/main" id="{B37B2F5D-0FEB-47D1-8939-0B17EA9EEEB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16" name="Group 215">
                  <a:extLst>
                    <a:ext uri="{FF2B5EF4-FFF2-40B4-BE49-F238E27FC236}">
                      <a16:creationId xmlns:a16="http://schemas.microsoft.com/office/drawing/2014/main" id="{284FA186-2D16-43A3-BDC6-22AD0A58395B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217" name="Straight Connector 216">
                    <a:extLst>
                      <a:ext uri="{FF2B5EF4-FFF2-40B4-BE49-F238E27FC236}">
                        <a16:creationId xmlns:a16="http://schemas.microsoft.com/office/drawing/2014/main" id="{DE6E6FBC-C174-411E-BD6D-6EE4CABC0A7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8" name="Oval 217">
                    <a:extLst>
                      <a:ext uri="{FF2B5EF4-FFF2-40B4-BE49-F238E27FC236}">
                        <a16:creationId xmlns:a16="http://schemas.microsoft.com/office/drawing/2014/main" id="{F31742D3-73DF-470B-90B0-6E254A9F861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93" name="Group 192">
                <a:extLst>
                  <a:ext uri="{FF2B5EF4-FFF2-40B4-BE49-F238E27FC236}">
                    <a16:creationId xmlns:a16="http://schemas.microsoft.com/office/drawing/2014/main" id="{7AE577C9-C1A0-42C6-ABED-F35890486E9E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205" name="Group 204">
                  <a:extLst>
                    <a:ext uri="{FF2B5EF4-FFF2-40B4-BE49-F238E27FC236}">
                      <a16:creationId xmlns:a16="http://schemas.microsoft.com/office/drawing/2014/main" id="{3A99C6B6-2940-4EFB-A6C2-9AA177FB6FB6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212" name="Straight Connector 211">
                    <a:extLst>
                      <a:ext uri="{FF2B5EF4-FFF2-40B4-BE49-F238E27FC236}">
                        <a16:creationId xmlns:a16="http://schemas.microsoft.com/office/drawing/2014/main" id="{E40DC80D-F5DB-42E7-818B-66997F150F6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3" name="Oval 212">
                    <a:extLst>
                      <a:ext uri="{FF2B5EF4-FFF2-40B4-BE49-F238E27FC236}">
                        <a16:creationId xmlns:a16="http://schemas.microsoft.com/office/drawing/2014/main" id="{EA16D759-C56A-417C-8CDA-7C83F954A66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06" name="Group 205">
                  <a:extLst>
                    <a:ext uri="{FF2B5EF4-FFF2-40B4-BE49-F238E27FC236}">
                      <a16:creationId xmlns:a16="http://schemas.microsoft.com/office/drawing/2014/main" id="{5F255377-83AF-482D-869F-21BBE45BA0F1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210" name="Straight Connector 209">
                    <a:extLst>
                      <a:ext uri="{FF2B5EF4-FFF2-40B4-BE49-F238E27FC236}">
                        <a16:creationId xmlns:a16="http://schemas.microsoft.com/office/drawing/2014/main" id="{07725403-C6BE-45E9-B05A-06B0F9B431A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11" name="Oval 210">
                    <a:extLst>
                      <a:ext uri="{FF2B5EF4-FFF2-40B4-BE49-F238E27FC236}">
                        <a16:creationId xmlns:a16="http://schemas.microsoft.com/office/drawing/2014/main" id="{70095FA1-0D64-41D8-A941-1AB96EA3CCD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07" name="Group 206">
                  <a:extLst>
                    <a:ext uri="{FF2B5EF4-FFF2-40B4-BE49-F238E27FC236}">
                      <a16:creationId xmlns:a16="http://schemas.microsoft.com/office/drawing/2014/main" id="{F88E1531-7A78-405E-9B72-85621AC2F97F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208" name="Straight Connector 207">
                    <a:extLst>
                      <a:ext uri="{FF2B5EF4-FFF2-40B4-BE49-F238E27FC236}">
                        <a16:creationId xmlns:a16="http://schemas.microsoft.com/office/drawing/2014/main" id="{2FB7F077-4326-4944-9D3A-47CD84C57167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9" name="Oval 208">
                    <a:extLst>
                      <a:ext uri="{FF2B5EF4-FFF2-40B4-BE49-F238E27FC236}">
                        <a16:creationId xmlns:a16="http://schemas.microsoft.com/office/drawing/2014/main" id="{ED386DA0-8FD8-49E6-81D4-88FDDE5081E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194" name="Group 193">
                <a:extLst>
                  <a:ext uri="{FF2B5EF4-FFF2-40B4-BE49-F238E27FC236}">
                    <a16:creationId xmlns:a16="http://schemas.microsoft.com/office/drawing/2014/main" id="{327CCB45-C5D3-4CE1-8D5B-0C35ABCBD5DC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196" name="Group 195">
                  <a:extLst>
                    <a:ext uri="{FF2B5EF4-FFF2-40B4-BE49-F238E27FC236}">
                      <a16:creationId xmlns:a16="http://schemas.microsoft.com/office/drawing/2014/main" id="{6420B593-05CB-4F7E-9719-EA66A9D79BAD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203" name="Straight Connector 202">
                    <a:extLst>
                      <a:ext uri="{FF2B5EF4-FFF2-40B4-BE49-F238E27FC236}">
                        <a16:creationId xmlns:a16="http://schemas.microsoft.com/office/drawing/2014/main" id="{D07C59D0-AF26-4D70-8DA7-8320112DFE0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4" name="Oval 203">
                    <a:extLst>
                      <a:ext uri="{FF2B5EF4-FFF2-40B4-BE49-F238E27FC236}">
                        <a16:creationId xmlns:a16="http://schemas.microsoft.com/office/drawing/2014/main" id="{B6FE7579-135A-4260-9D8A-F569DE0115B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97" name="Group 196">
                  <a:extLst>
                    <a:ext uri="{FF2B5EF4-FFF2-40B4-BE49-F238E27FC236}">
                      <a16:creationId xmlns:a16="http://schemas.microsoft.com/office/drawing/2014/main" id="{D966CD14-D809-4EC2-A224-1ABCE127753D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201" name="Straight Connector 200">
                    <a:extLst>
                      <a:ext uri="{FF2B5EF4-FFF2-40B4-BE49-F238E27FC236}">
                        <a16:creationId xmlns:a16="http://schemas.microsoft.com/office/drawing/2014/main" id="{3194EAB1-427F-4449-A4DD-26A43E78967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2" name="Oval 201">
                    <a:extLst>
                      <a:ext uri="{FF2B5EF4-FFF2-40B4-BE49-F238E27FC236}">
                        <a16:creationId xmlns:a16="http://schemas.microsoft.com/office/drawing/2014/main" id="{53E83092-ED41-4685-9E1D-2690050EF0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198" name="Group 197">
                  <a:extLst>
                    <a:ext uri="{FF2B5EF4-FFF2-40B4-BE49-F238E27FC236}">
                      <a16:creationId xmlns:a16="http://schemas.microsoft.com/office/drawing/2014/main" id="{3CCD7A46-BBAE-4A91-869D-F80D56A5F149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199" name="Straight Connector 198">
                    <a:extLst>
                      <a:ext uri="{FF2B5EF4-FFF2-40B4-BE49-F238E27FC236}">
                        <a16:creationId xmlns:a16="http://schemas.microsoft.com/office/drawing/2014/main" id="{9D155EE1-3A37-46E0-94A7-2A34DE21E007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00" name="Oval 199">
                    <a:extLst>
                      <a:ext uri="{FF2B5EF4-FFF2-40B4-BE49-F238E27FC236}">
                        <a16:creationId xmlns:a16="http://schemas.microsoft.com/office/drawing/2014/main" id="{45F2D8EF-ECE8-49F7-994E-1F5CA45F894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08B359D6-C5CF-48CC-AA59-247B02457A47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232" name="Group 231">
              <a:extLst>
                <a:ext uri="{FF2B5EF4-FFF2-40B4-BE49-F238E27FC236}">
                  <a16:creationId xmlns:a16="http://schemas.microsoft.com/office/drawing/2014/main" id="{52CADBEB-15B4-4F28-B718-FC9C938714BC}"/>
                </a:ext>
              </a:extLst>
            </p:cNvPr>
            <p:cNvGrpSpPr/>
            <p:nvPr/>
          </p:nvGrpSpPr>
          <p:grpSpPr>
            <a:xfrm>
              <a:off x="10068650" y="1061158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233" name="Group 232">
                <a:extLst>
                  <a:ext uri="{FF2B5EF4-FFF2-40B4-BE49-F238E27FC236}">
                    <a16:creationId xmlns:a16="http://schemas.microsoft.com/office/drawing/2014/main" id="{C522D585-13F8-4F35-BDAC-7573844DA25C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265" name="Group 264">
                  <a:extLst>
                    <a:ext uri="{FF2B5EF4-FFF2-40B4-BE49-F238E27FC236}">
                      <a16:creationId xmlns:a16="http://schemas.microsoft.com/office/drawing/2014/main" id="{C3747738-DC72-4B00-AC3B-C0E6ED588C07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272" name="Straight Connector 271">
                    <a:extLst>
                      <a:ext uri="{FF2B5EF4-FFF2-40B4-BE49-F238E27FC236}">
                        <a16:creationId xmlns:a16="http://schemas.microsoft.com/office/drawing/2014/main" id="{342C1FD6-F85C-4F3A-A0B6-BA2C4BE07CD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3" name="Oval 272">
                    <a:extLst>
                      <a:ext uri="{FF2B5EF4-FFF2-40B4-BE49-F238E27FC236}">
                        <a16:creationId xmlns:a16="http://schemas.microsoft.com/office/drawing/2014/main" id="{4965BB5C-CB00-44CB-AFFE-DF62461C590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66" name="Group 265">
                  <a:extLst>
                    <a:ext uri="{FF2B5EF4-FFF2-40B4-BE49-F238E27FC236}">
                      <a16:creationId xmlns:a16="http://schemas.microsoft.com/office/drawing/2014/main" id="{AEA514CC-2528-43ED-9CF1-0EAFDB79DE20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270" name="Straight Connector 269">
                    <a:extLst>
                      <a:ext uri="{FF2B5EF4-FFF2-40B4-BE49-F238E27FC236}">
                        <a16:creationId xmlns:a16="http://schemas.microsoft.com/office/drawing/2014/main" id="{AF1103C3-CA8A-44FC-A6D4-05092C8DCD5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71" name="Oval 270">
                    <a:extLst>
                      <a:ext uri="{FF2B5EF4-FFF2-40B4-BE49-F238E27FC236}">
                        <a16:creationId xmlns:a16="http://schemas.microsoft.com/office/drawing/2014/main" id="{D3A9F9E8-CB25-44BB-AE70-89D97FBA5C9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67" name="Group 266">
                  <a:extLst>
                    <a:ext uri="{FF2B5EF4-FFF2-40B4-BE49-F238E27FC236}">
                      <a16:creationId xmlns:a16="http://schemas.microsoft.com/office/drawing/2014/main" id="{ED97EC3A-9BA3-46BC-A3A3-ED2F18A5052D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268" name="Straight Connector 267">
                    <a:extLst>
                      <a:ext uri="{FF2B5EF4-FFF2-40B4-BE49-F238E27FC236}">
                        <a16:creationId xmlns:a16="http://schemas.microsoft.com/office/drawing/2014/main" id="{E362B4D7-8012-457A-9BBB-C5540F442A8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9" name="Oval 268">
                    <a:extLst>
                      <a:ext uri="{FF2B5EF4-FFF2-40B4-BE49-F238E27FC236}">
                        <a16:creationId xmlns:a16="http://schemas.microsoft.com/office/drawing/2014/main" id="{18C85D76-CD60-4931-90BB-6A5D96775DD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34" name="Group 233">
                <a:extLst>
                  <a:ext uri="{FF2B5EF4-FFF2-40B4-BE49-F238E27FC236}">
                    <a16:creationId xmlns:a16="http://schemas.microsoft.com/office/drawing/2014/main" id="{F7BB61F9-5450-4BD2-BD72-61569EA580AB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256" name="Group 255">
                  <a:extLst>
                    <a:ext uri="{FF2B5EF4-FFF2-40B4-BE49-F238E27FC236}">
                      <a16:creationId xmlns:a16="http://schemas.microsoft.com/office/drawing/2014/main" id="{81A6AB79-E255-41E7-9684-42FAFC259A18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263" name="Straight Connector 262">
                    <a:extLst>
                      <a:ext uri="{FF2B5EF4-FFF2-40B4-BE49-F238E27FC236}">
                        <a16:creationId xmlns:a16="http://schemas.microsoft.com/office/drawing/2014/main" id="{D067A342-1746-4730-8869-EF9453A0DB1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4" name="Oval 263">
                    <a:extLst>
                      <a:ext uri="{FF2B5EF4-FFF2-40B4-BE49-F238E27FC236}">
                        <a16:creationId xmlns:a16="http://schemas.microsoft.com/office/drawing/2014/main" id="{407BB7F8-AC2E-4F6B-A3A5-CF9BFE3C8B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57" name="Group 256">
                  <a:extLst>
                    <a:ext uri="{FF2B5EF4-FFF2-40B4-BE49-F238E27FC236}">
                      <a16:creationId xmlns:a16="http://schemas.microsoft.com/office/drawing/2014/main" id="{0B4187B8-1633-4433-8677-88D1C1A03B26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261" name="Straight Connector 260">
                    <a:extLst>
                      <a:ext uri="{FF2B5EF4-FFF2-40B4-BE49-F238E27FC236}">
                        <a16:creationId xmlns:a16="http://schemas.microsoft.com/office/drawing/2014/main" id="{88624E53-4D75-4A16-83A1-FF527062AE3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2" name="Oval 261">
                    <a:extLst>
                      <a:ext uri="{FF2B5EF4-FFF2-40B4-BE49-F238E27FC236}">
                        <a16:creationId xmlns:a16="http://schemas.microsoft.com/office/drawing/2014/main" id="{4F6CD87F-2932-4BFA-BD7C-722F3BDBFCA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58" name="Group 257">
                  <a:extLst>
                    <a:ext uri="{FF2B5EF4-FFF2-40B4-BE49-F238E27FC236}">
                      <a16:creationId xmlns:a16="http://schemas.microsoft.com/office/drawing/2014/main" id="{4958F8AB-929B-4C08-9D93-84D4BF44DB62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259" name="Straight Connector 258">
                    <a:extLst>
                      <a:ext uri="{FF2B5EF4-FFF2-40B4-BE49-F238E27FC236}">
                        <a16:creationId xmlns:a16="http://schemas.microsoft.com/office/drawing/2014/main" id="{859AB781-F55E-467F-A4C6-AE6B9842119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60" name="Oval 259">
                    <a:extLst>
                      <a:ext uri="{FF2B5EF4-FFF2-40B4-BE49-F238E27FC236}">
                        <a16:creationId xmlns:a16="http://schemas.microsoft.com/office/drawing/2014/main" id="{CBEE7A49-9F33-41A6-B614-637A786EC13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35" name="Group 234">
                <a:extLst>
                  <a:ext uri="{FF2B5EF4-FFF2-40B4-BE49-F238E27FC236}">
                    <a16:creationId xmlns:a16="http://schemas.microsoft.com/office/drawing/2014/main" id="{72A6F0BC-5322-4808-AB23-5587B7250BD9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247" name="Group 246">
                  <a:extLst>
                    <a:ext uri="{FF2B5EF4-FFF2-40B4-BE49-F238E27FC236}">
                      <a16:creationId xmlns:a16="http://schemas.microsoft.com/office/drawing/2014/main" id="{7CA47812-BCB5-464E-B173-144559148C09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254" name="Straight Connector 253">
                    <a:extLst>
                      <a:ext uri="{FF2B5EF4-FFF2-40B4-BE49-F238E27FC236}">
                        <a16:creationId xmlns:a16="http://schemas.microsoft.com/office/drawing/2014/main" id="{943BB3C7-8A7D-49C9-BD18-57A2B4EC769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5" name="Oval 254">
                    <a:extLst>
                      <a:ext uri="{FF2B5EF4-FFF2-40B4-BE49-F238E27FC236}">
                        <a16:creationId xmlns:a16="http://schemas.microsoft.com/office/drawing/2014/main" id="{80B7E15E-D06F-495A-89DC-9D2506A8EEE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48" name="Group 247">
                  <a:extLst>
                    <a:ext uri="{FF2B5EF4-FFF2-40B4-BE49-F238E27FC236}">
                      <a16:creationId xmlns:a16="http://schemas.microsoft.com/office/drawing/2014/main" id="{73AD4DFC-EC8D-406B-9CF3-C89B048D78F1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252" name="Straight Connector 251">
                    <a:extLst>
                      <a:ext uri="{FF2B5EF4-FFF2-40B4-BE49-F238E27FC236}">
                        <a16:creationId xmlns:a16="http://schemas.microsoft.com/office/drawing/2014/main" id="{C66C8BDA-1ADC-4347-9A2E-6921E16E36D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3" name="Oval 252">
                    <a:extLst>
                      <a:ext uri="{FF2B5EF4-FFF2-40B4-BE49-F238E27FC236}">
                        <a16:creationId xmlns:a16="http://schemas.microsoft.com/office/drawing/2014/main" id="{71218F6F-2C46-4A65-91AB-DC0D6CF2BED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49" name="Group 248">
                  <a:extLst>
                    <a:ext uri="{FF2B5EF4-FFF2-40B4-BE49-F238E27FC236}">
                      <a16:creationId xmlns:a16="http://schemas.microsoft.com/office/drawing/2014/main" id="{DADA0322-5037-49C1-8950-4EB7EDF6C8D6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250" name="Straight Connector 249">
                    <a:extLst>
                      <a:ext uri="{FF2B5EF4-FFF2-40B4-BE49-F238E27FC236}">
                        <a16:creationId xmlns:a16="http://schemas.microsoft.com/office/drawing/2014/main" id="{4F38342D-7F46-4A2D-BDC0-019679BB903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51" name="Oval 250">
                    <a:extLst>
                      <a:ext uri="{FF2B5EF4-FFF2-40B4-BE49-F238E27FC236}">
                        <a16:creationId xmlns:a16="http://schemas.microsoft.com/office/drawing/2014/main" id="{F41A35EF-90E3-41A3-B5B4-6B752C1885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36" name="Group 235">
                <a:extLst>
                  <a:ext uri="{FF2B5EF4-FFF2-40B4-BE49-F238E27FC236}">
                    <a16:creationId xmlns:a16="http://schemas.microsoft.com/office/drawing/2014/main" id="{537472F5-1F89-4C8C-9603-520F4A542ED7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238" name="Group 237">
                  <a:extLst>
                    <a:ext uri="{FF2B5EF4-FFF2-40B4-BE49-F238E27FC236}">
                      <a16:creationId xmlns:a16="http://schemas.microsoft.com/office/drawing/2014/main" id="{07F17CC9-F0CE-4814-BD67-0DB15D141CFD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245" name="Straight Connector 244">
                    <a:extLst>
                      <a:ext uri="{FF2B5EF4-FFF2-40B4-BE49-F238E27FC236}">
                        <a16:creationId xmlns:a16="http://schemas.microsoft.com/office/drawing/2014/main" id="{B95EA271-55E3-420E-BE77-E03FB62683A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6" name="Oval 245">
                    <a:extLst>
                      <a:ext uri="{FF2B5EF4-FFF2-40B4-BE49-F238E27FC236}">
                        <a16:creationId xmlns:a16="http://schemas.microsoft.com/office/drawing/2014/main" id="{A0C07055-9967-4635-8F9E-0FE551D95FE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39" name="Group 238">
                  <a:extLst>
                    <a:ext uri="{FF2B5EF4-FFF2-40B4-BE49-F238E27FC236}">
                      <a16:creationId xmlns:a16="http://schemas.microsoft.com/office/drawing/2014/main" id="{B923A934-CA3B-4DF1-B78C-34A0B7EC13C2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243" name="Straight Connector 242">
                    <a:extLst>
                      <a:ext uri="{FF2B5EF4-FFF2-40B4-BE49-F238E27FC236}">
                        <a16:creationId xmlns:a16="http://schemas.microsoft.com/office/drawing/2014/main" id="{8ED2820F-0E5C-4AAC-845C-012A1C159ED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4" name="Oval 243">
                    <a:extLst>
                      <a:ext uri="{FF2B5EF4-FFF2-40B4-BE49-F238E27FC236}">
                        <a16:creationId xmlns:a16="http://schemas.microsoft.com/office/drawing/2014/main" id="{0DEB1FD7-A1EE-4BDB-BA4F-C62F9F703E0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61D30FAC-8C6A-4C09-B391-1A3113B5BFE7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241" name="Straight Connector 240">
                    <a:extLst>
                      <a:ext uri="{FF2B5EF4-FFF2-40B4-BE49-F238E27FC236}">
                        <a16:creationId xmlns:a16="http://schemas.microsoft.com/office/drawing/2014/main" id="{8FDA8C95-071E-457F-81A8-C2BEC4BEA07E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42" name="Oval 241">
                    <a:extLst>
                      <a:ext uri="{FF2B5EF4-FFF2-40B4-BE49-F238E27FC236}">
                        <a16:creationId xmlns:a16="http://schemas.microsoft.com/office/drawing/2014/main" id="{ED1127CA-2103-43EE-956A-B1C24821ABF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237" name="Rectangle 236">
                <a:extLst>
                  <a:ext uri="{FF2B5EF4-FFF2-40B4-BE49-F238E27FC236}">
                    <a16:creationId xmlns:a16="http://schemas.microsoft.com/office/drawing/2014/main" id="{8DC0AC09-4514-421A-B3E1-7396A6B1E3A3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274" name="Group 273">
              <a:extLst>
                <a:ext uri="{FF2B5EF4-FFF2-40B4-BE49-F238E27FC236}">
                  <a16:creationId xmlns:a16="http://schemas.microsoft.com/office/drawing/2014/main" id="{F39DDF81-3F12-46CB-875D-0EFF92301A6D}"/>
                </a:ext>
              </a:extLst>
            </p:cNvPr>
            <p:cNvGrpSpPr/>
            <p:nvPr/>
          </p:nvGrpSpPr>
          <p:grpSpPr>
            <a:xfrm>
              <a:off x="10471543" y="1061157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275" name="Group 274">
                <a:extLst>
                  <a:ext uri="{FF2B5EF4-FFF2-40B4-BE49-F238E27FC236}">
                    <a16:creationId xmlns:a16="http://schemas.microsoft.com/office/drawing/2014/main" id="{768DE06E-D114-41A7-BC73-FB3E3A51231B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307" name="Group 306">
                  <a:extLst>
                    <a:ext uri="{FF2B5EF4-FFF2-40B4-BE49-F238E27FC236}">
                      <a16:creationId xmlns:a16="http://schemas.microsoft.com/office/drawing/2014/main" id="{80008C32-59C6-4A17-BE29-7F80EA419AF2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314" name="Straight Connector 313">
                    <a:extLst>
                      <a:ext uri="{FF2B5EF4-FFF2-40B4-BE49-F238E27FC236}">
                        <a16:creationId xmlns:a16="http://schemas.microsoft.com/office/drawing/2014/main" id="{D62310B6-5D57-4A65-8376-87E1C08C4FF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5" name="Oval 314">
                    <a:extLst>
                      <a:ext uri="{FF2B5EF4-FFF2-40B4-BE49-F238E27FC236}">
                        <a16:creationId xmlns:a16="http://schemas.microsoft.com/office/drawing/2014/main" id="{B64645AA-2D17-49F4-8C4A-A65077A55B6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308" name="Group 307">
                  <a:extLst>
                    <a:ext uri="{FF2B5EF4-FFF2-40B4-BE49-F238E27FC236}">
                      <a16:creationId xmlns:a16="http://schemas.microsoft.com/office/drawing/2014/main" id="{BAF9F682-CB43-4398-91A5-E14275D344FD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312" name="Straight Connector 311">
                    <a:extLst>
                      <a:ext uri="{FF2B5EF4-FFF2-40B4-BE49-F238E27FC236}">
                        <a16:creationId xmlns:a16="http://schemas.microsoft.com/office/drawing/2014/main" id="{44E11AF9-2E8E-455F-9F31-829E4B9E3B9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3" name="Oval 312">
                    <a:extLst>
                      <a:ext uri="{FF2B5EF4-FFF2-40B4-BE49-F238E27FC236}">
                        <a16:creationId xmlns:a16="http://schemas.microsoft.com/office/drawing/2014/main" id="{B8E1DA90-7030-4053-AC9E-CAE9F57DBF3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309" name="Group 308">
                  <a:extLst>
                    <a:ext uri="{FF2B5EF4-FFF2-40B4-BE49-F238E27FC236}">
                      <a16:creationId xmlns:a16="http://schemas.microsoft.com/office/drawing/2014/main" id="{33ACC258-D688-4265-8C52-EAD512D6377D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310" name="Straight Connector 309">
                    <a:extLst>
                      <a:ext uri="{FF2B5EF4-FFF2-40B4-BE49-F238E27FC236}">
                        <a16:creationId xmlns:a16="http://schemas.microsoft.com/office/drawing/2014/main" id="{CBE7924D-C8DC-4989-B726-37D92A3F331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11" name="Oval 310">
                    <a:extLst>
                      <a:ext uri="{FF2B5EF4-FFF2-40B4-BE49-F238E27FC236}">
                        <a16:creationId xmlns:a16="http://schemas.microsoft.com/office/drawing/2014/main" id="{20412722-C30B-4D9E-9FF6-024869B65B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76" name="Group 275">
                <a:extLst>
                  <a:ext uri="{FF2B5EF4-FFF2-40B4-BE49-F238E27FC236}">
                    <a16:creationId xmlns:a16="http://schemas.microsoft.com/office/drawing/2014/main" id="{C882ED77-5EFE-460E-B02E-43E018A8BD1F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298" name="Group 297">
                  <a:extLst>
                    <a:ext uri="{FF2B5EF4-FFF2-40B4-BE49-F238E27FC236}">
                      <a16:creationId xmlns:a16="http://schemas.microsoft.com/office/drawing/2014/main" id="{F66DF156-AAF1-4017-A186-8E3E58B0FE72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305" name="Straight Connector 304">
                    <a:extLst>
                      <a:ext uri="{FF2B5EF4-FFF2-40B4-BE49-F238E27FC236}">
                        <a16:creationId xmlns:a16="http://schemas.microsoft.com/office/drawing/2014/main" id="{130E6E97-CEBE-452B-9F19-301985D1FE8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6" name="Oval 305">
                    <a:extLst>
                      <a:ext uri="{FF2B5EF4-FFF2-40B4-BE49-F238E27FC236}">
                        <a16:creationId xmlns:a16="http://schemas.microsoft.com/office/drawing/2014/main" id="{73029FF2-1D0D-415F-8881-B5060098D3F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99" name="Group 298">
                  <a:extLst>
                    <a:ext uri="{FF2B5EF4-FFF2-40B4-BE49-F238E27FC236}">
                      <a16:creationId xmlns:a16="http://schemas.microsoft.com/office/drawing/2014/main" id="{ABA60451-09E6-4405-BE4D-A0C29C1785FC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303" name="Straight Connector 302">
                    <a:extLst>
                      <a:ext uri="{FF2B5EF4-FFF2-40B4-BE49-F238E27FC236}">
                        <a16:creationId xmlns:a16="http://schemas.microsoft.com/office/drawing/2014/main" id="{0FFC4A1C-89F1-4EEE-A3A7-BE5EFD8010C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4" name="Oval 303">
                    <a:extLst>
                      <a:ext uri="{FF2B5EF4-FFF2-40B4-BE49-F238E27FC236}">
                        <a16:creationId xmlns:a16="http://schemas.microsoft.com/office/drawing/2014/main" id="{99F1EB5A-4D9E-4099-9987-FF3C7EF3C1E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300" name="Group 299">
                  <a:extLst>
                    <a:ext uri="{FF2B5EF4-FFF2-40B4-BE49-F238E27FC236}">
                      <a16:creationId xmlns:a16="http://schemas.microsoft.com/office/drawing/2014/main" id="{B5AA196D-69F6-46DD-924F-004216F59B87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301" name="Straight Connector 300">
                    <a:extLst>
                      <a:ext uri="{FF2B5EF4-FFF2-40B4-BE49-F238E27FC236}">
                        <a16:creationId xmlns:a16="http://schemas.microsoft.com/office/drawing/2014/main" id="{2BF9C8F1-55F8-438B-BE96-47C7A566E66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02" name="Oval 301">
                    <a:extLst>
                      <a:ext uri="{FF2B5EF4-FFF2-40B4-BE49-F238E27FC236}">
                        <a16:creationId xmlns:a16="http://schemas.microsoft.com/office/drawing/2014/main" id="{72950FA7-C05B-4A91-A43F-346FD889EC7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77" name="Group 276">
                <a:extLst>
                  <a:ext uri="{FF2B5EF4-FFF2-40B4-BE49-F238E27FC236}">
                    <a16:creationId xmlns:a16="http://schemas.microsoft.com/office/drawing/2014/main" id="{19688F46-D7F7-492D-8DA1-8543EB097C6B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289" name="Group 288">
                  <a:extLst>
                    <a:ext uri="{FF2B5EF4-FFF2-40B4-BE49-F238E27FC236}">
                      <a16:creationId xmlns:a16="http://schemas.microsoft.com/office/drawing/2014/main" id="{AC8CFA19-751A-4471-A6E4-F615F95B0353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296" name="Straight Connector 295">
                    <a:extLst>
                      <a:ext uri="{FF2B5EF4-FFF2-40B4-BE49-F238E27FC236}">
                        <a16:creationId xmlns:a16="http://schemas.microsoft.com/office/drawing/2014/main" id="{8AB41413-A655-4611-9655-6AC0FDA80FE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7" name="Oval 296">
                    <a:extLst>
                      <a:ext uri="{FF2B5EF4-FFF2-40B4-BE49-F238E27FC236}">
                        <a16:creationId xmlns:a16="http://schemas.microsoft.com/office/drawing/2014/main" id="{C19AA891-7902-476A-9AD4-89BF4FB064A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90" name="Group 289">
                  <a:extLst>
                    <a:ext uri="{FF2B5EF4-FFF2-40B4-BE49-F238E27FC236}">
                      <a16:creationId xmlns:a16="http://schemas.microsoft.com/office/drawing/2014/main" id="{3F8BDB82-E62D-4C36-B7E8-F78FEF12429D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294" name="Straight Connector 293">
                    <a:extLst>
                      <a:ext uri="{FF2B5EF4-FFF2-40B4-BE49-F238E27FC236}">
                        <a16:creationId xmlns:a16="http://schemas.microsoft.com/office/drawing/2014/main" id="{6A0F74C7-C4F1-44E8-AADA-BE8B7E96CDE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5" name="Oval 294">
                    <a:extLst>
                      <a:ext uri="{FF2B5EF4-FFF2-40B4-BE49-F238E27FC236}">
                        <a16:creationId xmlns:a16="http://schemas.microsoft.com/office/drawing/2014/main" id="{767AA31B-DE23-4BC1-88C7-21F8776BF1E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91" name="Group 290">
                  <a:extLst>
                    <a:ext uri="{FF2B5EF4-FFF2-40B4-BE49-F238E27FC236}">
                      <a16:creationId xmlns:a16="http://schemas.microsoft.com/office/drawing/2014/main" id="{664E18F0-F6A2-40F4-BDFD-0D39694C908C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292" name="Straight Connector 291">
                    <a:extLst>
                      <a:ext uri="{FF2B5EF4-FFF2-40B4-BE49-F238E27FC236}">
                        <a16:creationId xmlns:a16="http://schemas.microsoft.com/office/drawing/2014/main" id="{F16D5367-02EB-428F-803D-8D688A525EB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93" name="Oval 292">
                    <a:extLst>
                      <a:ext uri="{FF2B5EF4-FFF2-40B4-BE49-F238E27FC236}">
                        <a16:creationId xmlns:a16="http://schemas.microsoft.com/office/drawing/2014/main" id="{26C6017D-7850-482C-9C97-F2A3AEC2E21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278" name="Group 277">
                <a:extLst>
                  <a:ext uri="{FF2B5EF4-FFF2-40B4-BE49-F238E27FC236}">
                    <a16:creationId xmlns:a16="http://schemas.microsoft.com/office/drawing/2014/main" id="{897EB603-BEBB-4754-A11C-9D1E49958745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280" name="Group 279">
                  <a:extLst>
                    <a:ext uri="{FF2B5EF4-FFF2-40B4-BE49-F238E27FC236}">
                      <a16:creationId xmlns:a16="http://schemas.microsoft.com/office/drawing/2014/main" id="{5C68BBB6-166A-41A5-AA32-21E680B5B9B5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287" name="Straight Connector 286">
                    <a:extLst>
                      <a:ext uri="{FF2B5EF4-FFF2-40B4-BE49-F238E27FC236}">
                        <a16:creationId xmlns:a16="http://schemas.microsoft.com/office/drawing/2014/main" id="{5A8774DF-AF8F-47A4-8A97-2282939DBCD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8" name="Oval 287">
                    <a:extLst>
                      <a:ext uri="{FF2B5EF4-FFF2-40B4-BE49-F238E27FC236}">
                        <a16:creationId xmlns:a16="http://schemas.microsoft.com/office/drawing/2014/main" id="{B1CFB44F-624A-4E67-874E-7EC7202339A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81" name="Group 280">
                  <a:extLst>
                    <a:ext uri="{FF2B5EF4-FFF2-40B4-BE49-F238E27FC236}">
                      <a16:creationId xmlns:a16="http://schemas.microsoft.com/office/drawing/2014/main" id="{715F2AD3-D67F-460C-8682-338F2F9BC691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285" name="Straight Connector 284">
                    <a:extLst>
                      <a:ext uri="{FF2B5EF4-FFF2-40B4-BE49-F238E27FC236}">
                        <a16:creationId xmlns:a16="http://schemas.microsoft.com/office/drawing/2014/main" id="{8E0F30D0-4393-47F3-A5AB-25F6FE4AEA5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6" name="Oval 285">
                    <a:extLst>
                      <a:ext uri="{FF2B5EF4-FFF2-40B4-BE49-F238E27FC236}">
                        <a16:creationId xmlns:a16="http://schemas.microsoft.com/office/drawing/2014/main" id="{2ADB93F9-4BAB-4485-830B-A3252E9C5C3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282" name="Group 281">
                  <a:extLst>
                    <a:ext uri="{FF2B5EF4-FFF2-40B4-BE49-F238E27FC236}">
                      <a16:creationId xmlns:a16="http://schemas.microsoft.com/office/drawing/2014/main" id="{050EF6DB-9CD2-4760-A241-C23E427312F3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283" name="Straight Connector 282">
                    <a:extLst>
                      <a:ext uri="{FF2B5EF4-FFF2-40B4-BE49-F238E27FC236}">
                        <a16:creationId xmlns:a16="http://schemas.microsoft.com/office/drawing/2014/main" id="{AB0EF4F4-0A21-481A-BE71-81C448A6C3C8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84" name="Oval 283">
                    <a:extLst>
                      <a:ext uri="{FF2B5EF4-FFF2-40B4-BE49-F238E27FC236}">
                        <a16:creationId xmlns:a16="http://schemas.microsoft.com/office/drawing/2014/main" id="{727F1941-5B92-4FA3-A5C5-4CDECF7A6DD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279" name="Rectangle 278">
                <a:extLst>
                  <a:ext uri="{FF2B5EF4-FFF2-40B4-BE49-F238E27FC236}">
                    <a16:creationId xmlns:a16="http://schemas.microsoft.com/office/drawing/2014/main" id="{693E6DC0-A353-490A-BF02-A245BB54BB86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8046786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7" name="Rectangle 946">
            <a:extLst>
              <a:ext uri="{FF2B5EF4-FFF2-40B4-BE49-F238E27FC236}">
                <a16:creationId xmlns:a16="http://schemas.microsoft.com/office/drawing/2014/main" id="{BF2124E0-2348-46F6-894E-F9ABA5AA8037}"/>
              </a:ext>
            </a:extLst>
          </p:cNvPr>
          <p:cNvSpPr/>
          <p:nvPr/>
        </p:nvSpPr>
        <p:spPr>
          <a:xfrm>
            <a:off x="8248843" y="1962824"/>
            <a:ext cx="3749635" cy="46792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Cores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Doubling the number of cores doesn’t simply double the overall speed.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CPU cores communicate with each other, which takes time.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Many programs are not designed to make use of multiple cores.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5912AF-7532-4333-B4FA-A261354D39E3}"/>
              </a:ext>
            </a:extLst>
          </p:cNvPr>
          <p:cNvSpPr/>
          <p:nvPr/>
        </p:nvSpPr>
        <p:spPr>
          <a:xfrm>
            <a:off x="176565" y="523174"/>
            <a:ext cx="7953844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How common characteristics of CPUs affect their performance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grpSp>
        <p:nvGrpSpPr>
          <p:cNvPr id="652" name="Group 651">
            <a:extLst>
              <a:ext uri="{FF2B5EF4-FFF2-40B4-BE49-F238E27FC236}">
                <a16:creationId xmlns:a16="http://schemas.microsoft.com/office/drawing/2014/main" id="{72794D7A-469E-40F0-9267-34907FA93CDD}"/>
              </a:ext>
            </a:extLst>
          </p:cNvPr>
          <p:cNvGrpSpPr/>
          <p:nvPr/>
        </p:nvGrpSpPr>
        <p:grpSpPr>
          <a:xfrm>
            <a:off x="8468840" y="715224"/>
            <a:ext cx="3484845" cy="1089749"/>
            <a:chOff x="8468841" y="1061157"/>
            <a:chExt cx="2378606" cy="743816"/>
          </a:xfrm>
          <a:solidFill>
            <a:srgbClr val="C00000"/>
          </a:solidFill>
        </p:grpSpPr>
        <p:grpSp>
          <p:nvGrpSpPr>
            <p:cNvPr id="653" name="Group 652">
              <a:extLst>
                <a:ext uri="{FF2B5EF4-FFF2-40B4-BE49-F238E27FC236}">
                  <a16:creationId xmlns:a16="http://schemas.microsoft.com/office/drawing/2014/main" id="{FFF0EF58-22A5-45F9-BC26-A0BEC93F3314}"/>
                </a:ext>
              </a:extLst>
            </p:cNvPr>
            <p:cNvGrpSpPr/>
            <p:nvPr/>
          </p:nvGrpSpPr>
          <p:grpSpPr>
            <a:xfrm>
              <a:off x="8468841" y="1440990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906" name="Group 905">
                <a:extLst>
                  <a:ext uri="{FF2B5EF4-FFF2-40B4-BE49-F238E27FC236}">
                    <a16:creationId xmlns:a16="http://schemas.microsoft.com/office/drawing/2014/main" id="{E05F4CFB-46D3-4FFA-9434-1892B7B1E98C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938" name="Group 937">
                  <a:extLst>
                    <a:ext uri="{FF2B5EF4-FFF2-40B4-BE49-F238E27FC236}">
                      <a16:creationId xmlns:a16="http://schemas.microsoft.com/office/drawing/2014/main" id="{654940E6-5338-4954-8DFA-E591E5632FB2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945" name="Straight Connector 944">
                    <a:extLst>
                      <a:ext uri="{FF2B5EF4-FFF2-40B4-BE49-F238E27FC236}">
                        <a16:creationId xmlns:a16="http://schemas.microsoft.com/office/drawing/2014/main" id="{98DE355B-F27D-443F-B53B-339A0B876B2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6" name="Oval 945">
                    <a:extLst>
                      <a:ext uri="{FF2B5EF4-FFF2-40B4-BE49-F238E27FC236}">
                        <a16:creationId xmlns:a16="http://schemas.microsoft.com/office/drawing/2014/main" id="{320AF7CC-101E-42AB-8091-8EC845C8BC0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39" name="Group 938">
                  <a:extLst>
                    <a:ext uri="{FF2B5EF4-FFF2-40B4-BE49-F238E27FC236}">
                      <a16:creationId xmlns:a16="http://schemas.microsoft.com/office/drawing/2014/main" id="{04912F51-3480-4C50-9761-04B9086E08C1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943" name="Straight Connector 942">
                    <a:extLst>
                      <a:ext uri="{FF2B5EF4-FFF2-40B4-BE49-F238E27FC236}">
                        <a16:creationId xmlns:a16="http://schemas.microsoft.com/office/drawing/2014/main" id="{D6ACA3F2-9E49-4318-9110-69E2D4382E1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4" name="Oval 943">
                    <a:extLst>
                      <a:ext uri="{FF2B5EF4-FFF2-40B4-BE49-F238E27FC236}">
                        <a16:creationId xmlns:a16="http://schemas.microsoft.com/office/drawing/2014/main" id="{0CE8B724-C705-4609-97BE-5AD7FF9F37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40" name="Group 939">
                  <a:extLst>
                    <a:ext uri="{FF2B5EF4-FFF2-40B4-BE49-F238E27FC236}">
                      <a16:creationId xmlns:a16="http://schemas.microsoft.com/office/drawing/2014/main" id="{55CB6839-33DB-4CA3-956F-34D6F870866B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941" name="Straight Connector 940">
                    <a:extLst>
                      <a:ext uri="{FF2B5EF4-FFF2-40B4-BE49-F238E27FC236}">
                        <a16:creationId xmlns:a16="http://schemas.microsoft.com/office/drawing/2014/main" id="{023BCCE0-9585-4286-AC24-7515C37A1E4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42" name="Oval 941">
                    <a:extLst>
                      <a:ext uri="{FF2B5EF4-FFF2-40B4-BE49-F238E27FC236}">
                        <a16:creationId xmlns:a16="http://schemas.microsoft.com/office/drawing/2014/main" id="{FCDA7F5D-78CA-40F3-AD28-C6BC8F85489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907" name="Group 906">
                <a:extLst>
                  <a:ext uri="{FF2B5EF4-FFF2-40B4-BE49-F238E27FC236}">
                    <a16:creationId xmlns:a16="http://schemas.microsoft.com/office/drawing/2014/main" id="{FEC23199-35F8-409B-8EC6-6114F867B3FB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929" name="Group 928">
                  <a:extLst>
                    <a:ext uri="{FF2B5EF4-FFF2-40B4-BE49-F238E27FC236}">
                      <a16:creationId xmlns:a16="http://schemas.microsoft.com/office/drawing/2014/main" id="{E85666EE-985E-4DB7-B145-E00A044F3DF5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936" name="Straight Connector 935">
                    <a:extLst>
                      <a:ext uri="{FF2B5EF4-FFF2-40B4-BE49-F238E27FC236}">
                        <a16:creationId xmlns:a16="http://schemas.microsoft.com/office/drawing/2014/main" id="{0E426209-8756-43CA-82AC-0E676E0A345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7" name="Oval 936">
                    <a:extLst>
                      <a:ext uri="{FF2B5EF4-FFF2-40B4-BE49-F238E27FC236}">
                        <a16:creationId xmlns:a16="http://schemas.microsoft.com/office/drawing/2014/main" id="{8F1721E9-B64F-460E-9050-0010686CEA2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30" name="Group 929">
                  <a:extLst>
                    <a:ext uri="{FF2B5EF4-FFF2-40B4-BE49-F238E27FC236}">
                      <a16:creationId xmlns:a16="http://schemas.microsoft.com/office/drawing/2014/main" id="{713AE0BB-8147-47E7-AD0C-451E7DC0CF1A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934" name="Straight Connector 933">
                    <a:extLst>
                      <a:ext uri="{FF2B5EF4-FFF2-40B4-BE49-F238E27FC236}">
                        <a16:creationId xmlns:a16="http://schemas.microsoft.com/office/drawing/2014/main" id="{C72A1109-ABB0-46CE-ACF8-88DE3376C47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5" name="Oval 934">
                    <a:extLst>
                      <a:ext uri="{FF2B5EF4-FFF2-40B4-BE49-F238E27FC236}">
                        <a16:creationId xmlns:a16="http://schemas.microsoft.com/office/drawing/2014/main" id="{1A47BC3E-97E3-4FB5-BCEF-AC5C83E63B0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31" name="Group 930">
                  <a:extLst>
                    <a:ext uri="{FF2B5EF4-FFF2-40B4-BE49-F238E27FC236}">
                      <a16:creationId xmlns:a16="http://schemas.microsoft.com/office/drawing/2014/main" id="{E81C6B38-283E-455A-9E74-5901EA5B78F0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932" name="Straight Connector 931">
                    <a:extLst>
                      <a:ext uri="{FF2B5EF4-FFF2-40B4-BE49-F238E27FC236}">
                        <a16:creationId xmlns:a16="http://schemas.microsoft.com/office/drawing/2014/main" id="{A7885C4E-3E4D-411C-819B-57844D6798F7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33" name="Oval 932">
                    <a:extLst>
                      <a:ext uri="{FF2B5EF4-FFF2-40B4-BE49-F238E27FC236}">
                        <a16:creationId xmlns:a16="http://schemas.microsoft.com/office/drawing/2014/main" id="{D43C668F-6D86-4526-810F-5A0BDF02D42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908" name="Group 907">
                <a:extLst>
                  <a:ext uri="{FF2B5EF4-FFF2-40B4-BE49-F238E27FC236}">
                    <a16:creationId xmlns:a16="http://schemas.microsoft.com/office/drawing/2014/main" id="{1E873DDC-E2E9-4025-A03A-5DEAC39BF28C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920" name="Group 919">
                  <a:extLst>
                    <a:ext uri="{FF2B5EF4-FFF2-40B4-BE49-F238E27FC236}">
                      <a16:creationId xmlns:a16="http://schemas.microsoft.com/office/drawing/2014/main" id="{0D17451B-D023-4808-B0ED-2290E67D4B4E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927" name="Straight Connector 926">
                    <a:extLst>
                      <a:ext uri="{FF2B5EF4-FFF2-40B4-BE49-F238E27FC236}">
                        <a16:creationId xmlns:a16="http://schemas.microsoft.com/office/drawing/2014/main" id="{341C0249-3426-4E8D-8FB3-0DADC4C7FB8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8" name="Oval 927">
                    <a:extLst>
                      <a:ext uri="{FF2B5EF4-FFF2-40B4-BE49-F238E27FC236}">
                        <a16:creationId xmlns:a16="http://schemas.microsoft.com/office/drawing/2014/main" id="{91ED6519-E18B-481B-AB55-F52D97A8814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21" name="Group 920">
                  <a:extLst>
                    <a:ext uri="{FF2B5EF4-FFF2-40B4-BE49-F238E27FC236}">
                      <a16:creationId xmlns:a16="http://schemas.microsoft.com/office/drawing/2014/main" id="{E9A2F354-6895-48A6-AC3F-DA557DB6865F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925" name="Straight Connector 924">
                    <a:extLst>
                      <a:ext uri="{FF2B5EF4-FFF2-40B4-BE49-F238E27FC236}">
                        <a16:creationId xmlns:a16="http://schemas.microsoft.com/office/drawing/2014/main" id="{28CD131D-EF3A-4B01-8386-37C8C99D5D1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6" name="Oval 925">
                    <a:extLst>
                      <a:ext uri="{FF2B5EF4-FFF2-40B4-BE49-F238E27FC236}">
                        <a16:creationId xmlns:a16="http://schemas.microsoft.com/office/drawing/2014/main" id="{BE504957-90D8-428B-B837-F076E3AA08A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22" name="Group 921">
                  <a:extLst>
                    <a:ext uri="{FF2B5EF4-FFF2-40B4-BE49-F238E27FC236}">
                      <a16:creationId xmlns:a16="http://schemas.microsoft.com/office/drawing/2014/main" id="{3FB43522-6C0C-4D04-A1DC-49314F7B24B9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923" name="Straight Connector 922">
                    <a:extLst>
                      <a:ext uri="{FF2B5EF4-FFF2-40B4-BE49-F238E27FC236}">
                        <a16:creationId xmlns:a16="http://schemas.microsoft.com/office/drawing/2014/main" id="{9965A0B8-ACF8-4A43-8CD0-7BE6622B40E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24" name="Oval 923">
                    <a:extLst>
                      <a:ext uri="{FF2B5EF4-FFF2-40B4-BE49-F238E27FC236}">
                        <a16:creationId xmlns:a16="http://schemas.microsoft.com/office/drawing/2014/main" id="{A844A82A-7D77-40E3-A31F-992C1186C22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909" name="Group 908">
                <a:extLst>
                  <a:ext uri="{FF2B5EF4-FFF2-40B4-BE49-F238E27FC236}">
                    <a16:creationId xmlns:a16="http://schemas.microsoft.com/office/drawing/2014/main" id="{F7D2AB1B-1244-4BDF-A6FE-A9BA83DA70DC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911" name="Group 910">
                  <a:extLst>
                    <a:ext uri="{FF2B5EF4-FFF2-40B4-BE49-F238E27FC236}">
                      <a16:creationId xmlns:a16="http://schemas.microsoft.com/office/drawing/2014/main" id="{FA241E75-1055-41CB-BA3F-4AAF2475AF02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918" name="Straight Connector 917">
                    <a:extLst>
                      <a:ext uri="{FF2B5EF4-FFF2-40B4-BE49-F238E27FC236}">
                        <a16:creationId xmlns:a16="http://schemas.microsoft.com/office/drawing/2014/main" id="{0520E03C-3593-4AD5-B161-8EDA8A239DC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19" name="Oval 918">
                    <a:extLst>
                      <a:ext uri="{FF2B5EF4-FFF2-40B4-BE49-F238E27FC236}">
                        <a16:creationId xmlns:a16="http://schemas.microsoft.com/office/drawing/2014/main" id="{C225931D-27DD-436E-B18E-5A96D4EA240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12" name="Group 911">
                  <a:extLst>
                    <a:ext uri="{FF2B5EF4-FFF2-40B4-BE49-F238E27FC236}">
                      <a16:creationId xmlns:a16="http://schemas.microsoft.com/office/drawing/2014/main" id="{10C4BC8B-28AE-4DB0-91FA-0372B562F4DC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916" name="Straight Connector 915">
                    <a:extLst>
                      <a:ext uri="{FF2B5EF4-FFF2-40B4-BE49-F238E27FC236}">
                        <a16:creationId xmlns:a16="http://schemas.microsoft.com/office/drawing/2014/main" id="{6DD2F93C-88E8-4661-B353-E677A398840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17" name="Oval 916">
                    <a:extLst>
                      <a:ext uri="{FF2B5EF4-FFF2-40B4-BE49-F238E27FC236}">
                        <a16:creationId xmlns:a16="http://schemas.microsoft.com/office/drawing/2014/main" id="{7F68031B-34EA-467C-8794-2B2C543B8B3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913" name="Group 912">
                  <a:extLst>
                    <a:ext uri="{FF2B5EF4-FFF2-40B4-BE49-F238E27FC236}">
                      <a16:creationId xmlns:a16="http://schemas.microsoft.com/office/drawing/2014/main" id="{FAF851EE-CA04-4934-9BCB-4F49C45B9191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914" name="Straight Connector 913">
                    <a:extLst>
                      <a:ext uri="{FF2B5EF4-FFF2-40B4-BE49-F238E27FC236}">
                        <a16:creationId xmlns:a16="http://schemas.microsoft.com/office/drawing/2014/main" id="{02927EA1-4270-4F51-AF64-544C4286145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15" name="Oval 914">
                    <a:extLst>
                      <a:ext uri="{FF2B5EF4-FFF2-40B4-BE49-F238E27FC236}">
                        <a16:creationId xmlns:a16="http://schemas.microsoft.com/office/drawing/2014/main" id="{8C5153BF-CDF1-493C-BBE8-695337BE106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910" name="Rectangle 909">
                <a:extLst>
                  <a:ext uri="{FF2B5EF4-FFF2-40B4-BE49-F238E27FC236}">
                    <a16:creationId xmlns:a16="http://schemas.microsoft.com/office/drawing/2014/main" id="{60E23D4A-880D-4E6E-A699-647D564A8A25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654" name="Group 653">
              <a:extLst>
                <a:ext uri="{FF2B5EF4-FFF2-40B4-BE49-F238E27FC236}">
                  <a16:creationId xmlns:a16="http://schemas.microsoft.com/office/drawing/2014/main" id="{D2B06FC1-4642-4DF4-9F46-3E6F41B23379}"/>
                </a:ext>
              </a:extLst>
            </p:cNvPr>
            <p:cNvGrpSpPr/>
            <p:nvPr/>
          </p:nvGrpSpPr>
          <p:grpSpPr>
            <a:xfrm>
              <a:off x="9089833" y="1445138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865" name="Group 864">
                <a:extLst>
                  <a:ext uri="{FF2B5EF4-FFF2-40B4-BE49-F238E27FC236}">
                    <a16:creationId xmlns:a16="http://schemas.microsoft.com/office/drawing/2014/main" id="{0DEB3A82-59F1-4559-AFB4-36BF35544C20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897" name="Group 896">
                  <a:extLst>
                    <a:ext uri="{FF2B5EF4-FFF2-40B4-BE49-F238E27FC236}">
                      <a16:creationId xmlns:a16="http://schemas.microsoft.com/office/drawing/2014/main" id="{6AA8CB4D-918F-4073-A2D5-4FA48BAEF36B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904" name="Straight Connector 903">
                    <a:extLst>
                      <a:ext uri="{FF2B5EF4-FFF2-40B4-BE49-F238E27FC236}">
                        <a16:creationId xmlns:a16="http://schemas.microsoft.com/office/drawing/2014/main" id="{2D714DC6-034F-4E03-B627-E743D5FB398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5" name="Oval 904">
                    <a:extLst>
                      <a:ext uri="{FF2B5EF4-FFF2-40B4-BE49-F238E27FC236}">
                        <a16:creationId xmlns:a16="http://schemas.microsoft.com/office/drawing/2014/main" id="{F1AFE5F5-FA4B-4B33-8536-D08F8F80702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98" name="Group 897">
                  <a:extLst>
                    <a:ext uri="{FF2B5EF4-FFF2-40B4-BE49-F238E27FC236}">
                      <a16:creationId xmlns:a16="http://schemas.microsoft.com/office/drawing/2014/main" id="{1636500D-E9B9-4118-94E7-731208DCABA4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902" name="Straight Connector 901">
                    <a:extLst>
                      <a:ext uri="{FF2B5EF4-FFF2-40B4-BE49-F238E27FC236}">
                        <a16:creationId xmlns:a16="http://schemas.microsoft.com/office/drawing/2014/main" id="{7C199D52-0041-4209-867A-99FFAC7EB79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3" name="Oval 902">
                    <a:extLst>
                      <a:ext uri="{FF2B5EF4-FFF2-40B4-BE49-F238E27FC236}">
                        <a16:creationId xmlns:a16="http://schemas.microsoft.com/office/drawing/2014/main" id="{6757D083-C938-4ABD-BB0C-13331C078CA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99" name="Group 898">
                  <a:extLst>
                    <a:ext uri="{FF2B5EF4-FFF2-40B4-BE49-F238E27FC236}">
                      <a16:creationId xmlns:a16="http://schemas.microsoft.com/office/drawing/2014/main" id="{0B92B8B0-B4FC-47EF-9C62-B8C09F3708CA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900" name="Straight Connector 899">
                    <a:extLst>
                      <a:ext uri="{FF2B5EF4-FFF2-40B4-BE49-F238E27FC236}">
                        <a16:creationId xmlns:a16="http://schemas.microsoft.com/office/drawing/2014/main" id="{1F549F43-EC1D-4633-B5C2-0D756BC3882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901" name="Oval 900">
                    <a:extLst>
                      <a:ext uri="{FF2B5EF4-FFF2-40B4-BE49-F238E27FC236}">
                        <a16:creationId xmlns:a16="http://schemas.microsoft.com/office/drawing/2014/main" id="{A9114FBF-E899-45EF-8EAB-21C9127796B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866" name="Group 865">
                <a:extLst>
                  <a:ext uri="{FF2B5EF4-FFF2-40B4-BE49-F238E27FC236}">
                    <a16:creationId xmlns:a16="http://schemas.microsoft.com/office/drawing/2014/main" id="{EE5F86BF-2C35-40A3-8387-9F6D96CFE41F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888" name="Group 887">
                  <a:extLst>
                    <a:ext uri="{FF2B5EF4-FFF2-40B4-BE49-F238E27FC236}">
                      <a16:creationId xmlns:a16="http://schemas.microsoft.com/office/drawing/2014/main" id="{63C9052C-6ABE-4D78-A815-7BED06FE28FC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895" name="Straight Connector 894">
                    <a:extLst>
                      <a:ext uri="{FF2B5EF4-FFF2-40B4-BE49-F238E27FC236}">
                        <a16:creationId xmlns:a16="http://schemas.microsoft.com/office/drawing/2014/main" id="{03394BD1-FA10-4F3D-BB22-2C4DBE570B02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96" name="Oval 895">
                    <a:extLst>
                      <a:ext uri="{FF2B5EF4-FFF2-40B4-BE49-F238E27FC236}">
                        <a16:creationId xmlns:a16="http://schemas.microsoft.com/office/drawing/2014/main" id="{CC57D079-16AD-4D6C-BF5D-52B6C4F3006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89" name="Group 888">
                  <a:extLst>
                    <a:ext uri="{FF2B5EF4-FFF2-40B4-BE49-F238E27FC236}">
                      <a16:creationId xmlns:a16="http://schemas.microsoft.com/office/drawing/2014/main" id="{4B577136-FAE1-48DB-A2F3-638DDD313A12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893" name="Straight Connector 892">
                    <a:extLst>
                      <a:ext uri="{FF2B5EF4-FFF2-40B4-BE49-F238E27FC236}">
                        <a16:creationId xmlns:a16="http://schemas.microsoft.com/office/drawing/2014/main" id="{0C449A76-AC7F-4AB7-A954-1349A1E437A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94" name="Oval 893">
                    <a:extLst>
                      <a:ext uri="{FF2B5EF4-FFF2-40B4-BE49-F238E27FC236}">
                        <a16:creationId xmlns:a16="http://schemas.microsoft.com/office/drawing/2014/main" id="{744A221C-455D-49BF-96B0-E0C9161837E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90" name="Group 889">
                  <a:extLst>
                    <a:ext uri="{FF2B5EF4-FFF2-40B4-BE49-F238E27FC236}">
                      <a16:creationId xmlns:a16="http://schemas.microsoft.com/office/drawing/2014/main" id="{455BB03C-7A52-41EE-BDEF-B3F6410D610D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891" name="Straight Connector 890">
                    <a:extLst>
                      <a:ext uri="{FF2B5EF4-FFF2-40B4-BE49-F238E27FC236}">
                        <a16:creationId xmlns:a16="http://schemas.microsoft.com/office/drawing/2014/main" id="{63644692-B09F-4459-AFC8-AB2D7532575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92" name="Oval 891">
                    <a:extLst>
                      <a:ext uri="{FF2B5EF4-FFF2-40B4-BE49-F238E27FC236}">
                        <a16:creationId xmlns:a16="http://schemas.microsoft.com/office/drawing/2014/main" id="{B9F36370-2A1B-46F0-B845-ABEF2E06065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867" name="Group 866">
                <a:extLst>
                  <a:ext uri="{FF2B5EF4-FFF2-40B4-BE49-F238E27FC236}">
                    <a16:creationId xmlns:a16="http://schemas.microsoft.com/office/drawing/2014/main" id="{DE8298CF-57F3-49FF-873E-259AD68DEF2A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879" name="Group 878">
                  <a:extLst>
                    <a:ext uri="{FF2B5EF4-FFF2-40B4-BE49-F238E27FC236}">
                      <a16:creationId xmlns:a16="http://schemas.microsoft.com/office/drawing/2014/main" id="{78A45A82-D561-44DC-9BAC-4A8B7B5BFD5A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886" name="Straight Connector 885">
                    <a:extLst>
                      <a:ext uri="{FF2B5EF4-FFF2-40B4-BE49-F238E27FC236}">
                        <a16:creationId xmlns:a16="http://schemas.microsoft.com/office/drawing/2014/main" id="{E1D2F037-178B-4C20-B1E7-158958AFDB1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87" name="Oval 886">
                    <a:extLst>
                      <a:ext uri="{FF2B5EF4-FFF2-40B4-BE49-F238E27FC236}">
                        <a16:creationId xmlns:a16="http://schemas.microsoft.com/office/drawing/2014/main" id="{10D1FB66-1009-46F4-A876-36BA493C79B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80" name="Group 879">
                  <a:extLst>
                    <a:ext uri="{FF2B5EF4-FFF2-40B4-BE49-F238E27FC236}">
                      <a16:creationId xmlns:a16="http://schemas.microsoft.com/office/drawing/2014/main" id="{3152E473-65B6-4BC9-A205-04596496DF5E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884" name="Straight Connector 883">
                    <a:extLst>
                      <a:ext uri="{FF2B5EF4-FFF2-40B4-BE49-F238E27FC236}">
                        <a16:creationId xmlns:a16="http://schemas.microsoft.com/office/drawing/2014/main" id="{7C218F24-6F41-4114-A646-410602B0B55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85" name="Oval 884">
                    <a:extLst>
                      <a:ext uri="{FF2B5EF4-FFF2-40B4-BE49-F238E27FC236}">
                        <a16:creationId xmlns:a16="http://schemas.microsoft.com/office/drawing/2014/main" id="{8DE69E27-E52F-49D4-93CF-A3A1D3523D8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81" name="Group 880">
                  <a:extLst>
                    <a:ext uri="{FF2B5EF4-FFF2-40B4-BE49-F238E27FC236}">
                      <a16:creationId xmlns:a16="http://schemas.microsoft.com/office/drawing/2014/main" id="{5C14CDE4-D9D5-46D8-8125-8F10D0768217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882" name="Straight Connector 881">
                    <a:extLst>
                      <a:ext uri="{FF2B5EF4-FFF2-40B4-BE49-F238E27FC236}">
                        <a16:creationId xmlns:a16="http://schemas.microsoft.com/office/drawing/2014/main" id="{57C8C6FD-793A-44EF-921D-03E0404C36D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83" name="Oval 882">
                    <a:extLst>
                      <a:ext uri="{FF2B5EF4-FFF2-40B4-BE49-F238E27FC236}">
                        <a16:creationId xmlns:a16="http://schemas.microsoft.com/office/drawing/2014/main" id="{64A7A2D6-9896-4D84-81A0-F9CCC6CFC69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868" name="Group 867">
                <a:extLst>
                  <a:ext uri="{FF2B5EF4-FFF2-40B4-BE49-F238E27FC236}">
                    <a16:creationId xmlns:a16="http://schemas.microsoft.com/office/drawing/2014/main" id="{F725BC85-9634-4CD9-9F43-CAAE36382522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870" name="Group 869">
                  <a:extLst>
                    <a:ext uri="{FF2B5EF4-FFF2-40B4-BE49-F238E27FC236}">
                      <a16:creationId xmlns:a16="http://schemas.microsoft.com/office/drawing/2014/main" id="{657E93F7-D430-44F6-BC70-E4EF14CB2E5A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877" name="Straight Connector 876">
                    <a:extLst>
                      <a:ext uri="{FF2B5EF4-FFF2-40B4-BE49-F238E27FC236}">
                        <a16:creationId xmlns:a16="http://schemas.microsoft.com/office/drawing/2014/main" id="{48613DF5-A42C-4B2C-A314-72635F8E187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8" name="Oval 877">
                    <a:extLst>
                      <a:ext uri="{FF2B5EF4-FFF2-40B4-BE49-F238E27FC236}">
                        <a16:creationId xmlns:a16="http://schemas.microsoft.com/office/drawing/2014/main" id="{5048EDBC-74A4-4160-BC76-D9FBE367DAE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71" name="Group 870">
                  <a:extLst>
                    <a:ext uri="{FF2B5EF4-FFF2-40B4-BE49-F238E27FC236}">
                      <a16:creationId xmlns:a16="http://schemas.microsoft.com/office/drawing/2014/main" id="{4344D09C-02A8-4A58-AB2A-D3A1B4E2E900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875" name="Straight Connector 874">
                    <a:extLst>
                      <a:ext uri="{FF2B5EF4-FFF2-40B4-BE49-F238E27FC236}">
                        <a16:creationId xmlns:a16="http://schemas.microsoft.com/office/drawing/2014/main" id="{77DD9EDE-AD0D-4589-8126-569B3A429CA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6" name="Oval 875">
                    <a:extLst>
                      <a:ext uri="{FF2B5EF4-FFF2-40B4-BE49-F238E27FC236}">
                        <a16:creationId xmlns:a16="http://schemas.microsoft.com/office/drawing/2014/main" id="{0D1D8A5C-2810-42A0-8D49-47A3ED95069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72" name="Group 871">
                  <a:extLst>
                    <a:ext uri="{FF2B5EF4-FFF2-40B4-BE49-F238E27FC236}">
                      <a16:creationId xmlns:a16="http://schemas.microsoft.com/office/drawing/2014/main" id="{2A0C6A5E-5C75-443A-A862-CF3D77AB2AB5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873" name="Straight Connector 872">
                    <a:extLst>
                      <a:ext uri="{FF2B5EF4-FFF2-40B4-BE49-F238E27FC236}">
                        <a16:creationId xmlns:a16="http://schemas.microsoft.com/office/drawing/2014/main" id="{6C5B76E0-9F5E-4EB1-A14B-BC904D24431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74" name="Oval 873">
                    <a:extLst>
                      <a:ext uri="{FF2B5EF4-FFF2-40B4-BE49-F238E27FC236}">
                        <a16:creationId xmlns:a16="http://schemas.microsoft.com/office/drawing/2014/main" id="{13F10634-A0AD-4D52-85C8-A5AD7B309F5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869" name="Rectangle 868">
                <a:extLst>
                  <a:ext uri="{FF2B5EF4-FFF2-40B4-BE49-F238E27FC236}">
                    <a16:creationId xmlns:a16="http://schemas.microsoft.com/office/drawing/2014/main" id="{F2191288-FACA-44AA-A44A-3C21B5722EE8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655" name="Group 654">
              <a:extLst>
                <a:ext uri="{FF2B5EF4-FFF2-40B4-BE49-F238E27FC236}">
                  <a16:creationId xmlns:a16="http://schemas.microsoft.com/office/drawing/2014/main" id="{A2B54C91-2053-4823-A55C-F054DD790548}"/>
                </a:ext>
              </a:extLst>
            </p:cNvPr>
            <p:cNvGrpSpPr/>
            <p:nvPr/>
          </p:nvGrpSpPr>
          <p:grpSpPr>
            <a:xfrm>
              <a:off x="9492726" y="1445137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824" name="Group 823">
                <a:extLst>
                  <a:ext uri="{FF2B5EF4-FFF2-40B4-BE49-F238E27FC236}">
                    <a16:creationId xmlns:a16="http://schemas.microsoft.com/office/drawing/2014/main" id="{09834662-A0A9-4D92-AEF5-C1BF5631FC78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856" name="Group 855">
                  <a:extLst>
                    <a:ext uri="{FF2B5EF4-FFF2-40B4-BE49-F238E27FC236}">
                      <a16:creationId xmlns:a16="http://schemas.microsoft.com/office/drawing/2014/main" id="{A859EF67-9977-4D1B-8EAC-EF67EA06DCFC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863" name="Straight Connector 862">
                    <a:extLst>
                      <a:ext uri="{FF2B5EF4-FFF2-40B4-BE49-F238E27FC236}">
                        <a16:creationId xmlns:a16="http://schemas.microsoft.com/office/drawing/2014/main" id="{8822999E-2B1B-4626-AE7C-74FE8055747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4" name="Oval 863">
                    <a:extLst>
                      <a:ext uri="{FF2B5EF4-FFF2-40B4-BE49-F238E27FC236}">
                        <a16:creationId xmlns:a16="http://schemas.microsoft.com/office/drawing/2014/main" id="{E8C45570-27D1-444D-94C9-E020AFDD099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57" name="Group 856">
                  <a:extLst>
                    <a:ext uri="{FF2B5EF4-FFF2-40B4-BE49-F238E27FC236}">
                      <a16:creationId xmlns:a16="http://schemas.microsoft.com/office/drawing/2014/main" id="{05B139BE-A3B4-4447-924E-36AE274C0B41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861" name="Straight Connector 860">
                    <a:extLst>
                      <a:ext uri="{FF2B5EF4-FFF2-40B4-BE49-F238E27FC236}">
                        <a16:creationId xmlns:a16="http://schemas.microsoft.com/office/drawing/2014/main" id="{A6D3A221-1EFB-4B4A-A5DA-0AD309A3F08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2" name="Oval 861">
                    <a:extLst>
                      <a:ext uri="{FF2B5EF4-FFF2-40B4-BE49-F238E27FC236}">
                        <a16:creationId xmlns:a16="http://schemas.microsoft.com/office/drawing/2014/main" id="{BC2EB17B-057E-4B14-9D45-BA728F3754F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58" name="Group 857">
                  <a:extLst>
                    <a:ext uri="{FF2B5EF4-FFF2-40B4-BE49-F238E27FC236}">
                      <a16:creationId xmlns:a16="http://schemas.microsoft.com/office/drawing/2014/main" id="{2BBA1479-0A0C-4930-8DC6-E379F9B3556A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859" name="Straight Connector 858">
                    <a:extLst>
                      <a:ext uri="{FF2B5EF4-FFF2-40B4-BE49-F238E27FC236}">
                        <a16:creationId xmlns:a16="http://schemas.microsoft.com/office/drawing/2014/main" id="{D368B7B7-BFAB-4051-BE67-37F55C870B8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60" name="Oval 859">
                    <a:extLst>
                      <a:ext uri="{FF2B5EF4-FFF2-40B4-BE49-F238E27FC236}">
                        <a16:creationId xmlns:a16="http://schemas.microsoft.com/office/drawing/2014/main" id="{2A4648E5-E986-4EE8-AE75-EE4B2BB143D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825" name="Group 824">
                <a:extLst>
                  <a:ext uri="{FF2B5EF4-FFF2-40B4-BE49-F238E27FC236}">
                    <a16:creationId xmlns:a16="http://schemas.microsoft.com/office/drawing/2014/main" id="{59A320E5-5B74-411C-8B7B-624784471643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847" name="Group 846">
                  <a:extLst>
                    <a:ext uri="{FF2B5EF4-FFF2-40B4-BE49-F238E27FC236}">
                      <a16:creationId xmlns:a16="http://schemas.microsoft.com/office/drawing/2014/main" id="{412CC366-FF69-40FF-B8E5-F4D834AA9829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854" name="Straight Connector 853">
                    <a:extLst>
                      <a:ext uri="{FF2B5EF4-FFF2-40B4-BE49-F238E27FC236}">
                        <a16:creationId xmlns:a16="http://schemas.microsoft.com/office/drawing/2014/main" id="{FE3F24A3-208B-4035-A544-601FB3C113F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5" name="Oval 854">
                    <a:extLst>
                      <a:ext uri="{FF2B5EF4-FFF2-40B4-BE49-F238E27FC236}">
                        <a16:creationId xmlns:a16="http://schemas.microsoft.com/office/drawing/2014/main" id="{C9657573-844B-474F-ACC4-5C5668016A9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48" name="Group 847">
                  <a:extLst>
                    <a:ext uri="{FF2B5EF4-FFF2-40B4-BE49-F238E27FC236}">
                      <a16:creationId xmlns:a16="http://schemas.microsoft.com/office/drawing/2014/main" id="{1997F2F2-813D-4005-BB28-EAD9874FCCD9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852" name="Straight Connector 851">
                    <a:extLst>
                      <a:ext uri="{FF2B5EF4-FFF2-40B4-BE49-F238E27FC236}">
                        <a16:creationId xmlns:a16="http://schemas.microsoft.com/office/drawing/2014/main" id="{0E15A4C5-5B9C-402E-A4B4-82650F5CF3C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3" name="Oval 852">
                    <a:extLst>
                      <a:ext uri="{FF2B5EF4-FFF2-40B4-BE49-F238E27FC236}">
                        <a16:creationId xmlns:a16="http://schemas.microsoft.com/office/drawing/2014/main" id="{E4BF5E6D-A198-442B-B495-761A9CCBC67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49" name="Group 848">
                  <a:extLst>
                    <a:ext uri="{FF2B5EF4-FFF2-40B4-BE49-F238E27FC236}">
                      <a16:creationId xmlns:a16="http://schemas.microsoft.com/office/drawing/2014/main" id="{93A78E22-1444-4F5A-BD7C-9E61809A7DE1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850" name="Straight Connector 849">
                    <a:extLst>
                      <a:ext uri="{FF2B5EF4-FFF2-40B4-BE49-F238E27FC236}">
                        <a16:creationId xmlns:a16="http://schemas.microsoft.com/office/drawing/2014/main" id="{CB19F5FF-09D2-4480-B369-CF0F067B29D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51" name="Oval 850">
                    <a:extLst>
                      <a:ext uri="{FF2B5EF4-FFF2-40B4-BE49-F238E27FC236}">
                        <a16:creationId xmlns:a16="http://schemas.microsoft.com/office/drawing/2014/main" id="{4FC6D5F0-52AB-487F-8177-2AE22A0732A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826" name="Group 825">
                <a:extLst>
                  <a:ext uri="{FF2B5EF4-FFF2-40B4-BE49-F238E27FC236}">
                    <a16:creationId xmlns:a16="http://schemas.microsoft.com/office/drawing/2014/main" id="{D890F382-EBD3-4A1C-A55B-21AB98216D4E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838" name="Group 837">
                  <a:extLst>
                    <a:ext uri="{FF2B5EF4-FFF2-40B4-BE49-F238E27FC236}">
                      <a16:creationId xmlns:a16="http://schemas.microsoft.com/office/drawing/2014/main" id="{C2A7BF42-646A-4CDF-8B92-B45FF24AFAF2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845" name="Straight Connector 844">
                    <a:extLst>
                      <a:ext uri="{FF2B5EF4-FFF2-40B4-BE49-F238E27FC236}">
                        <a16:creationId xmlns:a16="http://schemas.microsoft.com/office/drawing/2014/main" id="{744A62FB-7623-414D-B7B7-83C864BD3D68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6" name="Oval 845">
                    <a:extLst>
                      <a:ext uri="{FF2B5EF4-FFF2-40B4-BE49-F238E27FC236}">
                        <a16:creationId xmlns:a16="http://schemas.microsoft.com/office/drawing/2014/main" id="{DEFD257D-2E8A-4078-971A-7E6C8169F98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39" name="Group 838">
                  <a:extLst>
                    <a:ext uri="{FF2B5EF4-FFF2-40B4-BE49-F238E27FC236}">
                      <a16:creationId xmlns:a16="http://schemas.microsoft.com/office/drawing/2014/main" id="{1DD7476A-487A-4010-893D-AF4A60ED777F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843" name="Straight Connector 842">
                    <a:extLst>
                      <a:ext uri="{FF2B5EF4-FFF2-40B4-BE49-F238E27FC236}">
                        <a16:creationId xmlns:a16="http://schemas.microsoft.com/office/drawing/2014/main" id="{521E2D15-D322-4814-A1CB-71BACED1F9E2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4" name="Oval 843">
                    <a:extLst>
                      <a:ext uri="{FF2B5EF4-FFF2-40B4-BE49-F238E27FC236}">
                        <a16:creationId xmlns:a16="http://schemas.microsoft.com/office/drawing/2014/main" id="{BCD3DB62-2CD6-481B-8D5F-0E60C601EAA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40" name="Group 839">
                  <a:extLst>
                    <a:ext uri="{FF2B5EF4-FFF2-40B4-BE49-F238E27FC236}">
                      <a16:creationId xmlns:a16="http://schemas.microsoft.com/office/drawing/2014/main" id="{B0B9E7A0-AD82-46C5-A219-6AABD101BCE1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841" name="Straight Connector 840">
                    <a:extLst>
                      <a:ext uri="{FF2B5EF4-FFF2-40B4-BE49-F238E27FC236}">
                        <a16:creationId xmlns:a16="http://schemas.microsoft.com/office/drawing/2014/main" id="{33DBC615-C17C-4551-8967-9E5F38A2D76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42" name="Oval 841">
                    <a:extLst>
                      <a:ext uri="{FF2B5EF4-FFF2-40B4-BE49-F238E27FC236}">
                        <a16:creationId xmlns:a16="http://schemas.microsoft.com/office/drawing/2014/main" id="{5E7EB969-06E5-4A80-BB61-A7C447E8700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827" name="Group 826">
                <a:extLst>
                  <a:ext uri="{FF2B5EF4-FFF2-40B4-BE49-F238E27FC236}">
                    <a16:creationId xmlns:a16="http://schemas.microsoft.com/office/drawing/2014/main" id="{2D7EF2AB-0714-42AD-9F2A-15332FF334A6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829" name="Group 828">
                  <a:extLst>
                    <a:ext uri="{FF2B5EF4-FFF2-40B4-BE49-F238E27FC236}">
                      <a16:creationId xmlns:a16="http://schemas.microsoft.com/office/drawing/2014/main" id="{EF13D174-C488-44BC-8781-55A66A1B6075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836" name="Straight Connector 835">
                    <a:extLst>
                      <a:ext uri="{FF2B5EF4-FFF2-40B4-BE49-F238E27FC236}">
                        <a16:creationId xmlns:a16="http://schemas.microsoft.com/office/drawing/2014/main" id="{E748D6FE-D263-40E9-A0E5-27CC74C03A3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7" name="Oval 836">
                    <a:extLst>
                      <a:ext uri="{FF2B5EF4-FFF2-40B4-BE49-F238E27FC236}">
                        <a16:creationId xmlns:a16="http://schemas.microsoft.com/office/drawing/2014/main" id="{6BB54B8A-DC6C-40B2-BF2D-261708877ED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30" name="Group 829">
                  <a:extLst>
                    <a:ext uri="{FF2B5EF4-FFF2-40B4-BE49-F238E27FC236}">
                      <a16:creationId xmlns:a16="http://schemas.microsoft.com/office/drawing/2014/main" id="{49187267-6D0E-472A-9092-761FCF65008A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834" name="Straight Connector 833">
                    <a:extLst>
                      <a:ext uri="{FF2B5EF4-FFF2-40B4-BE49-F238E27FC236}">
                        <a16:creationId xmlns:a16="http://schemas.microsoft.com/office/drawing/2014/main" id="{76E93BB9-70AD-4D5E-BD45-CA2D4225177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5" name="Oval 834">
                    <a:extLst>
                      <a:ext uri="{FF2B5EF4-FFF2-40B4-BE49-F238E27FC236}">
                        <a16:creationId xmlns:a16="http://schemas.microsoft.com/office/drawing/2014/main" id="{F9303EFE-F317-4F36-BDE5-DA9EF04CA8EE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31" name="Group 830">
                  <a:extLst>
                    <a:ext uri="{FF2B5EF4-FFF2-40B4-BE49-F238E27FC236}">
                      <a16:creationId xmlns:a16="http://schemas.microsoft.com/office/drawing/2014/main" id="{C09888B8-A37C-44A8-BA8E-A25B450C783B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832" name="Straight Connector 831">
                    <a:extLst>
                      <a:ext uri="{FF2B5EF4-FFF2-40B4-BE49-F238E27FC236}">
                        <a16:creationId xmlns:a16="http://schemas.microsoft.com/office/drawing/2014/main" id="{EAEF7B1D-B9BB-4705-8694-079754185C6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33" name="Oval 832">
                    <a:extLst>
                      <a:ext uri="{FF2B5EF4-FFF2-40B4-BE49-F238E27FC236}">
                        <a16:creationId xmlns:a16="http://schemas.microsoft.com/office/drawing/2014/main" id="{8BA55BF4-C4C7-4E84-B9CE-2EDA6321434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828" name="Rectangle 827">
                <a:extLst>
                  <a:ext uri="{FF2B5EF4-FFF2-40B4-BE49-F238E27FC236}">
                    <a16:creationId xmlns:a16="http://schemas.microsoft.com/office/drawing/2014/main" id="{F6CE01E2-8C6A-48FD-B4A6-BA19F597F8C2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656" name="Group 655">
              <a:extLst>
                <a:ext uri="{FF2B5EF4-FFF2-40B4-BE49-F238E27FC236}">
                  <a16:creationId xmlns:a16="http://schemas.microsoft.com/office/drawing/2014/main" id="{6096513E-D239-4A0C-B4A4-0710F9D34620}"/>
                </a:ext>
              </a:extLst>
            </p:cNvPr>
            <p:cNvGrpSpPr/>
            <p:nvPr/>
          </p:nvGrpSpPr>
          <p:grpSpPr>
            <a:xfrm>
              <a:off x="10068650" y="1445136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783" name="Group 782">
                <a:extLst>
                  <a:ext uri="{FF2B5EF4-FFF2-40B4-BE49-F238E27FC236}">
                    <a16:creationId xmlns:a16="http://schemas.microsoft.com/office/drawing/2014/main" id="{2A10666F-3890-49F1-8CCA-4C14B8C1CCEF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815" name="Group 814">
                  <a:extLst>
                    <a:ext uri="{FF2B5EF4-FFF2-40B4-BE49-F238E27FC236}">
                      <a16:creationId xmlns:a16="http://schemas.microsoft.com/office/drawing/2014/main" id="{1304DB7D-4DCB-40C0-A88B-C0E58D596727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822" name="Straight Connector 821">
                    <a:extLst>
                      <a:ext uri="{FF2B5EF4-FFF2-40B4-BE49-F238E27FC236}">
                        <a16:creationId xmlns:a16="http://schemas.microsoft.com/office/drawing/2014/main" id="{C1A840E9-CFDF-44FB-805F-A1F71B02BBE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3" name="Oval 822">
                    <a:extLst>
                      <a:ext uri="{FF2B5EF4-FFF2-40B4-BE49-F238E27FC236}">
                        <a16:creationId xmlns:a16="http://schemas.microsoft.com/office/drawing/2014/main" id="{066E39D8-3211-432D-9173-DF78ED3BD51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16" name="Group 815">
                  <a:extLst>
                    <a:ext uri="{FF2B5EF4-FFF2-40B4-BE49-F238E27FC236}">
                      <a16:creationId xmlns:a16="http://schemas.microsoft.com/office/drawing/2014/main" id="{AAAFF657-C842-4AD6-9030-4D82915FF0FF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820" name="Straight Connector 819">
                    <a:extLst>
                      <a:ext uri="{FF2B5EF4-FFF2-40B4-BE49-F238E27FC236}">
                        <a16:creationId xmlns:a16="http://schemas.microsoft.com/office/drawing/2014/main" id="{815352F6-8FD1-453C-8F1C-F2CA0E42C7A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21" name="Oval 820">
                    <a:extLst>
                      <a:ext uri="{FF2B5EF4-FFF2-40B4-BE49-F238E27FC236}">
                        <a16:creationId xmlns:a16="http://schemas.microsoft.com/office/drawing/2014/main" id="{2533E57E-888C-4729-9311-A737107ADAC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17" name="Group 816">
                  <a:extLst>
                    <a:ext uri="{FF2B5EF4-FFF2-40B4-BE49-F238E27FC236}">
                      <a16:creationId xmlns:a16="http://schemas.microsoft.com/office/drawing/2014/main" id="{33311414-5FA7-4466-BC33-BEC336594ECA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818" name="Straight Connector 817">
                    <a:extLst>
                      <a:ext uri="{FF2B5EF4-FFF2-40B4-BE49-F238E27FC236}">
                        <a16:creationId xmlns:a16="http://schemas.microsoft.com/office/drawing/2014/main" id="{E07115A1-F34A-4D82-91BF-41D07DA048D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9" name="Oval 818">
                    <a:extLst>
                      <a:ext uri="{FF2B5EF4-FFF2-40B4-BE49-F238E27FC236}">
                        <a16:creationId xmlns:a16="http://schemas.microsoft.com/office/drawing/2014/main" id="{DE2AC5F6-FF13-4E8B-B1AB-177DF191478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84" name="Group 783">
                <a:extLst>
                  <a:ext uri="{FF2B5EF4-FFF2-40B4-BE49-F238E27FC236}">
                    <a16:creationId xmlns:a16="http://schemas.microsoft.com/office/drawing/2014/main" id="{E136B4DB-4295-4BAE-A1F5-C458FFA1B5A1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806" name="Group 805">
                  <a:extLst>
                    <a:ext uri="{FF2B5EF4-FFF2-40B4-BE49-F238E27FC236}">
                      <a16:creationId xmlns:a16="http://schemas.microsoft.com/office/drawing/2014/main" id="{E7B10B3C-39F2-4ADC-9849-6E3071679227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813" name="Straight Connector 812">
                    <a:extLst>
                      <a:ext uri="{FF2B5EF4-FFF2-40B4-BE49-F238E27FC236}">
                        <a16:creationId xmlns:a16="http://schemas.microsoft.com/office/drawing/2014/main" id="{2D43EF57-9E73-40F4-BAD1-E9DFE2D1DD8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4" name="Oval 813">
                    <a:extLst>
                      <a:ext uri="{FF2B5EF4-FFF2-40B4-BE49-F238E27FC236}">
                        <a16:creationId xmlns:a16="http://schemas.microsoft.com/office/drawing/2014/main" id="{FBF9C195-1315-4C0E-BE13-5F0F92AE4DD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07" name="Group 806">
                  <a:extLst>
                    <a:ext uri="{FF2B5EF4-FFF2-40B4-BE49-F238E27FC236}">
                      <a16:creationId xmlns:a16="http://schemas.microsoft.com/office/drawing/2014/main" id="{0FBA1BCD-1301-4660-BCFE-BF704487C1EF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811" name="Straight Connector 810">
                    <a:extLst>
                      <a:ext uri="{FF2B5EF4-FFF2-40B4-BE49-F238E27FC236}">
                        <a16:creationId xmlns:a16="http://schemas.microsoft.com/office/drawing/2014/main" id="{C9DB82DF-8997-4373-914E-EC6CFA29A257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2" name="Oval 811">
                    <a:extLst>
                      <a:ext uri="{FF2B5EF4-FFF2-40B4-BE49-F238E27FC236}">
                        <a16:creationId xmlns:a16="http://schemas.microsoft.com/office/drawing/2014/main" id="{E4E48201-0AD5-4398-9750-C01B1C7C2C6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808" name="Group 807">
                  <a:extLst>
                    <a:ext uri="{FF2B5EF4-FFF2-40B4-BE49-F238E27FC236}">
                      <a16:creationId xmlns:a16="http://schemas.microsoft.com/office/drawing/2014/main" id="{8566DD52-8EB7-417F-8674-B94C409A7179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809" name="Straight Connector 808">
                    <a:extLst>
                      <a:ext uri="{FF2B5EF4-FFF2-40B4-BE49-F238E27FC236}">
                        <a16:creationId xmlns:a16="http://schemas.microsoft.com/office/drawing/2014/main" id="{9F30EFE2-36E2-4B2F-8A5B-B5015E71CDD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10" name="Oval 809">
                    <a:extLst>
                      <a:ext uri="{FF2B5EF4-FFF2-40B4-BE49-F238E27FC236}">
                        <a16:creationId xmlns:a16="http://schemas.microsoft.com/office/drawing/2014/main" id="{29FCB8B0-517A-43A1-BC6D-DBFED1AE2D3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85" name="Group 784">
                <a:extLst>
                  <a:ext uri="{FF2B5EF4-FFF2-40B4-BE49-F238E27FC236}">
                    <a16:creationId xmlns:a16="http://schemas.microsoft.com/office/drawing/2014/main" id="{B400FAA5-C641-4AF4-A116-A46E19C29F7D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797" name="Group 796">
                  <a:extLst>
                    <a:ext uri="{FF2B5EF4-FFF2-40B4-BE49-F238E27FC236}">
                      <a16:creationId xmlns:a16="http://schemas.microsoft.com/office/drawing/2014/main" id="{22BE800B-AE17-4018-8EDC-D285F2250156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804" name="Straight Connector 803">
                    <a:extLst>
                      <a:ext uri="{FF2B5EF4-FFF2-40B4-BE49-F238E27FC236}">
                        <a16:creationId xmlns:a16="http://schemas.microsoft.com/office/drawing/2014/main" id="{27C9F160-5FCE-4FD5-B6A6-0DF5C52FF6E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05" name="Oval 804">
                    <a:extLst>
                      <a:ext uri="{FF2B5EF4-FFF2-40B4-BE49-F238E27FC236}">
                        <a16:creationId xmlns:a16="http://schemas.microsoft.com/office/drawing/2014/main" id="{F6BEEC45-FFF4-47C6-8519-F9BFB651575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98" name="Group 797">
                  <a:extLst>
                    <a:ext uri="{FF2B5EF4-FFF2-40B4-BE49-F238E27FC236}">
                      <a16:creationId xmlns:a16="http://schemas.microsoft.com/office/drawing/2014/main" id="{706614C9-224D-40BD-AC5C-297D33D6FBB6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802" name="Straight Connector 801">
                    <a:extLst>
                      <a:ext uri="{FF2B5EF4-FFF2-40B4-BE49-F238E27FC236}">
                        <a16:creationId xmlns:a16="http://schemas.microsoft.com/office/drawing/2014/main" id="{7332A50C-E58A-44F0-B434-892C91926A1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03" name="Oval 802">
                    <a:extLst>
                      <a:ext uri="{FF2B5EF4-FFF2-40B4-BE49-F238E27FC236}">
                        <a16:creationId xmlns:a16="http://schemas.microsoft.com/office/drawing/2014/main" id="{D84FF586-D7C2-4120-9B8B-45858FEE861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99" name="Group 798">
                  <a:extLst>
                    <a:ext uri="{FF2B5EF4-FFF2-40B4-BE49-F238E27FC236}">
                      <a16:creationId xmlns:a16="http://schemas.microsoft.com/office/drawing/2014/main" id="{06B3174F-A601-48F4-ACFB-C48FD070E44A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800" name="Straight Connector 799">
                    <a:extLst>
                      <a:ext uri="{FF2B5EF4-FFF2-40B4-BE49-F238E27FC236}">
                        <a16:creationId xmlns:a16="http://schemas.microsoft.com/office/drawing/2014/main" id="{1986390A-5C70-4B14-AC5B-3553E63920A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801" name="Oval 800">
                    <a:extLst>
                      <a:ext uri="{FF2B5EF4-FFF2-40B4-BE49-F238E27FC236}">
                        <a16:creationId xmlns:a16="http://schemas.microsoft.com/office/drawing/2014/main" id="{A22418D2-0DDF-485F-83E4-71783F46F46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86" name="Group 785">
                <a:extLst>
                  <a:ext uri="{FF2B5EF4-FFF2-40B4-BE49-F238E27FC236}">
                    <a16:creationId xmlns:a16="http://schemas.microsoft.com/office/drawing/2014/main" id="{B97AA64F-4E53-4E3A-8E48-31EA6F5B2FC7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788" name="Group 787">
                  <a:extLst>
                    <a:ext uri="{FF2B5EF4-FFF2-40B4-BE49-F238E27FC236}">
                      <a16:creationId xmlns:a16="http://schemas.microsoft.com/office/drawing/2014/main" id="{84576784-681A-4F9E-9939-F297F25ED5DD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795" name="Straight Connector 794">
                    <a:extLst>
                      <a:ext uri="{FF2B5EF4-FFF2-40B4-BE49-F238E27FC236}">
                        <a16:creationId xmlns:a16="http://schemas.microsoft.com/office/drawing/2014/main" id="{40EC8CC8-6DDD-4D7E-AF07-180EF687DEF1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6" name="Oval 795">
                    <a:extLst>
                      <a:ext uri="{FF2B5EF4-FFF2-40B4-BE49-F238E27FC236}">
                        <a16:creationId xmlns:a16="http://schemas.microsoft.com/office/drawing/2014/main" id="{F3D9CDF2-2C17-407A-AA69-80A4936361E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89" name="Group 788">
                  <a:extLst>
                    <a:ext uri="{FF2B5EF4-FFF2-40B4-BE49-F238E27FC236}">
                      <a16:creationId xmlns:a16="http://schemas.microsoft.com/office/drawing/2014/main" id="{9CA114EB-971F-44F4-8264-03C49D6978ED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793" name="Straight Connector 792">
                    <a:extLst>
                      <a:ext uri="{FF2B5EF4-FFF2-40B4-BE49-F238E27FC236}">
                        <a16:creationId xmlns:a16="http://schemas.microsoft.com/office/drawing/2014/main" id="{FED20947-425D-49CF-BF82-5392D5073A7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4" name="Oval 793">
                    <a:extLst>
                      <a:ext uri="{FF2B5EF4-FFF2-40B4-BE49-F238E27FC236}">
                        <a16:creationId xmlns:a16="http://schemas.microsoft.com/office/drawing/2014/main" id="{3A481590-903F-4501-A53B-84B57A24D77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90" name="Group 789">
                  <a:extLst>
                    <a:ext uri="{FF2B5EF4-FFF2-40B4-BE49-F238E27FC236}">
                      <a16:creationId xmlns:a16="http://schemas.microsoft.com/office/drawing/2014/main" id="{42CA53AE-523F-4D7C-A221-88F17EC37F17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791" name="Straight Connector 790">
                    <a:extLst>
                      <a:ext uri="{FF2B5EF4-FFF2-40B4-BE49-F238E27FC236}">
                        <a16:creationId xmlns:a16="http://schemas.microsoft.com/office/drawing/2014/main" id="{C2AEB613-8B82-4BCE-BACA-46A2A1B10C5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92" name="Oval 791">
                    <a:extLst>
                      <a:ext uri="{FF2B5EF4-FFF2-40B4-BE49-F238E27FC236}">
                        <a16:creationId xmlns:a16="http://schemas.microsoft.com/office/drawing/2014/main" id="{01BA1D04-4958-4925-956B-75726956EA7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787" name="Rectangle 786">
                <a:extLst>
                  <a:ext uri="{FF2B5EF4-FFF2-40B4-BE49-F238E27FC236}">
                    <a16:creationId xmlns:a16="http://schemas.microsoft.com/office/drawing/2014/main" id="{53A3CB2B-1FAE-4B3E-92EE-FEA7E9D4C3BC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657" name="Group 656">
              <a:extLst>
                <a:ext uri="{FF2B5EF4-FFF2-40B4-BE49-F238E27FC236}">
                  <a16:creationId xmlns:a16="http://schemas.microsoft.com/office/drawing/2014/main" id="{CEE072EA-DBB6-43CF-9D74-BD8484C9FC48}"/>
                </a:ext>
              </a:extLst>
            </p:cNvPr>
            <p:cNvGrpSpPr/>
            <p:nvPr/>
          </p:nvGrpSpPr>
          <p:grpSpPr>
            <a:xfrm>
              <a:off x="10471543" y="1445135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742" name="Group 741">
                <a:extLst>
                  <a:ext uri="{FF2B5EF4-FFF2-40B4-BE49-F238E27FC236}">
                    <a16:creationId xmlns:a16="http://schemas.microsoft.com/office/drawing/2014/main" id="{264F1F37-D102-4729-9488-0AB64355C880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774" name="Group 773">
                  <a:extLst>
                    <a:ext uri="{FF2B5EF4-FFF2-40B4-BE49-F238E27FC236}">
                      <a16:creationId xmlns:a16="http://schemas.microsoft.com/office/drawing/2014/main" id="{BFEF45CF-CF84-4D64-98D0-037DE73079AD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781" name="Straight Connector 780">
                    <a:extLst>
                      <a:ext uri="{FF2B5EF4-FFF2-40B4-BE49-F238E27FC236}">
                        <a16:creationId xmlns:a16="http://schemas.microsoft.com/office/drawing/2014/main" id="{A0B67E8E-5992-4555-9A65-9723CC8A700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2" name="Oval 781">
                    <a:extLst>
                      <a:ext uri="{FF2B5EF4-FFF2-40B4-BE49-F238E27FC236}">
                        <a16:creationId xmlns:a16="http://schemas.microsoft.com/office/drawing/2014/main" id="{ED210A7E-B34E-410D-AD02-E972B776C4D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75" name="Group 774">
                  <a:extLst>
                    <a:ext uri="{FF2B5EF4-FFF2-40B4-BE49-F238E27FC236}">
                      <a16:creationId xmlns:a16="http://schemas.microsoft.com/office/drawing/2014/main" id="{C6738073-54C3-4CE6-97BB-23A44386C42C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779" name="Straight Connector 778">
                    <a:extLst>
                      <a:ext uri="{FF2B5EF4-FFF2-40B4-BE49-F238E27FC236}">
                        <a16:creationId xmlns:a16="http://schemas.microsoft.com/office/drawing/2014/main" id="{E74A2102-BBE3-4CEB-BCE7-4D19CD87E312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80" name="Oval 779">
                    <a:extLst>
                      <a:ext uri="{FF2B5EF4-FFF2-40B4-BE49-F238E27FC236}">
                        <a16:creationId xmlns:a16="http://schemas.microsoft.com/office/drawing/2014/main" id="{CBCC1248-F8F9-448D-9F95-2A6F9ACFC5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76" name="Group 775">
                  <a:extLst>
                    <a:ext uri="{FF2B5EF4-FFF2-40B4-BE49-F238E27FC236}">
                      <a16:creationId xmlns:a16="http://schemas.microsoft.com/office/drawing/2014/main" id="{72B5905B-5C78-467E-BAF7-B0A552740617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777" name="Straight Connector 776">
                    <a:extLst>
                      <a:ext uri="{FF2B5EF4-FFF2-40B4-BE49-F238E27FC236}">
                        <a16:creationId xmlns:a16="http://schemas.microsoft.com/office/drawing/2014/main" id="{62AF37B2-B28F-464B-B5C8-E938B315803E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8" name="Oval 777">
                    <a:extLst>
                      <a:ext uri="{FF2B5EF4-FFF2-40B4-BE49-F238E27FC236}">
                        <a16:creationId xmlns:a16="http://schemas.microsoft.com/office/drawing/2014/main" id="{F29FF65A-4E76-4480-BDE1-FFD22DC99503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43" name="Group 742">
                <a:extLst>
                  <a:ext uri="{FF2B5EF4-FFF2-40B4-BE49-F238E27FC236}">
                    <a16:creationId xmlns:a16="http://schemas.microsoft.com/office/drawing/2014/main" id="{1A2C200C-3E1B-461E-B5E7-3D8FBF91BFB0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765" name="Group 764">
                  <a:extLst>
                    <a:ext uri="{FF2B5EF4-FFF2-40B4-BE49-F238E27FC236}">
                      <a16:creationId xmlns:a16="http://schemas.microsoft.com/office/drawing/2014/main" id="{83DB2DA7-9C37-4319-8AE7-98CB66377E63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772" name="Straight Connector 771">
                    <a:extLst>
                      <a:ext uri="{FF2B5EF4-FFF2-40B4-BE49-F238E27FC236}">
                        <a16:creationId xmlns:a16="http://schemas.microsoft.com/office/drawing/2014/main" id="{940C12E6-2AF0-4F30-96C2-6E0A76F29D6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3" name="Oval 772">
                    <a:extLst>
                      <a:ext uri="{FF2B5EF4-FFF2-40B4-BE49-F238E27FC236}">
                        <a16:creationId xmlns:a16="http://schemas.microsoft.com/office/drawing/2014/main" id="{6140FB35-EF7F-4AD3-B413-57413FF399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66" name="Group 765">
                  <a:extLst>
                    <a:ext uri="{FF2B5EF4-FFF2-40B4-BE49-F238E27FC236}">
                      <a16:creationId xmlns:a16="http://schemas.microsoft.com/office/drawing/2014/main" id="{EAC7DC39-1E84-442A-B697-471CDDE90F38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770" name="Straight Connector 769">
                    <a:extLst>
                      <a:ext uri="{FF2B5EF4-FFF2-40B4-BE49-F238E27FC236}">
                        <a16:creationId xmlns:a16="http://schemas.microsoft.com/office/drawing/2014/main" id="{9412B76E-3434-43A1-8EA5-3CF34991340C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71" name="Oval 770">
                    <a:extLst>
                      <a:ext uri="{FF2B5EF4-FFF2-40B4-BE49-F238E27FC236}">
                        <a16:creationId xmlns:a16="http://schemas.microsoft.com/office/drawing/2014/main" id="{7E0CFA91-08CF-4781-AFCA-B652F15FBD6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67" name="Group 766">
                  <a:extLst>
                    <a:ext uri="{FF2B5EF4-FFF2-40B4-BE49-F238E27FC236}">
                      <a16:creationId xmlns:a16="http://schemas.microsoft.com/office/drawing/2014/main" id="{AD64CB06-15F9-4AD5-BBDE-267406261ACD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768" name="Straight Connector 767">
                    <a:extLst>
                      <a:ext uri="{FF2B5EF4-FFF2-40B4-BE49-F238E27FC236}">
                        <a16:creationId xmlns:a16="http://schemas.microsoft.com/office/drawing/2014/main" id="{94C78B05-E598-4A61-85C1-F5393779F37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9" name="Oval 768">
                    <a:extLst>
                      <a:ext uri="{FF2B5EF4-FFF2-40B4-BE49-F238E27FC236}">
                        <a16:creationId xmlns:a16="http://schemas.microsoft.com/office/drawing/2014/main" id="{78F7EA04-1DB4-4C00-8FE1-985C2FE5995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44" name="Group 743">
                <a:extLst>
                  <a:ext uri="{FF2B5EF4-FFF2-40B4-BE49-F238E27FC236}">
                    <a16:creationId xmlns:a16="http://schemas.microsoft.com/office/drawing/2014/main" id="{4A5609E3-B388-4004-8EB4-CD1FD9CE10E8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756" name="Group 755">
                  <a:extLst>
                    <a:ext uri="{FF2B5EF4-FFF2-40B4-BE49-F238E27FC236}">
                      <a16:creationId xmlns:a16="http://schemas.microsoft.com/office/drawing/2014/main" id="{59F28C81-C8C6-4A58-9F4A-4D38AEE99A93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763" name="Straight Connector 762">
                    <a:extLst>
                      <a:ext uri="{FF2B5EF4-FFF2-40B4-BE49-F238E27FC236}">
                        <a16:creationId xmlns:a16="http://schemas.microsoft.com/office/drawing/2014/main" id="{84F36A64-3B95-4F20-B1E5-536B0F180B5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4" name="Oval 763">
                    <a:extLst>
                      <a:ext uri="{FF2B5EF4-FFF2-40B4-BE49-F238E27FC236}">
                        <a16:creationId xmlns:a16="http://schemas.microsoft.com/office/drawing/2014/main" id="{EF5E1752-061F-4072-AFBE-C1768FCBD4E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57" name="Group 756">
                  <a:extLst>
                    <a:ext uri="{FF2B5EF4-FFF2-40B4-BE49-F238E27FC236}">
                      <a16:creationId xmlns:a16="http://schemas.microsoft.com/office/drawing/2014/main" id="{7529B1FC-2503-42A2-BDA5-6C4FC022D13A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761" name="Straight Connector 760">
                    <a:extLst>
                      <a:ext uri="{FF2B5EF4-FFF2-40B4-BE49-F238E27FC236}">
                        <a16:creationId xmlns:a16="http://schemas.microsoft.com/office/drawing/2014/main" id="{1BF5B3CA-C2FB-40BF-A22D-F7B6E2474B2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2" name="Oval 761">
                    <a:extLst>
                      <a:ext uri="{FF2B5EF4-FFF2-40B4-BE49-F238E27FC236}">
                        <a16:creationId xmlns:a16="http://schemas.microsoft.com/office/drawing/2014/main" id="{4B37AF91-5ED4-48D8-92CF-901EDB5D568C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58" name="Group 757">
                  <a:extLst>
                    <a:ext uri="{FF2B5EF4-FFF2-40B4-BE49-F238E27FC236}">
                      <a16:creationId xmlns:a16="http://schemas.microsoft.com/office/drawing/2014/main" id="{F80F93CB-0CF3-49D8-8A1C-80223594E216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759" name="Straight Connector 758">
                    <a:extLst>
                      <a:ext uri="{FF2B5EF4-FFF2-40B4-BE49-F238E27FC236}">
                        <a16:creationId xmlns:a16="http://schemas.microsoft.com/office/drawing/2014/main" id="{9BBFFB1F-7943-4289-BE82-B7195C37A68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60" name="Oval 759">
                    <a:extLst>
                      <a:ext uri="{FF2B5EF4-FFF2-40B4-BE49-F238E27FC236}">
                        <a16:creationId xmlns:a16="http://schemas.microsoft.com/office/drawing/2014/main" id="{D69B5BF7-C9DF-453A-9373-EC7E973D0B9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45" name="Group 744">
                <a:extLst>
                  <a:ext uri="{FF2B5EF4-FFF2-40B4-BE49-F238E27FC236}">
                    <a16:creationId xmlns:a16="http://schemas.microsoft.com/office/drawing/2014/main" id="{C8DA4A4C-5A77-4667-8702-E6A768344AC0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747" name="Group 746">
                  <a:extLst>
                    <a:ext uri="{FF2B5EF4-FFF2-40B4-BE49-F238E27FC236}">
                      <a16:creationId xmlns:a16="http://schemas.microsoft.com/office/drawing/2014/main" id="{CEC00E56-075A-4A5A-9A9A-541B532CA1E3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754" name="Straight Connector 753">
                    <a:extLst>
                      <a:ext uri="{FF2B5EF4-FFF2-40B4-BE49-F238E27FC236}">
                        <a16:creationId xmlns:a16="http://schemas.microsoft.com/office/drawing/2014/main" id="{EFDF5768-7050-4C1F-BF71-BF16A41494C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5" name="Oval 754">
                    <a:extLst>
                      <a:ext uri="{FF2B5EF4-FFF2-40B4-BE49-F238E27FC236}">
                        <a16:creationId xmlns:a16="http://schemas.microsoft.com/office/drawing/2014/main" id="{A5B45039-4987-401F-91FC-C51AD2EB8036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48" name="Group 747">
                  <a:extLst>
                    <a:ext uri="{FF2B5EF4-FFF2-40B4-BE49-F238E27FC236}">
                      <a16:creationId xmlns:a16="http://schemas.microsoft.com/office/drawing/2014/main" id="{33B026D2-D88D-4806-B142-4C87486E3CB2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752" name="Straight Connector 751">
                    <a:extLst>
                      <a:ext uri="{FF2B5EF4-FFF2-40B4-BE49-F238E27FC236}">
                        <a16:creationId xmlns:a16="http://schemas.microsoft.com/office/drawing/2014/main" id="{F026DBB0-0AAB-445C-B01C-C11BBB3528D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3" name="Oval 752">
                    <a:extLst>
                      <a:ext uri="{FF2B5EF4-FFF2-40B4-BE49-F238E27FC236}">
                        <a16:creationId xmlns:a16="http://schemas.microsoft.com/office/drawing/2014/main" id="{3431BDA3-A0A8-4AB6-8A28-608A4DF18298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49" name="Group 748">
                  <a:extLst>
                    <a:ext uri="{FF2B5EF4-FFF2-40B4-BE49-F238E27FC236}">
                      <a16:creationId xmlns:a16="http://schemas.microsoft.com/office/drawing/2014/main" id="{507DC5B1-9026-4890-8C0F-A8BDD51E5E35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750" name="Straight Connector 749">
                    <a:extLst>
                      <a:ext uri="{FF2B5EF4-FFF2-40B4-BE49-F238E27FC236}">
                        <a16:creationId xmlns:a16="http://schemas.microsoft.com/office/drawing/2014/main" id="{2EAAB457-6088-43E7-94CD-D2E3320EFB3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51" name="Oval 750">
                    <a:extLst>
                      <a:ext uri="{FF2B5EF4-FFF2-40B4-BE49-F238E27FC236}">
                        <a16:creationId xmlns:a16="http://schemas.microsoft.com/office/drawing/2014/main" id="{C5BA3B1E-437C-4049-8F50-7C27BC8180B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746" name="Rectangle 745">
                <a:extLst>
                  <a:ext uri="{FF2B5EF4-FFF2-40B4-BE49-F238E27FC236}">
                    <a16:creationId xmlns:a16="http://schemas.microsoft.com/office/drawing/2014/main" id="{B2652233-C8E8-487E-9A7B-BBC77B8EC80B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658" name="Group 657">
              <a:extLst>
                <a:ext uri="{FF2B5EF4-FFF2-40B4-BE49-F238E27FC236}">
                  <a16:creationId xmlns:a16="http://schemas.microsoft.com/office/drawing/2014/main" id="{65667D28-B74E-46AB-B047-C817C1FAC8E0}"/>
                </a:ext>
              </a:extLst>
            </p:cNvPr>
            <p:cNvGrpSpPr/>
            <p:nvPr/>
          </p:nvGrpSpPr>
          <p:grpSpPr>
            <a:xfrm>
              <a:off x="10068650" y="1061158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701" name="Group 700">
                <a:extLst>
                  <a:ext uri="{FF2B5EF4-FFF2-40B4-BE49-F238E27FC236}">
                    <a16:creationId xmlns:a16="http://schemas.microsoft.com/office/drawing/2014/main" id="{6198AD52-61AA-4AFC-B1DD-09854BF36906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733" name="Group 732">
                  <a:extLst>
                    <a:ext uri="{FF2B5EF4-FFF2-40B4-BE49-F238E27FC236}">
                      <a16:creationId xmlns:a16="http://schemas.microsoft.com/office/drawing/2014/main" id="{EA1B47F3-D746-4777-9E8A-0AC2317AB72E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740" name="Straight Connector 739">
                    <a:extLst>
                      <a:ext uri="{FF2B5EF4-FFF2-40B4-BE49-F238E27FC236}">
                        <a16:creationId xmlns:a16="http://schemas.microsoft.com/office/drawing/2014/main" id="{CC4461C2-864F-4270-8B3C-40E1D3EAE59E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41" name="Oval 740">
                    <a:extLst>
                      <a:ext uri="{FF2B5EF4-FFF2-40B4-BE49-F238E27FC236}">
                        <a16:creationId xmlns:a16="http://schemas.microsoft.com/office/drawing/2014/main" id="{0A762261-791E-4904-A673-9A9C67F488D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34" name="Group 733">
                  <a:extLst>
                    <a:ext uri="{FF2B5EF4-FFF2-40B4-BE49-F238E27FC236}">
                      <a16:creationId xmlns:a16="http://schemas.microsoft.com/office/drawing/2014/main" id="{ED1712AB-F516-4411-AFFB-4ECEBA271AF0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738" name="Straight Connector 737">
                    <a:extLst>
                      <a:ext uri="{FF2B5EF4-FFF2-40B4-BE49-F238E27FC236}">
                        <a16:creationId xmlns:a16="http://schemas.microsoft.com/office/drawing/2014/main" id="{DE807D45-1879-4B12-B780-0CB22B4F6C7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9" name="Oval 738">
                    <a:extLst>
                      <a:ext uri="{FF2B5EF4-FFF2-40B4-BE49-F238E27FC236}">
                        <a16:creationId xmlns:a16="http://schemas.microsoft.com/office/drawing/2014/main" id="{B5B9F1E1-3C28-4417-8D22-E32BC355955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35" name="Group 734">
                  <a:extLst>
                    <a:ext uri="{FF2B5EF4-FFF2-40B4-BE49-F238E27FC236}">
                      <a16:creationId xmlns:a16="http://schemas.microsoft.com/office/drawing/2014/main" id="{D04E2B15-B984-42B8-8EB7-58A6B95000A9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736" name="Straight Connector 735">
                    <a:extLst>
                      <a:ext uri="{FF2B5EF4-FFF2-40B4-BE49-F238E27FC236}">
                        <a16:creationId xmlns:a16="http://schemas.microsoft.com/office/drawing/2014/main" id="{6E0D8C44-385A-44AB-9D85-7976B2BD654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7" name="Oval 736">
                    <a:extLst>
                      <a:ext uri="{FF2B5EF4-FFF2-40B4-BE49-F238E27FC236}">
                        <a16:creationId xmlns:a16="http://schemas.microsoft.com/office/drawing/2014/main" id="{D5D07827-C6AD-4422-8CEA-B4CB6D609591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02" name="Group 701">
                <a:extLst>
                  <a:ext uri="{FF2B5EF4-FFF2-40B4-BE49-F238E27FC236}">
                    <a16:creationId xmlns:a16="http://schemas.microsoft.com/office/drawing/2014/main" id="{88D7AA4B-1972-4095-94EA-466B725FC42F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724" name="Group 723">
                  <a:extLst>
                    <a:ext uri="{FF2B5EF4-FFF2-40B4-BE49-F238E27FC236}">
                      <a16:creationId xmlns:a16="http://schemas.microsoft.com/office/drawing/2014/main" id="{68A6BE2E-515A-47F4-A52F-1976863231C8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731" name="Straight Connector 730">
                    <a:extLst>
                      <a:ext uri="{FF2B5EF4-FFF2-40B4-BE49-F238E27FC236}">
                        <a16:creationId xmlns:a16="http://schemas.microsoft.com/office/drawing/2014/main" id="{CDCFE88F-039A-4FB4-848F-51E5C5D0DB99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2" name="Oval 731">
                    <a:extLst>
                      <a:ext uri="{FF2B5EF4-FFF2-40B4-BE49-F238E27FC236}">
                        <a16:creationId xmlns:a16="http://schemas.microsoft.com/office/drawing/2014/main" id="{284243E2-3791-4069-B72D-60633883438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25" name="Group 724">
                  <a:extLst>
                    <a:ext uri="{FF2B5EF4-FFF2-40B4-BE49-F238E27FC236}">
                      <a16:creationId xmlns:a16="http://schemas.microsoft.com/office/drawing/2014/main" id="{7104E481-F696-4193-8E3D-241E380F956D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729" name="Straight Connector 728">
                    <a:extLst>
                      <a:ext uri="{FF2B5EF4-FFF2-40B4-BE49-F238E27FC236}">
                        <a16:creationId xmlns:a16="http://schemas.microsoft.com/office/drawing/2014/main" id="{33304BF6-CF44-47DF-8E9F-7F78EB0CE56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30" name="Oval 729">
                    <a:extLst>
                      <a:ext uri="{FF2B5EF4-FFF2-40B4-BE49-F238E27FC236}">
                        <a16:creationId xmlns:a16="http://schemas.microsoft.com/office/drawing/2014/main" id="{E335269F-56CA-4DA2-9EC2-C577CA80FA3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26" name="Group 725">
                  <a:extLst>
                    <a:ext uri="{FF2B5EF4-FFF2-40B4-BE49-F238E27FC236}">
                      <a16:creationId xmlns:a16="http://schemas.microsoft.com/office/drawing/2014/main" id="{E196A582-BC1A-4E37-878D-7FC9E75DCEBF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727" name="Straight Connector 726">
                    <a:extLst>
                      <a:ext uri="{FF2B5EF4-FFF2-40B4-BE49-F238E27FC236}">
                        <a16:creationId xmlns:a16="http://schemas.microsoft.com/office/drawing/2014/main" id="{D0E49C22-D37D-47CE-B309-1ABDBE2B9012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8" name="Oval 727">
                    <a:extLst>
                      <a:ext uri="{FF2B5EF4-FFF2-40B4-BE49-F238E27FC236}">
                        <a16:creationId xmlns:a16="http://schemas.microsoft.com/office/drawing/2014/main" id="{CCF8403B-A0D4-462A-A28F-4A53DA6DD12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03" name="Group 702">
                <a:extLst>
                  <a:ext uri="{FF2B5EF4-FFF2-40B4-BE49-F238E27FC236}">
                    <a16:creationId xmlns:a16="http://schemas.microsoft.com/office/drawing/2014/main" id="{CE4F8235-6D43-4155-AB71-49EFECBF6B00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715" name="Group 714">
                  <a:extLst>
                    <a:ext uri="{FF2B5EF4-FFF2-40B4-BE49-F238E27FC236}">
                      <a16:creationId xmlns:a16="http://schemas.microsoft.com/office/drawing/2014/main" id="{4AFCDABD-675A-46D2-A47B-52A8BC82E9C9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722" name="Straight Connector 721">
                    <a:extLst>
                      <a:ext uri="{FF2B5EF4-FFF2-40B4-BE49-F238E27FC236}">
                        <a16:creationId xmlns:a16="http://schemas.microsoft.com/office/drawing/2014/main" id="{195B110E-7219-42E7-AE82-78C82A089EA8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3" name="Oval 722">
                    <a:extLst>
                      <a:ext uri="{FF2B5EF4-FFF2-40B4-BE49-F238E27FC236}">
                        <a16:creationId xmlns:a16="http://schemas.microsoft.com/office/drawing/2014/main" id="{4FC228E8-1576-49E8-8001-8B4AEC5CFACA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16" name="Group 715">
                  <a:extLst>
                    <a:ext uri="{FF2B5EF4-FFF2-40B4-BE49-F238E27FC236}">
                      <a16:creationId xmlns:a16="http://schemas.microsoft.com/office/drawing/2014/main" id="{80E88CF9-C616-455E-8C8C-061EE84E0711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720" name="Straight Connector 719">
                    <a:extLst>
                      <a:ext uri="{FF2B5EF4-FFF2-40B4-BE49-F238E27FC236}">
                        <a16:creationId xmlns:a16="http://schemas.microsoft.com/office/drawing/2014/main" id="{E81CE669-5DFB-4CA7-BCF0-5CA5B849DBD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21" name="Oval 720">
                    <a:extLst>
                      <a:ext uri="{FF2B5EF4-FFF2-40B4-BE49-F238E27FC236}">
                        <a16:creationId xmlns:a16="http://schemas.microsoft.com/office/drawing/2014/main" id="{91E2D1E6-F1C4-4646-BE18-79BA27650B2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17" name="Group 716">
                  <a:extLst>
                    <a:ext uri="{FF2B5EF4-FFF2-40B4-BE49-F238E27FC236}">
                      <a16:creationId xmlns:a16="http://schemas.microsoft.com/office/drawing/2014/main" id="{D30F3BF9-94C4-459A-BEB2-2F2C756F8E0E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718" name="Straight Connector 717">
                    <a:extLst>
                      <a:ext uri="{FF2B5EF4-FFF2-40B4-BE49-F238E27FC236}">
                        <a16:creationId xmlns:a16="http://schemas.microsoft.com/office/drawing/2014/main" id="{CF4D2587-D5AF-48C9-A202-4199030E686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19" name="Oval 718">
                    <a:extLst>
                      <a:ext uri="{FF2B5EF4-FFF2-40B4-BE49-F238E27FC236}">
                        <a16:creationId xmlns:a16="http://schemas.microsoft.com/office/drawing/2014/main" id="{4B88B5E4-7360-4710-977B-62DA6805D6D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704" name="Group 703">
                <a:extLst>
                  <a:ext uri="{FF2B5EF4-FFF2-40B4-BE49-F238E27FC236}">
                    <a16:creationId xmlns:a16="http://schemas.microsoft.com/office/drawing/2014/main" id="{47BC427E-CA28-4717-9222-6151839870CA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706" name="Group 705">
                  <a:extLst>
                    <a:ext uri="{FF2B5EF4-FFF2-40B4-BE49-F238E27FC236}">
                      <a16:creationId xmlns:a16="http://schemas.microsoft.com/office/drawing/2014/main" id="{A72137C8-54F6-4635-8CB5-EB9592A2CE7D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713" name="Straight Connector 712">
                    <a:extLst>
                      <a:ext uri="{FF2B5EF4-FFF2-40B4-BE49-F238E27FC236}">
                        <a16:creationId xmlns:a16="http://schemas.microsoft.com/office/drawing/2014/main" id="{0A4AD5A9-47D4-48DE-AFC0-4AE1B99F058D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14" name="Oval 713">
                    <a:extLst>
                      <a:ext uri="{FF2B5EF4-FFF2-40B4-BE49-F238E27FC236}">
                        <a16:creationId xmlns:a16="http://schemas.microsoft.com/office/drawing/2014/main" id="{59C327C2-B1A6-4DD5-959E-6E40D3F01B7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07" name="Group 706">
                  <a:extLst>
                    <a:ext uri="{FF2B5EF4-FFF2-40B4-BE49-F238E27FC236}">
                      <a16:creationId xmlns:a16="http://schemas.microsoft.com/office/drawing/2014/main" id="{9B9B7D19-99BC-4A76-BEF2-09A516E72DFE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711" name="Straight Connector 710">
                    <a:extLst>
                      <a:ext uri="{FF2B5EF4-FFF2-40B4-BE49-F238E27FC236}">
                        <a16:creationId xmlns:a16="http://schemas.microsoft.com/office/drawing/2014/main" id="{D03399A4-F565-4913-8FA8-59140BBEE85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12" name="Oval 711">
                    <a:extLst>
                      <a:ext uri="{FF2B5EF4-FFF2-40B4-BE49-F238E27FC236}">
                        <a16:creationId xmlns:a16="http://schemas.microsoft.com/office/drawing/2014/main" id="{32D1C0F6-00DC-424C-B91D-6E02A0F6418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708" name="Group 707">
                  <a:extLst>
                    <a:ext uri="{FF2B5EF4-FFF2-40B4-BE49-F238E27FC236}">
                      <a16:creationId xmlns:a16="http://schemas.microsoft.com/office/drawing/2014/main" id="{CB7DB07A-6903-484B-AF4C-9009832DE907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709" name="Straight Connector 708">
                    <a:extLst>
                      <a:ext uri="{FF2B5EF4-FFF2-40B4-BE49-F238E27FC236}">
                        <a16:creationId xmlns:a16="http://schemas.microsoft.com/office/drawing/2014/main" id="{7245F06F-C827-401D-B9B4-10404DF20C35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10" name="Oval 709">
                    <a:extLst>
                      <a:ext uri="{FF2B5EF4-FFF2-40B4-BE49-F238E27FC236}">
                        <a16:creationId xmlns:a16="http://schemas.microsoft.com/office/drawing/2014/main" id="{312493FF-6AC3-4A7B-93FD-76EA6BBB725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705" name="Rectangle 704">
                <a:extLst>
                  <a:ext uri="{FF2B5EF4-FFF2-40B4-BE49-F238E27FC236}">
                    <a16:creationId xmlns:a16="http://schemas.microsoft.com/office/drawing/2014/main" id="{1A9AC68A-B97F-426F-92B8-ECF52FCB46C4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  <p:grpSp>
          <p:nvGrpSpPr>
            <p:cNvPr id="659" name="Group 658">
              <a:extLst>
                <a:ext uri="{FF2B5EF4-FFF2-40B4-BE49-F238E27FC236}">
                  <a16:creationId xmlns:a16="http://schemas.microsoft.com/office/drawing/2014/main" id="{2B1EDEA9-E6EE-4E28-81D0-5E2E8CBE707A}"/>
                </a:ext>
              </a:extLst>
            </p:cNvPr>
            <p:cNvGrpSpPr/>
            <p:nvPr/>
          </p:nvGrpSpPr>
          <p:grpSpPr>
            <a:xfrm>
              <a:off x="10471543" y="1061157"/>
              <a:ext cx="375904" cy="359835"/>
              <a:chOff x="8303444" y="1303865"/>
              <a:chExt cx="954856" cy="914037"/>
            </a:xfrm>
            <a:grpFill/>
          </p:grpSpPr>
          <p:grpSp>
            <p:nvGrpSpPr>
              <p:cNvPr id="660" name="Group 659">
                <a:extLst>
                  <a:ext uri="{FF2B5EF4-FFF2-40B4-BE49-F238E27FC236}">
                    <a16:creationId xmlns:a16="http://schemas.microsoft.com/office/drawing/2014/main" id="{459C7170-1716-4CEC-A86F-C4A5DA26AAB6}"/>
                  </a:ext>
                </a:extLst>
              </p:cNvPr>
              <p:cNvGrpSpPr/>
              <p:nvPr userDrawn="1"/>
            </p:nvGrpSpPr>
            <p:grpSpPr>
              <a:xfrm>
                <a:off x="8584587" y="1303865"/>
                <a:ext cx="386902" cy="304679"/>
                <a:chOff x="360040" y="0"/>
                <a:chExt cx="576064" cy="432048"/>
              </a:xfrm>
              <a:grpFill/>
            </p:grpSpPr>
            <p:grpSp>
              <p:nvGrpSpPr>
                <p:cNvPr id="692" name="Group 691">
                  <a:extLst>
                    <a:ext uri="{FF2B5EF4-FFF2-40B4-BE49-F238E27FC236}">
                      <a16:creationId xmlns:a16="http://schemas.microsoft.com/office/drawing/2014/main" id="{61140900-9B5A-44C0-9DB9-9FC21FCAEB49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0"/>
                  <a:ext cx="144016" cy="432048"/>
                  <a:chOff x="360040" y="0"/>
                  <a:chExt cx="144016" cy="432048"/>
                </a:xfrm>
                <a:grpFill/>
              </p:grpSpPr>
              <p:cxnSp>
                <p:nvCxnSpPr>
                  <p:cNvPr id="699" name="Straight Connector 698">
                    <a:extLst>
                      <a:ext uri="{FF2B5EF4-FFF2-40B4-BE49-F238E27FC236}">
                        <a16:creationId xmlns:a16="http://schemas.microsoft.com/office/drawing/2014/main" id="{A5FAF8CF-A470-4FD1-9F1F-74F0DB6C6BFA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700" name="Oval 699">
                    <a:extLst>
                      <a:ext uri="{FF2B5EF4-FFF2-40B4-BE49-F238E27FC236}">
                        <a16:creationId xmlns:a16="http://schemas.microsoft.com/office/drawing/2014/main" id="{4C0ADF30-0A8A-4470-BBEE-2CCFEB8C9C17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693" name="Group 692">
                  <a:extLst>
                    <a:ext uri="{FF2B5EF4-FFF2-40B4-BE49-F238E27FC236}">
                      <a16:creationId xmlns:a16="http://schemas.microsoft.com/office/drawing/2014/main" id="{5BE4A683-2CCF-4C59-8E9A-665221774505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0"/>
                  <a:ext cx="144016" cy="432048"/>
                  <a:chOff x="576064" y="0"/>
                  <a:chExt cx="144016" cy="432048"/>
                </a:xfrm>
                <a:grpFill/>
              </p:grpSpPr>
              <p:cxnSp>
                <p:nvCxnSpPr>
                  <p:cNvPr id="697" name="Straight Connector 696">
                    <a:extLst>
                      <a:ext uri="{FF2B5EF4-FFF2-40B4-BE49-F238E27FC236}">
                        <a16:creationId xmlns:a16="http://schemas.microsoft.com/office/drawing/2014/main" id="{A7D7C3C5-EADA-46B6-B0EB-7B771ABC0D2B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98" name="Oval 697">
                    <a:extLst>
                      <a:ext uri="{FF2B5EF4-FFF2-40B4-BE49-F238E27FC236}">
                        <a16:creationId xmlns:a16="http://schemas.microsoft.com/office/drawing/2014/main" id="{20F82090-5237-461C-B413-6AAEAD75F9E0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694" name="Group 693">
                  <a:extLst>
                    <a:ext uri="{FF2B5EF4-FFF2-40B4-BE49-F238E27FC236}">
                      <a16:creationId xmlns:a16="http://schemas.microsoft.com/office/drawing/2014/main" id="{B619A7FD-0F93-4802-BD77-5305DAD7F1BC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0"/>
                  <a:ext cx="144016" cy="432048"/>
                  <a:chOff x="792088" y="0"/>
                  <a:chExt cx="144016" cy="432048"/>
                </a:xfrm>
                <a:grpFill/>
              </p:grpSpPr>
              <p:cxnSp>
                <p:nvCxnSpPr>
                  <p:cNvPr id="695" name="Straight Connector 694">
                    <a:extLst>
                      <a:ext uri="{FF2B5EF4-FFF2-40B4-BE49-F238E27FC236}">
                        <a16:creationId xmlns:a16="http://schemas.microsoft.com/office/drawing/2014/main" id="{83D633CA-434B-4C26-92D3-0A0C2A637C62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252028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96" name="Oval 695">
                    <a:extLst>
                      <a:ext uri="{FF2B5EF4-FFF2-40B4-BE49-F238E27FC236}">
                        <a16:creationId xmlns:a16="http://schemas.microsoft.com/office/drawing/2014/main" id="{AC5BE9DC-CA95-4337-9DD7-5C230F4A2119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0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661" name="Group 660">
                <a:extLst>
                  <a:ext uri="{FF2B5EF4-FFF2-40B4-BE49-F238E27FC236}">
                    <a16:creationId xmlns:a16="http://schemas.microsoft.com/office/drawing/2014/main" id="{4D4B695B-D23A-401B-9FB7-CE1D20666A21}"/>
                  </a:ext>
                </a:extLst>
              </p:cNvPr>
              <p:cNvGrpSpPr/>
              <p:nvPr userDrawn="1"/>
            </p:nvGrpSpPr>
            <p:grpSpPr>
              <a:xfrm rot="10800000">
                <a:off x="8581657" y="1913223"/>
                <a:ext cx="386902" cy="304679"/>
                <a:chOff x="360040" y="864096"/>
                <a:chExt cx="576064" cy="432048"/>
              </a:xfrm>
              <a:grpFill/>
            </p:grpSpPr>
            <p:grpSp>
              <p:nvGrpSpPr>
                <p:cNvPr id="683" name="Group 682">
                  <a:extLst>
                    <a:ext uri="{FF2B5EF4-FFF2-40B4-BE49-F238E27FC236}">
                      <a16:creationId xmlns:a16="http://schemas.microsoft.com/office/drawing/2014/main" id="{E751711A-239E-45DB-8B90-C9E3A048E643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864096"/>
                  <a:ext cx="144016" cy="432048"/>
                  <a:chOff x="360040" y="864096"/>
                  <a:chExt cx="144016" cy="432048"/>
                </a:xfrm>
                <a:grpFill/>
              </p:grpSpPr>
              <p:cxnSp>
                <p:nvCxnSpPr>
                  <p:cNvPr id="690" name="Straight Connector 689">
                    <a:extLst>
                      <a:ext uri="{FF2B5EF4-FFF2-40B4-BE49-F238E27FC236}">
                        <a16:creationId xmlns:a16="http://schemas.microsoft.com/office/drawing/2014/main" id="{D573A4B6-B649-4A68-9A6B-D019653DCAB7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91" name="Oval 690">
                    <a:extLst>
                      <a:ext uri="{FF2B5EF4-FFF2-40B4-BE49-F238E27FC236}">
                        <a16:creationId xmlns:a16="http://schemas.microsoft.com/office/drawing/2014/main" id="{679DA3C5-B436-4580-81E7-91DDA777D18B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684" name="Group 683">
                  <a:extLst>
                    <a:ext uri="{FF2B5EF4-FFF2-40B4-BE49-F238E27FC236}">
                      <a16:creationId xmlns:a16="http://schemas.microsoft.com/office/drawing/2014/main" id="{52484164-CDFB-4440-BDB9-2856B5E14659}"/>
                    </a:ext>
                  </a:extLst>
                </p:cNvPr>
                <p:cNvGrpSpPr/>
                <p:nvPr userDrawn="1"/>
              </p:nvGrpSpPr>
              <p:grpSpPr>
                <a:xfrm>
                  <a:off x="576064" y="864096"/>
                  <a:ext cx="144016" cy="432048"/>
                  <a:chOff x="576064" y="864096"/>
                  <a:chExt cx="144016" cy="432048"/>
                </a:xfrm>
                <a:grpFill/>
              </p:grpSpPr>
              <p:cxnSp>
                <p:nvCxnSpPr>
                  <p:cNvPr id="688" name="Straight Connector 687">
                    <a:extLst>
                      <a:ext uri="{FF2B5EF4-FFF2-40B4-BE49-F238E27FC236}">
                        <a16:creationId xmlns:a16="http://schemas.microsoft.com/office/drawing/2014/main" id="{62B49E65-7FF8-4547-8081-F159A20D987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468051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89" name="Oval 688">
                    <a:extLst>
                      <a:ext uri="{FF2B5EF4-FFF2-40B4-BE49-F238E27FC236}">
                        <a16:creationId xmlns:a16="http://schemas.microsoft.com/office/drawing/2014/main" id="{117184D3-7C78-42BD-819C-F871A508FFF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576064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685" name="Group 684">
                  <a:extLst>
                    <a:ext uri="{FF2B5EF4-FFF2-40B4-BE49-F238E27FC236}">
                      <a16:creationId xmlns:a16="http://schemas.microsoft.com/office/drawing/2014/main" id="{DDBFFB29-138A-42B6-A887-BCB72D40F5A9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864096"/>
                  <a:ext cx="144016" cy="432048"/>
                  <a:chOff x="792088" y="864096"/>
                  <a:chExt cx="144016" cy="432048"/>
                </a:xfrm>
                <a:grpFill/>
              </p:grpSpPr>
              <p:cxnSp>
                <p:nvCxnSpPr>
                  <p:cNvPr id="686" name="Straight Connector 685">
                    <a:extLst>
                      <a:ext uri="{FF2B5EF4-FFF2-40B4-BE49-F238E27FC236}">
                        <a16:creationId xmlns:a16="http://schemas.microsoft.com/office/drawing/2014/main" id="{1E3B4A64-02EE-45B9-A60F-866C6DAFAD24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1116124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87" name="Oval 686">
                    <a:extLst>
                      <a:ext uri="{FF2B5EF4-FFF2-40B4-BE49-F238E27FC236}">
                        <a16:creationId xmlns:a16="http://schemas.microsoft.com/office/drawing/2014/main" id="{79AFB7B3-18F5-4A2C-9380-A90220A55B4F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864096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662" name="Group 661">
                <a:extLst>
                  <a:ext uri="{FF2B5EF4-FFF2-40B4-BE49-F238E27FC236}">
                    <a16:creationId xmlns:a16="http://schemas.microsoft.com/office/drawing/2014/main" id="{DBC3789E-96E9-48FF-9A21-2B6DB6BB00D5}"/>
                  </a:ext>
                </a:extLst>
              </p:cNvPr>
              <p:cNvGrpSpPr/>
              <p:nvPr userDrawn="1"/>
            </p:nvGrpSpPr>
            <p:grpSpPr>
              <a:xfrm rot="5400000">
                <a:off x="8910093" y="1615796"/>
                <a:ext cx="406238" cy="290177"/>
                <a:chOff x="792088" y="432048"/>
                <a:chExt cx="576064" cy="432048"/>
              </a:xfrm>
              <a:grpFill/>
            </p:grpSpPr>
            <p:grpSp>
              <p:nvGrpSpPr>
                <p:cNvPr id="674" name="Group 673">
                  <a:extLst>
                    <a:ext uri="{FF2B5EF4-FFF2-40B4-BE49-F238E27FC236}">
                      <a16:creationId xmlns:a16="http://schemas.microsoft.com/office/drawing/2014/main" id="{6424E37E-2053-41B7-88CE-3A808E544D11}"/>
                    </a:ext>
                  </a:extLst>
                </p:cNvPr>
                <p:cNvGrpSpPr/>
                <p:nvPr userDrawn="1"/>
              </p:nvGrpSpPr>
              <p:grpSpPr>
                <a:xfrm>
                  <a:off x="792088" y="432048"/>
                  <a:ext cx="144016" cy="432048"/>
                  <a:chOff x="792088" y="432048"/>
                  <a:chExt cx="144016" cy="432048"/>
                </a:xfrm>
                <a:grpFill/>
              </p:grpSpPr>
              <p:cxnSp>
                <p:nvCxnSpPr>
                  <p:cNvPr id="681" name="Straight Connector 680">
                    <a:extLst>
                      <a:ext uri="{FF2B5EF4-FFF2-40B4-BE49-F238E27FC236}">
                        <a16:creationId xmlns:a16="http://schemas.microsoft.com/office/drawing/2014/main" id="{A6A4B95C-051A-4E10-8BD6-FFD4051CD596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684075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82" name="Oval 681">
                    <a:extLst>
                      <a:ext uri="{FF2B5EF4-FFF2-40B4-BE49-F238E27FC236}">
                        <a16:creationId xmlns:a16="http://schemas.microsoft.com/office/drawing/2014/main" id="{47B3548F-24DC-4AB4-8A6B-DFF479492394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79208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675" name="Group 674">
                  <a:extLst>
                    <a:ext uri="{FF2B5EF4-FFF2-40B4-BE49-F238E27FC236}">
                      <a16:creationId xmlns:a16="http://schemas.microsoft.com/office/drawing/2014/main" id="{F1D097E9-A16A-49E2-8F39-EC9DB0D1458D}"/>
                    </a:ext>
                  </a:extLst>
                </p:cNvPr>
                <p:cNvGrpSpPr/>
                <p:nvPr userDrawn="1"/>
              </p:nvGrpSpPr>
              <p:grpSpPr>
                <a:xfrm>
                  <a:off x="1008112" y="432048"/>
                  <a:ext cx="144016" cy="432048"/>
                  <a:chOff x="1008112" y="432048"/>
                  <a:chExt cx="144016" cy="432048"/>
                </a:xfrm>
                <a:grpFill/>
              </p:grpSpPr>
              <p:cxnSp>
                <p:nvCxnSpPr>
                  <p:cNvPr id="679" name="Straight Connector 678">
                    <a:extLst>
                      <a:ext uri="{FF2B5EF4-FFF2-40B4-BE49-F238E27FC236}">
                        <a16:creationId xmlns:a16="http://schemas.microsoft.com/office/drawing/2014/main" id="{2F87D99E-D9D4-4CA1-8426-FFE262C5968F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900099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80" name="Oval 679">
                    <a:extLst>
                      <a:ext uri="{FF2B5EF4-FFF2-40B4-BE49-F238E27FC236}">
                        <a16:creationId xmlns:a16="http://schemas.microsoft.com/office/drawing/2014/main" id="{5991DC19-4961-44A0-9077-724B93BE2EC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008112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676" name="Group 675">
                  <a:extLst>
                    <a:ext uri="{FF2B5EF4-FFF2-40B4-BE49-F238E27FC236}">
                      <a16:creationId xmlns:a16="http://schemas.microsoft.com/office/drawing/2014/main" id="{B6E8CB7F-C096-4C57-8457-548AAF082C38}"/>
                    </a:ext>
                  </a:extLst>
                </p:cNvPr>
                <p:cNvGrpSpPr/>
                <p:nvPr userDrawn="1"/>
              </p:nvGrpSpPr>
              <p:grpSpPr>
                <a:xfrm>
                  <a:off x="1224136" y="432048"/>
                  <a:ext cx="144016" cy="432048"/>
                  <a:chOff x="1224136" y="432048"/>
                  <a:chExt cx="144016" cy="432048"/>
                </a:xfrm>
                <a:grpFill/>
              </p:grpSpPr>
              <p:cxnSp>
                <p:nvCxnSpPr>
                  <p:cNvPr id="677" name="Straight Connector 676">
                    <a:extLst>
                      <a:ext uri="{FF2B5EF4-FFF2-40B4-BE49-F238E27FC236}">
                        <a16:creationId xmlns:a16="http://schemas.microsoft.com/office/drawing/2014/main" id="{3DBD2F43-4B87-4DCF-A62A-DC4E13931BA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111612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78" name="Oval 677">
                    <a:extLst>
                      <a:ext uri="{FF2B5EF4-FFF2-40B4-BE49-F238E27FC236}">
                        <a16:creationId xmlns:a16="http://schemas.microsoft.com/office/drawing/2014/main" id="{C0F919EF-6FDF-44FC-B22B-5D0560B72AF2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22413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grpSp>
            <p:nvGrpSpPr>
              <p:cNvPr id="663" name="Group 662">
                <a:extLst>
                  <a:ext uri="{FF2B5EF4-FFF2-40B4-BE49-F238E27FC236}">
                    <a16:creationId xmlns:a16="http://schemas.microsoft.com/office/drawing/2014/main" id="{4F52A42C-1EC3-426C-8A9A-3893E8120B7A}"/>
                  </a:ext>
                </a:extLst>
              </p:cNvPr>
              <p:cNvGrpSpPr/>
              <p:nvPr userDrawn="1"/>
            </p:nvGrpSpPr>
            <p:grpSpPr>
              <a:xfrm rot="16200000">
                <a:off x="8245414" y="1615798"/>
                <a:ext cx="406238" cy="290177"/>
                <a:chOff x="-72008" y="432048"/>
                <a:chExt cx="576064" cy="432048"/>
              </a:xfrm>
              <a:grpFill/>
            </p:grpSpPr>
            <p:grpSp>
              <p:nvGrpSpPr>
                <p:cNvPr id="665" name="Group 664">
                  <a:extLst>
                    <a:ext uri="{FF2B5EF4-FFF2-40B4-BE49-F238E27FC236}">
                      <a16:creationId xmlns:a16="http://schemas.microsoft.com/office/drawing/2014/main" id="{31F9D2DF-D8A1-4A4D-BD0F-5023E852E4C4}"/>
                    </a:ext>
                  </a:extLst>
                </p:cNvPr>
                <p:cNvGrpSpPr/>
                <p:nvPr userDrawn="1"/>
              </p:nvGrpSpPr>
              <p:grpSpPr>
                <a:xfrm>
                  <a:off x="-72008" y="432048"/>
                  <a:ext cx="144016" cy="432048"/>
                  <a:chOff x="-72008" y="432048"/>
                  <a:chExt cx="144016" cy="432048"/>
                </a:xfrm>
                <a:grpFill/>
              </p:grpSpPr>
              <p:cxnSp>
                <p:nvCxnSpPr>
                  <p:cNvPr id="672" name="Straight Connector 671">
                    <a:extLst>
                      <a:ext uri="{FF2B5EF4-FFF2-40B4-BE49-F238E27FC236}">
                        <a16:creationId xmlns:a16="http://schemas.microsoft.com/office/drawing/2014/main" id="{F1489B70-29F2-4231-AB47-00C49C4C4882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-180021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73" name="Oval 672">
                    <a:extLst>
                      <a:ext uri="{FF2B5EF4-FFF2-40B4-BE49-F238E27FC236}">
                        <a16:creationId xmlns:a16="http://schemas.microsoft.com/office/drawing/2014/main" id="{C62C72AB-6D1D-46DE-97B1-EE561F051DC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-72008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666" name="Group 665">
                  <a:extLst>
                    <a:ext uri="{FF2B5EF4-FFF2-40B4-BE49-F238E27FC236}">
                      <a16:creationId xmlns:a16="http://schemas.microsoft.com/office/drawing/2014/main" id="{59233E82-8E37-49F7-95E1-E09DBAA58115}"/>
                    </a:ext>
                  </a:extLst>
                </p:cNvPr>
                <p:cNvGrpSpPr/>
                <p:nvPr userDrawn="1"/>
              </p:nvGrpSpPr>
              <p:grpSpPr>
                <a:xfrm>
                  <a:off x="144016" y="432048"/>
                  <a:ext cx="144016" cy="432048"/>
                  <a:chOff x="144016" y="432048"/>
                  <a:chExt cx="144016" cy="432048"/>
                </a:xfrm>
                <a:grpFill/>
              </p:grpSpPr>
              <p:cxnSp>
                <p:nvCxnSpPr>
                  <p:cNvPr id="670" name="Straight Connector 669">
                    <a:extLst>
                      <a:ext uri="{FF2B5EF4-FFF2-40B4-BE49-F238E27FC236}">
                        <a16:creationId xmlns:a16="http://schemas.microsoft.com/office/drawing/2014/main" id="{307B6B21-3267-43C5-92BD-CFAF9363FD43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36003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71" name="Oval 670">
                    <a:extLst>
                      <a:ext uri="{FF2B5EF4-FFF2-40B4-BE49-F238E27FC236}">
                        <a16:creationId xmlns:a16="http://schemas.microsoft.com/office/drawing/2014/main" id="{2FEC4671-8E34-4C92-921F-69CCA002D46D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144016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  <p:grpSp>
              <p:nvGrpSpPr>
                <p:cNvPr id="667" name="Group 666">
                  <a:extLst>
                    <a:ext uri="{FF2B5EF4-FFF2-40B4-BE49-F238E27FC236}">
                      <a16:creationId xmlns:a16="http://schemas.microsoft.com/office/drawing/2014/main" id="{555DD687-D2B8-414B-9B91-F72E0DE5F7DD}"/>
                    </a:ext>
                  </a:extLst>
                </p:cNvPr>
                <p:cNvGrpSpPr/>
                <p:nvPr userDrawn="1"/>
              </p:nvGrpSpPr>
              <p:grpSpPr>
                <a:xfrm>
                  <a:off x="360040" y="432048"/>
                  <a:ext cx="144016" cy="432048"/>
                  <a:chOff x="360040" y="432048"/>
                  <a:chExt cx="144016" cy="432048"/>
                </a:xfrm>
                <a:grpFill/>
              </p:grpSpPr>
              <p:cxnSp>
                <p:nvCxnSpPr>
                  <p:cNvPr id="668" name="Straight Connector 667">
                    <a:extLst>
                      <a:ext uri="{FF2B5EF4-FFF2-40B4-BE49-F238E27FC236}">
                        <a16:creationId xmlns:a16="http://schemas.microsoft.com/office/drawing/2014/main" id="{12AF9AC4-28B9-4A3B-94C3-6113ECC7C040}"/>
                      </a:ext>
                    </a:extLst>
                  </p:cNvPr>
                  <p:cNvCxnSpPr/>
                  <p:nvPr userDrawn="1"/>
                </p:nvCxnSpPr>
                <p:spPr>
                  <a:xfrm rot="5400000">
                    <a:off x="252027" y="684076"/>
                    <a:ext cx="360040" cy="0"/>
                  </a:xfrm>
                  <a:prstGeom prst="lin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669" name="Oval 668">
                    <a:extLst>
                      <a:ext uri="{FF2B5EF4-FFF2-40B4-BE49-F238E27FC236}">
                        <a16:creationId xmlns:a16="http://schemas.microsoft.com/office/drawing/2014/main" id="{DD026210-3804-4A18-ABB6-D1AA85EC93B5}"/>
                      </a:ext>
                    </a:extLst>
                  </p:cNvPr>
                  <p:cNvSpPr/>
                  <p:nvPr userDrawn="1"/>
                </p:nvSpPr>
                <p:spPr>
                  <a:xfrm>
                    <a:off x="360040" y="432048"/>
                    <a:ext cx="144016" cy="144016"/>
                  </a:xfrm>
                  <a:prstGeom prst="ellipse">
                    <a:avLst/>
                  </a:prstGeom>
                  <a:grpFill/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endParaRPr lang="en-GB" dirty="0"/>
                  </a:p>
                </p:txBody>
              </p:sp>
            </p:grpSp>
          </p:grpSp>
          <p:sp>
            <p:nvSpPr>
              <p:cNvPr id="664" name="Rectangle 663">
                <a:extLst>
                  <a:ext uri="{FF2B5EF4-FFF2-40B4-BE49-F238E27FC236}">
                    <a16:creationId xmlns:a16="http://schemas.microsoft.com/office/drawing/2014/main" id="{AB9BF1F5-9B6A-43D5-A109-F9DF2CD26BF4}"/>
                  </a:ext>
                </a:extLst>
              </p:cNvPr>
              <p:cNvSpPr/>
              <p:nvPr userDrawn="1"/>
            </p:nvSpPr>
            <p:spPr>
              <a:xfrm>
                <a:off x="8451709" y="1456204"/>
                <a:ext cx="656115" cy="609361"/>
              </a:xfrm>
              <a:prstGeom prst="rect">
                <a:avLst/>
              </a:prstGeom>
              <a:grp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GB" dirty="0"/>
              </a:p>
            </p:txBody>
          </p:sp>
        </p:grpSp>
      </p:grpSp>
      <p:pic>
        <p:nvPicPr>
          <p:cNvPr id="948" name="Picture 947" descr="A picture containing drawing&#10;&#10;Description automatically generated">
            <a:extLst>
              <a:ext uri="{FF2B5EF4-FFF2-40B4-BE49-F238E27FC236}">
                <a16:creationId xmlns:a16="http://schemas.microsoft.com/office/drawing/2014/main" id="{926DCD56-72E9-4AB5-AB8F-4DD756D605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7518" y="1919824"/>
            <a:ext cx="4722255" cy="4722255"/>
          </a:xfrm>
          <a:prstGeom prst="rect">
            <a:avLst/>
          </a:prstGeom>
        </p:spPr>
      </p:pic>
      <p:sp>
        <p:nvSpPr>
          <p:cNvPr id="949" name="Oval 948">
            <a:extLst>
              <a:ext uri="{FF2B5EF4-FFF2-40B4-BE49-F238E27FC236}">
                <a16:creationId xmlns:a16="http://schemas.microsoft.com/office/drawing/2014/main" id="{FA4EA629-566C-4DA9-9FFA-FA2CAF945691}"/>
              </a:ext>
            </a:extLst>
          </p:cNvPr>
          <p:cNvSpPr/>
          <p:nvPr/>
        </p:nvSpPr>
        <p:spPr>
          <a:xfrm>
            <a:off x="5850163" y="2520296"/>
            <a:ext cx="360040" cy="36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950" name="Straight Connector 949">
            <a:extLst>
              <a:ext uri="{FF2B5EF4-FFF2-40B4-BE49-F238E27FC236}">
                <a16:creationId xmlns:a16="http://schemas.microsoft.com/office/drawing/2014/main" id="{5EFAE663-791D-4C6E-B8A9-AAAB9D16E771}"/>
              </a:ext>
            </a:extLst>
          </p:cNvPr>
          <p:cNvCxnSpPr>
            <a:cxnSpLocks/>
            <a:stCxn id="949" idx="2"/>
          </p:cNvCxnSpPr>
          <p:nvPr/>
        </p:nvCxnSpPr>
        <p:spPr>
          <a:xfrm flipH="1">
            <a:off x="1602463" y="2700316"/>
            <a:ext cx="4247700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1" name="Rectangle 950">
            <a:extLst>
              <a:ext uri="{FF2B5EF4-FFF2-40B4-BE49-F238E27FC236}">
                <a16:creationId xmlns:a16="http://schemas.microsoft.com/office/drawing/2014/main" id="{A2B75157-C06F-4C4B-9252-31797FF08B8E}"/>
              </a:ext>
            </a:extLst>
          </p:cNvPr>
          <p:cNvSpPr/>
          <p:nvPr/>
        </p:nvSpPr>
        <p:spPr>
          <a:xfrm>
            <a:off x="1496959" y="2230316"/>
            <a:ext cx="1691489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Clock speed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52" name="Oval 951">
            <a:extLst>
              <a:ext uri="{FF2B5EF4-FFF2-40B4-BE49-F238E27FC236}">
                <a16:creationId xmlns:a16="http://schemas.microsoft.com/office/drawing/2014/main" id="{FDE2F8A0-F6FF-46D3-A8AC-6CD0C6112A6D}"/>
              </a:ext>
            </a:extLst>
          </p:cNvPr>
          <p:cNvSpPr/>
          <p:nvPr/>
        </p:nvSpPr>
        <p:spPr>
          <a:xfrm>
            <a:off x="4433236" y="3757438"/>
            <a:ext cx="360040" cy="36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953" name="Straight Connector 952">
            <a:extLst>
              <a:ext uri="{FF2B5EF4-FFF2-40B4-BE49-F238E27FC236}">
                <a16:creationId xmlns:a16="http://schemas.microsoft.com/office/drawing/2014/main" id="{9405A1B5-A20D-4DDE-9F97-5AE4C39A62A1}"/>
              </a:ext>
            </a:extLst>
          </p:cNvPr>
          <p:cNvCxnSpPr>
            <a:cxnSpLocks/>
            <a:stCxn id="952" idx="2"/>
          </p:cNvCxnSpPr>
          <p:nvPr/>
        </p:nvCxnSpPr>
        <p:spPr>
          <a:xfrm flipH="1">
            <a:off x="561315" y="3937458"/>
            <a:ext cx="3871921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4" name="Rectangle 953">
            <a:extLst>
              <a:ext uri="{FF2B5EF4-FFF2-40B4-BE49-F238E27FC236}">
                <a16:creationId xmlns:a16="http://schemas.microsoft.com/office/drawing/2014/main" id="{FE0D60F8-2990-41CB-BF9B-4C69AB137002}"/>
              </a:ext>
            </a:extLst>
          </p:cNvPr>
          <p:cNvSpPr/>
          <p:nvPr/>
        </p:nvSpPr>
        <p:spPr>
          <a:xfrm>
            <a:off x="480030" y="3467458"/>
            <a:ext cx="1490601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Cache size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955" name="Oval 954">
            <a:extLst>
              <a:ext uri="{FF2B5EF4-FFF2-40B4-BE49-F238E27FC236}">
                <a16:creationId xmlns:a16="http://schemas.microsoft.com/office/drawing/2014/main" id="{ED168529-7863-4D8B-BEB4-BFB023E80B1A}"/>
              </a:ext>
            </a:extLst>
          </p:cNvPr>
          <p:cNvSpPr/>
          <p:nvPr/>
        </p:nvSpPr>
        <p:spPr>
          <a:xfrm>
            <a:off x="5265256" y="5215895"/>
            <a:ext cx="360040" cy="360040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GB" dirty="0"/>
          </a:p>
        </p:txBody>
      </p:sp>
      <p:cxnSp>
        <p:nvCxnSpPr>
          <p:cNvPr id="956" name="Straight Connector 955">
            <a:extLst>
              <a:ext uri="{FF2B5EF4-FFF2-40B4-BE49-F238E27FC236}">
                <a16:creationId xmlns:a16="http://schemas.microsoft.com/office/drawing/2014/main" id="{EC713B64-4C83-438F-8638-C57BB0E5EE67}"/>
              </a:ext>
            </a:extLst>
          </p:cNvPr>
          <p:cNvCxnSpPr>
            <a:cxnSpLocks/>
            <a:stCxn id="955" idx="2"/>
          </p:cNvCxnSpPr>
          <p:nvPr/>
        </p:nvCxnSpPr>
        <p:spPr>
          <a:xfrm flipH="1">
            <a:off x="796705" y="5395915"/>
            <a:ext cx="4468551" cy="0"/>
          </a:xfrm>
          <a:prstGeom prst="line">
            <a:avLst/>
          </a:prstGeom>
          <a:ln w="38100">
            <a:solidFill>
              <a:srgbClr val="D62B2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57" name="Rectangle 956">
            <a:extLst>
              <a:ext uri="{FF2B5EF4-FFF2-40B4-BE49-F238E27FC236}">
                <a16:creationId xmlns:a16="http://schemas.microsoft.com/office/drawing/2014/main" id="{C5211BB4-D5D4-47F4-8DBE-8629AEC0146F}"/>
              </a:ext>
            </a:extLst>
          </p:cNvPr>
          <p:cNvSpPr/>
          <p:nvPr/>
        </p:nvSpPr>
        <p:spPr>
          <a:xfrm>
            <a:off x="706170" y="4925915"/>
            <a:ext cx="3956388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rgbClr val="C00000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Number of cores</a:t>
            </a:r>
            <a:endParaRPr lang="en-GB" sz="1200" dirty="0">
              <a:solidFill>
                <a:srgbClr val="C00000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42073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0213629-B856-4319-B482-ECBCD25E2D9C}"/>
              </a:ext>
            </a:extLst>
          </p:cNvPr>
          <p:cNvSpPr/>
          <p:nvPr/>
        </p:nvSpPr>
        <p:spPr>
          <a:xfrm>
            <a:off x="1368341" y="523174"/>
            <a:ext cx="5293715" cy="4700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 characteristics of the CPU</a:t>
            </a:r>
            <a:endParaRPr lang="en-GB" sz="1200" dirty="0">
              <a:solidFill>
                <a:schemeClr val="accent2">
                  <a:lumMod val="75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7" name="Picture 2" descr="make_notes">
            <a:extLst>
              <a:ext uri="{FF2B5EF4-FFF2-40B4-BE49-F238E27FC236}">
                <a16:creationId xmlns:a16="http://schemas.microsoft.com/office/drawing/2014/main" id="{C97C737B-CF86-431F-B9C9-6A6CD6E5F1A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4906" y="611347"/>
            <a:ext cx="1113436" cy="11134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7C9A199A-FC93-951B-5384-CB606375F34F}"/>
              </a:ext>
            </a:extLst>
          </p:cNvPr>
          <p:cNvSpPr/>
          <p:nvPr/>
        </p:nvSpPr>
        <p:spPr>
          <a:xfrm>
            <a:off x="344789" y="1816266"/>
            <a:ext cx="11398571" cy="427809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 CPU’s overall performance can be affected by several factors. The three most important factors are:</a:t>
            </a:r>
          </a:p>
          <a:p>
            <a:r>
              <a:rPr lang="en-GB" b="1" dirty="0"/>
              <a:t>Clock speed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Measured in number of cycles per second or hertz (Hz).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/>
              <a:t>3.2GHz clock speed = 3.2 billion instructions fetched per second – in theory.</a:t>
            </a:r>
          </a:p>
          <a:p>
            <a:r>
              <a:rPr lang="en-GB" b="1" dirty="0"/>
              <a:t>Cache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Temporary storage of data and instructions being read from and written to main memory (RAM).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Stores copies of recent data and instructions.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Much quicker to read from than main memory (RAM).</a:t>
            </a:r>
          </a:p>
          <a:p>
            <a:pPr marL="742950" lvl="1" indent="-285750"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/>
              <a:t>Reduces the need to fetch instructions and data from memory, saving time.</a:t>
            </a:r>
          </a:p>
          <a:p>
            <a:r>
              <a:rPr lang="en-GB" b="1" dirty="0"/>
              <a:t>Number of cores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core is a complete copy of a CPU.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A quad-core processor has four separate processing units, each with its own registers, ALU, accumulator and CU.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GB" dirty="0"/>
              <a:t>Doubling the number of cores won’t double processing speed. Cores need to communicate with each other, which takes time. Many programs are not designed to make use of multiple cores.</a:t>
            </a:r>
          </a:p>
        </p:txBody>
      </p:sp>
    </p:spTree>
    <p:extLst>
      <p:ext uri="{BB962C8B-B14F-4D97-AF65-F5344CB8AC3E}">
        <p14:creationId xmlns:p14="http://schemas.microsoft.com/office/powerpoint/2010/main" val="24231512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1342EC1-2AFD-4406-9F14-4D674F90CAE8}"/>
              </a:ext>
            </a:extLst>
          </p:cNvPr>
          <p:cNvSpPr txBox="1"/>
          <p:nvPr/>
        </p:nvSpPr>
        <p:spPr>
          <a:xfrm>
            <a:off x="304800" y="92954"/>
            <a:ext cx="9879279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dirty="0">
                <a:solidFill>
                  <a:schemeClr val="accent2">
                    <a:lumMod val="75000"/>
                  </a:schemeClr>
                </a:solidFill>
                <a:latin typeface="Century Gothic" panose="020B0502020202020204" pitchFamily="34" charset="0"/>
                <a:ea typeface="+mj-ea"/>
                <a:cs typeface="+mj-cs"/>
              </a:rPr>
              <a:t>3.1 Computer architecture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3D324D7-7559-7B13-7615-A2466AF90F92}"/>
              </a:ext>
            </a:extLst>
          </p:cNvPr>
          <p:cNvSpPr txBox="1"/>
          <p:nvPr/>
        </p:nvSpPr>
        <p:spPr>
          <a:xfrm>
            <a:off x="927652" y="1650609"/>
            <a:ext cx="6997148" cy="34506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1200"/>
              </a:spcAft>
            </a:pP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Going beyond the </a:t>
            </a:r>
            <a:br>
              <a:rPr lang="en-GB" sz="4000" dirty="0">
                <a:solidFill>
                  <a:schemeClr val="accent2">
                    <a:lumMod val="75000"/>
                  </a:schemeClr>
                </a:solidFill>
              </a:rPr>
            </a:br>
            <a:r>
              <a:rPr lang="en-GB" sz="4000" dirty="0">
                <a:solidFill>
                  <a:schemeClr val="accent2">
                    <a:lumMod val="75000"/>
                  </a:schemeClr>
                </a:solidFill>
              </a:rPr>
              <a:t>IGCSE specification</a:t>
            </a:r>
            <a:endParaRPr lang="en-US" sz="40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9" name="Picture 8" descr="A picture containing drawing&#10;&#10;Description automatically generated">
            <a:extLst>
              <a:ext uri="{FF2B5EF4-FFF2-40B4-BE49-F238E27FC236}">
                <a16:creationId xmlns:a16="http://schemas.microsoft.com/office/drawing/2014/main" id="{12ECC18A-8845-E44B-7CBA-C1A7D356125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1290" y="2685345"/>
            <a:ext cx="1381140" cy="1381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93415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5912AF-7532-4333-B4FA-A261354D39E3}"/>
              </a:ext>
            </a:extLst>
          </p:cNvPr>
          <p:cNvSpPr/>
          <p:nvPr/>
        </p:nvSpPr>
        <p:spPr>
          <a:xfrm>
            <a:off x="176565" y="523174"/>
            <a:ext cx="245509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Multicore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113B6E3C-0528-47D2-96E5-A03C6215A7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37" y="1067872"/>
            <a:ext cx="5076816" cy="50768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13897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drawing&#10;&#10;Description automatically generated">
            <a:extLst>
              <a:ext uri="{FF2B5EF4-FFF2-40B4-BE49-F238E27FC236}">
                <a16:creationId xmlns:a16="http://schemas.microsoft.com/office/drawing/2014/main" id="{12AC0413-8671-4428-A38C-01E712AFF229}"/>
              </a:ext>
            </a:extLst>
          </p:cNvPr>
          <p:cNvPicPr>
            <a:picLocks noChangeAspect="1"/>
          </p:cNvPicPr>
          <p:nvPr/>
        </p:nvPicPr>
        <p:blipFill>
          <a:blip r:embed="rId2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37" y="1067872"/>
            <a:ext cx="5076816" cy="5076816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305912AF-7532-4333-B4FA-A261354D39E3}"/>
              </a:ext>
            </a:extLst>
          </p:cNvPr>
          <p:cNvSpPr/>
          <p:nvPr/>
        </p:nvSpPr>
        <p:spPr>
          <a:xfrm>
            <a:off x="176565" y="523174"/>
            <a:ext cx="245509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Multicore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54" name="Rectangle 653">
            <a:extLst>
              <a:ext uri="{FF2B5EF4-FFF2-40B4-BE49-F238E27FC236}">
                <a16:creationId xmlns:a16="http://schemas.microsoft.com/office/drawing/2014/main" id="{4595C945-B52B-44C8-805F-6CF1494E0C4E}"/>
              </a:ext>
            </a:extLst>
          </p:cNvPr>
          <p:cNvSpPr/>
          <p:nvPr/>
        </p:nvSpPr>
        <p:spPr>
          <a:xfrm>
            <a:off x="921244" y="3127344"/>
            <a:ext cx="4558906" cy="1061430"/>
          </a:xfrm>
          <a:prstGeom prst="rect">
            <a:avLst/>
          </a:prstGeom>
          <a:solidFill>
            <a:srgbClr val="C00000">
              <a:alpha val="51000"/>
            </a:srgbClr>
          </a:solidFill>
          <a:ln w="28575">
            <a:solidFill>
              <a:srgbClr val="D62B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Shared cache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4A83A499-9911-404E-A96E-6C1B1F9939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44" y="1460036"/>
            <a:ext cx="1436633" cy="1491393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EE220F8-6327-4B6C-87F5-20624FC9E4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517" y="1460036"/>
            <a:ext cx="1436633" cy="149139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4606BCF-59B4-4D10-9B5A-50E91B7E39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1244" y="4364690"/>
            <a:ext cx="1436633" cy="14913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ED01C9-9A12-4AAE-88D1-014B484C46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3517" y="4364689"/>
            <a:ext cx="1436633" cy="149139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7A60FAE1-31AB-40EF-9C80-9130CFCA50E5}"/>
              </a:ext>
            </a:extLst>
          </p:cNvPr>
          <p:cNvGrpSpPr/>
          <p:nvPr/>
        </p:nvGrpSpPr>
        <p:grpSpPr>
          <a:xfrm>
            <a:off x="2357877" y="2168384"/>
            <a:ext cx="1690095" cy="958960"/>
            <a:chOff x="2357877" y="2168384"/>
            <a:chExt cx="1690095" cy="958960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A5FA92A4-3A74-4BA8-9869-656689DA8C44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9275" y="2168384"/>
              <a:ext cx="448697" cy="921611"/>
            </a:xfrm>
            <a:prstGeom prst="line">
              <a:avLst/>
            </a:prstGeom>
            <a:ln w="38100">
              <a:solidFill>
                <a:srgbClr val="D62B20"/>
              </a:solidFill>
              <a:prstDash val="dash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5" name="Straight Connector 654">
              <a:extLst>
                <a:ext uri="{FF2B5EF4-FFF2-40B4-BE49-F238E27FC236}">
                  <a16:creationId xmlns:a16="http://schemas.microsoft.com/office/drawing/2014/main" id="{9251F129-12EF-49B8-AAF1-DEC523A7FC94}"/>
                </a:ext>
              </a:extLst>
            </p:cNvPr>
            <p:cNvCxnSpPr>
              <a:cxnSpLocks/>
              <a:stCxn id="20" idx="3"/>
            </p:cNvCxnSpPr>
            <p:nvPr/>
          </p:nvCxnSpPr>
          <p:spPr>
            <a:xfrm>
              <a:off x="2357877" y="2205733"/>
              <a:ext cx="448697" cy="921611"/>
            </a:xfrm>
            <a:prstGeom prst="line">
              <a:avLst/>
            </a:prstGeom>
            <a:ln w="38100">
              <a:solidFill>
                <a:srgbClr val="D62B20"/>
              </a:solidFill>
              <a:prstDash val="dash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B72C8A3-6F9A-4F21-89F8-D8C5D1BE4C26}"/>
              </a:ext>
            </a:extLst>
          </p:cNvPr>
          <p:cNvGrpSpPr/>
          <p:nvPr/>
        </p:nvGrpSpPr>
        <p:grpSpPr>
          <a:xfrm flipV="1">
            <a:off x="2382018" y="4186457"/>
            <a:ext cx="1690095" cy="958960"/>
            <a:chOff x="2357877" y="2168384"/>
            <a:chExt cx="1690095" cy="958960"/>
          </a:xfrm>
        </p:grpSpPr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DD8EA278-F156-4F7F-AC95-BA7E616E773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9275" y="2168384"/>
              <a:ext cx="448697" cy="921611"/>
            </a:xfrm>
            <a:prstGeom prst="line">
              <a:avLst/>
            </a:prstGeom>
            <a:ln w="38100">
              <a:solidFill>
                <a:srgbClr val="D62B20"/>
              </a:solidFill>
              <a:prstDash val="dash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BBE5A43-9738-4389-9A01-E6EBFC183F79}"/>
                </a:ext>
              </a:extLst>
            </p:cNvPr>
            <p:cNvCxnSpPr>
              <a:cxnSpLocks/>
            </p:cNvCxnSpPr>
            <p:nvPr/>
          </p:nvCxnSpPr>
          <p:spPr>
            <a:xfrm>
              <a:off x="2357877" y="2205733"/>
              <a:ext cx="448697" cy="921611"/>
            </a:xfrm>
            <a:prstGeom prst="line">
              <a:avLst/>
            </a:prstGeom>
            <a:ln w="38100">
              <a:solidFill>
                <a:srgbClr val="D62B20"/>
              </a:solidFill>
              <a:prstDash val="dash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Rectangle 20">
            <a:extLst>
              <a:ext uri="{FF2B5EF4-FFF2-40B4-BE49-F238E27FC236}">
                <a16:creationId xmlns:a16="http://schemas.microsoft.com/office/drawing/2014/main" id="{DBD937E2-9AF4-20C7-875E-BBFAD09BAD4E}"/>
              </a:ext>
            </a:extLst>
          </p:cNvPr>
          <p:cNvSpPr/>
          <p:nvPr/>
        </p:nvSpPr>
        <p:spPr>
          <a:xfrm>
            <a:off x="5998060" y="841051"/>
            <a:ext cx="5978040" cy="2587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</a:pPr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Chip multiprocessor (CMP)</a:t>
            </a:r>
            <a:endParaRPr lang="en-GB" sz="105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Houses four CPU cores.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Commonly referred to as a quad-core processor.</a:t>
            </a:r>
          </a:p>
        </p:txBody>
      </p:sp>
    </p:spTree>
    <p:extLst>
      <p:ext uri="{BB962C8B-B14F-4D97-AF65-F5344CB8AC3E}">
        <p14:creationId xmlns:p14="http://schemas.microsoft.com/office/powerpoint/2010/main" val="336441816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05912AF-7532-4333-B4FA-A261354D39E3}"/>
              </a:ext>
            </a:extLst>
          </p:cNvPr>
          <p:cNvSpPr/>
          <p:nvPr/>
        </p:nvSpPr>
        <p:spPr>
          <a:xfrm>
            <a:off x="176565" y="523174"/>
            <a:ext cx="2455096" cy="4700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GB" sz="2400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Multicore systems</a:t>
            </a:r>
            <a:endParaRPr lang="en-GB" sz="12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A close up of a sign&#10;&#10;Description automatically generated">
            <a:extLst>
              <a:ext uri="{FF2B5EF4-FFF2-40B4-BE49-F238E27FC236}">
                <a16:creationId xmlns:a16="http://schemas.microsoft.com/office/drawing/2014/main" id="{941D51DC-FA10-42E7-A7FE-5F505A66F2F7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4590665"/>
            <a:ext cx="2393388" cy="2393388"/>
          </a:xfrm>
          <a:prstGeom prst="rect">
            <a:avLst/>
          </a:prstGeom>
        </p:spPr>
      </p:pic>
      <p:pic>
        <p:nvPicPr>
          <p:cNvPr id="7" name="Picture 6" descr="A close up of a sign&#10;&#10;Description automatically generated">
            <a:extLst>
              <a:ext uri="{FF2B5EF4-FFF2-40B4-BE49-F238E27FC236}">
                <a16:creationId xmlns:a16="http://schemas.microsoft.com/office/drawing/2014/main" id="{482C3860-768D-48F8-B67C-36799BF25CDD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2480" y="4599996"/>
            <a:ext cx="2384057" cy="2384057"/>
          </a:xfrm>
          <a:prstGeom prst="rect">
            <a:avLst/>
          </a:prstGeom>
        </p:spPr>
      </p:pic>
      <p:pic>
        <p:nvPicPr>
          <p:cNvPr id="20" name="Picture 19" descr="A picture containing drawing&#10;&#10;Description automatically generated">
            <a:extLst>
              <a:ext uri="{FF2B5EF4-FFF2-40B4-BE49-F238E27FC236}">
                <a16:creationId xmlns:a16="http://schemas.microsoft.com/office/drawing/2014/main" id="{43A0B0FA-DD85-461D-A12A-235D1FF7302C}"/>
              </a:ext>
            </a:extLst>
          </p:cNvPr>
          <p:cNvPicPr>
            <a:picLocks noChangeAspect="1"/>
          </p:cNvPicPr>
          <p:nvPr/>
        </p:nvPicPr>
        <p:blipFill>
          <a:blip r:embed="rId4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037" y="1067872"/>
            <a:ext cx="5076816" cy="5076816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6C411C93-08A3-47D9-B751-1C614ED4C4E2}"/>
              </a:ext>
            </a:extLst>
          </p:cNvPr>
          <p:cNvSpPr/>
          <p:nvPr/>
        </p:nvSpPr>
        <p:spPr>
          <a:xfrm>
            <a:off x="921244" y="3127344"/>
            <a:ext cx="4558906" cy="1061430"/>
          </a:xfrm>
          <a:prstGeom prst="rect">
            <a:avLst/>
          </a:prstGeom>
          <a:solidFill>
            <a:srgbClr val="C00000">
              <a:alpha val="51000"/>
            </a:srgbClr>
          </a:solidFill>
          <a:ln w="28575">
            <a:solidFill>
              <a:srgbClr val="D62B2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400" b="1" dirty="0"/>
              <a:t>Shared cache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FEB9E71E-E3B2-4A29-9F84-AC9EFA1E7D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44" y="1460036"/>
            <a:ext cx="1436633" cy="149139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B87E2C0E-CB6F-4378-96C0-1A36078CAF3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517" y="1460036"/>
            <a:ext cx="1436633" cy="1491393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00AD405-8407-4789-AD6C-FAFC34DBF43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244" y="4364690"/>
            <a:ext cx="1436633" cy="149139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EF2895BE-223C-4641-965B-17F4C6530C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43517" y="4364689"/>
            <a:ext cx="1436633" cy="1491393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C3ED31FA-7FEB-4B37-AAAB-830C2E16513F}"/>
              </a:ext>
            </a:extLst>
          </p:cNvPr>
          <p:cNvGrpSpPr/>
          <p:nvPr/>
        </p:nvGrpSpPr>
        <p:grpSpPr>
          <a:xfrm>
            <a:off x="2357877" y="2168384"/>
            <a:ext cx="1690095" cy="958960"/>
            <a:chOff x="2357877" y="2168384"/>
            <a:chExt cx="1690095" cy="958960"/>
          </a:xfrm>
        </p:grpSpPr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598B53E4-EEA5-4BF6-A30B-B3E43F621585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9275" y="2168384"/>
              <a:ext cx="448697" cy="921611"/>
            </a:xfrm>
            <a:prstGeom prst="line">
              <a:avLst/>
            </a:prstGeom>
            <a:ln w="38100">
              <a:solidFill>
                <a:srgbClr val="D62B20"/>
              </a:solidFill>
              <a:prstDash val="dash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BAB4396-4EFB-4373-AEB2-6ED9972AEFE5}"/>
                </a:ext>
              </a:extLst>
            </p:cNvPr>
            <p:cNvCxnSpPr>
              <a:cxnSpLocks/>
              <a:stCxn id="22" idx="3"/>
            </p:cNvCxnSpPr>
            <p:nvPr/>
          </p:nvCxnSpPr>
          <p:spPr>
            <a:xfrm>
              <a:off x="2357877" y="2205733"/>
              <a:ext cx="448697" cy="921611"/>
            </a:xfrm>
            <a:prstGeom prst="line">
              <a:avLst/>
            </a:prstGeom>
            <a:ln w="38100">
              <a:solidFill>
                <a:srgbClr val="D62B20"/>
              </a:solidFill>
              <a:prstDash val="dash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AC18AC5-4E1A-4D1E-9EBA-59D818AD4736}"/>
              </a:ext>
            </a:extLst>
          </p:cNvPr>
          <p:cNvGrpSpPr/>
          <p:nvPr/>
        </p:nvGrpSpPr>
        <p:grpSpPr>
          <a:xfrm flipV="1">
            <a:off x="2382018" y="4186457"/>
            <a:ext cx="1690095" cy="958960"/>
            <a:chOff x="2357877" y="2168384"/>
            <a:chExt cx="1690095" cy="958960"/>
          </a:xfrm>
        </p:grpSpPr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0E5BD567-747F-413B-8495-05151249EE9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599275" y="2168384"/>
              <a:ext cx="448697" cy="921611"/>
            </a:xfrm>
            <a:prstGeom prst="line">
              <a:avLst/>
            </a:prstGeom>
            <a:ln w="38100">
              <a:solidFill>
                <a:srgbClr val="D62B20"/>
              </a:solidFill>
              <a:prstDash val="dash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16BA7FE-9EBF-4C1F-AB5E-613B4202BA90}"/>
                </a:ext>
              </a:extLst>
            </p:cNvPr>
            <p:cNvCxnSpPr>
              <a:cxnSpLocks/>
            </p:cNvCxnSpPr>
            <p:nvPr/>
          </p:nvCxnSpPr>
          <p:spPr>
            <a:xfrm>
              <a:off x="2357877" y="2205733"/>
              <a:ext cx="448697" cy="921611"/>
            </a:xfrm>
            <a:prstGeom prst="line">
              <a:avLst/>
            </a:prstGeom>
            <a:ln w="38100">
              <a:solidFill>
                <a:srgbClr val="D62B20"/>
              </a:solidFill>
              <a:prstDash val="dash"/>
              <a:headEnd type="oval" w="lg" len="lg"/>
              <a:tailEnd type="oval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" name="Rectangle 4">
            <a:extLst>
              <a:ext uri="{FF2B5EF4-FFF2-40B4-BE49-F238E27FC236}">
                <a16:creationId xmlns:a16="http://schemas.microsoft.com/office/drawing/2014/main" id="{C2242D71-F2AD-4ADD-B948-D758C0FC2978}"/>
              </a:ext>
            </a:extLst>
          </p:cNvPr>
          <p:cNvSpPr/>
          <p:nvPr/>
        </p:nvSpPr>
        <p:spPr>
          <a:xfrm>
            <a:off x="5998060" y="841051"/>
            <a:ext cx="5978040" cy="258794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>
              <a:lnSpc>
                <a:spcPct val="107000"/>
              </a:lnSpc>
            </a:pPr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Chip multiprocessor (CMP)</a:t>
            </a:r>
            <a:endParaRPr lang="en-GB" sz="105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Houses four CPU cores.</a:t>
            </a:r>
          </a:p>
          <a:p>
            <a:pPr marL="742950" lvl="1" indent="-285750">
              <a:lnSpc>
                <a:spcPct val="107000"/>
              </a:lnSpc>
              <a:spcAft>
                <a:spcPts val="800"/>
              </a:spcAft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Commonly referred to as a quad-core processor.</a:t>
            </a:r>
          </a:p>
          <a:p>
            <a:pPr>
              <a:lnSpc>
                <a:spcPct val="107000"/>
              </a:lnSpc>
            </a:pPr>
            <a:r>
              <a:rPr lang="en-GB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Additional specialised processing units</a:t>
            </a:r>
            <a:endParaRPr lang="en-GB" sz="105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Often found on other devices plugged into the motherboard such as a graphics or sound card.</a:t>
            </a:r>
          </a:p>
          <a:p>
            <a:pPr marL="742950" lvl="1" indent="-285750">
              <a:lnSpc>
                <a:spcPct val="107000"/>
              </a:lnSpc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Contain specialised processors that help offload tasks from the main CPU, improving overall performance.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n-GB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8276518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947853-E1EE-4D77-9DC1-BD14C2A80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7625" y="-28575"/>
            <a:ext cx="12239625" cy="6886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86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548</Words>
  <Application>Microsoft Office PowerPoint</Application>
  <PresentationFormat>Widescreen</PresentationFormat>
  <Paragraphs>87</Paragraphs>
  <Slides>17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Arial</vt:lpstr>
      <vt:lpstr>Calibri</vt:lpstr>
      <vt:lpstr>Calibri Light</vt:lpstr>
      <vt:lpstr>Century Gothic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Craig Sargent</dc:creator>
  <cp:lastModifiedBy>Craig Sargent</cp:lastModifiedBy>
  <cp:revision>89</cp:revision>
  <dcterms:created xsi:type="dcterms:W3CDTF">2019-10-14T15:21:06Z</dcterms:created>
  <dcterms:modified xsi:type="dcterms:W3CDTF">2022-05-23T09:32:42Z</dcterms:modified>
</cp:coreProperties>
</file>