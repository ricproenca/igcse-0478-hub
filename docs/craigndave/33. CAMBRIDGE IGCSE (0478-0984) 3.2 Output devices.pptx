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7" r:id="rId2"/>
    <p:sldId id="266" r:id="rId3"/>
    <p:sldId id="267" r:id="rId4"/>
    <p:sldId id="279" r:id="rId5"/>
    <p:sldId id="531" r:id="rId6"/>
    <p:sldId id="534" r:id="rId7"/>
    <p:sldId id="265" r:id="rId8"/>
    <p:sldId id="533" r:id="rId9"/>
    <p:sldId id="281" r:id="rId10"/>
    <p:sldId id="535" r:id="rId11"/>
    <p:sldId id="536" r:id="rId12"/>
    <p:sldId id="285" r:id="rId13"/>
    <p:sldId id="537" r:id="rId14"/>
    <p:sldId id="538" r:id="rId15"/>
    <p:sldId id="282" r:id="rId16"/>
    <p:sldId id="539" r:id="rId17"/>
    <p:sldId id="540" r:id="rId18"/>
    <p:sldId id="283" r:id="rId19"/>
    <p:sldId id="541" r:id="rId20"/>
    <p:sldId id="542" r:id="rId21"/>
    <p:sldId id="532" r:id="rId22"/>
    <p:sldId id="543" r:id="rId23"/>
    <p:sldId id="544" r:id="rId24"/>
    <p:sldId id="284" r:id="rId25"/>
    <p:sldId id="545" r:id="rId26"/>
    <p:sldId id="546" r:id="rId27"/>
    <p:sldId id="286" r:id="rId28"/>
    <p:sldId id="547" r:id="rId29"/>
    <p:sldId id="548" r:id="rId30"/>
    <p:sldId id="287" r:id="rId31"/>
    <p:sldId id="549" r:id="rId32"/>
    <p:sldId id="550" r:id="rId33"/>
    <p:sldId id="551" r:id="rId34"/>
    <p:sldId id="260" r:id="rId35"/>
    <p:sldId id="280" r:id="rId36"/>
    <p:sldId id="274" r:id="rId37"/>
    <p:sldId id="275" r:id="rId38"/>
    <p:sldId id="272" r:id="rId39"/>
    <p:sldId id="276" r:id="rId40"/>
    <p:sldId id="277" r:id="rId41"/>
    <p:sldId id="291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C7E7"/>
    <a:srgbClr val="FF9999"/>
    <a:srgbClr val="FFE181"/>
    <a:srgbClr val="4B4F4D"/>
    <a:srgbClr val="A19900"/>
    <a:srgbClr val="950758"/>
    <a:srgbClr val="007294"/>
    <a:srgbClr val="696F6C"/>
    <a:srgbClr val="FFF200"/>
    <a:srgbClr val="E90A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0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15/09/2022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5950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5610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703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208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3.2 Input and output devices | Output devices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12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jpeg"/><Relationship Id="rId11" Type="http://schemas.openxmlformats.org/officeDocument/2006/relationships/image" Target="../media/image18.jpeg"/><Relationship Id="rId5" Type="http://schemas.openxmlformats.org/officeDocument/2006/relationships/image" Target="../media/image12.jpeg"/><Relationship Id="rId10" Type="http://schemas.openxmlformats.org/officeDocument/2006/relationships/image" Target="../media/image17.png"/><Relationship Id="rId4" Type="http://schemas.openxmlformats.org/officeDocument/2006/relationships/image" Target="../media/image11.jpeg"/><Relationship Id="rId9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3.2 Input and output devices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Output devices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207633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 devices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1FAE983-38D0-4821-A84B-5C3E57D3E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801" y="494599"/>
            <a:ext cx="6262978" cy="62629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9E0B1F-64ED-8517-60F1-8B913FE715CC}"/>
              </a:ext>
            </a:extLst>
          </p:cNvPr>
          <p:cNvSpPr txBox="1"/>
          <p:nvPr/>
        </p:nvSpPr>
        <p:spPr>
          <a:xfrm>
            <a:off x="3485575" y="4259637"/>
            <a:ext cx="5235430" cy="120032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800" b="1" dirty="0"/>
              <a:t>Output device</a:t>
            </a:r>
            <a:br>
              <a:rPr lang="en-GB" sz="1800" dirty="0">
                <a:solidFill>
                  <a:schemeClr val="tx1"/>
                </a:solidFill>
              </a:rPr>
            </a:br>
            <a:r>
              <a:rPr lang="en-GB" sz="1800" dirty="0">
                <a:solidFill>
                  <a:schemeClr val="tx1"/>
                </a:solidFill>
              </a:rPr>
              <a:t>Any device that can take data stored in digital </a:t>
            </a:r>
            <a:r>
              <a:rPr lang="en-GB" dirty="0"/>
              <a:t>form </a:t>
            </a:r>
            <a:r>
              <a:rPr lang="en-GB" sz="1800" dirty="0">
                <a:solidFill>
                  <a:schemeClr val="tx1"/>
                </a:solidFill>
              </a:rPr>
              <a:t>and convert it into another form humans can process such as sound, images or vibrations.</a:t>
            </a:r>
          </a:p>
        </p:txBody>
      </p:sp>
    </p:spTree>
    <p:extLst>
      <p:ext uri="{BB962C8B-B14F-4D97-AF65-F5344CB8AC3E}">
        <p14:creationId xmlns:p14="http://schemas.microsoft.com/office/powerpoint/2010/main" val="1343844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close up of electronics&#10;&#10;Description automatically generated">
            <a:extLst>
              <a:ext uri="{FF2B5EF4-FFF2-40B4-BE49-F238E27FC236}">
                <a16:creationId xmlns:a16="http://schemas.microsoft.com/office/drawing/2014/main" id="{FAFB9E8D-F684-44D1-A7FF-B4A55C69AD7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1557" y="3600450"/>
            <a:ext cx="5271445" cy="34910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360643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 of output devices</a:t>
            </a:r>
          </a:p>
        </p:txBody>
      </p:sp>
      <p:pic>
        <p:nvPicPr>
          <p:cNvPr id="3" name="Picture 2" descr="A close up of a speaker&#10;&#10;Description automatically generated">
            <a:extLst>
              <a:ext uri="{FF2B5EF4-FFF2-40B4-BE49-F238E27FC236}">
                <a16:creationId xmlns:a16="http://schemas.microsoft.com/office/drawing/2014/main" id="{27D8B011-F0F5-43F8-B0E3-F0283BF063D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3" y="1052818"/>
            <a:ext cx="2657336" cy="5805182"/>
          </a:xfrm>
          <a:prstGeom prst="rect">
            <a:avLst/>
          </a:prstGeom>
        </p:spPr>
      </p:pic>
      <p:pic>
        <p:nvPicPr>
          <p:cNvPr id="4" name="Picture 3" descr="A close up of a speaker&#10;&#10;Description automatically generated">
            <a:extLst>
              <a:ext uri="{FF2B5EF4-FFF2-40B4-BE49-F238E27FC236}">
                <a16:creationId xmlns:a16="http://schemas.microsoft.com/office/drawing/2014/main" id="{817DC2FE-9800-4F6A-85DC-92FC607B82B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7637" y="1052818"/>
            <a:ext cx="2524363" cy="5805182"/>
          </a:xfrm>
          <a:prstGeom prst="rect">
            <a:avLst/>
          </a:prstGeom>
        </p:spPr>
      </p:pic>
      <p:pic>
        <p:nvPicPr>
          <p:cNvPr id="8" name="Picture 7" descr="A close up of electronics&#10;&#10;Description automatically generated">
            <a:extLst>
              <a:ext uri="{FF2B5EF4-FFF2-40B4-BE49-F238E27FC236}">
                <a16:creationId xmlns:a16="http://schemas.microsoft.com/office/drawing/2014/main" id="{1BEB6F86-D4FA-4024-A3B2-21874BC9D43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2243" y="959382"/>
            <a:ext cx="3597711" cy="3054084"/>
          </a:xfrm>
          <a:prstGeom prst="rect">
            <a:avLst/>
          </a:prstGeom>
        </p:spPr>
      </p:pic>
      <p:pic>
        <p:nvPicPr>
          <p:cNvPr id="14" name="Picture 13" descr="A picture containing electronics, indoor, printer, sitting&#10;&#10;Description automatically generated">
            <a:extLst>
              <a:ext uri="{FF2B5EF4-FFF2-40B4-BE49-F238E27FC236}">
                <a16:creationId xmlns:a16="http://schemas.microsoft.com/office/drawing/2014/main" id="{51E8268D-1697-4655-92CF-3EDA67757E4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78806" y="4305300"/>
            <a:ext cx="3338303" cy="2030210"/>
          </a:xfrm>
          <a:prstGeom prst="rect">
            <a:avLst/>
          </a:prstGeom>
        </p:spPr>
      </p:pic>
      <p:pic>
        <p:nvPicPr>
          <p:cNvPr id="16" name="Picture 15" descr="A close up of electronics&#10;&#10;Description automatically generated">
            <a:extLst>
              <a:ext uri="{FF2B5EF4-FFF2-40B4-BE49-F238E27FC236}">
                <a16:creationId xmlns:a16="http://schemas.microsoft.com/office/drawing/2014/main" id="{E2F57BFA-F8BC-4630-AB6B-D89E4198C35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7654" y="413015"/>
            <a:ext cx="5382537" cy="400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297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10229611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Specific output devices you need to know about for the exam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0858CDA3-D0BC-8AF9-42A1-6F5150AE3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721696"/>
              </p:ext>
            </p:extLst>
          </p:nvPr>
        </p:nvGraphicFramePr>
        <p:xfrm>
          <a:off x="333828" y="1064897"/>
          <a:ext cx="11519999" cy="555983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353388">
                  <a:extLst>
                    <a:ext uri="{9D8B030D-6E8A-4147-A177-3AD203B41FA5}">
                      <a16:colId xmlns:a16="http://schemas.microsoft.com/office/drawing/2014/main" val="1211425318"/>
                    </a:ext>
                  </a:extLst>
                </a:gridCol>
                <a:gridCol w="3415004">
                  <a:extLst>
                    <a:ext uri="{9D8B030D-6E8A-4147-A177-3AD203B41FA5}">
                      <a16:colId xmlns:a16="http://schemas.microsoft.com/office/drawing/2014/main" val="976805125"/>
                    </a:ext>
                  </a:extLst>
                </a:gridCol>
                <a:gridCol w="2332653">
                  <a:extLst>
                    <a:ext uri="{9D8B030D-6E8A-4147-A177-3AD203B41FA5}">
                      <a16:colId xmlns:a16="http://schemas.microsoft.com/office/drawing/2014/main" val="1773926124"/>
                    </a:ext>
                  </a:extLst>
                </a:gridCol>
                <a:gridCol w="3418954">
                  <a:extLst>
                    <a:ext uri="{9D8B030D-6E8A-4147-A177-3AD203B41FA5}">
                      <a16:colId xmlns:a16="http://schemas.microsoft.com/office/drawing/2014/main" val="944640489"/>
                    </a:ext>
                  </a:extLst>
                </a:gridCol>
              </a:tblGrid>
              <a:tr h="1389959">
                <a:tc>
                  <a:txBody>
                    <a:bodyPr/>
                    <a:lstStyle/>
                    <a:p>
                      <a:r>
                        <a:rPr lang="en-GB" b="1" dirty="0"/>
                        <a:t>Actuator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 anchor="ctr"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Light-emitting diode (LED) screen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 anchor="ctr"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0881274"/>
                  </a:ext>
                </a:extLst>
              </a:tr>
              <a:tr h="1389959">
                <a:tc>
                  <a:txBody>
                    <a:bodyPr/>
                    <a:lstStyle/>
                    <a:p>
                      <a:r>
                        <a:rPr lang="en-GB" b="1" dirty="0"/>
                        <a:t>Digital light processing (DLP) projector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 anchor="ctr"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Liquid crystal display (LCD) projector/screen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 anchor="ctr"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09908387"/>
                  </a:ext>
                </a:extLst>
              </a:tr>
              <a:tr h="1389959">
                <a:tc>
                  <a:txBody>
                    <a:bodyPr/>
                    <a:lstStyle/>
                    <a:p>
                      <a:r>
                        <a:rPr lang="en-GB" b="1" dirty="0"/>
                        <a:t>Inkjet printer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Speaker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4028073"/>
                  </a:ext>
                </a:extLst>
              </a:tr>
              <a:tr h="1389959">
                <a:tc>
                  <a:txBody>
                    <a:bodyPr/>
                    <a:lstStyle/>
                    <a:p>
                      <a:r>
                        <a:rPr lang="en-GB" b="1" dirty="0"/>
                        <a:t>Laser printer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3D printer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4619445"/>
                  </a:ext>
                </a:extLst>
              </a:tr>
            </a:tbl>
          </a:graphicData>
        </a:graphic>
      </p:graphicFrame>
      <p:pic>
        <p:nvPicPr>
          <p:cNvPr id="13" name="Picture 12" descr="A close up of a speaker&#10;&#10;Description automatically generated">
            <a:extLst>
              <a:ext uri="{FF2B5EF4-FFF2-40B4-BE49-F238E27FC236}">
                <a16:creationId xmlns:a16="http://schemas.microsoft.com/office/drawing/2014/main" id="{F8DEF9A4-9A14-F30F-CD44-55502388F3E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36979" y="3825130"/>
            <a:ext cx="642727" cy="1404094"/>
          </a:xfrm>
          <a:prstGeom prst="rect">
            <a:avLst/>
          </a:prstGeom>
        </p:spPr>
      </p:pic>
      <p:pic>
        <p:nvPicPr>
          <p:cNvPr id="14" name="Picture 13" descr="A close up of a speaker&#10;&#10;Description automatically generated">
            <a:extLst>
              <a:ext uri="{FF2B5EF4-FFF2-40B4-BE49-F238E27FC236}">
                <a16:creationId xmlns:a16="http://schemas.microsoft.com/office/drawing/2014/main" id="{09D2842C-81D3-A974-30DF-A1483E97585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49025" y="3838385"/>
            <a:ext cx="604802" cy="1390840"/>
          </a:xfrm>
          <a:prstGeom prst="rect">
            <a:avLst/>
          </a:prstGeom>
        </p:spPr>
      </p:pic>
      <p:pic>
        <p:nvPicPr>
          <p:cNvPr id="4" name="Picture 3" descr="A picture containing weapon&#10;&#10;Description automatically generated">
            <a:extLst>
              <a:ext uri="{FF2B5EF4-FFF2-40B4-BE49-F238E27FC236}">
                <a16:creationId xmlns:a16="http://schemas.microsoft.com/office/drawing/2014/main" id="{05D455A6-344C-A9D2-4522-A7F3D92235D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93553" y="1064897"/>
            <a:ext cx="2202447" cy="1468298"/>
          </a:xfrm>
          <a:prstGeom prst="rect">
            <a:avLst/>
          </a:prstGeom>
        </p:spPr>
      </p:pic>
      <p:pic>
        <p:nvPicPr>
          <p:cNvPr id="7" name="Picture 6" descr="A picture containing metalware, barbell&#10;&#10;Description automatically generated">
            <a:extLst>
              <a:ext uri="{FF2B5EF4-FFF2-40B4-BE49-F238E27FC236}">
                <a16:creationId xmlns:a16="http://schemas.microsoft.com/office/drawing/2014/main" id="{96643B1F-F786-5E58-95EE-844C44B88F4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9825" y="739512"/>
            <a:ext cx="2277884" cy="1708413"/>
          </a:xfrm>
          <a:prstGeom prst="rect">
            <a:avLst/>
          </a:prstGeom>
        </p:spPr>
      </p:pic>
      <p:pic>
        <p:nvPicPr>
          <p:cNvPr id="9" name="Picture 8" descr="A picture containing electronics, projector&#10;&#10;Description automatically generated">
            <a:extLst>
              <a:ext uri="{FF2B5EF4-FFF2-40B4-BE49-F238E27FC236}">
                <a16:creationId xmlns:a16="http://schemas.microsoft.com/office/drawing/2014/main" id="{83511E99-23F0-BF99-A307-BECB7C9EBA9B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8342" y="2160105"/>
            <a:ext cx="3121055" cy="20669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7FDA21-3065-E8FE-03BB-ACF0044CA430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42428" y="3881867"/>
            <a:ext cx="2043971" cy="1347358"/>
          </a:xfrm>
          <a:prstGeom prst="rect">
            <a:avLst/>
          </a:prstGeom>
        </p:spPr>
      </p:pic>
      <p:pic>
        <p:nvPicPr>
          <p:cNvPr id="20" name="Picture 19" descr="A close-up of a computer part&#10;&#10;Description automatically generated with low confidence">
            <a:extLst>
              <a:ext uri="{FF2B5EF4-FFF2-40B4-BE49-F238E27FC236}">
                <a16:creationId xmlns:a16="http://schemas.microsoft.com/office/drawing/2014/main" id="{BF9F4672-7594-9839-0C0D-971542708E8C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8735" y="5158672"/>
            <a:ext cx="2513338" cy="14192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5E6D98E-DB32-A98D-1EC8-694CBFB160D0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36056" y="1071445"/>
            <a:ext cx="3420152" cy="1377815"/>
          </a:xfrm>
          <a:prstGeom prst="rect">
            <a:avLst/>
          </a:prstGeom>
        </p:spPr>
      </p:pic>
      <p:pic>
        <p:nvPicPr>
          <p:cNvPr id="26" name="Picture 25" descr="A picture containing indoor, kitchenware&#10;&#10;Description automatically generated">
            <a:extLst>
              <a:ext uri="{FF2B5EF4-FFF2-40B4-BE49-F238E27FC236}">
                <a16:creationId xmlns:a16="http://schemas.microsoft.com/office/drawing/2014/main" id="{7A45C3AB-716D-6884-E06D-BE3090FEEE11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5291" y="5093591"/>
            <a:ext cx="3121055" cy="1593676"/>
          </a:xfrm>
          <a:prstGeom prst="rect">
            <a:avLst/>
          </a:prstGeom>
        </p:spPr>
      </p:pic>
      <p:pic>
        <p:nvPicPr>
          <p:cNvPr id="28" name="Picture 27" descr="A picture containing camera lens&#10;&#10;Description automatically generated">
            <a:extLst>
              <a:ext uri="{FF2B5EF4-FFF2-40B4-BE49-F238E27FC236}">
                <a16:creationId xmlns:a16="http://schemas.microsoft.com/office/drawing/2014/main" id="{C47EB8B1-25AB-AAC9-6B29-7DC92BFCC341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clrChange>
              <a:clrFrom>
                <a:srgbClr val="C4C3BF"/>
              </a:clrFrom>
              <a:clrTo>
                <a:srgbClr val="C4C3B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1054" y="2460043"/>
            <a:ext cx="2068271" cy="137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57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8D534E02-C0FE-42B9-9857-E24CF98A6C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0" y="905113"/>
            <a:ext cx="5334000" cy="535016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57E90DC-9038-49BD-A1B4-E4D528FF40D9}"/>
              </a:ext>
            </a:extLst>
          </p:cNvPr>
          <p:cNvSpPr/>
          <p:nvPr/>
        </p:nvSpPr>
        <p:spPr>
          <a:xfrm>
            <a:off x="176565" y="1155106"/>
            <a:ext cx="6065615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section of the syllabus has been greatly simplified for exams taking place from 2023 onwards.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In the old syllabus, candidates needed to know details of how each output device operates – for example, how a laser printer actually replicates a digital image on paper.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Now, candidates only need to know: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what each device does;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why it does it; and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when it might be used.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There are still many textbooks, revision books and online videos that go into depth about how each device physically functions – you will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be examined on this.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069235-7B6B-4EB4-A186-3713385456D6}"/>
              </a:ext>
            </a:extLst>
          </p:cNvPr>
          <p:cNvSpPr/>
          <p:nvPr/>
        </p:nvSpPr>
        <p:spPr>
          <a:xfrm>
            <a:off x="176565" y="523174"/>
            <a:ext cx="6306531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note from the exam board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749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DAC8CFE1-1873-13A5-7B76-C9021910AD8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92564" y="2715197"/>
            <a:ext cx="6716375" cy="4478694"/>
          </a:xfrm>
          <a:prstGeom prst="rect">
            <a:avLst/>
          </a:prstGeom>
        </p:spPr>
      </p:pic>
      <p:pic>
        <p:nvPicPr>
          <p:cNvPr id="8" name="Picture 7" descr="A close-up of a syringe&#10;&#10;Description automatically generated with medium confidence">
            <a:extLst>
              <a:ext uri="{FF2B5EF4-FFF2-40B4-BE49-F238E27FC236}">
                <a16:creationId xmlns:a16="http://schemas.microsoft.com/office/drawing/2014/main" id="{75F1380C-4332-13DC-20B7-1EE4E0500E4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1594817" y="457979"/>
            <a:ext cx="7469031" cy="445003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Actuator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8E80D0-CB91-E613-61FD-E5943E764D5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3233" y="489459"/>
            <a:ext cx="4344785" cy="29395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A05792-DE11-F815-DB61-3F75B914A2B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4321" y="3544006"/>
            <a:ext cx="4737003" cy="30543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62BE4A-67BA-E978-96B8-2ED11F26C580}"/>
              </a:ext>
            </a:extLst>
          </p:cNvPr>
          <p:cNvSpPr txBox="1"/>
          <p:nvPr/>
        </p:nvSpPr>
        <p:spPr>
          <a:xfrm>
            <a:off x="220675" y="974512"/>
            <a:ext cx="10665608" cy="1000274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Actuators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come in a variety of shapes and sizes. Each version is purpose-built for a specific function, but they essentially all achieve the same goal, which is to carry out some sort of physical movement.</a:t>
            </a:r>
          </a:p>
        </p:txBody>
      </p:sp>
    </p:spTree>
    <p:extLst>
      <p:ext uri="{BB962C8B-B14F-4D97-AF65-F5344CB8AC3E}">
        <p14:creationId xmlns:p14="http://schemas.microsoft.com/office/powerpoint/2010/main" val="1717649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DAC8CFE1-1873-13A5-7B76-C9021910AD8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92564" y="2715197"/>
            <a:ext cx="6716375" cy="4478694"/>
          </a:xfrm>
          <a:prstGeom prst="rect">
            <a:avLst/>
          </a:prstGeom>
        </p:spPr>
      </p:pic>
      <p:pic>
        <p:nvPicPr>
          <p:cNvPr id="8" name="Picture 7" descr="A close-up of a syringe&#10;&#10;Description automatically generated with medium confidence">
            <a:extLst>
              <a:ext uri="{FF2B5EF4-FFF2-40B4-BE49-F238E27FC236}">
                <a16:creationId xmlns:a16="http://schemas.microsoft.com/office/drawing/2014/main" id="{75F1380C-4332-13DC-20B7-1EE4E0500E4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1594817" y="457979"/>
            <a:ext cx="7469031" cy="445003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Actuator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8E80D0-CB91-E613-61FD-E5943E764D5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3233" y="489459"/>
            <a:ext cx="4344785" cy="29395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A05792-DE11-F815-DB61-3F75B914A2B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4321" y="3544006"/>
            <a:ext cx="4737003" cy="30543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B962FE-D07D-53F0-3A43-ACBDE950C681}"/>
              </a:ext>
            </a:extLst>
          </p:cNvPr>
          <p:cNvSpPr txBox="1"/>
          <p:nvPr/>
        </p:nvSpPr>
        <p:spPr>
          <a:xfrm>
            <a:off x="220675" y="974512"/>
            <a:ext cx="10665608" cy="3447098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Actuators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come in a variety of shapes and sizes. Each version is purpose-built for a specific function, but they essentially all achieve the same goal, which is to carry out some sort of physical movement.</a:t>
            </a:r>
          </a:p>
          <a:p>
            <a:pPr>
              <a:spcAft>
                <a:spcPts val="600"/>
              </a:spcAft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is it typically used for?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Starting and stopping a pump or flow control device.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Opening and closing an automatic door.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Turning a wheel.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Opening and closing a </a:t>
            </a:r>
            <a:r>
              <a:rPr lang="en-GB" dirty="0"/>
              <a:t>valve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Starting and stopping a conveyer belt.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Operating an aircraft’s wing flaps.</a:t>
            </a:r>
          </a:p>
        </p:txBody>
      </p:sp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DAC8CFE1-1873-13A5-7B76-C9021910AD8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92564" y="2715197"/>
            <a:ext cx="6716375" cy="4478694"/>
          </a:xfrm>
          <a:prstGeom prst="rect">
            <a:avLst/>
          </a:prstGeom>
        </p:spPr>
      </p:pic>
      <p:pic>
        <p:nvPicPr>
          <p:cNvPr id="8" name="Picture 7" descr="A close-up of a syringe&#10;&#10;Description automatically generated with medium confidence">
            <a:extLst>
              <a:ext uri="{FF2B5EF4-FFF2-40B4-BE49-F238E27FC236}">
                <a16:creationId xmlns:a16="http://schemas.microsoft.com/office/drawing/2014/main" id="{75F1380C-4332-13DC-20B7-1EE4E0500E4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1594817" y="457979"/>
            <a:ext cx="7469031" cy="445003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Actuator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8E80D0-CB91-E613-61FD-E5943E764D5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3233" y="489459"/>
            <a:ext cx="4344785" cy="29395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A05792-DE11-F815-DB61-3F75B914A2B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4321" y="3544006"/>
            <a:ext cx="4737003" cy="30543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F15DFC-66CB-643E-9C18-09D24E31E955}"/>
              </a:ext>
            </a:extLst>
          </p:cNvPr>
          <p:cNvSpPr txBox="1"/>
          <p:nvPr/>
        </p:nvSpPr>
        <p:spPr>
          <a:xfrm>
            <a:off x="220675" y="974512"/>
            <a:ext cx="10665608" cy="5062924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Actuators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come in a variety of shapes and sizes. Each version is purpose-built for a specific function, but they essentially all achieve the same goal, which is to carry out some sort of physical movement.</a:t>
            </a:r>
          </a:p>
          <a:p>
            <a:pPr>
              <a:spcAft>
                <a:spcPts val="600"/>
              </a:spcAft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is it typically used for?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Starting and stopping a pump or flow control device.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Opening and closing an automatic door.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Turning a wheel.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Opening and closing a </a:t>
            </a:r>
            <a:r>
              <a:rPr lang="en-GB" dirty="0"/>
              <a:t>valve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Starting and stopping a conveyer belt.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Operating an aircraft’s wing flaps.</a:t>
            </a:r>
          </a:p>
          <a:p>
            <a:pPr>
              <a:spcAft>
                <a:spcPts val="600"/>
              </a:spcAft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Why is it required?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Actuators are commonly used in conjunction with a motor to translate digital signals into actual, real-world movement of physical objects in all manner of ways.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They are also often used with sensors to control many kinds of mechanisms.</a:t>
            </a: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905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268106DE-2300-6A55-9745-0FFA186D1FC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1582" y="457857"/>
            <a:ext cx="5227742" cy="42354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Digital light processing (DLP) projector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01A1EF3-2AE5-22CF-D337-4C1BB49CE8D3}"/>
              </a:ext>
            </a:extLst>
          </p:cNvPr>
          <p:cNvGrpSpPr/>
          <p:nvPr/>
        </p:nvGrpSpPr>
        <p:grpSpPr>
          <a:xfrm>
            <a:off x="10433097" y="4548020"/>
            <a:ext cx="1805468" cy="2312317"/>
            <a:chOff x="10433097" y="4548020"/>
            <a:chExt cx="1805468" cy="231231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830B059-645B-4927-29DB-AD6B33E6FFDC}"/>
                </a:ext>
              </a:extLst>
            </p:cNvPr>
            <p:cNvSpPr txBox="1"/>
            <p:nvPr/>
          </p:nvSpPr>
          <p:spPr>
            <a:xfrm>
              <a:off x="10450286" y="6491005"/>
              <a:ext cx="17541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dirty="0">
                  <a:latin typeface="Calibri" panose="020F0502020204030204" pitchFamily="34" charset="0"/>
                  <a:cs typeface="Times New Roman" panose="02020603050405020304" pitchFamily="18" charset="0"/>
                </a:rPr>
                <a:t>Screen</a:t>
              </a:r>
            </a:p>
          </p:txBody>
        </p:sp>
        <p:pic>
          <p:nvPicPr>
            <p:cNvPr id="91" name="Picture 90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5CDA32E4-82AE-C90E-D048-D6D5EF31D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433097" y="4548020"/>
              <a:ext cx="1805468" cy="1805468"/>
            </a:xfrm>
            <a:prstGeom prst="rect">
              <a:avLst/>
            </a:prstGeom>
          </p:spPr>
        </p:pic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E5766F8-665D-0C93-E74C-AAFDCF89FC88}"/>
              </a:ext>
            </a:extLst>
          </p:cNvPr>
          <p:cNvGrpSpPr/>
          <p:nvPr/>
        </p:nvGrpSpPr>
        <p:grpSpPr>
          <a:xfrm>
            <a:off x="0" y="4678595"/>
            <a:ext cx="2275570" cy="2179405"/>
            <a:chOff x="0" y="4678595"/>
            <a:chExt cx="2275570" cy="2179405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FFBC356-426C-B9C7-13E0-795504EB283C}"/>
                </a:ext>
              </a:extLst>
            </p:cNvPr>
            <p:cNvSpPr txBox="1"/>
            <p:nvPr/>
          </p:nvSpPr>
          <p:spPr>
            <a:xfrm>
              <a:off x="0" y="6488668"/>
              <a:ext cx="17541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dirty="0">
                  <a:latin typeface="Calibri" panose="020F0502020204030204" pitchFamily="34" charset="0"/>
                  <a:cs typeface="Times New Roman" panose="02020603050405020304" pitchFamily="18" charset="0"/>
                </a:rPr>
                <a:t>White light</a:t>
              </a:r>
            </a:p>
          </p:txBody>
        </p:sp>
        <p:pic>
          <p:nvPicPr>
            <p:cNvPr id="62" name="Picture 61" descr="Icon&#10;&#10;Description automatically generated">
              <a:extLst>
                <a:ext uri="{FF2B5EF4-FFF2-40B4-BE49-F238E27FC236}">
                  <a16:creationId xmlns:a16="http://schemas.microsoft.com/office/drawing/2014/main" id="{D4B98273-C469-0221-2DC7-FC4D6561B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0675" y="4678595"/>
              <a:ext cx="1279541" cy="1279541"/>
            </a:xfrm>
            <a:prstGeom prst="rect">
              <a:avLst/>
            </a:prstGeom>
          </p:spPr>
        </p:pic>
        <p:sp>
          <p:nvSpPr>
            <p:cNvPr id="94" name="Arrow: Right 93">
              <a:extLst>
                <a:ext uri="{FF2B5EF4-FFF2-40B4-BE49-F238E27FC236}">
                  <a16:creationId xmlns:a16="http://schemas.microsoft.com/office/drawing/2014/main" id="{A935A718-4492-F64C-7A4B-6E4C4E631C23}"/>
                </a:ext>
              </a:extLst>
            </p:cNvPr>
            <p:cNvSpPr/>
            <p:nvPr/>
          </p:nvSpPr>
          <p:spPr>
            <a:xfrm>
              <a:off x="1679303" y="5122506"/>
              <a:ext cx="596267" cy="369332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F63F474-1701-9E58-9063-FDC35B738C05}"/>
              </a:ext>
            </a:extLst>
          </p:cNvPr>
          <p:cNvGrpSpPr/>
          <p:nvPr/>
        </p:nvGrpSpPr>
        <p:grpSpPr>
          <a:xfrm>
            <a:off x="1754155" y="4441734"/>
            <a:ext cx="1854432" cy="2416266"/>
            <a:chOff x="1754155" y="4441734"/>
            <a:chExt cx="1854432" cy="2416266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E225DA7-BEE9-594B-9C08-6A3A2F5F9FDB}"/>
                </a:ext>
              </a:extLst>
            </p:cNvPr>
            <p:cNvSpPr txBox="1"/>
            <p:nvPr/>
          </p:nvSpPr>
          <p:spPr>
            <a:xfrm>
              <a:off x="1754155" y="6488668"/>
              <a:ext cx="17541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dirty="0">
                  <a:latin typeface="Calibri" panose="020F0502020204030204" pitchFamily="34" charset="0"/>
                  <a:cs typeface="Times New Roman" panose="02020603050405020304" pitchFamily="18" charset="0"/>
                </a:rPr>
                <a:t>Condensing lens</a:t>
              </a:r>
            </a:p>
          </p:txBody>
        </p:sp>
        <p:grpSp>
          <p:nvGrpSpPr>
            <p:cNvPr id="68" name="Graphic 63">
              <a:extLst>
                <a:ext uri="{FF2B5EF4-FFF2-40B4-BE49-F238E27FC236}">
                  <a16:creationId xmlns:a16="http://schemas.microsoft.com/office/drawing/2014/main" id="{0E3A1D33-79A3-9970-1847-5C6B817F3D22}"/>
                </a:ext>
              </a:extLst>
            </p:cNvPr>
            <p:cNvGrpSpPr/>
            <p:nvPr/>
          </p:nvGrpSpPr>
          <p:grpSpPr>
            <a:xfrm rot="16200000">
              <a:off x="1766021" y="5109140"/>
              <a:ext cx="1740924" cy="406112"/>
              <a:chOff x="1123527" y="3887072"/>
              <a:chExt cx="4514529" cy="2148283"/>
            </a:xfrm>
          </p:grpSpPr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5E0F3E11-9964-C9DE-683A-719BA6A14555}"/>
                  </a:ext>
                </a:extLst>
              </p:cNvPr>
              <p:cNvSpPr/>
              <p:nvPr/>
            </p:nvSpPr>
            <p:spPr>
              <a:xfrm>
                <a:off x="1123527" y="4481061"/>
                <a:ext cx="4514491" cy="1554294"/>
              </a:xfrm>
              <a:custGeom>
                <a:avLst/>
                <a:gdLst>
                  <a:gd name="connsiteX0" fmla="*/ 4514338 w 4514491"/>
                  <a:gd name="connsiteY0" fmla="*/ 0 h 1554294"/>
                  <a:gd name="connsiteX1" fmla="*/ 2257170 w 4514491"/>
                  <a:gd name="connsiteY1" fmla="*/ 0 h 1554294"/>
                  <a:gd name="connsiteX2" fmla="*/ 154 w 4514491"/>
                  <a:gd name="connsiteY2" fmla="*/ 0 h 1554294"/>
                  <a:gd name="connsiteX3" fmla="*/ 1697319 w 4514491"/>
                  <a:gd name="connsiteY3" fmla="*/ 1510446 h 1554294"/>
                  <a:gd name="connsiteX4" fmla="*/ 2817221 w 4514491"/>
                  <a:gd name="connsiteY4" fmla="*/ 1510436 h 1554294"/>
                  <a:gd name="connsiteX5" fmla="*/ 4514338 w 4514491"/>
                  <a:gd name="connsiteY5" fmla="*/ 0 h 1554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514491" h="1554294">
                    <a:moveTo>
                      <a:pt x="4514338" y="0"/>
                    </a:moveTo>
                    <a:cubicBezTo>
                      <a:pt x="4514338" y="0"/>
                      <a:pt x="2257322" y="0"/>
                      <a:pt x="2257170" y="0"/>
                    </a:cubicBezTo>
                    <a:lnTo>
                      <a:pt x="154" y="0"/>
                    </a:lnTo>
                    <a:cubicBezTo>
                      <a:pt x="154" y="0"/>
                      <a:pt x="-50757" y="1187987"/>
                      <a:pt x="1697319" y="1510446"/>
                    </a:cubicBezTo>
                    <a:cubicBezTo>
                      <a:pt x="2077195" y="1556480"/>
                      <a:pt x="2439250" y="1580159"/>
                      <a:pt x="2817221" y="1510436"/>
                    </a:cubicBezTo>
                    <a:cubicBezTo>
                      <a:pt x="4565249" y="1187977"/>
                      <a:pt x="4514338" y="0"/>
                      <a:pt x="4514338" y="0"/>
                    </a:cubicBezTo>
                    <a:close/>
                  </a:path>
                </a:pathLst>
              </a:custGeom>
              <a:solidFill>
                <a:srgbClr val="B3DAF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0BA1190-48B2-0100-87EF-777165AF3817}"/>
                  </a:ext>
                </a:extLst>
              </p:cNvPr>
              <p:cNvSpPr/>
              <p:nvPr/>
            </p:nvSpPr>
            <p:spPr>
              <a:xfrm>
                <a:off x="2764200" y="4481099"/>
                <a:ext cx="2873855" cy="1554239"/>
              </a:xfrm>
              <a:custGeom>
                <a:avLst/>
                <a:gdLst>
                  <a:gd name="connsiteX0" fmla="*/ 1176547 w 2873855"/>
                  <a:gd name="connsiteY0" fmla="*/ 1510408 h 1554239"/>
                  <a:gd name="connsiteX1" fmla="*/ 56626 w 2873855"/>
                  <a:gd name="connsiteY1" fmla="*/ 1510408 h 1554239"/>
                  <a:gd name="connsiteX2" fmla="*/ 0 w 2873855"/>
                  <a:gd name="connsiteY2" fmla="*/ 1499511 h 1554239"/>
                  <a:gd name="connsiteX3" fmla="*/ 921391 w 2873855"/>
                  <a:gd name="connsiteY3" fmla="*/ 1477728 h 1554239"/>
                  <a:gd name="connsiteX4" fmla="*/ 2618251 w 2873855"/>
                  <a:gd name="connsiteY4" fmla="*/ 0 h 1554239"/>
                  <a:gd name="connsiteX5" fmla="*/ 2873702 w 2873855"/>
                  <a:gd name="connsiteY5" fmla="*/ 0 h 1554239"/>
                  <a:gd name="connsiteX6" fmla="*/ 1176547 w 2873855"/>
                  <a:gd name="connsiteY6" fmla="*/ 1510408 h 1554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3855" h="1554239">
                    <a:moveTo>
                      <a:pt x="1176547" y="1510408"/>
                    </a:moveTo>
                    <a:cubicBezTo>
                      <a:pt x="798624" y="1580083"/>
                      <a:pt x="436512" y="1556433"/>
                      <a:pt x="56626" y="1510408"/>
                    </a:cubicBezTo>
                    <a:cubicBezTo>
                      <a:pt x="37490" y="1506874"/>
                      <a:pt x="18650" y="1503245"/>
                      <a:pt x="0" y="1499511"/>
                    </a:cubicBezTo>
                    <a:cubicBezTo>
                      <a:pt x="308934" y="1529153"/>
                      <a:pt x="609809" y="1535135"/>
                      <a:pt x="921391" y="1477728"/>
                    </a:cubicBezTo>
                    <a:cubicBezTo>
                      <a:pt x="2496664" y="1187149"/>
                      <a:pt x="2610993" y="193529"/>
                      <a:pt x="2618251" y="0"/>
                    </a:cubicBezTo>
                    <a:lnTo>
                      <a:pt x="2873702" y="0"/>
                    </a:lnTo>
                    <a:cubicBezTo>
                      <a:pt x="2873702" y="0"/>
                      <a:pt x="2924537" y="1187939"/>
                      <a:pt x="1176547" y="1510408"/>
                    </a:cubicBezTo>
                    <a:close/>
                  </a:path>
                </a:pathLst>
              </a:custGeom>
              <a:solidFill>
                <a:srgbClr val="8AC9F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0852BD22-7411-2243-6BCA-4CE79C3596C5}"/>
                  </a:ext>
                </a:extLst>
              </p:cNvPr>
              <p:cNvSpPr/>
              <p:nvPr/>
            </p:nvSpPr>
            <p:spPr>
              <a:xfrm>
                <a:off x="1123681" y="3887072"/>
                <a:ext cx="4514335" cy="1187977"/>
              </a:xfrm>
              <a:custGeom>
                <a:avLst/>
                <a:gdLst>
                  <a:gd name="connsiteX0" fmla="*/ 4514336 w 4514335"/>
                  <a:gd name="connsiteY0" fmla="*/ 593989 h 1187977"/>
                  <a:gd name="connsiteX1" fmla="*/ 2257168 w 4514335"/>
                  <a:gd name="connsiteY1" fmla="*/ 1187977 h 1187977"/>
                  <a:gd name="connsiteX2" fmla="*/ 0 w 4514335"/>
                  <a:gd name="connsiteY2" fmla="*/ 593989 h 1187977"/>
                  <a:gd name="connsiteX3" fmla="*/ 2257168 w 4514335"/>
                  <a:gd name="connsiteY3" fmla="*/ 0 h 1187977"/>
                  <a:gd name="connsiteX4" fmla="*/ 4514336 w 4514335"/>
                  <a:gd name="connsiteY4" fmla="*/ 593989 h 1187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4335" h="1187977">
                    <a:moveTo>
                      <a:pt x="4514336" y="593989"/>
                    </a:moveTo>
                    <a:cubicBezTo>
                      <a:pt x="4514336" y="922040"/>
                      <a:pt x="3503767" y="1187977"/>
                      <a:pt x="2257168" y="1187977"/>
                    </a:cubicBezTo>
                    <a:cubicBezTo>
                      <a:pt x="1010569" y="1187977"/>
                      <a:pt x="0" y="922039"/>
                      <a:pt x="0" y="593989"/>
                    </a:cubicBezTo>
                    <a:cubicBezTo>
                      <a:pt x="0" y="265938"/>
                      <a:pt x="1010569" y="0"/>
                      <a:pt x="2257168" y="0"/>
                    </a:cubicBezTo>
                    <a:cubicBezTo>
                      <a:pt x="3503768" y="0"/>
                      <a:pt x="4514336" y="265938"/>
                      <a:pt x="4514336" y="593989"/>
                    </a:cubicBezTo>
                    <a:close/>
                  </a:path>
                </a:pathLst>
              </a:custGeom>
              <a:solidFill>
                <a:srgbClr val="EAF6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4BAD8C14-6C42-5431-D400-CEFAC93E7F00}"/>
                  </a:ext>
                </a:extLst>
              </p:cNvPr>
              <p:cNvSpPr/>
              <p:nvPr/>
            </p:nvSpPr>
            <p:spPr>
              <a:xfrm>
                <a:off x="1937611" y="3978836"/>
                <a:ext cx="3700386" cy="1096175"/>
              </a:xfrm>
              <a:custGeom>
                <a:avLst/>
                <a:gdLst>
                  <a:gd name="connsiteX0" fmla="*/ 3700386 w 3700386"/>
                  <a:gd name="connsiteY0" fmla="*/ 502263 h 1096175"/>
                  <a:gd name="connsiteX1" fmla="*/ 1443276 w 3700386"/>
                  <a:gd name="connsiteY1" fmla="*/ 1096175 h 1096175"/>
                  <a:gd name="connsiteX2" fmla="*/ 0 w 3700386"/>
                  <a:gd name="connsiteY2" fmla="*/ 958882 h 1096175"/>
                  <a:gd name="connsiteX3" fmla="*/ 1201179 w 3700386"/>
                  <a:gd name="connsiteY3" fmla="*/ 1049855 h 1096175"/>
                  <a:gd name="connsiteX4" fmla="*/ 3458394 w 3700386"/>
                  <a:gd name="connsiteY4" fmla="*/ 455838 h 1096175"/>
                  <a:gd name="connsiteX5" fmla="*/ 2648283 w 3700386"/>
                  <a:gd name="connsiteY5" fmla="*/ 0 h 1096175"/>
                  <a:gd name="connsiteX6" fmla="*/ 3700386 w 3700386"/>
                  <a:gd name="connsiteY6" fmla="*/ 502263 h 1096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00386" h="1096175">
                    <a:moveTo>
                      <a:pt x="3700386" y="502263"/>
                    </a:moveTo>
                    <a:cubicBezTo>
                      <a:pt x="3700386" y="830228"/>
                      <a:pt x="2689784" y="1096175"/>
                      <a:pt x="1443276" y="1096175"/>
                    </a:cubicBezTo>
                    <a:cubicBezTo>
                      <a:pt x="894407" y="1096175"/>
                      <a:pt x="391268" y="1044655"/>
                      <a:pt x="0" y="958882"/>
                    </a:cubicBezTo>
                    <a:cubicBezTo>
                      <a:pt x="347796" y="1016489"/>
                      <a:pt x="759666" y="1049855"/>
                      <a:pt x="1201179" y="1049855"/>
                    </a:cubicBezTo>
                    <a:cubicBezTo>
                      <a:pt x="2447792" y="1049855"/>
                      <a:pt x="3458394" y="783908"/>
                      <a:pt x="3458394" y="455838"/>
                    </a:cubicBezTo>
                    <a:cubicBezTo>
                      <a:pt x="3458394" y="272720"/>
                      <a:pt x="3143479" y="108928"/>
                      <a:pt x="2648283" y="0"/>
                    </a:cubicBezTo>
                    <a:cubicBezTo>
                      <a:pt x="3280563" y="105213"/>
                      <a:pt x="3700386" y="290789"/>
                      <a:pt x="3700386" y="502263"/>
                    </a:cubicBezTo>
                    <a:close/>
                  </a:path>
                </a:pathLst>
              </a:custGeom>
              <a:solidFill>
                <a:srgbClr val="D8ECF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95" name="Arrow: Right 94">
              <a:extLst>
                <a:ext uri="{FF2B5EF4-FFF2-40B4-BE49-F238E27FC236}">
                  <a16:creationId xmlns:a16="http://schemas.microsoft.com/office/drawing/2014/main" id="{9BCBC61C-D19C-C5B7-ADE8-1B03D3CE5E4C}"/>
                </a:ext>
              </a:extLst>
            </p:cNvPr>
            <p:cNvSpPr/>
            <p:nvPr/>
          </p:nvSpPr>
          <p:spPr>
            <a:xfrm>
              <a:off x="3012320" y="5123368"/>
              <a:ext cx="596267" cy="369332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C97D3B6-144C-126A-9D1B-9E1EFF1A38DC}"/>
              </a:ext>
            </a:extLst>
          </p:cNvPr>
          <p:cNvGrpSpPr/>
          <p:nvPr/>
        </p:nvGrpSpPr>
        <p:grpSpPr>
          <a:xfrm>
            <a:off x="3464767" y="4676183"/>
            <a:ext cx="2270001" cy="2181817"/>
            <a:chOff x="3464767" y="4676183"/>
            <a:chExt cx="2270001" cy="2181817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6187A93-903F-0474-D8A2-B9BF28F8CD19}"/>
                </a:ext>
              </a:extLst>
            </p:cNvPr>
            <p:cNvSpPr txBox="1"/>
            <p:nvPr/>
          </p:nvSpPr>
          <p:spPr>
            <a:xfrm>
              <a:off x="3464767" y="6488668"/>
              <a:ext cx="17541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dirty="0">
                  <a:latin typeface="Calibri" panose="020F0502020204030204" pitchFamily="34" charset="0"/>
                  <a:cs typeface="Times New Roman" panose="02020603050405020304" pitchFamily="18" charset="0"/>
                </a:rPr>
                <a:t>Colour filter</a:t>
              </a: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40BA8BC4-C95D-4687-2CC4-5A4987059C40}"/>
                </a:ext>
              </a:extLst>
            </p:cNvPr>
            <p:cNvGrpSpPr/>
            <p:nvPr/>
          </p:nvGrpSpPr>
          <p:grpSpPr>
            <a:xfrm>
              <a:off x="3703338" y="4676183"/>
              <a:ext cx="1308107" cy="1309095"/>
              <a:chOff x="3703338" y="4704176"/>
              <a:chExt cx="1308107" cy="1309095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10F14EB2-EB9F-80E3-026F-A338D475F13B}"/>
                  </a:ext>
                </a:extLst>
              </p:cNvPr>
              <p:cNvSpPr/>
              <p:nvPr/>
            </p:nvSpPr>
            <p:spPr>
              <a:xfrm>
                <a:off x="3703345" y="4704176"/>
                <a:ext cx="1308100" cy="13081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5" name="Partial Circle 84">
                <a:extLst>
                  <a:ext uri="{FF2B5EF4-FFF2-40B4-BE49-F238E27FC236}">
                    <a16:creationId xmlns:a16="http://schemas.microsoft.com/office/drawing/2014/main" id="{DC0CAF05-9731-43C7-867D-040B80164FA8}"/>
                  </a:ext>
                </a:extLst>
              </p:cNvPr>
              <p:cNvSpPr/>
              <p:nvPr/>
            </p:nvSpPr>
            <p:spPr>
              <a:xfrm>
                <a:off x="3703338" y="4705171"/>
                <a:ext cx="1308100" cy="1308100"/>
              </a:xfrm>
              <a:prstGeom prst="pie">
                <a:avLst>
                  <a:gd name="adj1" fmla="val 1782215"/>
                  <a:gd name="adj2" fmla="val 9150654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86" name="Partial Circle 85">
                <a:extLst>
                  <a:ext uri="{FF2B5EF4-FFF2-40B4-BE49-F238E27FC236}">
                    <a16:creationId xmlns:a16="http://schemas.microsoft.com/office/drawing/2014/main" id="{3809D057-2FF2-518A-D39E-1435753C07C9}"/>
                  </a:ext>
                </a:extLst>
              </p:cNvPr>
              <p:cNvSpPr/>
              <p:nvPr/>
            </p:nvSpPr>
            <p:spPr>
              <a:xfrm>
                <a:off x="3703338" y="4705171"/>
                <a:ext cx="1308100" cy="1308100"/>
              </a:xfrm>
              <a:prstGeom prst="pie">
                <a:avLst>
                  <a:gd name="adj1" fmla="val 16132602"/>
                  <a:gd name="adj2" fmla="val 1776773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96" name="Arrow: Right 95">
              <a:extLst>
                <a:ext uri="{FF2B5EF4-FFF2-40B4-BE49-F238E27FC236}">
                  <a16:creationId xmlns:a16="http://schemas.microsoft.com/office/drawing/2014/main" id="{F0923362-5341-D7B6-4489-C08CC118CA11}"/>
                </a:ext>
              </a:extLst>
            </p:cNvPr>
            <p:cNvSpPr/>
            <p:nvPr/>
          </p:nvSpPr>
          <p:spPr>
            <a:xfrm>
              <a:off x="5138501" y="5129020"/>
              <a:ext cx="596267" cy="369332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D54DE20-5795-2831-44C4-E4F748FB3416}"/>
              </a:ext>
            </a:extLst>
          </p:cNvPr>
          <p:cNvGrpSpPr/>
          <p:nvPr/>
        </p:nvGrpSpPr>
        <p:grpSpPr>
          <a:xfrm>
            <a:off x="5218922" y="4441794"/>
            <a:ext cx="1863412" cy="2416206"/>
            <a:chOff x="5218922" y="4441794"/>
            <a:chExt cx="1863412" cy="2416206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B37877D-9156-667F-C06A-7FEB5FDFB771}"/>
                </a:ext>
              </a:extLst>
            </p:cNvPr>
            <p:cNvSpPr txBox="1"/>
            <p:nvPr/>
          </p:nvSpPr>
          <p:spPr>
            <a:xfrm>
              <a:off x="5218922" y="6488668"/>
              <a:ext cx="17541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dirty="0">
                  <a:latin typeface="Calibri" panose="020F0502020204030204" pitchFamily="34" charset="0"/>
                  <a:cs typeface="Times New Roman" panose="02020603050405020304" pitchFamily="18" charset="0"/>
                </a:rPr>
                <a:t>Shaping lens</a:t>
              </a:r>
            </a:p>
          </p:txBody>
        </p:sp>
        <p:grpSp>
          <p:nvGrpSpPr>
            <p:cNvPr id="73" name="Graphic 63">
              <a:extLst>
                <a:ext uri="{FF2B5EF4-FFF2-40B4-BE49-F238E27FC236}">
                  <a16:creationId xmlns:a16="http://schemas.microsoft.com/office/drawing/2014/main" id="{86D31049-98B2-86FE-540D-88E06CFFB832}"/>
                </a:ext>
              </a:extLst>
            </p:cNvPr>
            <p:cNvGrpSpPr/>
            <p:nvPr/>
          </p:nvGrpSpPr>
          <p:grpSpPr>
            <a:xfrm rot="16200000">
              <a:off x="5225537" y="5109200"/>
              <a:ext cx="1740924" cy="406112"/>
              <a:chOff x="1123527" y="3887072"/>
              <a:chExt cx="4514529" cy="2148283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242C1DED-A3E0-D140-AA57-BB1A4A2247F2}"/>
                  </a:ext>
                </a:extLst>
              </p:cNvPr>
              <p:cNvSpPr/>
              <p:nvPr/>
            </p:nvSpPr>
            <p:spPr>
              <a:xfrm>
                <a:off x="1123527" y="4481061"/>
                <a:ext cx="4514491" cy="1554294"/>
              </a:xfrm>
              <a:custGeom>
                <a:avLst/>
                <a:gdLst>
                  <a:gd name="connsiteX0" fmla="*/ 4514338 w 4514491"/>
                  <a:gd name="connsiteY0" fmla="*/ 0 h 1554294"/>
                  <a:gd name="connsiteX1" fmla="*/ 2257170 w 4514491"/>
                  <a:gd name="connsiteY1" fmla="*/ 0 h 1554294"/>
                  <a:gd name="connsiteX2" fmla="*/ 154 w 4514491"/>
                  <a:gd name="connsiteY2" fmla="*/ 0 h 1554294"/>
                  <a:gd name="connsiteX3" fmla="*/ 1697319 w 4514491"/>
                  <a:gd name="connsiteY3" fmla="*/ 1510446 h 1554294"/>
                  <a:gd name="connsiteX4" fmla="*/ 2817221 w 4514491"/>
                  <a:gd name="connsiteY4" fmla="*/ 1510436 h 1554294"/>
                  <a:gd name="connsiteX5" fmla="*/ 4514338 w 4514491"/>
                  <a:gd name="connsiteY5" fmla="*/ 0 h 1554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514491" h="1554294">
                    <a:moveTo>
                      <a:pt x="4514338" y="0"/>
                    </a:moveTo>
                    <a:cubicBezTo>
                      <a:pt x="4514338" y="0"/>
                      <a:pt x="2257322" y="0"/>
                      <a:pt x="2257170" y="0"/>
                    </a:cubicBezTo>
                    <a:lnTo>
                      <a:pt x="154" y="0"/>
                    </a:lnTo>
                    <a:cubicBezTo>
                      <a:pt x="154" y="0"/>
                      <a:pt x="-50757" y="1187987"/>
                      <a:pt x="1697319" y="1510446"/>
                    </a:cubicBezTo>
                    <a:cubicBezTo>
                      <a:pt x="2077195" y="1556480"/>
                      <a:pt x="2439250" y="1580159"/>
                      <a:pt x="2817221" y="1510436"/>
                    </a:cubicBezTo>
                    <a:cubicBezTo>
                      <a:pt x="4565249" y="1187977"/>
                      <a:pt x="4514338" y="0"/>
                      <a:pt x="4514338" y="0"/>
                    </a:cubicBezTo>
                    <a:close/>
                  </a:path>
                </a:pathLst>
              </a:custGeom>
              <a:solidFill>
                <a:srgbClr val="B3DAF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365A17CF-DA7A-1A21-B32B-A49D2BD0F21B}"/>
                  </a:ext>
                </a:extLst>
              </p:cNvPr>
              <p:cNvSpPr/>
              <p:nvPr/>
            </p:nvSpPr>
            <p:spPr>
              <a:xfrm>
                <a:off x="2764200" y="4481099"/>
                <a:ext cx="2873855" cy="1554239"/>
              </a:xfrm>
              <a:custGeom>
                <a:avLst/>
                <a:gdLst>
                  <a:gd name="connsiteX0" fmla="*/ 1176547 w 2873855"/>
                  <a:gd name="connsiteY0" fmla="*/ 1510408 h 1554239"/>
                  <a:gd name="connsiteX1" fmla="*/ 56626 w 2873855"/>
                  <a:gd name="connsiteY1" fmla="*/ 1510408 h 1554239"/>
                  <a:gd name="connsiteX2" fmla="*/ 0 w 2873855"/>
                  <a:gd name="connsiteY2" fmla="*/ 1499511 h 1554239"/>
                  <a:gd name="connsiteX3" fmla="*/ 921391 w 2873855"/>
                  <a:gd name="connsiteY3" fmla="*/ 1477728 h 1554239"/>
                  <a:gd name="connsiteX4" fmla="*/ 2618251 w 2873855"/>
                  <a:gd name="connsiteY4" fmla="*/ 0 h 1554239"/>
                  <a:gd name="connsiteX5" fmla="*/ 2873702 w 2873855"/>
                  <a:gd name="connsiteY5" fmla="*/ 0 h 1554239"/>
                  <a:gd name="connsiteX6" fmla="*/ 1176547 w 2873855"/>
                  <a:gd name="connsiteY6" fmla="*/ 1510408 h 1554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3855" h="1554239">
                    <a:moveTo>
                      <a:pt x="1176547" y="1510408"/>
                    </a:moveTo>
                    <a:cubicBezTo>
                      <a:pt x="798624" y="1580083"/>
                      <a:pt x="436512" y="1556433"/>
                      <a:pt x="56626" y="1510408"/>
                    </a:cubicBezTo>
                    <a:cubicBezTo>
                      <a:pt x="37490" y="1506874"/>
                      <a:pt x="18650" y="1503245"/>
                      <a:pt x="0" y="1499511"/>
                    </a:cubicBezTo>
                    <a:cubicBezTo>
                      <a:pt x="308934" y="1529153"/>
                      <a:pt x="609809" y="1535135"/>
                      <a:pt x="921391" y="1477728"/>
                    </a:cubicBezTo>
                    <a:cubicBezTo>
                      <a:pt x="2496664" y="1187149"/>
                      <a:pt x="2610993" y="193529"/>
                      <a:pt x="2618251" y="0"/>
                    </a:cubicBezTo>
                    <a:lnTo>
                      <a:pt x="2873702" y="0"/>
                    </a:lnTo>
                    <a:cubicBezTo>
                      <a:pt x="2873702" y="0"/>
                      <a:pt x="2924537" y="1187939"/>
                      <a:pt x="1176547" y="1510408"/>
                    </a:cubicBezTo>
                    <a:close/>
                  </a:path>
                </a:pathLst>
              </a:custGeom>
              <a:solidFill>
                <a:srgbClr val="8AC9F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F118766B-16B2-DC04-72DC-507E8B446991}"/>
                  </a:ext>
                </a:extLst>
              </p:cNvPr>
              <p:cNvSpPr/>
              <p:nvPr/>
            </p:nvSpPr>
            <p:spPr>
              <a:xfrm>
                <a:off x="1123681" y="3887072"/>
                <a:ext cx="4514335" cy="1187977"/>
              </a:xfrm>
              <a:custGeom>
                <a:avLst/>
                <a:gdLst>
                  <a:gd name="connsiteX0" fmla="*/ 4514336 w 4514335"/>
                  <a:gd name="connsiteY0" fmla="*/ 593989 h 1187977"/>
                  <a:gd name="connsiteX1" fmla="*/ 2257168 w 4514335"/>
                  <a:gd name="connsiteY1" fmla="*/ 1187977 h 1187977"/>
                  <a:gd name="connsiteX2" fmla="*/ 0 w 4514335"/>
                  <a:gd name="connsiteY2" fmla="*/ 593989 h 1187977"/>
                  <a:gd name="connsiteX3" fmla="*/ 2257168 w 4514335"/>
                  <a:gd name="connsiteY3" fmla="*/ 0 h 1187977"/>
                  <a:gd name="connsiteX4" fmla="*/ 4514336 w 4514335"/>
                  <a:gd name="connsiteY4" fmla="*/ 593989 h 1187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4335" h="1187977">
                    <a:moveTo>
                      <a:pt x="4514336" y="593989"/>
                    </a:moveTo>
                    <a:cubicBezTo>
                      <a:pt x="4514336" y="922040"/>
                      <a:pt x="3503767" y="1187977"/>
                      <a:pt x="2257168" y="1187977"/>
                    </a:cubicBezTo>
                    <a:cubicBezTo>
                      <a:pt x="1010569" y="1187977"/>
                      <a:pt x="0" y="922039"/>
                      <a:pt x="0" y="593989"/>
                    </a:cubicBezTo>
                    <a:cubicBezTo>
                      <a:pt x="0" y="265938"/>
                      <a:pt x="1010569" y="0"/>
                      <a:pt x="2257168" y="0"/>
                    </a:cubicBezTo>
                    <a:cubicBezTo>
                      <a:pt x="3503768" y="0"/>
                      <a:pt x="4514336" y="265938"/>
                      <a:pt x="4514336" y="593989"/>
                    </a:cubicBezTo>
                    <a:close/>
                  </a:path>
                </a:pathLst>
              </a:custGeom>
              <a:solidFill>
                <a:srgbClr val="EAF6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0032C00B-B995-6FB5-ED11-109B885CC2A9}"/>
                  </a:ext>
                </a:extLst>
              </p:cNvPr>
              <p:cNvSpPr/>
              <p:nvPr/>
            </p:nvSpPr>
            <p:spPr>
              <a:xfrm>
                <a:off x="1937611" y="3978836"/>
                <a:ext cx="3700386" cy="1096175"/>
              </a:xfrm>
              <a:custGeom>
                <a:avLst/>
                <a:gdLst>
                  <a:gd name="connsiteX0" fmla="*/ 3700386 w 3700386"/>
                  <a:gd name="connsiteY0" fmla="*/ 502263 h 1096175"/>
                  <a:gd name="connsiteX1" fmla="*/ 1443276 w 3700386"/>
                  <a:gd name="connsiteY1" fmla="*/ 1096175 h 1096175"/>
                  <a:gd name="connsiteX2" fmla="*/ 0 w 3700386"/>
                  <a:gd name="connsiteY2" fmla="*/ 958882 h 1096175"/>
                  <a:gd name="connsiteX3" fmla="*/ 1201179 w 3700386"/>
                  <a:gd name="connsiteY3" fmla="*/ 1049855 h 1096175"/>
                  <a:gd name="connsiteX4" fmla="*/ 3458394 w 3700386"/>
                  <a:gd name="connsiteY4" fmla="*/ 455838 h 1096175"/>
                  <a:gd name="connsiteX5" fmla="*/ 2648283 w 3700386"/>
                  <a:gd name="connsiteY5" fmla="*/ 0 h 1096175"/>
                  <a:gd name="connsiteX6" fmla="*/ 3700386 w 3700386"/>
                  <a:gd name="connsiteY6" fmla="*/ 502263 h 1096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00386" h="1096175">
                    <a:moveTo>
                      <a:pt x="3700386" y="502263"/>
                    </a:moveTo>
                    <a:cubicBezTo>
                      <a:pt x="3700386" y="830228"/>
                      <a:pt x="2689784" y="1096175"/>
                      <a:pt x="1443276" y="1096175"/>
                    </a:cubicBezTo>
                    <a:cubicBezTo>
                      <a:pt x="894407" y="1096175"/>
                      <a:pt x="391268" y="1044655"/>
                      <a:pt x="0" y="958882"/>
                    </a:cubicBezTo>
                    <a:cubicBezTo>
                      <a:pt x="347796" y="1016489"/>
                      <a:pt x="759666" y="1049855"/>
                      <a:pt x="1201179" y="1049855"/>
                    </a:cubicBezTo>
                    <a:cubicBezTo>
                      <a:pt x="2447792" y="1049855"/>
                      <a:pt x="3458394" y="783908"/>
                      <a:pt x="3458394" y="455838"/>
                    </a:cubicBezTo>
                    <a:cubicBezTo>
                      <a:pt x="3458394" y="272720"/>
                      <a:pt x="3143479" y="108928"/>
                      <a:pt x="2648283" y="0"/>
                    </a:cubicBezTo>
                    <a:cubicBezTo>
                      <a:pt x="3280563" y="105213"/>
                      <a:pt x="3700386" y="290789"/>
                      <a:pt x="3700386" y="502263"/>
                    </a:cubicBezTo>
                    <a:close/>
                  </a:path>
                </a:pathLst>
              </a:custGeom>
              <a:solidFill>
                <a:srgbClr val="D8ECF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97" name="Arrow: Right 96">
              <a:extLst>
                <a:ext uri="{FF2B5EF4-FFF2-40B4-BE49-F238E27FC236}">
                  <a16:creationId xmlns:a16="http://schemas.microsoft.com/office/drawing/2014/main" id="{0FF42592-0DEC-DCAC-4357-D245E84E03AA}"/>
                </a:ext>
              </a:extLst>
            </p:cNvPr>
            <p:cNvSpPr/>
            <p:nvPr/>
          </p:nvSpPr>
          <p:spPr>
            <a:xfrm>
              <a:off x="6486067" y="5122506"/>
              <a:ext cx="596267" cy="369332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79A04FB-4F67-602E-1C99-57A33F976D70}"/>
              </a:ext>
            </a:extLst>
          </p:cNvPr>
          <p:cNvGrpSpPr/>
          <p:nvPr/>
        </p:nvGrpSpPr>
        <p:grpSpPr>
          <a:xfrm>
            <a:off x="6985519" y="4711632"/>
            <a:ext cx="2235821" cy="2148705"/>
            <a:chOff x="6985519" y="4711632"/>
            <a:chExt cx="2235821" cy="2148705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3E6212C-3568-EDC0-8592-4710E4D072CA}"/>
                </a:ext>
              </a:extLst>
            </p:cNvPr>
            <p:cNvSpPr txBox="1"/>
            <p:nvPr/>
          </p:nvSpPr>
          <p:spPr>
            <a:xfrm>
              <a:off x="6985519" y="6491005"/>
              <a:ext cx="17541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dirty="0">
                  <a:latin typeface="Calibri" panose="020F0502020204030204" pitchFamily="34" charset="0"/>
                  <a:cs typeface="Times New Roman" panose="02020603050405020304" pitchFamily="18" charset="0"/>
                </a:rPr>
                <a:t>DMD chip</a:t>
              </a:r>
            </a:p>
          </p:txBody>
        </p:sp>
        <p:pic>
          <p:nvPicPr>
            <p:cNvPr id="89" name="Picture 88" descr="Icon&#10;&#10;Description automatically generated">
              <a:extLst>
                <a:ext uri="{FF2B5EF4-FFF2-40B4-BE49-F238E27FC236}">
                  <a16:creationId xmlns:a16="http://schemas.microsoft.com/office/drawing/2014/main" id="{04E5B934-3A65-215E-11C0-DD0C26CA5C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62485" y="4711632"/>
              <a:ext cx="1200221" cy="1200221"/>
            </a:xfrm>
            <a:prstGeom prst="rect">
              <a:avLst/>
            </a:prstGeom>
          </p:spPr>
        </p:pic>
        <p:sp>
          <p:nvSpPr>
            <p:cNvPr id="98" name="Arrow: Right 97">
              <a:extLst>
                <a:ext uri="{FF2B5EF4-FFF2-40B4-BE49-F238E27FC236}">
                  <a16:creationId xmlns:a16="http://schemas.microsoft.com/office/drawing/2014/main" id="{CA779E32-7286-4775-084C-6B851FE571BC}"/>
                </a:ext>
              </a:extLst>
            </p:cNvPr>
            <p:cNvSpPr/>
            <p:nvPr/>
          </p:nvSpPr>
          <p:spPr>
            <a:xfrm>
              <a:off x="8625073" y="5119821"/>
              <a:ext cx="596267" cy="369332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CEE959E-B937-E4EB-BB28-C407DB9DD406}"/>
              </a:ext>
            </a:extLst>
          </p:cNvPr>
          <p:cNvGrpSpPr/>
          <p:nvPr/>
        </p:nvGrpSpPr>
        <p:grpSpPr>
          <a:xfrm>
            <a:off x="8696131" y="4435993"/>
            <a:ext cx="1815389" cy="2424344"/>
            <a:chOff x="8696131" y="4435993"/>
            <a:chExt cx="1815389" cy="2424344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9199829-7D35-6FB3-E575-83085CB718CF}"/>
                </a:ext>
              </a:extLst>
            </p:cNvPr>
            <p:cNvSpPr txBox="1"/>
            <p:nvPr/>
          </p:nvSpPr>
          <p:spPr>
            <a:xfrm>
              <a:off x="8696131" y="6491005"/>
              <a:ext cx="17541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dirty="0">
                  <a:latin typeface="Calibri" panose="020F0502020204030204" pitchFamily="34" charset="0"/>
                  <a:cs typeface="Times New Roman" panose="02020603050405020304" pitchFamily="18" charset="0"/>
                </a:rPr>
                <a:t>Lens</a:t>
              </a:r>
            </a:p>
          </p:txBody>
        </p:sp>
        <p:grpSp>
          <p:nvGrpSpPr>
            <p:cNvPr id="78" name="Graphic 63">
              <a:extLst>
                <a:ext uri="{FF2B5EF4-FFF2-40B4-BE49-F238E27FC236}">
                  <a16:creationId xmlns:a16="http://schemas.microsoft.com/office/drawing/2014/main" id="{159A6EFF-C1C0-7AFD-E617-B0A9598AA597}"/>
                </a:ext>
              </a:extLst>
            </p:cNvPr>
            <p:cNvGrpSpPr/>
            <p:nvPr/>
          </p:nvGrpSpPr>
          <p:grpSpPr>
            <a:xfrm rot="16200000">
              <a:off x="8702746" y="5103399"/>
              <a:ext cx="1740924" cy="406112"/>
              <a:chOff x="1123527" y="3887072"/>
              <a:chExt cx="4514529" cy="2148283"/>
            </a:xfrm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0336F7EB-97D8-D45F-2572-9C1F2FED7DAE}"/>
                  </a:ext>
                </a:extLst>
              </p:cNvPr>
              <p:cNvSpPr/>
              <p:nvPr/>
            </p:nvSpPr>
            <p:spPr>
              <a:xfrm>
                <a:off x="1123527" y="4481061"/>
                <a:ext cx="4514491" cy="1554294"/>
              </a:xfrm>
              <a:custGeom>
                <a:avLst/>
                <a:gdLst>
                  <a:gd name="connsiteX0" fmla="*/ 4514338 w 4514491"/>
                  <a:gd name="connsiteY0" fmla="*/ 0 h 1554294"/>
                  <a:gd name="connsiteX1" fmla="*/ 2257170 w 4514491"/>
                  <a:gd name="connsiteY1" fmla="*/ 0 h 1554294"/>
                  <a:gd name="connsiteX2" fmla="*/ 154 w 4514491"/>
                  <a:gd name="connsiteY2" fmla="*/ 0 h 1554294"/>
                  <a:gd name="connsiteX3" fmla="*/ 1697319 w 4514491"/>
                  <a:gd name="connsiteY3" fmla="*/ 1510446 h 1554294"/>
                  <a:gd name="connsiteX4" fmla="*/ 2817221 w 4514491"/>
                  <a:gd name="connsiteY4" fmla="*/ 1510436 h 1554294"/>
                  <a:gd name="connsiteX5" fmla="*/ 4514338 w 4514491"/>
                  <a:gd name="connsiteY5" fmla="*/ 0 h 1554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514491" h="1554294">
                    <a:moveTo>
                      <a:pt x="4514338" y="0"/>
                    </a:moveTo>
                    <a:cubicBezTo>
                      <a:pt x="4514338" y="0"/>
                      <a:pt x="2257322" y="0"/>
                      <a:pt x="2257170" y="0"/>
                    </a:cubicBezTo>
                    <a:lnTo>
                      <a:pt x="154" y="0"/>
                    </a:lnTo>
                    <a:cubicBezTo>
                      <a:pt x="154" y="0"/>
                      <a:pt x="-50757" y="1187987"/>
                      <a:pt x="1697319" y="1510446"/>
                    </a:cubicBezTo>
                    <a:cubicBezTo>
                      <a:pt x="2077195" y="1556480"/>
                      <a:pt x="2439250" y="1580159"/>
                      <a:pt x="2817221" y="1510436"/>
                    </a:cubicBezTo>
                    <a:cubicBezTo>
                      <a:pt x="4565249" y="1187977"/>
                      <a:pt x="4514338" y="0"/>
                      <a:pt x="4514338" y="0"/>
                    </a:cubicBezTo>
                    <a:close/>
                  </a:path>
                </a:pathLst>
              </a:custGeom>
              <a:solidFill>
                <a:srgbClr val="B3DAF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8B744FF2-8370-03A5-73A6-C75CEC9CAE05}"/>
                  </a:ext>
                </a:extLst>
              </p:cNvPr>
              <p:cNvSpPr/>
              <p:nvPr/>
            </p:nvSpPr>
            <p:spPr>
              <a:xfrm>
                <a:off x="2764200" y="4481099"/>
                <a:ext cx="2873855" cy="1554239"/>
              </a:xfrm>
              <a:custGeom>
                <a:avLst/>
                <a:gdLst>
                  <a:gd name="connsiteX0" fmla="*/ 1176547 w 2873855"/>
                  <a:gd name="connsiteY0" fmla="*/ 1510408 h 1554239"/>
                  <a:gd name="connsiteX1" fmla="*/ 56626 w 2873855"/>
                  <a:gd name="connsiteY1" fmla="*/ 1510408 h 1554239"/>
                  <a:gd name="connsiteX2" fmla="*/ 0 w 2873855"/>
                  <a:gd name="connsiteY2" fmla="*/ 1499511 h 1554239"/>
                  <a:gd name="connsiteX3" fmla="*/ 921391 w 2873855"/>
                  <a:gd name="connsiteY3" fmla="*/ 1477728 h 1554239"/>
                  <a:gd name="connsiteX4" fmla="*/ 2618251 w 2873855"/>
                  <a:gd name="connsiteY4" fmla="*/ 0 h 1554239"/>
                  <a:gd name="connsiteX5" fmla="*/ 2873702 w 2873855"/>
                  <a:gd name="connsiteY5" fmla="*/ 0 h 1554239"/>
                  <a:gd name="connsiteX6" fmla="*/ 1176547 w 2873855"/>
                  <a:gd name="connsiteY6" fmla="*/ 1510408 h 1554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3855" h="1554239">
                    <a:moveTo>
                      <a:pt x="1176547" y="1510408"/>
                    </a:moveTo>
                    <a:cubicBezTo>
                      <a:pt x="798624" y="1580083"/>
                      <a:pt x="436512" y="1556433"/>
                      <a:pt x="56626" y="1510408"/>
                    </a:cubicBezTo>
                    <a:cubicBezTo>
                      <a:pt x="37490" y="1506874"/>
                      <a:pt x="18650" y="1503245"/>
                      <a:pt x="0" y="1499511"/>
                    </a:cubicBezTo>
                    <a:cubicBezTo>
                      <a:pt x="308934" y="1529153"/>
                      <a:pt x="609809" y="1535135"/>
                      <a:pt x="921391" y="1477728"/>
                    </a:cubicBezTo>
                    <a:cubicBezTo>
                      <a:pt x="2496664" y="1187149"/>
                      <a:pt x="2610993" y="193529"/>
                      <a:pt x="2618251" y="0"/>
                    </a:cubicBezTo>
                    <a:lnTo>
                      <a:pt x="2873702" y="0"/>
                    </a:lnTo>
                    <a:cubicBezTo>
                      <a:pt x="2873702" y="0"/>
                      <a:pt x="2924537" y="1187939"/>
                      <a:pt x="1176547" y="1510408"/>
                    </a:cubicBezTo>
                    <a:close/>
                  </a:path>
                </a:pathLst>
              </a:custGeom>
              <a:solidFill>
                <a:srgbClr val="8AC9F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9FBF71F3-FFF1-E722-D79E-39B371241D4C}"/>
                  </a:ext>
                </a:extLst>
              </p:cNvPr>
              <p:cNvSpPr/>
              <p:nvPr/>
            </p:nvSpPr>
            <p:spPr>
              <a:xfrm>
                <a:off x="1123681" y="3887072"/>
                <a:ext cx="4514335" cy="1187977"/>
              </a:xfrm>
              <a:custGeom>
                <a:avLst/>
                <a:gdLst>
                  <a:gd name="connsiteX0" fmla="*/ 4514336 w 4514335"/>
                  <a:gd name="connsiteY0" fmla="*/ 593989 h 1187977"/>
                  <a:gd name="connsiteX1" fmla="*/ 2257168 w 4514335"/>
                  <a:gd name="connsiteY1" fmla="*/ 1187977 h 1187977"/>
                  <a:gd name="connsiteX2" fmla="*/ 0 w 4514335"/>
                  <a:gd name="connsiteY2" fmla="*/ 593989 h 1187977"/>
                  <a:gd name="connsiteX3" fmla="*/ 2257168 w 4514335"/>
                  <a:gd name="connsiteY3" fmla="*/ 0 h 1187977"/>
                  <a:gd name="connsiteX4" fmla="*/ 4514336 w 4514335"/>
                  <a:gd name="connsiteY4" fmla="*/ 593989 h 1187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4335" h="1187977">
                    <a:moveTo>
                      <a:pt x="4514336" y="593989"/>
                    </a:moveTo>
                    <a:cubicBezTo>
                      <a:pt x="4514336" y="922040"/>
                      <a:pt x="3503767" y="1187977"/>
                      <a:pt x="2257168" y="1187977"/>
                    </a:cubicBezTo>
                    <a:cubicBezTo>
                      <a:pt x="1010569" y="1187977"/>
                      <a:pt x="0" y="922039"/>
                      <a:pt x="0" y="593989"/>
                    </a:cubicBezTo>
                    <a:cubicBezTo>
                      <a:pt x="0" y="265938"/>
                      <a:pt x="1010569" y="0"/>
                      <a:pt x="2257168" y="0"/>
                    </a:cubicBezTo>
                    <a:cubicBezTo>
                      <a:pt x="3503768" y="0"/>
                      <a:pt x="4514336" y="265938"/>
                      <a:pt x="4514336" y="593989"/>
                    </a:cubicBezTo>
                    <a:close/>
                  </a:path>
                </a:pathLst>
              </a:custGeom>
              <a:solidFill>
                <a:srgbClr val="EAF6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9E767B28-30BE-08EF-A984-3810E61670EC}"/>
                  </a:ext>
                </a:extLst>
              </p:cNvPr>
              <p:cNvSpPr/>
              <p:nvPr/>
            </p:nvSpPr>
            <p:spPr>
              <a:xfrm>
                <a:off x="1937611" y="3978836"/>
                <a:ext cx="3700386" cy="1096175"/>
              </a:xfrm>
              <a:custGeom>
                <a:avLst/>
                <a:gdLst>
                  <a:gd name="connsiteX0" fmla="*/ 3700386 w 3700386"/>
                  <a:gd name="connsiteY0" fmla="*/ 502263 h 1096175"/>
                  <a:gd name="connsiteX1" fmla="*/ 1443276 w 3700386"/>
                  <a:gd name="connsiteY1" fmla="*/ 1096175 h 1096175"/>
                  <a:gd name="connsiteX2" fmla="*/ 0 w 3700386"/>
                  <a:gd name="connsiteY2" fmla="*/ 958882 h 1096175"/>
                  <a:gd name="connsiteX3" fmla="*/ 1201179 w 3700386"/>
                  <a:gd name="connsiteY3" fmla="*/ 1049855 h 1096175"/>
                  <a:gd name="connsiteX4" fmla="*/ 3458394 w 3700386"/>
                  <a:gd name="connsiteY4" fmla="*/ 455838 h 1096175"/>
                  <a:gd name="connsiteX5" fmla="*/ 2648283 w 3700386"/>
                  <a:gd name="connsiteY5" fmla="*/ 0 h 1096175"/>
                  <a:gd name="connsiteX6" fmla="*/ 3700386 w 3700386"/>
                  <a:gd name="connsiteY6" fmla="*/ 502263 h 1096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00386" h="1096175">
                    <a:moveTo>
                      <a:pt x="3700386" y="502263"/>
                    </a:moveTo>
                    <a:cubicBezTo>
                      <a:pt x="3700386" y="830228"/>
                      <a:pt x="2689784" y="1096175"/>
                      <a:pt x="1443276" y="1096175"/>
                    </a:cubicBezTo>
                    <a:cubicBezTo>
                      <a:pt x="894407" y="1096175"/>
                      <a:pt x="391268" y="1044655"/>
                      <a:pt x="0" y="958882"/>
                    </a:cubicBezTo>
                    <a:cubicBezTo>
                      <a:pt x="347796" y="1016489"/>
                      <a:pt x="759666" y="1049855"/>
                      <a:pt x="1201179" y="1049855"/>
                    </a:cubicBezTo>
                    <a:cubicBezTo>
                      <a:pt x="2447792" y="1049855"/>
                      <a:pt x="3458394" y="783908"/>
                      <a:pt x="3458394" y="455838"/>
                    </a:cubicBezTo>
                    <a:cubicBezTo>
                      <a:pt x="3458394" y="272720"/>
                      <a:pt x="3143479" y="108928"/>
                      <a:pt x="2648283" y="0"/>
                    </a:cubicBezTo>
                    <a:cubicBezTo>
                      <a:pt x="3280563" y="105213"/>
                      <a:pt x="3700386" y="290789"/>
                      <a:pt x="3700386" y="502263"/>
                    </a:cubicBezTo>
                    <a:close/>
                  </a:path>
                </a:pathLst>
              </a:custGeom>
              <a:solidFill>
                <a:srgbClr val="D8ECF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99" name="Arrow: Right 98">
              <a:extLst>
                <a:ext uri="{FF2B5EF4-FFF2-40B4-BE49-F238E27FC236}">
                  <a16:creationId xmlns:a16="http://schemas.microsoft.com/office/drawing/2014/main" id="{F763EF10-74E7-BB7D-B3C1-4CC2F4831104}"/>
                </a:ext>
              </a:extLst>
            </p:cNvPr>
            <p:cNvSpPr/>
            <p:nvPr/>
          </p:nvSpPr>
          <p:spPr>
            <a:xfrm>
              <a:off x="9915253" y="5114125"/>
              <a:ext cx="596267" cy="369332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405E2496-2383-9487-918E-BC0F90C0C33E}"/>
              </a:ext>
            </a:extLst>
          </p:cNvPr>
          <p:cNvSpPr txBox="1"/>
          <p:nvPr/>
        </p:nvSpPr>
        <p:spPr>
          <a:xfrm>
            <a:off x="220675" y="974512"/>
            <a:ext cx="9499281" cy="1277273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DLP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systems use millions of micro-mirrors arranged in a matrix grid and placed on a small microchip within the projector itself. White light is then shone through a rotating colour filter to produce the image, while an angled mirror changes the colour intensity.</a:t>
            </a:r>
          </a:p>
        </p:txBody>
      </p:sp>
    </p:spTree>
    <p:extLst>
      <p:ext uri="{BB962C8B-B14F-4D97-AF65-F5344CB8AC3E}">
        <p14:creationId xmlns:p14="http://schemas.microsoft.com/office/powerpoint/2010/main" val="413817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E4A04FC-CC8A-B34A-CB3F-429E1CB8CD1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1582" y="457857"/>
            <a:ext cx="5227742" cy="42354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Digital light processing (DLP) projector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E7FBA6-4E9C-1910-EB71-68A403F77C3A}"/>
              </a:ext>
            </a:extLst>
          </p:cNvPr>
          <p:cNvSpPr txBox="1"/>
          <p:nvPr/>
        </p:nvSpPr>
        <p:spPr>
          <a:xfrm>
            <a:off x="220675" y="974512"/>
            <a:ext cx="9499281" cy="2616101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DLP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systems use millions of micro-mirrors arranged in a matrix grid and placed on a small microchip within the projector itself. White light is then shone through a rotating colour filter to produce the image, while an angled mirror changes the colour intensity.</a:t>
            </a:r>
          </a:p>
          <a:p>
            <a:pPr>
              <a:spcAft>
                <a:spcPts val="600"/>
              </a:spcAft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is it typically used for and why is it required?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Projecting a computer output onto a wall, whiteboard, projection screen,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Personal/home and professional settings.</a:t>
            </a:r>
          </a:p>
        </p:txBody>
      </p:sp>
    </p:spTree>
    <p:extLst>
      <p:ext uri="{BB962C8B-B14F-4D97-AF65-F5344CB8AC3E}">
        <p14:creationId xmlns:p14="http://schemas.microsoft.com/office/powerpoint/2010/main" val="2037280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96E70EC-864D-1149-8033-5307244939B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1582" y="457857"/>
            <a:ext cx="5227742" cy="42354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Digital light processing (DLP) projector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91CA8-91C0-6ED2-76DC-8F3A1B20ABCC}"/>
              </a:ext>
            </a:extLst>
          </p:cNvPr>
          <p:cNvSpPr txBox="1"/>
          <p:nvPr/>
        </p:nvSpPr>
        <p:spPr>
          <a:xfrm>
            <a:off x="220675" y="974512"/>
            <a:ext cx="9499281" cy="4431983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DLP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systems use millions of micro-mirrors arranged in a matrix grid and placed on a small microchip within the projector itself. White light is then shone through a rotating colour filter to produce the image, while an angled mirror changes the colour intensity.</a:t>
            </a:r>
          </a:p>
          <a:p>
            <a:pPr>
              <a:spcAft>
                <a:spcPts val="600"/>
              </a:spcAft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is it typically used for and why is it required?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Projecting a computer output onto a wall, whiteboard, projection screen,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Personal/home and professional settings.</a:t>
            </a:r>
          </a:p>
          <a:p>
            <a:pPr>
              <a:spcAft>
                <a:spcPts val="600"/>
              </a:spcAft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Advantages over LCD projectors: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Higher contrast ratios.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Smoother video.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Smaller, lighter and more portable.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Better suited to dusty or smoky atmospheres.</a:t>
            </a:r>
          </a:p>
        </p:txBody>
      </p:sp>
    </p:spTree>
    <p:extLst>
      <p:ext uri="{BB962C8B-B14F-4D97-AF65-F5344CB8AC3E}">
        <p14:creationId xmlns:p14="http://schemas.microsoft.com/office/powerpoint/2010/main" val="2018943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4566C8-4079-590F-0B49-B83CF682A27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8769" y="504512"/>
            <a:ext cx="5895343" cy="47491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63039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Liquid crystal display (LCD) projector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CED293D-57D9-FAE6-8B2B-A79530CDFE4B}"/>
              </a:ext>
            </a:extLst>
          </p:cNvPr>
          <p:cNvGrpSpPr/>
          <p:nvPr/>
        </p:nvGrpSpPr>
        <p:grpSpPr>
          <a:xfrm>
            <a:off x="5822306" y="5688696"/>
            <a:ext cx="3040912" cy="709630"/>
            <a:chOff x="5822306" y="5688696"/>
            <a:chExt cx="3040912" cy="709630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F148F83-6948-58B5-6D2D-C989CED5FAAF}"/>
                </a:ext>
              </a:extLst>
            </p:cNvPr>
            <p:cNvCxnSpPr/>
            <p:nvPr/>
          </p:nvCxnSpPr>
          <p:spPr>
            <a:xfrm flipH="1">
              <a:off x="5822306" y="6046239"/>
              <a:ext cx="1688841" cy="0"/>
            </a:xfrm>
            <a:prstGeom prst="line">
              <a:avLst/>
            </a:prstGeom>
            <a:ln w="76200">
              <a:solidFill>
                <a:srgbClr val="FFE18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Picture 42" descr="Icon&#10;&#10;Description automatically generated">
              <a:extLst>
                <a:ext uri="{FF2B5EF4-FFF2-40B4-BE49-F238E27FC236}">
                  <a16:creationId xmlns:a16="http://schemas.microsoft.com/office/drawing/2014/main" id="{C98DF022-A58E-5821-8B4A-A5D41547B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37296" y="5688696"/>
              <a:ext cx="704428" cy="704428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6B1076F-28BC-56A1-61DC-4A736C907E67}"/>
                </a:ext>
              </a:extLst>
            </p:cNvPr>
            <p:cNvSpPr txBox="1"/>
            <p:nvPr/>
          </p:nvSpPr>
          <p:spPr>
            <a:xfrm>
              <a:off x="7676051" y="5751995"/>
              <a:ext cx="118716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dirty="0">
                  <a:latin typeface="Calibri" panose="020F0502020204030204" pitchFamily="34" charset="0"/>
                  <a:cs typeface="Times New Roman" panose="02020603050405020304" pitchFamily="18" charset="0"/>
                </a:rPr>
                <a:t>Light source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407F417-5DF5-3B13-81FC-2CA79EF24E1C}"/>
              </a:ext>
            </a:extLst>
          </p:cNvPr>
          <p:cNvGrpSpPr/>
          <p:nvPr/>
        </p:nvGrpSpPr>
        <p:grpSpPr>
          <a:xfrm>
            <a:off x="2244733" y="5141166"/>
            <a:ext cx="3474936" cy="1661315"/>
            <a:chOff x="2244733" y="5141166"/>
            <a:chExt cx="3474936" cy="1661315"/>
          </a:xfrm>
        </p:grpSpPr>
        <p:sp>
          <p:nvSpPr>
            <p:cNvPr id="41" name="Trapezoid 40">
              <a:extLst>
                <a:ext uri="{FF2B5EF4-FFF2-40B4-BE49-F238E27FC236}">
                  <a16:creationId xmlns:a16="http://schemas.microsoft.com/office/drawing/2014/main" id="{3CCF79F8-857F-A457-E92F-4DBD78F34465}"/>
                </a:ext>
              </a:extLst>
            </p:cNvPr>
            <p:cNvSpPr/>
            <p:nvPr/>
          </p:nvSpPr>
          <p:spPr>
            <a:xfrm rot="2433741" flipH="1">
              <a:off x="3181176" y="5997103"/>
              <a:ext cx="771964" cy="121518"/>
            </a:xfrm>
            <a:prstGeom prst="trapezoid">
              <a:avLst>
                <a:gd name="adj" fmla="val 5376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4E01301-546B-0AF1-DB6F-E5E331FD00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63598" y="6050241"/>
              <a:ext cx="2156071" cy="0"/>
            </a:xfrm>
            <a:prstGeom prst="line">
              <a:avLst/>
            </a:prstGeom>
            <a:ln w="762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53386E78-1B95-1A08-DFE6-8E5040E084AB}"/>
                </a:ext>
              </a:extLst>
            </p:cNvPr>
            <p:cNvCxnSpPr>
              <a:cxnSpLocks/>
            </p:cNvCxnSpPr>
            <p:nvPr/>
          </p:nvCxnSpPr>
          <p:spPr>
            <a:xfrm>
              <a:off x="3590006" y="5141166"/>
              <a:ext cx="0" cy="936803"/>
            </a:xfrm>
            <a:prstGeom prst="line">
              <a:avLst/>
            </a:prstGeom>
            <a:ln w="76200">
              <a:solidFill>
                <a:schemeClr val="accent6">
                  <a:lumMod val="40000"/>
                  <a:lumOff val="60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4FEF5BE-0B17-4D07-CBDB-7A424BE17044}"/>
                </a:ext>
              </a:extLst>
            </p:cNvPr>
            <p:cNvSpPr txBox="1"/>
            <p:nvPr/>
          </p:nvSpPr>
          <p:spPr>
            <a:xfrm>
              <a:off x="2244733" y="6433149"/>
              <a:ext cx="26685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dirty="0">
                  <a:latin typeface="Calibri" panose="020F0502020204030204" pitchFamily="34" charset="0"/>
                  <a:cs typeface="Times New Roman" panose="02020603050405020304" pitchFamily="18" charset="0"/>
                </a:rPr>
                <a:t>Dichromic mirrors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7555193-B66D-A099-5D30-2A66D00BA527}"/>
              </a:ext>
            </a:extLst>
          </p:cNvPr>
          <p:cNvGrpSpPr/>
          <p:nvPr/>
        </p:nvGrpSpPr>
        <p:grpSpPr>
          <a:xfrm>
            <a:off x="550510" y="4254479"/>
            <a:ext cx="2997484" cy="1905390"/>
            <a:chOff x="550510" y="4254479"/>
            <a:chExt cx="2997484" cy="1905390"/>
          </a:xfrm>
        </p:grpSpPr>
        <p:sp>
          <p:nvSpPr>
            <p:cNvPr id="42" name="Trapezoid 41">
              <a:extLst>
                <a:ext uri="{FF2B5EF4-FFF2-40B4-BE49-F238E27FC236}">
                  <a16:creationId xmlns:a16="http://schemas.microsoft.com/office/drawing/2014/main" id="{EC588F79-6B66-F6E2-EC47-49D1DBA6A6A3}"/>
                </a:ext>
              </a:extLst>
            </p:cNvPr>
            <p:cNvSpPr/>
            <p:nvPr/>
          </p:nvSpPr>
          <p:spPr>
            <a:xfrm rot="2433741" flipH="1">
              <a:off x="1027846" y="6038351"/>
              <a:ext cx="771964" cy="121518"/>
            </a:xfrm>
            <a:prstGeom prst="trapezoid">
              <a:avLst>
                <a:gd name="adj" fmla="val 5376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DCFCB9B-0C5B-9C27-C482-9D12242D9D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1923" y="6040910"/>
              <a:ext cx="2156071" cy="0"/>
            </a:xfrm>
            <a:prstGeom prst="line">
              <a:avLst/>
            </a:prstGeom>
            <a:ln w="76200">
              <a:solidFill>
                <a:srgbClr val="B4C7E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3A88EE62-DEF6-B3CE-315E-81171AA3BE82}"/>
                </a:ext>
              </a:extLst>
            </p:cNvPr>
            <p:cNvGrpSpPr/>
            <p:nvPr/>
          </p:nvGrpSpPr>
          <p:grpSpPr>
            <a:xfrm flipH="1">
              <a:off x="973041" y="4530368"/>
              <a:ext cx="2033040" cy="1547601"/>
              <a:chOff x="4234614" y="4532787"/>
              <a:chExt cx="2033040" cy="1547601"/>
            </a:xfrm>
          </p:grpSpPr>
          <p:sp>
            <p:nvSpPr>
              <p:cNvPr id="67" name="Trapezoid 66">
                <a:extLst>
                  <a:ext uri="{FF2B5EF4-FFF2-40B4-BE49-F238E27FC236}">
                    <a16:creationId xmlns:a16="http://schemas.microsoft.com/office/drawing/2014/main" id="{CE0A0A4A-CB7B-63D8-D67D-3EDD65B2F766}"/>
                  </a:ext>
                </a:extLst>
              </p:cNvPr>
              <p:cNvSpPr/>
              <p:nvPr/>
            </p:nvSpPr>
            <p:spPr>
              <a:xfrm rot="13233741" flipH="1">
                <a:off x="5495690" y="4532787"/>
                <a:ext cx="771964" cy="114708"/>
              </a:xfrm>
              <a:prstGeom prst="trapezoid">
                <a:avLst>
                  <a:gd name="adj" fmla="val 53761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02094EF2-4372-1318-05DE-F669FAA22EFE}"/>
                  </a:ext>
                </a:extLst>
              </p:cNvPr>
              <p:cNvGrpSpPr/>
              <p:nvPr/>
            </p:nvGrpSpPr>
            <p:grpSpPr>
              <a:xfrm>
                <a:off x="4234614" y="4587554"/>
                <a:ext cx="1649455" cy="1492834"/>
                <a:chOff x="4234614" y="4587554"/>
                <a:chExt cx="1649455" cy="1492834"/>
              </a:xfrm>
            </p:grpSpPr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EF5E1766-BF86-4D33-C372-1963E8057F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848772" y="4587554"/>
                  <a:ext cx="0" cy="1492834"/>
                </a:xfrm>
                <a:prstGeom prst="line">
                  <a:avLst/>
                </a:prstGeom>
                <a:ln w="76200"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93F29787-E468-419F-B040-C7C6EF773E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34614" y="4621800"/>
                  <a:ext cx="1649455" cy="0"/>
                </a:xfrm>
                <a:prstGeom prst="line">
                  <a:avLst/>
                </a:prstGeom>
                <a:ln w="76200">
                  <a:solidFill>
                    <a:schemeClr val="accent1">
                      <a:lumMod val="40000"/>
                      <a:lumOff val="60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F5281DC-546B-3D73-C0BF-D37A28DF0032}"/>
                </a:ext>
              </a:extLst>
            </p:cNvPr>
            <p:cNvSpPr txBox="1"/>
            <p:nvPr/>
          </p:nvSpPr>
          <p:spPr>
            <a:xfrm>
              <a:off x="550510" y="4254479"/>
              <a:ext cx="8110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dirty="0">
                  <a:latin typeface="Calibri" panose="020F0502020204030204" pitchFamily="34" charset="0"/>
                  <a:cs typeface="Times New Roman" panose="02020603050405020304" pitchFamily="18" charset="0"/>
                </a:rPr>
                <a:t>Mirror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D7D5458-C27C-6880-107D-9023C7155A3D}"/>
              </a:ext>
            </a:extLst>
          </p:cNvPr>
          <p:cNvGrpSpPr/>
          <p:nvPr/>
        </p:nvGrpSpPr>
        <p:grpSpPr>
          <a:xfrm>
            <a:off x="4234614" y="4303708"/>
            <a:ext cx="2524807" cy="1856162"/>
            <a:chOff x="4234614" y="4303708"/>
            <a:chExt cx="2524807" cy="1856162"/>
          </a:xfrm>
        </p:grpSpPr>
        <p:sp>
          <p:nvSpPr>
            <p:cNvPr id="40" name="Trapezoid 39">
              <a:extLst>
                <a:ext uri="{FF2B5EF4-FFF2-40B4-BE49-F238E27FC236}">
                  <a16:creationId xmlns:a16="http://schemas.microsoft.com/office/drawing/2014/main" id="{C214D224-2A7F-A51C-D026-1CAA739068F5}"/>
                </a:ext>
              </a:extLst>
            </p:cNvPr>
            <p:cNvSpPr/>
            <p:nvPr/>
          </p:nvSpPr>
          <p:spPr>
            <a:xfrm rot="2433741" flipH="1">
              <a:off x="5426806" y="6038352"/>
              <a:ext cx="771964" cy="121518"/>
            </a:xfrm>
            <a:prstGeom prst="trapezoid">
              <a:avLst>
                <a:gd name="adj" fmla="val 5376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EF70A275-38FA-3237-3897-956072D3AF78}"/>
                </a:ext>
              </a:extLst>
            </p:cNvPr>
            <p:cNvGrpSpPr/>
            <p:nvPr/>
          </p:nvGrpSpPr>
          <p:grpSpPr>
            <a:xfrm>
              <a:off x="4234614" y="4532787"/>
              <a:ext cx="2033040" cy="1547601"/>
              <a:chOff x="4234614" y="4532787"/>
              <a:chExt cx="2033040" cy="1547601"/>
            </a:xfrm>
          </p:grpSpPr>
          <p:sp>
            <p:nvSpPr>
              <p:cNvPr id="38" name="Trapezoid 37">
                <a:extLst>
                  <a:ext uri="{FF2B5EF4-FFF2-40B4-BE49-F238E27FC236}">
                    <a16:creationId xmlns:a16="http://schemas.microsoft.com/office/drawing/2014/main" id="{88932091-5BDF-E2CF-F3C3-FA63FEA59F32}"/>
                  </a:ext>
                </a:extLst>
              </p:cNvPr>
              <p:cNvSpPr/>
              <p:nvPr/>
            </p:nvSpPr>
            <p:spPr>
              <a:xfrm rot="13233741" flipH="1">
                <a:off x="5495690" y="4532787"/>
                <a:ext cx="771964" cy="114708"/>
              </a:xfrm>
              <a:prstGeom prst="trapezoid">
                <a:avLst>
                  <a:gd name="adj" fmla="val 53761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CBD2B36F-0E62-174B-38EC-ADB02BACF292}"/>
                  </a:ext>
                </a:extLst>
              </p:cNvPr>
              <p:cNvGrpSpPr/>
              <p:nvPr/>
            </p:nvGrpSpPr>
            <p:grpSpPr>
              <a:xfrm>
                <a:off x="4234614" y="4587554"/>
                <a:ext cx="1649455" cy="1492834"/>
                <a:chOff x="4234614" y="4587554"/>
                <a:chExt cx="1649455" cy="1492834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2E235239-BCE9-605B-4799-7AFBC7CDD3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848772" y="4587554"/>
                  <a:ext cx="0" cy="1492834"/>
                </a:xfrm>
                <a:prstGeom prst="line">
                  <a:avLst/>
                </a:prstGeom>
                <a:ln w="76200">
                  <a:solidFill>
                    <a:srgbClr val="FF999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69EFEFC4-9E6B-48D7-E2B3-B9AFE6F431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34614" y="4621800"/>
                  <a:ext cx="1649455" cy="0"/>
                </a:xfrm>
                <a:prstGeom prst="line">
                  <a:avLst/>
                </a:prstGeom>
                <a:ln w="76200">
                  <a:solidFill>
                    <a:srgbClr val="FF9999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5E1AFF0-4D56-D521-5796-BF1E14D11FE0}"/>
                </a:ext>
              </a:extLst>
            </p:cNvPr>
            <p:cNvSpPr txBox="1"/>
            <p:nvPr/>
          </p:nvSpPr>
          <p:spPr>
            <a:xfrm>
              <a:off x="5948348" y="4303708"/>
              <a:ext cx="8110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dirty="0">
                  <a:latin typeface="Calibri" panose="020F0502020204030204" pitchFamily="34" charset="0"/>
                  <a:cs typeface="Times New Roman" panose="02020603050405020304" pitchFamily="18" charset="0"/>
                </a:rPr>
                <a:t>Mirror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96C61FD-BB08-A9CE-A777-8A26D1B2C885}"/>
              </a:ext>
            </a:extLst>
          </p:cNvPr>
          <p:cNvGrpSpPr/>
          <p:nvPr/>
        </p:nvGrpSpPr>
        <p:grpSpPr>
          <a:xfrm>
            <a:off x="2015412" y="2140722"/>
            <a:ext cx="2539476" cy="1805468"/>
            <a:chOff x="2015412" y="2140722"/>
            <a:chExt cx="2539476" cy="1805468"/>
          </a:xfrm>
        </p:grpSpPr>
        <p:pic>
          <p:nvPicPr>
            <p:cNvPr id="7" name="Picture 6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10755402-5699-F1B4-2960-3BF844273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49420" y="2140722"/>
              <a:ext cx="1805468" cy="1805468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DEA8421-AECA-F6E4-1522-BE06036C9CA4}"/>
                </a:ext>
              </a:extLst>
            </p:cNvPr>
            <p:cNvSpPr txBox="1"/>
            <p:nvPr/>
          </p:nvSpPr>
          <p:spPr>
            <a:xfrm>
              <a:off x="2015412" y="2754885"/>
              <a:ext cx="9595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dirty="0">
                  <a:latin typeface="Calibri" panose="020F0502020204030204" pitchFamily="34" charset="0"/>
                  <a:cs typeface="Times New Roman" panose="02020603050405020304" pitchFamily="18" charset="0"/>
                </a:rPr>
                <a:t>Screen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CFD7CDB-8ACC-844D-3867-B5720260E21C}"/>
              </a:ext>
            </a:extLst>
          </p:cNvPr>
          <p:cNvGrpSpPr/>
          <p:nvPr/>
        </p:nvGrpSpPr>
        <p:grpSpPr>
          <a:xfrm>
            <a:off x="3116790" y="3854261"/>
            <a:ext cx="1723124" cy="369332"/>
            <a:chOff x="3116790" y="3854261"/>
            <a:chExt cx="1723124" cy="369332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ED87D94-8F60-79D0-4AFC-551949616B00}"/>
                </a:ext>
              </a:extLst>
            </p:cNvPr>
            <p:cNvSpPr txBox="1"/>
            <p:nvPr/>
          </p:nvSpPr>
          <p:spPr>
            <a:xfrm>
              <a:off x="4028841" y="3854261"/>
              <a:ext cx="8110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dirty="0">
                  <a:latin typeface="Calibri" panose="020F0502020204030204" pitchFamily="34" charset="0"/>
                  <a:cs typeface="Times New Roman" panose="02020603050405020304" pitchFamily="18" charset="0"/>
                </a:rPr>
                <a:t>Lens</a:t>
              </a:r>
            </a:p>
          </p:txBody>
        </p:sp>
        <p:grpSp>
          <p:nvGrpSpPr>
            <p:cNvPr id="10" name="Graphic 63">
              <a:extLst>
                <a:ext uri="{FF2B5EF4-FFF2-40B4-BE49-F238E27FC236}">
                  <a16:creationId xmlns:a16="http://schemas.microsoft.com/office/drawing/2014/main" id="{5DDF0C14-A8BC-7B7C-8ACF-3C9081601F43}"/>
                </a:ext>
              </a:extLst>
            </p:cNvPr>
            <p:cNvGrpSpPr/>
            <p:nvPr/>
          </p:nvGrpSpPr>
          <p:grpSpPr>
            <a:xfrm>
              <a:off x="3116790" y="3946190"/>
              <a:ext cx="1070727" cy="249773"/>
              <a:chOff x="1123527" y="3887072"/>
              <a:chExt cx="4514529" cy="2148283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625DFBA4-409E-C8A1-A27A-A6BA386BC206}"/>
                  </a:ext>
                </a:extLst>
              </p:cNvPr>
              <p:cNvSpPr/>
              <p:nvPr/>
            </p:nvSpPr>
            <p:spPr>
              <a:xfrm>
                <a:off x="1123527" y="4481061"/>
                <a:ext cx="4514491" cy="1554294"/>
              </a:xfrm>
              <a:custGeom>
                <a:avLst/>
                <a:gdLst>
                  <a:gd name="connsiteX0" fmla="*/ 4514338 w 4514491"/>
                  <a:gd name="connsiteY0" fmla="*/ 0 h 1554294"/>
                  <a:gd name="connsiteX1" fmla="*/ 2257170 w 4514491"/>
                  <a:gd name="connsiteY1" fmla="*/ 0 h 1554294"/>
                  <a:gd name="connsiteX2" fmla="*/ 154 w 4514491"/>
                  <a:gd name="connsiteY2" fmla="*/ 0 h 1554294"/>
                  <a:gd name="connsiteX3" fmla="*/ 1697319 w 4514491"/>
                  <a:gd name="connsiteY3" fmla="*/ 1510446 h 1554294"/>
                  <a:gd name="connsiteX4" fmla="*/ 2817221 w 4514491"/>
                  <a:gd name="connsiteY4" fmla="*/ 1510436 h 1554294"/>
                  <a:gd name="connsiteX5" fmla="*/ 4514338 w 4514491"/>
                  <a:gd name="connsiteY5" fmla="*/ 0 h 1554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514491" h="1554294">
                    <a:moveTo>
                      <a:pt x="4514338" y="0"/>
                    </a:moveTo>
                    <a:cubicBezTo>
                      <a:pt x="4514338" y="0"/>
                      <a:pt x="2257322" y="0"/>
                      <a:pt x="2257170" y="0"/>
                    </a:cubicBezTo>
                    <a:lnTo>
                      <a:pt x="154" y="0"/>
                    </a:lnTo>
                    <a:cubicBezTo>
                      <a:pt x="154" y="0"/>
                      <a:pt x="-50757" y="1187987"/>
                      <a:pt x="1697319" y="1510446"/>
                    </a:cubicBezTo>
                    <a:cubicBezTo>
                      <a:pt x="2077195" y="1556480"/>
                      <a:pt x="2439250" y="1580159"/>
                      <a:pt x="2817221" y="1510436"/>
                    </a:cubicBezTo>
                    <a:cubicBezTo>
                      <a:pt x="4565249" y="1187977"/>
                      <a:pt x="4514338" y="0"/>
                      <a:pt x="4514338" y="0"/>
                    </a:cubicBezTo>
                    <a:close/>
                  </a:path>
                </a:pathLst>
              </a:custGeom>
              <a:solidFill>
                <a:srgbClr val="B3DAF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F1C99DBB-3531-4370-5125-7F9A0974497E}"/>
                  </a:ext>
                </a:extLst>
              </p:cNvPr>
              <p:cNvSpPr/>
              <p:nvPr/>
            </p:nvSpPr>
            <p:spPr>
              <a:xfrm>
                <a:off x="2764200" y="4481099"/>
                <a:ext cx="2873855" cy="1554239"/>
              </a:xfrm>
              <a:custGeom>
                <a:avLst/>
                <a:gdLst>
                  <a:gd name="connsiteX0" fmla="*/ 1176547 w 2873855"/>
                  <a:gd name="connsiteY0" fmla="*/ 1510408 h 1554239"/>
                  <a:gd name="connsiteX1" fmla="*/ 56626 w 2873855"/>
                  <a:gd name="connsiteY1" fmla="*/ 1510408 h 1554239"/>
                  <a:gd name="connsiteX2" fmla="*/ 0 w 2873855"/>
                  <a:gd name="connsiteY2" fmla="*/ 1499511 h 1554239"/>
                  <a:gd name="connsiteX3" fmla="*/ 921391 w 2873855"/>
                  <a:gd name="connsiteY3" fmla="*/ 1477728 h 1554239"/>
                  <a:gd name="connsiteX4" fmla="*/ 2618251 w 2873855"/>
                  <a:gd name="connsiteY4" fmla="*/ 0 h 1554239"/>
                  <a:gd name="connsiteX5" fmla="*/ 2873702 w 2873855"/>
                  <a:gd name="connsiteY5" fmla="*/ 0 h 1554239"/>
                  <a:gd name="connsiteX6" fmla="*/ 1176547 w 2873855"/>
                  <a:gd name="connsiteY6" fmla="*/ 1510408 h 1554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3855" h="1554239">
                    <a:moveTo>
                      <a:pt x="1176547" y="1510408"/>
                    </a:moveTo>
                    <a:cubicBezTo>
                      <a:pt x="798624" y="1580083"/>
                      <a:pt x="436512" y="1556433"/>
                      <a:pt x="56626" y="1510408"/>
                    </a:cubicBezTo>
                    <a:cubicBezTo>
                      <a:pt x="37490" y="1506874"/>
                      <a:pt x="18650" y="1503245"/>
                      <a:pt x="0" y="1499511"/>
                    </a:cubicBezTo>
                    <a:cubicBezTo>
                      <a:pt x="308934" y="1529153"/>
                      <a:pt x="609809" y="1535135"/>
                      <a:pt x="921391" y="1477728"/>
                    </a:cubicBezTo>
                    <a:cubicBezTo>
                      <a:pt x="2496664" y="1187149"/>
                      <a:pt x="2610993" y="193529"/>
                      <a:pt x="2618251" y="0"/>
                    </a:cubicBezTo>
                    <a:lnTo>
                      <a:pt x="2873702" y="0"/>
                    </a:lnTo>
                    <a:cubicBezTo>
                      <a:pt x="2873702" y="0"/>
                      <a:pt x="2924537" y="1187939"/>
                      <a:pt x="1176547" y="1510408"/>
                    </a:cubicBezTo>
                    <a:close/>
                  </a:path>
                </a:pathLst>
              </a:custGeom>
              <a:solidFill>
                <a:srgbClr val="8AC9F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173CB8B-7352-137A-B8F8-902E1B420BC1}"/>
                  </a:ext>
                </a:extLst>
              </p:cNvPr>
              <p:cNvSpPr/>
              <p:nvPr/>
            </p:nvSpPr>
            <p:spPr>
              <a:xfrm>
                <a:off x="1123681" y="3887072"/>
                <a:ext cx="4514335" cy="1187977"/>
              </a:xfrm>
              <a:custGeom>
                <a:avLst/>
                <a:gdLst>
                  <a:gd name="connsiteX0" fmla="*/ 4514336 w 4514335"/>
                  <a:gd name="connsiteY0" fmla="*/ 593989 h 1187977"/>
                  <a:gd name="connsiteX1" fmla="*/ 2257168 w 4514335"/>
                  <a:gd name="connsiteY1" fmla="*/ 1187977 h 1187977"/>
                  <a:gd name="connsiteX2" fmla="*/ 0 w 4514335"/>
                  <a:gd name="connsiteY2" fmla="*/ 593989 h 1187977"/>
                  <a:gd name="connsiteX3" fmla="*/ 2257168 w 4514335"/>
                  <a:gd name="connsiteY3" fmla="*/ 0 h 1187977"/>
                  <a:gd name="connsiteX4" fmla="*/ 4514336 w 4514335"/>
                  <a:gd name="connsiteY4" fmla="*/ 593989 h 1187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4335" h="1187977">
                    <a:moveTo>
                      <a:pt x="4514336" y="593989"/>
                    </a:moveTo>
                    <a:cubicBezTo>
                      <a:pt x="4514336" y="922040"/>
                      <a:pt x="3503767" y="1187977"/>
                      <a:pt x="2257168" y="1187977"/>
                    </a:cubicBezTo>
                    <a:cubicBezTo>
                      <a:pt x="1010569" y="1187977"/>
                      <a:pt x="0" y="922039"/>
                      <a:pt x="0" y="593989"/>
                    </a:cubicBezTo>
                    <a:cubicBezTo>
                      <a:pt x="0" y="265938"/>
                      <a:pt x="1010569" y="0"/>
                      <a:pt x="2257168" y="0"/>
                    </a:cubicBezTo>
                    <a:cubicBezTo>
                      <a:pt x="3503768" y="0"/>
                      <a:pt x="4514336" y="265938"/>
                      <a:pt x="4514336" y="593989"/>
                    </a:cubicBezTo>
                    <a:close/>
                  </a:path>
                </a:pathLst>
              </a:custGeom>
              <a:solidFill>
                <a:srgbClr val="EAF6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6C327B3B-32AD-57E7-07DF-D86BA936738E}"/>
                  </a:ext>
                </a:extLst>
              </p:cNvPr>
              <p:cNvSpPr/>
              <p:nvPr/>
            </p:nvSpPr>
            <p:spPr>
              <a:xfrm>
                <a:off x="1937611" y="3978836"/>
                <a:ext cx="3700386" cy="1096175"/>
              </a:xfrm>
              <a:custGeom>
                <a:avLst/>
                <a:gdLst>
                  <a:gd name="connsiteX0" fmla="*/ 3700386 w 3700386"/>
                  <a:gd name="connsiteY0" fmla="*/ 502263 h 1096175"/>
                  <a:gd name="connsiteX1" fmla="*/ 1443276 w 3700386"/>
                  <a:gd name="connsiteY1" fmla="*/ 1096175 h 1096175"/>
                  <a:gd name="connsiteX2" fmla="*/ 0 w 3700386"/>
                  <a:gd name="connsiteY2" fmla="*/ 958882 h 1096175"/>
                  <a:gd name="connsiteX3" fmla="*/ 1201179 w 3700386"/>
                  <a:gd name="connsiteY3" fmla="*/ 1049855 h 1096175"/>
                  <a:gd name="connsiteX4" fmla="*/ 3458394 w 3700386"/>
                  <a:gd name="connsiteY4" fmla="*/ 455838 h 1096175"/>
                  <a:gd name="connsiteX5" fmla="*/ 2648283 w 3700386"/>
                  <a:gd name="connsiteY5" fmla="*/ 0 h 1096175"/>
                  <a:gd name="connsiteX6" fmla="*/ 3700386 w 3700386"/>
                  <a:gd name="connsiteY6" fmla="*/ 502263 h 1096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00386" h="1096175">
                    <a:moveTo>
                      <a:pt x="3700386" y="502263"/>
                    </a:moveTo>
                    <a:cubicBezTo>
                      <a:pt x="3700386" y="830228"/>
                      <a:pt x="2689784" y="1096175"/>
                      <a:pt x="1443276" y="1096175"/>
                    </a:cubicBezTo>
                    <a:cubicBezTo>
                      <a:pt x="894407" y="1096175"/>
                      <a:pt x="391268" y="1044655"/>
                      <a:pt x="0" y="958882"/>
                    </a:cubicBezTo>
                    <a:cubicBezTo>
                      <a:pt x="347796" y="1016489"/>
                      <a:pt x="759666" y="1049855"/>
                      <a:pt x="1201179" y="1049855"/>
                    </a:cubicBezTo>
                    <a:cubicBezTo>
                      <a:pt x="2447792" y="1049855"/>
                      <a:pt x="3458394" y="783908"/>
                      <a:pt x="3458394" y="455838"/>
                    </a:cubicBezTo>
                    <a:cubicBezTo>
                      <a:pt x="3458394" y="272720"/>
                      <a:pt x="3143479" y="108928"/>
                      <a:pt x="2648283" y="0"/>
                    </a:cubicBezTo>
                    <a:cubicBezTo>
                      <a:pt x="3280563" y="105213"/>
                      <a:pt x="3700386" y="290789"/>
                      <a:pt x="3700386" y="502263"/>
                    </a:cubicBezTo>
                    <a:close/>
                  </a:path>
                </a:pathLst>
              </a:custGeom>
              <a:solidFill>
                <a:srgbClr val="D8ECF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C238F7A-34B2-1CC8-2907-6E64597A9628}"/>
              </a:ext>
            </a:extLst>
          </p:cNvPr>
          <p:cNvGrpSpPr/>
          <p:nvPr/>
        </p:nvGrpSpPr>
        <p:grpSpPr>
          <a:xfrm>
            <a:off x="3146784" y="4201182"/>
            <a:ext cx="959547" cy="792104"/>
            <a:chOff x="3146784" y="4201182"/>
            <a:chExt cx="959547" cy="792104"/>
          </a:xfrm>
        </p:grpSpPr>
        <p:grpSp>
          <p:nvGrpSpPr>
            <p:cNvPr id="18" name="Graphic 16">
              <a:extLst>
                <a:ext uri="{FF2B5EF4-FFF2-40B4-BE49-F238E27FC236}">
                  <a16:creationId xmlns:a16="http://schemas.microsoft.com/office/drawing/2014/main" id="{A123710B-F2CB-B767-21EB-5686C46C8DB0}"/>
                </a:ext>
              </a:extLst>
            </p:cNvPr>
            <p:cNvGrpSpPr/>
            <p:nvPr/>
          </p:nvGrpSpPr>
          <p:grpSpPr>
            <a:xfrm rot="16200000">
              <a:off x="3255551" y="4139342"/>
              <a:ext cx="777729" cy="901409"/>
              <a:chOff x="3325120" y="4352299"/>
              <a:chExt cx="777729" cy="901409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147EB87-B46C-B5E5-09C0-8F9A6197C42D}"/>
                  </a:ext>
                </a:extLst>
              </p:cNvPr>
              <p:cNvSpPr/>
              <p:nvPr/>
            </p:nvSpPr>
            <p:spPr>
              <a:xfrm>
                <a:off x="3325120" y="4352299"/>
                <a:ext cx="654049" cy="901409"/>
              </a:xfrm>
              <a:custGeom>
                <a:avLst/>
                <a:gdLst>
                  <a:gd name="connsiteX0" fmla="*/ 654050 w 654049"/>
                  <a:gd name="connsiteY0" fmla="*/ 0 h 901409"/>
                  <a:gd name="connsiteX1" fmla="*/ 654050 w 654049"/>
                  <a:gd name="connsiteY1" fmla="*/ 703874 h 901409"/>
                  <a:gd name="connsiteX2" fmla="*/ 327025 w 654049"/>
                  <a:gd name="connsiteY2" fmla="*/ 901409 h 901409"/>
                  <a:gd name="connsiteX3" fmla="*/ 0 w 654049"/>
                  <a:gd name="connsiteY3" fmla="*/ 703874 h 901409"/>
                  <a:gd name="connsiteX4" fmla="*/ 0 w 654049"/>
                  <a:gd name="connsiteY4" fmla="*/ 0 h 901409"/>
                  <a:gd name="connsiteX5" fmla="*/ 327025 w 654049"/>
                  <a:gd name="connsiteY5" fmla="*/ 39014 h 901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4049" h="901409">
                    <a:moveTo>
                      <a:pt x="654050" y="0"/>
                    </a:moveTo>
                    <a:lnTo>
                      <a:pt x="654050" y="703874"/>
                    </a:lnTo>
                    <a:lnTo>
                      <a:pt x="327025" y="901409"/>
                    </a:lnTo>
                    <a:lnTo>
                      <a:pt x="0" y="703874"/>
                    </a:lnTo>
                    <a:lnTo>
                      <a:pt x="0" y="0"/>
                    </a:lnTo>
                    <a:lnTo>
                      <a:pt x="327025" y="39014"/>
                    </a:lnTo>
                    <a:close/>
                  </a:path>
                </a:pathLst>
              </a:custGeom>
              <a:solidFill>
                <a:srgbClr val="FBF3F3"/>
              </a:solidFill>
              <a:ln w="17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F2CF04F5-F4CC-FD93-0F6C-7865629A631E}"/>
                  </a:ext>
                </a:extLst>
              </p:cNvPr>
              <p:cNvSpPr/>
              <p:nvPr/>
            </p:nvSpPr>
            <p:spPr>
              <a:xfrm>
                <a:off x="3652145" y="4352299"/>
                <a:ext cx="327024" cy="901409"/>
              </a:xfrm>
              <a:custGeom>
                <a:avLst/>
                <a:gdLst>
                  <a:gd name="connsiteX0" fmla="*/ 327025 w 327024"/>
                  <a:gd name="connsiteY0" fmla="*/ 0 h 901409"/>
                  <a:gd name="connsiteX1" fmla="*/ 327025 w 327024"/>
                  <a:gd name="connsiteY1" fmla="*/ 703874 h 901409"/>
                  <a:gd name="connsiteX2" fmla="*/ 0 w 327024"/>
                  <a:gd name="connsiteY2" fmla="*/ 901409 h 901409"/>
                  <a:gd name="connsiteX3" fmla="*/ 0 w 327024"/>
                  <a:gd name="connsiteY3" fmla="*/ 39014 h 901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7024" h="901409">
                    <a:moveTo>
                      <a:pt x="327025" y="0"/>
                    </a:moveTo>
                    <a:lnTo>
                      <a:pt x="327025" y="703874"/>
                    </a:lnTo>
                    <a:lnTo>
                      <a:pt x="0" y="901409"/>
                    </a:lnTo>
                    <a:lnTo>
                      <a:pt x="0" y="39014"/>
                    </a:lnTo>
                    <a:close/>
                  </a:path>
                </a:pathLst>
              </a:custGeom>
              <a:solidFill>
                <a:srgbClr val="E8E3F0"/>
              </a:solidFill>
              <a:ln w="17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243E754-EE39-5A31-DDC3-C9BBD8635F5C}"/>
                  </a:ext>
                </a:extLst>
              </p:cNvPr>
              <p:cNvSpPr/>
              <p:nvPr/>
            </p:nvSpPr>
            <p:spPr>
              <a:xfrm>
                <a:off x="3773663" y="4801411"/>
                <a:ext cx="329186" cy="52816"/>
              </a:xfrm>
              <a:custGeom>
                <a:avLst/>
                <a:gdLst>
                  <a:gd name="connsiteX0" fmla="*/ 0 w 329186"/>
                  <a:gd name="connsiteY0" fmla="*/ 0 h 52816"/>
                  <a:gd name="connsiteX1" fmla="*/ 329187 w 329186"/>
                  <a:gd name="connsiteY1" fmla="*/ 0 h 52816"/>
                  <a:gd name="connsiteX2" fmla="*/ 329187 w 329186"/>
                  <a:gd name="connsiteY2" fmla="*/ 52817 h 52816"/>
                  <a:gd name="connsiteX3" fmla="*/ 0 w 329186"/>
                  <a:gd name="connsiteY3" fmla="*/ 52817 h 52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86" h="52816">
                    <a:moveTo>
                      <a:pt x="0" y="0"/>
                    </a:moveTo>
                    <a:lnTo>
                      <a:pt x="329187" y="0"/>
                    </a:lnTo>
                    <a:lnTo>
                      <a:pt x="329187" y="52817"/>
                    </a:lnTo>
                    <a:lnTo>
                      <a:pt x="0" y="52817"/>
                    </a:lnTo>
                    <a:close/>
                  </a:path>
                </a:pathLst>
              </a:custGeom>
              <a:solidFill>
                <a:srgbClr val="FF9E22"/>
              </a:solidFill>
              <a:ln w="17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EEED6F3-9B8A-E2DF-BC33-F54A5FA57115}"/>
                  </a:ext>
                </a:extLst>
              </p:cNvPr>
              <p:cNvSpPr/>
              <p:nvPr/>
            </p:nvSpPr>
            <p:spPr>
              <a:xfrm>
                <a:off x="3773663" y="4695778"/>
                <a:ext cx="329186" cy="52816"/>
              </a:xfrm>
              <a:custGeom>
                <a:avLst/>
                <a:gdLst>
                  <a:gd name="connsiteX0" fmla="*/ 0 w 329186"/>
                  <a:gd name="connsiteY0" fmla="*/ 0 h 52816"/>
                  <a:gd name="connsiteX1" fmla="*/ 329187 w 329186"/>
                  <a:gd name="connsiteY1" fmla="*/ 0 h 52816"/>
                  <a:gd name="connsiteX2" fmla="*/ 329187 w 329186"/>
                  <a:gd name="connsiteY2" fmla="*/ 52817 h 52816"/>
                  <a:gd name="connsiteX3" fmla="*/ 0 w 329186"/>
                  <a:gd name="connsiteY3" fmla="*/ 52817 h 52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86" h="52816">
                    <a:moveTo>
                      <a:pt x="0" y="0"/>
                    </a:moveTo>
                    <a:lnTo>
                      <a:pt x="329187" y="0"/>
                    </a:lnTo>
                    <a:lnTo>
                      <a:pt x="329187" y="52817"/>
                    </a:lnTo>
                    <a:lnTo>
                      <a:pt x="0" y="52817"/>
                    </a:lnTo>
                    <a:close/>
                  </a:path>
                </a:pathLst>
              </a:custGeom>
              <a:solidFill>
                <a:srgbClr val="FF3939"/>
              </a:solidFill>
              <a:ln w="17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5F23C52E-A013-E162-C14C-5CB63CCEC763}"/>
                  </a:ext>
                </a:extLst>
              </p:cNvPr>
              <p:cNvSpPr/>
              <p:nvPr/>
            </p:nvSpPr>
            <p:spPr>
              <a:xfrm>
                <a:off x="3773663" y="4748595"/>
                <a:ext cx="329186" cy="52816"/>
              </a:xfrm>
              <a:custGeom>
                <a:avLst/>
                <a:gdLst>
                  <a:gd name="connsiteX0" fmla="*/ 0 w 329186"/>
                  <a:gd name="connsiteY0" fmla="*/ 0 h 52816"/>
                  <a:gd name="connsiteX1" fmla="*/ 329187 w 329186"/>
                  <a:gd name="connsiteY1" fmla="*/ 0 h 52816"/>
                  <a:gd name="connsiteX2" fmla="*/ 329187 w 329186"/>
                  <a:gd name="connsiteY2" fmla="*/ 52817 h 52816"/>
                  <a:gd name="connsiteX3" fmla="*/ 0 w 329186"/>
                  <a:gd name="connsiteY3" fmla="*/ 52817 h 52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86" h="52816">
                    <a:moveTo>
                      <a:pt x="0" y="0"/>
                    </a:moveTo>
                    <a:lnTo>
                      <a:pt x="329187" y="0"/>
                    </a:lnTo>
                    <a:lnTo>
                      <a:pt x="329187" y="52817"/>
                    </a:lnTo>
                    <a:lnTo>
                      <a:pt x="0" y="52817"/>
                    </a:lnTo>
                    <a:close/>
                  </a:path>
                </a:pathLst>
              </a:custGeom>
              <a:solidFill>
                <a:srgbClr val="F1BA87"/>
              </a:solidFill>
              <a:ln w="17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6116BF7-2D75-9325-B375-217E1245D7D5}"/>
                  </a:ext>
                </a:extLst>
              </p:cNvPr>
              <p:cNvSpPr/>
              <p:nvPr/>
            </p:nvSpPr>
            <p:spPr>
              <a:xfrm>
                <a:off x="3773663" y="4854228"/>
                <a:ext cx="329186" cy="52816"/>
              </a:xfrm>
              <a:custGeom>
                <a:avLst/>
                <a:gdLst>
                  <a:gd name="connsiteX0" fmla="*/ 0 w 329186"/>
                  <a:gd name="connsiteY0" fmla="*/ 0 h 52816"/>
                  <a:gd name="connsiteX1" fmla="*/ 329187 w 329186"/>
                  <a:gd name="connsiteY1" fmla="*/ 0 h 52816"/>
                  <a:gd name="connsiteX2" fmla="*/ 329187 w 329186"/>
                  <a:gd name="connsiteY2" fmla="*/ 52817 h 52816"/>
                  <a:gd name="connsiteX3" fmla="*/ 0 w 329186"/>
                  <a:gd name="connsiteY3" fmla="*/ 52817 h 52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86" h="52816">
                    <a:moveTo>
                      <a:pt x="0" y="0"/>
                    </a:moveTo>
                    <a:lnTo>
                      <a:pt x="329187" y="0"/>
                    </a:lnTo>
                    <a:lnTo>
                      <a:pt x="329187" y="52817"/>
                    </a:lnTo>
                    <a:lnTo>
                      <a:pt x="0" y="52817"/>
                    </a:lnTo>
                    <a:close/>
                  </a:path>
                </a:pathLst>
              </a:custGeom>
              <a:solidFill>
                <a:srgbClr val="00CB76"/>
              </a:solidFill>
              <a:ln w="17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3589FFE1-D529-D72F-D584-4B60C81E3BA3}"/>
                  </a:ext>
                </a:extLst>
              </p:cNvPr>
              <p:cNvSpPr/>
              <p:nvPr/>
            </p:nvSpPr>
            <p:spPr>
              <a:xfrm>
                <a:off x="3773663" y="4907045"/>
                <a:ext cx="329186" cy="52816"/>
              </a:xfrm>
              <a:custGeom>
                <a:avLst/>
                <a:gdLst>
                  <a:gd name="connsiteX0" fmla="*/ 0 w 329186"/>
                  <a:gd name="connsiteY0" fmla="*/ 0 h 52816"/>
                  <a:gd name="connsiteX1" fmla="*/ 329187 w 329186"/>
                  <a:gd name="connsiteY1" fmla="*/ 0 h 52816"/>
                  <a:gd name="connsiteX2" fmla="*/ 329187 w 329186"/>
                  <a:gd name="connsiteY2" fmla="*/ 52817 h 52816"/>
                  <a:gd name="connsiteX3" fmla="*/ 0 w 329186"/>
                  <a:gd name="connsiteY3" fmla="*/ 52817 h 52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86" h="52816">
                    <a:moveTo>
                      <a:pt x="0" y="0"/>
                    </a:moveTo>
                    <a:lnTo>
                      <a:pt x="329187" y="0"/>
                    </a:lnTo>
                    <a:lnTo>
                      <a:pt x="329187" y="52817"/>
                    </a:lnTo>
                    <a:lnTo>
                      <a:pt x="0" y="52817"/>
                    </a:lnTo>
                    <a:close/>
                  </a:path>
                </a:pathLst>
              </a:custGeom>
              <a:solidFill>
                <a:srgbClr val="6AA8FF"/>
              </a:solidFill>
              <a:ln w="17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08CC7869-0046-33EA-10FD-D62CF5BCB3D9}"/>
                  </a:ext>
                </a:extLst>
              </p:cNvPr>
              <p:cNvSpPr/>
              <p:nvPr/>
            </p:nvSpPr>
            <p:spPr>
              <a:xfrm>
                <a:off x="3325226" y="4352299"/>
                <a:ext cx="653838" cy="197464"/>
              </a:xfrm>
              <a:custGeom>
                <a:avLst/>
                <a:gdLst>
                  <a:gd name="connsiteX0" fmla="*/ 653838 w 653838"/>
                  <a:gd name="connsiteY0" fmla="*/ 0 h 197464"/>
                  <a:gd name="connsiteX1" fmla="*/ 326919 w 653838"/>
                  <a:gd name="connsiteY1" fmla="*/ 197465 h 197464"/>
                  <a:gd name="connsiteX2" fmla="*/ 0 w 653838"/>
                  <a:gd name="connsiteY2" fmla="*/ 0 h 197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53838" h="197464">
                    <a:moveTo>
                      <a:pt x="653838" y="0"/>
                    </a:moveTo>
                    <a:lnTo>
                      <a:pt x="326919" y="1974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E3F0"/>
              </a:solidFill>
              <a:ln w="17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1DDAC2C3-E32F-FC70-D3F9-3A021B11FDD4}"/>
                  </a:ext>
                </a:extLst>
              </p:cNvPr>
              <p:cNvSpPr/>
              <p:nvPr/>
            </p:nvSpPr>
            <p:spPr>
              <a:xfrm>
                <a:off x="3652145" y="4352299"/>
                <a:ext cx="326919" cy="197464"/>
              </a:xfrm>
              <a:custGeom>
                <a:avLst/>
                <a:gdLst>
                  <a:gd name="connsiteX0" fmla="*/ 326919 w 326919"/>
                  <a:gd name="connsiteY0" fmla="*/ 0 h 197464"/>
                  <a:gd name="connsiteX1" fmla="*/ 0 w 326919"/>
                  <a:gd name="connsiteY1" fmla="*/ 197465 h 197464"/>
                  <a:gd name="connsiteX2" fmla="*/ 0 w 326919"/>
                  <a:gd name="connsiteY2" fmla="*/ 0 h 197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6919" h="197464">
                    <a:moveTo>
                      <a:pt x="326919" y="0"/>
                    </a:moveTo>
                    <a:lnTo>
                      <a:pt x="0" y="1974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3CBE4"/>
              </a:solidFill>
              <a:ln w="17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4D36EFF6-CA8D-DC9D-F406-A1623D425C0C}"/>
                  </a:ext>
                </a:extLst>
              </p:cNvPr>
              <p:cNvSpPr/>
              <p:nvPr/>
            </p:nvSpPr>
            <p:spPr>
              <a:xfrm>
                <a:off x="3466670" y="4737598"/>
                <a:ext cx="306989" cy="180457"/>
              </a:xfrm>
              <a:custGeom>
                <a:avLst/>
                <a:gdLst>
                  <a:gd name="connsiteX0" fmla="*/ 185475 w 306989"/>
                  <a:gd name="connsiteY0" fmla="*/ 0 h 180457"/>
                  <a:gd name="connsiteX1" fmla="*/ 0 w 306989"/>
                  <a:gd name="connsiteY1" fmla="*/ 63820 h 180457"/>
                  <a:gd name="connsiteX2" fmla="*/ 0 w 306989"/>
                  <a:gd name="connsiteY2" fmla="*/ 116637 h 180457"/>
                  <a:gd name="connsiteX3" fmla="*/ 185475 w 306989"/>
                  <a:gd name="connsiteY3" fmla="*/ 180458 h 180457"/>
                  <a:gd name="connsiteX4" fmla="*/ 306990 w 306989"/>
                  <a:gd name="connsiteY4" fmla="*/ 90229 h 180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989" h="180457">
                    <a:moveTo>
                      <a:pt x="185475" y="0"/>
                    </a:moveTo>
                    <a:lnTo>
                      <a:pt x="0" y="63820"/>
                    </a:lnTo>
                    <a:lnTo>
                      <a:pt x="0" y="116637"/>
                    </a:lnTo>
                    <a:lnTo>
                      <a:pt x="185475" y="180458"/>
                    </a:lnTo>
                    <a:lnTo>
                      <a:pt x="306990" y="90229"/>
                    </a:lnTo>
                    <a:close/>
                  </a:path>
                </a:pathLst>
              </a:custGeom>
              <a:solidFill>
                <a:srgbClr val="E8E3F0"/>
              </a:solidFill>
              <a:ln w="17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FD0BA9E4-1B35-9A7E-1AAF-9E64D09D18F6}"/>
                  </a:ext>
                </a:extLst>
              </p:cNvPr>
              <p:cNvSpPr/>
              <p:nvPr/>
            </p:nvSpPr>
            <p:spPr>
              <a:xfrm>
                <a:off x="3652145" y="4695785"/>
                <a:ext cx="121514" cy="264084"/>
              </a:xfrm>
              <a:custGeom>
                <a:avLst/>
                <a:gdLst>
                  <a:gd name="connsiteX0" fmla="*/ 121514 w 121514"/>
                  <a:gd name="connsiteY0" fmla="*/ 0 h 264084"/>
                  <a:gd name="connsiteX1" fmla="*/ 121514 w 121514"/>
                  <a:gd name="connsiteY1" fmla="*/ 264085 h 264084"/>
                  <a:gd name="connsiteX2" fmla="*/ 0 w 121514"/>
                  <a:gd name="connsiteY2" fmla="*/ 222271 h 264084"/>
                  <a:gd name="connsiteX3" fmla="*/ 0 w 121514"/>
                  <a:gd name="connsiteY3" fmla="*/ 41813 h 26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514" h="264084">
                    <a:moveTo>
                      <a:pt x="121514" y="0"/>
                    </a:moveTo>
                    <a:lnTo>
                      <a:pt x="121514" y="264085"/>
                    </a:lnTo>
                    <a:lnTo>
                      <a:pt x="0" y="222271"/>
                    </a:lnTo>
                    <a:lnTo>
                      <a:pt x="0" y="41813"/>
                    </a:lnTo>
                    <a:close/>
                  </a:path>
                </a:pathLst>
              </a:custGeom>
              <a:solidFill>
                <a:srgbClr val="D3CBE4"/>
              </a:solidFill>
              <a:ln w="17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0BB2A5F-45CF-4706-580A-E78DCED3082C}"/>
                </a:ext>
              </a:extLst>
            </p:cNvPr>
            <p:cNvSpPr txBox="1"/>
            <p:nvPr/>
          </p:nvSpPr>
          <p:spPr>
            <a:xfrm>
              <a:off x="3146784" y="4623954"/>
              <a:ext cx="9595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dirty="0">
                  <a:latin typeface="Calibri" panose="020F0502020204030204" pitchFamily="34" charset="0"/>
                  <a:cs typeface="Times New Roman" panose="02020603050405020304" pitchFamily="18" charset="0"/>
                </a:rPr>
                <a:t>Prism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C017404-94B9-8F2E-F8CF-CA7FB872B9E9}"/>
              </a:ext>
            </a:extLst>
          </p:cNvPr>
          <p:cNvGrpSpPr/>
          <p:nvPr/>
        </p:nvGrpSpPr>
        <p:grpSpPr>
          <a:xfrm>
            <a:off x="3032449" y="4320073"/>
            <a:ext cx="1543790" cy="947961"/>
            <a:chOff x="3032449" y="4320073"/>
            <a:chExt cx="1543790" cy="947961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BD22105-42FE-B601-93A7-5D5A424AF587}"/>
                </a:ext>
              </a:extLst>
            </p:cNvPr>
            <p:cNvCxnSpPr/>
            <p:nvPr/>
          </p:nvCxnSpPr>
          <p:spPr>
            <a:xfrm>
              <a:off x="3032449" y="4320073"/>
              <a:ext cx="0" cy="653143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20F2B55-3B8A-5AF1-79FB-AFBD545780CF}"/>
                </a:ext>
              </a:extLst>
            </p:cNvPr>
            <p:cNvCxnSpPr/>
            <p:nvPr/>
          </p:nvCxnSpPr>
          <p:spPr>
            <a:xfrm>
              <a:off x="4199944" y="4320073"/>
              <a:ext cx="0" cy="653143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297B094-FA3B-3B09-CF25-92B6B8E577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83180" y="5104942"/>
              <a:ext cx="838314" cy="0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B4B4A24-6B69-E3A6-0E51-2BBBE3D5EB22}"/>
                </a:ext>
              </a:extLst>
            </p:cNvPr>
            <p:cNvSpPr txBox="1"/>
            <p:nvPr/>
          </p:nvSpPr>
          <p:spPr>
            <a:xfrm>
              <a:off x="3910757" y="4898702"/>
              <a:ext cx="6654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dirty="0">
                  <a:latin typeface="Calibri" panose="020F0502020204030204" pitchFamily="34" charset="0"/>
                  <a:cs typeface="Times New Roman" panose="02020603050405020304" pitchFamily="18" charset="0"/>
                </a:rPr>
                <a:t>LCD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C5018516-D1DE-39A3-964F-A9CF2A5B23F0}"/>
              </a:ext>
            </a:extLst>
          </p:cNvPr>
          <p:cNvSpPr txBox="1"/>
          <p:nvPr/>
        </p:nvSpPr>
        <p:spPr>
          <a:xfrm>
            <a:off x="220675" y="974512"/>
            <a:ext cx="9266016" cy="1277273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LCD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projectors use three mirror filters to separate an image into its red, green and blue wavelengths. These images are then passed through a prism and recombined. Finally, the full colour image is passed through a lens and projected.</a:t>
            </a:r>
          </a:p>
        </p:txBody>
      </p:sp>
    </p:spTree>
    <p:extLst>
      <p:ext uri="{BB962C8B-B14F-4D97-AF65-F5344CB8AC3E}">
        <p14:creationId xmlns:p14="http://schemas.microsoft.com/office/powerpoint/2010/main" val="207418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4566C8-4079-590F-0B49-B83CF682A27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8769" y="504512"/>
            <a:ext cx="5895343" cy="47491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63039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Liquid crystal display (LCD) projector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C2C12A-3D84-B94A-4E7E-BE3E7952AE20}"/>
              </a:ext>
            </a:extLst>
          </p:cNvPr>
          <p:cNvSpPr txBox="1"/>
          <p:nvPr/>
        </p:nvSpPr>
        <p:spPr>
          <a:xfrm>
            <a:off x="220675" y="974512"/>
            <a:ext cx="9266016" cy="2616101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LCD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projectors use three mirror filters to separate an image into its red, green and blue wavelengths. These images are then passed through a prism and recombined. Finally, the full colour image is passed through a lens and projected.</a:t>
            </a:r>
          </a:p>
          <a:p>
            <a:pPr>
              <a:spcAft>
                <a:spcPts val="600"/>
              </a:spcAft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is it typically used for and why is it required?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Projecting a computer output onto a wall, whiteboard, projection screen,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Personal/home and professional settings.</a:t>
            </a:r>
          </a:p>
        </p:txBody>
      </p:sp>
    </p:spTree>
    <p:extLst>
      <p:ext uri="{BB962C8B-B14F-4D97-AF65-F5344CB8AC3E}">
        <p14:creationId xmlns:p14="http://schemas.microsoft.com/office/powerpoint/2010/main" val="3906098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4566C8-4079-590F-0B49-B83CF682A27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8769" y="504512"/>
            <a:ext cx="5895343" cy="47491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63039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Liquid crystal display (LCD) projector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F28386-8E79-22F9-5143-124D217B4D15}"/>
              </a:ext>
            </a:extLst>
          </p:cNvPr>
          <p:cNvSpPr txBox="1"/>
          <p:nvPr/>
        </p:nvSpPr>
        <p:spPr>
          <a:xfrm>
            <a:off x="220675" y="974512"/>
            <a:ext cx="9266016" cy="4708981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LCD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projectors use three mirror filters to separate an image into its red, green and blue wavelengths. These images are then passed through a prism and recombined. Finally, the full colour image is passed through a lens and projected.</a:t>
            </a:r>
          </a:p>
          <a:p>
            <a:pPr>
              <a:spcAft>
                <a:spcPts val="600"/>
              </a:spcAft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is it typically used for and why is it required?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Projecting a computer output onto a wall, whiteboard, projection screen,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Personal/home and professional settings.</a:t>
            </a:r>
          </a:p>
          <a:p>
            <a:pPr>
              <a:spcAft>
                <a:spcPts val="600"/>
              </a:spcAft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Advantages over DLP projectors: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Sharper image.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Better colour reproduction.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Typically less expensive.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Quieter operation.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Lower power usage and heat production.</a:t>
            </a:r>
          </a:p>
        </p:txBody>
      </p:sp>
    </p:spTree>
    <p:extLst>
      <p:ext uri="{BB962C8B-B14F-4D97-AF65-F5344CB8AC3E}">
        <p14:creationId xmlns:p14="http://schemas.microsoft.com/office/powerpoint/2010/main" val="149831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Inkjet printer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picture containing LEGO, toy, vector graphics&#10;&#10;Description automatically generated">
            <a:extLst>
              <a:ext uri="{FF2B5EF4-FFF2-40B4-BE49-F238E27FC236}">
                <a16:creationId xmlns:a16="http://schemas.microsoft.com/office/drawing/2014/main" id="{6709F284-2DB6-5B76-EAF8-236F5FCB9C4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2796" y="448531"/>
            <a:ext cx="4040156" cy="4040156"/>
          </a:xfrm>
          <a:prstGeom prst="rect">
            <a:avLst/>
          </a:prstGeom>
        </p:spPr>
      </p:pic>
      <p:grpSp>
        <p:nvGrpSpPr>
          <p:cNvPr id="265" name="Group 264">
            <a:extLst>
              <a:ext uri="{FF2B5EF4-FFF2-40B4-BE49-F238E27FC236}">
                <a16:creationId xmlns:a16="http://schemas.microsoft.com/office/drawing/2014/main" id="{9B79D3F2-1D83-CD60-450B-1F926C89C82B}"/>
              </a:ext>
            </a:extLst>
          </p:cNvPr>
          <p:cNvGrpSpPr/>
          <p:nvPr/>
        </p:nvGrpSpPr>
        <p:grpSpPr>
          <a:xfrm>
            <a:off x="6363124" y="2469519"/>
            <a:ext cx="4646998" cy="4139796"/>
            <a:chOff x="2206191" y="1178341"/>
            <a:chExt cx="5626714" cy="5012580"/>
          </a:xfrm>
        </p:grpSpPr>
        <p:grpSp>
          <p:nvGrpSpPr>
            <p:cNvPr id="13" name="Graphic 9">
              <a:extLst>
                <a:ext uri="{FF2B5EF4-FFF2-40B4-BE49-F238E27FC236}">
                  <a16:creationId xmlns:a16="http://schemas.microsoft.com/office/drawing/2014/main" id="{D852B2F2-EDAB-2226-721F-C846141EB730}"/>
                </a:ext>
              </a:extLst>
            </p:cNvPr>
            <p:cNvGrpSpPr/>
            <p:nvPr/>
          </p:nvGrpSpPr>
          <p:grpSpPr>
            <a:xfrm>
              <a:off x="2206191" y="3263036"/>
              <a:ext cx="4354898" cy="2315535"/>
              <a:chOff x="2206191" y="3263036"/>
              <a:chExt cx="4354898" cy="2315535"/>
            </a:xfrm>
            <a:solidFill>
              <a:srgbClr val="9EBAEF"/>
            </a:solidFill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A6A17531-1DF5-A694-9111-1AF286A8C762}"/>
                  </a:ext>
                </a:extLst>
              </p:cNvPr>
              <p:cNvSpPr/>
              <p:nvPr/>
            </p:nvSpPr>
            <p:spPr>
              <a:xfrm>
                <a:off x="4201457" y="3263036"/>
                <a:ext cx="2359631" cy="1778965"/>
              </a:xfrm>
              <a:custGeom>
                <a:avLst/>
                <a:gdLst>
                  <a:gd name="connsiteX0" fmla="*/ 1440729 w 2359631"/>
                  <a:gd name="connsiteY0" fmla="*/ 1778965 h 1778965"/>
                  <a:gd name="connsiteX1" fmla="*/ 1449301 w 2359631"/>
                  <a:gd name="connsiteY1" fmla="*/ 1773753 h 1778965"/>
                  <a:gd name="connsiteX2" fmla="*/ 1451907 w 2359631"/>
                  <a:gd name="connsiteY2" fmla="*/ 1772656 h 1778965"/>
                  <a:gd name="connsiteX3" fmla="*/ 0 w 2359631"/>
                  <a:gd name="connsiteY3" fmla="*/ 0 h 1778965"/>
                  <a:gd name="connsiteX4" fmla="*/ 2880 w 2359631"/>
                  <a:gd name="connsiteY4" fmla="*/ 617 h 1778965"/>
                  <a:gd name="connsiteX5" fmla="*/ 1920 w 2359631"/>
                  <a:gd name="connsiteY5" fmla="*/ 1372 h 1778965"/>
                  <a:gd name="connsiteX6" fmla="*/ 2359632 w 2359631"/>
                  <a:gd name="connsiteY6" fmla="*/ 709254 h 1778965"/>
                  <a:gd name="connsiteX7" fmla="*/ 2359632 w 2359631"/>
                  <a:gd name="connsiteY7" fmla="*/ 709254 h 1778965"/>
                  <a:gd name="connsiteX8" fmla="*/ 2358672 w 2359631"/>
                  <a:gd name="connsiteY8" fmla="*/ 708157 h 1778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59631" h="1778965">
                    <a:moveTo>
                      <a:pt x="1440729" y="1778965"/>
                    </a:moveTo>
                    <a:lnTo>
                      <a:pt x="1449301" y="1773753"/>
                    </a:lnTo>
                    <a:lnTo>
                      <a:pt x="1451907" y="1772656"/>
                    </a:lnTo>
                    <a:close/>
                    <a:moveTo>
                      <a:pt x="0" y="0"/>
                    </a:moveTo>
                    <a:lnTo>
                      <a:pt x="2880" y="617"/>
                    </a:lnTo>
                    <a:lnTo>
                      <a:pt x="1920" y="1372"/>
                    </a:lnTo>
                    <a:close/>
                    <a:moveTo>
                      <a:pt x="2359632" y="709254"/>
                    </a:moveTo>
                    <a:lnTo>
                      <a:pt x="2359632" y="709254"/>
                    </a:lnTo>
                    <a:cubicBezTo>
                      <a:pt x="2359632" y="708843"/>
                      <a:pt x="2358946" y="708500"/>
                      <a:pt x="2358672" y="708157"/>
                    </a:cubicBezTo>
                    <a:close/>
                  </a:path>
                </a:pathLst>
              </a:custGeom>
              <a:solidFill>
                <a:srgbClr val="9EBAEF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D5BB75A-74AC-7A91-EFD4-F3BBF03AF8BC}"/>
                  </a:ext>
                </a:extLst>
              </p:cNvPr>
              <p:cNvSpPr/>
              <p:nvPr/>
            </p:nvSpPr>
            <p:spPr>
              <a:xfrm>
                <a:off x="3695268" y="5577405"/>
                <a:ext cx="2194" cy="1165"/>
              </a:xfrm>
              <a:custGeom>
                <a:avLst/>
                <a:gdLst>
                  <a:gd name="connsiteX0" fmla="*/ 2195 w 2194"/>
                  <a:gd name="connsiteY0" fmla="*/ 1166 h 1165"/>
                  <a:gd name="connsiteX1" fmla="*/ 2195 w 2194"/>
                  <a:gd name="connsiteY1" fmla="*/ 1166 h 1165"/>
                  <a:gd name="connsiteX2" fmla="*/ 0 w 2194"/>
                  <a:gd name="connsiteY2" fmla="*/ 0 h 1165"/>
                  <a:gd name="connsiteX3" fmla="*/ 2195 w 2194"/>
                  <a:gd name="connsiteY3" fmla="*/ 1166 h 1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94" h="1165">
                    <a:moveTo>
                      <a:pt x="2195" y="1166"/>
                    </a:moveTo>
                    <a:lnTo>
                      <a:pt x="2195" y="1166"/>
                    </a:lnTo>
                    <a:lnTo>
                      <a:pt x="0" y="0"/>
                    </a:lnTo>
                    <a:cubicBezTo>
                      <a:pt x="677" y="484"/>
                      <a:pt x="1415" y="876"/>
                      <a:pt x="2195" y="1166"/>
                    </a:cubicBezTo>
                    <a:close/>
                  </a:path>
                </a:pathLst>
              </a:custGeom>
              <a:solidFill>
                <a:srgbClr val="9EBAEF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B4AF8C4-11DE-5C3C-E268-74601BC40E74}"/>
                  </a:ext>
                </a:extLst>
              </p:cNvPr>
              <p:cNvSpPr/>
              <p:nvPr/>
            </p:nvSpPr>
            <p:spPr>
              <a:xfrm>
                <a:off x="2206191" y="4691626"/>
                <a:ext cx="7475" cy="12687"/>
              </a:xfrm>
              <a:custGeom>
                <a:avLst/>
                <a:gdLst>
                  <a:gd name="connsiteX0" fmla="*/ 0 w 7475"/>
                  <a:gd name="connsiteY0" fmla="*/ 0 h 12687"/>
                  <a:gd name="connsiteX1" fmla="*/ 754 w 7475"/>
                  <a:gd name="connsiteY1" fmla="*/ 1852 h 12687"/>
                  <a:gd name="connsiteX2" fmla="*/ 5624 w 7475"/>
                  <a:gd name="connsiteY2" fmla="*/ 9670 h 12687"/>
                  <a:gd name="connsiteX3" fmla="*/ 7064 w 7475"/>
                  <a:gd name="connsiteY3" fmla="*/ 12276 h 12687"/>
                  <a:gd name="connsiteX4" fmla="*/ 7475 w 7475"/>
                  <a:gd name="connsiteY4" fmla="*/ 12688 h 12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75" h="12687">
                    <a:moveTo>
                      <a:pt x="0" y="0"/>
                    </a:moveTo>
                    <a:cubicBezTo>
                      <a:pt x="0" y="754"/>
                      <a:pt x="411" y="1098"/>
                      <a:pt x="754" y="1852"/>
                    </a:cubicBezTo>
                    <a:cubicBezTo>
                      <a:pt x="2263" y="4458"/>
                      <a:pt x="3772" y="7064"/>
                      <a:pt x="5624" y="9670"/>
                    </a:cubicBezTo>
                    <a:cubicBezTo>
                      <a:pt x="5969" y="10606"/>
                      <a:pt x="6455" y="11485"/>
                      <a:pt x="7064" y="12276"/>
                    </a:cubicBezTo>
                    <a:lnTo>
                      <a:pt x="7475" y="12688"/>
                    </a:lnTo>
                    <a:close/>
                  </a:path>
                </a:pathLst>
              </a:custGeom>
              <a:solidFill>
                <a:srgbClr val="9EBAEF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8620D3E0-2B5F-0137-7A77-3A66BB81BF06}"/>
                  </a:ext>
                </a:extLst>
              </p:cNvPr>
              <p:cNvSpPr/>
              <p:nvPr/>
            </p:nvSpPr>
            <p:spPr>
              <a:xfrm>
                <a:off x="2227451" y="4572091"/>
                <a:ext cx="685" cy="754"/>
              </a:xfrm>
              <a:custGeom>
                <a:avLst/>
                <a:gdLst>
                  <a:gd name="connsiteX0" fmla="*/ 343 w 685"/>
                  <a:gd name="connsiteY0" fmla="*/ 0 h 754"/>
                  <a:gd name="connsiteX1" fmla="*/ 0 w 685"/>
                  <a:gd name="connsiteY1" fmla="*/ 754 h 754"/>
                  <a:gd name="connsiteX2" fmla="*/ 686 w 685"/>
                  <a:gd name="connsiteY2" fmla="*/ 0 h 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85" h="754">
                    <a:moveTo>
                      <a:pt x="343" y="0"/>
                    </a:moveTo>
                    <a:cubicBezTo>
                      <a:pt x="0" y="411"/>
                      <a:pt x="0" y="411"/>
                      <a:pt x="0" y="754"/>
                    </a:cubicBezTo>
                    <a:lnTo>
                      <a:pt x="686" y="0"/>
                    </a:lnTo>
                    <a:close/>
                  </a:path>
                </a:pathLst>
              </a:custGeom>
              <a:solidFill>
                <a:srgbClr val="9EBAEF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B9EE451-05BA-1EE4-6899-89CB9A560A00}"/>
                </a:ext>
              </a:extLst>
            </p:cNvPr>
            <p:cNvSpPr/>
            <p:nvPr/>
          </p:nvSpPr>
          <p:spPr>
            <a:xfrm>
              <a:off x="3984813" y="3308436"/>
              <a:ext cx="2424577" cy="1927852"/>
            </a:xfrm>
            <a:custGeom>
              <a:avLst/>
              <a:gdLst>
                <a:gd name="connsiteX0" fmla="*/ 2423549 w 2424577"/>
                <a:gd name="connsiteY0" fmla="*/ 823 h 1927852"/>
                <a:gd name="connsiteX1" fmla="*/ 2422657 w 2424577"/>
                <a:gd name="connsiteY1" fmla="*/ 8367 h 1927852"/>
                <a:gd name="connsiteX2" fmla="*/ 2420600 w 2424577"/>
                <a:gd name="connsiteY2" fmla="*/ 18722 h 1927852"/>
                <a:gd name="connsiteX3" fmla="*/ 2416828 w 2424577"/>
                <a:gd name="connsiteY3" fmla="*/ 28735 h 1927852"/>
                <a:gd name="connsiteX4" fmla="*/ 2411890 w 2424577"/>
                <a:gd name="connsiteY4" fmla="*/ 38748 h 1927852"/>
                <a:gd name="connsiteX5" fmla="*/ 2407707 w 2424577"/>
                <a:gd name="connsiteY5" fmla="*/ 44988 h 1927852"/>
                <a:gd name="connsiteX6" fmla="*/ 2403524 w 2424577"/>
                <a:gd name="connsiteY6" fmla="*/ 51229 h 1927852"/>
                <a:gd name="connsiteX7" fmla="*/ 2398517 w 2424577"/>
                <a:gd name="connsiteY7" fmla="*/ 57470 h 1927852"/>
                <a:gd name="connsiteX8" fmla="*/ 2393099 w 2424577"/>
                <a:gd name="connsiteY8" fmla="*/ 63711 h 1927852"/>
                <a:gd name="connsiteX9" fmla="*/ 2373760 w 2424577"/>
                <a:gd name="connsiteY9" fmla="*/ 81199 h 1927852"/>
                <a:gd name="connsiteX10" fmla="*/ 2366284 w 2424577"/>
                <a:gd name="connsiteY10" fmla="*/ 86205 h 1927852"/>
                <a:gd name="connsiteX11" fmla="*/ 2358741 w 2424577"/>
                <a:gd name="connsiteY11" fmla="*/ 91623 h 1927852"/>
                <a:gd name="connsiteX12" fmla="*/ 2350442 w 2424577"/>
                <a:gd name="connsiteY12" fmla="*/ 96629 h 1927852"/>
                <a:gd name="connsiteX13" fmla="*/ 1256180 w 2424577"/>
                <a:gd name="connsiteY13" fmla="*/ 728251 h 1927852"/>
                <a:gd name="connsiteX14" fmla="*/ 48280 w 2424577"/>
                <a:gd name="connsiteY14" fmla="*/ 1425710 h 1927852"/>
                <a:gd name="connsiteX15" fmla="*/ 47869 w 2424577"/>
                <a:gd name="connsiteY15" fmla="*/ 1425710 h 1927852"/>
                <a:gd name="connsiteX16" fmla="*/ 46223 w 2424577"/>
                <a:gd name="connsiteY16" fmla="*/ 1426944 h 1927852"/>
                <a:gd name="connsiteX17" fmla="*/ 42451 w 2424577"/>
                <a:gd name="connsiteY17" fmla="*/ 1429001 h 1927852"/>
                <a:gd name="connsiteX18" fmla="*/ 33741 w 2424577"/>
                <a:gd name="connsiteY18" fmla="*/ 1433596 h 1927852"/>
                <a:gd name="connsiteX19" fmla="*/ 24552 w 2424577"/>
                <a:gd name="connsiteY19" fmla="*/ 1437780 h 1927852"/>
                <a:gd name="connsiteX20" fmla="*/ 15019 w 2424577"/>
                <a:gd name="connsiteY20" fmla="*/ 1441894 h 1927852"/>
                <a:gd name="connsiteX21" fmla="*/ 5006 w 2424577"/>
                <a:gd name="connsiteY21" fmla="*/ 1445666 h 1927852"/>
                <a:gd name="connsiteX22" fmla="*/ 0 w 2424577"/>
                <a:gd name="connsiteY22" fmla="*/ 1447312 h 1927852"/>
                <a:gd name="connsiteX23" fmla="*/ 0 w 2424577"/>
                <a:gd name="connsiteY23" fmla="*/ 1927853 h 1927852"/>
                <a:gd name="connsiteX24" fmla="*/ 48006 w 2424577"/>
                <a:gd name="connsiteY24" fmla="*/ 1906181 h 1927852"/>
                <a:gd name="connsiteX25" fmla="*/ 369029 w 2424577"/>
                <a:gd name="connsiteY25" fmla="*/ 1721015 h 1927852"/>
                <a:gd name="connsiteX26" fmla="*/ 369029 w 2424577"/>
                <a:gd name="connsiteY26" fmla="*/ 1779308 h 1927852"/>
                <a:gd name="connsiteX27" fmla="*/ 697596 w 2424577"/>
                <a:gd name="connsiteY27" fmla="*/ 1589890 h 1927852"/>
                <a:gd name="connsiteX28" fmla="*/ 1325446 w 2424577"/>
                <a:gd name="connsiteY28" fmla="*/ 1227239 h 1927852"/>
                <a:gd name="connsiteX29" fmla="*/ 1345471 w 2424577"/>
                <a:gd name="connsiteY29" fmla="*/ 1215580 h 1927852"/>
                <a:gd name="connsiteX30" fmla="*/ 1698178 w 2424577"/>
                <a:gd name="connsiteY30" fmla="*/ 1012104 h 1927852"/>
                <a:gd name="connsiteX31" fmla="*/ 1851386 w 2424577"/>
                <a:gd name="connsiteY31" fmla="*/ 923841 h 1927852"/>
                <a:gd name="connsiteX32" fmla="*/ 1851386 w 2424577"/>
                <a:gd name="connsiteY32" fmla="*/ 865068 h 1927852"/>
                <a:gd name="connsiteX33" fmla="*/ 1949661 w 2424577"/>
                <a:gd name="connsiteY33" fmla="*/ 808490 h 1927852"/>
                <a:gd name="connsiteX34" fmla="*/ 1949661 w 2424577"/>
                <a:gd name="connsiteY34" fmla="*/ 689778 h 1927852"/>
                <a:gd name="connsiteX35" fmla="*/ 1949661 w 2424577"/>
                <a:gd name="connsiteY35" fmla="*/ 644035 h 1927852"/>
                <a:gd name="connsiteX36" fmla="*/ 1949661 w 2424577"/>
                <a:gd name="connsiteY36" fmla="*/ 611939 h 1927852"/>
                <a:gd name="connsiteX37" fmla="*/ 1949661 w 2424577"/>
                <a:gd name="connsiteY37" fmla="*/ 590679 h 1927852"/>
                <a:gd name="connsiteX38" fmla="*/ 1950072 w 2424577"/>
                <a:gd name="connsiteY38" fmla="*/ 589445 h 1927852"/>
                <a:gd name="connsiteX39" fmla="*/ 1950072 w 2424577"/>
                <a:gd name="connsiteY39" fmla="*/ 587799 h 1927852"/>
                <a:gd name="connsiteX40" fmla="*/ 1950484 w 2424577"/>
                <a:gd name="connsiteY40" fmla="*/ 586976 h 1927852"/>
                <a:gd name="connsiteX41" fmla="*/ 1950484 w 2424577"/>
                <a:gd name="connsiteY41" fmla="*/ 584850 h 1927852"/>
                <a:gd name="connsiteX42" fmla="*/ 1950964 w 2424577"/>
                <a:gd name="connsiteY42" fmla="*/ 583616 h 1927852"/>
                <a:gd name="connsiteX43" fmla="*/ 1951375 w 2424577"/>
                <a:gd name="connsiteY43" fmla="*/ 582381 h 1927852"/>
                <a:gd name="connsiteX44" fmla="*/ 1952610 w 2424577"/>
                <a:gd name="connsiteY44" fmla="*/ 577786 h 1927852"/>
                <a:gd name="connsiteX45" fmla="*/ 1953021 w 2424577"/>
                <a:gd name="connsiteY45" fmla="*/ 576552 h 1927852"/>
                <a:gd name="connsiteX46" fmla="*/ 1953433 w 2424577"/>
                <a:gd name="connsiteY46" fmla="*/ 574906 h 1927852"/>
                <a:gd name="connsiteX47" fmla="*/ 1953844 w 2424577"/>
                <a:gd name="connsiteY47" fmla="*/ 573603 h 1927852"/>
                <a:gd name="connsiteX48" fmla="*/ 1954667 w 2424577"/>
                <a:gd name="connsiteY48" fmla="*/ 572369 h 1927852"/>
                <a:gd name="connsiteX49" fmla="*/ 1956793 w 2424577"/>
                <a:gd name="connsiteY49" fmla="*/ 566951 h 1927852"/>
                <a:gd name="connsiteX50" fmla="*/ 1958028 w 2424577"/>
                <a:gd name="connsiteY50" fmla="*/ 564894 h 1927852"/>
                <a:gd name="connsiteX51" fmla="*/ 1958439 w 2424577"/>
                <a:gd name="connsiteY51" fmla="*/ 563659 h 1927852"/>
                <a:gd name="connsiteX52" fmla="*/ 1959262 w 2424577"/>
                <a:gd name="connsiteY52" fmla="*/ 562424 h 1927852"/>
                <a:gd name="connsiteX53" fmla="*/ 1960496 w 2424577"/>
                <a:gd name="connsiteY53" fmla="*/ 560299 h 1927852"/>
                <a:gd name="connsiteX54" fmla="*/ 1961731 w 2424577"/>
                <a:gd name="connsiteY54" fmla="*/ 558653 h 1927852"/>
                <a:gd name="connsiteX55" fmla="*/ 1963034 w 2424577"/>
                <a:gd name="connsiteY55" fmla="*/ 556595 h 1927852"/>
                <a:gd name="connsiteX56" fmla="*/ 1964268 w 2424577"/>
                <a:gd name="connsiteY56" fmla="*/ 555292 h 1927852"/>
                <a:gd name="connsiteX57" fmla="*/ 1964680 w 2424577"/>
                <a:gd name="connsiteY57" fmla="*/ 554469 h 1927852"/>
                <a:gd name="connsiteX58" fmla="*/ 1967560 w 2424577"/>
                <a:gd name="connsiteY58" fmla="*/ 551177 h 1927852"/>
                <a:gd name="connsiteX59" fmla="*/ 1970509 w 2424577"/>
                <a:gd name="connsiteY59" fmla="*/ 547817 h 1927852"/>
                <a:gd name="connsiteX60" fmla="*/ 1971744 w 2424577"/>
                <a:gd name="connsiteY60" fmla="*/ 546583 h 1927852"/>
                <a:gd name="connsiteX61" fmla="*/ 1978602 w 2424577"/>
                <a:gd name="connsiteY61" fmla="*/ 540753 h 1927852"/>
                <a:gd name="connsiteX62" fmla="*/ 1981070 w 2424577"/>
                <a:gd name="connsiteY62" fmla="*/ 538902 h 1927852"/>
                <a:gd name="connsiteX63" fmla="*/ 1982305 w 2424577"/>
                <a:gd name="connsiteY63" fmla="*/ 538490 h 1927852"/>
                <a:gd name="connsiteX64" fmla="*/ 1990603 w 2424577"/>
                <a:gd name="connsiteY64" fmla="*/ 533484 h 1927852"/>
                <a:gd name="connsiteX65" fmla="*/ 2008502 w 2424577"/>
                <a:gd name="connsiteY65" fmla="*/ 523060 h 1927852"/>
                <a:gd name="connsiteX66" fmla="*/ 2039775 w 2424577"/>
                <a:gd name="connsiteY66" fmla="*/ 505160 h 1927852"/>
                <a:gd name="connsiteX67" fmla="*/ 2040598 w 2424577"/>
                <a:gd name="connsiteY67" fmla="*/ 504749 h 1927852"/>
                <a:gd name="connsiteX68" fmla="*/ 2080169 w 2424577"/>
                <a:gd name="connsiteY68" fmla="*/ 481843 h 1927852"/>
                <a:gd name="connsiteX69" fmla="*/ 2128175 w 2424577"/>
                <a:gd name="connsiteY69" fmla="*/ 454411 h 1927852"/>
                <a:gd name="connsiteX70" fmla="*/ 2129821 w 2424577"/>
                <a:gd name="connsiteY70" fmla="*/ 453177 h 1927852"/>
                <a:gd name="connsiteX71" fmla="*/ 2176043 w 2424577"/>
                <a:gd name="connsiteY71" fmla="*/ 426499 h 1927852"/>
                <a:gd name="connsiteX72" fmla="*/ 2215614 w 2424577"/>
                <a:gd name="connsiteY72" fmla="*/ 403593 h 1927852"/>
                <a:gd name="connsiteX73" fmla="*/ 2219798 w 2424577"/>
                <a:gd name="connsiteY73" fmla="*/ 401536 h 1927852"/>
                <a:gd name="connsiteX74" fmla="*/ 2247641 w 2424577"/>
                <a:gd name="connsiteY74" fmla="*/ 385282 h 1927852"/>
                <a:gd name="connsiteX75" fmla="*/ 2249355 w 2424577"/>
                <a:gd name="connsiteY75" fmla="*/ 384459 h 1927852"/>
                <a:gd name="connsiteX76" fmla="*/ 2267255 w 2424577"/>
                <a:gd name="connsiteY76" fmla="*/ 374035 h 1927852"/>
                <a:gd name="connsiteX77" fmla="*/ 2277199 w 2424577"/>
                <a:gd name="connsiteY77" fmla="*/ 368206 h 1927852"/>
                <a:gd name="connsiteX78" fmla="*/ 2281382 w 2424577"/>
                <a:gd name="connsiteY78" fmla="*/ 366149 h 1927852"/>
                <a:gd name="connsiteX79" fmla="*/ 2284331 w 2424577"/>
                <a:gd name="connsiteY79" fmla="*/ 365326 h 1927852"/>
                <a:gd name="connsiteX80" fmla="*/ 2285977 w 2424577"/>
                <a:gd name="connsiteY80" fmla="*/ 364503 h 1927852"/>
                <a:gd name="connsiteX81" fmla="*/ 2287212 w 2424577"/>
                <a:gd name="connsiteY81" fmla="*/ 364503 h 1927852"/>
                <a:gd name="connsiteX82" fmla="*/ 2290161 w 2424577"/>
                <a:gd name="connsiteY82" fmla="*/ 363611 h 1927852"/>
                <a:gd name="connsiteX83" fmla="*/ 2295990 w 2424577"/>
                <a:gd name="connsiteY83" fmla="*/ 364091 h 1927852"/>
                <a:gd name="connsiteX84" fmla="*/ 2300104 w 2424577"/>
                <a:gd name="connsiteY84" fmla="*/ 365737 h 1927852"/>
                <a:gd name="connsiteX85" fmla="*/ 2303876 w 2424577"/>
                <a:gd name="connsiteY85" fmla="*/ 368617 h 1927852"/>
                <a:gd name="connsiteX86" fmla="*/ 2307237 w 2424577"/>
                <a:gd name="connsiteY86" fmla="*/ 373624 h 1927852"/>
                <a:gd name="connsiteX87" fmla="*/ 2309294 w 2424577"/>
                <a:gd name="connsiteY87" fmla="*/ 379864 h 1927852"/>
                <a:gd name="connsiteX88" fmla="*/ 2309705 w 2424577"/>
                <a:gd name="connsiteY88" fmla="*/ 386722 h 1927852"/>
                <a:gd name="connsiteX89" fmla="*/ 2309706 w 2424577"/>
                <a:gd name="connsiteY89" fmla="*/ 600624 h 1927852"/>
                <a:gd name="connsiteX90" fmla="*/ 2350854 w 2424577"/>
                <a:gd name="connsiteY90" fmla="*/ 577306 h 1927852"/>
                <a:gd name="connsiteX91" fmla="*/ 2424577 w 2424577"/>
                <a:gd name="connsiteY91" fmla="*/ 475328 h 1927852"/>
                <a:gd name="connsiteX92" fmla="*/ 2424577 w 2424577"/>
                <a:gd name="connsiteY92" fmla="*/ 0 h 1927852"/>
                <a:gd name="connsiteX93" fmla="*/ 2423548 w 2424577"/>
                <a:gd name="connsiteY93" fmla="*/ 823 h 1927852"/>
                <a:gd name="connsiteX94" fmla="*/ 1216061 w 2424577"/>
                <a:gd name="connsiteY94" fmla="*/ 854370 h 1927852"/>
                <a:gd name="connsiteX95" fmla="*/ 1215169 w 2424577"/>
                <a:gd name="connsiteY95" fmla="*/ 854781 h 1927852"/>
                <a:gd name="connsiteX96" fmla="*/ 1210231 w 2424577"/>
                <a:gd name="connsiteY96" fmla="*/ 857661 h 1927852"/>
                <a:gd name="connsiteX97" fmla="*/ 1146109 w 2424577"/>
                <a:gd name="connsiteY97" fmla="*/ 894763 h 1927852"/>
                <a:gd name="connsiteX98" fmla="*/ 1139251 w 2424577"/>
                <a:gd name="connsiteY98" fmla="*/ 898878 h 1927852"/>
                <a:gd name="connsiteX99" fmla="*/ 1125946 w 2424577"/>
                <a:gd name="connsiteY99" fmla="*/ 906422 h 1927852"/>
                <a:gd name="connsiteX100" fmla="*/ 1086787 w 2424577"/>
                <a:gd name="connsiteY100" fmla="*/ 929327 h 1927852"/>
                <a:gd name="connsiteX101" fmla="*/ 1076020 w 2424577"/>
                <a:gd name="connsiteY101" fmla="*/ 935568 h 1927852"/>
                <a:gd name="connsiteX102" fmla="*/ 1063059 w 2424577"/>
                <a:gd name="connsiteY102" fmla="*/ 943043 h 1927852"/>
                <a:gd name="connsiteX103" fmla="*/ 1045571 w 2424577"/>
                <a:gd name="connsiteY103" fmla="*/ 953056 h 1927852"/>
                <a:gd name="connsiteX104" fmla="*/ 1043513 w 2424577"/>
                <a:gd name="connsiteY104" fmla="*/ 954291 h 1927852"/>
                <a:gd name="connsiteX105" fmla="*/ 1041044 w 2424577"/>
                <a:gd name="connsiteY105" fmla="*/ 955525 h 1927852"/>
                <a:gd name="connsiteX106" fmla="*/ 1031855 w 2424577"/>
                <a:gd name="connsiteY106" fmla="*/ 960943 h 1927852"/>
                <a:gd name="connsiteX107" fmla="*/ 1017247 w 2424577"/>
                <a:gd name="connsiteY107" fmla="*/ 969653 h 1927852"/>
                <a:gd name="connsiteX108" fmla="*/ 995233 w 2424577"/>
                <a:gd name="connsiteY108" fmla="*/ 982203 h 1927852"/>
                <a:gd name="connsiteX109" fmla="*/ 994821 w 2424577"/>
                <a:gd name="connsiteY109" fmla="*/ 982203 h 1927852"/>
                <a:gd name="connsiteX110" fmla="*/ 972739 w 2424577"/>
                <a:gd name="connsiteY110" fmla="*/ 995096 h 1927852"/>
                <a:gd name="connsiteX111" fmla="*/ 963960 w 2424577"/>
                <a:gd name="connsiteY111" fmla="*/ 1000102 h 1927852"/>
                <a:gd name="connsiteX112" fmla="*/ 960669 w 2424577"/>
                <a:gd name="connsiteY112" fmla="*/ 1002159 h 1927852"/>
                <a:gd name="connsiteX113" fmla="*/ 952302 w 2424577"/>
                <a:gd name="connsiteY113" fmla="*/ 1006754 h 1927852"/>
                <a:gd name="connsiteX114" fmla="*/ 950656 w 2424577"/>
                <a:gd name="connsiteY114" fmla="*/ 1007989 h 1927852"/>
                <a:gd name="connsiteX115" fmla="*/ 946884 w 2424577"/>
                <a:gd name="connsiteY115" fmla="*/ 1010046 h 1927852"/>
                <a:gd name="connsiteX116" fmla="*/ 944415 w 2424577"/>
                <a:gd name="connsiteY116" fmla="*/ 1010938 h 1927852"/>
                <a:gd name="connsiteX117" fmla="*/ 943181 w 2424577"/>
                <a:gd name="connsiteY117" fmla="*/ 1011349 h 1927852"/>
                <a:gd name="connsiteX118" fmla="*/ 942358 w 2424577"/>
                <a:gd name="connsiteY118" fmla="*/ 1011761 h 1927852"/>
                <a:gd name="connsiteX119" fmla="*/ 940643 w 2424577"/>
                <a:gd name="connsiteY119" fmla="*/ 1012584 h 1927852"/>
                <a:gd name="connsiteX120" fmla="*/ 938174 w 2424577"/>
                <a:gd name="connsiteY120" fmla="*/ 1012995 h 1927852"/>
                <a:gd name="connsiteX121" fmla="*/ 936940 w 2424577"/>
                <a:gd name="connsiteY121" fmla="*/ 1013407 h 1927852"/>
                <a:gd name="connsiteX122" fmla="*/ 935637 w 2424577"/>
                <a:gd name="connsiteY122" fmla="*/ 1013818 h 1927852"/>
                <a:gd name="connsiteX123" fmla="*/ 933580 w 2424577"/>
                <a:gd name="connsiteY123" fmla="*/ 1014230 h 1927852"/>
                <a:gd name="connsiteX124" fmla="*/ 924938 w 2424577"/>
                <a:gd name="connsiteY124" fmla="*/ 1014230 h 1927852"/>
                <a:gd name="connsiteX125" fmla="*/ 924527 w 2424577"/>
                <a:gd name="connsiteY125" fmla="*/ 1013818 h 1927852"/>
                <a:gd name="connsiteX126" fmla="*/ 922812 w 2424577"/>
                <a:gd name="connsiteY126" fmla="*/ 1013818 h 1927852"/>
                <a:gd name="connsiteX127" fmla="*/ 921578 w 2424577"/>
                <a:gd name="connsiteY127" fmla="*/ 1013407 h 1927852"/>
                <a:gd name="connsiteX128" fmla="*/ 920344 w 2424577"/>
                <a:gd name="connsiteY128" fmla="*/ 1012995 h 1927852"/>
                <a:gd name="connsiteX129" fmla="*/ 918698 w 2424577"/>
                <a:gd name="connsiteY129" fmla="*/ 1012584 h 1927852"/>
                <a:gd name="connsiteX130" fmla="*/ 918080 w 2424577"/>
                <a:gd name="connsiteY130" fmla="*/ 1012104 h 1927852"/>
                <a:gd name="connsiteX131" fmla="*/ 918080 w 2424577"/>
                <a:gd name="connsiteY131" fmla="*/ 1012104 h 1927852"/>
                <a:gd name="connsiteX132" fmla="*/ 917669 w 2424577"/>
                <a:gd name="connsiteY132" fmla="*/ 1011692 h 1927852"/>
                <a:gd name="connsiteX133" fmla="*/ 916846 w 2424577"/>
                <a:gd name="connsiteY133" fmla="*/ 1011281 h 1927852"/>
                <a:gd name="connsiteX134" fmla="*/ 916435 w 2424577"/>
                <a:gd name="connsiteY134" fmla="*/ 1011281 h 1927852"/>
                <a:gd name="connsiteX135" fmla="*/ 916023 w 2424577"/>
                <a:gd name="connsiteY135" fmla="*/ 1010869 h 1927852"/>
                <a:gd name="connsiteX136" fmla="*/ 915612 w 2424577"/>
                <a:gd name="connsiteY136" fmla="*/ 1010389 h 1927852"/>
                <a:gd name="connsiteX137" fmla="*/ 914789 w 2424577"/>
                <a:gd name="connsiteY137" fmla="*/ 1009978 h 1927852"/>
                <a:gd name="connsiteX138" fmla="*/ 914377 w 2424577"/>
                <a:gd name="connsiteY138" fmla="*/ 1009566 h 1927852"/>
                <a:gd name="connsiteX139" fmla="*/ 913554 w 2424577"/>
                <a:gd name="connsiteY139" fmla="*/ 1009155 h 1927852"/>
                <a:gd name="connsiteX140" fmla="*/ 913143 w 2424577"/>
                <a:gd name="connsiteY140" fmla="*/ 1008743 h 1927852"/>
                <a:gd name="connsiteX141" fmla="*/ 912731 w 2424577"/>
                <a:gd name="connsiteY141" fmla="*/ 1008743 h 1927852"/>
                <a:gd name="connsiteX142" fmla="*/ 912731 w 2424577"/>
                <a:gd name="connsiteY142" fmla="*/ 1008332 h 1927852"/>
                <a:gd name="connsiteX143" fmla="*/ 912251 w 2424577"/>
                <a:gd name="connsiteY143" fmla="*/ 1007920 h 1927852"/>
                <a:gd name="connsiteX144" fmla="*/ 911428 w 2424577"/>
                <a:gd name="connsiteY144" fmla="*/ 1007097 h 1927852"/>
                <a:gd name="connsiteX145" fmla="*/ 910194 w 2424577"/>
                <a:gd name="connsiteY145" fmla="*/ 1005863 h 1927852"/>
                <a:gd name="connsiteX146" fmla="*/ 909371 w 2424577"/>
                <a:gd name="connsiteY146" fmla="*/ 1004560 h 1927852"/>
                <a:gd name="connsiteX147" fmla="*/ 908959 w 2424577"/>
                <a:gd name="connsiteY147" fmla="*/ 1004148 h 1927852"/>
                <a:gd name="connsiteX148" fmla="*/ 908548 w 2424577"/>
                <a:gd name="connsiteY148" fmla="*/ 1003737 h 1927852"/>
                <a:gd name="connsiteX149" fmla="*/ 907725 w 2424577"/>
                <a:gd name="connsiteY149" fmla="*/ 1002502 h 1927852"/>
                <a:gd name="connsiteX150" fmla="*/ 907313 w 2424577"/>
                <a:gd name="connsiteY150" fmla="*/ 1001268 h 1927852"/>
                <a:gd name="connsiteX151" fmla="*/ 906902 w 2424577"/>
                <a:gd name="connsiteY151" fmla="*/ 1000856 h 1927852"/>
                <a:gd name="connsiteX152" fmla="*/ 906422 w 2424577"/>
                <a:gd name="connsiteY152" fmla="*/ 1000033 h 1927852"/>
                <a:gd name="connsiteX153" fmla="*/ 906422 w 2424577"/>
                <a:gd name="connsiteY153" fmla="*/ 999622 h 1927852"/>
                <a:gd name="connsiteX154" fmla="*/ 906010 w 2424577"/>
                <a:gd name="connsiteY154" fmla="*/ 999211 h 1927852"/>
                <a:gd name="connsiteX155" fmla="*/ 906010 w 2424577"/>
                <a:gd name="connsiteY155" fmla="*/ 998730 h 1927852"/>
                <a:gd name="connsiteX156" fmla="*/ 905599 w 2424577"/>
                <a:gd name="connsiteY156" fmla="*/ 998319 h 1927852"/>
                <a:gd name="connsiteX157" fmla="*/ 905599 w 2424577"/>
                <a:gd name="connsiteY157" fmla="*/ 998388 h 1927852"/>
                <a:gd name="connsiteX158" fmla="*/ 898124 w 2424577"/>
                <a:gd name="connsiteY158" fmla="*/ 982614 h 1927852"/>
                <a:gd name="connsiteX159" fmla="*/ 881047 w 2424577"/>
                <a:gd name="connsiteY159" fmla="*/ 947227 h 1927852"/>
                <a:gd name="connsiteX160" fmla="*/ 1056338 w 2424577"/>
                <a:gd name="connsiteY160" fmla="*/ 846003 h 1927852"/>
                <a:gd name="connsiteX161" fmla="*/ 1255220 w 2424577"/>
                <a:gd name="connsiteY161" fmla="*/ 731063 h 1927852"/>
                <a:gd name="connsiteX162" fmla="*/ 1279771 w 2424577"/>
                <a:gd name="connsiteY162" fmla="*/ 716935 h 1927852"/>
                <a:gd name="connsiteX163" fmla="*/ 1277714 w 2424577"/>
                <a:gd name="connsiteY163" fmla="*/ 723793 h 1927852"/>
                <a:gd name="connsiteX164" fmla="*/ 1263175 w 2424577"/>
                <a:gd name="connsiteY164" fmla="*/ 771799 h 1927852"/>
                <a:gd name="connsiteX165" fmla="*/ 1256317 w 2424577"/>
                <a:gd name="connsiteY165" fmla="*/ 792373 h 1927852"/>
                <a:gd name="connsiteX166" fmla="*/ 1255083 w 2424577"/>
                <a:gd name="connsiteY166" fmla="*/ 796968 h 1927852"/>
                <a:gd name="connsiteX167" fmla="*/ 1254260 w 2424577"/>
                <a:gd name="connsiteY167" fmla="*/ 799025 h 1927852"/>
                <a:gd name="connsiteX168" fmla="*/ 1254260 w 2424577"/>
                <a:gd name="connsiteY168" fmla="*/ 799437 h 1927852"/>
                <a:gd name="connsiteX169" fmla="*/ 1253848 w 2424577"/>
                <a:gd name="connsiteY169" fmla="*/ 800671 h 1927852"/>
                <a:gd name="connsiteX170" fmla="*/ 1253025 w 2424577"/>
                <a:gd name="connsiteY170" fmla="*/ 803209 h 1927852"/>
                <a:gd name="connsiteX171" fmla="*/ 1252614 w 2424577"/>
                <a:gd name="connsiteY171" fmla="*/ 805266 h 1927852"/>
                <a:gd name="connsiteX172" fmla="*/ 1251791 w 2424577"/>
                <a:gd name="connsiteY172" fmla="*/ 806912 h 1927852"/>
                <a:gd name="connsiteX173" fmla="*/ 1251791 w 2424577"/>
                <a:gd name="connsiteY173" fmla="*/ 807392 h 1927852"/>
                <a:gd name="connsiteX174" fmla="*/ 1250488 w 2424577"/>
                <a:gd name="connsiteY174" fmla="*/ 809450 h 1927852"/>
                <a:gd name="connsiteX175" fmla="*/ 1250076 w 2424577"/>
                <a:gd name="connsiteY175" fmla="*/ 811096 h 1927852"/>
                <a:gd name="connsiteX176" fmla="*/ 1249665 w 2424577"/>
                <a:gd name="connsiteY176" fmla="*/ 811507 h 1927852"/>
                <a:gd name="connsiteX177" fmla="*/ 1248842 w 2424577"/>
                <a:gd name="connsiteY177" fmla="*/ 813633 h 1927852"/>
                <a:gd name="connsiteX178" fmla="*/ 1247608 w 2424577"/>
                <a:gd name="connsiteY178" fmla="*/ 815690 h 1927852"/>
                <a:gd name="connsiteX179" fmla="*/ 1246785 w 2424577"/>
                <a:gd name="connsiteY179" fmla="*/ 817748 h 1927852"/>
                <a:gd name="connsiteX180" fmla="*/ 1246784 w 2424577"/>
                <a:gd name="connsiteY180" fmla="*/ 818159 h 1927852"/>
                <a:gd name="connsiteX181" fmla="*/ 1245961 w 2424577"/>
                <a:gd name="connsiteY181" fmla="*/ 819462 h 1927852"/>
                <a:gd name="connsiteX182" fmla="*/ 1245550 w 2424577"/>
                <a:gd name="connsiteY182" fmla="*/ 819874 h 1927852"/>
                <a:gd name="connsiteX183" fmla="*/ 1244658 w 2424577"/>
                <a:gd name="connsiteY183" fmla="*/ 821520 h 1927852"/>
                <a:gd name="connsiteX184" fmla="*/ 1244658 w 2424577"/>
                <a:gd name="connsiteY184" fmla="*/ 821931 h 1927852"/>
                <a:gd name="connsiteX185" fmla="*/ 1244247 w 2424577"/>
                <a:gd name="connsiteY185" fmla="*/ 822343 h 1927852"/>
                <a:gd name="connsiteX186" fmla="*/ 1243424 w 2424577"/>
                <a:gd name="connsiteY186" fmla="*/ 823989 h 1927852"/>
                <a:gd name="connsiteX187" fmla="*/ 1242190 w 2424577"/>
                <a:gd name="connsiteY187" fmla="*/ 826115 h 1927852"/>
                <a:gd name="connsiteX188" fmla="*/ 1241778 w 2424577"/>
                <a:gd name="connsiteY188" fmla="*/ 826526 h 1927852"/>
                <a:gd name="connsiteX189" fmla="*/ 1240955 w 2424577"/>
                <a:gd name="connsiteY189" fmla="*/ 828172 h 1927852"/>
                <a:gd name="connsiteX190" fmla="*/ 1239309 w 2424577"/>
                <a:gd name="connsiteY190" fmla="*/ 830229 h 1927852"/>
                <a:gd name="connsiteX191" fmla="*/ 1238829 w 2424577"/>
                <a:gd name="connsiteY191" fmla="*/ 831121 h 1927852"/>
                <a:gd name="connsiteX192" fmla="*/ 1236772 w 2424577"/>
                <a:gd name="connsiteY192" fmla="*/ 833590 h 1927852"/>
                <a:gd name="connsiteX193" fmla="*/ 1235537 w 2424577"/>
                <a:gd name="connsiteY193" fmla="*/ 835647 h 1927852"/>
                <a:gd name="connsiteX194" fmla="*/ 1234714 w 2424577"/>
                <a:gd name="connsiteY194" fmla="*/ 836539 h 1927852"/>
                <a:gd name="connsiteX195" fmla="*/ 1232588 w 2424577"/>
                <a:gd name="connsiteY195" fmla="*/ 839008 h 1927852"/>
                <a:gd name="connsiteX196" fmla="*/ 1230119 w 2424577"/>
                <a:gd name="connsiteY196" fmla="*/ 841477 h 1927852"/>
                <a:gd name="connsiteX197" fmla="*/ 1228062 w 2424577"/>
                <a:gd name="connsiteY197" fmla="*/ 844014 h 1927852"/>
                <a:gd name="connsiteX198" fmla="*/ 1225525 w 2424577"/>
                <a:gd name="connsiteY198" fmla="*/ 846483 h 1927852"/>
                <a:gd name="connsiteX199" fmla="*/ 1223056 w 2424577"/>
                <a:gd name="connsiteY199" fmla="*/ 848609 h 1927852"/>
                <a:gd name="connsiteX200" fmla="*/ 1222644 w 2424577"/>
                <a:gd name="connsiteY200" fmla="*/ 849020 h 1927852"/>
                <a:gd name="connsiteX201" fmla="*/ 1219695 w 2424577"/>
                <a:gd name="connsiteY201" fmla="*/ 851900 h 1927852"/>
                <a:gd name="connsiteX202" fmla="*/ 1216815 w 2424577"/>
                <a:gd name="connsiteY202" fmla="*/ 854027 h 1927852"/>
                <a:gd name="connsiteX203" fmla="*/ 1216061 w 2424577"/>
                <a:gd name="connsiteY203" fmla="*/ 854370 h 1927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</a:cxnLst>
              <a:rect l="l" t="t" r="r" b="b"/>
              <a:pathLst>
                <a:path w="2424577" h="1927852">
                  <a:moveTo>
                    <a:pt x="2423549" y="823"/>
                  </a:moveTo>
                  <a:cubicBezTo>
                    <a:pt x="2423489" y="3360"/>
                    <a:pt x="2423191" y="5886"/>
                    <a:pt x="2422657" y="8367"/>
                  </a:cubicBezTo>
                  <a:cubicBezTo>
                    <a:pt x="2422170" y="11855"/>
                    <a:pt x="2421483" y="15313"/>
                    <a:pt x="2420600" y="18722"/>
                  </a:cubicBezTo>
                  <a:cubicBezTo>
                    <a:pt x="2419365" y="22083"/>
                    <a:pt x="2418131" y="25580"/>
                    <a:pt x="2416828" y="28735"/>
                  </a:cubicBezTo>
                  <a:lnTo>
                    <a:pt x="2411890" y="38748"/>
                  </a:lnTo>
                  <a:cubicBezTo>
                    <a:pt x="2410615" y="40905"/>
                    <a:pt x="2409218" y="42989"/>
                    <a:pt x="2407707" y="44988"/>
                  </a:cubicBezTo>
                  <a:cubicBezTo>
                    <a:pt x="2406457" y="47162"/>
                    <a:pt x="2405059" y="49247"/>
                    <a:pt x="2403524" y="51229"/>
                  </a:cubicBezTo>
                  <a:cubicBezTo>
                    <a:pt x="2402082" y="53482"/>
                    <a:pt x="2400404" y="55574"/>
                    <a:pt x="2398517" y="57470"/>
                  </a:cubicBezTo>
                  <a:cubicBezTo>
                    <a:pt x="2396871" y="59527"/>
                    <a:pt x="2394814" y="61653"/>
                    <a:pt x="2393099" y="63711"/>
                  </a:cubicBezTo>
                  <a:lnTo>
                    <a:pt x="2373760" y="81199"/>
                  </a:lnTo>
                  <a:cubicBezTo>
                    <a:pt x="2371291" y="82845"/>
                    <a:pt x="2369165" y="84559"/>
                    <a:pt x="2366284" y="86205"/>
                  </a:cubicBezTo>
                  <a:cubicBezTo>
                    <a:pt x="2363869" y="88145"/>
                    <a:pt x="2361351" y="89954"/>
                    <a:pt x="2358741" y="91623"/>
                  </a:cubicBezTo>
                  <a:cubicBezTo>
                    <a:pt x="2355860" y="93269"/>
                    <a:pt x="2353391" y="94915"/>
                    <a:pt x="2350442" y="96629"/>
                  </a:cubicBezTo>
                  <a:lnTo>
                    <a:pt x="1256180" y="728251"/>
                  </a:lnTo>
                  <a:cubicBezTo>
                    <a:pt x="124061" y="1381956"/>
                    <a:pt x="86205" y="1403627"/>
                    <a:pt x="48280" y="1425710"/>
                  </a:cubicBezTo>
                  <a:lnTo>
                    <a:pt x="47869" y="1425710"/>
                  </a:lnTo>
                  <a:cubicBezTo>
                    <a:pt x="47400" y="1426218"/>
                    <a:pt x="46842" y="1426636"/>
                    <a:pt x="46223" y="1426944"/>
                  </a:cubicBezTo>
                  <a:cubicBezTo>
                    <a:pt x="44891" y="1427483"/>
                    <a:pt x="43625" y="1428174"/>
                    <a:pt x="42451" y="1429001"/>
                  </a:cubicBezTo>
                  <a:cubicBezTo>
                    <a:pt x="39465" y="1430371"/>
                    <a:pt x="36558" y="1431905"/>
                    <a:pt x="33741" y="1433596"/>
                  </a:cubicBezTo>
                  <a:cubicBezTo>
                    <a:pt x="30792" y="1434831"/>
                    <a:pt x="27501" y="1436477"/>
                    <a:pt x="24552" y="1437780"/>
                  </a:cubicBezTo>
                  <a:cubicBezTo>
                    <a:pt x="21603" y="1439083"/>
                    <a:pt x="17694" y="1440660"/>
                    <a:pt x="15019" y="1441894"/>
                  </a:cubicBezTo>
                  <a:lnTo>
                    <a:pt x="5006" y="1445666"/>
                  </a:lnTo>
                  <a:cubicBezTo>
                    <a:pt x="3360" y="1446078"/>
                    <a:pt x="1646" y="1446901"/>
                    <a:pt x="0" y="1447312"/>
                  </a:cubicBezTo>
                  <a:lnTo>
                    <a:pt x="0" y="1927853"/>
                  </a:lnTo>
                  <a:cubicBezTo>
                    <a:pt x="16669" y="1922208"/>
                    <a:pt x="32748" y="1914950"/>
                    <a:pt x="48006" y="1906181"/>
                  </a:cubicBezTo>
                  <a:cubicBezTo>
                    <a:pt x="155082" y="1844505"/>
                    <a:pt x="262090" y="1782783"/>
                    <a:pt x="369029" y="1721015"/>
                  </a:cubicBezTo>
                  <a:lnTo>
                    <a:pt x="369029" y="1779308"/>
                  </a:lnTo>
                  <a:cubicBezTo>
                    <a:pt x="478757" y="1715986"/>
                    <a:pt x="588279" y="1652847"/>
                    <a:pt x="697596" y="1589890"/>
                  </a:cubicBezTo>
                  <a:cubicBezTo>
                    <a:pt x="907039" y="1468686"/>
                    <a:pt x="1116322" y="1347803"/>
                    <a:pt x="1325446" y="1227239"/>
                  </a:cubicBezTo>
                  <a:cubicBezTo>
                    <a:pt x="1332304" y="1223467"/>
                    <a:pt x="1339162" y="1219695"/>
                    <a:pt x="1345471" y="1215580"/>
                  </a:cubicBezTo>
                  <a:cubicBezTo>
                    <a:pt x="1463337" y="1147595"/>
                    <a:pt x="1580906" y="1079769"/>
                    <a:pt x="1698178" y="1012104"/>
                  </a:cubicBezTo>
                  <a:cubicBezTo>
                    <a:pt x="1749407" y="982957"/>
                    <a:pt x="1800225" y="953399"/>
                    <a:pt x="1851386" y="923841"/>
                  </a:cubicBezTo>
                  <a:lnTo>
                    <a:pt x="1851386" y="865068"/>
                  </a:lnTo>
                  <a:cubicBezTo>
                    <a:pt x="1884304" y="846346"/>
                    <a:pt x="1917223" y="827623"/>
                    <a:pt x="1949661" y="808490"/>
                  </a:cubicBezTo>
                  <a:lnTo>
                    <a:pt x="1949661" y="689778"/>
                  </a:lnTo>
                  <a:cubicBezTo>
                    <a:pt x="1949661" y="674827"/>
                    <a:pt x="1949249" y="659397"/>
                    <a:pt x="1949661" y="644035"/>
                  </a:cubicBezTo>
                  <a:cubicBezTo>
                    <a:pt x="1949661" y="633199"/>
                    <a:pt x="1950072" y="622363"/>
                    <a:pt x="1949661" y="611939"/>
                  </a:cubicBezTo>
                  <a:lnTo>
                    <a:pt x="1949661" y="590679"/>
                  </a:lnTo>
                  <a:cubicBezTo>
                    <a:pt x="1949978" y="590351"/>
                    <a:pt x="1950129" y="589897"/>
                    <a:pt x="1950072" y="589445"/>
                  </a:cubicBezTo>
                  <a:lnTo>
                    <a:pt x="1950072" y="587799"/>
                  </a:lnTo>
                  <a:cubicBezTo>
                    <a:pt x="1950072" y="587388"/>
                    <a:pt x="1950072" y="587388"/>
                    <a:pt x="1950484" y="586976"/>
                  </a:cubicBezTo>
                  <a:lnTo>
                    <a:pt x="1950484" y="584850"/>
                  </a:lnTo>
                  <a:cubicBezTo>
                    <a:pt x="1950845" y="584548"/>
                    <a:pt x="1951026" y="584083"/>
                    <a:pt x="1950964" y="583616"/>
                  </a:cubicBezTo>
                  <a:cubicBezTo>
                    <a:pt x="1950964" y="583204"/>
                    <a:pt x="1951375" y="582793"/>
                    <a:pt x="1951375" y="582381"/>
                  </a:cubicBezTo>
                  <a:cubicBezTo>
                    <a:pt x="1951787" y="580735"/>
                    <a:pt x="1952198" y="579432"/>
                    <a:pt x="1952610" y="577786"/>
                  </a:cubicBezTo>
                  <a:cubicBezTo>
                    <a:pt x="1952610" y="577375"/>
                    <a:pt x="1953021" y="576963"/>
                    <a:pt x="1953021" y="576552"/>
                  </a:cubicBezTo>
                  <a:cubicBezTo>
                    <a:pt x="1953021" y="576140"/>
                    <a:pt x="1953433" y="575318"/>
                    <a:pt x="1953433" y="574906"/>
                  </a:cubicBezTo>
                  <a:cubicBezTo>
                    <a:pt x="1953433" y="574495"/>
                    <a:pt x="1953844" y="574083"/>
                    <a:pt x="1953844" y="573603"/>
                  </a:cubicBezTo>
                  <a:cubicBezTo>
                    <a:pt x="1953844" y="573123"/>
                    <a:pt x="1954256" y="572780"/>
                    <a:pt x="1954667" y="572369"/>
                  </a:cubicBezTo>
                  <a:cubicBezTo>
                    <a:pt x="1955106" y="570468"/>
                    <a:pt x="1955822" y="568642"/>
                    <a:pt x="1956793" y="566951"/>
                  </a:cubicBezTo>
                  <a:cubicBezTo>
                    <a:pt x="1957111" y="566213"/>
                    <a:pt x="1957526" y="565521"/>
                    <a:pt x="1958028" y="564894"/>
                  </a:cubicBezTo>
                  <a:cubicBezTo>
                    <a:pt x="1958028" y="564482"/>
                    <a:pt x="1958439" y="564070"/>
                    <a:pt x="1958439" y="563659"/>
                  </a:cubicBezTo>
                  <a:cubicBezTo>
                    <a:pt x="1958439" y="563247"/>
                    <a:pt x="1959262" y="562836"/>
                    <a:pt x="1959262" y="562424"/>
                  </a:cubicBezTo>
                  <a:cubicBezTo>
                    <a:pt x="1959262" y="562013"/>
                    <a:pt x="1960085" y="561121"/>
                    <a:pt x="1960496" y="560299"/>
                  </a:cubicBezTo>
                  <a:cubicBezTo>
                    <a:pt x="1960908" y="559476"/>
                    <a:pt x="1961319" y="559064"/>
                    <a:pt x="1961731" y="558653"/>
                  </a:cubicBezTo>
                  <a:cubicBezTo>
                    <a:pt x="1962095" y="557925"/>
                    <a:pt x="1962531" y="557235"/>
                    <a:pt x="1963034" y="556595"/>
                  </a:cubicBezTo>
                  <a:lnTo>
                    <a:pt x="1964268" y="555292"/>
                  </a:lnTo>
                  <a:cubicBezTo>
                    <a:pt x="1964268" y="554881"/>
                    <a:pt x="1964680" y="554881"/>
                    <a:pt x="1964680" y="554469"/>
                  </a:cubicBezTo>
                  <a:cubicBezTo>
                    <a:pt x="1964680" y="554058"/>
                    <a:pt x="1966737" y="552412"/>
                    <a:pt x="1967560" y="551177"/>
                  </a:cubicBezTo>
                  <a:cubicBezTo>
                    <a:pt x="1968383" y="549943"/>
                    <a:pt x="1969686" y="549051"/>
                    <a:pt x="1970509" y="547817"/>
                  </a:cubicBezTo>
                  <a:lnTo>
                    <a:pt x="1971744" y="546583"/>
                  </a:lnTo>
                  <a:cubicBezTo>
                    <a:pt x="1973826" y="544412"/>
                    <a:pt x="1976124" y="542459"/>
                    <a:pt x="1978602" y="540753"/>
                  </a:cubicBezTo>
                  <a:cubicBezTo>
                    <a:pt x="1979546" y="540316"/>
                    <a:pt x="1980387" y="539686"/>
                    <a:pt x="1981070" y="538902"/>
                  </a:cubicBezTo>
                  <a:cubicBezTo>
                    <a:pt x="1981482" y="538902"/>
                    <a:pt x="1981893" y="538490"/>
                    <a:pt x="1982305" y="538490"/>
                  </a:cubicBezTo>
                  <a:cubicBezTo>
                    <a:pt x="1985185" y="536776"/>
                    <a:pt x="1988134" y="535130"/>
                    <a:pt x="1990603" y="533484"/>
                  </a:cubicBezTo>
                  <a:cubicBezTo>
                    <a:pt x="1996844" y="530123"/>
                    <a:pt x="2002673" y="526626"/>
                    <a:pt x="2008502" y="523060"/>
                  </a:cubicBezTo>
                  <a:cubicBezTo>
                    <a:pt x="2018515" y="516819"/>
                    <a:pt x="2029076" y="511401"/>
                    <a:pt x="2039775" y="505160"/>
                  </a:cubicBezTo>
                  <a:cubicBezTo>
                    <a:pt x="2040186" y="505160"/>
                    <a:pt x="2040186" y="504749"/>
                    <a:pt x="2040598" y="504749"/>
                  </a:cubicBezTo>
                  <a:cubicBezTo>
                    <a:pt x="2053902" y="497205"/>
                    <a:pt x="2066795" y="489318"/>
                    <a:pt x="2080169" y="481843"/>
                  </a:cubicBezTo>
                  <a:cubicBezTo>
                    <a:pt x="2095942" y="472653"/>
                    <a:pt x="2112195" y="463532"/>
                    <a:pt x="2128175" y="454411"/>
                  </a:cubicBezTo>
                  <a:cubicBezTo>
                    <a:pt x="2128586" y="453999"/>
                    <a:pt x="2129409" y="453588"/>
                    <a:pt x="2129821" y="453177"/>
                  </a:cubicBezTo>
                  <a:cubicBezTo>
                    <a:pt x="2145251" y="444398"/>
                    <a:pt x="2160201" y="435277"/>
                    <a:pt x="2176043" y="426499"/>
                  </a:cubicBezTo>
                  <a:cubicBezTo>
                    <a:pt x="2188937" y="419024"/>
                    <a:pt x="2202310" y="411548"/>
                    <a:pt x="2215614" y="403593"/>
                  </a:cubicBezTo>
                  <a:cubicBezTo>
                    <a:pt x="2216915" y="402731"/>
                    <a:pt x="2218321" y="402039"/>
                    <a:pt x="2219798" y="401536"/>
                  </a:cubicBezTo>
                  <a:cubicBezTo>
                    <a:pt x="2228919" y="396118"/>
                    <a:pt x="2238108" y="390289"/>
                    <a:pt x="2247641" y="385282"/>
                  </a:cubicBezTo>
                  <a:cubicBezTo>
                    <a:pt x="2248052" y="384871"/>
                    <a:pt x="2248944" y="384871"/>
                    <a:pt x="2249355" y="384459"/>
                  </a:cubicBezTo>
                  <a:cubicBezTo>
                    <a:pt x="2255596" y="381168"/>
                    <a:pt x="2261426" y="377601"/>
                    <a:pt x="2267255" y="374035"/>
                  </a:cubicBezTo>
                  <a:cubicBezTo>
                    <a:pt x="2270547" y="371978"/>
                    <a:pt x="2274113" y="369920"/>
                    <a:pt x="2277199" y="368206"/>
                  </a:cubicBezTo>
                  <a:cubicBezTo>
                    <a:pt x="2278466" y="367286"/>
                    <a:pt x="2279881" y="366591"/>
                    <a:pt x="2281382" y="366149"/>
                  </a:cubicBezTo>
                  <a:cubicBezTo>
                    <a:pt x="2282303" y="365686"/>
                    <a:pt x="2283304" y="365406"/>
                    <a:pt x="2284331" y="365326"/>
                  </a:cubicBezTo>
                  <a:cubicBezTo>
                    <a:pt x="2284743" y="364914"/>
                    <a:pt x="2285566" y="364914"/>
                    <a:pt x="2285977" y="364503"/>
                  </a:cubicBezTo>
                  <a:lnTo>
                    <a:pt x="2287212" y="364503"/>
                  </a:lnTo>
                  <a:cubicBezTo>
                    <a:pt x="2288128" y="364019"/>
                    <a:pt x="2289130" y="363717"/>
                    <a:pt x="2290161" y="363611"/>
                  </a:cubicBezTo>
                  <a:cubicBezTo>
                    <a:pt x="2292116" y="363517"/>
                    <a:pt x="2294076" y="363679"/>
                    <a:pt x="2295990" y="364091"/>
                  </a:cubicBezTo>
                  <a:cubicBezTo>
                    <a:pt x="2297389" y="364568"/>
                    <a:pt x="2298762" y="365118"/>
                    <a:pt x="2300104" y="365737"/>
                  </a:cubicBezTo>
                  <a:cubicBezTo>
                    <a:pt x="2301469" y="366548"/>
                    <a:pt x="2302734" y="367515"/>
                    <a:pt x="2303876" y="368617"/>
                  </a:cubicBezTo>
                  <a:cubicBezTo>
                    <a:pt x="2305190" y="370148"/>
                    <a:pt x="2306318" y="371828"/>
                    <a:pt x="2307237" y="373624"/>
                  </a:cubicBezTo>
                  <a:cubicBezTo>
                    <a:pt x="2308097" y="375642"/>
                    <a:pt x="2308785" y="377730"/>
                    <a:pt x="2309294" y="379864"/>
                  </a:cubicBezTo>
                  <a:cubicBezTo>
                    <a:pt x="2309610" y="382136"/>
                    <a:pt x="2309747" y="384429"/>
                    <a:pt x="2309705" y="386722"/>
                  </a:cubicBezTo>
                  <a:lnTo>
                    <a:pt x="2309706" y="600624"/>
                  </a:lnTo>
                  <a:cubicBezTo>
                    <a:pt x="2323422" y="593148"/>
                    <a:pt x="2337138" y="585262"/>
                    <a:pt x="2350854" y="577306"/>
                  </a:cubicBezTo>
                  <a:cubicBezTo>
                    <a:pt x="2399546" y="548983"/>
                    <a:pt x="2424166" y="512361"/>
                    <a:pt x="2424577" y="475328"/>
                  </a:cubicBezTo>
                  <a:lnTo>
                    <a:pt x="2424577" y="0"/>
                  </a:lnTo>
                  <a:cubicBezTo>
                    <a:pt x="2424409" y="440"/>
                    <a:pt x="2424015" y="755"/>
                    <a:pt x="2423548" y="823"/>
                  </a:cubicBezTo>
                  <a:close/>
                  <a:moveTo>
                    <a:pt x="1216061" y="854370"/>
                  </a:moveTo>
                  <a:cubicBezTo>
                    <a:pt x="1215581" y="854370"/>
                    <a:pt x="1215581" y="854370"/>
                    <a:pt x="1215169" y="854781"/>
                  </a:cubicBezTo>
                  <a:cubicBezTo>
                    <a:pt x="1213523" y="856015"/>
                    <a:pt x="1211877" y="856427"/>
                    <a:pt x="1210231" y="857661"/>
                  </a:cubicBezTo>
                  <a:lnTo>
                    <a:pt x="1146109" y="894763"/>
                  </a:lnTo>
                  <a:lnTo>
                    <a:pt x="1139251" y="898878"/>
                  </a:lnTo>
                  <a:lnTo>
                    <a:pt x="1125946" y="906422"/>
                  </a:lnTo>
                  <a:lnTo>
                    <a:pt x="1086787" y="929327"/>
                  </a:lnTo>
                  <a:lnTo>
                    <a:pt x="1076020" y="935568"/>
                  </a:lnTo>
                  <a:lnTo>
                    <a:pt x="1063059" y="943043"/>
                  </a:lnTo>
                  <a:lnTo>
                    <a:pt x="1045571" y="953056"/>
                  </a:lnTo>
                  <a:cubicBezTo>
                    <a:pt x="1044748" y="953468"/>
                    <a:pt x="1044336" y="953879"/>
                    <a:pt x="1043513" y="954291"/>
                  </a:cubicBezTo>
                  <a:lnTo>
                    <a:pt x="1041044" y="955525"/>
                  </a:lnTo>
                  <a:lnTo>
                    <a:pt x="1031855" y="960943"/>
                  </a:lnTo>
                  <a:cubicBezTo>
                    <a:pt x="1026848" y="963823"/>
                    <a:pt x="1022253" y="966361"/>
                    <a:pt x="1017247" y="969653"/>
                  </a:cubicBezTo>
                  <a:lnTo>
                    <a:pt x="995233" y="982203"/>
                  </a:lnTo>
                  <a:lnTo>
                    <a:pt x="994821" y="982203"/>
                  </a:lnTo>
                  <a:lnTo>
                    <a:pt x="972739" y="995096"/>
                  </a:lnTo>
                  <a:lnTo>
                    <a:pt x="963960" y="1000102"/>
                  </a:lnTo>
                  <a:lnTo>
                    <a:pt x="960669" y="1002159"/>
                  </a:lnTo>
                  <a:cubicBezTo>
                    <a:pt x="957795" y="1003532"/>
                    <a:pt x="955002" y="1005066"/>
                    <a:pt x="952302" y="1006754"/>
                  </a:cubicBezTo>
                  <a:cubicBezTo>
                    <a:pt x="951890" y="1007166"/>
                    <a:pt x="951067" y="1007577"/>
                    <a:pt x="950656" y="1007989"/>
                  </a:cubicBezTo>
                  <a:cubicBezTo>
                    <a:pt x="950244" y="1008400"/>
                    <a:pt x="948187" y="1009223"/>
                    <a:pt x="946884" y="1010046"/>
                  </a:cubicBezTo>
                  <a:cubicBezTo>
                    <a:pt x="945581" y="1010869"/>
                    <a:pt x="945238" y="1010458"/>
                    <a:pt x="944415" y="1010938"/>
                  </a:cubicBezTo>
                  <a:cubicBezTo>
                    <a:pt x="943592" y="1011418"/>
                    <a:pt x="943592" y="1011349"/>
                    <a:pt x="943181" y="1011349"/>
                  </a:cubicBezTo>
                  <a:cubicBezTo>
                    <a:pt x="942769" y="1011349"/>
                    <a:pt x="942769" y="1011761"/>
                    <a:pt x="942358" y="1011761"/>
                  </a:cubicBezTo>
                  <a:cubicBezTo>
                    <a:pt x="941946" y="1011761"/>
                    <a:pt x="941055" y="1012172"/>
                    <a:pt x="940643" y="1012584"/>
                  </a:cubicBezTo>
                  <a:cubicBezTo>
                    <a:pt x="940232" y="1012995"/>
                    <a:pt x="938997" y="1012995"/>
                    <a:pt x="938174" y="1012995"/>
                  </a:cubicBezTo>
                  <a:cubicBezTo>
                    <a:pt x="937846" y="1013312"/>
                    <a:pt x="937392" y="1013463"/>
                    <a:pt x="936940" y="1013407"/>
                  </a:cubicBezTo>
                  <a:cubicBezTo>
                    <a:pt x="936467" y="1013357"/>
                    <a:pt x="935995" y="1013506"/>
                    <a:pt x="935637" y="1013818"/>
                  </a:cubicBezTo>
                  <a:cubicBezTo>
                    <a:pt x="934924" y="1013711"/>
                    <a:pt x="934196" y="1013856"/>
                    <a:pt x="933580" y="1014230"/>
                  </a:cubicBezTo>
                  <a:lnTo>
                    <a:pt x="924938" y="1014230"/>
                  </a:lnTo>
                  <a:lnTo>
                    <a:pt x="924527" y="1013818"/>
                  </a:lnTo>
                  <a:lnTo>
                    <a:pt x="922812" y="1013818"/>
                  </a:lnTo>
                  <a:cubicBezTo>
                    <a:pt x="922401" y="1013818"/>
                    <a:pt x="921990" y="1013407"/>
                    <a:pt x="921578" y="1013407"/>
                  </a:cubicBezTo>
                  <a:cubicBezTo>
                    <a:pt x="921167" y="1013407"/>
                    <a:pt x="920755" y="1012995"/>
                    <a:pt x="920344" y="1012995"/>
                  </a:cubicBezTo>
                  <a:cubicBezTo>
                    <a:pt x="919932" y="1012995"/>
                    <a:pt x="919109" y="1012584"/>
                    <a:pt x="918698" y="1012584"/>
                  </a:cubicBezTo>
                  <a:lnTo>
                    <a:pt x="918080" y="1012104"/>
                  </a:lnTo>
                  <a:lnTo>
                    <a:pt x="918080" y="1012104"/>
                  </a:lnTo>
                  <a:cubicBezTo>
                    <a:pt x="918080" y="1011876"/>
                    <a:pt x="917896" y="1011692"/>
                    <a:pt x="917669" y="1011692"/>
                  </a:cubicBezTo>
                  <a:cubicBezTo>
                    <a:pt x="917258" y="1011692"/>
                    <a:pt x="917258" y="1011281"/>
                    <a:pt x="916846" y="1011281"/>
                  </a:cubicBezTo>
                  <a:lnTo>
                    <a:pt x="916435" y="1011281"/>
                  </a:lnTo>
                  <a:lnTo>
                    <a:pt x="916023" y="1010869"/>
                  </a:lnTo>
                  <a:lnTo>
                    <a:pt x="915612" y="1010389"/>
                  </a:lnTo>
                  <a:cubicBezTo>
                    <a:pt x="915296" y="1010356"/>
                    <a:pt x="915004" y="1010210"/>
                    <a:pt x="914789" y="1009978"/>
                  </a:cubicBezTo>
                  <a:lnTo>
                    <a:pt x="914377" y="1009566"/>
                  </a:lnTo>
                  <a:cubicBezTo>
                    <a:pt x="914065" y="1009523"/>
                    <a:pt x="913776" y="1009378"/>
                    <a:pt x="913554" y="1009155"/>
                  </a:cubicBezTo>
                  <a:lnTo>
                    <a:pt x="913143" y="1008743"/>
                  </a:lnTo>
                  <a:cubicBezTo>
                    <a:pt x="913143" y="1008743"/>
                    <a:pt x="912731" y="1009155"/>
                    <a:pt x="912731" y="1008743"/>
                  </a:cubicBezTo>
                  <a:lnTo>
                    <a:pt x="912731" y="1008332"/>
                  </a:lnTo>
                  <a:lnTo>
                    <a:pt x="912251" y="1007920"/>
                  </a:lnTo>
                  <a:lnTo>
                    <a:pt x="911428" y="1007097"/>
                  </a:lnTo>
                  <a:lnTo>
                    <a:pt x="910194" y="1005863"/>
                  </a:lnTo>
                  <a:lnTo>
                    <a:pt x="909371" y="1004560"/>
                  </a:lnTo>
                  <a:lnTo>
                    <a:pt x="908959" y="1004148"/>
                  </a:lnTo>
                  <a:lnTo>
                    <a:pt x="908548" y="1003737"/>
                  </a:lnTo>
                  <a:cubicBezTo>
                    <a:pt x="908548" y="1003325"/>
                    <a:pt x="908136" y="1002914"/>
                    <a:pt x="907725" y="1002502"/>
                  </a:cubicBezTo>
                  <a:cubicBezTo>
                    <a:pt x="907313" y="1002091"/>
                    <a:pt x="907313" y="1001679"/>
                    <a:pt x="907313" y="1001268"/>
                  </a:cubicBezTo>
                  <a:lnTo>
                    <a:pt x="906902" y="1000856"/>
                  </a:lnTo>
                  <a:cubicBezTo>
                    <a:pt x="906866" y="1000526"/>
                    <a:pt x="906692" y="1000227"/>
                    <a:pt x="906422" y="1000033"/>
                  </a:cubicBezTo>
                  <a:lnTo>
                    <a:pt x="906422" y="999622"/>
                  </a:lnTo>
                  <a:lnTo>
                    <a:pt x="906010" y="999211"/>
                  </a:lnTo>
                  <a:lnTo>
                    <a:pt x="906010" y="998730"/>
                  </a:lnTo>
                  <a:lnTo>
                    <a:pt x="905599" y="998319"/>
                  </a:lnTo>
                  <a:lnTo>
                    <a:pt x="905599" y="998388"/>
                  </a:lnTo>
                  <a:cubicBezTo>
                    <a:pt x="903130" y="992970"/>
                    <a:pt x="900593" y="988032"/>
                    <a:pt x="898124" y="982614"/>
                  </a:cubicBezTo>
                  <a:cubicBezTo>
                    <a:pt x="892294" y="970956"/>
                    <a:pt x="886877" y="958885"/>
                    <a:pt x="881047" y="947227"/>
                  </a:cubicBezTo>
                  <a:cubicBezTo>
                    <a:pt x="939752" y="913486"/>
                    <a:pt x="998182" y="879744"/>
                    <a:pt x="1056338" y="846003"/>
                  </a:cubicBezTo>
                  <a:cubicBezTo>
                    <a:pt x="1122998" y="807735"/>
                    <a:pt x="1189291" y="769422"/>
                    <a:pt x="1255220" y="731063"/>
                  </a:cubicBezTo>
                  <a:cubicBezTo>
                    <a:pt x="1263587" y="726536"/>
                    <a:pt x="1271473" y="721530"/>
                    <a:pt x="1279771" y="716935"/>
                  </a:cubicBezTo>
                  <a:cubicBezTo>
                    <a:pt x="1278948" y="719473"/>
                    <a:pt x="1278537" y="721530"/>
                    <a:pt x="1277714" y="723793"/>
                  </a:cubicBezTo>
                  <a:cubicBezTo>
                    <a:pt x="1272708" y="739635"/>
                    <a:pt x="1267701" y="755889"/>
                    <a:pt x="1263175" y="771799"/>
                  </a:cubicBezTo>
                  <a:cubicBezTo>
                    <a:pt x="1261049" y="778657"/>
                    <a:pt x="1258992" y="785515"/>
                    <a:pt x="1256317" y="792373"/>
                  </a:cubicBezTo>
                  <a:cubicBezTo>
                    <a:pt x="1255906" y="794019"/>
                    <a:pt x="1255494" y="795254"/>
                    <a:pt x="1255083" y="796968"/>
                  </a:cubicBezTo>
                  <a:cubicBezTo>
                    <a:pt x="1254671" y="798683"/>
                    <a:pt x="1254671" y="798203"/>
                    <a:pt x="1254260" y="799025"/>
                  </a:cubicBezTo>
                  <a:lnTo>
                    <a:pt x="1254260" y="799437"/>
                  </a:lnTo>
                  <a:cubicBezTo>
                    <a:pt x="1254260" y="799848"/>
                    <a:pt x="1253848" y="800260"/>
                    <a:pt x="1253848" y="800671"/>
                  </a:cubicBezTo>
                  <a:cubicBezTo>
                    <a:pt x="1253774" y="801569"/>
                    <a:pt x="1253492" y="802438"/>
                    <a:pt x="1253025" y="803209"/>
                  </a:cubicBezTo>
                  <a:cubicBezTo>
                    <a:pt x="1252848" y="803886"/>
                    <a:pt x="1252710" y="804573"/>
                    <a:pt x="1252614" y="805266"/>
                  </a:cubicBezTo>
                  <a:cubicBezTo>
                    <a:pt x="1252104" y="805661"/>
                    <a:pt x="1251801" y="806267"/>
                    <a:pt x="1251791" y="806912"/>
                  </a:cubicBezTo>
                  <a:lnTo>
                    <a:pt x="1251791" y="807392"/>
                  </a:lnTo>
                  <a:cubicBezTo>
                    <a:pt x="1251379" y="808215"/>
                    <a:pt x="1250968" y="808627"/>
                    <a:pt x="1250488" y="809450"/>
                  </a:cubicBezTo>
                  <a:cubicBezTo>
                    <a:pt x="1250008" y="810273"/>
                    <a:pt x="1250076" y="810684"/>
                    <a:pt x="1250076" y="811096"/>
                  </a:cubicBezTo>
                  <a:cubicBezTo>
                    <a:pt x="1249849" y="811096"/>
                    <a:pt x="1249665" y="811280"/>
                    <a:pt x="1249665" y="811507"/>
                  </a:cubicBezTo>
                  <a:cubicBezTo>
                    <a:pt x="1249253" y="812330"/>
                    <a:pt x="1249253" y="813222"/>
                    <a:pt x="1248842" y="813633"/>
                  </a:cubicBezTo>
                  <a:cubicBezTo>
                    <a:pt x="1248524" y="814371"/>
                    <a:pt x="1248109" y="815063"/>
                    <a:pt x="1247608" y="815690"/>
                  </a:cubicBezTo>
                  <a:cubicBezTo>
                    <a:pt x="1247591" y="816453"/>
                    <a:pt x="1247299" y="817184"/>
                    <a:pt x="1246785" y="817748"/>
                  </a:cubicBezTo>
                  <a:lnTo>
                    <a:pt x="1246784" y="818159"/>
                  </a:lnTo>
                  <a:cubicBezTo>
                    <a:pt x="1246370" y="818488"/>
                    <a:pt x="1246080" y="818947"/>
                    <a:pt x="1245961" y="819462"/>
                  </a:cubicBezTo>
                  <a:lnTo>
                    <a:pt x="1245550" y="819874"/>
                  </a:lnTo>
                  <a:cubicBezTo>
                    <a:pt x="1245139" y="820697"/>
                    <a:pt x="1244658" y="821108"/>
                    <a:pt x="1244658" y="821520"/>
                  </a:cubicBezTo>
                  <a:lnTo>
                    <a:pt x="1244658" y="821931"/>
                  </a:lnTo>
                  <a:lnTo>
                    <a:pt x="1244247" y="822343"/>
                  </a:lnTo>
                  <a:cubicBezTo>
                    <a:pt x="1244247" y="822754"/>
                    <a:pt x="1243835" y="823166"/>
                    <a:pt x="1243424" y="823989"/>
                  </a:cubicBezTo>
                  <a:cubicBezTo>
                    <a:pt x="1243013" y="824812"/>
                    <a:pt x="1242601" y="825292"/>
                    <a:pt x="1242190" y="826115"/>
                  </a:cubicBezTo>
                  <a:cubicBezTo>
                    <a:pt x="1241962" y="826115"/>
                    <a:pt x="1241778" y="826299"/>
                    <a:pt x="1241778" y="826526"/>
                  </a:cubicBezTo>
                  <a:cubicBezTo>
                    <a:pt x="1241778" y="826938"/>
                    <a:pt x="1241367" y="827349"/>
                    <a:pt x="1240955" y="828172"/>
                  </a:cubicBezTo>
                  <a:cubicBezTo>
                    <a:pt x="1240308" y="828773"/>
                    <a:pt x="1239754" y="829466"/>
                    <a:pt x="1239309" y="830229"/>
                  </a:cubicBezTo>
                  <a:cubicBezTo>
                    <a:pt x="1239060" y="830469"/>
                    <a:pt x="1238891" y="830781"/>
                    <a:pt x="1238829" y="831121"/>
                  </a:cubicBezTo>
                  <a:cubicBezTo>
                    <a:pt x="1238006" y="831944"/>
                    <a:pt x="1237595" y="832767"/>
                    <a:pt x="1236772" y="833590"/>
                  </a:cubicBezTo>
                  <a:cubicBezTo>
                    <a:pt x="1236454" y="834328"/>
                    <a:pt x="1236039" y="835020"/>
                    <a:pt x="1235537" y="835647"/>
                  </a:cubicBezTo>
                  <a:lnTo>
                    <a:pt x="1234714" y="836539"/>
                  </a:lnTo>
                  <a:cubicBezTo>
                    <a:pt x="1233891" y="837256"/>
                    <a:pt x="1233175" y="838087"/>
                    <a:pt x="1232588" y="839008"/>
                  </a:cubicBezTo>
                  <a:lnTo>
                    <a:pt x="1230119" y="841477"/>
                  </a:lnTo>
                  <a:cubicBezTo>
                    <a:pt x="1229297" y="842368"/>
                    <a:pt x="1228885" y="843191"/>
                    <a:pt x="1228062" y="844014"/>
                  </a:cubicBezTo>
                  <a:lnTo>
                    <a:pt x="1225525" y="846483"/>
                  </a:lnTo>
                  <a:cubicBezTo>
                    <a:pt x="1224808" y="847306"/>
                    <a:pt x="1223976" y="848022"/>
                    <a:pt x="1223056" y="848609"/>
                  </a:cubicBezTo>
                  <a:lnTo>
                    <a:pt x="1222644" y="849020"/>
                  </a:lnTo>
                  <a:cubicBezTo>
                    <a:pt x="1221765" y="850081"/>
                    <a:pt x="1220776" y="851046"/>
                    <a:pt x="1219695" y="851900"/>
                  </a:cubicBezTo>
                  <a:cubicBezTo>
                    <a:pt x="1218872" y="852724"/>
                    <a:pt x="1217638" y="853135"/>
                    <a:pt x="1216815" y="854027"/>
                  </a:cubicBezTo>
                  <a:cubicBezTo>
                    <a:pt x="1215992" y="854918"/>
                    <a:pt x="1216472" y="854370"/>
                    <a:pt x="1216061" y="85437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64C8616-2546-8082-0BE2-54E6059D510B}"/>
                </a:ext>
              </a:extLst>
            </p:cNvPr>
            <p:cNvSpPr/>
            <p:nvPr/>
          </p:nvSpPr>
          <p:spPr>
            <a:xfrm>
              <a:off x="4395402" y="3798989"/>
              <a:ext cx="1394985" cy="1070876"/>
            </a:xfrm>
            <a:custGeom>
              <a:avLst/>
              <a:gdLst>
                <a:gd name="connsiteX0" fmla="*/ 0 w 1394985"/>
                <a:gd name="connsiteY0" fmla="*/ 804992 h 1070876"/>
                <a:gd name="connsiteX1" fmla="*/ 463738 w 1394985"/>
                <a:gd name="connsiteY1" fmla="*/ 537530 h 1070876"/>
                <a:gd name="connsiteX2" fmla="*/ 466687 w 1394985"/>
                <a:gd name="connsiteY2" fmla="*/ 541507 h 1070876"/>
                <a:gd name="connsiteX3" fmla="*/ 470802 w 1394985"/>
                <a:gd name="connsiteY3" fmla="*/ 546308 h 1070876"/>
                <a:gd name="connsiteX4" fmla="*/ 476768 w 1394985"/>
                <a:gd name="connsiteY4" fmla="*/ 551589 h 1070876"/>
                <a:gd name="connsiteX5" fmla="*/ 484518 w 1394985"/>
                <a:gd name="connsiteY5" fmla="*/ 556870 h 1070876"/>
                <a:gd name="connsiteX6" fmla="*/ 488633 w 1394985"/>
                <a:gd name="connsiteY6" fmla="*/ 559064 h 1070876"/>
                <a:gd name="connsiteX7" fmla="*/ 492610 w 1394985"/>
                <a:gd name="connsiteY7" fmla="*/ 560916 h 1070876"/>
                <a:gd name="connsiteX8" fmla="*/ 499948 w 1394985"/>
                <a:gd name="connsiteY8" fmla="*/ 563453 h 1070876"/>
                <a:gd name="connsiteX9" fmla="*/ 504612 w 1394985"/>
                <a:gd name="connsiteY9" fmla="*/ 564482 h 1070876"/>
                <a:gd name="connsiteX10" fmla="*/ 513253 w 1394985"/>
                <a:gd name="connsiteY10" fmla="*/ 565716 h 1070876"/>
                <a:gd name="connsiteX11" fmla="*/ 524363 w 1394985"/>
                <a:gd name="connsiteY11" fmla="*/ 565716 h 1070876"/>
                <a:gd name="connsiteX12" fmla="*/ 529781 w 1394985"/>
                <a:gd name="connsiteY12" fmla="*/ 564962 h 1070876"/>
                <a:gd name="connsiteX13" fmla="*/ 539039 w 1394985"/>
                <a:gd name="connsiteY13" fmla="*/ 562973 h 1070876"/>
                <a:gd name="connsiteX14" fmla="*/ 549051 w 1394985"/>
                <a:gd name="connsiteY14" fmla="*/ 559407 h 1070876"/>
                <a:gd name="connsiteX15" fmla="*/ 550629 w 1394985"/>
                <a:gd name="connsiteY15" fmla="*/ 559407 h 1070876"/>
                <a:gd name="connsiteX16" fmla="*/ 820423 w 1394985"/>
                <a:gd name="connsiteY16" fmla="*/ 403662 h 1070876"/>
                <a:gd name="connsiteX17" fmla="*/ 829269 w 1394985"/>
                <a:gd name="connsiteY17" fmla="*/ 397970 h 1070876"/>
                <a:gd name="connsiteX18" fmla="*/ 834893 w 1394985"/>
                <a:gd name="connsiteY18" fmla="*/ 393786 h 1070876"/>
                <a:gd name="connsiteX19" fmla="*/ 843534 w 1394985"/>
                <a:gd name="connsiteY19" fmla="*/ 386105 h 1070876"/>
                <a:gd name="connsiteX20" fmla="*/ 847786 w 1394985"/>
                <a:gd name="connsiteY20" fmla="*/ 381922 h 1070876"/>
                <a:gd name="connsiteX21" fmla="*/ 855810 w 1394985"/>
                <a:gd name="connsiteY21" fmla="*/ 372732 h 1070876"/>
                <a:gd name="connsiteX22" fmla="*/ 862668 w 1394985"/>
                <a:gd name="connsiteY22" fmla="*/ 363474 h 1070876"/>
                <a:gd name="connsiteX23" fmla="*/ 869046 w 1394985"/>
                <a:gd name="connsiteY23" fmla="*/ 353461 h 1070876"/>
                <a:gd name="connsiteX24" fmla="*/ 877070 w 1394985"/>
                <a:gd name="connsiteY24" fmla="*/ 337825 h 1070876"/>
                <a:gd name="connsiteX25" fmla="*/ 879607 w 1394985"/>
                <a:gd name="connsiteY25" fmla="*/ 331721 h 1070876"/>
                <a:gd name="connsiteX26" fmla="*/ 882282 w 1394985"/>
                <a:gd name="connsiteY26" fmla="*/ 323835 h 1070876"/>
                <a:gd name="connsiteX27" fmla="*/ 885231 w 1394985"/>
                <a:gd name="connsiteY27" fmla="*/ 315125 h 1070876"/>
                <a:gd name="connsiteX28" fmla="*/ 893392 w 1394985"/>
                <a:gd name="connsiteY28" fmla="*/ 289545 h 1070876"/>
                <a:gd name="connsiteX29" fmla="*/ 1394986 w 1394985"/>
                <a:gd name="connsiteY29" fmla="*/ 0 h 1070876"/>
                <a:gd name="connsiteX30" fmla="*/ 1394986 w 1394985"/>
                <a:gd name="connsiteY30" fmla="*/ 265884 h 1070876"/>
                <a:gd name="connsiteX31" fmla="*/ 0 w 1394985"/>
                <a:gd name="connsiteY31" fmla="*/ 1070877 h 1070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94985" h="1070876">
                  <a:moveTo>
                    <a:pt x="0" y="804992"/>
                  </a:moveTo>
                  <a:lnTo>
                    <a:pt x="463738" y="537530"/>
                  </a:lnTo>
                  <a:lnTo>
                    <a:pt x="466687" y="541507"/>
                  </a:lnTo>
                  <a:lnTo>
                    <a:pt x="470802" y="546308"/>
                  </a:lnTo>
                  <a:cubicBezTo>
                    <a:pt x="470802" y="546308"/>
                    <a:pt x="475054" y="550286"/>
                    <a:pt x="476768" y="551589"/>
                  </a:cubicBezTo>
                  <a:lnTo>
                    <a:pt x="484518" y="556870"/>
                  </a:lnTo>
                  <a:lnTo>
                    <a:pt x="488633" y="559064"/>
                  </a:lnTo>
                  <a:lnTo>
                    <a:pt x="492610" y="560916"/>
                  </a:lnTo>
                  <a:lnTo>
                    <a:pt x="499948" y="563453"/>
                  </a:lnTo>
                  <a:lnTo>
                    <a:pt x="504612" y="564482"/>
                  </a:lnTo>
                  <a:lnTo>
                    <a:pt x="513253" y="565716"/>
                  </a:lnTo>
                  <a:lnTo>
                    <a:pt x="524363" y="565716"/>
                  </a:lnTo>
                  <a:lnTo>
                    <a:pt x="529781" y="564962"/>
                  </a:lnTo>
                  <a:lnTo>
                    <a:pt x="539039" y="562973"/>
                  </a:lnTo>
                  <a:cubicBezTo>
                    <a:pt x="539039" y="562973"/>
                    <a:pt x="548503" y="559681"/>
                    <a:pt x="549051" y="559407"/>
                  </a:cubicBezTo>
                  <a:lnTo>
                    <a:pt x="550629" y="559407"/>
                  </a:lnTo>
                  <a:lnTo>
                    <a:pt x="820423" y="403662"/>
                  </a:lnTo>
                  <a:cubicBezTo>
                    <a:pt x="823166" y="402085"/>
                    <a:pt x="826252" y="400096"/>
                    <a:pt x="829269" y="397970"/>
                  </a:cubicBezTo>
                  <a:lnTo>
                    <a:pt x="834893" y="393786"/>
                  </a:lnTo>
                  <a:lnTo>
                    <a:pt x="843534" y="386105"/>
                  </a:lnTo>
                  <a:lnTo>
                    <a:pt x="847786" y="381922"/>
                  </a:lnTo>
                  <a:lnTo>
                    <a:pt x="855810" y="372732"/>
                  </a:lnTo>
                  <a:lnTo>
                    <a:pt x="862668" y="363474"/>
                  </a:lnTo>
                  <a:lnTo>
                    <a:pt x="869046" y="353461"/>
                  </a:lnTo>
                  <a:lnTo>
                    <a:pt x="877070" y="337825"/>
                  </a:lnTo>
                  <a:lnTo>
                    <a:pt x="879607" y="331721"/>
                  </a:lnTo>
                  <a:lnTo>
                    <a:pt x="882282" y="323835"/>
                  </a:lnTo>
                  <a:lnTo>
                    <a:pt x="885231" y="315125"/>
                  </a:lnTo>
                  <a:lnTo>
                    <a:pt x="893392" y="289545"/>
                  </a:lnTo>
                  <a:lnTo>
                    <a:pt x="1394986" y="0"/>
                  </a:lnTo>
                  <a:lnTo>
                    <a:pt x="1394986" y="265884"/>
                  </a:lnTo>
                  <a:lnTo>
                    <a:pt x="0" y="1070877"/>
                  </a:lnTo>
                  <a:close/>
                </a:path>
              </a:pathLst>
            </a:custGeom>
            <a:solidFill>
              <a:srgbClr val="3E3E4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FE608AE-3FB9-8CFA-93C7-F03676FF94ED}"/>
                </a:ext>
              </a:extLst>
            </p:cNvPr>
            <p:cNvSpPr/>
            <p:nvPr/>
          </p:nvSpPr>
          <p:spPr>
            <a:xfrm>
              <a:off x="6335050" y="3783558"/>
              <a:ext cx="73723" cy="391522"/>
            </a:xfrm>
            <a:custGeom>
              <a:avLst/>
              <a:gdLst>
                <a:gd name="connsiteX0" fmla="*/ 73724 w 73723"/>
                <a:gd name="connsiteY0" fmla="*/ 283235 h 391522"/>
                <a:gd name="connsiteX1" fmla="*/ 73724 w 73723"/>
                <a:gd name="connsiteY1" fmla="*/ 288653 h 391522"/>
                <a:gd name="connsiteX2" fmla="*/ 0 w 73723"/>
                <a:gd name="connsiteY2" fmla="*/ 391523 h 391522"/>
                <a:gd name="connsiteX3" fmla="*/ 0 w 73723"/>
                <a:gd name="connsiteY3" fmla="*/ 101978 h 391522"/>
                <a:gd name="connsiteX4" fmla="*/ 73724 w 73723"/>
                <a:gd name="connsiteY4" fmla="*/ 0 h 391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23" h="391522">
                  <a:moveTo>
                    <a:pt x="73724" y="283235"/>
                  </a:moveTo>
                  <a:lnTo>
                    <a:pt x="73724" y="288653"/>
                  </a:lnTo>
                  <a:cubicBezTo>
                    <a:pt x="73724" y="326166"/>
                    <a:pt x="49103" y="362788"/>
                    <a:pt x="0" y="391523"/>
                  </a:cubicBezTo>
                  <a:lnTo>
                    <a:pt x="0" y="101978"/>
                  </a:lnTo>
                  <a:cubicBezTo>
                    <a:pt x="48692" y="73655"/>
                    <a:pt x="73312" y="37033"/>
                    <a:pt x="73724" y="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9A2DBAB-7D37-5FF2-40A2-30D54129DAA3}"/>
                </a:ext>
              </a:extLst>
            </p:cNvPr>
            <p:cNvSpPr/>
            <p:nvPr/>
          </p:nvSpPr>
          <p:spPr>
            <a:xfrm>
              <a:off x="6408362" y="3303430"/>
              <a:ext cx="429" cy="5006"/>
            </a:xfrm>
            <a:custGeom>
              <a:avLst/>
              <a:gdLst>
                <a:gd name="connsiteX0" fmla="*/ 411 w 429"/>
                <a:gd name="connsiteY0" fmla="*/ 0 h 5006"/>
                <a:gd name="connsiteX1" fmla="*/ 411 w 429"/>
                <a:gd name="connsiteY1" fmla="*/ 5006 h 5006"/>
                <a:gd name="connsiteX2" fmla="*/ 0 w 429"/>
                <a:gd name="connsiteY2" fmla="*/ 3772 h 5006"/>
                <a:gd name="connsiteX3" fmla="*/ 411 w 429"/>
                <a:gd name="connsiteY3" fmla="*/ 0 h 5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" h="5006">
                  <a:moveTo>
                    <a:pt x="411" y="0"/>
                  </a:moveTo>
                  <a:lnTo>
                    <a:pt x="411" y="5006"/>
                  </a:lnTo>
                  <a:cubicBezTo>
                    <a:pt x="468" y="4554"/>
                    <a:pt x="316" y="4100"/>
                    <a:pt x="0" y="3772"/>
                  </a:cubicBezTo>
                  <a:cubicBezTo>
                    <a:pt x="343" y="2546"/>
                    <a:pt x="483" y="1271"/>
                    <a:pt x="411" y="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BCADC68-1B01-F811-696A-314A867A38EC}"/>
                </a:ext>
              </a:extLst>
            </p:cNvPr>
            <p:cNvSpPr/>
            <p:nvPr/>
          </p:nvSpPr>
          <p:spPr>
            <a:xfrm>
              <a:off x="3984813" y="3184923"/>
              <a:ext cx="2424234" cy="1570825"/>
            </a:xfrm>
            <a:custGeom>
              <a:avLst/>
              <a:gdLst>
                <a:gd name="connsiteX0" fmla="*/ 2423960 w 2424234"/>
                <a:gd name="connsiteY0" fmla="*/ 116860 h 1570825"/>
                <a:gd name="connsiteX1" fmla="*/ 2423960 w 2424234"/>
                <a:gd name="connsiteY1" fmla="*/ 118506 h 1570825"/>
                <a:gd name="connsiteX2" fmla="*/ 2423549 w 2424234"/>
                <a:gd name="connsiteY2" fmla="*/ 122278 h 1570825"/>
                <a:gd name="connsiteX3" fmla="*/ 2423549 w 2424234"/>
                <a:gd name="connsiteY3" fmla="*/ 124336 h 1570825"/>
                <a:gd name="connsiteX4" fmla="*/ 2422657 w 2424234"/>
                <a:gd name="connsiteY4" fmla="*/ 131879 h 1570825"/>
                <a:gd name="connsiteX5" fmla="*/ 2420600 w 2424234"/>
                <a:gd name="connsiteY5" fmla="*/ 142235 h 1570825"/>
                <a:gd name="connsiteX6" fmla="*/ 2416828 w 2424234"/>
                <a:gd name="connsiteY6" fmla="*/ 152247 h 1570825"/>
                <a:gd name="connsiteX7" fmla="*/ 2411890 w 2424234"/>
                <a:gd name="connsiteY7" fmla="*/ 162260 h 1570825"/>
                <a:gd name="connsiteX8" fmla="*/ 2407707 w 2424234"/>
                <a:gd name="connsiteY8" fmla="*/ 168501 h 1570825"/>
                <a:gd name="connsiteX9" fmla="*/ 2403524 w 2424234"/>
                <a:gd name="connsiteY9" fmla="*/ 174742 h 1570825"/>
                <a:gd name="connsiteX10" fmla="*/ 2398517 w 2424234"/>
                <a:gd name="connsiteY10" fmla="*/ 180983 h 1570825"/>
                <a:gd name="connsiteX11" fmla="*/ 2393099 w 2424234"/>
                <a:gd name="connsiteY11" fmla="*/ 187223 h 1570825"/>
                <a:gd name="connsiteX12" fmla="*/ 2373760 w 2424234"/>
                <a:gd name="connsiteY12" fmla="*/ 204711 h 1570825"/>
                <a:gd name="connsiteX13" fmla="*/ 2366284 w 2424234"/>
                <a:gd name="connsiteY13" fmla="*/ 209718 h 1570825"/>
                <a:gd name="connsiteX14" fmla="*/ 2358741 w 2424234"/>
                <a:gd name="connsiteY14" fmla="*/ 215135 h 1570825"/>
                <a:gd name="connsiteX15" fmla="*/ 2350442 w 2424234"/>
                <a:gd name="connsiteY15" fmla="*/ 220142 h 1570825"/>
                <a:gd name="connsiteX16" fmla="*/ 1256180 w 2424234"/>
                <a:gd name="connsiteY16" fmla="*/ 851764 h 1570825"/>
                <a:gd name="connsiteX17" fmla="*/ 48280 w 2424234"/>
                <a:gd name="connsiteY17" fmla="*/ 1549222 h 1570825"/>
                <a:gd name="connsiteX18" fmla="*/ 47869 w 2424234"/>
                <a:gd name="connsiteY18" fmla="*/ 1549222 h 1570825"/>
                <a:gd name="connsiteX19" fmla="*/ 46223 w 2424234"/>
                <a:gd name="connsiteY19" fmla="*/ 1550457 h 1570825"/>
                <a:gd name="connsiteX20" fmla="*/ 42451 w 2424234"/>
                <a:gd name="connsiteY20" fmla="*/ 1552514 h 1570825"/>
                <a:gd name="connsiteX21" fmla="*/ 33741 w 2424234"/>
                <a:gd name="connsiteY21" fmla="*/ 1557109 h 1570825"/>
                <a:gd name="connsiteX22" fmla="*/ 24552 w 2424234"/>
                <a:gd name="connsiteY22" fmla="*/ 1561292 h 1570825"/>
                <a:gd name="connsiteX23" fmla="*/ 15019 w 2424234"/>
                <a:gd name="connsiteY23" fmla="*/ 1565407 h 1570825"/>
                <a:gd name="connsiteX24" fmla="*/ 5006 w 2424234"/>
                <a:gd name="connsiteY24" fmla="*/ 1569179 h 1570825"/>
                <a:gd name="connsiteX25" fmla="*/ 0 w 2424234"/>
                <a:gd name="connsiteY25" fmla="*/ 1570825 h 1570825"/>
                <a:gd name="connsiteX26" fmla="*/ 0 w 2424234"/>
                <a:gd name="connsiteY26" fmla="*/ 1451770 h 1570825"/>
                <a:gd name="connsiteX27" fmla="*/ 11247 w 2424234"/>
                <a:gd name="connsiteY27" fmla="*/ 1447587 h 1570825"/>
                <a:gd name="connsiteX28" fmla="*/ 26678 w 2424234"/>
                <a:gd name="connsiteY28" fmla="*/ 1440729 h 1570825"/>
                <a:gd name="connsiteX29" fmla="*/ 41217 w 2424234"/>
                <a:gd name="connsiteY29" fmla="*/ 1433871 h 1570825"/>
                <a:gd name="connsiteX30" fmla="*/ 48075 w 2424234"/>
                <a:gd name="connsiteY30" fmla="*/ 1430099 h 1570825"/>
                <a:gd name="connsiteX31" fmla="*/ 65974 w 2424234"/>
                <a:gd name="connsiteY31" fmla="*/ 1419675 h 1570825"/>
                <a:gd name="connsiteX32" fmla="*/ 83873 w 2424234"/>
                <a:gd name="connsiteY32" fmla="*/ 1409319 h 1570825"/>
                <a:gd name="connsiteX33" fmla="*/ 120152 w 2424234"/>
                <a:gd name="connsiteY33" fmla="*/ 1388745 h 1570825"/>
                <a:gd name="connsiteX34" fmla="*/ 191750 w 2424234"/>
                <a:gd name="connsiteY34" fmla="*/ 1347117 h 1570825"/>
                <a:gd name="connsiteX35" fmla="*/ 335768 w 2424234"/>
                <a:gd name="connsiteY35" fmla="*/ 1264272 h 1570825"/>
                <a:gd name="connsiteX36" fmla="*/ 623461 w 2424234"/>
                <a:gd name="connsiteY36" fmla="*/ 1098103 h 1570825"/>
                <a:gd name="connsiteX37" fmla="*/ 1199258 w 2424234"/>
                <a:gd name="connsiteY37" fmla="*/ 765284 h 1570825"/>
                <a:gd name="connsiteX38" fmla="*/ 2350511 w 2424234"/>
                <a:gd name="connsiteY38" fmla="*/ 100744 h 1570825"/>
                <a:gd name="connsiteX39" fmla="*/ 2397968 w 2424234"/>
                <a:gd name="connsiteY39" fmla="*/ 62888 h 1570825"/>
                <a:gd name="connsiteX40" fmla="*/ 2421286 w 2424234"/>
                <a:gd name="connsiteY40" fmla="*/ 21260 h 1570825"/>
                <a:gd name="connsiteX41" fmla="*/ 2422931 w 2424234"/>
                <a:gd name="connsiteY41" fmla="*/ 12893 h 1570825"/>
                <a:gd name="connsiteX42" fmla="*/ 2423412 w 2424234"/>
                <a:gd name="connsiteY42" fmla="*/ 9601 h 1570825"/>
                <a:gd name="connsiteX43" fmla="*/ 2424234 w 2424234"/>
                <a:gd name="connsiteY43" fmla="*/ 0 h 1570825"/>
                <a:gd name="connsiteX44" fmla="*/ 2424234 w 2424234"/>
                <a:gd name="connsiteY44" fmla="*/ 116997 h 157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424234" h="1570825">
                  <a:moveTo>
                    <a:pt x="2423960" y="116860"/>
                  </a:moveTo>
                  <a:lnTo>
                    <a:pt x="2423960" y="118506"/>
                  </a:lnTo>
                  <a:cubicBezTo>
                    <a:pt x="2424031" y="119778"/>
                    <a:pt x="2423892" y="121052"/>
                    <a:pt x="2423549" y="122278"/>
                  </a:cubicBezTo>
                  <a:lnTo>
                    <a:pt x="2423549" y="124336"/>
                  </a:lnTo>
                  <a:cubicBezTo>
                    <a:pt x="2423489" y="126873"/>
                    <a:pt x="2423191" y="129398"/>
                    <a:pt x="2422657" y="131879"/>
                  </a:cubicBezTo>
                  <a:cubicBezTo>
                    <a:pt x="2422170" y="135368"/>
                    <a:pt x="2421483" y="138825"/>
                    <a:pt x="2420600" y="142235"/>
                  </a:cubicBezTo>
                  <a:cubicBezTo>
                    <a:pt x="2419365" y="145595"/>
                    <a:pt x="2418131" y="149093"/>
                    <a:pt x="2416828" y="152247"/>
                  </a:cubicBezTo>
                  <a:lnTo>
                    <a:pt x="2411890" y="162260"/>
                  </a:lnTo>
                  <a:cubicBezTo>
                    <a:pt x="2410615" y="164418"/>
                    <a:pt x="2409218" y="166502"/>
                    <a:pt x="2407707" y="168501"/>
                  </a:cubicBezTo>
                  <a:cubicBezTo>
                    <a:pt x="2406457" y="170675"/>
                    <a:pt x="2405059" y="172760"/>
                    <a:pt x="2403524" y="174742"/>
                  </a:cubicBezTo>
                  <a:cubicBezTo>
                    <a:pt x="2402082" y="176995"/>
                    <a:pt x="2400404" y="179087"/>
                    <a:pt x="2398517" y="180983"/>
                  </a:cubicBezTo>
                  <a:cubicBezTo>
                    <a:pt x="2396871" y="183040"/>
                    <a:pt x="2394814" y="185166"/>
                    <a:pt x="2393099" y="187223"/>
                  </a:cubicBezTo>
                  <a:lnTo>
                    <a:pt x="2373760" y="204711"/>
                  </a:lnTo>
                  <a:cubicBezTo>
                    <a:pt x="2371291" y="206357"/>
                    <a:pt x="2369165" y="208072"/>
                    <a:pt x="2366284" y="209718"/>
                  </a:cubicBezTo>
                  <a:cubicBezTo>
                    <a:pt x="2363869" y="211658"/>
                    <a:pt x="2361351" y="213467"/>
                    <a:pt x="2358741" y="215135"/>
                  </a:cubicBezTo>
                  <a:cubicBezTo>
                    <a:pt x="2355860" y="216781"/>
                    <a:pt x="2353323" y="218427"/>
                    <a:pt x="2350442" y="220142"/>
                  </a:cubicBezTo>
                  <a:lnTo>
                    <a:pt x="1256180" y="851764"/>
                  </a:lnTo>
                  <a:cubicBezTo>
                    <a:pt x="124061" y="1505468"/>
                    <a:pt x="86205" y="1527140"/>
                    <a:pt x="48280" y="1549222"/>
                  </a:cubicBezTo>
                  <a:lnTo>
                    <a:pt x="47869" y="1549222"/>
                  </a:lnTo>
                  <a:cubicBezTo>
                    <a:pt x="47400" y="1549730"/>
                    <a:pt x="46842" y="1550149"/>
                    <a:pt x="46223" y="1550457"/>
                  </a:cubicBezTo>
                  <a:cubicBezTo>
                    <a:pt x="44891" y="1550996"/>
                    <a:pt x="43625" y="1551686"/>
                    <a:pt x="42451" y="1552514"/>
                  </a:cubicBezTo>
                  <a:cubicBezTo>
                    <a:pt x="39465" y="1553884"/>
                    <a:pt x="36558" y="1555418"/>
                    <a:pt x="33741" y="1557109"/>
                  </a:cubicBezTo>
                  <a:cubicBezTo>
                    <a:pt x="30792" y="1558343"/>
                    <a:pt x="27501" y="1559989"/>
                    <a:pt x="24552" y="1561292"/>
                  </a:cubicBezTo>
                  <a:cubicBezTo>
                    <a:pt x="21603" y="1562595"/>
                    <a:pt x="17694" y="1564173"/>
                    <a:pt x="15019" y="1565407"/>
                  </a:cubicBezTo>
                  <a:lnTo>
                    <a:pt x="5006" y="1569179"/>
                  </a:lnTo>
                  <a:cubicBezTo>
                    <a:pt x="3360" y="1569591"/>
                    <a:pt x="1646" y="1570414"/>
                    <a:pt x="0" y="1570825"/>
                  </a:cubicBezTo>
                  <a:lnTo>
                    <a:pt x="0" y="1451770"/>
                  </a:lnTo>
                  <a:cubicBezTo>
                    <a:pt x="3772" y="1450536"/>
                    <a:pt x="7475" y="1448821"/>
                    <a:pt x="11247" y="1447587"/>
                  </a:cubicBezTo>
                  <a:cubicBezTo>
                    <a:pt x="16510" y="1445581"/>
                    <a:pt x="21662" y="1443292"/>
                    <a:pt x="26678" y="1440729"/>
                  </a:cubicBezTo>
                  <a:cubicBezTo>
                    <a:pt x="31615" y="1438671"/>
                    <a:pt x="36210" y="1436134"/>
                    <a:pt x="41217" y="1433871"/>
                  </a:cubicBezTo>
                  <a:cubicBezTo>
                    <a:pt x="43274" y="1432636"/>
                    <a:pt x="46223" y="1431333"/>
                    <a:pt x="48075" y="1430099"/>
                  </a:cubicBezTo>
                  <a:cubicBezTo>
                    <a:pt x="53904" y="1426396"/>
                    <a:pt x="60145" y="1423241"/>
                    <a:pt x="65974" y="1419675"/>
                  </a:cubicBezTo>
                  <a:cubicBezTo>
                    <a:pt x="71803" y="1416109"/>
                    <a:pt x="78044" y="1412817"/>
                    <a:pt x="83873" y="1409319"/>
                  </a:cubicBezTo>
                  <a:cubicBezTo>
                    <a:pt x="96012" y="1402461"/>
                    <a:pt x="108082" y="1395123"/>
                    <a:pt x="120152" y="1388745"/>
                  </a:cubicBezTo>
                  <a:cubicBezTo>
                    <a:pt x="143881" y="1375029"/>
                    <a:pt x="168158" y="1360833"/>
                    <a:pt x="191750" y="1347117"/>
                  </a:cubicBezTo>
                  <a:cubicBezTo>
                    <a:pt x="239756" y="1319685"/>
                    <a:pt x="287762" y="1291704"/>
                    <a:pt x="335768" y="1264272"/>
                  </a:cubicBezTo>
                  <a:cubicBezTo>
                    <a:pt x="431780" y="1208860"/>
                    <a:pt x="527792" y="1153516"/>
                    <a:pt x="623461" y="1098103"/>
                  </a:cubicBezTo>
                  <a:cubicBezTo>
                    <a:pt x="815302" y="987186"/>
                    <a:pt x="1007234" y="876247"/>
                    <a:pt x="1199258" y="765284"/>
                  </a:cubicBezTo>
                  <a:cubicBezTo>
                    <a:pt x="1583306" y="543771"/>
                    <a:pt x="1967057" y="322257"/>
                    <a:pt x="2350511" y="100744"/>
                  </a:cubicBezTo>
                  <a:cubicBezTo>
                    <a:pt x="2368392" y="90952"/>
                    <a:pt x="2384447" y="78145"/>
                    <a:pt x="2397968" y="62888"/>
                  </a:cubicBezTo>
                  <a:cubicBezTo>
                    <a:pt x="2408689" y="50882"/>
                    <a:pt x="2416648" y="36673"/>
                    <a:pt x="2421286" y="21260"/>
                  </a:cubicBezTo>
                  <a:cubicBezTo>
                    <a:pt x="2422032" y="18513"/>
                    <a:pt x="2422582" y="15717"/>
                    <a:pt x="2422931" y="12893"/>
                  </a:cubicBezTo>
                  <a:cubicBezTo>
                    <a:pt x="2423324" y="11842"/>
                    <a:pt x="2423487" y="10720"/>
                    <a:pt x="2423412" y="9601"/>
                  </a:cubicBezTo>
                  <a:cubicBezTo>
                    <a:pt x="2423890" y="6422"/>
                    <a:pt x="2424165" y="3215"/>
                    <a:pt x="2424234" y="0"/>
                  </a:cubicBezTo>
                  <a:lnTo>
                    <a:pt x="2424234" y="116997"/>
                  </a:lnTo>
                  <a:close/>
                </a:path>
              </a:pathLst>
            </a:custGeom>
            <a:solidFill>
              <a:srgbClr val="3E3E4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2EB9A6B-5531-118E-39B0-C0DC8490D15C}"/>
                </a:ext>
              </a:extLst>
            </p:cNvPr>
            <p:cNvSpPr/>
            <p:nvPr/>
          </p:nvSpPr>
          <p:spPr>
            <a:xfrm>
              <a:off x="3985156" y="2261526"/>
              <a:ext cx="2423617" cy="2375030"/>
            </a:xfrm>
            <a:custGeom>
              <a:avLst/>
              <a:gdLst>
                <a:gd name="connsiteX0" fmla="*/ 2423617 w 2423617"/>
                <a:gd name="connsiteY0" fmla="*/ 921203 h 2375030"/>
                <a:gd name="connsiteX1" fmla="*/ 2423617 w 2423617"/>
                <a:gd name="connsiteY1" fmla="*/ 923261 h 2375030"/>
                <a:gd name="connsiteX2" fmla="*/ 2422795 w 2423617"/>
                <a:gd name="connsiteY2" fmla="*/ 932862 h 2375030"/>
                <a:gd name="connsiteX3" fmla="*/ 2422314 w 2423617"/>
                <a:gd name="connsiteY3" fmla="*/ 936154 h 2375030"/>
                <a:gd name="connsiteX4" fmla="*/ 2420669 w 2423617"/>
                <a:gd name="connsiteY4" fmla="*/ 944520 h 2375030"/>
                <a:gd name="connsiteX5" fmla="*/ 2397351 w 2423617"/>
                <a:gd name="connsiteY5" fmla="*/ 986148 h 2375030"/>
                <a:gd name="connsiteX6" fmla="*/ 2349894 w 2423617"/>
                <a:gd name="connsiteY6" fmla="*/ 1024005 h 2375030"/>
                <a:gd name="connsiteX7" fmla="*/ 1198916 w 2423617"/>
                <a:gd name="connsiteY7" fmla="*/ 1688682 h 2375030"/>
                <a:gd name="connsiteX8" fmla="*/ 623461 w 2423617"/>
                <a:gd name="connsiteY8" fmla="*/ 2021363 h 2375030"/>
                <a:gd name="connsiteX9" fmla="*/ 335768 w 2423617"/>
                <a:gd name="connsiteY9" fmla="*/ 2187533 h 2375030"/>
                <a:gd name="connsiteX10" fmla="*/ 191750 w 2423617"/>
                <a:gd name="connsiteY10" fmla="*/ 2270377 h 2375030"/>
                <a:gd name="connsiteX11" fmla="*/ 120152 w 2423617"/>
                <a:gd name="connsiteY11" fmla="*/ 2312006 h 2375030"/>
                <a:gd name="connsiteX12" fmla="*/ 83873 w 2423617"/>
                <a:gd name="connsiteY12" fmla="*/ 2332580 h 2375030"/>
                <a:gd name="connsiteX13" fmla="*/ 65974 w 2423617"/>
                <a:gd name="connsiteY13" fmla="*/ 2342935 h 2375030"/>
                <a:gd name="connsiteX14" fmla="*/ 48075 w 2423617"/>
                <a:gd name="connsiteY14" fmla="*/ 2353359 h 2375030"/>
                <a:gd name="connsiteX15" fmla="*/ 41217 w 2423617"/>
                <a:gd name="connsiteY15" fmla="*/ 2357131 h 2375030"/>
                <a:gd name="connsiteX16" fmla="*/ 26678 w 2423617"/>
                <a:gd name="connsiteY16" fmla="*/ 2363989 h 2375030"/>
                <a:gd name="connsiteX17" fmla="*/ 11247 w 2423617"/>
                <a:gd name="connsiteY17" fmla="*/ 2370847 h 2375030"/>
                <a:gd name="connsiteX18" fmla="*/ 0 w 2423617"/>
                <a:gd name="connsiteY18" fmla="*/ 2375031 h 2375030"/>
                <a:gd name="connsiteX19" fmla="*/ 0 w 2423617"/>
                <a:gd name="connsiteY19" fmla="*/ 2347599 h 2375030"/>
                <a:gd name="connsiteX20" fmla="*/ 823 w 2423617"/>
                <a:gd name="connsiteY20" fmla="*/ 2347187 h 2375030"/>
                <a:gd name="connsiteX21" fmla="*/ 28735 w 2423617"/>
                <a:gd name="connsiteY21" fmla="*/ 2334294 h 2375030"/>
                <a:gd name="connsiteX22" fmla="*/ 35593 w 2423617"/>
                <a:gd name="connsiteY22" fmla="*/ 2330934 h 2375030"/>
                <a:gd name="connsiteX23" fmla="*/ 53493 w 2423617"/>
                <a:gd name="connsiteY23" fmla="*/ 2320578 h 2375030"/>
                <a:gd name="connsiteX24" fmla="*/ 71392 w 2423617"/>
                <a:gd name="connsiteY24" fmla="*/ 2310154 h 2375030"/>
                <a:gd name="connsiteX25" fmla="*/ 107191 w 2423617"/>
                <a:gd name="connsiteY25" fmla="*/ 2289580 h 2375030"/>
                <a:gd name="connsiteX26" fmla="*/ 179268 w 2423617"/>
                <a:gd name="connsiteY26" fmla="*/ 2247952 h 2375030"/>
                <a:gd name="connsiteX27" fmla="*/ 323286 w 2423617"/>
                <a:gd name="connsiteY27" fmla="*/ 2165107 h 2375030"/>
                <a:gd name="connsiteX28" fmla="*/ 611322 w 2423617"/>
                <a:gd name="connsiteY28" fmla="*/ 1998938 h 2375030"/>
                <a:gd name="connsiteX29" fmla="*/ 1186708 w 2423617"/>
                <a:gd name="connsiteY29" fmla="*/ 1666256 h 2375030"/>
                <a:gd name="connsiteX30" fmla="*/ 2337344 w 2423617"/>
                <a:gd name="connsiteY30" fmla="*/ 1001510 h 2375030"/>
                <a:gd name="connsiteX31" fmla="*/ 2381029 w 2423617"/>
                <a:gd name="connsiteY31" fmla="*/ 966534 h 2375030"/>
                <a:gd name="connsiteX32" fmla="*/ 2402700 w 2423617"/>
                <a:gd name="connsiteY32" fmla="*/ 927855 h 2375030"/>
                <a:gd name="connsiteX33" fmla="*/ 2403523 w 2423617"/>
                <a:gd name="connsiteY33" fmla="*/ 887050 h 2375030"/>
                <a:gd name="connsiteX34" fmla="*/ 2382949 w 2423617"/>
                <a:gd name="connsiteY34" fmla="*/ 848302 h 2375030"/>
                <a:gd name="connsiteX35" fmla="*/ 2365461 w 2423617"/>
                <a:gd name="connsiteY35" fmla="*/ 830403 h 2375030"/>
                <a:gd name="connsiteX36" fmla="*/ 2355037 w 2423617"/>
                <a:gd name="connsiteY36" fmla="*/ 822105 h 2375030"/>
                <a:gd name="connsiteX37" fmla="*/ 2343379 w 2423617"/>
                <a:gd name="connsiteY37" fmla="*/ 814561 h 2375030"/>
                <a:gd name="connsiteX38" fmla="*/ 2337344 w 2423617"/>
                <a:gd name="connsiteY38" fmla="*/ 810858 h 2375030"/>
                <a:gd name="connsiteX39" fmla="*/ 2326919 w 2423617"/>
                <a:gd name="connsiteY39" fmla="*/ 804617 h 2375030"/>
                <a:gd name="connsiteX40" fmla="*/ 2316496 w 2423617"/>
                <a:gd name="connsiteY40" fmla="*/ 798788 h 2375030"/>
                <a:gd name="connsiteX41" fmla="*/ 2295922 w 2423617"/>
                <a:gd name="connsiteY41" fmla="*/ 786718 h 2375030"/>
                <a:gd name="connsiteX42" fmla="*/ 2254293 w 2423617"/>
                <a:gd name="connsiteY42" fmla="*/ 762989 h 2375030"/>
                <a:gd name="connsiteX43" fmla="*/ 2171997 w 2423617"/>
                <a:gd name="connsiteY43" fmla="*/ 714983 h 2375030"/>
                <a:gd name="connsiteX44" fmla="*/ 2006719 w 2423617"/>
                <a:gd name="connsiteY44" fmla="*/ 619657 h 2375030"/>
                <a:gd name="connsiteX45" fmla="*/ 1675684 w 2423617"/>
                <a:gd name="connsiteY45" fmla="*/ 428524 h 2375030"/>
                <a:gd name="connsiteX46" fmla="*/ 1345128 w 2423617"/>
                <a:gd name="connsiteY46" fmla="*/ 237803 h 2375030"/>
                <a:gd name="connsiteX47" fmla="*/ 1179782 w 2423617"/>
                <a:gd name="connsiteY47" fmla="*/ 141791 h 2375030"/>
                <a:gd name="connsiteX48" fmla="*/ 1096937 w 2423617"/>
                <a:gd name="connsiteY48" fmla="*/ 94334 h 2375030"/>
                <a:gd name="connsiteX49" fmla="*/ 1055789 w 2423617"/>
                <a:gd name="connsiteY49" fmla="*/ 70605 h 2375030"/>
                <a:gd name="connsiteX50" fmla="*/ 1035215 w 2423617"/>
                <a:gd name="connsiteY50" fmla="*/ 58535 h 2375030"/>
                <a:gd name="connsiteX51" fmla="*/ 1024791 w 2423617"/>
                <a:gd name="connsiteY51" fmla="*/ 52706 h 2375030"/>
                <a:gd name="connsiteX52" fmla="*/ 1014367 w 2423617"/>
                <a:gd name="connsiteY52" fmla="*/ 46465 h 2375030"/>
                <a:gd name="connsiteX53" fmla="*/ 1008126 w 2423617"/>
                <a:gd name="connsiteY53" fmla="*/ 42693 h 2375030"/>
                <a:gd name="connsiteX54" fmla="*/ 994410 w 2423617"/>
                <a:gd name="connsiteY54" fmla="*/ 35218 h 2375030"/>
                <a:gd name="connsiteX55" fmla="*/ 979391 w 2423617"/>
                <a:gd name="connsiteY55" fmla="*/ 28360 h 2375030"/>
                <a:gd name="connsiteX56" fmla="*/ 947296 w 2423617"/>
                <a:gd name="connsiteY56" fmla="*/ 17113 h 2375030"/>
                <a:gd name="connsiteX57" fmla="*/ 880293 w 2423617"/>
                <a:gd name="connsiteY57" fmla="*/ 4631 h 2375030"/>
                <a:gd name="connsiteX58" fmla="*/ 809930 w 2423617"/>
                <a:gd name="connsiteY58" fmla="*/ 4151 h 2375030"/>
                <a:gd name="connsiteX59" fmla="*/ 742036 w 2423617"/>
                <a:gd name="connsiteY59" fmla="*/ 16290 h 2375030"/>
                <a:gd name="connsiteX60" fmla="*/ 711655 w 2423617"/>
                <a:gd name="connsiteY60" fmla="*/ 26234 h 2375030"/>
                <a:gd name="connsiteX61" fmla="*/ 697527 w 2423617"/>
                <a:gd name="connsiteY61" fmla="*/ 32063 h 2375030"/>
                <a:gd name="connsiteX62" fmla="*/ 683811 w 2423617"/>
                <a:gd name="connsiteY62" fmla="*/ 38921 h 2375030"/>
                <a:gd name="connsiteX63" fmla="*/ 677571 w 2423617"/>
                <a:gd name="connsiteY63" fmla="*/ 42693 h 2375030"/>
                <a:gd name="connsiteX64" fmla="*/ 659671 w 2423617"/>
                <a:gd name="connsiteY64" fmla="*/ 53117 h 2375030"/>
                <a:gd name="connsiteX65" fmla="*/ 641497 w 2423617"/>
                <a:gd name="connsiteY65" fmla="*/ 63336 h 2375030"/>
                <a:gd name="connsiteX66" fmla="*/ 606110 w 2423617"/>
                <a:gd name="connsiteY66" fmla="*/ 83910 h 2375030"/>
                <a:gd name="connsiteX67" fmla="*/ 535747 w 2423617"/>
                <a:gd name="connsiteY67" fmla="*/ 124303 h 2375030"/>
                <a:gd name="connsiteX68" fmla="*/ 424990 w 2423617"/>
                <a:gd name="connsiteY68" fmla="*/ 188426 h 2375030"/>
                <a:gd name="connsiteX69" fmla="*/ 421630 w 2423617"/>
                <a:gd name="connsiteY69" fmla="*/ 184242 h 2375030"/>
                <a:gd name="connsiteX70" fmla="*/ 562836 w 2423617"/>
                <a:gd name="connsiteY70" fmla="*/ 102632 h 2375030"/>
                <a:gd name="connsiteX71" fmla="*/ 646092 w 2423617"/>
                <a:gd name="connsiteY71" fmla="*/ 54626 h 2375030"/>
                <a:gd name="connsiteX72" fmla="*/ 666049 w 2423617"/>
                <a:gd name="connsiteY72" fmla="*/ 42967 h 2375030"/>
                <a:gd name="connsiteX73" fmla="*/ 688543 w 2423617"/>
                <a:gd name="connsiteY73" fmla="*/ 31309 h 2375030"/>
                <a:gd name="connsiteX74" fmla="*/ 738950 w 2423617"/>
                <a:gd name="connsiteY74" fmla="*/ 13410 h 2375030"/>
                <a:gd name="connsiteX75" fmla="*/ 794705 w 2423617"/>
                <a:gd name="connsiteY75" fmla="*/ 2574 h 2375030"/>
                <a:gd name="connsiteX76" fmla="*/ 853410 w 2423617"/>
                <a:gd name="connsiteY76" fmla="*/ 105 h 2375030"/>
                <a:gd name="connsiteX77" fmla="*/ 910880 w 2423617"/>
                <a:gd name="connsiteY77" fmla="*/ 5935 h 2375030"/>
                <a:gd name="connsiteX78" fmla="*/ 965058 w 2423617"/>
                <a:gd name="connsiteY78" fmla="*/ 19239 h 2375030"/>
                <a:gd name="connsiteX79" fmla="*/ 989610 w 2423617"/>
                <a:gd name="connsiteY79" fmla="*/ 28429 h 2375030"/>
                <a:gd name="connsiteX80" fmla="*/ 1012515 w 2423617"/>
                <a:gd name="connsiteY80" fmla="*/ 40087 h 2375030"/>
                <a:gd name="connsiteX81" fmla="*/ 1023351 w 2423617"/>
                <a:gd name="connsiteY81" fmla="*/ 45916 h 2375030"/>
                <a:gd name="connsiteX82" fmla="*/ 1033706 w 2423617"/>
                <a:gd name="connsiteY82" fmla="*/ 52157 h 2375030"/>
                <a:gd name="connsiteX83" fmla="*/ 1075335 w 2423617"/>
                <a:gd name="connsiteY83" fmla="*/ 75886 h 2375030"/>
                <a:gd name="connsiteX84" fmla="*/ 1158248 w 2423617"/>
                <a:gd name="connsiteY84" fmla="*/ 123892 h 2375030"/>
                <a:gd name="connsiteX85" fmla="*/ 1324348 w 2423617"/>
                <a:gd name="connsiteY85" fmla="*/ 219904 h 2375030"/>
                <a:gd name="connsiteX86" fmla="*/ 1656207 w 2423617"/>
                <a:gd name="connsiteY86" fmla="*/ 411448 h 2375030"/>
                <a:gd name="connsiteX87" fmla="*/ 2319925 w 2423617"/>
                <a:gd name="connsiteY87" fmla="*/ 794536 h 2375030"/>
                <a:gd name="connsiteX88" fmla="*/ 2340499 w 2423617"/>
                <a:gd name="connsiteY88" fmla="*/ 806606 h 2375030"/>
                <a:gd name="connsiteX89" fmla="*/ 2361073 w 2423617"/>
                <a:gd name="connsiteY89" fmla="*/ 819087 h 2375030"/>
                <a:gd name="connsiteX90" fmla="*/ 2394814 w 2423617"/>
                <a:gd name="connsiteY90" fmla="*/ 848645 h 2375030"/>
                <a:gd name="connsiteX91" fmla="*/ 2416005 w 2423617"/>
                <a:gd name="connsiteY91" fmla="*/ 882935 h 2375030"/>
                <a:gd name="connsiteX92" fmla="*/ 2423549 w 2423617"/>
                <a:gd name="connsiteY92" fmla="*/ 920449 h 2375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423617" h="2375030">
                  <a:moveTo>
                    <a:pt x="2423617" y="921203"/>
                  </a:moveTo>
                  <a:lnTo>
                    <a:pt x="2423617" y="923261"/>
                  </a:lnTo>
                  <a:cubicBezTo>
                    <a:pt x="2423548" y="926475"/>
                    <a:pt x="2423273" y="929682"/>
                    <a:pt x="2422795" y="932862"/>
                  </a:cubicBezTo>
                  <a:cubicBezTo>
                    <a:pt x="2422870" y="933981"/>
                    <a:pt x="2422707" y="935103"/>
                    <a:pt x="2422314" y="936154"/>
                  </a:cubicBezTo>
                  <a:cubicBezTo>
                    <a:pt x="2421965" y="938978"/>
                    <a:pt x="2421415" y="941774"/>
                    <a:pt x="2420669" y="944520"/>
                  </a:cubicBezTo>
                  <a:cubicBezTo>
                    <a:pt x="2416031" y="959933"/>
                    <a:pt x="2408072" y="974143"/>
                    <a:pt x="2397351" y="986148"/>
                  </a:cubicBezTo>
                  <a:cubicBezTo>
                    <a:pt x="2383830" y="1001406"/>
                    <a:pt x="2367775" y="1014213"/>
                    <a:pt x="2349894" y="1024005"/>
                  </a:cubicBezTo>
                  <a:cubicBezTo>
                    <a:pt x="1966395" y="1245518"/>
                    <a:pt x="1582735" y="1467077"/>
                    <a:pt x="1198916" y="1688682"/>
                  </a:cubicBezTo>
                  <a:cubicBezTo>
                    <a:pt x="1007349" y="1799416"/>
                    <a:pt x="815531" y="1910309"/>
                    <a:pt x="623461" y="2021363"/>
                  </a:cubicBezTo>
                  <a:cubicBezTo>
                    <a:pt x="527449" y="2076776"/>
                    <a:pt x="431437" y="2132120"/>
                    <a:pt x="335768" y="2187533"/>
                  </a:cubicBezTo>
                  <a:cubicBezTo>
                    <a:pt x="287762" y="2214965"/>
                    <a:pt x="239756" y="2242877"/>
                    <a:pt x="191750" y="2270377"/>
                  </a:cubicBezTo>
                  <a:cubicBezTo>
                    <a:pt x="168021" y="2284093"/>
                    <a:pt x="143744" y="2298290"/>
                    <a:pt x="120152" y="2312006"/>
                  </a:cubicBezTo>
                  <a:cubicBezTo>
                    <a:pt x="108082" y="2318864"/>
                    <a:pt x="96012" y="2325722"/>
                    <a:pt x="83873" y="2332580"/>
                  </a:cubicBezTo>
                  <a:cubicBezTo>
                    <a:pt x="78044" y="2335871"/>
                    <a:pt x="71803" y="2339438"/>
                    <a:pt x="65974" y="2342935"/>
                  </a:cubicBezTo>
                  <a:cubicBezTo>
                    <a:pt x="60145" y="2346432"/>
                    <a:pt x="53904" y="2349793"/>
                    <a:pt x="48075" y="2353359"/>
                  </a:cubicBezTo>
                  <a:cubicBezTo>
                    <a:pt x="46017" y="2354594"/>
                    <a:pt x="43068" y="2355897"/>
                    <a:pt x="41217" y="2357131"/>
                  </a:cubicBezTo>
                  <a:cubicBezTo>
                    <a:pt x="36210" y="2359600"/>
                    <a:pt x="31615" y="2362138"/>
                    <a:pt x="26678" y="2363989"/>
                  </a:cubicBezTo>
                  <a:cubicBezTo>
                    <a:pt x="21662" y="2366552"/>
                    <a:pt x="16511" y="2368841"/>
                    <a:pt x="11247" y="2370847"/>
                  </a:cubicBezTo>
                  <a:cubicBezTo>
                    <a:pt x="7475" y="2372082"/>
                    <a:pt x="3772" y="2373796"/>
                    <a:pt x="0" y="2375031"/>
                  </a:cubicBezTo>
                  <a:lnTo>
                    <a:pt x="0" y="2347599"/>
                  </a:lnTo>
                  <a:cubicBezTo>
                    <a:pt x="411" y="2347187"/>
                    <a:pt x="411" y="2347187"/>
                    <a:pt x="823" y="2347187"/>
                  </a:cubicBezTo>
                  <a:cubicBezTo>
                    <a:pt x="10284" y="2343239"/>
                    <a:pt x="19595" y="2338938"/>
                    <a:pt x="28735" y="2334294"/>
                  </a:cubicBezTo>
                  <a:cubicBezTo>
                    <a:pt x="30793" y="2333471"/>
                    <a:pt x="32919" y="2332237"/>
                    <a:pt x="35593" y="2330934"/>
                  </a:cubicBezTo>
                  <a:cubicBezTo>
                    <a:pt x="41422" y="2327230"/>
                    <a:pt x="47252" y="2324076"/>
                    <a:pt x="53493" y="2320578"/>
                  </a:cubicBezTo>
                  <a:cubicBezTo>
                    <a:pt x="59733" y="2317080"/>
                    <a:pt x="65562" y="2313720"/>
                    <a:pt x="71392" y="2310154"/>
                  </a:cubicBezTo>
                  <a:cubicBezTo>
                    <a:pt x="83462" y="2303296"/>
                    <a:pt x="95532" y="2296438"/>
                    <a:pt x="107191" y="2289580"/>
                  </a:cubicBezTo>
                  <a:cubicBezTo>
                    <a:pt x="131399" y="2275864"/>
                    <a:pt x="155539" y="2261668"/>
                    <a:pt x="179268" y="2247952"/>
                  </a:cubicBezTo>
                  <a:lnTo>
                    <a:pt x="323286" y="2165107"/>
                  </a:lnTo>
                  <a:cubicBezTo>
                    <a:pt x="419298" y="2109695"/>
                    <a:pt x="515310" y="2054305"/>
                    <a:pt x="611322" y="1998938"/>
                  </a:cubicBezTo>
                  <a:cubicBezTo>
                    <a:pt x="803346" y="1888158"/>
                    <a:pt x="995141" y="1777264"/>
                    <a:pt x="1186708" y="1666256"/>
                  </a:cubicBezTo>
                  <a:cubicBezTo>
                    <a:pt x="1569751" y="1444605"/>
                    <a:pt x="1953296" y="1223024"/>
                    <a:pt x="2337344" y="1001510"/>
                  </a:cubicBezTo>
                  <a:cubicBezTo>
                    <a:pt x="2353834" y="992488"/>
                    <a:pt x="2368618" y="980651"/>
                    <a:pt x="2381029" y="966534"/>
                  </a:cubicBezTo>
                  <a:cubicBezTo>
                    <a:pt x="2391115" y="955467"/>
                    <a:pt x="2398529" y="942235"/>
                    <a:pt x="2402700" y="927855"/>
                  </a:cubicBezTo>
                  <a:cubicBezTo>
                    <a:pt x="2406534" y="914559"/>
                    <a:pt x="2406818" y="900490"/>
                    <a:pt x="2403523" y="887050"/>
                  </a:cubicBezTo>
                  <a:cubicBezTo>
                    <a:pt x="2399620" y="872769"/>
                    <a:pt x="2392593" y="859535"/>
                    <a:pt x="2382949" y="848302"/>
                  </a:cubicBezTo>
                  <a:cubicBezTo>
                    <a:pt x="2377655" y="841835"/>
                    <a:pt x="2371804" y="835845"/>
                    <a:pt x="2365461" y="830403"/>
                  </a:cubicBezTo>
                  <a:cubicBezTo>
                    <a:pt x="2362101" y="827523"/>
                    <a:pt x="2358603" y="824985"/>
                    <a:pt x="2355037" y="822105"/>
                  </a:cubicBezTo>
                  <a:cubicBezTo>
                    <a:pt x="2351471" y="819225"/>
                    <a:pt x="2347562" y="817099"/>
                    <a:pt x="2343379" y="814561"/>
                  </a:cubicBezTo>
                  <a:lnTo>
                    <a:pt x="2337344" y="810858"/>
                  </a:lnTo>
                  <a:cubicBezTo>
                    <a:pt x="2333983" y="808732"/>
                    <a:pt x="2330486" y="806675"/>
                    <a:pt x="2326919" y="804617"/>
                  </a:cubicBezTo>
                  <a:cubicBezTo>
                    <a:pt x="2323354" y="802560"/>
                    <a:pt x="2320061" y="800845"/>
                    <a:pt x="2316496" y="798788"/>
                  </a:cubicBezTo>
                  <a:cubicBezTo>
                    <a:pt x="2309638" y="794604"/>
                    <a:pt x="2302780" y="790832"/>
                    <a:pt x="2295922" y="786718"/>
                  </a:cubicBezTo>
                  <a:cubicBezTo>
                    <a:pt x="2282206" y="778762"/>
                    <a:pt x="2268009" y="770876"/>
                    <a:pt x="2254293" y="762989"/>
                  </a:cubicBezTo>
                  <a:cubicBezTo>
                    <a:pt x="2226861" y="747147"/>
                    <a:pt x="2199429" y="731305"/>
                    <a:pt x="2171997" y="714983"/>
                  </a:cubicBezTo>
                  <a:cubicBezTo>
                    <a:pt x="2116653" y="683368"/>
                    <a:pt x="2061721" y="651272"/>
                    <a:pt x="2006719" y="619657"/>
                  </a:cubicBezTo>
                  <a:lnTo>
                    <a:pt x="1675684" y="428524"/>
                  </a:lnTo>
                  <a:cubicBezTo>
                    <a:pt x="1565339" y="365225"/>
                    <a:pt x="1455473" y="301514"/>
                    <a:pt x="1345128" y="237803"/>
                  </a:cubicBezTo>
                  <a:cubicBezTo>
                    <a:pt x="1289716" y="205776"/>
                    <a:pt x="1234783" y="174161"/>
                    <a:pt x="1179782" y="141791"/>
                  </a:cubicBezTo>
                  <a:cubicBezTo>
                    <a:pt x="1151938" y="125949"/>
                    <a:pt x="1124438" y="110176"/>
                    <a:pt x="1096937" y="94334"/>
                  </a:cubicBezTo>
                  <a:lnTo>
                    <a:pt x="1055789" y="70605"/>
                  </a:lnTo>
                  <a:cubicBezTo>
                    <a:pt x="1048931" y="66422"/>
                    <a:pt x="1042073" y="62238"/>
                    <a:pt x="1035215" y="58535"/>
                  </a:cubicBezTo>
                  <a:cubicBezTo>
                    <a:pt x="1031888" y="56339"/>
                    <a:pt x="1028404" y="54390"/>
                    <a:pt x="1024791" y="52706"/>
                  </a:cubicBezTo>
                  <a:cubicBezTo>
                    <a:pt x="1021431" y="50580"/>
                    <a:pt x="1017933" y="48522"/>
                    <a:pt x="1014367" y="46465"/>
                  </a:cubicBezTo>
                  <a:lnTo>
                    <a:pt x="1008126" y="42693"/>
                  </a:lnTo>
                  <a:lnTo>
                    <a:pt x="994410" y="35218"/>
                  </a:lnTo>
                  <a:cubicBezTo>
                    <a:pt x="989404" y="33092"/>
                    <a:pt x="984397" y="30623"/>
                    <a:pt x="979391" y="28360"/>
                  </a:cubicBezTo>
                  <a:cubicBezTo>
                    <a:pt x="968907" y="24024"/>
                    <a:pt x="958193" y="20269"/>
                    <a:pt x="947296" y="17113"/>
                  </a:cubicBezTo>
                  <a:cubicBezTo>
                    <a:pt x="925328" y="11180"/>
                    <a:pt x="902923" y="7007"/>
                    <a:pt x="880293" y="4631"/>
                  </a:cubicBezTo>
                  <a:cubicBezTo>
                    <a:pt x="856889" y="2588"/>
                    <a:pt x="833359" y="2428"/>
                    <a:pt x="809930" y="4151"/>
                  </a:cubicBezTo>
                  <a:cubicBezTo>
                    <a:pt x="786989" y="6216"/>
                    <a:pt x="764271" y="10278"/>
                    <a:pt x="742036" y="16290"/>
                  </a:cubicBezTo>
                  <a:cubicBezTo>
                    <a:pt x="731611" y="19170"/>
                    <a:pt x="721462" y="22531"/>
                    <a:pt x="711655" y="26234"/>
                  </a:cubicBezTo>
                  <a:cubicBezTo>
                    <a:pt x="706648" y="27948"/>
                    <a:pt x="702053" y="30006"/>
                    <a:pt x="697527" y="32063"/>
                  </a:cubicBezTo>
                  <a:cubicBezTo>
                    <a:pt x="693001" y="34121"/>
                    <a:pt x="688337" y="36658"/>
                    <a:pt x="683811" y="38921"/>
                  </a:cubicBezTo>
                  <a:lnTo>
                    <a:pt x="677571" y="42693"/>
                  </a:lnTo>
                  <a:cubicBezTo>
                    <a:pt x="671330" y="46054"/>
                    <a:pt x="665500" y="49551"/>
                    <a:pt x="659671" y="53117"/>
                  </a:cubicBezTo>
                  <a:lnTo>
                    <a:pt x="641497" y="63336"/>
                  </a:lnTo>
                  <a:cubicBezTo>
                    <a:pt x="629839" y="70194"/>
                    <a:pt x="618180" y="77052"/>
                    <a:pt x="606110" y="83910"/>
                  </a:cubicBezTo>
                  <a:cubicBezTo>
                    <a:pt x="582793" y="97214"/>
                    <a:pt x="559476" y="110999"/>
                    <a:pt x="535747" y="124303"/>
                  </a:cubicBezTo>
                  <a:cubicBezTo>
                    <a:pt x="499125" y="145975"/>
                    <a:pt x="462023" y="167166"/>
                    <a:pt x="424990" y="188426"/>
                  </a:cubicBezTo>
                  <a:cubicBezTo>
                    <a:pt x="424002" y="186930"/>
                    <a:pt x="422877" y="185530"/>
                    <a:pt x="421630" y="184242"/>
                  </a:cubicBezTo>
                  <a:cubicBezTo>
                    <a:pt x="468676" y="157222"/>
                    <a:pt x="515790" y="129721"/>
                    <a:pt x="562836" y="102632"/>
                  </a:cubicBezTo>
                  <a:cubicBezTo>
                    <a:pt x="590680" y="86859"/>
                    <a:pt x="618592" y="70605"/>
                    <a:pt x="646092" y="54626"/>
                  </a:cubicBezTo>
                  <a:cubicBezTo>
                    <a:pt x="652950" y="50443"/>
                    <a:pt x="659397" y="46739"/>
                    <a:pt x="666049" y="42967"/>
                  </a:cubicBezTo>
                  <a:cubicBezTo>
                    <a:pt x="672701" y="39196"/>
                    <a:pt x="680657" y="35081"/>
                    <a:pt x="688543" y="31309"/>
                  </a:cubicBezTo>
                  <a:cubicBezTo>
                    <a:pt x="704785" y="23868"/>
                    <a:pt x="721653" y="17878"/>
                    <a:pt x="738950" y="13410"/>
                  </a:cubicBezTo>
                  <a:cubicBezTo>
                    <a:pt x="757258" y="8496"/>
                    <a:pt x="775889" y="4875"/>
                    <a:pt x="794705" y="2574"/>
                  </a:cubicBezTo>
                  <a:cubicBezTo>
                    <a:pt x="814201" y="512"/>
                    <a:pt x="833809" y="-312"/>
                    <a:pt x="853410" y="105"/>
                  </a:cubicBezTo>
                  <a:cubicBezTo>
                    <a:pt x="872675" y="766"/>
                    <a:pt x="891874" y="2714"/>
                    <a:pt x="910880" y="5935"/>
                  </a:cubicBezTo>
                  <a:cubicBezTo>
                    <a:pt x="929294" y="8771"/>
                    <a:pt x="947424" y="13223"/>
                    <a:pt x="965058" y="19239"/>
                  </a:cubicBezTo>
                  <a:cubicBezTo>
                    <a:pt x="973356" y="22188"/>
                    <a:pt x="981654" y="25068"/>
                    <a:pt x="989610" y="28429"/>
                  </a:cubicBezTo>
                  <a:cubicBezTo>
                    <a:pt x="997565" y="31789"/>
                    <a:pt x="1005452" y="35904"/>
                    <a:pt x="1012515" y="40087"/>
                  </a:cubicBezTo>
                  <a:cubicBezTo>
                    <a:pt x="1016261" y="41770"/>
                    <a:pt x="1019882" y="43718"/>
                    <a:pt x="1023351" y="45916"/>
                  </a:cubicBezTo>
                  <a:cubicBezTo>
                    <a:pt x="1026643" y="47974"/>
                    <a:pt x="1030209" y="50031"/>
                    <a:pt x="1033706" y="52157"/>
                  </a:cubicBezTo>
                  <a:cubicBezTo>
                    <a:pt x="1047422" y="60044"/>
                    <a:pt x="1061138" y="67931"/>
                    <a:pt x="1075335" y="75886"/>
                  </a:cubicBezTo>
                  <a:cubicBezTo>
                    <a:pt x="1102767" y="92139"/>
                    <a:pt x="1130199" y="107913"/>
                    <a:pt x="1158248" y="123892"/>
                  </a:cubicBezTo>
                  <a:lnTo>
                    <a:pt x="1324348" y="219904"/>
                  </a:lnTo>
                  <a:cubicBezTo>
                    <a:pt x="1434671" y="283638"/>
                    <a:pt x="1545290" y="347485"/>
                    <a:pt x="1656207" y="411448"/>
                  </a:cubicBezTo>
                  <a:cubicBezTo>
                    <a:pt x="1877720" y="539464"/>
                    <a:pt x="2098960" y="667160"/>
                    <a:pt x="2319925" y="794536"/>
                  </a:cubicBezTo>
                  <a:cubicBezTo>
                    <a:pt x="2326783" y="798719"/>
                    <a:pt x="2334052" y="802834"/>
                    <a:pt x="2340499" y="806606"/>
                  </a:cubicBezTo>
                  <a:cubicBezTo>
                    <a:pt x="2346945" y="810378"/>
                    <a:pt x="2354215" y="814493"/>
                    <a:pt x="2361073" y="819087"/>
                  </a:cubicBezTo>
                  <a:cubicBezTo>
                    <a:pt x="2373501" y="827504"/>
                    <a:pt x="2384835" y="837433"/>
                    <a:pt x="2394814" y="848645"/>
                  </a:cubicBezTo>
                  <a:cubicBezTo>
                    <a:pt x="2403747" y="858809"/>
                    <a:pt x="2410910" y="870400"/>
                    <a:pt x="2416005" y="882935"/>
                  </a:cubicBezTo>
                  <a:cubicBezTo>
                    <a:pt x="2420948" y="894826"/>
                    <a:pt x="2423511" y="907571"/>
                    <a:pt x="2423549" y="920449"/>
                  </a:cubicBezTo>
                  <a:close/>
                </a:path>
              </a:pathLst>
            </a:custGeom>
            <a:solidFill>
              <a:srgbClr val="4C4B5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CE91216-37BB-72EA-CE76-3E4B3F61CDE7}"/>
                </a:ext>
              </a:extLst>
            </p:cNvPr>
            <p:cNvSpPr/>
            <p:nvPr/>
          </p:nvSpPr>
          <p:spPr>
            <a:xfrm>
              <a:off x="3984127" y="2264632"/>
              <a:ext cx="2406486" cy="2344286"/>
            </a:xfrm>
            <a:custGeom>
              <a:avLst/>
              <a:gdLst>
                <a:gd name="connsiteX0" fmla="*/ 2404209 w 2406486"/>
                <a:gd name="connsiteY0" fmla="*/ 883944 h 2344286"/>
                <a:gd name="connsiteX1" fmla="*/ 2403386 w 2406486"/>
                <a:gd name="connsiteY1" fmla="*/ 924749 h 2344286"/>
                <a:gd name="connsiteX2" fmla="*/ 2381715 w 2406486"/>
                <a:gd name="connsiteY2" fmla="*/ 963428 h 2344286"/>
                <a:gd name="connsiteX3" fmla="*/ 2338030 w 2406486"/>
                <a:gd name="connsiteY3" fmla="*/ 998404 h 2344286"/>
                <a:gd name="connsiteX4" fmla="*/ 1186708 w 2406486"/>
                <a:gd name="connsiteY4" fmla="*/ 1662944 h 2344286"/>
                <a:gd name="connsiteX5" fmla="*/ 611322 w 2406486"/>
                <a:gd name="connsiteY5" fmla="*/ 1995626 h 2344286"/>
                <a:gd name="connsiteX6" fmla="*/ 323286 w 2406486"/>
                <a:gd name="connsiteY6" fmla="*/ 2161795 h 2344286"/>
                <a:gd name="connsiteX7" fmla="*/ 179268 w 2406486"/>
                <a:gd name="connsiteY7" fmla="*/ 2244640 h 2344286"/>
                <a:gd name="connsiteX8" fmla="*/ 107191 w 2406486"/>
                <a:gd name="connsiteY8" fmla="*/ 2286268 h 2344286"/>
                <a:gd name="connsiteX9" fmla="*/ 71392 w 2406486"/>
                <a:gd name="connsiteY9" fmla="*/ 2306842 h 2344286"/>
                <a:gd name="connsiteX10" fmla="*/ 53492 w 2406486"/>
                <a:gd name="connsiteY10" fmla="*/ 2317266 h 2344286"/>
                <a:gd name="connsiteX11" fmla="*/ 35593 w 2406486"/>
                <a:gd name="connsiteY11" fmla="*/ 2327622 h 2344286"/>
                <a:gd name="connsiteX12" fmla="*/ 28735 w 2406486"/>
                <a:gd name="connsiteY12" fmla="*/ 2330982 h 2344286"/>
                <a:gd name="connsiteX13" fmla="*/ 823 w 2406486"/>
                <a:gd name="connsiteY13" fmla="*/ 2343875 h 2344286"/>
                <a:gd name="connsiteX14" fmla="*/ 0 w 2406486"/>
                <a:gd name="connsiteY14" fmla="*/ 2344287 h 2344286"/>
                <a:gd name="connsiteX15" fmla="*/ 0 w 2406486"/>
                <a:gd name="connsiteY15" fmla="*/ 2295184 h 2344286"/>
                <a:gd name="connsiteX16" fmla="*/ 32918 w 2406486"/>
                <a:gd name="connsiteY16" fmla="*/ 2276050 h 2344286"/>
                <a:gd name="connsiteX17" fmla="*/ 165689 w 2406486"/>
                <a:gd name="connsiteY17" fmla="*/ 2198966 h 2344286"/>
                <a:gd name="connsiteX18" fmla="*/ 2291669 w 2406486"/>
                <a:gd name="connsiteY18" fmla="*/ 971932 h 2344286"/>
                <a:gd name="connsiteX19" fmla="*/ 2324999 w 2406486"/>
                <a:gd name="connsiteY19" fmla="*/ 944500 h 2344286"/>
                <a:gd name="connsiteX20" fmla="*/ 2339950 w 2406486"/>
                <a:gd name="connsiteY20" fmla="*/ 913708 h 2344286"/>
                <a:gd name="connsiteX21" fmla="*/ 2315810 w 2406486"/>
                <a:gd name="connsiteY21" fmla="*/ 851643 h 2344286"/>
                <a:gd name="connsiteX22" fmla="*/ 2298322 w 2406486"/>
                <a:gd name="connsiteY22" fmla="*/ 837927 h 2344286"/>
                <a:gd name="connsiteX23" fmla="*/ 2293315 w 2406486"/>
                <a:gd name="connsiteY23" fmla="*/ 834978 h 2344286"/>
                <a:gd name="connsiteX24" fmla="*/ 2285840 w 2406486"/>
                <a:gd name="connsiteY24" fmla="*/ 830452 h 2344286"/>
                <a:gd name="connsiteX25" fmla="*/ 2269175 w 2406486"/>
                <a:gd name="connsiteY25" fmla="*/ 820851 h 2344286"/>
                <a:gd name="connsiteX26" fmla="*/ 2202996 w 2406486"/>
                <a:gd name="connsiteY26" fmla="*/ 782514 h 2344286"/>
                <a:gd name="connsiteX27" fmla="*/ 2070156 w 2406486"/>
                <a:gd name="connsiteY27" fmla="*/ 705910 h 2344286"/>
                <a:gd name="connsiteX28" fmla="*/ 1538455 w 2406486"/>
                <a:gd name="connsiteY28" fmla="*/ 399084 h 2344286"/>
                <a:gd name="connsiteX29" fmla="*/ 1007920 w 2406486"/>
                <a:gd name="connsiteY29" fmla="*/ 92394 h 2344286"/>
                <a:gd name="connsiteX30" fmla="*/ 974591 w 2406486"/>
                <a:gd name="connsiteY30" fmla="*/ 73260 h 2344286"/>
                <a:gd name="connsiteX31" fmla="*/ 966292 w 2406486"/>
                <a:gd name="connsiteY31" fmla="*/ 68665 h 2344286"/>
                <a:gd name="connsiteX32" fmla="*/ 959434 w 2406486"/>
                <a:gd name="connsiteY32" fmla="*/ 64893 h 2344286"/>
                <a:gd name="connsiteX33" fmla="*/ 948667 w 2406486"/>
                <a:gd name="connsiteY33" fmla="*/ 59064 h 2344286"/>
                <a:gd name="connsiteX34" fmla="*/ 898672 w 2406486"/>
                <a:gd name="connsiteY34" fmla="*/ 43290 h 2344286"/>
                <a:gd name="connsiteX35" fmla="*/ 788944 w 2406486"/>
                <a:gd name="connsiteY35" fmla="*/ 42879 h 2344286"/>
                <a:gd name="connsiteX36" fmla="*/ 739018 w 2406486"/>
                <a:gd name="connsiteY36" fmla="*/ 58652 h 2344286"/>
                <a:gd name="connsiteX37" fmla="*/ 727771 w 2406486"/>
                <a:gd name="connsiteY37" fmla="*/ 64070 h 2344286"/>
                <a:gd name="connsiteX38" fmla="*/ 721942 w 2406486"/>
                <a:gd name="connsiteY38" fmla="*/ 67842 h 2344286"/>
                <a:gd name="connsiteX39" fmla="*/ 713575 w 2406486"/>
                <a:gd name="connsiteY39" fmla="*/ 72437 h 2344286"/>
                <a:gd name="connsiteX40" fmla="*/ 680314 w 2406486"/>
                <a:gd name="connsiteY40" fmla="*/ 91571 h 2344286"/>
                <a:gd name="connsiteX41" fmla="*/ 547474 w 2406486"/>
                <a:gd name="connsiteY41" fmla="*/ 168175 h 2344286"/>
                <a:gd name="connsiteX42" fmla="*/ 451462 w 2406486"/>
                <a:gd name="connsiteY42" fmla="*/ 223587 h 2344286"/>
                <a:gd name="connsiteX43" fmla="*/ 454000 w 2406486"/>
                <a:gd name="connsiteY43" fmla="*/ 220638 h 2344286"/>
                <a:gd name="connsiteX44" fmla="*/ 426568 w 2406486"/>
                <a:gd name="connsiteY44" fmla="*/ 185251 h 2344286"/>
                <a:gd name="connsiteX45" fmla="*/ 537324 w 2406486"/>
                <a:gd name="connsiteY45" fmla="*/ 121129 h 2344286"/>
                <a:gd name="connsiteX46" fmla="*/ 607688 w 2406486"/>
                <a:gd name="connsiteY46" fmla="*/ 80735 h 2344286"/>
                <a:gd name="connsiteX47" fmla="*/ 643075 w 2406486"/>
                <a:gd name="connsiteY47" fmla="*/ 60161 h 2344286"/>
                <a:gd name="connsiteX48" fmla="*/ 660563 w 2406486"/>
                <a:gd name="connsiteY48" fmla="*/ 50148 h 2344286"/>
                <a:gd name="connsiteX49" fmla="*/ 678462 w 2406486"/>
                <a:gd name="connsiteY49" fmla="*/ 39724 h 2344286"/>
                <a:gd name="connsiteX50" fmla="*/ 684703 w 2406486"/>
                <a:gd name="connsiteY50" fmla="*/ 35952 h 2344286"/>
                <a:gd name="connsiteX51" fmla="*/ 698419 w 2406486"/>
                <a:gd name="connsiteY51" fmla="*/ 29094 h 2344286"/>
                <a:gd name="connsiteX52" fmla="*/ 712546 w 2406486"/>
                <a:gd name="connsiteY52" fmla="*/ 23265 h 2344286"/>
                <a:gd name="connsiteX53" fmla="*/ 742927 w 2406486"/>
                <a:gd name="connsiteY53" fmla="*/ 13321 h 2344286"/>
                <a:gd name="connsiteX54" fmla="*/ 810821 w 2406486"/>
                <a:gd name="connsiteY54" fmla="*/ 1182 h 2344286"/>
                <a:gd name="connsiteX55" fmla="*/ 881184 w 2406486"/>
                <a:gd name="connsiteY55" fmla="*/ 1663 h 2344286"/>
                <a:gd name="connsiteX56" fmla="*/ 948187 w 2406486"/>
                <a:gd name="connsiteY56" fmla="*/ 14144 h 2344286"/>
                <a:gd name="connsiteX57" fmla="*/ 979802 w 2406486"/>
                <a:gd name="connsiteY57" fmla="*/ 25940 h 2344286"/>
                <a:gd name="connsiteX58" fmla="*/ 994821 w 2406486"/>
                <a:gd name="connsiteY58" fmla="*/ 32798 h 2344286"/>
                <a:gd name="connsiteX59" fmla="*/ 1008537 w 2406486"/>
                <a:gd name="connsiteY59" fmla="*/ 40273 h 2344286"/>
                <a:gd name="connsiteX60" fmla="*/ 1014778 w 2406486"/>
                <a:gd name="connsiteY60" fmla="*/ 44045 h 2344286"/>
                <a:gd name="connsiteX61" fmla="*/ 1025202 w 2406486"/>
                <a:gd name="connsiteY61" fmla="*/ 50286 h 2344286"/>
                <a:gd name="connsiteX62" fmla="*/ 1035626 w 2406486"/>
                <a:gd name="connsiteY62" fmla="*/ 56115 h 2344286"/>
                <a:gd name="connsiteX63" fmla="*/ 1056201 w 2406486"/>
                <a:gd name="connsiteY63" fmla="*/ 68185 h 2344286"/>
                <a:gd name="connsiteX64" fmla="*/ 1097349 w 2406486"/>
                <a:gd name="connsiteY64" fmla="*/ 91914 h 2344286"/>
                <a:gd name="connsiteX65" fmla="*/ 1180193 w 2406486"/>
                <a:gd name="connsiteY65" fmla="*/ 139371 h 2344286"/>
                <a:gd name="connsiteX66" fmla="*/ 1345540 w 2406486"/>
                <a:gd name="connsiteY66" fmla="*/ 235383 h 2344286"/>
                <a:gd name="connsiteX67" fmla="*/ 1676095 w 2406486"/>
                <a:gd name="connsiteY67" fmla="*/ 426104 h 2344286"/>
                <a:gd name="connsiteX68" fmla="*/ 2007131 w 2406486"/>
                <a:gd name="connsiteY68" fmla="*/ 617237 h 2344286"/>
                <a:gd name="connsiteX69" fmla="*/ 2172409 w 2406486"/>
                <a:gd name="connsiteY69" fmla="*/ 712563 h 2344286"/>
                <a:gd name="connsiteX70" fmla="*/ 2254705 w 2406486"/>
                <a:gd name="connsiteY70" fmla="*/ 760569 h 2344286"/>
                <a:gd name="connsiteX71" fmla="*/ 2296333 w 2406486"/>
                <a:gd name="connsiteY71" fmla="*/ 784297 h 2344286"/>
                <a:gd name="connsiteX72" fmla="*/ 2316907 w 2406486"/>
                <a:gd name="connsiteY72" fmla="*/ 796367 h 2344286"/>
                <a:gd name="connsiteX73" fmla="*/ 2327331 w 2406486"/>
                <a:gd name="connsiteY73" fmla="*/ 802197 h 2344286"/>
                <a:gd name="connsiteX74" fmla="*/ 2337755 w 2406486"/>
                <a:gd name="connsiteY74" fmla="*/ 808438 h 2344286"/>
                <a:gd name="connsiteX75" fmla="*/ 2343996 w 2406486"/>
                <a:gd name="connsiteY75" fmla="*/ 812141 h 2344286"/>
                <a:gd name="connsiteX76" fmla="*/ 2355655 w 2406486"/>
                <a:gd name="connsiteY76" fmla="*/ 819685 h 2344286"/>
                <a:gd name="connsiteX77" fmla="*/ 2366079 w 2406486"/>
                <a:gd name="connsiteY77" fmla="*/ 827983 h 2344286"/>
                <a:gd name="connsiteX78" fmla="*/ 2383566 w 2406486"/>
                <a:gd name="connsiteY78" fmla="*/ 845882 h 2344286"/>
                <a:gd name="connsiteX79" fmla="*/ 2404209 w 2406486"/>
                <a:gd name="connsiteY79" fmla="*/ 883944 h 2344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2406486" h="2344286">
                  <a:moveTo>
                    <a:pt x="2404209" y="883944"/>
                  </a:moveTo>
                  <a:cubicBezTo>
                    <a:pt x="2407504" y="897384"/>
                    <a:pt x="2407220" y="911453"/>
                    <a:pt x="2403386" y="924749"/>
                  </a:cubicBezTo>
                  <a:cubicBezTo>
                    <a:pt x="2399214" y="939130"/>
                    <a:pt x="2391801" y="952362"/>
                    <a:pt x="2381715" y="963428"/>
                  </a:cubicBezTo>
                  <a:cubicBezTo>
                    <a:pt x="2369304" y="977545"/>
                    <a:pt x="2354520" y="989382"/>
                    <a:pt x="2338030" y="998404"/>
                  </a:cubicBezTo>
                  <a:cubicBezTo>
                    <a:pt x="1953982" y="1219918"/>
                    <a:pt x="1570208" y="1441431"/>
                    <a:pt x="1186708" y="1662944"/>
                  </a:cubicBezTo>
                  <a:cubicBezTo>
                    <a:pt x="994684" y="1774090"/>
                    <a:pt x="802889" y="1884984"/>
                    <a:pt x="611322" y="1995626"/>
                  </a:cubicBezTo>
                  <a:cubicBezTo>
                    <a:pt x="515310" y="2051038"/>
                    <a:pt x="419298" y="2106428"/>
                    <a:pt x="323286" y="2161795"/>
                  </a:cubicBezTo>
                  <a:lnTo>
                    <a:pt x="179268" y="2244640"/>
                  </a:lnTo>
                  <a:cubicBezTo>
                    <a:pt x="155539" y="2258356"/>
                    <a:pt x="131262" y="2272552"/>
                    <a:pt x="107191" y="2286268"/>
                  </a:cubicBezTo>
                  <a:cubicBezTo>
                    <a:pt x="95532" y="2293126"/>
                    <a:pt x="83462" y="2299984"/>
                    <a:pt x="71392" y="2306842"/>
                  </a:cubicBezTo>
                  <a:cubicBezTo>
                    <a:pt x="65562" y="2310134"/>
                    <a:pt x="59322" y="2313700"/>
                    <a:pt x="53492" y="2317266"/>
                  </a:cubicBezTo>
                  <a:cubicBezTo>
                    <a:pt x="47663" y="2320832"/>
                    <a:pt x="41422" y="2324124"/>
                    <a:pt x="35593" y="2327622"/>
                  </a:cubicBezTo>
                  <a:cubicBezTo>
                    <a:pt x="33124" y="2328925"/>
                    <a:pt x="30998" y="2330159"/>
                    <a:pt x="28735" y="2330982"/>
                  </a:cubicBezTo>
                  <a:cubicBezTo>
                    <a:pt x="19595" y="2335626"/>
                    <a:pt x="10284" y="2339927"/>
                    <a:pt x="823" y="2343875"/>
                  </a:cubicBezTo>
                  <a:cubicBezTo>
                    <a:pt x="411" y="2343875"/>
                    <a:pt x="411" y="2343875"/>
                    <a:pt x="0" y="2344287"/>
                  </a:cubicBezTo>
                  <a:lnTo>
                    <a:pt x="0" y="2295184"/>
                  </a:lnTo>
                  <a:cubicBezTo>
                    <a:pt x="10836" y="2288326"/>
                    <a:pt x="22083" y="2282291"/>
                    <a:pt x="32918" y="2276050"/>
                  </a:cubicBezTo>
                  <a:cubicBezTo>
                    <a:pt x="77427" y="2250195"/>
                    <a:pt x="121592" y="2224820"/>
                    <a:pt x="165689" y="2198966"/>
                  </a:cubicBezTo>
                  <a:cubicBezTo>
                    <a:pt x="874349" y="1790092"/>
                    <a:pt x="1583010" y="1381080"/>
                    <a:pt x="2291669" y="971932"/>
                  </a:cubicBezTo>
                  <a:cubicBezTo>
                    <a:pt x="2304358" y="964896"/>
                    <a:pt x="2315654" y="955599"/>
                    <a:pt x="2324999" y="944500"/>
                  </a:cubicBezTo>
                  <a:cubicBezTo>
                    <a:pt x="2332602" y="935728"/>
                    <a:pt x="2337759" y="925108"/>
                    <a:pt x="2339950" y="913708"/>
                  </a:cubicBezTo>
                  <a:cubicBezTo>
                    <a:pt x="2344133" y="892037"/>
                    <a:pt x="2336246" y="870434"/>
                    <a:pt x="2315810" y="851643"/>
                  </a:cubicBezTo>
                  <a:cubicBezTo>
                    <a:pt x="2310513" y="846431"/>
                    <a:pt x="2304646" y="841830"/>
                    <a:pt x="2298322" y="837927"/>
                  </a:cubicBezTo>
                  <a:cubicBezTo>
                    <a:pt x="2296676" y="837104"/>
                    <a:pt x="2295030" y="835870"/>
                    <a:pt x="2293315" y="834978"/>
                  </a:cubicBezTo>
                  <a:cubicBezTo>
                    <a:pt x="2291601" y="834086"/>
                    <a:pt x="2288721" y="832098"/>
                    <a:pt x="2285840" y="830452"/>
                  </a:cubicBezTo>
                  <a:cubicBezTo>
                    <a:pt x="2280422" y="827503"/>
                    <a:pt x="2275005" y="824211"/>
                    <a:pt x="2269175" y="820851"/>
                  </a:cubicBezTo>
                  <a:cubicBezTo>
                    <a:pt x="2247092" y="808369"/>
                    <a:pt x="2225078" y="795476"/>
                    <a:pt x="2202996" y="782514"/>
                  </a:cubicBezTo>
                  <a:cubicBezTo>
                    <a:pt x="2158830" y="757140"/>
                    <a:pt x="2114322" y="731354"/>
                    <a:pt x="2070156" y="705910"/>
                  </a:cubicBezTo>
                  <a:lnTo>
                    <a:pt x="1538455" y="399084"/>
                  </a:lnTo>
                  <a:cubicBezTo>
                    <a:pt x="1361839" y="296625"/>
                    <a:pt x="1184994" y="194395"/>
                    <a:pt x="1007920" y="92394"/>
                  </a:cubicBezTo>
                  <a:cubicBezTo>
                    <a:pt x="996673" y="86153"/>
                    <a:pt x="985838" y="79501"/>
                    <a:pt x="974591" y="73260"/>
                  </a:cubicBezTo>
                  <a:cubicBezTo>
                    <a:pt x="971965" y="71487"/>
                    <a:pt x="969189" y="69949"/>
                    <a:pt x="966292" y="68665"/>
                  </a:cubicBezTo>
                  <a:cubicBezTo>
                    <a:pt x="964141" y="67176"/>
                    <a:pt x="961843" y="65913"/>
                    <a:pt x="959434" y="64893"/>
                  </a:cubicBezTo>
                  <a:cubicBezTo>
                    <a:pt x="955967" y="62733"/>
                    <a:pt x="952372" y="60786"/>
                    <a:pt x="948667" y="59064"/>
                  </a:cubicBezTo>
                  <a:cubicBezTo>
                    <a:pt x="932697" y="51814"/>
                    <a:pt x="915911" y="46518"/>
                    <a:pt x="898672" y="43290"/>
                  </a:cubicBezTo>
                  <a:cubicBezTo>
                    <a:pt x="862448" y="36254"/>
                    <a:pt x="825221" y="36114"/>
                    <a:pt x="788944" y="42879"/>
                  </a:cubicBezTo>
                  <a:cubicBezTo>
                    <a:pt x="771773" y="46287"/>
                    <a:pt x="755031" y="51577"/>
                    <a:pt x="739018" y="58652"/>
                  </a:cubicBezTo>
                  <a:cubicBezTo>
                    <a:pt x="735246" y="60367"/>
                    <a:pt x="731474" y="62424"/>
                    <a:pt x="727771" y="64070"/>
                  </a:cubicBezTo>
                  <a:cubicBezTo>
                    <a:pt x="726056" y="65305"/>
                    <a:pt x="724411" y="66196"/>
                    <a:pt x="721942" y="67842"/>
                  </a:cubicBezTo>
                  <a:cubicBezTo>
                    <a:pt x="719010" y="69099"/>
                    <a:pt x="716208" y="70638"/>
                    <a:pt x="713575" y="72437"/>
                  </a:cubicBezTo>
                  <a:cubicBezTo>
                    <a:pt x="702328" y="78678"/>
                    <a:pt x="691081" y="85330"/>
                    <a:pt x="680314" y="91571"/>
                  </a:cubicBezTo>
                  <a:cubicBezTo>
                    <a:pt x="635737" y="117357"/>
                    <a:pt x="591457" y="142892"/>
                    <a:pt x="547474" y="168175"/>
                  </a:cubicBezTo>
                  <a:cubicBezTo>
                    <a:pt x="515379" y="186897"/>
                    <a:pt x="483352" y="205208"/>
                    <a:pt x="451462" y="223587"/>
                  </a:cubicBezTo>
                  <a:lnTo>
                    <a:pt x="454000" y="220638"/>
                  </a:lnTo>
                  <a:cubicBezTo>
                    <a:pt x="444810" y="208980"/>
                    <a:pt x="435689" y="196910"/>
                    <a:pt x="426568" y="185251"/>
                  </a:cubicBezTo>
                  <a:cubicBezTo>
                    <a:pt x="463601" y="163991"/>
                    <a:pt x="500703" y="142800"/>
                    <a:pt x="537324" y="121129"/>
                  </a:cubicBezTo>
                  <a:cubicBezTo>
                    <a:pt x="561053" y="107824"/>
                    <a:pt x="584370" y="94040"/>
                    <a:pt x="607688" y="80735"/>
                  </a:cubicBezTo>
                  <a:cubicBezTo>
                    <a:pt x="619757" y="73877"/>
                    <a:pt x="631416" y="67019"/>
                    <a:pt x="643075" y="60161"/>
                  </a:cubicBezTo>
                  <a:lnTo>
                    <a:pt x="660563" y="50148"/>
                  </a:lnTo>
                  <a:cubicBezTo>
                    <a:pt x="666392" y="46377"/>
                    <a:pt x="672221" y="43290"/>
                    <a:pt x="678462" y="39724"/>
                  </a:cubicBezTo>
                  <a:lnTo>
                    <a:pt x="684703" y="35952"/>
                  </a:lnTo>
                  <a:cubicBezTo>
                    <a:pt x="689298" y="33895"/>
                    <a:pt x="693892" y="31426"/>
                    <a:pt x="698419" y="29094"/>
                  </a:cubicBezTo>
                  <a:cubicBezTo>
                    <a:pt x="702945" y="26763"/>
                    <a:pt x="707540" y="24980"/>
                    <a:pt x="712546" y="23265"/>
                  </a:cubicBezTo>
                  <a:cubicBezTo>
                    <a:pt x="722147" y="19562"/>
                    <a:pt x="732503" y="16407"/>
                    <a:pt x="742927" y="13321"/>
                  </a:cubicBezTo>
                  <a:cubicBezTo>
                    <a:pt x="765163" y="7310"/>
                    <a:pt x="787880" y="3248"/>
                    <a:pt x="810821" y="1182"/>
                  </a:cubicBezTo>
                  <a:cubicBezTo>
                    <a:pt x="834251" y="-541"/>
                    <a:pt x="857781" y="-380"/>
                    <a:pt x="881184" y="1663"/>
                  </a:cubicBezTo>
                  <a:cubicBezTo>
                    <a:pt x="903814" y="4038"/>
                    <a:pt x="926220" y="8212"/>
                    <a:pt x="948187" y="14144"/>
                  </a:cubicBezTo>
                  <a:cubicBezTo>
                    <a:pt x="958933" y="17497"/>
                    <a:pt x="969487" y="21434"/>
                    <a:pt x="979802" y="25940"/>
                  </a:cubicBezTo>
                  <a:cubicBezTo>
                    <a:pt x="984809" y="27997"/>
                    <a:pt x="989815" y="30466"/>
                    <a:pt x="994821" y="32798"/>
                  </a:cubicBezTo>
                  <a:lnTo>
                    <a:pt x="1008537" y="40273"/>
                  </a:lnTo>
                  <a:lnTo>
                    <a:pt x="1014778" y="44045"/>
                  </a:lnTo>
                  <a:cubicBezTo>
                    <a:pt x="1018550" y="46102"/>
                    <a:pt x="1021636" y="48160"/>
                    <a:pt x="1025202" y="50286"/>
                  </a:cubicBezTo>
                  <a:cubicBezTo>
                    <a:pt x="1028816" y="51970"/>
                    <a:pt x="1032300" y="53918"/>
                    <a:pt x="1035626" y="56115"/>
                  </a:cubicBezTo>
                  <a:cubicBezTo>
                    <a:pt x="1042485" y="59818"/>
                    <a:pt x="1049343" y="64002"/>
                    <a:pt x="1056201" y="68185"/>
                  </a:cubicBezTo>
                  <a:lnTo>
                    <a:pt x="1097349" y="91914"/>
                  </a:lnTo>
                  <a:cubicBezTo>
                    <a:pt x="1124781" y="107756"/>
                    <a:pt x="1152213" y="123529"/>
                    <a:pt x="1180193" y="139371"/>
                  </a:cubicBezTo>
                  <a:cubicBezTo>
                    <a:pt x="1235057" y="171467"/>
                    <a:pt x="1289921" y="203082"/>
                    <a:pt x="1345540" y="235383"/>
                  </a:cubicBezTo>
                  <a:cubicBezTo>
                    <a:pt x="1455885" y="299094"/>
                    <a:pt x="1565750" y="362805"/>
                    <a:pt x="1676095" y="426104"/>
                  </a:cubicBezTo>
                  <a:lnTo>
                    <a:pt x="2007131" y="617237"/>
                  </a:lnTo>
                  <a:cubicBezTo>
                    <a:pt x="2061995" y="648852"/>
                    <a:pt x="2116859" y="680947"/>
                    <a:pt x="2172409" y="712563"/>
                  </a:cubicBezTo>
                  <a:cubicBezTo>
                    <a:pt x="2199841" y="728816"/>
                    <a:pt x="2227273" y="744658"/>
                    <a:pt x="2254705" y="760569"/>
                  </a:cubicBezTo>
                  <a:cubicBezTo>
                    <a:pt x="2268421" y="768455"/>
                    <a:pt x="2282548" y="776342"/>
                    <a:pt x="2296333" y="784297"/>
                  </a:cubicBezTo>
                  <a:cubicBezTo>
                    <a:pt x="2303191" y="788412"/>
                    <a:pt x="2310049" y="792184"/>
                    <a:pt x="2316907" y="796367"/>
                  </a:cubicBezTo>
                  <a:cubicBezTo>
                    <a:pt x="2320679" y="798425"/>
                    <a:pt x="2323765" y="800482"/>
                    <a:pt x="2327331" y="802197"/>
                  </a:cubicBezTo>
                  <a:cubicBezTo>
                    <a:pt x="2330897" y="803911"/>
                    <a:pt x="2334189" y="806312"/>
                    <a:pt x="2337755" y="808438"/>
                  </a:cubicBezTo>
                  <a:lnTo>
                    <a:pt x="2343996" y="812141"/>
                  </a:lnTo>
                  <a:cubicBezTo>
                    <a:pt x="2348179" y="814678"/>
                    <a:pt x="2351882" y="817147"/>
                    <a:pt x="2355655" y="819685"/>
                  </a:cubicBezTo>
                  <a:cubicBezTo>
                    <a:pt x="2359427" y="822222"/>
                    <a:pt x="2362513" y="825103"/>
                    <a:pt x="2366079" y="827983"/>
                  </a:cubicBezTo>
                  <a:cubicBezTo>
                    <a:pt x="2372421" y="833426"/>
                    <a:pt x="2378273" y="839415"/>
                    <a:pt x="2383566" y="845882"/>
                  </a:cubicBezTo>
                  <a:cubicBezTo>
                    <a:pt x="2393146" y="856908"/>
                    <a:pt x="2400193" y="869901"/>
                    <a:pt x="2404209" y="883944"/>
                  </a:cubicBezTo>
                  <a:close/>
                </a:path>
              </a:pathLst>
            </a:custGeom>
            <a:solidFill>
              <a:srgbClr val="45454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7D91BE8-8444-F45F-4481-F2D8E0F2819D}"/>
                </a:ext>
              </a:extLst>
            </p:cNvPr>
            <p:cNvSpPr/>
            <p:nvPr/>
          </p:nvSpPr>
          <p:spPr>
            <a:xfrm>
              <a:off x="5484178" y="3884645"/>
              <a:ext cx="851077" cy="765764"/>
            </a:xfrm>
            <a:custGeom>
              <a:avLst/>
              <a:gdLst>
                <a:gd name="connsiteX0" fmla="*/ 851078 w 851077"/>
                <a:gd name="connsiteY0" fmla="*/ 0 h 765764"/>
                <a:gd name="connsiteX1" fmla="*/ 851078 w 851077"/>
                <a:gd name="connsiteY1" fmla="*/ 289819 h 765764"/>
                <a:gd name="connsiteX2" fmla="*/ 496313 w 851077"/>
                <a:gd name="connsiteY2" fmla="*/ 494668 h 765764"/>
                <a:gd name="connsiteX3" fmla="*/ 492199 w 851077"/>
                <a:gd name="connsiteY3" fmla="*/ 497205 h 765764"/>
                <a:gd name="connsiteX4" fmla="*/ 27089 w 851077"/>
                <a:gd name="connsiteY4" fmla="*/ 765764 h 765764"/>
                <a:gd name="connsiteX5" fmla="*/ 26678 w 851077"/>
                <a:gd name="connsiteY5" fmla="*/ 765764 h 765764"/>
                <a:gd name="connsiteX6" fmla="*/ 0 w 851077"/>
                <a:gd name="connsiteY6" fmla="*/ 750334 h 765764"/>
                <a:gd name="connsiteX7" fmla="*/ 0 w 851077"/>
                <a:gd name="connsiteY7" fmla="*/ 727017 h 765764"/>
                <a:gd name="connsiteX8" fmla="*/ 352295 w 851077"/>
                <a:gd name="connsiteY8" fmla="*/ 523403 h 765764"/>
                <a:gd name="connsiteX9" fmla="*/ 352295 w 851077"/>
                <a:gd name="connsiteY9" fmla="*/ 287762 h 765764"/>
                <a:gd name="connsiteX10" fmla="*/ 450502 w 851077"/>
                <a:gd name="connsiteY10" fmla="*/ 231115 h 765764"/>
                <a:gd name="connsiteX11" fmla="*/ 450502 w 851077"/>
                <a:gd name="connsiteY11" fmla="*/ 416281 h 765764"/>
                <a:gd name="connsiteX12" fmla="*/ 450502 w 851077"/>
                <a:gd name="connsiteY12" fmla="*/ 436855 h 765764"/>
                <a:gd name="connsiteX13" fmla="*/ 450502 w 851077"/>
                <a:gd name="connsiteY13" fmla="*/ 447279 h 765764"/>
                <a:gd name="connsiteX14" fmla="*/ 450982 w 851077"/>
                <a:gd name="connsiteY14" fmla="*/ 448102 h 765764"/>
                <a:gd name="connsiteX15" fmla="*/ 450982 w 851077"/>
                <a:gd name="connsiteY15" fmla="*/ 450639 h 765764"/>
                <a:gd name="connsiteX16" fmla="*/ 451805 w 851077"/>
                <a:gd name="connsiteY16" fmla="*/ 453108 h 765764"/>
                <a:gd name="connsiteX17" fmla="*/ 451805 w 851077"/>
                <a:gd name="connsiteY17" fmla="*/ 453931 h 765764"/>
                <a:gd name="connsiteX18" fmla="*/ 452217 w 851077"/>
                <a:gd name="connsiteY18" fmla="*/ 455165 h 765764"/>
                <a:gd name="connsiteX19" fmla="*/ 452628 w 851077"/>
                <a:gd name="connsiteY19" fmla="*/ 456057 h 765764"/>
                <a:gd name="connsiteX20" fmla="*/ 453039 w 851077"/>
                <a:gd name="connsiteY20" fmla="*/ 456880 h 765764"/>
                <a:gd name="connsiteX21" fmla="*/ 453451 w 851077"/>
                <a:gd name="connsiteY21" fmla="*/ 457703 h 765764"/>
                <a:gd name="connsiteX22" fmla="*/ 453451 w 851077"/>
                <a:gd name="connsiteY22" fmla="*/ 458114 h 765764"/>
                <a:gd name="connsiteX23" fmla="*/ 453862 w 851077"/>
                <a:gd name="connsiteY23" fmla="*/ 458937 h 765764"/>
                <a:gd name="connsiteX24" fmla="*/ 454685 w 851077"/>
                <a:gd name="connsiteY24" fmla="*/ 459760 h 765764"/>
                <a:gd name="connsiteX25" fmla="*/ 455097 w 851077"/>
                <a:gd name="connsiteY25" fmla="*/ 460583 h 765764"/>
                <a:gd name="connsiteX26" fmla="*/ 455508 w 851077"/>
                <a:gd name="connsiteY26" fmla="*/ 460995 h 765764"/>
                <a:gd name="connsiteX27" fmla="*/ 456400 w 851077"/>
                <a:gd name="connsiteY27" fmla="*/ 461886 h 765764"/>
                <a:gd name="connsiteX28" fmla="*/ 457223 w 851077"/>
                <a:gd name="connsiteY28" fmla="*/ 462709 h 765764"/>
                <a:gd name="connsiteX29" fmla="*/ 457223 w 851077"/>
                <a:gd name="connsiteY29" fmla="*/ 463121 h 765764"/>
                <a:gd name="connsiteX30" fmla="*/ 457634 w 851077"/>
                <a:gd name="connsiteY30" fmla="*/ 463532 h 765764"/>
                <a:gd name="connsiteX31" fmla="*/ 458046 w 851077"/>
                <a:gd name="connsiteY31" fmla="*/ 463532 h 765764"/>
                <a:gd name="connsiteX32" fmla="*/ 458869 w 851077"/>
                <a:gd name="connsiteY32" fmla="*/ 463944 h 765764"/>
                <a:gd name="connsiteX33" fmla="*/ 459280 w 851077"/>
                <a:gd name="connsiteY33" fmla="*/ 464355 h 765764"/>
                <a:gd name="connsiteX34" fmla="*/ 460103 w 851077"/>
                <a:gd name="connsiteY34" fmla="*/ 464767 h 765764"/>
                <a:gd name="connsiteX35" fmla="*/ 460514 w 851077"/>
                <a:gd name="connsiteY35" fmla="*/ 465178 h 765764"/>
                <a:gd name="connsiteX36" fmla="*/ 462640 w 851077"/>
                <a:gd name="connsiteY36" fmla="*/ 466001 h 765764"/>
                <a:gd name="connsiteX37" fmla="*/ 463052 w 851077"/>
                <a:gd name="connsiteY37" fmla="*/ 466413 h 765764"/>
                <a:gd name="connsiteX38" fmla="*/ 464698 w 851077"/>
                <a:gd name="connsiteY38" fmla="*/ 466413 h 765764"/>
                <a:gd name="connsiteX39" fmla="*/ 465933 w 851077"/>
                <a:gd name="connsiteY39" fmla="*/ 466824 h 765764"/>
                <a:gd name="connsiteX40" fmla="*/ 467167 w 851077"/>
                <a:gd name="connsiteY40" fmla="*/ 466824 h 765764"/>
                <a:gd name="connsiteX41" fmla="*/ 470116 w 851077"/>
                <a:gd name="connsiteY41" fmla="*/ 466824 h 765764"/>
                <a:gd name="connsiteX42" fmla="*/ 478826 w 851077"/>
                <a:gd name="connsiteY42" fmla="*/ 464767 h 765764"/>
                <a:gd name="connsiteX43" fmla="*/ 483009 w 851077"/>
                <a:gd name="connsiteY43" fmla="*/ 462709 h 765764"/>
                <a:gd name="connsiteX44" fmla="*/ 493022 w 851077"/>
                <a:gd name="connsiteY44" fmla="*/ 456880 h 765764"/>
                <a:gd name="connsiteX45" fmla="*/ 512978 w 851077"/>
                <a:gd name="connsiteY45" fmla="*/ 445221 h 765764"/>
                <a:gd name="connsiteX46" fmla="*/ 540410 w 851077"/>
                <a:gd name="connsiteY46" fmla="*/ 429379 h 765764"/>
                <a:gd name="connsiteX47" fmla="*/ 544594 w 851077"/>
                <a:gd name="connsiteY47" fmla="*/ 426911 h 765764"/>
                <a:gd name="connsiteX48" fmla="*/ 584576 w 851077"/>
                <a:gd name="connsiteY48" fmla="*/ 404005 h 765764"/>
                <a:gd name="connsiteX49" fmla="*/ 630319 w 851077"/>
                <a:gd name="connsiteY49" fmla="*/ 377327 h 765764"/>
                <a:gd name="connsiteX50" fmla="*/ 632033 w 851077"/>
                <a:gd name="connsiteY50" fmla="*/ 376504 h 765764"/>
                <a:gd name="connsiteX51" fmla="*/ 680039 w 851077"/>
                <a:gd name="connsiteY51" fmla="*/ 349072 h 765764"/>
                <a:gd name="connsiteX52" fmla="*/ 688749 w 851077"/>
                <a:gd name="connsiteY52" fmla="*/ 344066 h 765764"/>
                <a:gd name="connsiteX53" fmla="*/ 720433 w 851077"/>
                <a:gd name="connsiteY53" fmla="*/ 325755 h 765764"/>
                <a:gd name="connsiteX54" fmla="*/ 728731 w 851077"/>
                <a:gd name="connsiteY54" fmla="*/ 320749 h 765764"/>
                <a:gd name="connsiteX55" fmla="*/ 751637 w 851077"/>
                <a:gd name="connsiteY55" fmla="*/ 307444 h 765764"/>
                <a:gd name="connsiteX56" fmla="*/ 769536 w 851077"/>
                <a:gd name="connsiteY56" fmla="*/ 297020 h 765764"/>
                <a:gd name="connsiteX57" fmla="*/ 777903 w 851077"/>
                <a:gd name="connsiteY57" fmla="*/ 292425 h 765764"/>
                <a:gd name="connsiteX58" fmla="*/ 781195 w 851077"/>
                <a:gd name="connsiteY58" fmla="*/ 290368 h 765764"/>
                <a:gd name="connsiteX59" fmla="*/ 788053 w 851077"/>
                <a:gd name="connsiteY59" fmla="*/ 284539 h 765764"/>
                <a:gd name="connsiteX60" fmla="*/ 794293 w 851077"/>
                <a:gd name="connsiteY60" fmla="*/ 277681 h 765764"/>
                <a:gd name="connsiteX61" fmla="*/ 796008 w 851077"/>
                <a:gd name="connsiteY61" fmla="*/ 276035 h 765764"/>
                <a:gd name="connsiteX62" fmla="*/ 797243 w 851077"/>
                <a:gd name="connsiteY62" fmla="*/ 273909 h 765764"/>
                <a:gd name="connsiteX63" fmla="*/ 801837 w 851077"/>
                <a:gd name="connsiteY63" fmla="*/ 266022 h 765764"/>
                <a:gd name="connsiteX64" fmla="*/ 802660 w 851077"/>
                <a:gd name="connsiteY64" fmla="*/ 264787 h 765764"/>
                <a:gd name="connsiteX65" fmla="*/ 803072 w 851077"/>
                <a:gd name="connsiteY65" fmla="*/ 264376 h 765764"/>
                <a:gd name="connsiteX66" fmla="*/ 805129 w 851077"/>
                <a:gd name="connsiteY66" fmla="*/ 258958 h 765764"/>
                <a:gd name="connsiteX67" fmla="*/ 806432 w 851077"/>
                <a:gd name="connsiteY67" fmla="*/ 256421 h 765764"/>
                <a:gd name="connsiteX68" fmla="*/ 807255 w 851077"/>
                <a:gd name="connsiteY68" fmla="*/ 253540 h 765764"/>
                <a:gd name="connsiteX69" fmla="*/ 808490 w 851077"/>
                <a:gd name="connsiteY69" fmla="*/ 248945 h 765764"/>
                <a:gd name="connsiteX70" fmla="*/ 808901 w 851077"/>
                <a:gd name="connsiteY70" fmla="*/ 247711 h 765764"/>
                <a:gd name="connsiteX71" fmla="*/ 809313 w 851077"/>
                <a:gd name="connsiteY71" fmla="*/ 246477 h 765764"/>
                <a:gd name="connsiteX72" fmla="*/ 809313 w 851077"/>
                <a:gd name="connsiteY72" fmla="*/ 243870 h 765764"/>
                <a:gd name="connsiteX73" fmla="*/ 809724 w 851077"/>
                <a:gd name="connsiteY73" fmla="*/ 241402 h 765764"/>
                <a:gd name="connsiteX74" fmla="*/ 810136 w 851077"/>
                <a:gd name="connsiteY74" fmla="*/ 239756 h 765764"/>
                <a:gd name="connsiteX75" fmla="*/ 810136 w 851077"/>
                <a:gd name="connsiteY75" fmla="*/ 234749 h 765764"/>
                <a:gd name="connsiteX76" fmla="*/ 810136 w 851077"/>
                <a:gd name="connsiteY76" fmla="*/ 218496 h 765764"/>
                <a:gd name="connsiteX77" fmla="*/ 810136 w 851077"/>
                <a:gd name="connsiteY77" fmla="*/ 186400 h 765764"/>
                <a:gd name="connsiteX78" fmla="*/ 810136 w 851077"/>
                <a:gd name="connsiteY78" fmla="*/ 140246 h 765764"/>
                <a:gd name="connsiteX79" fmla="*/ 810136 w 851077"/>
                <a:gd name="connsiteY79" fmla="*/ 23317 h 765764"/>
                <a:gd name="connsiteX80" fmla="*/ 851078 w 851077"/>
                <a:gd name="connsiteY80" fmla="*/ 0 h 76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851077" h="765764">
                  <a:moveTo>
                    <a:pt x="851078" y="0"/>
                  </a:moveTo>
                  <a:lnTo>
                    <a:pt x="851078" y="289819"/>
                  </a:lnTo>
                  <a:cubicBezTo>
                    <a:pt x="732846" y="358125"/>
                    <a:pt x="614591" y="426407"/>
                    <a:pt x="496313" y="494668"/>
                  </a:cubicBezTo>
                  <a:lnTo>
                    <a:pt x="492199" y="497205"/>
                  </a:lnTo>
                  <a:cubicBezTo>
                    <a:pt x="337276" y="586359"/>
                    <a:pt x="181943" y="675513"/>
                    <a:pt x="27089" y="765764"/>
                  </a:cubicBezTo>
                  <a:lnTo>
                    <a:pt x="26678" y="765764"/>
                  </a:lnTo>
                  <a:lnTo>
                    <a:pt x="0" y="750334"/>
                  </a:lnTo>
                  <a:lnTo>
                    <a:pt x="0" y="727017"/>
                  </a:lnTo>
                  <a:lnTo>
                    <a:pt x="352295" y="523403"/>
                  </a:lnTo>
                  <a:lnTo>
                    <a:pt x="352295" y="287762"/>
                  </a:lnTo>
                  <a:cubicBezTo>
                    <a:pt x="385145" y="269039"/>
                    <a:pt x="418063" y="250248"/>
                    <a:pt x="450502" y="231115"/>
                  </a:cubicBezTo>
                  <a:lnTo>
                    <a:pt x="450502" y="416281"/>
                  </a:lnTo>
                  <a:cubicBezTo>
                    <a:pt x="450502" y="423139"/>
                    <a:pt x="450982" y="429997"/>
                    <a:pt x="450502" y="436855"/>
                  </a:cubicBezTo>
                  <a:lnTo>
                    <a:pt x="450502" y="447279"/>
                  </a:lnTo>
                  <a:cubicBezTo>
                    <a:pt x="450502" y="447690"/>
                    <a:pt x="450502" y="447690"/>
                    <a:pt x="450982" y="448102"/>
                  </a:cubicBezTo>
                  <a:cubicBezTo>
                    <a:pt x="451462" y="448513"/>
                    <a:pt x="450982" y="449748"/>
                    <a:pt x="450982" y="450639"/>
                  </a:cubicBezTo>
                  <a:cubicBezTo>
                    <a:pt x="451067" y="451514"/>
                    <a:pt x="451348" y="452358"/>
                    <a:pt x="451805" y="453108"/>
                  </a:cubicBezTo>
                  <a:lnTo>
                    <a:pt x="451805" y="453931"/>
                  </a:lnTo>
                  <a:cubicBezTo>
                    <a:pt x="452122" y="454259"/>
                    <a:pt x="452273" y="454713"/>
                    <a:pt x="452217" y="455165"/>
                  </a:cubicBezTo>
                  <a:cubicBezTo>
                    <a:pt x="452628" y="455577"/>
                    <a:pt x="452628" y="455577"/>
                    <a:pt x="452628" y="456057"/>
                  </a:cubicBezTo>
                  <a:cubicBezTo>
                    <a:pt x="452861" y="456272"/>
                    <a:pt x="453007" y="456565"/>
                    <a:pt x="453039" y="456880"/>
                  </a:cubicBezTo>
                  <a:cubicBezTo>
                    <a:pt x="453451" y="457291"/>
                    <a:pt x="453451" y="457291"/>
                    <a:pt x="453451" y="457703"/>
                  </a:cubicBezTo>
                  <a:lnTo>
                    <a:pt x="453451" y="458114"/>
                  </a:lnTo>
                  <a:cubicBezTo>
                    <a:pt x="453862" y="458114"/>
                    <a:pt x="453862" y="458526"/>
                    <a:pt x="453862" y="458937"/>
                  </a:cubicBezTo>
                  <a:cubicBezTo>
                    <a:pt x="453862" y="459349"/>
                    <a:pt x="454274" y="459349"/>
                    <a:pt x="454685" y="459760"/>
                  </a:cubicBezTo>
                  <a:cubicBezTo>
                    <a:pt x="454909" y="459982"/>
                    <a:pt x="455053" y="460271"/>
                    <a:pt x="455097" y="460583"/>
                  </a:cubicBezTo>
                  <a:lnTo>
                    <a:pt x="455508" y="460995"/>
                  </a:lnTo>
                  <a:cubicBezTo>
                    <a:pt x="455920" y="461406"/>
                    <a:pt x="455920" y="461886"/>
                    <a:pt x="456400" y="461886"/>
                  </a:cubicBezTo>
                  <a:cubicBezTo>
                    <a:pt x="456880" y="461886"/>
                    <a:pt x="456811" y="462709"/>
                    <a:pt x="457223" y="462709"/>
                  </a:cubicBezTo>
                  <a:lnTo>
                    <a:pt x="457223" y="463121"/>
                  </a:lnTo>
                  <a:cubicBezTo>
                    <a:pt x="457223" y="463348"/>
                    <a:pt x="457407" y="463532"/>
                    <a:pt x="457634" y="463532"/>
                  </a:cubicBezTo>
                  <a:lnTo>
                    <a:pt x="458046" y="463532"/>
                  </a:lnTo>
                  <a:cubicBezTo>
                    <a:pt x="458457" y="463944"/>
                    <a:pt x="458457" y="463944"/>
                    <a:pt x="458869" y="463944"/>
                  </a:cubicBezTo>
                  <a:lnTo>
                    <a:pt x="459280" y="464355"/>
                  </a:lnTo>
                  <a:cubicBezTo>
                    <a:pt x="459692" y="464355"/>
                    <a:pt x="459692" y="464767"/>
                    <a:pt x="460103" y="464767"/>
                  </a:cubicBezTo>
                  <a:lnTo>
                    <a:pt x="460514" y="465178"/>
                  </a:lnTo>
                  <a:cubicBezTo>
                    <a:pt x="461096" y="465708"/>
                    <a:pt x="461854" y="466002"/>
                    <a:pt x="462640" y="466001"/>
                  </a:cubicBezTo>
                  <a:lnTo>
                    <a:pt x="463052" y="466413"/>
                  </a:lnTo>
                  <a:lnTo>
                    <a:pt x="464698" y="466413"/>
                  </a:lnTo>
                  <a:cubicBezTo>
                    <a:pt x="465026" y="466730"/>
                    <a:pt x="465480" y="466881"/>
                    <a:pt x="465933" y="466824"/>
                  </a:cubicBezTo>
                  <a:lnTo>
                    <a:pt x="467167" y="466824"/>
                  </a:lnTo>
                  <a:cubicBezTo>
                    <a:pt x="468138" y="467038"/>
                    <a:pt x="469145" y="467038"/>
                    <a:pt x="470116" y="466824"/>
                  </a:cubicBezTo>
                  <a:cubicBezTo>
                    <a:pt x="473128" y="466730"/>
                    <a:pt x="476090" y="466031"/>
                    <a:pt x="478826" y="464767"/>
                  </a:cubicBezTo>
                  <a:cubicBezTo>
                    <a:pt x="480336" y="464348"/>
                    <a:pt x="481755" y="463650"/>
                    <a:pt x="483009" y="462709"/>
                  </a:cubicBezTo>
                  <a:cubicBezTo>
                    <a:pt x="486239" y="460589"/>
                    <a:pt x="489582" y="458643"/>
                    <a:pt x="493022" y="456880"/>
                  </a:cubicBezTo>
                  <a:cubicBezTo>
                    <a:pt x="499262" y="452697"/>
                    <a:pt x="506326" y="448925"/>
                    <a:pt x="512978" y="445221"/>
                  </a:cubicBezTo>
                  <a:cubicBezTo>
                    <a:pt x="522168" y="440215"/>
                    <a:pt x="531289" y="434797"/>
                    <a:pt x="540410" y="429379"/>
                  </a:cubicBezTo>
                  <a:cubicBezTo>
                    <a:pt x="541645" y="428556"/>
                    <a:pt x="543291" y="427733"/>
                    <a:pt x="544594" y="426911"/>
                  </a:cubicBezTo>
                  <a:cubicBezTo>
                    <a:pt x="557898" y="419367"/>
                    <a:pt x="571203" y="411480"/>
                    <a:pt x="584576" y="404005"/>
                  </a:cubicBezTo>
                  <a:cubicBezTo>
                    <a:pt x="599938" y="395227"/>
                    <a:pt x="614957" y="386517"/>
                    <a:pt x="630319" y="377327"/>
                  </a:cubicBezTo>
                  <a:cubicBezTo>
                    <a:pt x="630959" y="377228"/>
                    <a:pt x="631555" y="376941"/>
                    <a:pt x="632033" y="376504"/>
                  </a:cubicBezTo>
                  <a:cubicBezTo>
                    <a:pt x="648218" y="367314"/>
                    <a:pt x="664060" y="358193"/>
                    <a:pt x="680039" y="349072"/>
                  </a:cubicBezTo>
                  <a:lnTo>
                    <a:pt x="688749" y="344066"/>
                  </a:lnTo>
                  <a:cubicBezTo>
                    <a:pt x="699173" y="337825"/>
                    <a:pt x="710009" y="331584"/>
                    <a:pt x="720433" y="325755"/>
                  </a:cubicBezTo>
                  <a:cubicBezTo>
                    <a:pt x="723313" y="324109"/>
                    <a:pt x="725851" y="322463"/>
                    <a:pt x="728731" y="320749"/>
                  </a:cubicBezTo>
                  <a:cubicBezTo>
                    <a:pt x="736686" y="316634"/>
                    <a:pt x="744162" y="312039"/>
                    <a:pt x="751637" y="307444"/>
                  </a:cubicBezTo>
                  <a:cubicBezTo>
                    <a:pt x="757466" y="304152"/>
                    <a:pt x="763295" y="300586"/>
                    <a:pt x="769536" y="297020"/>
                  </a:cubicBezTo>
                  <a:cubicBezTo>
                    <a:pt x="772074" y="295374"/>
                    <a:pt x="774954" y="294140"/>
                    <a:pt x="777903" y="292425"/>
                  </a:cubicBezTo>
                  <a:lnTo>
                    <a:pt x="781195" y="290368"/>
                  </a:lnTo>
                  <a:cubicBezTo>
                    <a:pt x="783654" y="288638"/>
                    <a:pt x="785949" y="286687"/>
                    <a:pt x="788053" y="284539"/>
                  </a:cubicBezTo>
                  <a:cubicBezTo>
                    <a:pt x="790367" y="282477"/>
                    <a:pt x="792458" y="280178"/>
                    <a:pt x="794293" y="277681"/>
                  </a:cubicBezTo>
                  <a:cubicBezTo>
                    <a:pt x="794974" y="277259"/>
                    <a:pt x="795559" y="276698"/>
                    <a:pt x="796008" y="276035"/>
                  </a:cubicBezTo>
                  <a:cubicBezTo>
                    <a:pt x="796420" y="275212"/>
                    <a:pt x="796831" y="274731"/>
                    <a:pt x="797243" y="273909"/>
                  </a:cubicBezTo>
                  <a:cubicBezTo>
                    <a:pt x="798926" y="271372"/>
                    <a:pt x="800461" y="268738"/>
                    <a:pt x="801837" y="266022"/>
                  </a:cubicBezTo>
                  <a:cubicBezTo>
                    <a:pt x="802249" y="265610"/>
                    <a:pt x="802660" y="265199"/>
                    <a:pt x="802660" y="264787"/>
                  </a:cubicBezTo>
                  <a:cubicBezTo>
                    <a:pt x="802887" y="264787"/>
                    <a:pt x="803072" y="264603"/>
                    <a:pt x="803072" y="264376"/>
                  </a:cubicBezTo>
                  <a:cubicBezTo>
                    <a:pt x="803858" y="262609"/>
                    <a:pt x="804545" y="260801"/>
                    <a:pt x="805129" y="258958"/>
                  </a:cubicBezTo>
                  <a:cubicBezTo>
                    <a:pt x="805540" y="258135"/>
                    <a:pt x="805952" y="257244"/>
                    <a:pt x="806432" y="256421"/>
                  </a:cubicBezTo>
                  <a:cubicBezTo>
                    <a:pt x="806513" y="255416"/>
                    <a:pt x="806792" y="254437"/>
                    <a:pt x="807255" y="253540"/>
                  </a:cubicBezTo>
                  <a:cubicBezTo>
                    <a:pt x="807667" y="251826"/>
                    <a:pt x="808078" y="250591"/>
                    <a:pt x="808490" y="248945"/>
                  </a:cubicBezTo>
                  <a:cubicBezTo>
                    <a:pt x="808490" y="248534"/>
                    <a:pt x="808901" y="248122"/>
                    <a:pt x="808901" y="247711"/>
                  </a:cubicBezTo>
                  <a:cubicBezTo>
                    <a:pt x="808845" y="247258"/>
                    <a:pt x="808996" y="246805"/>
                    <a:pt x="809313" y="246477"/>
                  </a:cubicBezTo>
                  <a:lnTo>
                    <a:pt x="809313" y="243870"/>
                  </a:lnTo>
                  <a:cubicBezTo>
                    <a:pt x="809648" y="243093"/>
                    <a:pt x="809789" y="242246"/>
                    <a:pt x="809724" y="241402"/>
                  </a:cubicBezTo>
                  <a:cubicBezTo>
                    <a:pt x="809724" y="240579"/>
                    <a:pt x="809724" y="240167"/>
                    <a:pt x="810136" y="239756"/>
                  </a:cubicBezTo>
                  <a:lnTo>
                    <a:pt x="810136" y="234749"/>
                  </a:lnTo>
                  <a:cubicBezTo>
                    <a:pt x="810547" y="229332"/>
                    <a:pt x="810136" y="223914"/>
                    <a:pt x="810136" y="218496"/>
                  </a:cubicBezTo>
                  <a:cubicBezTo>
                    <a:pt x="809724" y="207660"/>
                    <a:pt x="810136" y="196825"/>
                    <a:pt x="810136" y="186400"/>
                  </a:cubicBezTo>
                  <a:cubicBezTo>
                    <a:pt x="810547" y="171039"/>
                    <a:pt x="810136" y="155608"/>
                    <a:pt x="810136" y="140246"/>
                  </a:cubicBezTo>
                  <a:lnTo>
                    <a:pt x="810136" y="23317"/>
                  </a:lnTo>
                  <a:cubicBezTo>
                    <a:pt x="824057" y="15842"/>
                    <a:pt x="837362" y="7955"/>
                    <a:pt x="851078" y="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FEE393C-2458-BBA7-250A-716BA43DF0BC}"/>
                </a:ext>
              </a:extLst>
            </p:cNvPr>
            <p:cNvSpPr/>
            <p:nvPr/>
          </p:nvSpPr>
          <p:spPr>
            <a:xfrm>
              <a:off x="4283890" y="2302539"/>
              <a:ext cx="1112779" cy="288481"/>
            </a:xfrm>
            <a:custGeom>
              <a:avLst/>
              <a:gdLst>
                <a:gd name="connsiteX0" fmla="*/ 708157 w 1112779"/>
                <a:gd name="connsiteY0" fmla="*/ 54487 h 288481"/>
                <a:gd name="connsiteX1" fmla="*/ 674827 w 1112779"/>
                <a:gd name="connsiteY1" fmla="*/ 35353 h 288481"/>
                <a:gd name="connsiteX2" fmla="*/ 666529 w 1112779"/>
                <a:gd name="connsiteY2" fmla="*/ 30758 h 288481"/>
                <a:gd name="connsiteX3" fmla="*/ 659671 w 1112779"/>
                <a:gd name="connsiteY3" fmla="*/ 26986 h 288481"/>
                <a:gd name="connsiteX4" fmla="*/ 648904 w 1112779"/>
                <a:gd name="connsiteY4" fmla="*/ 21157 h 288481"/>
                <a:gd name="connsiteX5" fmla="*/ 598909 w 1112779"/>
                <a:gd name="connsiteY5" fmla="*/ 5383 h 288481"/>
                <a:gd name="connsiteX6" fmla="*/ 489181 w 1112779"/>
                <a:gd name="connsiteY6" fmla="*/ 4972 h 288481"/>
                <a:gd name="connsiteX7" fmla="*/ 439255 w 1112779"/>
                <a:gd name="connsiteY7" fmla="*/ 20745 h 288481"/>
                <a:gd name="connsiteX8" fmla="*/ 428008 w 1112779"/>
                <a:gd name="connsiteY8" fmla="*/ 26163 h 288481"/>
                <a:gd name="connsiteX9" fmla="*/ 422178 w 1112779"/>
                <a:gd name="connsiteY9" fmla="*/ 29935 h 288481"/>
                <a:gd name="connsiteX10" fmla="*/ 413812 w 1112779"/>
                <a:gd name="connsiteY10" fmla="*/ 34530 h 288481"/>
                <a:gd name="connsiteX11" fmla="*/ 380551 w 1112779"/>
                <a:gd name="connsiteY11" fmla="*/ 53664 h 288481"/>
                <a:gd name="connsiteX12" fmla="*/ 247711 w 1112779"/>
                <a:gd name="connsiteY12" fmla="*/ 130268 h 288481"/>
                <a:gd name="connsiteX13" fmla="*/ 151699 w 1112779"/>
                <a:gd name="connsiteY13" fmla="*/ 185680 h 288481"/>
                <a:gd name="connsiteX14" fmla="*/ 137 w 1112779"/>
                <a:gd name="connsiteY14" fmla="*/ 273531 h 288481"/>
                <a:gd name="connsiteX15" fmla="*/ 2675 w 1112779"/>
                <a:gd name="connsiteY15" fmla="*/ 277646 h 288481"/>
                <a:gd name="connsiteX16" fmla="*/ 4321 w 1112779"/>
                <a:gd name="connsiteY16" fmla="*/ 286013 h 288481"/>
                <a:gd name="connsiteX17" fmla="*/ 0 w 1112779"/>
                <a:gd name="connsiteY17" fmla="*/ 288482 h 288481"/>
                <a:gd name="connsiteX18" fmla="*/ 1112779 w 1112779"/>
                <a:gd name="connsiteY18" fmla="*/ 288482 h 28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12779" h="288481">
                  <a:moveTo>
                    <a:pt x="708157" y="54487"/>
                  </a:moveTo>
                  <a:cubicBezTo>
                    <a:pt x="696910" y="48246"/>
                    <a:pt x="686074" y="41594"/>
                    <a:pt x="674827" y="35353"/>
                  </a:cubicBezTo>
                  <a:cubicBezTo>
                    <a:pt x="672202" y="33580"/>
                    <a:pt x="669425" y="32042"/>
                    <a:pt x="666529" y="30758"/>
                  </a:cubicBezTo>
                  <a:cubicBezTo>
                    <a:pt x="664378" y="29269"/>
                    <a:pt x="662080" y="28006"/>
                    <a:pt x="659671" y="26986"/>
                  </a:cubicBezTo>
                  <a:cubicBezTo>
                    <a:pt x="656204" y="24826"/>
                    <a:pt x="652608" y="22879"/>
                    <a:pt x="648904" y="21157"/>
                  </a:cubicBezTo>
                  <a:cubicBezTo>
                    <a:pt x="632934" y="13907"/>
                    <a:pt x="616148" y="8611"/>
                    <a:pt x="598909" y="5383"/>
                  </a:cubicBezTo>
                  <a:cubicBezTo>
                    <a:pt x="562685" y="-1653"/>
                    <a:pt x="525458" y="-1793"/>
                    <a:pt x="489181" y="4972"/>
                  </a:cubicBezTo>
                  <a:cubicBezTo>
                    <a:pt x="472010" y="8380"/>
                    <a:pt x="455267" y="13670"/>
                    <a:pt x="439255" y="20745"/>
                  </a:cubicBezTo>
                  <a:cubicBezTo>
                    <a:pt x="435483" y="22460"/>
                    <a:pt x="431711" y="24517"/>
                    <a:pt x="428008" y="26163"/>
                  </a:cubicBezTo>
                  <a:cubicBezTo>
                    <a:pt x="426293" y="27398"/>
                    <a:pt x="424647" y="28289"/>
                    <a:pt x="422178" y="29935"/>
                  </a:cubicBezTo>
                  <a:cubicBezTo>
                    <a:pt x="419247" y="31192"/>
                    <a:pt x="416445" y="32730"/>
                    <a:pt x="413812" y="34530"/>
                  </a:cubicBezTo>
                  <a:cubicBezTo>
                    <a:pt x="402565" y="40771"/>
                    <a:pt x="391317" y="47423"/>
                    <a:pt x="380551" y="53664"/>
                  </a:cubicBezTo>
                  <a:cubicBezTo>
                    <a:pt x="335974" y="79450"/>
                    <a:pt x="291694" y="104985"/>
                    <a:pt x="247711" y="130268"/>
                  </a:cubicBezTo>
                  <a:cubicBezTo>
                    <a:pt x="215616" y="148990"/>
                    <a:pt x="183589" y="167301"/>
                    <a:pt x="151699" y="185680"/>
                  </a:cubicBezTo>
                  <a:cubicBezTo>
                    <a:pt x="101361" y="214827"/>
                    <a:pt x="50955" y="243973"/>
                    <a:pt x="137" y="273531"/>
                  </a:cubicBezTo>
                  <a:cubicBezTo>
                    <a:pt x="1379" y="274615"/>
                    <a:pt x="2264" y="276050"/>
                    <a:pt x="2675" y="277646"/>
                  </a:cubicBezTo>
                  <a:cubicBezTo>
                    <a:pt x="3656" y="280332"/>
                    <a:pt x="4212" y="283155"/>
                    <a:pt x="4321" y="286013"/>
                  </a:cubicBezTo>
                  <a:lnTo>
                    <a:pt x="0" y="288482"/>
                  </a:lnTo>
                  <a:lnTo>
                    <a:pt x="1112779" y="288482"/>
                  </a:ln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A2F181C-4C4B-852C-99D0-72BEE7FE43EA}"/>
                </a:ext>
              </a:extLst>
            </p:cNvPr>
            <p:cNvSpPr/>
            <p:nvPr/>
          </p:nvSpPr>
          <p:spPr>
            <a:xfrm>
              <a:off x="2814152" y="4034492"/>
              <a:ext cx="2080168" cy="560016"/>
            </a:xfrm>
            <a:custGeom>
              <a:avLst/>
              <a:gdLst>
                <a:gd name="connsiteX0" fmla="*/ 344340 w 2080168"/>
                <a:gd name="connsiteY0" fmla="*/ 198745 h 560016"/>
                <a:gd name="connsiteX1" fmla="*/ 875629 w 2080168"/>
                <a:gd name="connsiteY1" fmla="*/ 505572 h 560016"/>
                <a:gd name="connsiteX2" fmla="*/ 883585 w 2080168"/>
                <a:gd name="connsiteY2" fmla="*/ 510167 h 560016"/>
                <a:gd name="connsiteX3" fmla="*/ 908959 w 2080168"/>
                <a:gd name="connsiteY3" fmla="*/ 524774 h 560016"/>
                <a:gd name="connsiteX4" fmla="*/ 917326 w 2080168"/>
                <a:gd name="connsiteY4" fmla="*/ 529300 h 560016"/>
                <a:gd name="connsiteX5" fmla="*/ 924184 w 2080168"/>
                <a:gd name="connsiteY5" fmla="*/ 533072 h 560016"/>
                <a:gd name="connsiteX6" fmla="*/ 935431 w 2080168"/>
                <a:gd name="connsiteY6" fmla="*/ 538901 h 560016"/>
                <a:gd name="connsiteX7" fmla="*/ 984946 w 2080168"/>
                <a:gd name="connsiteY7" fmla="*/ 554743 h 560016"/>
                <a:gd name="connsiteX8" fmla="*/ 1094674 w 2080168"/>
                <a:gd name="connsiteY8" fmla="*/ 554743 h 560016"/>
                <a:gd name="connsiteX9" fmla="*/ 1144669 w 2080168"/>
                <a:gd name="connsiteY9" fmla="*/ 539313 h 560016"/>
                <a:gd name="connsiteX10" fmla="*/ 1155916 w 2080168"/>
                <a:gd name="connsiteY10" fmla="*/ 533896 h 560016"/>
                <a:gd name="connsiteX11" fmla="*/ 1162157 w 2080168"/>
                <a:gd name="connsiteY11" fmla="*/ 530192 h 560016"/>
                <a:gd name="connsiteX12" fmla="*/ 1170455 w 2080168"/>
                <a:gd name="connsiteY12" fmla="*/ 525597 h 560016"/>
                <a:gd name="connsiteX13" fmla="*/ 1203373 w 2080168"/>
                <a:gd name="connsiteY13" fmla="*/ 506464 h 560016"/>
                <a:gd name="connsiteX14" fmla="*/ 1336144 w 2080168"/>
                <a:gd name="connsiteY14" fmla="*/ 429380 h 560016"/>
                <a:gd name="connsiteX15" fmla="*/ 2080169 w 2080168"/>
                <a:gd name="connsiteY15" fmla="*/ 0 h 560016"/>
                <a:gd name="connsiteX16" fmla="*/ 0 w 2080168"/>
                <a:gd name="connsiteY16" fmla="*/ 0 h 560016"/>
                <a:gd name="connsiteX17" fmla="*/ 344340 w 2080168"/>
                <a:gd name="connsiteY17" fmla="*/ 198745 h 560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80168" h="560016">
                  <a:moveTo>
                    <a:pt x="344340" y="198745"/>
                  </a:moveTo>
                  <a:cubicBezTo>
                    <a:pt x="521368" y="300746"/>
                    <a:pt x="698465" y="403022"/>
                    <a:pt x="875629" y="505572"/>
                  </a:cubicBezTo>
                  <a:cubicBezTo>
                    <a:pt x="878167" y="507286"/>
                    <a:pt x="881047" y="508521"/>
                    <a:pt x="883585" y="510167"/>
                  </a:cubicBezTo>
                  <a:cubicBezTo>
                    <a:pt x="891883" y="514761"/>
                    <a:pt x="900250" y="519768"/>
                    <a:pt x="908959" y="524774"/>
                  </a:cubicBezTo>
                  <a:cubicBezTo>
                    <a:pt x="911497" y="526420"/>
                    <a:pt x="914377" y="527655"/>
                    <a:pt x="917326" y="529300"/>
                  </a:cubicBezTo>
                  <a:cubicBezTo>
                    <a:pt x="919450" y="530833"/>
                    <a:pt x="921753" y="532099"/>
                    <a:pt x="924184" y="533072"/>
                  </a:cubicBezTo>
                  <a:cubicBezTo>
                    <a:pt x="927747" y="535356"/>
                    <a:pt x="931512" y="537307"/>
                    <a:pt x="935431" y="538901"/>
                  </a:cubicBezTo>
                  <a:cubicBezTo>
                    <a:pt x="951288" y="546027"/>
                    <a:pt x="967898" y="551342"/>
                    <a:pt x="984946" y="554743"/>
                  </a:cubicBezTo>
                  <a:cubicBezTo>
                    <a:pt x="1021184" y="561775"/>
                    <a:pt x="1058436" y="561775"/>
                    <a:pt x="1094674" y="554743"/>
                  </a:cubicBezTo>
                  <a:cubicBezTo>
                    <a:pt x="1111892" y="551599"/>
                    <a:pt x="1128674" y="546419"/>
                    <a:pt x="1144669" y="539313"/>
                  </a:cubicBezTo>
                  <a:cubicBezTo>
                    <a:pt x="1148372" y="537667"/>
                    <a:pt x="1152144" y="535610"/>
                    <a:pt x="1155916" y="533896"/>
                  </a:cubicBezTo>
                  <a:cubicBezTo>
                    <a:pt x="1157913" y="532526"/>
                    <a:pt x="1159998" y="531289"/>
                    <a:pt x="1162157" y="530192"/>
                  </a:cubicBezTo>
                  <a:cubicBezTo>
                    <a:pt x="1164626" y="528477"/>
                    <a:pt x="1167575" y="527243"/>
                    <a:pt x="1170455" y="525597"/>
                  </a:cubicBezTo>
                  <a:cubicBezTo>
                    <a:pt x="1181291" y="518739"/>
                    <a:pt x="1192538" y="512704"/>
                    <a:pt x="1203373" y="506464"/>
                  </a:cubicBezTo>
                  <a:cubicBezTo>
                    <a:pt x="1247882" y="480609"/>
                    <a:pt x="1292047" y="455234"/>
                    <a:pt x="1336144" y="429380"/>
                  </a:cubicBezTo>
                  <a:cubicBezTo>
                    <a:pt x="1584221" y="286322"/>
                    <a:pt x="1832229" y="143195"/>
                    <a:pt x="2080169" y="0"/>
                  </a:cubicBezTo>
                  <a:lnTo>
                    <a:pt x="0" y="0"/>
                  </a:lnTo>
                  <a:cubicBezTo>
                    <a:pt x="114712" y="66202"/>
                    <a:pt x="229492" y="132451"/>
                    <a:pt x="344340" y="198745"/>
                  </a:cubicBezTo>
                  <a:close/>
                </a:path>
              </a:pathLst>
            </a:custGeom>
            <a:solidFill>
              <a:srgbClr val="4F4F5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396A395-3322-2006-0306-C5EA7D5F6679}"/>
                </a:ext>
              </a:extLst>
            </p:cNvPr>
            <p:cNvSpPr/>
            <p:nvPr/>
          </p:nvSpPr>
          <p:spPr>
            <a:xfrm>
              <a:off x="2356193" y="3666355"/>
              <a:ext cx="3175442" cy="367794"/>
            </a:xfrm>
            <a:custGeom>
              <a:avLst/>
              <a:gdLst>
                <a:gd name="connsiteX0" fmla="*/ 30364 w 3175442"/>
                <a:gd name="connsiteY0" fmla="*/ 6858 h 367794"/>
                <a:gd name="connsiteX1" fmla="*/ 16099 w 3175442"/>
                <a:gd name="connsiteY1" fmla="*/ 21397 h 367794"/>
                <a:gd name="connsiteX2" fmla="*/ 1080 w 3175442"/>
                <a:gd name="connsiteY2" fmla="*/ 52189 h 367794"/>
                <a:gd name="connsiteX3" fmla="*/ 25220 w 3175442"/>
                <a:gd name="connsiteY3" fmla="*/ 113911 h 367794"/>
                <a:gd name="connsiteX4" fmla="*/ 42708 w 3175442"/>
                <a:gd name="connsiteY4" fmla="*/ 127627 h 367794"/>
                <a:gd name="connsiteX5" fmla="*/ 47714 w 3175442"/>
                <a:gd name="connsiteY5" fmla="*/ 130577 h 367794"/>
                <a:gd name="connsiteX6" fmla="*/ 55190 w 3175442"/>
                <a:gd name="connsiteY6" fmla="*/ 134760 h 367794"/>
                <a:gd name="connsiteX7" fmla="*/ 71854 w 3175442"/>
                <a:gd name="connsiteY7" fmla="*/ 144704 h 367794"/>
                <a:gd name="connsiteX8" fmla="*/ 138034 w 3175442"/>
                <a:gd name="connsiteY8" fmla="*/ 183040 h 367794"/>
                <a:gd name="connsiteX9" fmla="*/ 270874 w 3175442"/>
                <a:gd name="connsiteY9" fmla="*/ 259644 h 367794"/>
                <a:gd name="connsiteX10" fmla="*/ 458234 w 3175442"/>
                <a:gd name="connsiteY10" fmla="*/ 367795 h 367794"/>
                <a:gd name="connsiteX11" fmla="*/ 2538129 w 3175442"/>
                <a:gd name="connsiteY11" fmla="*/ 367795 h 367794"/>
                <a:gd name="connsiteX12" fmla="*/ 3175442 w 3175442"/>
                <a:gd name="connsiteY12" fmla="*/ 0 h 367794"/>
                <a:gd name="connsiteX13" fmla="*/ 38936 w 3175442"/>
                <a:gd name="connsiteY13" fmla="*/ 0 h 367794"/>
                <a:gd name="connsiteX14" fmla="*/ 30364 w 3175442"/>
                <a:gd name="connsiteY14" fmla="*/ 6858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75442" h="367794">
                  <a:moveTo>
                    <a:pt x="30364" y="6858"/>
                  </a:moveTo>
                  <a:cubicBezTo>
                    <a:pt x="25096" y="11173"/>
                    <a:pt x="20313" y="16047"/>
                    <a:pt x="16099" y="21397"/>
                  </a:cubicBezTo>
                  <a:cubicBezTo>
                    <a:pt x="8634" y="30268"/>
                    <a:pt x="3476" y="40845"/>
                    <a:pt x="1080" y="52189"/>
                  </a:cubicBezTo>
                  <a:cubicBezTo>
                    <a:pt x="-3103" y="73449"/>
                    <a:pt x="4852" y="95532"/>
                    <a:pt x="25220" y="113911"/>
                  </a:cubicBezTo>
                  <a:cubicBezTo>
                    <a:pt x="30606" y="119022"/>
                    <a:pt x="36461" y="123614"/>
                    <a:pt x="42708" y="127627"/>
                  </a:cubicBezTo>
                  <a:cubicBezTo>
                    <a:pt x="44354" y="128519"/>
                    <a:pt x="46068" y="129754"/>
                    <a:pt x="47714" y="130577"/>
                  </a:cubicBezTo>
                  <a:cubicBezTo>
                    <a:pt x="50050" y="132232"/>
                    <a:pt x="52556" y="133635"/>
                    <a:pt x="55190" y="134760"/>
                  </a:cubicBezTo>
                  <a:cubicBezTo>
                    <a:pt x="60607" y="138052"/>
                    <a:pt x="66025" y="141618"/>
                    <a:pt x="71854" y="144704"/>
                  </a:cubicBezTo>
                  <a:cubicBezTo>
                    <a:pt x="93937" y="157254"/>
                    <a:pt x="116020" y="170147"/>
                    <a:pt x="138034" y="183040"/>
                  </a:cubicBezTo>
                  <a:cubicBezTo>
                    <a:pt x="182611" y="208415"/>
                    <a:pt x="226891" y="233949"/>
                    <a:pt x="270874" y="259644"/>
                  </a:cubicBezTo>
                  <a:cubicBezTo>
                    <a:pt x="333419" y="295580"/>
                    <a:pt x="395872" y="331630"/>
                    <a:pt x="458234" y="367795"/>
                  </a:cubicBezTo>
                  <a:lnTo>
                    <a:pt x="2538129" y="367795"/>
                  </a:lnTo>
                  <a:lnTo>
                    <a:pt x="3175442" y="0"/>
                  </a:lnTo>
                  <a:lnTo>
                    <a:pt x="38936" y="0"/>
                  </a:lnTo>
                  <a:cubicBezTo>
                    <a:pt x="35713" y="2675"/>
                    <a:pt x="32832" y="4801"/>
                    <a:pt x="30364" y="6858"/>
                  </a:cubicBez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63A2B69-6356-5D02-E4E8-C31BC35E7F0E}"/>
                </a:ext>
              </a:extLst>
            </p:cNvPr>
            <p:cNvSpPr/>
            <p:nvPr/>
          </p:nvSpPr>
          <p:spPr>
            <a:xfrm>
              <a:off x="2395129" y="3195005"/>
              <a:ext cx="3924010" cy="471556"/>
            </a:xfrm>
            <a:custGeom>
              <a:avLst/>
              <a:gdLst>
                <a:gd name="connsiteX0" fmla="*/ 3914547 w 3924010"/>
                <a:gd name="connsiteY0" fmla="*/ 14539 h 471556"/>
                <a:gd name="connsiteX1" fmla="*/ 3924011 w 3924010"/>
                <a:gd name="connsiteY1" fmla="*/ 0 h 471556"/>
                <a:gd name="connsiteX2" fmla="*/ 816856 w 3924010"/>
                <a:gd name="connsiteY2" fmla="*/ 0 h 471556"/>
                <a:gd name="connsiteX3" fmla="*/ 750471 w 3924010"/>
                <a:gd name="connsiteY3" fmla="*/ 38268 h 471556"/>
                <a:gd name="connsiteX4" fmla="*/ 752597 w 3924010"/>
                <a:gd name="connsiteY4" fmla="*/ 42451 h 471556"/>
                <a:gd name="connsiteX5" fmla="*/ 754243 w 3924010"/>
                <a:gd name="connsiteY5" fmla="*/ 50749 h 471556"/>
                <a:gd name="connsiteX6" fmla="*/ 498371 w 3924010"/>
                <a:gd name="connsiteY6" fmla="*/ 198402 h 471556"/>
                <a:gd name="connsiteX7" fmla="*/ 485066 w 3924010"/>
                <a:gd name="connsiteY7" fmla="*/ 190858 h 471556"/>
                <a:gd name="connsiteX8" fmla="*/ 325138 w 3924010"/>
                <a:gd name="connsiteY8" fmla="*/ 283304 h 471556"/>
                <a:gd name="connsiteX9" fmla="*/ 324726 w 3924010"/>
                <a:gd name="connsiteY9" fmla="*/ 283715 h 471556"/>
                <a:gd name="connsiteX10" fmla="*/ 324315 w 3924010"/>
                <a:gd name="connsiteY10" fmla="*/ 283715 h 471556"/>
                <a:gd name="connsiteX11" fmla="*/ 9944 w 3924010"/>
                <a:gd name="connsiteY11" fmla="*/ 465315 h 471556"/>
                <a:gd name="connsiteX12" fmla="*/ 4938 w 3924010"/>
                <a:gd name="connsiteY12" fmla="*/ 468607 h 471556"/>
                <a:gd name="connsiteX13" fmla="*/ 0 w 3924010"/>
                <a:gd name="connsiteY13" fmla="*/ 471556 h 471556"/>
                <a:gd name="connsiteX14" fmla="*/ 0 w 3924010"/>
                <a:gd name="connsiteY14" fmla="*/ 471556 h 471556"/>
                <a:gd name="connsiteX15" fmla="*/ 3136506 w 3924010"/>
                <a:gd name="connsiteY15" fmla="*/ 471556 h 471556"/>
                <a:gd name="connsiteX16" fmla="*/ 3881217 w 3924010"/>
                <a:gd name="connsiteY16" fmla="*/ 41971 h 471556"/>
                <a:gd name="connsiteX17" fmla="*/ 3914547 w 3924010"/>
                <a:gd name="connsiteY17" fmla="*/ 14539 h 471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924010" h="471556">
                  <a:moveTo>
                    <a:pt x="3914547" y="14539"/>
                  </a:moveTo>
                  <a:cubicBezTo>
                    <a:pt x="3918243" y="10068"/>
                    <a:pt x="3921418" y="5190"/>
                    <a:pt x="3924011" y="0"/>
                  </a:cubicBezTo>
                  <a:lnTo>
                    <a:pt x="816856" y="0"/>
                  </a:lnTo>
                  <a:lnTo>
                    <a:pt x="750471" y="38268"/>
                  </a:lnTo>
                  <a:cubicBezTo>
                    <a:pt x="751394" y="39542"/>
                    <a:pt x="752112" y="40954"/>
                    <a:pt x="752597" y="42451"/>
                  </a:cubicBezTo>
                  <a:cubicBezTo>
                    <a:pt x="753501" y="45134"/>
                    <a:pt x="754054" y="47924"/>
                    <a:pt x="754243" y="50749"/>
                  </a:cubicBezTo>
                  <a:cubicBezTo>
                    <a:pt x="668884" y="100218"/>
                    <a:pt x="583593" y="149436"/>
                    <a:pt x="498371" y="198402"/>
                  </a:cubicBezTo>
                  <a:lnTo>
                    <a:pt x="485066" y="190858"/>
                  </a:lnTo>
                  <a:cubicBezTo>
                    <a:pt x="431780" y="221719"/>
                    <a:pt x="378013" y="252580"/>
                    <a:pt x="325138" y="283304"/>
                  </a:cubicBezTo>
                  <a:cubicBezTo>
                    <a:pt x="325138" y="283531"/>
                    <a:pt x="324954" y="283715"/>
                    <a:pt x="324726" y="283715"/>
                  </a:cubicBezTo>
                  <a:lnTo>
                    <a:pt x="324315" y="283715"/>
                  </a:lnTo>
                  <a:cubicBezTo>
                    <a:pt x="219159" y="344111"/>
                    <a:pt x="114369" y="404645"/>
                    <a:pt x="9944" y="465315"/>
                  </a:cubicBezTo>
                  <a:cubicBezTo>
                    <a:pt x="7475" y="466961"/>
                    <a:pt x="6652" y="467373"/>
                    <a:pt x="4938" y="468607"/>
                  </a:cubicBezTo>
                  <a:cubicBezTo>
                    <a:pt x="3223" y="469842"/>
                    <a:pt x="1646" y="470665"/>
                    <a:pt x="0" y="471556"/>
                  </a:cubicBezTo>
                  <a:lnTo>
                    <a:pt x="0" y="471556"/>
                  </a:lnTo>
                  <a:lnTo>
                    <a:pt x="3136506" y="471556"/>
                  </a:lnTo>
                  <a:cubicBezTo>
                    <a:pt x="3384857" y="328315"/>
                    <a:pt x="3633094" y="185120"/>
                    <a:pt x="3881217" y="41971"/>
                  </a:cubicBezTo>
                  <a:cubicBezTo>
                    <a:pt x="3893906" y="34934"/>
                    <a:pt x="3905201" y="25638"/>
                    <a:pt x="3914547" y="14539"/>
                  </a:cubicBezTo>
                  <a:close/>
                </a:path>
              </a:pathLst>
            </a:custGeom>
            <a:solidFill>
              <a:srgbClr val="4F4F5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45F127A-3691-E803-1EE6-62097AE13D45}"/>
                </a:ext>
              </a:extLst>
            </p:cNvPr>
            <p:cNvSpPr/>
            <p:nvPr/>
          </p:nvSpPr>
          <p:spPr>
            <a:xfrm>
              <a:off x="3910952" y="2591020"/>
              <a:ext cx="1954530" cy="270616"/>
            </a:xfrm>
            <a:custGeom>
              <a:avLst/>
              <a:gdLst>
                <a:gd name="connsiteX0" fmla="*/ 1612179 w 1954530"/>
                <a:gd name="connsiteY0" fmla="*/ 72901 h 270616"/>
                <a:gd name="connsiteX1" fmla="*/ 1485717 w 1954530"/>
                <a:gd name="connsiteY1" fmla="*/ 0 h 270616"/>
                <a:gd name="connsiteX2" fmla="*/ 372458 w 1954530"/>
                <a:gd name="connsiteY2" fmla="*/ 0 h 270616"/>
                <a:gd name="connsiteX3" fmla="*/ 120975 w 1954530"/>
                <a:gd name="connsiteY3" fmla="*/ 145321 h 270616"/>
                <a:gd name="connsiteX4" fmla="*/ 108082 w 1954530"/>
                <a:gd name="connsiteY4" fmla="*/ 137846 h 270616"/>
                <a:gd name="connsiteX5" fmla="*/ 0 w 1954530"/>
                <a:gd name="connsiteY5" fmla="*/ 200185 h 270616"/>
                <a:gd name="connsiteX6" fmla="*/ 1954530 w 1954530"/>
                <a:gd name="connsiteY6" fmla="*/ 270617 h 270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4530" h="270616">
                  <a:moveTo>
                    <a:pt x="1612179" y="72901"/>
                  </a:moveTo>
                  <a:lnTo>
                    <a:pt x="1485717" y="0"/>
                  </a:lnTo>
                  <a:lnTo>
                    <a:pt x="372458" y="0"/>
                  </a:lnTo>
                  <a:cubicBezTo>
                    <a:pt x="288516" y="48372"/>
                    <a:pt x="204689" y="96812"/>
                    <a:pt x="120975" y="145321"/>
                  </a:cubicBezTo>
                  <a:lnTo>
                    <a:pt x="108082" y="137846"/>
                  </a:lnTo>
                  <a:lnTo>
                    <a:pt x="0" y="200185"/>
                  </a:lnTo>
                  <a:lnTo>
                    <a:pt x="1954530" y="270617"/>
                  </a:lnTo>
                  <a:close/>
                </a:path>
              </a:pathLst>
            </a:custGeom>
            <a:solidFill>
              <a:srgbClr val="4A4A4D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E444F19-566F-3456-FCE9-10E093F57CAD}"/>
                </a:ext>
              </a:extLst>
            </p:cNvPr>
            <p:cNvSpPr/>
            <p:nvPr/>
          </p:nvSpPr>
          <p:spPr>
            <a:xfrm>
              <a:off x="3211985" y="2791206"/>
              <a:ext cx="3113725" cy="403661"/>
            </a:xfrm>
            <a:custGeom>
              <a:avLst/>
              <a:gdLst>
                <a:gd name="connsiteX0" fmla="*/ 3071012 w 3113725"/>
                <a:gd name="connsiteY0" fmla="*/ 311559 h 403661"/>
                <a:gd name="connsiteX1" fmla="*/ 3066006 w 3113725"/>
                <a:gd name="connsiteY1" fmla="*/ 308610 h 403661"/>
                <a:gd name="connsiteX2" fmla="*/ 3058531 w 3113725"/>
                <a:gd name="connsiteY2" fmla="*/ 304084 h 403661"/>
                <a:gd name="connsiteX3" fmla="*/ 3041866 w 3113725"/>
                <a:gd name="connsiteY3" fmla="*/ 294483 h 403661"/>
                <a:gd name="connsiteX4" fmla="*/ 2975686 w 3113725"/>
                <a:gd name="connsiteY4" fmla="*/ 256146 h 403661"/>
                <a:gd name="connsiteX5" fmla="*/ 2842847 w 3113725"/>
                <a:gd name="connsiteY5" fmla="*/ 179542 h 403661"/>
                <a:gd name="connsiteX6" fmla="*/ 2653703 w 3113725"/>
                <a:gd name="connsiteY6" fmla="*/ 70363 h 403661"/>
                <a:gd name="connsiteX7" fmla="*/ 698967 w 3113725"/>
                <a:gd name="connsiteY7" fmla="*/ 0 h 403661"/>
                <a:gd name="connsiteX8" fmla="*/ 0 w 3113725"/>
                <a:gd name="connsiteY8" fmla="*/ 403662 h 403661"/>
                <a:gd name="connsiteX9" fmla="*/ 3107154 w 3113725"/>
                <a:gd name="connsiteY9" fmla="*/ 403662 h 403661"/>
                <a:gd name="connsiteX10" fmla="*/ 3112641 w 3113725"/>
                <a:gd name="connsiteY10" fmla="*/ 387408 h 403661"/>
                <a:gd name="connsiteX11" fmla="*/ 3088500 w 3113725"/>
                <a:gd name="connsiteY11" fmla="*/ 325344 h 403661"/>
                <a:gd name="connsiteX12" fmla="*/ 3071012 w 3113725"/>
                <a:gd name="connsiteY12" fmla="*/ 311559 h 40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13725" h="403661">
                  <a:moveTo>
                    <a:pt x="3071012" y="311559"/>
                  </a:moveTo>
                  <a:cubicBezTo>
                    <a:pt x="3069367" y="310736"/>
                    <a:pt x="3067721" y="309502"/>
                    <a:pt x="3066006" y="308610"/>
                  </a:cubicBezTo>
                  <a:cubicBezTo>
                    <a:pt x="3064292" y="307718"/>
                    <a:pt x="3061411" y="305730"/>
                    <a:pt x="3058531" y="304084"/>
                  </a:cubicBezTo>
                  <a:cubicBezTo>
                    <a:pt x="3053113" y="301135"/>
                    <a:pt x="3047695" y="297843"/>
                    <a:pt x="3041866" y="294483"/>
                  </a:cubicBezTo>
                  <a:cubicBezTo>
                    <a:pt x="3019783" y="282001"/>
                    <a:pt x="2997769" y="269108"/>
                    <a:pt x="2975686" y="256146"/>
                  </a:cubicBezTo>
                  <a:cubicBezTo>
                    <a:pt x="2931521" y="230772"/>
                    <a:pt x="2887012" y="204986"/>
                    <a:pt x="2842847" y="179542"/>
                  </a:cubicBezTo>
                  <a:lnTo>
                    <a:pt x="2653703" y="70363"/>
                  </a:lnTo>
                  <a:lnTo>
                    <a:pt x="698967" y="0"/>
                  </a:lnTo>
                  <a:cubicBezTo>
                    <a:pt x="465795" y="134508"/>
                    <a:pt x="232806" y="269062"/>
                    <a:pt x="0" y="403662"/>
                  </a:cubicBezTo>
                  <a:lnTo>
                    <a:pt x="3107154" y="403662"/>
                  </a:lnTo>
                  <a:cubicBezTo>
                    <a:pt x="3109794" y="398552"/>
                    <a:pt x="3111643" y="393072"/>
                    <a:pt x="3112641" y="387408"/>
                  </a:cubicBezTo>
                  <a:cubicBezTo>
                    <a:pt x="3116824" y="365737"/>
                    <a:pt x="3108937" y="344134"/>
                    <a:pt x="3088500" y="325344"/>
                  </a:cubicBezTo>
                  <a:cubicBezTo>
                    <a:pt x="3083206" y="320107"/>
                    <a:pt x="3077341" y="315483"/>
                    <a:pt x="3071012" y="311559"/>
                  </a:cubicBezTo>
                  <a:close/>
                </a:path>
              </a:pathLst>
            </a:custGeom>
            <a:solidFill>
              <a:srgbClr val="43434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40246EC-34F2-E3EF-B8C3-96F145815AB7}"/>
                </a:ext>
              </a:extLst>
            </p:cNvPr>
            <p:cNvSpPr/>
            <p:nvPr/>
          </p:nvSpPr>
          <p:spPr>
            <a:xfrm>
              <a:off x="6204542" y="3908854"/>
              <a:ext cx="90091" cy="301272"/>
            </a:xfrm>
            <a:custGeom>
              <a:avLst/>
              <a:gdLst>
                <a:gd name="connsiteX0" fmla="*/ 89703 w 90091"/>
                <a:gd name="connsiteY0" fmla="*/ 212392 h 301272"/>
                <a:gd name="connsiteX1" fmla="*/ 89703 w 90091"/>
                <a:gd name="connsiteY1" fmla="*/ 215273 h 301272"/>
                <a:gd name="connsiteX2" fmla="*/ 89291 w 90091"/>
                <a:gd name="connsiteY2" fmla="*/ 218222 h 301272"/>
                <a:gd name="connsiteX3" fmla="*/ 88880 w 90091"/>
                <a:gd name="connsiteY3" fmla="*/ 220690 h 301272"/>
                <a:gd name="connsiteX4" fmla="*/ 88468 w 90091"/>
                <a:gd name="connsiteY4" fmla="*/ 223571 h 301272"/>
                <a:gd name="connsiteX5" fmla="*/ 88057 w 90091"/>
                <a:gd name="connsiteY5" fmla="*/ 224874 h 301272"/>
                <a:gd name="connsiteX6" fmla="*/ 86754 w 90091"/>
                <a:gd name="connsiteY6" fmla="*/ 229400 h 301272"/>
                <a:gd name="connsiteX7" fmla="*/ 85931 w 90091"/>
                <a:gd name="connsiteY7" fmla="*/ 232349 h 301272"/>
                <a:gd name="connsiteX8" fmla="*/ 84697 w 90091"/>
                <a:gd name="connsiteY8" fmla="*/ 234818 h 301272"/>
                <a:gd name="connsiteX9" fmla="*/ 82639 w 90091"/>
                <a:gd name="connsiteY9" fmla="*/ 240236 h 301272"/>
                <a:gd name="connsiteX10" fmla="*/ 82228 w 90091"/>
                <a:gd name="connsiteY10" fmla="*/ 240647 h 301272"/>
                <a:gd name="connsiteX11" fmla="*/ 81405 w 90091"/>
                <a:gd name="connsiteY11" fmla="*/ 241950 h 301272"/>
                <a:gd name="connsiteX12" fmla="*/ 76810 w 90091"/>
                <a:gd name="connsiteY12" fmla="*/ 249837 h 301272"/>
                <a:gd name="connsiteX13" fmla="*/ 75164 w 90091"/>
                <a:gd name="connsiteY13" fmla="*/ 251895 h 301272"/>
                <a:gd name="connsiteX14" fmla="*/ 73861 w 90091"/>
                <a:gd name="connsiteY14" fmla="*/ 253609 h 301272"/>
                <a:gd name="connsiteX15" fmla="*/ 67620 w 90091"/>
                <a:gd name="connsiteY15" fmla="*/ 260467 h 301272"/>
                <a:gd name="connsiteX16" fmla="*/ 60762 w 90091"/>
                <a:gd name="connsiteY16" fmla="*/ 266296 h 301272"/>
                <a:gd name="connsiteX17" fmla="*/ 57401 w 90091"/>
                <a:gd name="connsiteY17" fmla="*/ 268354 h 301272"/>
                <a:gd name="connsiteX18" fmla="*/ 49104 w 90091"/>
                <a:gd name="connsiteY18" fmla="*/ 272949 h 301272"/>
                <a:gd name="connsiteX19" fmla="*/ 31204 w 90091"/>
                <a:gd name="connsiteY19" fmla="*/ 283373 h 301272"/>
                <a:gd name="connsiteX20" fmla="*/ 8298 w 90091"/>
                <a:gd name="connsiteY20" fmla="*/ 296677 h 301272"/>
                <a:gd name="connsiteX21" fmla="*/ 0 w 90091"/>
                <a:gd name="connsiteY21" fmla="*/ 301272 h 301272"/>
                <a:gd name="connsiteX22" fmla="*/ 0 w 90091"/>
                <a:gd name="connsiteY22" fmla="*/ 52052 h 301272"/>
                <a:gd name="connsiteX23" fmla="*/ 89908 w 90091"/>
                <a:gd name="connsiteY23" fmla="*/ 0 h 301272"/>
                <a:gd name="connsiteX24" fmla="*/ 89908 w 90091"/>
                <a:gd name="connsiteY24" fmla="*/ 116792 h 301272"/>
                <a:gd name="connsiteX25" fmla="*/ 89908 w 90091"/>
                <a:gd name="connsiteY25" fmla="*/ 163015 h 301272"/>
                <a:gd name="connsiteX26" fmla="*/ 89908 w 90091"/>
                <a:gd name="connsiteY26" fmla="*/ 195110 h 301272"/>
                <a:gd name="connsiteX27" fmla="*/ 89908 w 90091"/>
                <a:gd name="connsiteY27" fmla="*/ 211295 h 301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0091" h="301272">
                  <a:moveTo>
                    <a:pt x="89703" y="212392"/>
                  </a:moveTo>
                  <a:lnTo>
                    <a:pt x="89703" y="215273"/>
                  </a:lnTo>
                  <a:cubicBezTo>
                    <a:pt x="89703" y="216096"/>
                    <a:pt x="89291" y="217330"/>
                    <a:pt x="89291" y="218222"/>
                  </a:cubicBezTo>
                  <a:cubicBezTo>
                    <a:pt x="89357" y="219066"/>
                    <a:pt x="89216" y="219913"/>
                    <a:pt x="88880" y="220690"/>
                  </a:cubicBezTo>
                  <a:cubicBezTo>
                    <a:pt x="88950" y="221669"/>
                    <a:pt x="88810" y="222651"/>
                    <a:pt x="88468" y="223571"/>
                  </a:cubicBezTo>
                  <a:cubicBezTo>
                    <a:pt x="88468" y="224051"/>
                    <a:pt x="88057" y="224463"/>
                    <a:pt x="88057" y="224874"/>
                  </a:cubicBezTo>
                  <a:cubicBezTo>
                    <a:pt x="87645" y="226520"/>
                    <a:pt x="87234" y="227754"/>
                    <a:pt x="86754" y="229400"/>
                  </a:cubicBezTo>
                  <a:cubicBezTo>
                    <a:pt x="86299" y="230324"/>
                    <a:pt x="86020" y="231324"/>
                    <a:pt x="85931" y="232349"/>
                  </a:cubicBezTo>
                  <a:lnTo>
                    <a:pt x="84697" y="234818"/>
                  </a:lnTo>
                  <a:cubicBezTo>
                    <a:pt x="84135" y="236669"/>
                    <a:pt x="83448" y="238479"/>
                    <a:pt x="82639" y="240236"/>
                  </a:cubicBezTo>
                  <a:cubicBezTo>
                    <a:pt x="82639" y="240463"/>
                    <a:pt x="82455" y="240647"/>
                    <a:pt x="82228" y="240647"/>
                  </a:cubicBezTo>
                  <a:cubicBezTo>
                    <a:pt x="82109" y="241162"/>
                    <a:pt x="81819" y="241622"/>
                    <a:pt x="81405" y="241950"/>
                  </a:cubicBezTo>
                  <a:cubicBezTo>
                    <a:pt x="80101" y="244419"/>
                    <a:pt x="78456" y="247368"/>
                    <a:pt x="76810" y="249837"/>
                  </a:cubicBezTo>
                  <a:cubicBezTo>
                    <a:pt x="76139" y="250416"/>
                    <a:pt x="75581" y="251114"/>
                    <a:pt x="75164" y="251895"/>
                  </a:cubicBezTo>
                  <a:cubicBezTo>
                    <a:pt x="74810" y="252523"/>
                    <a:pt x="74371" y="253100"/>
                    <a:pt x="73861" y="253609"/>
                  </a:cubicBezTo>
                  <a:cubicBezTo>
                    <a:pt x="72009" y="256093"/>
                    <a:pt x="69919" y="258390"/>
                    <a:pt x="67620" y="260467"/>
                  </a:cubicBezTo>
                  <a:cubicBezTo>
                    <a:pt x="65500" y="262597"/>
                    <a:pt x="63206" y="264547"/>
                    <a:pt x="60762" y="266296"/>
                  </a:cubicBezTo>
                  <a:lnTo>
                    <a:pt x="57401" y="268354"/>
                  </a:lnTo>
                  <a:cubicBezTo>
                    <a:pt x="54521" y="270000"/>
                    <a:pt x="51572" y="271303"/>
                    <a:pt x="49104" y="272949"/>
                  </a:cubicBezTo>
                  <a:cubicBezTo>
                    <a:pt x="42863" y="276309"/>
                    <a:pt x="37033" y="279807"/>
                    <a:pt x="31204" y="283373"/>
                  </a:cubicBezTo>
                  <a:cubicBezTo>
                    <a:pt x="23729" y="287968"/>
                    <a:pt x="16185" y="292494"/>
                    <a:pt x="8298" y="296677"/>
                  </a:cubicBezTo>
                  <a:lnTo>
                    <a:pt x="0" y="301272"/>
                  </a:lnTo>
                  <a:lnTo>
                    <a:pt x="0" y="52052"/>
                  </a:lnTo>
                  <a:cubicBezTo>
                    <a:pt x="29969" y="34976"/>
                    <a:pt x="59939" y="17762"/>
                    <a:pt x="89908" y="0"/>
                  </a:cubicBezTo>
                  <a:lnTo>
                    <a:pt x="89908" y="116792"/>
                  </a:lnTo>
                  <a:cubicBezTo>
                    <a:pt x="89908" y="132222"/>
                    <a:pt x="90320" y="147584"/>
                    <a:pt x="89908" y="163015"/>
                  </a:cubicBezTo>
                  <a:cubicBezTo>
                    <a:pt x="89908" y="173439"/>
                    <a:pt x="89497" y="184275"/>
                    <a:pt x="89908" y="195110"/>
                  </a:cubicBezTo>
                  <a:cubicBezTo>
                    <a:pt x="89908" y="200528"/>
                    <a:pt x="90320" y="205877"/>
                    <a:pt x="89908" y="211295"/>
                  </a:cubicBezTo>
                  <a:close/>
                </a:path>
              </a:pathLst>
            </a:custGeom>
            <a:solidFill>
              <a:srgbClr val="1B2E4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2D12F63-1ADB-0E99-24DD-EE8FFEECE0F4}"/>
                </a:ext>
              </a:extLst>
            </p:cNvPr>
            <p:cNvSpPr/>
            <p:nvPr/>
          </p:nvSpPr>
          <p:spPr>
            <a:xfrm>
              <a:off x="6214417" y="3926959"/>
              <a:ext cx="69402" cy="265747"/>
            </a:xfrm>
            <a:custGeom>
              <a:avLst/>
              <a:gdLst>
                <a:gd name="connsiteX0" fmla="*/ 275 w 69402"/>
                <a:gd name="connsiteY0" fmla="*/ 39982 h 265747"/>
                <a:gd name="connsiteX1" fmla="*/ 69403 w 69402"/>
                <a:gd name="connsiteY1" fmla="*/ 0 h 265747"/>
                <a:gd name="connsiteX2" fmla="*/ 69403 w 69402"/>
                <a:gd name="connsiteY2" fmla="*/ 114391 h 265747"/>
                <a:gd name="connsiteX3" fmla="*/ 69403 w 69402"/>
                <a:gd name="connsiteY3" fmla="*/ 144841 h 265747"/>
                <a:gd name="connsiteX4" fmla="*/ 69403 w 69402"/>
                <a:gd name="connsiteY4" fmla="*/ 155403 h 265747"/>
                <a:gd name="connsiteX5" fmla="*/ 69403 w 69402"/>
                <a:gd name="connsiteY5" fmla="*/ 177622 h 265747"/>
                <a:gd name="connsiteX6" fmla="*/ 69403 w 69402"/>
                <a:gd name="connsiteY6" fmla="*/ 182903 h 265747"/>
                <a:gd name="connsiteX7" fmla="*/ 69403 w 69402"/>
                <a:gd name="connsiteY7" fmla="*/ 192573 h 265747"/>
                <a:gd name="connsiteX8" fmla="*/ 69403 w 69402"/>
                <a:gd name="connsiteY8" fmla="*/ 197168 h 265747"/>
                <a:gd name="connsiteX9" fmla="*/ 68306 w 69402"/>
                <a:gd name="connsiteY9" fmla="*/ 199362 h 265747"/>
                <a:gd name="connsiteX10" fmla="*/ 68306 w 69402"/>
                <a:gd name="connsiteY10" fmla="*/ 202517 h 265747"/>
                <a:gd name="connsiteX11" fmla="*/ 67483 w 69402"/>
                <a:gd name="connsiteY11" fmla="*/ 206769 h 265747"/>
                <a:gd name="connsiteX12" fmla="*/ 65905 w 69402"/>
                <a:gd name="connsiteY12" fmla="*/ 212187 h 265747"/>
                <a:gd name="connsiteX13" fmla="*/ 66385 w 69402"/>
                <a:gd name="connsiteY13" fmla="*/ 209786 h 265747"/>
                <a:gd name="connsiteX14" fmla="*/ 65288 w 69402"/>
                <a:gd name="connsiteY14" fmla="*/ 212187 h 265747"/>
                <a:gd name="connsiteX15" fmla="*/ 63848 w 69402"/>
                <a:gd name="connsiteY15" fmla="*/ 216438 h 265747"/>
                <a:gd name="connsiteX16" fmla="*/ 61653 w 69402"/>
                <a:gd name="connsiteY16" fmla="*/ 220073 h 265747"/>
                <a:gd name="connsiteX17" fmla="*/ 57950 w 69402"/>
                <a:gd name="connsiteY17" fmla="*/ 225971 h 265747"/>
                <a:gd name="connsiteX18" fmla="*/ 55618 w 69402"/>
                <a:gd name="connsiteY18" fmla="*/ 229332 h 265747"/>
                <a:gd name="connsiteX19" fmla="*/ 50132 w 69402"/>
                <a:gd name="connsiteY19" fmla="*/ 235161 h 265747"/>
                <a:gd name="connsiteX20" fmla="*/ 44371 w 69402"/>
                <a:gd name="connsiteY20" fmla="*/ 239893 h 265747"/>
                <a:gd name="connsiteX21" fmla="*/ 38953 w 69402"/>
                <a:gd name="connsiteY21" fmla="*/ 243048 h 265747"/>
                <a:gd name="connsiteX22" fmla="*/ 32918 w 69402"/>
                <a:gd name="connsiteY22" fmla="*/ 246408 h 265747"/>
                <a:gd name="connsiteX23" fmla="*/ 22357 w 69402"/>
                <a:gd name="connsiteY23" fmla="*/ 252512 h 265747"/>
                <a:gd name="connsiteX24" fmla="*/ 0 w 69402"/>
                <a:gd name="connsiteY24" fmla="*/ 265748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402" h="265747">
                  <a:moveTo>
                    <a:pt x="275" y="39982"/>
                  </a:moveTo>
                  <a:cubicBezTo>
                    <a:pt x="23134" y="26815"/>
                    <a:pt x="46177" y="13487"/>
                    <a:pt x="69403" y="0"/>
                  </a:cubicBezTo>
                  <a:lnTo>
                    <a:pt x="69403" y="114391"/>
                  </a:lnTo>
                  <a:cubicBezTo>
                    <a:pt x="69403" y="124542"/>
                    <a:pt x="69403" y="134965"/>
                    <a:pt x="69403" y="144841"/>
                  </a:cubicBezTo>
                  <a:lnTo>
                    <a:pt x="69403" y="155403"/>
                  </a:lnTo>
                  <a:cubicBezTo>
                    <a:pt x="69403" y="162741"/>
                    <a:pt x="69403" y="170147"/>
                    <a:pt x="69403" y="177622"/>
                  </a:cubicBezTo>
                  <a:lnTo>
                    <a:pt x="69403" y="182903"/>
                  </a:lnTo>
                  <a:cubicBezTo>
                    <a:pt x="69403" y="186126"/>
                    <a:pt x="69403" y="189349"/>
                    <a:pt x="69403" y="192573"/>
                  </a:cubicBezTo>
                  <a:lnTo>
                    <a:pt x="69403" y="197168"/>
                  </a:lnTo>
                  <a:lnTo>
                    <a:pt x="68306" y="199362"/>
                  </a:lnTo>
                  <a:lnTo>
                    <a:pt x="68306" y="202517"/>
                  </a:lnTo>
                  <a:cubicBezTo>
                    <a:pt x="67743" y="203863"/>
                    <a:pt x="67462" y="205310"/>
                    <a:pt x="67483" y="206769"/>
                  </a:cubicBezTo>
                  <a:lnTo>
                    <a:pt x="65905" y="212187"/>
                  </a:lnTo>
                  <a:lnTo>
                    <a:pt x="66385" y="209786"/>
                  </a:lnTo>
                  <a:lnTo>
                    <a:pt x="65288" y="212187"/>
                  </a:lnTo>
                  <a:lnTo>
                    <a:pt x="63848" y="216438"/>
                  </a:lnTo>
                  <a:lnTo>
                    <a:pt x="61653" y="220073"/>
                  </a:lnTo>
                  <a:lnTo>
                    <a:pt x="57950" y="225971"/>
                  </a:lnTo>
                  <a:lnTo>
                    <a:pt x="55618" y="229332"/>
                  </a:lnTo>
                  <a:cubicBezTo>
                    <a:pt x="53912" y="231386"/>
                    <a:pt x="52080" y="233334"/>
                    <a:pt x="50132" y="235161"/>
                  </a:cubicBezTo>
                  <a:cubicBezTo>
                    <a:pt x="48357" y="236907"/>
                    <a:pt x="46429" y="238491"/>
                    <a:pt x="44371" y="239893"/>
                  </a:cubicBezTo>
                  <a:lnTo>
                    <a:pt x="38953" y="243048"/>
                  </a:lnTo>
                  <a:cubicBezTo>
                    <a:pt x="36881" y="244056"/>
                    <a:pt x="34867" y="245178"/>
                    <a:pt x="32918" y="246408"/>
                  </a:cubicBezTo>
                  <a:cubicBezTo>
                    <a:pt x="29901" y="247986"/>
                    <a:pt x="26060" y="250248"/>
                    <a:pt x="22357" y="252512"/>
                  </a:cubicBezTo>
                  <a:cubicBezTo>
                    <a:pt x="22357" y="252512"/>
                    <a:pt x="4938" y="262936"/>
                    <a:pt x="0" y="265748"/>
                  </a:cubicBezTo>
                  <a:close/>
                </a:path>
              </a:pathLst>
            </a:custGeom>
            <a:solidFill>
              <a:srgbClr val="68809D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7B5755E-C687-DBCB-D2A7-3655C45105A2}"/>
                </a:ext>
              </a:extLst>
            </p:cNvPr>
            <p:cNvSpPr/>
            <p:nvPr/>
          </p:nvSpPr>
          <p:spPr>
            <a:xfrm>
              <a:off x="6204336" y="3672300"/>
              <a:ext cx="89914" cy="288332"/>
            </a:xfrm>
            <a:custGeom>
              <a:avLst/>
              <a:gdLst>
                <a:gd name="connsiteX0" fmla="*/ 89908 w 89914"/>
                <a:gd name="connsiteY0" fmla="*/ 188274 h 288332"/>
                <a:gd name="connsiteX1" fmla="*/ 89908 w 89914"/>
                <a:gd name="connsiteY1" fmla="*/ 236280 h 288332"/>
                <a:gd name="connsiteX2" fmla="*/ 0 w 89914"/>
                <a:gd name="connsiteY2" fmla="*/ 288332 h 288332"/>
                <a:gd name="connsiteX3" fmla="*/ 0 w 89914"/>
                <a:gd name="connsiteY3" fmla="*/ 37878 h 288332"/>
                <a:gd name="connsiteX4" fmla="*/ 27843 w 89914"/>
                <a:gd name="connsiteY4" fmla="*/ 21624 h 288332"/>
                <a:gd name="connsiteX5" fmla="*/ 29558 w 89914"/>
                <a:gd name="connsiteY5" fmla="*/ 20802 h 288332"/>
                <a:gd name="connsiteX6" fmla="*/ 47457 w 89914"/>
                <a:gd name="connsiteY6" fmla="*/ 10377 h 288332"/>
                <a:gd name="connsiteX7" fmla="*/ 57401 w 89914"/>
                <a:gd name="connsiteY7" fmla="*/ 4548 h 288332"/>
                <a:gd name="connsiteX8" fmla="*/ 61585 w 89914"/>
                <a:gd name="connsiteY8" fmla="*/ 2491 h 288332"/>
                <a:gd name="connsiteX9" fmla="*/ 64534 w 89914"/>
                <a:gd name="connsiteY9" fmla="*/ 1668 h 288332"/>
                <a:gd name="connsiteX10" fmla="*/ 67414 w 89914"/>
                <a:gd name="connsiteY10" fmla="*/ 845 h 288332"/>
                <a:gd name="connsiteX11" fmla="*/ 70363 w 89914"/>
                <a:gd name="connsiteY11" fmla="*/ 22 h 288332"/>
                <a:gd name="connsiteX12" fmla="*/ 76192 w 89914"/>
                <a:gd name="connsiteY12" fmla="*/ 433 h 288332"/>
                <a:gd name="connsiteX13" fmla="*/ 80306 w 89914"/>
                <a:gd name="connsiteY13" fmla="*/ 2079 h 288332"/>
                <a:gd name="connsiteX14" fmla="*/ 84078 w 89914"/>
                <a:gd name="connsiteY14" fmla="*/ 4960 h 288332"/>
                <a:gd name="connsiteX15" fmla="*/ 87439 w 89914"/>
                <a:gd name="connsiteY15" fmla="*/ 9966 h 288332"/>
                <a:gd name="connsiteX16" fmla="*/ 89496 w 89914"/>
                <a:gd name="connsiteY16" fmla="*/ 16206 h 288332"/>
                <a:gd name="connsiteX17" fmla="*/ 89907 w 89914"/>
                <a:gd name="connsiteY17" fmla="*/ 23064 h 288332"/>
                <a:gd name="connsiteX18" fmla="*/ 89908 w 89914"/>
                <a:gd name="connsiteY18" fmla="*/ 188342 h 288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9914" h="288332">
                  <a:moveTo>
                    <a:pt x="89908" y="188274"/>
                  </a:moveTo>
                  <a:lnTo>
                    <a:pt x="89908" y="236280"/>
                  </a:lnTo>
                  <a:cubicBezTo>
                    <a:pt x="59939" y="253768"/>
                    <a:pt x="29969" y="271256"/>
                    <a:pt x="0" y="288332"/>
                  </a:cubicBezTo>
                  <a:lnTo>
                    <a:pt x="0" y="37878"/>
                  </a:lnTo>
                  <a:cubicBezTo>
                    <a:pt x="9121" y="32460"/>
                    <a:pt x="18311" y="26631"/>
                    <a:pt x="27843" y="21624"/>
                  </a:cubicBezTo>
                  <a:cubicBezTo>
                    <a:pt x="28255" y="21213"/>
                    <a:pt x="29147" y="21213"/>
                    <a:pt x="29558" y="20802"/>
                  </a:cubicBezTo>
                  <a:cubicBezTo>
                    <a:pt x="35799" y="17510"/>
                    <a:pt x="41628" y="13944"/>
                    <a:pt x="47457" y="10377"/>
                  </a:cubicBezTo>
                  <a:cubicBezTo>
                    <a:pt x="50749" y="8320"/>
                    <a:pt x="54315" y="6263"/>
                    <a:pt x="57401" y="4548"/>
                  </a:cubicBezTo>
                  <a:cubicBezTo>
                    <a:pt x="58668" y="3629"/>
                    <a:pt x="60083" y="2933"/>
                    <a:pt x="61585" y="2491"/>
                  </a:cubicBezTo>
                  <a:cubicBezTo>
                    <a:pt x="62505" y="2028"/>
                    <a:pt x="63507" y="1749"/>
                    <a:pt x="64534" y="1668"/>
                  </a:cubicBezTo>
                  <a:cubicBezTo>
                    <a:pt x="65430" y="1205"/>
                    <a:pt x="66409" y="926"/>
                    <a:pt x="67414" y="845"/>
                  </a:cubicBezTo>
                  <a:cubicBezTo>
                    <a:pt x="68334" y="382"/>
                    <a:pt x="69336" y="103"/>
                    <a:pt x="70363" y="22"/>
                  </a:cubicBezTo>
                  <a:cubicBezTo>
                    <a:pt x="72315" y="-58"/>
                    <a:pt x="74270" y="80"/>
                    <a:pt x="76192" y="433"/>
                  </a:cubicBezTo>
                  <a:cubicBezTo>
                    <a:pt x="77591" y="910"/>
                    <a:pt x="78965" y="1460"/>
                    <a:pt x="80306" y="2079"/>
                  </a:cubicBezTo>
                  <a:cubicBezTo>
                    <a:pt x="81671" y="2891"/>
                    <a:pt x="82936" y="3857"/>
                    <a:pt x="84078" y="4960"/>
                  </a:cubicBezTo>
                  <a:cubicBezTo>
                    <a:pt x="85392" y="6490"/>
                    <a:pt x="86520" y="8171"/>
                    <a:pt x="87439" y="9966"/>
                  </a:cubicBezTo>
                  <a:cubicBezTo>
                    <a:pt x="88299" y="11985"/>
                    <a:pt x="88987" y="14072"/>
                    <a:pt x="89496" y="16206"/>
                  </a:cubicBezTo>
                  <a:cubicBezTo>
                    <a:pt x="89812" y="18478"/>
                    <a:pt x="89949" y="20771"/>
                    <a:pt x="89907" y="23064"/>
                  </a:cubicBezTo>
                  <a:lnTo>
                    <a:pt x="89908" y="188342"/>
                  </a:lnTo>
                  <a:close/>
                </a:path>
              </a:pathLst>
            </a:custGeom>
            <a:solidFill>
              <a:srgbClr val="3C433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7BF5B1-11B3-1891-5B8A-95249867ACDE}"/>
                </a:ext>
              </a:extLst>
            </p:cNvPr>
            <p:cNvSpPr/>
            <p:nvPr/>
          </p:nvSpPr>
          <p:spPr>
            <a:xfrm>
              <a:off x="6114291" y="3960906"/>
              <a:ext cx="90045" cy="301409"/>
            </a:xfrm>
            <a:custGeom>
              <a:avLst/>
              <a:gdLst>
                <a:gd name="connsiteX0" fmla="*/ 90046 w 90045"/>
                <a:gd name="connsiteY0" fmla="*/ 0 h 301409"/>
                <a:gd name="connsiteX1" fmla="*/ 90046 w 90045"/>
                <a:gd name="connsiteY1" fmla="*/ 249425 h 301409"/>
                <a:gd name="connsiteX2" fmla="*/ 89634 w 90045"/>
                <a:gd name="connsiteY2" fmla="*/ 249425 h 301409"/>
                <a:gd name="connsiteX3" fmla="*/ 89154 w 90045"/>
                <a:gd name="connsiteY3" fmla="*/ 249837 h 301409"/>
                <a:gd name="connsiteX4" fmla="*/ 58362 w 90045"/>
                <a:gd name="connsiteY4" fmla="*/ 268148 h 301409"/>
                <a:gd name="connsiteX5" fmla="*/ 49652 w 90045"/>
                <a:gd name="connsiteY5" fmla="*/ 273154 h 301409"/>
                <a:gd name="connsiteX6" fmla="*/ 1646 w 90045"/>
                <a:gd name="connsiteY6" fmla="*/ 300586 h 301409"/>
                <a:gd name="connsiteX7" fmla="*/ 0 w 90045"/>
                <a:gd name="connsiteY7" fmla="*/ 301409 h 301409"/>
                <a:gd name="connsiteX8" fmla="*/ 0 w 90045"/>
                <a:gd name="connsiteY8" fmla="*/ 52052 h 301409"/>
                <a:gd name="connsiteX9" fmla="*/ 90046 w 90045"/>
                <a:gd name="connsiteY9" fmla="*/ 0 h 301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045" h="301409">
                  <a:moveTo>
                    <a:pt x="90046" y="0"/>
                  </a:moveTo>
                  <a:lnTo>
                    <a:pt x="90046" y="249425"/>
                  </a:lnTo>
                  <a:lnTo>
                    <a:pt x="89634" y="249425"/>
                  </a:lnTo>
                  <a:cubicBezTo>
                    <a:pt x="89634" y="249837"/>
                    <a:pt x="89154" y="249837"/>
                    <a:pt x="89154" y="249837"/>
                  </a:cubicBezTo>
                  <a:cubicBezTo>
                    <a:pt x="78798" y="256078"/>
                    <a:pt x="68580" y="261907"/>
                    <a:pt x="58362" y="268148"/>
                  </a:cubicBezTo>
                  <a:lnTo>
                    <a:pt x="49652" y="273154"/>
                  </a:lnTo>
                  <a:cubicBezTo>
                    <a:pt x="33810" y="282275"/>
                    <a:pt x="17968" y="291465"/>
                    <a:pt x="1646" y="300586"/>
                  </a:cubicBezTo>
                  <a:cubicBezTo>
                    <a:pt x="1194" y="301022"/>
                    <a:pt x="619" y="301309"/>
                    <a:pt x="0" y="301409"/>
                  </a:cubicBezTo>
                  <a:lnTo>
                    <a:pt x="0" y="52052"/>
                  </a:lnTo>
                  <a:cubicBezTo>
                    <a:pt x="29901" y="34564"/>
                    <a:pt x="60008" y="17488"/>
                    <a:pt x="90046" y="0"/>
                  </a:cubicBezTo>
                  <a:close/>
                </a:path>
              </a:pathLst>
            </a:custGeom>
            <a:solidFill>
              <a:srgbClr val="3A102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4177851-04BE-535F-B063-BD9DB6903AA0}"/>
                </a:ext>
              </a:extLst>
            </p:cNvPr>
            <p:cNvSpPr/>
            <p:nvPr/>
          </p:nvSpPr>
          <p:spPr>
            <a:xfrm>
              <a:off x="6124783" y="3978737"/>
              <a:ext cx="69128" cy="265679"/>
            </a:xfrm>
            <a:custGeom>
              <a:avLst/>
              <a:gdLst>
                <a:gd name="connsiteX0" fmla="*/ 0 w 69128"/>
                <a:gd name="connsiteY0" fmla="*/ 40051 h 265679"/>
                <a:gd name="connsiteX1" fmla="*/ 69129 w 69128"/>
                <a:gd name="connsiteY1" fmla="*/ 0 h 265679"/>
                <a:gd name="connsiteX2" fmla="*/ 69129 w 69128"/>
                <a:gd name="connsiteY2" fmla="*/ 220965 h 265679"/>
                <a:gd name="connsiteX3" fmla="*/ 69129 w 69128"/>
                <a:gd name="connsiteY3" fmla="*/ 225491 h 265679"/>
                <a:gd name="connsiteX4" fmla="*/ 42726 w 69128"/>
                <a:gd name="connsiteY4" fmla="*/ 241196 h 265679"/>
                <a:gd name="connsiteX5" fmla="*/ 206 w 69128"/>
                <a:gd name="connsiteY5" fmla="*/ 265679 h 26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9128" h="265679">
                  <a:moveTo>
                    <a:pt x="0" y="40051"/>
                  </a:moveTo>
                  <a:lnTo>
                    <a:pt x="69129" y="0"/>
                  </a:lnTo>
                  <a:lnTo>
                    <a:pt x="69129" y="220965"/>
                  </a:lnTo>
                  <a:lnTo>
                    <a:pt x="69129" y="225491"/>
                  </a:lnTo>
                  <a:lnTo>
                    <a:pt x="42726" y="241196"/>
                  </a:lnTo>
                  <a:lnTo>
                    <a:pt x="206" y="265679"/>
                  </a:lnTo>
                  <a:close/>
                </a:path>
              </a:pathLst>
            </a:custGeom>
            <a:solidFill>
              <a:srgbClr val="804A6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98987D4-3BB4-44AE-2770-2ED581005BA1}"/>
                </a:ext>
              </a:extLst>
            </p:cNvPr>
            <p:cNvSpPr/>
            <p:nvPr/>
          </p:nvSpPr>
          <p:spPr>
            <a:xfrm>
              <a:off x="6114359" y="3710178"/>
              <a:ext cx="89976" cy="303123"/>
            </a:xfrm>
            <a:custGeom>
              <a:avLst/>
              <a:gdLst>
                <a:gd name="connsiteX0" fmla="*/ 89977 w 89976"/>
                <a:gd name="connsiteY0" fmla="*/ 0 h 303123"/>
                <a:gd name="connsiteX1" fmla="*/ 89977 w 89976"/>
                <a:gd name="connsiteY1" fmla="*/ 251071 h 303123"/>
                <a:gd name="connsiteX2" fmla="*/ 0 w 89976"/>
                <a:gd name="connsiteY2" fmla="*/ 303124 h 303123"/>
                <a:gd name="connsiteX3" fmla="*/ 0 w 89976"/>
                <a:gd name="connsiteY3" fmla="*/ 51298 h 303123"/>
                <a:gd name="connsiteX4" fmla="*/ 46223 w 89976"/>
                <a:gd name="connsiteY4" fmla="*/ 24620 h 303123"/>
                <a:gd name="connsiteX5" fmla="*/ 85793 w 89976"/>
                <a:gd name="connsiteY5" fmla="*/ 1715 h 303123"/>
                <a:gd name="connsiteX6" fmla="*/ 89977 w 89976"/>
                <a:gd name="connsiteY6" fmla="*/ 0 h 303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976" h="303123">
                  <a:moveTo>
                    <a:pt x="89977" y="0"/>
                  </a:moveTo>
                  <a:lnTo>
                    <a:pt x="89977" y="251071"/>
                  </a:lnTo>
                  <a:cubicBezTo>
                    <a:pt x="59939" y="268559"/>
                    <a:pt x="29969" y="285361"/>
                    <a:pt x="0" y="303124"/>
                  </a:cubicBezTo>
                  <a:lnTo>
                    <a:pt x="0" y="51298"/>
                  </a:lnTo>
                  <a:cubicBezTo>
                    <a:pt x="15431" y="42520"/>
                    <a:pt x="30381" y="33398"/>
                    <a:pt x="46223" y="24620"/>
                  </a:cubicBezTo>
                  <a:cubicBezTo>
                    <a:pt x="59116" y="17145"/>
                    <a:pt x="72489" y="9670"/>
                    <a:pt x="85793" y="1715"/>
                  </a:cubicBezTo>
                  <a:cubicBezTo>
                    <a:pt x="87111" y="971"/>
                    <a:pt x="88516" y="395"/>
                    <a:pt x="89977" y="0"/>
                  </a:cubicBezTo>
                  <a:close/>
                </a:path>
              </a:pathLst>
            </a:custGeom>
            <a:solidFill>
              <a:srgbClr val="3C433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2973A57-3385-4F06-05A7-7CACD10C90D8}"/>
                </a:ext>
              </a:extLst>
            </p:cNvPr>
            <p:cNvSpPr/>
            <p:nvPr/>
          </p:nvSpPr>
          <p:spPr>
            <a:xfrm>
              <a:off x="6024451" y="4012958"/>
              <a:ext cx="89908" cy="301477"/>
            </a:xfrm>
            <a:custGeom>
              <a:avLst/>
              <a:gdLst>
                <a:gd name="connsiteX0" fmla="*/ 89909 w 89908"/>
                <a:gd name="connsiteY0" fmla="*/ 0 h 301477"/>
                <a:gd name="connsiteX1" fmla="*/ 89909 w 89908"/>
                <a:gd name="connsiteY1" fmla="*/ 249425 h 301477"/>
                <a:gd name="connsiteX2" fmla="*/ 44097 w 89908"/>
                <a:gd name="connsiteY2" fmla="*/ 276035 h 301477"/>
                <a:gd name="connsiteX3" fmla="*/ 4115 w 89908"/>
                <a:gd name="connsiteY3" fmla="*/ 298940 h 301477"/>
                <a:gd name="connsiteX4" fmla="*/ 0 w 89908"/>
                <a:gd name="connsiteY4" fmla="*/ 301477 h 301477"/>
                <a:gd name="connsiteX5" fmla="*/ 0 w 89908"/>
                <a:gd name="connsiteY5" fmla="*/ 52052 h 301477"/>
                <a:gd name="connsiteX6" fmla="*/ 89909 w 89908"/>
                <a:gd name="connsiteY6" fmla="*/ 0 h 30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908" h="301477">
                  <a:moveTo>
                    <a:pt x="89909" y="0"/>
                  </a:moveTo>
                  <a:lnTo>
                    <a:pt x="89909" y="249425"/>
                  </a:lnTo>
                  <a:cubicBezTo>
                    <a:pt x="74546" y="258546"/>
                    <a:pt x="59527" y="267325"/>
                    <a:pt x="44097" y="276035"/>
                  </a:cubicBezTo>
                  <a:cubicBezTo>
                    <a:pt x="30793" y="283578"/>
                    <a:pt x="17488" y="291465"/>
                    <a:pt x="4115" y="298940"/>
                  </a:cubicBezTo>
                  <a:lnTo>
                    <a:pt x="0" y="301477"/>
                  </a:lnTo>
                  <a:lnTo>
                    <a:pt x="0" y="52052"/>
                  </a:lnTo>
                  <a:cubicBezTo>
                    <a:pt x="29969" y="34564"/>
                    <a:pt x="59939" y="17076"/>
                    <a:pt x="89909" y="0"/>
                  </a:cubicBezTo>
                  <a:close/>
                </a:path>
              </a:pathLst>
            </a:custGeom>
            <a:solidFill>
              <a:srgbClr val="433B1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3F51D83-7391-5F4B-922B-0F037FBB6C56}"/>
                </a:ext>
              </a:extLst>
            </p:cNvPr>
            <p:cNvSpPr/>
            <p:nvPr/>
          </p:nvSpPr>
          <p:spPr>
            <a:xfrm>
              <a:off x="6034875" y="4030858"/>
              <a:ext cx="69128" cy="265472"/>
            </a:xfrm>
            <a:custGeom>
              <a:avLst/>
              <a:gdLst>
                <a:gd name="connsiteX0" fmla="*/ 0 w 69128"/>
                <a:gd name="connsiteY0" fmla="*/ 40119 h 265472"/>
                <a:gd name="connsiteX1" fmla="*/ 69129 w 69128"/>
                <a:gd name="connsiteY1" fmla="*/ 0 h 265472"/>
                <a:gd name="connsiteX2" fmla="*/ 69129 w 69128"/>
                <a:gd name="connsiteY2" fmla="*/ 225560 h 265472"/>
                <a:gd name="connsiteX3" fmla="*/ 28598 w 69128"/>
                <a:gd name="connsiteY3" fmla="*/ 249083 h 265472"/>
                <a:gd name="connsiteX4" fmla="*/ 0 w 69128"/>
                <a:gd name="connsiteY4" fmla="*/ 265473 h 265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28" h="265472">
                  <a:moveTo>
                    <a:pt x="0" y="40119"/>
                  </a:moveTo>
                  <a:cubicBezTo>
                    <a:pt x="22974" y="26403"/>
                    <a:pt x="46017" y="13236"/>
                    <a:pt x="69129" y="0"/>
                  </a:cubicBezTo>
                  <a:lnTo>
                    <a:pt x="69129" y="225560"/>
                  </a:lnTo>
                  <a:cubicBezTo>
                    <a:pt x="55413" y="233652"/>
                    <a:pt x="42177" y="241333"/>
                    <a:pt x="28598" y="249083"/>
                  </a:cubicBezTo>
                  <a:lnTo>
                    <a:pt x="0" y="265473"/>
                  </a:lnTo>
                  <a:close/>
                </a:path>
              </a:pathLst>
            </a:custGeom>
            <a:solidFill>
              <a:srgbClr val="9B916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EBFCF47-1C2D-8A52-04DF-83A23AF266D0}"/>
                </a:ext>
              </a:extLst>
            </p:cNvPr>
            <p:cNvSpPr/>
            <p:nvPr/>
          </p:nvSpPr>
          <p:spPr>
            <a:xfrm>
              <a:off x="6024451" y="3761887"/>
              <a:ext cx="89908" cy="303123"/>
            </a:xfrm>
            <a:custGeom>
              <a:avLst/>
              <a:gdLst>
                <a:gd name="connsiteX0" fmla="*/ 89909 w 89908"/>
                <a:gd name="connsiteY0" fmla="*/ 0 h 303123"/>
                <a:gd name="connsiteX1" fmla="*/ 89909 w 89908"/>
                <a:gd name="connsiteY1" fmla="*/ 251072 h 303123"/>
                <a:gd name="connsiteX2" fmla="*/ 0 w 89908"/>
                <a:gd name="connsiteY2" fmla="*/ 303124 h 303123"/>
                <a:gd name="connsiteX3" fmla="*/ 0 w 89908"/>
                <a:gd name="connsiteY3" fmla="*/ 51641 h 303123"/>
                <a:gd name="connsiteX4" fmla="*/ 823 w 89908"/>
                <a:gd name="connsiteY4" fmla="*/ 51229 h 303123"/>
                <a:gd name="connsiteX5" fmla="*/ 40394 w 89908"/>
                <a:gd name="connsiteY5" fmla="*/ 28324 h 303123"/>
                <a:gd name="connsiteX6" fmla="*/ 88400 w 89908"/>
                <a:gd name="connsiteY6" fmla="*/ 892 h 303123"/>
                <a:gd name="connsiteX7" fmla="*/ 89908 w 89908"/>
                <a:gd name="connsiteY7" fmla="*/ 0 h 303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908" h="303123">
                  <a:moveTo>
                    <a:pt x="89909" y="0"/>
                  </a:moveTo>
                  <a:lnTo>
                    <a:pt x="89909" y="251072"/>
                  </a:lnTo>
                  <a:cubicBezTo>
                    <a:pt x="59939" y="268148"/>
                    <a:pt x="29969" y="285362"/>
                    <a:pt x="0" y="303124"/>
                  </a:cubicBezTo>
                  <a:lnTo>
                    <a:pt x="0" y="51641"/>
                  </a:lnTo>
                  <a:cubicBezTo>
                    <a:pt x="411" y="51641"/>
                    <a:pt x="411" y="51229"/>
                    <a:pt x="823" y="51229"/>
                  </a:cubicBezTo>
                  <a:cubicBezTo>
                    <a:pt x="14127" y="43685"/>
                    <a:pt x="27021" y="35799"/>
                    <a:pt x="40394" y="28324"/>
                  </a:cubicBezTo>
                  <a:cubicBezTo>
                    <a:pt x="56167" y="19134"/>
                    <a:pt x="72420" y="10013"/>
                    <a:pt x="88400" y="892"/>
                  </a:cubicBezTo>
                  <a:cubicBezTo>
                    <a:pt x="88806" y="455"/>
                    <a:pt x="89330" y="145"/>
                    <a:pt x="89908" y="0"/>
                  </a:cubicBezTo>
                  <a:close/>
                </a:path>
              </a:pathLst>
            </a:custGeom>
            <a:solidFill>
              <a:srgbClr val="3C433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66A7D0F-C472-65BE-F575-15463C31C0BB}"/>
                </a:ext>
              </a:extLst>
            </p:cNvPr>
            <p:cNvSpPr/>
            <p:nvPr/>
          </p:nvSpPr>
          <p:spPr>
            <a:xfrm>
              <a:off x="5934542" y="4065010"/>
              <a:ext cx="89908" cy="287030"/>
            </a:xfrm>
            <a:custGeom>
              <a:avLst/>
              <a:gdLst>
                <a:gd name="connsiteX0" fmla="*/ 89908 w 89908"/>
                <a:gd name="connsiteY0" fmla="*/ 0 h 287030"/>
                <a:gd name="connsiteX1" fmla="*/ 89908 w 89908"/>
                <a:gd name="connsiteY1" fmla="*/ 249425 h 287030"/>
                <a:gd name="connsiteX2" fmla="*/ 62476 w 89908"/>
                <a:gd name="connsiteY2" fmla="*/ 265199 h 287030"/>
                <a:gd name="connsiteX3" fmla="*/ 42520 w 89908"/>
                <a:gd name="connsiteY3" fmla="*/ 276857 h 287030"/>
                <a:gd name="connsiteX4" fmla="*/ 32507 w 89908"/>
                <a:gd name="connsiteY4" fmla="*/ 282687 h 287030"/>
                <a:gd name="connsiteX5" fmla="*/ 28324 w 89908"/>
                <a:gd name="connsiteY5" fmla="*/ 284813 h 287030"/>
                <a:gd name="connsiteX6" fmla="*/ 19614 w 89908"/>
                <a:gd name="connsiteY6" fmla="*/ 286870 h 287030"/>
                <a:gd name="connsiteX7" fmla="*/ 16665 w 89908"/>
                <a:gd name="connsiteY7" fmla="*/ 286870 h 287030"/>
                <a:gd name="connsiteX8" fmla="*/ 15431 w 89908"/>
                <a:gd name="connsiteY8" fmla="*/ 286870 h 287030"/>
                <a:gd name="connsiteX9" fmla="*/ 14196 w 89908"/>
                <a:gd name="connsiteY9" fmla="*/ 286459 h 287030"/>
                <a:gd name="connsiteX10" fmla="*/ 12550 w 89908"/>
                <a:gd name="connsiteY10" fmla="*/ 286459 h 287030"/>
                <a:gd name="connsiteX11" fmla="*/ 12070 w 89908"/>
                <a:gd name="connsiteY11" fmla="*/ 286047 h 287030"/>
                <a:gd name="connsiteX12" fmla="*/ 10013 w 89908"/>
                <a:gd name="connsiteY12" fmla="*/ 285224 h 287030"/>
                <a:gd name="connsiteX13" fmla="*/ 9601 w 89908"/>
                <a:gd name="connsiteY13" fmla="*/ 284813 h 287030"/>
                <a:gd name="connsiteX14" fmla="*/ 8778 w 89908"/>
                <a:gd name="connsiteY14" fmla="*/ 284401 h 287030"/>
                <a:gd name="connsiteX15" fmla="*/ 8367 w 89908"/>
                <a:gd name="connsiteY15" fmla="*/ 283990 h 287030"/>
                <a:gd name="connsiteX16" fmla="*/ 7544 w 89908"/>
                <a:gd name="connsiteY16" fmla="*/ 283579 h 287030"/>
                <a:gd name="connsiteX17" fmla="*/ 7132 w 89908"/>
                <a:gd name="connsiteY17" fmla="*/ 283579 h 287030"/>
                <a:gd name="connsiteX18" fmla="*/ 7132 w 89908"/>
                <a:gd name="connsiteY18" fmla="*/ 282961 h 287030"/>
                <a:gd name="connsiteX19" fmla="*/ 6652 w 89908"/>
                <a:gd name="connsiteY19" fmla="*/ 282961 h 287030"/>
                <a:gd name="connsiteX20" fmla="*/ 6652 w 89908"/>
                <a:gd name="connsiteY20" fmla="*/ 282961 h 287030"/>
                <a:gd name="connsiteX21" fmla="*/ 5830 w 89908"/>
                <a:gd name="connsiteY21" fmla="*/ 282138 h 287030"/>
                <a:gd name="connsiteX22" fmla="*/ 5006 w 89908"/>
                <a:gd name="connsiteY22" fmla="*/ 281315 h 287030"/>
                <a:gd name="connsiteX23" fmla="*/ 4595 w 89908"/>
                <a:gd name="connsiteY23" fmla="*/ 280904 h 287030"/>
                <a:gd name="connsiteX24" fmla="*/ 4183 w 89908"/>
                <a:gd name="connsiteY24" fmla="*/ 280081 h 287030"/>
                <a:gd name="connsiteX25" fmla="*/ 3360 w 89908"/>
                <a:gd name="connsiteY25" fmla="*/ 279258 h 287030"/>
                <a:gd name="connsiteX26" fmla="*/ 2949 w 89908"/>
                <a:gd name="connsiteY26" fmla="*/ 278435 h 287030"/>
                <a:gd name="connsiteX27" fmla="*/ 2949 w 89908"/>
                <a:gd name="connsiteY27" fmla="*/ 278024 h 287030"/>
                <a:gd name="connsiteX28" fmla="*/ 2537 w 89908"/>
                <a:gd name="connsiteY28" fmla="*/ 277132 h 287030"/>
                <a:gd name="connsiteX29" fmla="*/ 2126 w 89908"/>
                <a:gd name="connsiteY29" fmla="*/ 276309 h 287030"/>
                <a:gd name="connsiteX30" fmla="*/ 1715 w 89908"/>
                <a:gd name="connsiteY30" fmla="*/ 275486 h 287030"/>
                <a:gd name="connsiteX31" fmla="*/ 1303 w 89908"/>
                <a:gd name="connsiteY31" fmla="*/ 274251 h 287030"/>
                <a:gd name="connsiteX32" fmla="*/ 1303 w 89908"/>
                <a:gd name="connsiteY32" fmla="*/ 273428 h 287030"/>
                <a:gd name="connsiteX33" fmla="*/ 411 w 89908"/>
                <a:gd name="connsiteY33" fmla="*/ 270891 h 287030"/>
                <a:gd name="connsiteX34" fmla="*/ 411 w 89908"/>
                <a:gd name="connsiteY34" fmla="*/ 268422 h 287030"/>
                <a:gd name="connsiteX35" fmla="*/ 0 w 89908"/>
                <a:gd name="connsiteY35" fmla="*/ 267599 h 287030"/>
                <a:gd name="connsiteX36" fmla="*/ 0 w 89908"/>
                <a:gd name="connsiteY36" fmla="*/ 256901 h 287030"/>
                <a:gd name="connsiteX37" fmla="*/ 0 w 89908"/>
                <a:gd name="connsiteY37" fmla="*/ 236327 h 287030"/>
                <a:gd name="connsiteX38" fmla="*/ 0 w 89908"/>
                <a:gd name="connsiteY38" fmla="*/ 51161 h 287030"/>
                <a:gd name="connsiteX39" fmla="*/ 89908 w 89908"/>
                <a:gd name="connsiteY39" fmla="*/ 0 h 28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9908" h="287030">
                  <a:moveTo>
                    <a:pt x="89908" y="0"/>
                  </a:moveTo>
                  <a:lnTo>
                    <a:pt x="89908" y="249425"/>
                  </a:lnTo>
                  <a:cubicBezTo>
                    <a:pt x="80719" y="254844"/>
                    <a:pt x="71598" y="260261"/>
                    <a:pt x="62476" y="265199"/>
                  </a:cubicBezTo>
                  <a:cubicBezTo>
                    <a:pt x="55618" y="268971"/>
                    <a:pt x="48760" y="272743"/>
                    <a:pt x="42520" y="276857"/>
                  </a:cubicBezTo>
                  <a:cubicBezTo>
                    <a:pt x="39159" y="278572"/>
                    <a:pt x="35662" y="280629"/>
                    <a:pt x="32507" y="282687"/>
                  </a:cubicBezTo>
                  <a:cubicBezTo>
                    <a:pt x="31265" y="283663"/>
                    <a:pt x="29843" y="284385"/>
                    <a:pt x="28324" y="284813"/>
                  </a:cubicBezTo>
                  <a:cubicBezTo>
                    <a:pt x="25588" y="286077"/>
                    <a:pt x="22626" y="286777"/>
                    <a:pt x="19614" y="286870"/>
                  </a:cubicBezTo>
                  <a:cubicBezTo>
                    <a:pt x="18642" y="287084"/>
                    <a:pt x="17636" y="287084"/>
                    <a:pt x="16665" y="286870"/>
                  </a:cubicBezTo>
                  <a:lnTo>
                    <a:pt x="15431" y="286870"/>
                  </a:lnTo>
                  <a:cubicBezTo>
                    <a:pt x="14978" y="286927"/>
                    <a:pt x="14524" y="286775"/>
                    <a:pt x="14196" y="286459"/>
                  </a:cubicBezTo>
                  <a:lnTo>
                    <a:pt x="12550" y="286459"/>
                  </a:lnTo>
                  <a:lnTo>
                    <a:pt x="12070" y="286047"/>
                  </a:lnTo>
                  <a:cubicBezTo>
                    <a:pt x="11307" y="286031"/>
                    <a:pt x="10577" y="285738"/>
                    <a:pt x="10013" y="285224"/>
                  </a:cubicBezTo>
                  <a:lnTo>
                    <a:pt x="9601" y="284813"/>
                  </a:lnTo>
                  <a:cubicBezTo>
                    <a:pt x="9190" y="284813"/>
                    <a:pt x="9190" y="284401"/>
                    <a:pt x="8778" y="284401"/>
                  </a:cubicBezTo>
                  <a:lnTo>
                    <a:pt x="8367" y="283990"/>
                  </a:lnTo>
                  <a:cubicBezTo>
                    <a:pt x="7956" y="283990"/>
                    <a:pt x="7956" y="283990"/>
                    <a:pt x="7544" y="283579"/>
                  </a:cubicBezTo>
                  <a:lnTo>
                    <a:pt x="7132" y="283579"/>
                  </a:lnTo>
                  <a:lnTo>
                    <a:pt x="7132" y="282961"/>
                  </a:lnTo>
                  <a:lnTo>
                    <a:pt x="6652" y="282961"/>
                  </a:lnTo>
                  <a:lnTo>
                    <a:pt x="6652" y="282961"/>
                  </a:lnTo>
                  <a:cubicBezTo>
                    <a:pt x="6241" y="282961"/>
                    <a:pt x="6241" y="282550"/>
                    <a:pt x="5830" y="282138"/>
                  </a:cubicBezTo>
                  <a:cubicBezTo>
                    <a:pt x="5418" y="281727"/>
                    <a:pt x="5418" y="281727"/>
                    <a:pt x="5006" y="281315"/>
                  </a:cubicBezTo>
                  <a:lnTo>
                    <a:pt x="4595" y="280904"/>
                  </a:lnTo>
                  <a:cubicBezTo>
                    <a:pt x="4551" y="280592"/>
                    <a:pt x="4407" y="280303"/>
                    <a:pt x="4183" y="280081"/>
                  </a:cubicBezTo>
                  <a:cubicBezTo>
                    <a:pt x="3772" y="279669"/>
                    <a:pt x="3772" y="279258"/>
                    <a:pt x="3360" y="279258"/>
                  </a:cubicBezTo>
                  <a:cubicBezTo>
                    <a:pt x="2949" y="279258"/>
                    <a:pt x="3360" y="278435"/>
                    <a:pt x="2949" y="278435"/>
                  </a:cubicBezTo>
                  <a:lnTo>
                    <a:pt x="2949" y="278024"/>
                  </a:lnTo>
                  <a:cubicBezTo>
                    <a:pt x="2949" y="277543"/>
                    <a:pt x="2949" y="277543"/>
                    <a:pt x="2537" y="277132"/>
                  </a:cubicBezTo>
                  <a:cubicBezTo>
                    <a:pt x="2505" y="276817"/>
                    <a:pt x="2359" y="276524"/>
                    <a:pt x="2126" y="276309"/>
                  </a:cubicBezTo>
                  <a:cubicBezTo>
                    <a:pt x="2126" y="275897"/>
                    <a:pt x="2126" y="275897"/>
                    <a:pt x="1715" y="275486"/>
                  </a:cubicBezTo>
                  <a:cubicBezTo>
                    <a:pt x="1771" y="275033"/>
                    <a:pt x="1619" y="274580"/>
                    <a:pt x="1303" y="274251"/>
                  </a:cubicBezTo>
                  <a:lnTo>
                    <a:pt x="1303" y="273428"/>
                  </a:lnTo>
                  <a:cubicBezTo>
                    <a:pt x="797" y="272671"/>
                    <a:pt x="491" y="271798"/>
                    <a:pt x="411" y="270891"/>
                  </a:cubicBezTo>
                  <a:cubicBezTo>
                    <a:pt x="411" y="270068"/>
                    <a:pt x="0" y="269245"/>
                    <a:pt x="411" y="268422"/>
                  </a:cubicBezTo>
                  <a:cubicBezTo>
                    <a:pt x="823" y="267599"/>
                    <a:pt x="0" y="268011"/>
                    <a:pt x="0" y="267599"/>
                  </a:cubicBezTo>
                  <a:lnTo>
                    <a:pt x="0" y="256901"/>
                  </a:lnTo>
                  <a:cubicBezTo>
                    <a:pt x="411" y="250043"/>
                    <a:pt x="0" y="243185"/>
                    <a:pt x="0" y="236327"/>
                  </a:cubicBezTo>
                  <a:lnTo>
                    <a:pt x="0" y="51161"/>
                  </a:lnTo>
                  <a:cubicBezTo>
                    <a:pt x="29901" y="34565"/>
                    <a:pt x="59939" y="17076"/>
                    <a:pt x="89908" y="0"/>
                  </a:cubicBezTo>
                  <a:close/>
                </a:path>
              </a:pathLst>
            </a:custGeom>
            <a:solidFill>
              <a:srgbClr val="10101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F8CB305-A11B-F977-5F2C-CA0BD35F6AC2}"/>
                </a:ext>
              </a:extLst>
            </p:cNvPr>
            <p:cNvSpPr/>
            <p:nvPr/>
          </p:nvSpPr>
          <p:spPr>
            <a:xfrm>
              <a:off x="5945104" y="4082978"/>
              <a:ext cx="68785" cy="258546"/>
            </a:xfrm>
            <a:custGeom>
              <a:avLst/>
              <a:gdLst>
                <a:gd name="connsiteX0" fmla="*/ 7064 w 68785"/>
                <a:gd name="connsiteY0" fmla="*/ 256832 h 258546"/>
                <a:gd name="connsiteX1" fmla="*/ 7064 w 68785"/>
                <a:gd name="connsiteY1" fmla="*/ 255186 h 258546"/>
                <a:gd name="connsiteX2" fmla="*/ 6652 w 68785"/>
                <a:gd name="connsiteY2" fmla="*/ 255186 h 258546"/>
                <a:gd name="connsiteX3" fmla="*/ 6652 w 68785"/>
                <a:gd name="connsiteY3" fmla="*/ 254706 h 258546"/>
                <a:gd name="connsiteX4" fmla="*/ 3361 w 68785"/>
                <a:gd name="connsiteY4" fmla="*/ 254706 h 258546"/>
                <a:gd name="connsiteX5" fmla="*/ 3361 w 68785"/>
                <a:gd name="connsiteY5" fmla="*/ 250660 h 258546"/>
                <a:gd name="connsiteX6" fmla="*/ 1509 w 68785"/>
                <a:gd name="connsiteY6" fmla="*/ 250660 h 258546"/>
                <a:gd name="connsiteX7" fmla="*/ 2469 w 68785"/>
                <a:gd name="connsiteY7" fmla="*/ 248671 h 258546"/>
                <a:gd name="connsiteX8" fmla="*/ 0 w 68785"/>
                <a:gd name="connsiteY8" fmla="*/ 245928 h 258546"/>
                <a:gd name="connsiteX9" fmla="*/ 0 w 68785"/>
                <a:gd name="connsiteY9" fmla="*/ 239070 h 258546"/>
                <a:gd name="connsiteX10" fmla="*/ 0 w 68785"/>
                <a:gd name="connsiteY10" fmla="*/ 225354 h 258546"/>
                <a:gd name="connsiteX11" fmla="*/ 0 w 68785"/>
                <a:gd name="connsiteY11" fmla="*/ 40188 h 258546"/>
                <a:gd name="connsiteX12" fmla="*/ 68786 w 68785"/>
                <a:gd name="connsiteY12" fmla="*/ 0 h 258546"/>
                <a:gd name="connsiteX13" fmla="*/ 68786 w 68785"/>
                <a:gd name="connsiteY13" fmla="*/ 225491 h 258546"/>
                <a:gd name="connsiteX14" fmla="*/ 46703 w 68785"/>
                <a:gd name="connsiteY14" fmla="*/ 238110 h 258546"/>
                <a:gd name="connsiteX15" fmla="*/ 42588 w 68785"/>
                <a:gd name="connsiteY15" fmla="*/ 240441 h 258546"/>
                <a:gd name="connsiteX16" fmla="*/ 25923 w 68785"/>
                <a:gd name="connsiteY16" fmla="*/ 250248 h 258546"/>
                <a:gd name="connsiteX17" fmla="*/ 16802 w 68785"/>
                <a:gd name="connsiteY17" fmla="*/ 255529 h 258546"/>
                <a:gd name="connsiteX18" fmla="*/ 8847 w 68785"/>
                <a:gd name="connsiteY18" fmla="*/ 258547 h 258546"/>
                <a:gd name="connsiteX19" fmla="*/ 8298 w 68785"/>
                <a:gd name="connsiteY19" fmla="*/ 258547 h 25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8785" h="258546">
                  <a:moveTo>
                    <a:pt x="7064" y="256832"/>
                  </a:moveTo>
                  <a:lnTo>
                    <a:pt x="7064" y="255186"/>
                  </a:lnTo>
                  <a:lnTo>
                    <a:pt x="6652" y="255186"/>
                  </a:lnTo>
                  <a:lnTo>
                    <a:pt x="6652" y="254706"/>
                  </a:lnTo>
                  <a:lnTo>
                    <a:pt x="3361" y="254706"/>
                  </a:lnTo>
                  <a:lnTo>
                    <a:pt x="3361" y="250660"/>
                  </a:lnTo>
                  <a:lnTo>
                    <a:pt x="1509" y="250660"/>
                  </a:lnTo>
                  <a:lnTo>
                    <a:pt x="2469" y="248671"/>
                  </a:lnTo>
                  <a:lnTo>
                    <a:pt x="0" y="245928"/>
                  </a:lnTo>
                  <a:lnTo>
                    <a:pt x="0" y="239070"/>
                  </a:lnTo>
                  <a:cubicBezTo>
                    <a:pt x="0" y="234955"/>
                    <a:pt x="0" y="230018"/>
                    <a:pt x="0" y="225354"/>
                  </a:cubicBezTo>
                  <a:lnTo>
                    <a:pt x="0" y="40188"/>
                  </a:lnTo>
                  <a:lnTo>
                    <a:pt x="68786" y="0"/>
                  </a:lnTo>
                  <a:lnTo>
                    <a:pt x="68786" y="225491"/>
                  </a:lnTo>
                  <a:cubicBezTo>
                    <a:pt x="60899" y="230154"/>
                    <a:pt x="53767" y="234270"/>
                    <a:pt x="46703" y="238110"/>
                  </a:cubicBezTo>
                  <a:lnTo>
                    <a:pt x="42588" y="240441"/>
                  </a:lnTo>
                  <a:cubicBezTo>
                    <a:pt x="36896" y="243528"/>
                    <a:pt x="31136" y="246751"/>
                    <a:pt x="25923" y="250248"/>
                  </a:cubicBezTo>
                  <a:cubicBezTo>
                    <a:pt x="23592" y="251346"/>
                    <a:pt x="20231" y="253403"/>
                    <a:pt x="16802" y="255529"/>
                  </a:cubicBezTo>
                  <a:cubicBezTo>
                    <a:pt x="14384" y="257068"/>
                    <a:pt x="11677" y="258095"/>
                    <a:pt x="8847" y="258547"/>
                  </a:cubicBezTo>
                  <a:lnTo>
                    <a:pt x="8298" y="258547"/>
                  </a:lnTo>
                  <a:close/>
                </a:path>
              </a:pathLst>
            </a:custGeom>
            <a:solidFill>
              <a:srgbClr val="2B2B2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204DB69-C3FE-323A-D355-28B9BE059EDB}"/>
                </a:ext>
              </a:extLst>
            </p:cNvPr>
            <p:cNvSpPr/>
            <p:nvPr/>
          </p:nvSpPr>
          <p:spPr>
            <a:xfrm>
              <a:off x="5934291" y="3813528"/>
              <a:ext cx="90159" cy="303123"/>
            </a:xfrm>
            <a:custGeom>
              <a:avLst/>
              <a:gdLst>
                <a:gd name="connsiteX0" fmla="*/ 90160 w 90159"/>
                <a:gd name="connsiteY0" fmla="*/ 0 h 303123"/>
                <a:gd name="connsiteX1" fmla="*/ 90160 w 90159"/>
                <a:gd name="connsiteY1" fmla="*/ 251483 h 303123"/>
                <a:gd name="connsiteX2" fmla="*/ 183 w 90159"/>
                <a:gd name="connsiteY2" fmla="*/ 303124 h 303123"/>
                <a:gd name="connsiteX3" fmla="*/ 183 w 90159"/>
                <a:gd name="connsiteY3" fmla="*/ 184686 h 303123"/>
                <a:gd name="connsiteX4" fmla="*/ 183 w 90159"/>
                <a:gd name="connsiteY4" fmla="*/ 138943 h 303123"/>
                <a:gd name="connsiteX5" fmla="*/ 183 w 90159"/>
                <a:gd name="connsiteY5" fmla="*/ 106848 h 303123"/>
                <a:gd name="connsiteX6" fmla="*/ 183 w 90159"/>
                <a:gd name="connsiteY6" fmla="*/ 87714 h 303123"/>
                <a:gd name="connsiteX7" fmla="*/ 594 w 90159"/>
                <a:gd name="connsiteY7" fmla="*/ 84353 h 303123"/>
                <a:gd name="connsiteX8" fmla="*/ 594 w 90159"/>
                <a:gd name="connsiteY8" fmla="*/ 83530 h 303123"/>
                <a:gd name="connsiteX9" fmla="*/ 1006 w 90159"/>
                <a:gd name="connsiteY9" fmla="*/ 81885 h 303123"/>
                <a:gd name="connsiteX10" fmla="*/ 1006 w 90159"/>
                <a:gd name="connsiteY10" fmla="*/ 81062 h 303123"/>
                <a:gd name="connsiteX11" fmla="*/ 1486 w 90159"/>
                <a:gd name="connsiteY11" fmla="*/ 78524 h 303123"/>
                <a:gd name="connsiteX12" fmla="*/ 1897 w 90159"/>
                <a:gd name="connsiteY12" fmla="*/ 77290 h 303123"/>
                <a:gd name="connsiteX13" fmla="*/ 3132 w 90159"/>
                <a:gd name="connsiteY13" fmla="*/ 72695 h 303123"/>
                <a:gd name="connsiteX14" fmla="*/ 3543 w 90159"/>
                <a:gd name="connsiteY14" fmla="*/ 71460 h 303123"/>
                <a:gd name="connsiteX15" fmla="*/ 3955 w 90159"/>
                <a:gd name="connsiteY15" fmla="*/ 69814 h 303123"/>
                <a:gd name="connsiteX16" fmla="*/ 5189 w 90159"/>
                <a:gd name="connsiteY16" fmla="*/ 67277 h 303123"/>
                <a:gd name="connsiteX17" fmla="*/ 7315 w 90159"/>
                <a:gd name="connsiteY17" fmla="*/ 61859 h 303123"/>
                <a:gd name="connsiteX18" fmla="*/ 8550 w 90159"/>
                <a:gd name="connsiteY18" fmla="*/ 59802 h 303123"/>
                <a:gd name="connsiteX19" fmla="*/ 12253 w 90159"/>
                <a:gd name="connsiteY19" fmla="*/ 53561 h 303123"/>
                <a:gd name="connsiteX20" fmla="*/ 14790 w 90159"/>
                <a:gd name="connsiteY20" fmla="*/ 50201 h 303123"/>
                <a:gd name="connsiteX21" fmla="*/ 15202 w 90159"/>
                <a:gd name="connsiteY21" fmla="*/ 49378 h 303123"/>
                <a:gd name="connsiteX22" fmla="*/ 18083 w 90159"/>
                <a:gd name="connsiteY22" fmla="*/ 46086 h 303123"/>
                <a:gd name="connsiteX23" fmla="*/ 21031 w 90159"/>
                <a:gd name="connsiteY23" fmla="*/ 42725 h 303123"/>
                <a:gd name="connsiteX24" fmla="*/ 22266 w 90159"/>
                <a:gd name="connsiteY24" fmla="*/ 41491 h 303123"/>
                <a:gd name="connsiteX25" fmla="*/ 29124 w 90159"/>
                <a:gd name="connsiteY25" fmla="*/ 35662 h 303123"/>
                <a:gd name="connsiteX26" fmla="*/ 32484 w 90159"/>
                <a:gd name="connsiteY26" fmla="*/ 33604 h 303123"/>
                <a:gd name="connsiteX27" fmla="*/ 40783 w 90159"/>
                <a:gd name="connsiteY27" fmla="*/ 28598 h 303123"/>
                <a:gd name="connsiteX28" fmla="*/ 58682 w 90159"/>
                <a:gd name="connsiteY28" fmla="*/ 18173 h 303123"/>
                <a:gd name="connsiteX29" fmla="*/ 90160 w 90159"/>
                <a:gd name="connsiteY29" fmla="*/ 0 h 303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0159" h="303123">
                  <a:moveTo>
                    <a:pt x="90160" y="0"/>
                  </a:moveTo>
                  <a:lnTo>
                    <a:pt x="90160" y="251483"/>
                  </a:lnTo>
                  <a:cubicBezTo>
                    <a:pt x="60190" y="268559"/>
                    <a:pt x="30152" y="285773"/>
                    <a:pt x="183" y="303124"/>
                  </a:cubicBezTo>
                  <a:lnTo>
                    <a:pt x="183" y="184686"/>
                  </a:lnTo>
                  <a:cubicBezTo>
                    <a:pt x="183" y="169736"/>
                    <a:pt x="-229" y="154305"/>
                    <a:pt x="183" y="138943"/>
                  </a:cubicBezTo>
                  <a:cubicBezTo>
                    <a:pt x="183" y="128107"/>
                    <a:pt x="594" y="117272"/>
                    <a:pt x="183" y="106848"/>
                  </a:cubicBezTo>
                  <a:lnTo>
                    <a:pt x="183" y="87714"/>
                  </a:lnTo>
                  <a:cubicBezTo>
                    <a:pt x="498" y="86623"/>
                    <a:pt x="637" y="85488"/>
                    <a:pt x="594" y="84353"/>
                  </a:cubicBezTo>
                  <a:lnTo>
                    <a:pt x="594" y="83530"/>
                  </a:lnTo>
                  <a:cubicBezTo>
                    <a:pt x="922" y="83048"/>
                    <a:pt x="1067" y="82465"/>
                    <a:pt x="1006" y="81885"/>
                  </a:cubicBezTo>
                  <a:lnTo>
                    <a:pt x="1006" y="81062"/>
                  </a:lnTo>
                  <a:cubicBezTo>
                    <a:pt x="1395" y="80276"/>
                    <a:pt x="1560" y="79398"/>
                    <a:pt x="1486" y="78524"/>
                  </a:cubicBezTo>
                  <a:cubicBezTo>
                    <a:pt x="1486" y="78113"/>
                    <a:pt x="1897" y="77701"/>
                    <a:pt x="1897" y="77290"/>
                  </a:cubicBezTo>
                  <a:cubicBezTo>
                    <a:pt x="2309" y="75644"/>
                    <a:pt x="2720" y="74409"/>
                    <a:pt x="3132" y="72695"/>
                  </a:cubicBezTo>
                  <a:cubicBezTo>
                    <a:pt x="3132" y="72283"/>
                    <a:pt x="3543" y="71872"/>
                    <a:pt x="3543" y="71460"/>
                  </a:cubicBezTo>
                  <a:cubicBezTo>
                    <a:pt x="3543" y="71049"/>
                    <a:pt x="3955" y="70226"/>
                    <a:pt x="3955" y="69814"/>
                  </a:cubicBezTo>
                  <a:lnTo>
                    <a:pt x="5189" y="67277"/>
                  </a:lnTo>
                  <a:cubicBezTo>
                    <a:pt x="5628" y="65376"/>
                    <a:pt x="6344" y="63551"/>
                    <a:pt x="7315" y="61859"/>
                  </a:cubicBezTo>
                  <a:cubicBezTo>
                    <a:pt x="7633" y="61121"/>
                    <a:pt x="8048" y="60429"/>
                    <a:pt x="8550" y="59802"/>
                  </a:cubicBezTo>
                  <a:lnTo>
                    <a:pt x="12253" y="53561"/>
                  </a:lnTo>
                  <a:cubicBezTo>
                    <a:pt x="13037" y="52396"/>
                    <a:pt x="13885" y="51274"/>
                    <a:pt x="14790" y="50201"/>
                  </a:cubicBezTo>
                  <a:cubicBezTo>
                    <a:pt x="14790" y="49789"/>
                    <a:pt x="15202" y="49789"/>
                    <a:pt x="15202" y="49378"/>
                  </a:cubicBezTo>
                  <a:cubicBezTo>
                    <a:pt x="15202" y="48966"/>
                    <a:pt x="17259" y="47320"/>
                    <a:pt x="18083" y="46086"/>
                  </a:cubicBezTo>
                  <a:cubicBezTo>
                    <a:pt x="18905" y="44851"/>
                    <a:pt x="20209" y="43960"/>
                    <a:pt x="21031" y="42725"/>
                  </a:cubicBezTo>
                  <a:lnTo>
                    <a:pt x="22266" y="41491"/>
                  </a:lnTo>
                  <a:cubicBezTo>
                    <a:pt x="24348" y="39320"/>
                    <a:pt x="26646" y="37367"/>
                    <a:pt x="29124" y="35662"/>
                  </a:cubicBezTo>
                  <a:lnTo>
                    <a:pt x="32484" y="33604"/>
                  </a:lnTo>
                  <a:cubicBezTo>
                    <a:pt x="35364" y="31889"/>
                    <a:pt x="38313" y="30244"/>
                    <a:pt x="40783" y="28598"/>
                  </a:cubicBezTo>
                  <a:cubicBezTo>
                    <a:pt x="47023" y="25237"/>
                    <a:pt x="52852" y="21740"/>
                    <a:pt x="58682" y="18173"/>
                  </a:cubicBezTo>
                  <a:cubicBezTo>
                    <a:pt x="68900" y="11659"/>
                    <a:pt x="79599" y="6378"/>
                    <a:pt x="90160" y="0"/>
                  </a:cubicBezTo>
                  <a:close/>
                </a:path>
              </a:pathLst>
            </a:custGeom>
            <a:solidFill>
              <a:srgbClr val="3C433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60F432B-CD7A-348A-E57B-C030A547E287}"/>
                </a:ext>
              </a:extLst>
            </p:cNvPr>
            <p:cNvSpPr/>
            <p:nvPr/>
          </p:nvSpPr>
          <p:spPr>
            <a:xfrm>
              <a:off x="5945995" y="3682197"/>
              <a:ext cx="338236" cy="658642"/>
            </a:xfrm>
            <a:custGeom>
              <a:avLst/>
              <a:gdLst>
                <a:gd name="connsiteX0" fmla="*/ 337825 w 338236"/>
                <a:gd name="connsiteY0" fmla="*/ 13099 h 658642"/>
                <a:gd name="connsiteX1" fmla="*/ 337825 w 338236"/>
                <a:gd name="connsiteY1" fmla="*/ 7681 h 658642"/>
                <a:gd name="connsiteX2" fmla="*/ 335356 w 338236"/>
                <a:gd name="connsiteY2" fmla="*/ 2263 h 658642"/>
                <a:gd name="connsiteX3" fmla="*/ 330487 w 338236"/>
                <a:gd name="connsiteY3" fmla="*/ 0 h 658642"/>
                <a:gd name="connsiteX4" fmla="*/ 327195 w 338236"/>
                <a:gd name="connsiteY4" fmla="*/ 1578 h 658642"/>
                <a:gd name="connsiteX5" fmla="*/ 324863 w 338236"/>
                <a:gd name="connsiteY5" fmla="*/ 1578 h 658642"/>
                <a:gd name="connsiteX6" fmla="*/ 321846 w 338236"/>
                <a:gd name="connsiteY6" fmla="*/ 3360 h 658642"/>
                <a:gd name="connsiteX7" fmla="*/ 320680 w 338236"/>
                <a:gd name="connsiteY7" fmla="*/ 3360 h 658642"/>
                <a:gd name="connsiteX8" fmla="*/ 311696 w 338236"/>
                <a:gd name="connsiteY8" fmla="*/ 8710 h 658642"/>
                <a:gd name="connsiteX9" fmla="*/ 295511 w 338236"/>
                <a:gd name="connsiteY9" fmla="*/ 17694 h 658642"/>
                <a:gd name="connsiteX10" fmla="*/ 293660 w 338236"/>
                <a:gd name="connsiteY10" fmla="*/ 19614 h 658642"/>
                <a:gd name="connsiteX11" fmla="*/ 291328 w 338236"/>
                <a:gd name="connsiteY11" fmla="*/ 20368 h 658642"/>
                <a:gd name="connsiteX12" fmla="*/ 271783 w 338236"/>
                <a:gd name="connsiteY12" fmla="*/ 31547 h 658642"/>
                <a:gd name="connsiteX13" fmla="*/ 263827 w 338236"/>
                <a:gd name="connsiteY13" fmla="*/ 36347 h 658642"/>
                <a:gd name="connsiteX14" fmla="*/ 259712 w 338236"/>
                <a:gd name="connsiteY14" fmla="*/ 38405 h 658642"/>
                <a:gd name="connsiteX15" fmla="*/ 219867 w 338236"/>
                <a:gd name="connsiteY15" fmla="*/ 61448 h 658642"/>
                <a:gd name="connsiteX16" fmla="*/ 192847 w 338236"/>
                <a:gd name="connsiteY16" fmla="*/ 77016 h 658642"/>
                <a:gd name="connsiteX17" fmla="*/ 180777 w 338236"/>
                <a:gd name="connsiteY17" fmla="*/ 83874 h 658642"/>
                <a:gd name="connsiteX18" fmla="*/ 182629 w 338236"/>
                <a:gd name="connsiteY18" fmla="*/ 89154 h 658642"/>
                <a:gd name="connsiteX19" fmla="*/ 172205 w 338236"/>
                <a:gd name="connsiteY19" fmla="*/ 89154 h 658642"/>
                <a:gd name="connsiteX20" fmla="*/ 85245 w 338236"/>
                <a:gd name="connsiteY20" fmla="*/ 139217 h 658642"/>
                <a:gd name="connsiteX21" fmla="*/ 83051 w 338236"/>
                <a:gd name="connsiteY21" fmla="*/ 141275 h 658642"/>
                <a:gd name="connsiteX22" fmla="*/ 81610 w 338236"/>
                <a:gd name="connsiteY22" fmla="*/ 141275 h 658642"/>
                <a:gd name="connsiteX23" fmla="*/ 69540 w 338236"/>
                <a:gd name="connsiteY23" fmla="*/ 148133 h 658642"/>
                <a:gd name="connsiteX24" fmla="*/ 53150 w 338236"/>
                <a:gd name="connsiteY24" fmla="*/ 157597 h 658642"/>
                <a:gd name="connsiteX25" fmla="*/ 35319 w 338236"/>
                <a:gd name="connsiteY25" fmla="*/ 167952 h 658642"/>
                <a:gd name="connsiteX26" fmla="*/ 27364 w 338236"/>
                <a:gd name="connsiteY26" fmla="*/ 172753 h 658642"/>
                <a:gd name="connsiteX27" fmla="*/ 23729 w 338236"/>
                <a:gd name="connsiteY27" fmla="*/ 175016 h 658642"/>
                <a:gd name="connsiteX28" fmla="*/ 18311 w 338236"/>
                <a:gd name="connsiteY28" fmla="*/ 179474 h 658642"/>
                <a:gd name="connsiteX29" fmla="*/ 14127 w 338236"/>
                <a:gd name="connsiteY29" fmla="*/ 184000 h 658642"/>
                <a:gd name="connsiteX30" fmla="*/ 14127 w 338236"/>
                <a:gd name="connsiteY30" fmla="*/ 185029 h 658642"/>
                <a:gd name="connsiteX31" fmla="*/ 13099 w 338236"/>
                <a:gd name="connsiteY31" fmla="*/ 186058 h 658642"/>
                <a:gd name="connsiteX32" fmla="*/ 13099 w 338236"/>
                <a:gd name="connsiteY32" fmla="*/ 186538 h 658642"/>
                <a:gd name="connsiteX33" fmla="*/ 10013 w 338236"/>
                <a:gd name="connsiteY33" fmla="*/ 189624 h 658642"/>
                <a:gd name="connsiteX34" fmla="*/ 5349 w 338236"/>
                <a:gd name="connsiteY34" fmla="*/ 197442 h 658642"/>
                <a:gd name="connsiteX35" fmla="*/ 2401 w 338236"/>
                <a:gd name="connsiteY35" fmla="*/ 203340 h 658642"/>
                <a:gd name="connsiteX36" fmla="*/ 1098 w 338236"/>
                <a:gd name="connsiteY36" fmla="*/ 207935 h 658642"/>
                <a:gd name="connsiteX37" fmla="*/ 1098 w 338236"/>
                <a:gd name="connsiteY37" fmla="*/ 211021 h 658642"/>
                <a:gd name="connsiteX38" fmla="*/ 411 w 338236"/>
                <a:gd name="connsiteY38" fmla="*/ 213696 h 658642"/>
                <a:gd name="connsiteX39" fmla="*/ 411 w 338236"/>
                <a:gd name="connsiteY39" fmla="*/ 218496 h 658642"/>
                <a:gd name="connsiteX40" fmla="*/ 0 w 338236"/>
                <a:gd name="connsiteY40" fmla="*/ 221239 h 658642"/>
                <a:gd name="connsiteX41" fmla="*/ 0 w 338236"/>
                <a:gd name="connsiteY41" fmla="*/ 237081 h 658642"/>
                <a:gd name="connsiteX42" fmla="*/ 0 w 338236"/>
                <a:gd name="connsiteY42" fmla="*/ 258821 h 658642"/>
                <a:gd name="connsiteX43" fmla="*/ 0 w 338236"/>
                <a:gd name="connsiteY43" fmla="*/ 269863 h 658642"/>
                <a:gd name="connsiteX44" fmla="*/ 0 w 338236"/>
                <a:gd name="connsiteY44" fmla="*/ 300243 h 658642"/>
                <a:gd name="connsiteX45" fmla="*/ 0 w 338236"/>
                <a:gd name="connsiteY45" fmla="*/ 625381 h 658642"/>
                <a:gd name="connsiteX46" fmla="*/ 0 w 338236"/>
                <a:gd name="connsiteY46" fmla="*/ 639097 h 658642"/>
                <a:gd name="connsiteX47" fmla="*/ 0 w 338236"/>
                <a:gd name="connsiteY47" fmla="*/ 645955 h 658642"/>
                <a:gd name="connsiteX48" fmla="*/ 2469 w 338236"/>
                <a:gd name="connsiteY48" fmla="*/ 648698 h 658642"/>
                <a:gd name="connsiteX49" fmla="*/ 1509 w 338236"/>
                <a:gd name="connsiteY49" fmla="*/ 650687 h 658642"/>
                <a:gd name="connsiteX50" fmla="*/ 3361 w 338236"/>
                <a:gd name="connsiteY50" fmla="*/ 650687 h 658642"/>
                <a:gd name="connsiteX51" fmla="*/ 3361 w 338236"/>
                <a:gd name="connsiteY51" fmla="*/ 654734 h 658642"/>
                <a:gd name="connsiteX52" fmla="*/ 6652 w 338236"/>
                <a:gd name="connsiteY52" fmla="*/ 654734 h 658642"/>
                <a:gd name="connsiteX53" fmla="*/ 6652 w 338236"/>
                <a:gd name="connsiteY53" fmla="*/ 655214 h 658642"/>
                <a:gd name="connsiteX54" fmla="*/ 6172 w 338236"/>
                <a:gd name="connsiteY54" fmla="*/ 655214 h 658642"/>
                <a:gd name="connsiteX55" fmla="*/ 6172 w 338236"/>
                <a:gd name="connsiteY55" fmla="*/ 656859 h 658642"/>
                <a:gd name="connsiteX56" fmla="*/ 7750 w 338236"/>
                <a:gd name="connsiteY56" fmla="*/ 658643 h 658642"/>
                <a:gd name="connsiteX57" fmla="*/ 8298 w 338236"/>
                <a:gd name="connsiteY57" fmla="*/ 658643 h 658642"/>
                <a:gd name="connsiteX58" fmla="*/ 16253 w 338236"/>
                <a:gd name="connsiteY58" fmla="*/ 655625 h 658642"/>
                <a:gd name="connsiteX59" fmla="*/ 25375 w 338236"/>
                <a:gd name="connsiteY59" fmla="*/ 650344 h 658642"/>
                <a:gd name="connsiteX60" fmla="*/ 42040 w 338236"/>
                <a:gd name="connsiteY60" fmla="*/ 640469 h 658642"/>
                <a:gd name="connsiteX61" fmla="*/ 46155 w 338236"/>
                <a:gd name="connsiteY61" fmla="*/ 638205 h 658642"/>
                <a:gd name="connsiteX62" fmla="*/ 73587 w 338236"/>
                <a:gd name="connsiteY62" fmla="*/ 622569 h 658642"/>
                <a:gd name="connsiteX63" fmla="*/ 102322 w 338236"/>
                <a:gd name="connsiteY63" fmla="*/ 605973 h 658642"/>
                <a:gd name="connsiteX64" fmla="*/ 338237 w 338236"/>
                <a:gd name="connsiteY64" fmla="*/ 42314 h 658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338236" h="658642">
                  <a:moveTo>
                    <a:pt x="337825" y="13099"/>
                  </a:moveTo>
                  <a:cubicBezTo>
                    <a:pt x="337990" y="11297"/>
                    <a:pt x="337990" y="9483"/>
                    <a:pt x="337825" y="7681"/>
                  </a:cubicBezTo>
                  <a:lnTo>
                    <a:pt x="335356" y="2263"/>
                  </a:lnTo>
                  <a:lnTo>
                    <a:pt x="330487" y="0"/>
                  </a:lnTo>
                  <a:lnTo>
                    <a:pt x="327195" y="1578"/>
                  </a:lnTo>
                  <a:lnTo>
                    <a:pt x="324863" y="1578"/>
                  </a:lnTo>
                  <a:lnTo>
                    <a:pt x="321846" y="3360"/>
                  </a:lnTo>
                  <a:lnTo>
                    <a:pt x="320680" y="3360"/>
                  </a:lnTo>
                  <a:cubicBezTo>
                    <a:pt x="317597" y="4990"/>
                    <a:pt x="314598" y="6776"/>
                    <a:pt x="311696" y="8710"/>
                  </a:cubicBezTo>
                  <a:cubicBezTo>
                    <a:pt x="306527" y="12094"/>
                    <a:pt x="301117" y="15096"/>
                    <a:pt x="295511" y="17694"/>
                  </a:cubicBezTo>
                  <a:lnTo>
                    <a:pt x="293660" y="19614"/>
                  </a:lnTo>
                  <a:lnTo>
                    <a:pt x="291328" y="20368"/>
                  </a:lnTo>
                  <a:cubicBezTo>
                    <a:pt x="284470" y="23866"/>
                    <a:pt x="278229" y="27707"/>
                    <a:pt x="271783" y="31547"/>
                  </a:cubicBezTo>
                  <a:lnTo>
                    <a:pt x="263827" y="36347"/>
                  </a:lnTo>
                  <a:lnTo>
                    <a:pt x="259712" y="38405"/>
                  </a:lnTo>
                  <a:lnTo>
                    <a:pt x="219867" y="61448"/>
                  </a:lnTo>
                  <a:cubicBezTo>
                    <a:pt x="210678" y="66523"/>
                    <a:pt x="201763" y="71803"/>
                    <a:pt x="192847" y="77016"/>
                  </a:cubicBezTo>
                  <a:lnTo>
                    <a:pt x="180777" y="83874"/>
                  </a:lnTo>
                  <a:lnTo>
                    <a:pt x="182629" y="89154"/>
                  </a:lnTo>
                  <a:lnTo>
                    <a:pt x="172205" y="89154"/>
                  </a:lnTo>
                  <a:cubicBezTo>
                    <a:pt x="172205" y="89154"/>
                    <a:pt x="91760" y="135583"/>
                    <a:pt x="85245" y="139217"/>
                  </a:cubicBezTo>
                  <a:lnTo>
                    <a:pt x="83051" y="141275"/>
                  </a:lnTo>
                  <a:lnTo>
                    <a:pt x="81610" y="141275"/>
                  </a:lnTo>
                  <a:cubicBezTo>
                    <a:pt x="77633" y="143675"/>
                    <a:pt x="73587" y="145870"/>
                    <a:pt x="69540" y="148133"/>
                  </a:cubicBezTo>
                  <a:cubicBezTo>
                    <a:pt x="63917" y="151219"/>
                    <a:pt x="58430" y="154305"/>
                    <a:pt x="53150" y="157597"/>
                  </a:cubicBezTo>
                  <a:cubicBezTo>
                    <a:pt x="47869" y="160889"/>
                    <a:pt x="41011" y="165003"/>
                    <a:pt x="35319" y="167952"/>
                  </a:cubicBezTo>
                  <a:cubicBezTo>
                    <a:pt x="32987" y="169530"/>
                    <a:pt x="30175" y="171107"/>
                    <a:pt x="27364" y="172753"/>
                  </a:cubicBezTo>
                  <a:lnTo>
                    <a:pt x="23729" y="175016"/>
                  </a:lnTo>
                  <a:cubicBezTo>
                    <a:pt x="21775" y="176313"/>
                    <a:pt x="19960" y="177807"/>
                    <a:pt x="18311" y="179474"/>
                  </a:cubicBezTo>
                  <a:lnTo>
                    <a:pt x="14127" y="184000"/>
                  </a:lnTo>
                  <a:lnTo>
                    <a:pt x="14127" y="185029"/>
                  </a:lnTo>
                  <a:lnTo>
                    <a:pt x="13099" y="186058"/>
                  </a:lnTo>
                  <a:lnTo>
                    <a:pt x="13099" y="186538"/>
                  </a:lnTo>
                  <a:lnTo>
                    <a:pt x="10013" y="189624"/>
                  </a:lnTo>
                  <a:lnTo>
                    <a:pt x="5349" y="197442"/>
                  </a:lnTo>
                  <a:lnTo>
                    <a:pt x="2401" y="203340"/>
                  </a:lnTo>
                  <a:lnTo>
                    <a:pt x="1098" y="207935"/>
                  </a:lnTo>
                  <a:lnTo>
                    <a:pt x="1098" y="211021"/>
                  </a:lnTo>
                  <a:cubicBezTo>
                    <a:pt x="1098" y="211021"/>
                    <a:pt x="617" y="213009"/>
                    <a:pt x="411" y="213696"/>
                  </a:cubicBezTo>
                  <a:lnTo>
                    <a:pt x="411" y="218496"/>
                  </a:lnTo>
                  <a:cubicBezTo>
                    <a:pt x="411" y="218496"/>
                    <a:pt x="411" y="220348"/>
                    <a:pt x="0" y="221239"/>
                  </a:cubicBezTo>
                  <a:lnTo>
                    <a:pt x="0" y="237081"/>
                  </a:lnTo>
                  <a:cubicBezTo>
                    <a:pt x="0" y="243939"/>
                    <a:pt x="0" y="251483"/>
                    <a:pt x="0" y="258821"/>
                  </a:cubicBezTo>
                  <a:lnTo>
                    <a:pt x="0" y="269863"/>
                  </a:lnTo>
                  <a:cubicBezTo>
                    <a:pt x="0" y="280012"/>
                    <a:pt x="0" y="290437"/>
                    <a:pt x="0" y="300243"/>
                  </a:cubicBezTo>
                  <a:lnTo>
                    <a:pt x="0" y="625381"/>
                  </a:lnTo>
                  <a:cubicBezTo>
                    <a:pt x="0" y="630250"/>
                    <a:pt x="0" y="635188"/>
                    <a:pt x="0" y="639097"/>
                  </a:cubicBezTo>
                  <a:lnTo>
                    <a:pt x="0" y="645955"/>
                  </a:lnTo>
                  <a:lnTo>
                    <a:pt x="2469" y="648698"/>
                  </a:lnTo>
                  <a:lnTo>
                    <a:pt x="1509" y="650687"/>
                  </a:lnTo>
                  <a:lnTo>
                    <a:pt x="3361" y="650687"/>
                  </a:lnTo>
                  <a:lnTo>
                    <a:pt x="3361" y="654734"/>
                  </a:lnTo>
                  <a:lnTo>
                    <a:pt x="6652" y="654734"/>
                  </a:lnTo>
                  <a:lnTo>
                    <a:pt x="6652" y="655214"/>
                  </a:lnTo>
                  <a:lnTo>
                    <a:pt x="6172" y="655214"/>
                  </a:lnTo>
                  <a:lnTo>
                    <a:pt x="6172" y="656859"/>
                  </a:lnTo>
                  <a:lnTo>
                    <a:pt x="7750" y="658643"/>
                  </a:lnTo>
                  <a:lnTo>
                    <a:pt x="8298" y="658643"/>
                  </a:lnTo>
                  <a:cubicBezTo>
                    <a:pt x="11128" y="658191"/>
                    <a:pt x="13836" y="657164"/>
                    <a:pt x="16253" y="655625"/>
                  </a:cubicBezTo>
                  <a:cubicBezTo>
                    <a:pt x="19682" y="653499"/>
                    <a:pt x="23111" y="651441"/>
                    <a:pt x="25375" y="650344"/>
                  </a:cubicBezTo>
                  <a:cubicBezTo>
                    <a:pt x="30655" y="646847"/>
                    <a:pt x="36416" y="643486"/>
                    <a:pt x="42040" y="640469"/>
                  </a:cubicBezTo>
                  <a:lnTo>
                    <a:pt x="46155" y="638205"/>
                  </a:lnTo>
                  <a:cubicBezTo>
                    <a:pt x="54727" y="633542"/>
                    <a:pt x="63300" y="628536"/>
                    <a:pt x="73587" y="622569"/>
                  </a:cubicBezTo>
                  <a:lnTo>
                    <a:pt x="102322" y="605973"/>
                  </a:lnTo>
                  <a:lnTo>
                    <a:pt x="338237" y="42314"/>
                  </a:lnTo>
                  <a:close/>
                </a:path>
              </a:pathLst>
            </a:custGeom>
            <a:solidFill>
              <a:srgbClr val="3C433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E22EC9A-515C-AEC8-C754-294C106BB402}"/>
                </a:ext>
              </a:extLst>
            </p:cNvPr>
            <p:cNvSpPr/>
            <p:nvPr/>
          </p:nvSpPr>
          <p:spPr>
            <a:xfrm>
              <a:off x="5941126" y="4347972"/>
              <a:ext cx="480" cy="480"/>
            </a:xfrm>
            <a:custGeom>
              <a:avLst/>
              <a:gdLst>
                <a:gd name="connsiteX0" fmla="*/ 480 w 480"/>
                <a:gd name="connsiteY0" fmla="*/ 0 h 480"/>
                <a:gd name="connsiteX1" fmla="*/ 480 w 480"/>
                <a:gd name="connsiteY1" fmla="*/ 480 h 480"/>
                <a:gd name="connsiteX2" fmla="*/ 0 w 480"/>
                <a:gd name="connsiteY2" fmla="*/ 0 h 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" h="480">
                  <a:moveTo>
                    <a:pt x="480" y="0"/>
                  </a:moveTo>
                  <a:lnTo>
                    <a:pt x="480" y="480"/>
                  </a:lnTo>
                  <a:cubicBezTo>
                    <a:pt x="215" y="480"/>
                    <a:pt x="0" y="265"/>
                    <a:pt x="0" y="0"/>
                  </a:cubicBezTo>
                  <a:close/>
                </a:path>
              </a:pathLst>
            </a:custGeom>
            <a:solidFill>
              <a:srgbClr val="D3DDE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E93AFA2-1873-E3C5-6F93-7C836630C9F2}"/>
                </a:ext>
              </a:extLst>
            </p:cNvPr>
            <p:cNvSpPr/>
            <p:nvPr/>
          </p:nvSpPr>
          <p:spPr>
            <a:xfrm>
              <a:off x="5774202" y="4896612"/>
              <a:ext cx="161574" cy="119946"/>
            </a:xfrm>
            <a:custGeom>
              <a:avLst/>
              <a:gdLst>
                <a:gd name="connsiteX0" fmla="*/ 161574 w 161574"/>
                <a:gd name="connsiteY0" fmla="*/ 0 h 119946"/>
                <a:gd name="connsiteX1" fmla="*/ 161574 w 161574"/>
                <a:gd name="connsiteY1" fmla="*/ 26678 h 119946"/>
                <a:gd name="connsiteX2" fmla="*/ 0 w 161574"/>
                <a:gd name="connsiteY2" fmla="*/ 119946 h 119946"/>
                <a:gd name="connsiteX3" fmla="*/ 0 w 161574"/>
                <a:gd name="connsiteY3" fmla="*/ 92514 h 119946"/>
                <a:gd name="connsiteX4" fmla="*/ 161574 w 161574"/>
                <a:gd name="connsiteY4" fmla="*/ 0 h 11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574" h="119946">
                  <a:moveTo>
                    <a:pt x="161574" y="0"/>
                  </a:moveTo>
                  <a:lnTo>
                    <a:pt x="161574" y="26678"/>
                  </a:lnTo>
                  <a:cubicBezTo>
                    <a:pt x="107808" y="57882"/>
                    <a:pt x="54110" y="88400"/>
                    <a:pt x="0" y="119946"/>
                  </a:cubicBezTo>
                  <a:lnTo>
                    <a:pt x="0" y="92514"/>
                  </a:lnTo>
                  <a:cubicBezTo>
                    <a:pt x="54110" y="61722"/>
                    <a:pt x="107808" y="30724"/>
                    <a:pt x="161574" y="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EE02726-F007-15A0-DF0E-1703FF21885D}"/>
                </a:ext>
              </a:extLst>
            </p:cNvPr>
            <p:cNvSpPr/>
            <p:nvPr/>
          </p:nvSpPr>
          <p:spPr>
            <a:xfrm>
              <a:off x="4682477" y="4535332"/>
              <a:ext cx="1253299" cy="733806"/>
            </a:xfrm>
            <a:custGeom>
              <a:avLst/>
              <a:gdLst>
                <a:gd name="connsiteX0" fmla="*/ 1253300 w 1253299"/>
                <a:gd name="connsiteY0" fmla="*/ 361279 h 733806"/>
                <a:gd name="connsiteX1" fmla="*/ 1091725 w 1253299"/>
                <a:gd name="connsiteY1" fmla="*/ 454137 h 733806"/>
                <a:gd name="connsiteX2" fmla="*/ 978843 w 1253299"/>
                <a:gd name="connsiteY2" fmla="*/ 389192 h 733806"/>
                <a:gd name="connsiteX3" fmla="*/ 978431 w 1253299"/>
                <a:gd name="connsiteY3" fmla="*/ 388780 h 733806"/>
                <a:gd name="connsiteX4" fmla="*/ 978019 w 1253299"/>
                <a:gd name="connsiteY4" fmla="*/ 388780 h 733806"/>
                <a:gd name="connsiteX5" fmla="*/ 977608 w 1253299"/>
                <a:gd name="connsiteY5" fmla="*/ 388369 h 733806"/>
                <a:gd name="connsiteX6" fmla="*/ 977196 w 1253299"/>
                <a:gd name="connsiteY6" fmla="*/ 387957 h 733806"/>
                <a:gd name="connsiteX7" fmla="*/ 976373 w 1253299"/>
                <a:gd name="connsiteY7" fmla="*/ 387957 h 733806"/>
                <a:gd name="connsiteX8" fmla="*/ 975551 w 1253299"/>
                <a:gd name="connsiteY8" fmla="*/ 387546 h 733806"/>
                <a:gd name="connsiteX9" fmla="*/ 975139 w 1253299"/>
                <a:gd name="connsiteY9" fmla="*/ 387134 h 733806"/>
                <a:gd name="connsiteX10" fmla="*/ 972602 w 1253299"/>
                <a:gd name="connsiteY10" fmla="*/ 385900 h 733806"/>
                <a:gd name="connsiteX11" fmla="*/ 971367 w 1253299"/>
                <a:gd name="connsiteY11" fmla="*/ 385488 h 733806"/>
                <a:gd name="connsiteX12" fmla="*/ 970544 w 1253299"/>
                <a:gd name="connsiteY12" fmla="*/ 385488 h 733806"/>
                <a:gd name="connsiteX13" fmla="*/ 969721 w 1253299"/>
                <a:gd name="connsiteY13" fmla="*/ 385076 h 733806"/>
                <a:gd name="connsiteX14" fmla="*/ 968487 w 1253299"/>
                <a:gd name="connsiteY14" fmla="*/ 384597 h 733806"/>
                <a:gd name="connsiteX15" fmla="*/ 967253 w 1253299"/>
                <a:gd name="connsiteY15" fmla="*/ 384185 h 733806"/>
                <a:gd name="connsiteX16" fmla="*/ 965538 w 1253299"/>
                <a:gd name="connsiteY16" fmla="*/ 383774 h 733806"/>
                <a:gd name="connsiteX17" fmla="*/ 964303 w 1253299"/>
                <a:gd name="connsiteY17" fmla="*/ 383362 h 733806"/>
                <a:gd name="connsiteX18" fmla="*/ 962657 w 1253299"/>
                <a:gd name="connsiteY18" fmla="*/ 382951 h 733806"/>
                <a:gd name="connsiteX19" fmla="*/ 961423 w 1253299"/>
                <a:gd name="connsiteY19" fmla="*/ 382539 h 733806"/>
                <a:gd name="connsiteX20" fmla="*/ 959709 w 1253299"/>
                <a:gd name="connsiteY20" fmla="*/ 382539 h 733806"/>
                <a:gd name="connsiteX21" fmla="*/ 958474 w 1253299"/>
                <a:gd name="connsiteY21" fmla="*/ 382128 h 733806"/>
                <a:gd name="connsiteX22" fmla="*/ 956828 w 1253299"/>
                <a:gd name="connsiteY22" fmla="*/ 382128 h 733806"/>
                <a:gd name="connsiteX23" fmla="*/ 955114 w 1253299"/>
                <a:gd name="connsiteY23" fmla="*/ 381716 h 733806"/>
                <a:gd name="connsiteX24" fmla="*/ 954222 w 1253299"/>
                <a:gd name="connsiteY24" fmla="*/ 381716 h 733806"/>
                <a:gd name="connsiteX25" fmla="*/ 952576 w 1253299"/>
                <a:gd name="connsiteY25" fmla="*/ 381305 h 733806"/>
                <a:gd name="connsiteX26" fmla="*/ 940506 w 1253299"/>
                <a:gd name="connsiteY26" fmla="*/ 381305 h 733806"/>
                <a:gd name="connsiteX27" fmla="*/ 938037 w 1253299"/>
                <a:gd name="connsiteY27" fmla="*/ 381716 h 733806"/>
                <a:gd name="connsiteX28" fmla="*/ 935912 w 1253299"/>
                <a:gd name="connsiteY28" fmla="*/ 382128 h 733806"/>
                <a:gd name="connsiteX29" fmla="*/ 933648 w 1253299"/>
                <a:gd name="connsiteY29" fmla="*/ 382128 h 733806"/>
                <a:gd name="connsiteX30" fmla="*/ 931522 w 1253299"/>
                <a:gd name="connsiteY30" fmla="*/ 382539 h 733806"/>
                <a:gd name="connsiteX31" fmla="*/ 929054 w 1253299"/>
                <a:gd name="connsiteY31" fmla="*/ 383362 h 733806"/>
                <a:gd name="connsiteX32" fmla="*/ 926996 w 1253299"/>
                <a:gd name="connsiteY32" fmla="*/ 383773 h 733806"/>
                <a:gd name="connsiteX33" fmla="*/ 924047 w 1253299"/>
                <a:gd name="connsiteY33" fmla="*/ 384597 h 733806"/>
                <a:gd name="connsiteX34" fmla="*/ 920755 w 1253299"/>
                <a:gd name="connsiteY34" fmla="*/ 385900 h 733806"/>
                <a:gd name="connsiteX35" fmla="*/ 918218 w 1253299"/>
                <a:gd name="connsiteY35" fmla="*/ 387134 h 733806"/>
                <a:gd name="connsiteX36" fmla="*/ 914034 w 1253299"/>
                <a:gd name="connsiteY36" fmla="*/ 389192 h 733806"/>
                <a:gd name="connsiteX37" fmla="*/ 842848 w 1253299"/>
                <a:gd name="connsiteY37" fmla="*/ 430340 h 733806"/>
                <a:gd name="connsiteX38" fmla="*/ 845386 w 1253299"/>
                <a:gd name="connsiteY38" fmla="*/ 427871 h 733806"/>
                <a:gd name="connsiteX39" fmla="*/ 847032 w 1253299"/>
                <a:gd name="connsiteY39" fmla="*/ 424510 h 733806"/>
                <a:gd name="connsiteX40" fmla="*/ 846620 w 1253299"/>
                <a:gd name="connsiteY40" fmla="*/ 420396 h 733806"/>
                <a:gd name="connsiteX41" fmla="*/ 840791 w 1253299"/>
                <a:gd name="connsiteY41" fmla="*/ 414978 h 733806"/>
                <a:gd name="connsiteX42" fmla="*/ 830367 w 1253299"/>
                <a:gd name="connsiteY42" fmla="*/ 409149 h 733806"/>
                <a:gd name="connsiteX43" fmla="*/ 816651 w 1253299"/>
                <a:gd name="connsiteY43" fmla="*/ 400782 h 733806"/>
                <a:gd name="connsiteX44" fmla="*/ 797860 w 1253299"/>
                <a:gd name="connsiteY44" fmla="*/ 390357 h 733806"/>
                <a:gd name="connsiteX45" fmla="*/ 782087 w 1253299"/>
                <a:gd name="connsiteY45" fmla="*/ 380825 h 733806"/>
                <a:gd name="connsiteX46" fmla="*/ 767479 w 1253299"/>
                <a:gd name="connsiteY46" fmla="*/ 373967 h 733806"/>
                <a:gd name="connsiteX47" fmla="*/ 759592 w 1253299"/>
                <a:gd name="connsiteY47" fmla="*/ 373555 h 733806"/>
                <a:gd name="connsiteX48" fmla="*/ 751705 w 1253299"/>
                <a:gd name="connsiteY48" fmla="*/ 374789 h 733806"/>
                <a:gd name="connsiteX49" fmla="*/ 742104 w 1253299"/>
                <a:gd name="connsiteY49" fmla="*/ 379384 h 733806"/>
                <a:gd name="connsiteX50" fmla="*/ 730446 w 1253299"/>
                <a:gd name="connsiteY50" fmla="*/ 386243 h 733806"/>
                <a:gd name="connsiteX51" fmla="*/ 712135 w 1253299"/>
                <a:gd name="connsiteY51" fmla="*/ 397078 h 733806"/>
                <a:gd name="connsiteX52" fmla="*/ 688818 w 1253299"/>
                <a:gd name="connsiteY52" fmla="*/ 410383 h 733806"/>
                <a:gd name="connsiteX53" fmla="*/ 665912 w 1253299"/>
                <a:gd name="connsiteY53" fmla="*/ 423687 h 733806"/>
                <a:gd name="connsiteX54" fmla="*/ 647189 w 1253299"/>
                <a:gd name="connsiteY54" fmla="*/ 434523 h 733806"/>
                <a:gd name="connsiteX55" fmla="*/ 636766 w 1253299"/>
                <a:gd name="connsiteY55" fmla="*/ 440352 h 733806"/>
                <a:gd name="connsiteX56" fmla="*/ 630525 w 1253299"/>
                <a:gd name="connsiteY56" fmla="*/ 444947 h 733806"/>
                <a:gd name="connsiteX57" fmla="*/ 628810 w 1253299"/>
                <a:gd name="connsiteY57" fmla="*/ 448650 h 733806"/>
                <a:gd name="connsiteX58" fmla="*/ 629291 w 1253299"/>
                <a:gd name="connsiteY58" fmla="*/ 452422 h 733806"/>
                <a:gd name="connsiteX59" fmla="*/ 635120 w 1253299"/>
                <a:gd name="connsiteY59" fmla="*/ 458251 h 733806"/>
                <a:gd name="connsiteX60" fmla="*/ 645064 w 1253299"/>
                <a:gd name="connsiteY60" fmla="*/ 464080 h 733806"/>
                <a:gd name="connsiteX61" fmla="*/ 659260 w 1253299"/>
                <a:gd name="connsiteY61" fmla="*/ 471968 h 733806"/>
                <a:gd name="connsiteX62" fmla="*/ 677570 w 1253299"/>
                <a:gd name="connsiteY62" fmla="*/ 482803 h 733806"/>
                <a:gd name="connsiteX63" fmla="*/ 693824 w 1253299"/>
                <a:gd name="connsiteY63" fmla="*/ 492404 h 733806"/>
                <a:gd name="connsiteX64" fmla="*/ 700682 w 1253299"/>
                <a:gd name="connsiteY64" fmla="*/ 496176 h 733806"/>
                <a:gd name="connsiteX65" fmla="*/ 708158 w 1253299"/>
                <a:gd name="connsiteY65" fmla="*/ 499056 h 733806"/>
                <a:gd name="connsiteX66" fmla="*/ 716044 w 1253299"/>
                <a:gd name="connsiteY66" fmla="*/ 499468 h 733806"/>
                <a:gd name="connsiteX67" fmla="*/ 724000 w 1253299"/>
                <a:gd name="connsiteY67" fmla="*/ 498233 h 733806"/>
                <a:gd name="connsiteX68" fmla="*/ 728594 w 1253299"/>
                <a:gd name="connsiteY68" fmla="*/ 496176 h 733806"/>
                <a:gd name="connsiteX69" fmla="*/ 656105 w 1253299"/>
                <a:gd name="connsiteY69" fmla="*/ 538216 h 733806"/>
                <a:gd name="connsiteX70" fmla="*/ 654459 w 1253299"/>
                <a:gd name="connsiteY70" fmla="*/ 539039 h 733806"/>
                <a:gd name="connsiteX71" fmla="*/ 652402 w 1253299"/>
                <a:gd name="connsiteY71" fmla="*/ 540685 h 733806"/>
                <a:gd name="connsiteX72" fmla="*/ 650276 w 1253299"/>
                <a:gd name="connsiteY72" fmla="*/ 542330 h 733806"/>
                <a:gd name="connsiteX73" fmla="*/ 648218 w 1253299"/>
                <a:gd name="connsiteY73" fmla="*/ 544045 h 733806"/>
                <a:gd name="connsiteX74" fmla="*/ 647395 w 1253299"/>
                <a:gd name="connsiteY74" fmla="*/ 545280 h 733806"/>
                <a:gd name="connsiteX75" fmla="*/ 646092 w 1253299"/>
                <a:gd name="connsiteY75" fmla="*/ 546514 h 733806"/>
                <a:gd name="connsiteX76" fmla="*/ 645269 w 1253299"/>
                <a:gd name="connsiteY76" fmla="*/ 547748 h 733806"/>
                <a:gd name="connsiteX77" fmla="*/ 644447 w 1253299"/>
                <a:gd name="connsiteY77" fmla="*/ 549051 h 733806"/>
                <a:gd name="connsiteX78" fmla="*/ 644035 w 1253299"/>
                <a:gd name="connsiteY78" fmla="*/ 550286 h 733806"/>
                <a:gd name="connsiteX79" fmla="*/ 643624 w 1253299"/>
                <a:gd name="connsiteY79" fmla="*/ 551520 h 733806"/>
                <a:gd name="connsiteX80" fmla="*/ 643212 w 1253299"/>
                <a:gd name="connsiteY80" fmla="*/ 553166 h 733806"/>
                <a:gd name="connsiteX81" fmla="*/ 642801 w 1253299"/>
                <a:gd name="connsiteY81" fmla="*/ 554469 h 733806"/>
                <a:gd name="connsiteX82" fmla="*/ 642389 w 1253299"/>
                <a:gd name="connsiteY82" fmla="*/ 555704 h 733806"/>
                <a:gd name="connsiteX83" fmla="*/ 642389 w 1253299"/>
                <a:gd name="connsiteY83" fmla="*/ 557761 h 733806"/>
                <a:gd name="connsiteX84" fmla="*/ 642801 w 1253299"/>
                <a:gd name="connsiteY84" fmla="*/ 558996 h 733806"/>
                <a:gd name="connsiteX85" fmla="*/ 642801 w 1253299"/>
                <a:gd name="connsiteY85" fmla="*/ 560161 h 733806"/>
                <a:gd name="connsiteX86" fmla="*/ 643212 w 1253299"/>
                <a:gd name="connsiteY86" fmla="*/ 560984 h 733806"/>
                <a:gd name="connsiteX87" fmla="*/ 643624 w 1253299"/>
                <a:gd name="connsiteY87" fmla="*/ 561396 h 733806"/>
                <a:gd name="connsiteX88" fmla="*/ 643624 w 1253299"/>
                <a:gd name="connsiteY88" fmla="*/ 562630 h 733806"/>
                <a:gd name="connsiteX89" fmla="*/ 644035 w 1253299"/>
                <a:gd name="connsiteY89" fmla="*/ 563453 h 733806"/>
                <a:gd name="connsiteX90" fmla="*/ 644858 w 1253299"/>
                <a:gd name="connsiteY90" fmla="*/ 564688 h 733806"/>
                <a:gd name="connsiteX91" fmla="*/ 645269 w 1253299"/>
                <a:gd name="connsiteY91" fmla="*/ 565579 h 733806"/>
                <a:gd name="connsiteX92" fmla="*/ 645681 w 1253299"/>
                <a:gd name="connsiteY92" fmla="*/ 566402 h 733806"/>
                <a:gd name="connsiteX93" fmla="*/ 646572 w 1253299"/>
                <a:gd name="connsiteY93" fmla="*/ 567225 h 733806"/>
                <a:gd name="connsiteX94" fmla="*/ 646984 w 1253299"/>
                <a:gd name="connsiteY94" fmla="*/ 568048 h 733806"/>
                <a:gd name="connsiteX95" fmla="*/ 647807 w 1253299"/>
                <a:gd name="connsiteY95" fmla="*/ 568871 h 733806"/>
                <a:gd name="connsiteX96" fmla="*/ 648218 w 1253299"/>
                <a:gd name="connsiteY96" fmla="*/ 569283 h 733806"/>
                <a:gd name="connsiteX97" fmla="*/ 648630 w 1253299"/>
                <a:gd name="connsiteY97" fmla="*/ 569694 h 733806"/>
                <a:gd name="connsiteX98" fmla="*/ 649041 w 1253299"/>
                <a:gd name="connsiteY98" fmla="*/ 570106 h 733806"/>
                <a:gd name="connsiteX99" fmla="*/ 649864 w 1253299"/>
                <a:gd name="connsiteY99" fmla="*/ 570929 h 733806"/>
                <a:gd name="connsiteX100" fmla="*/ 650282 w 1253299"/>
                <a:gd name="connsiteY100" fmla="*/ 571334 h 733806"/>
                <a:gd name="connsiteX101" fmla="*/ 650276 w 1253299"/>
                <a:gd name="connsiteY101" fmla="*/ 571409 h 733806"/>
                <a:gd name="connsiteX102" fmla="*/ 651099 w 1253299"/>
                <a:gd name="connsiteY102" fmla="*/ 571820 h 733806"/>
                <a:gd name="connsiteX103" fmla="*/ 651510 w 1253299"/>
                <a:gd name="connsiteY103" fmla="*/ 572232 h 733806"/>
                <a:gd name="connsiteX104" fmla="*/ 652402 w 1253299"/>
                <a:gd name="connsiteY104" fmla="*/ 572643 h 733806"/>
                <a:gd name="connsiteX105" fmla="*/ 652813 w 1253299"/>
                <a:gd name="connsiteY105" fmla="*/ 573054 h 733806"/>
                <a:gd name="connsiteX106" fmla="*/ 653225 w 1253299"/>
                <a:gd name="connsiteY106" fmla="*/ 573466 h 733806"/>
                <a:gd name="connsiteX107" fmla="*/ 653636 w 1253299"/>
                <a:gd name="connsiteY107" fmla="*/ 573877 h 733806"/>
                <a:gd name="connsiteX108" fmla="*/ 654047 w 1253299"/>
                <a:gd name="connsiteY108" fmla="*/ 574289 h 733806"/>
                <a:gd name="connsiteX109" fmla="*/ 654870 w 1253299"/>
                <a:gd name="connsiteY109" fmla="*/ 574289 h 733806"/>
                <a:gd name="connsiteX110" fmla="*/ 655282 w 1253299"/>
                <a:gd name="connsiteY110" fmla="*/ 574700 h 733806"/>
                <a:gd name="connsiteX111" fmla="*/ 656105 w 1253299"/>
                <a:gd name="connsiteY111" fmla="*/ 575112 h 733806"/>
                <a:gd name="connsiteX112" fmla="*/ 769056 w 1253299"/>
                <a:gd name="connsiteY112" fmla="*/ 640537 h 733806"/>
                <a:gd name="connsiteX113" fmla="*/ 607893 w 1253299"/>
                <a:gd name="connsiteY113" fmla="*/ 733806 h 733806"/>
                <a:gd name="connsiteX114" fmla="*/ 153619 w 1253299"/>
                <a:gd name="connsiteY114" fmla="*/ 471488 h 733806"/>
                <a:gd name="connsiteX115" fmla="*/ 153619 w 1253299"/>
                <a:gd name="connsiteY115" fmla="*/ 450914 h 733806"/>
                <a:gd name="connsiteX116" fmla="*/ 0 w 1253299"/>
                <a:gd name="connsiteY116" fmla="*/ 362651 h 733806"/>
                <a:gd name="connsiteX117" fmla="*/ 627850 w 1253299"/>
                <a:gd name="connsiteY117" fmla="*/ 0 h 733806"/>
                <a:gd name="connsiteX118" fmla="*/ 801494 w 1253299"/>
                <a:gd name="connsiteY118" fmla="*/ 100675 h 733806"/>
                <a:gd name="connsiteX119" fmla="*/ 828172 w 1253299"/>
                <a:gd name="connsiteY119" fmla="*/ 116037 h 733806"/>
                <a:gd name="connsiteX120" fmla="*/ 828584 w 1253299"/>
                <a:gd name="connsiteY120" fmla="*/ 116037 h 733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253299" h="733806">
                  <a:moveTo>
                    <a:pt x="1253300" y="361279"/>
                  </a:moveTo>
                  <a:cubicBezTo>
                    <a:pt x="1199533" y="392140"/>
                    <a:pt x="1145835" y="423001"/>
                    <a:pt x="1091725" y="454137"/>
                  </a:cubicBezTo>
                  <a:lnTo>
                    <a:pt x="978843" y="389192"/>
                  </a:lnTo>
                  <a:lnTo>
                    <a:pt x="978431" y="388780"/>
                  </a:lnTo>
                  <a:lnTo>
                    <a:pt x="978019" y="388780"/>
                  </a:lnTo>
                  <a:cubicBezTo>
                    <a:pt x="978019" y="388553"/>
                    <a:pt x="977835" y="388369"/>
                    <a:pt x="977608" y="388369"/>
                  </a:cubicBezTo>
                  <a:cubicBezTo>
                    <a:pt x="977196" y="388369"/>
                    <a:pt x="977196" y="388369"/>
                    <a:pt x="977196" y="387957"/>
                  </a:cubicBezTo>
                  <a:lnTo>
                    <a:pt x="976373" y="387957"/>
                  </a:lnTo>
                  <a:cubicBezTo>
                    <a:pt x="976373" y="387546"/>
                    <a:pt x="975962" y="387546"/>
                    <a:pt x="975551" y="387546"/>
                  </a:cubicBezTo>
                  <a:lnTo>
                    <a:pt x="975139" y="387134"/>
                  </a:lnTo>
                  <a:cubicBezTo>
                    <a:pt x="973082" y="386311"/>
                    <a:pt x="972602" y="386311"/>
                    <a:pt x="972602" y="385900"/>
                  </a:cubicBezTo>
                  <a:cubicBezTo>
                    <a:pt x="972149" y="385956"/>
                    <a:pt x="971695" y="385805"/>
                    <a:pt x="971367" y="385488"/>
                  </a:cubicBezTo>
                  <a:lnTo>
                    <a:pt x="970544" y="385488"/>
                  </a:lnTo>
                  <a:cubicBezTo>
                    <a:pt x="970544" y="385076"/>
                    <a:pt x="970133" y="385076"/>
                    <a:pt x="969721" y="385076"/>
                  </a:cubicBezTo>
                  <a:cubicBezTo>
                    <a:pt x="969310" y="385076"/>
                    <a:pt x="968898" y="384597"/>
                    <a:pt x="968487" y="384597"/>
                  </a:cubicBezTo>
                  <a:cubicBezTo>
                    <a:pt x="968076" y="384597"/>
                    <a:pt x="967664" y="384185"/>
                    <a:pt x="967253" y="384185"/>
                  </a:cubicBezTo>
                  <a:cubicBezTo>
                    <a:pt x="966841" y="384185"/>
                    <a:pt x="965950" y="383774"/>
                    <a:pt x="965538" y="383774"/>
                  </a:cubicBezTo>
                  <a:cubicBezTo>
                    <a:pt x="965127" y="383774"/>
                    <a:pt x="964715" y="383362"/>
                    <a:pt x="964303" y="383362"/>
                  </a:cubicBezTo>
                  <a:cubicBezTo>
                    <a:pt x="963892" y="383362"/>
                    <a:pt x="963069" y="382951"/>
                    <a:pt x="962657" y="382951"/>
                  </a:cubicBezTo>
                  <a:cubicBezTo>
                    <a:pt x="962205" y="383007"/>
                    <a:pt x="961751" y="382855"/>
                    <a:pt x="961423" y="382539"/>
                  </a:cubicBezTo>
                  <a:lnTo>
                    <a:pt x="959709" y="382539"/>
                  </a:lnTo>
                  <a:cubicBezTo>
                    <a:pt x="959297" y="382539"/>
                    <a:pt x="958886" y="382128"/>
                    <a:pt x="958474" y="382128"/>
                  </a:cubicBezTo>
                  <a:lnTo>
                    <a:pt x="956828" y="382128"/>
                  </a:lnTo>
                  <a:cubicBezTo>
                    <a:pt x="956324" y="381790"/>
                    <a:pt x="955716" y="381644"/>
                    <a:pt x="955114" y="381716"/>
                  </a:cubicBezTo>
                  <a:lnTo>
                    <a:pt x="954222" y="381716"/>
                  </a:lnTo>
                  <a:cubicBezTo>
                    <a:pt x="953399" y="381716"/>
                    <a:pt x="952988" y="381716"/>
                    <a:pt x="952576" y="381305"/>
                  </a:cubicBezTo>
                  <a:lnTo>
                    <a:pt x="940506" y="381305"/>
                  </a:lnTo>
                  <a:cubicBezTo>
                    <a:pt x="939729" y="381640"/>
                    <a:pt x="938882" y="381781"/>
                    <a:pt x="938037" y="381716"/>
                  </a:cubicBezTo>
                  <a:cubicBezTo>
                    <a:pt x="937302" y="381604"/>
                    <a:pt x="936552" y="381749"/>
                    <a:pt x="935912" y="382128"/>
                  </a:cubicBezTo>
                  <a:lnTo>
                    <a:pt x="933648" y="382128"/>
                  </a:lnTo>
                  <a:cubicBezTo>
                    <a:pt x="932981" y="382427"/>
                    <a:pt x="932253" y="382568"/>
                    <a:pt x="931522" y="382539"/>
                  </a:cubicBezTo>
                  <a:cubicBezTo>
                    <a:pt x="930699" y="382951"/>
                    <a:pt x="929876" y="382951"/>
                    <a:pt x="929054" y="383362"/>
                  </a:cubicBezTo>
                  <a:cubicBezTo>
                    <a:pt x="928345" y="383334"/>
                    <a:pt x="927640" y="383475"/>
                    <a:pt x="926996" y="383773"/>
                  </a:cubicBezTo>
                  <a:cubicBezTo>
                    <a:pt x="926105" y="384185"/>
                    <a:pt x="924870" y="384185"/>
                    <a:pt x="924047" y="384597"/>
                  </a:cubicBezTo>
                  <a:cubicBezTo>
                    <a:pt x="923224" y="385008"/>
                    <a:pt x="921990" y="385488"/>
                    <a:pt x="920755" y="385900"/>
                  </a:cubicBezTo>
                  <a:lnTo>
                    <a:pt x="918218" y="387134"/>
                  </a:lnTo>
                  <a:cubicBezTo>
                    <a:pt x="916716" y="387576"/>
                    <a:pt x="915301" y="388272"/>
                    <a:pt x="914034" y="389192"/>
                  </a:cubicBezTo>
                  <a:lnTo>
                    <a:pt x="842848" y="430340"/>
                  </a:lnTo>
                  <a:lnTo>
                    <a:pt x="845386" y="427871"/>
                  </a:lnTo>
                  <a:cubicBezTo>
                    <a:pt x="846175" y="426885"/>
                    <a:pt x="846737" y="425738"/>
                    <a:pt x="847032" y="424510"/>
                  </a:cubicBezTo>
                  <a:cubicBezTo>
                    <a:pt x="847103" y="423126"/>
                    <a:pt x="846965" y="421739"/>
                    <a:pt x="846620" y="420396"/>
                  </a:cubicBezTo>
                  <a:cubicBezTo>
                    <a:pt x="845233" y="418071"/>
                    <a:pt x="843211" y="416191"/>
                    <a:pt x="840791" y="414978"/>
                  </a:cubicBezTo>
                  <a:cubicBezTo>
                    <a:pt x="837515" y="412700"/>
                    <a:pt x="834023" y="410747"/>
                    <a:pt x="830367" y="409149"/>
                  </a:cubicBezTo>
                  <a:cubicBezTo>
                    <a:pt x="825772" y="406611"/>
                    <a:pt x="821177" y="403730"/>
                    <a:pt x="816651" y="400782"/>
                  </a:cubicBezTo>
                  <a:cubicBezTo>
                    <a:pt x="810410" y="397490"/>
                    <a:pt x="804169" y="393924"/>
                    <a:pt x="797860" y="390357"/>
                  </a:cubicBezTo>
                  <a:cubicBezTo>
                    <a:pt x="792922" y="387066"/>
                    <a:pt x="787504" y="384117"/>
                    <a:pt x="782087" y="380825"/>
                  </a:cubicBezTo>
                  <a:cubicBezTo>
                    <a:pt x="777622" y="377761"/>
                    <a:pt x="772688" y="375445"/>
                    <a:pt x="767479" y="373967"/>
                  </a:cubicBezTo>
                  <a:cubicBezTo>
                    <a:pt x="764892" y="373386"/>
                    <a:pt x="762225" y="373247"/>
                    <a:pt x="759592" y="373555"/>
                  </a:cubicBezTo>
                  <a:cubicBezTo>
                    <a:pt x="756913" y="373525"/>
                    <a:pt x="754247" y="373942"/>
                    <a:pt x="751705" y="374789"/>
                  </a:cubicBezTo>
                  <a:cubicBezTo>
                    <a:pt x="748303" y="375857"/>
                    <a:pt x="745070" y="377404"/>
                    <a:pt x="742104" y="379384"/>
                  </a:cubicBezTo>
                  <a:cubicBezTo>
                    <a:pt x="737921" y="381853"/>
                    <a:pt x="734217" y="383911"/>
                    <a:pt x="730446" y="386243"/>
                  </a:cubicBezTo>
                  <a:cubicBezTo>
                    <a:pt x="724205" y="389946"/>
                    <a:pt x="717964" y="393101"/>
                    <a:pt x="712135" y="397078"/>
                  </a:cubicBezTo>
                  <a:cubicBezTo>
                    <a:pt x="704179" y="401604"/>
                    <a:pt x="696704" y="405788"/>
                    <a:pt x="688818" y="410383"/>
                  </a:cubicBezTo>
                  <a:cubicBezTo>
                    <a:pt x="680931" y="414978"/>
                    <a:pt x="673387" y="419092"/>
                    <a:pt x="665912" y="423687"/>
                  </a:cubicBezTo>
                  <a:cubicBezTo>
                    <a:pt x="659671" y="427048"/>
                    <a:pt x="653430" y="430545"/>
                    <a:pt x="647189" y="434523"/>
                  </a:cubicBezTo>
                  <a:cubicBezTo>
                    <a:pt x="643829" y="436169"/>
                    <a:pt x="640331" y="438295"/>
                    <a:pt x="636766" y="440352"/>
                  </a:cubicBezTo>
                  <a:cubicBezTo>
                    <a:pt x="634347" y="441361"/>
                    <a:pt x="632206" y="442937"/>
                    <a:pt x="630525" y="444947"/>
                  </a:cubicBezTo>
                  <a:cubicBezTo>
                    <a:pt x="629624" y="446001"/>
                    <a:pt x="629031" y="447282"/>
                    <a:pt x="628810" y="448650"/>
                  </a:cubicBezTo>
                  <a:cubicBezTo>
                    <a:pt x="628497" y="449924"/>
                    <a:pt x="628668" y="451268"/>
                    <a:pt x="629291" y="452422"/>
                  </a:cubicBezTo>
                  <a:cubicBezTo>
                    <a:pt x="630426" y="455033"/>
                    <a:pt x="632509" y="457116"/>
                    <a:pt x="635120" y="458251"/>
                  </a:cubicBezTo>
                  <a:cubicBezTo>
                    <a:pt x="638248" y="460496"/>
                    <a:pt x="641577" y="462448"/>
                    <a:pt x="645064" y="464080"/>
                  </a:cubicBezTo>
                  <a:cubicBezTo>
                    <a:pt x="649659" y="466550"/>
                    <a:pt x="654665" y="469499"/>
                    <a:pt x="659260" y="471968"/>
                  </a:cubicBezTo>
                  <a:cubicBezTo>
                    <a:pt x="665501" y="475739"/>
                    <a:pt x="671330" y="479511"/>
                    <a:pt x="677570" y="482803"/>
                  </a:cubicBezTo>
                  <a:cubicBezTo>
                    <a:pt x="683811" y="486095"/>
                    <a:pt x="688406" y="489044"/>
                    <a:pt x="693824" y="492404"/>
                  </a:cubicBezTo>
                  <a:cubicBezTo>
                    <a:pt x="695882" y="493639"/>
                    <a:pt x="698350" y="494873"/>
                    <a:pt x="700682" y="496176"/>
                  </a:cubicBezTo>
                  <a:cubicBezTo>
                    <a:pt x="703102" y="497314"/>
                    <a:pt x="705600" y="498277"/>
                    <a:pt x="708158" y="499056"/>
                  </a:cubicBezTo>
                  <a:cubicBezTo>
                    <a:pt x="710771" y="499408"/>
                    <a:pt x="713409" y="499545"/>
                    <a:pt x="716044" y="499468"/>
                  </a:cubicBezTo>
                  <a:cubicBezTo>
                    <a:pt x="718743" y="499460"/>
                    <a:pt x="721425" y="499044"/>
                    <a:pt x="724000" y="498233"/>
                  </a:cubicBezTo>
                  <a:cubicBezTo>
                    <a:pt x="725627" y="497787"/>
                    <a:pt x="727177" y="497093"/>
                    <a:pt x="728594" y="496176"/>
                  </a:cubicBezTo>
                  <a:lnTo>
                    <a:pt x="656105" y="538216"/>
                  </a:lnTo>
                  <a:cubicBezTo>
                    <a:pt x="655282" y="538627"/>
                    <a:pt x="654870" y="539039"/>
                    <a:pt x="654459" y="539039"/>
                  </a:cubicBezTo>
                  <a:cubicBezTo>
                    <a:pt x="654047" y="539039"/>
                    <a:pt x="652813" y="540273"/>
                    <a:pt x="652402" y="540685"/>
                  </a:cubicBezTo>
                  <a:cubicBezTo>
                    <a:pt x="651607" y="541112"/>
                    <a:pt x="650888" y="541668"/>
                    <a:pt x="650276" y="542330"/>
                  </a:cubicBezTo>
                  <a:cubicBezTo>
                    <a:pt x="649453" y="542810"/>
                    <a:pt x="649041" y="543634"/>
                    <a:pt x="648218" y="544045"/>
                  </a:cubicBezTo>
                  <a:cubicBezTo>
                    <a:pt x="647395" y="544457"/>
                    <a:pt x="647395" y="544868"/>
                    <a:pt x="647395" y="545280"/>
                  </a:cubicBezTo>
                  <a:lnTo>
                    <a:pt x="646092" y="546514"/>
                  </a:lnTo>
                  <a:cubicBezTo>
                    <a:pt x="646092" y="546926"/>
                    <a:pt x="645681" y="547337"/>
                    <a:pt x="645269" y="547748"/>
                  </a:cubicBezTo>
                  <a:cubicBezTo>
                    <a:pt x="645151" y="548263"/>
                    <a:pt x="644860" y="548723"/>
                    <a:pt x="644447" y="549051"/>
                  </a:cubicBezTo>
                  <a:cubicBezTo>
                    <a:pt x="644447" y="549463"/>
                    <a:pt x="644035" y="549874"/>
                    <a:pt x="644035" y="550286"/>
                  </a:cubicBezTo>
                  <a:cubicBezTo>
                    <a:pt x="643718" y="550614"/>
                    <a:pt x="643567" y="551068"/>
                    <a:pt x="643624" y="551520"/>
                  </a:cubicBezTo>
                  <a:cubicBezTo>
                    <a:pt x="643212" y="551932"/>
                    <a:pt x="643212" y="552343"/>
                    <a:pt x="643212" y="553166"/>
                  </a:cubicBezTo>
                  <a:cubicBezTo>
                    <a:pt x="642884" y="553515"/>
                    <a:pt x="642733" y="553995"/>
                    <a:pt x="642801" y="554469"/>
                  </a:cubicBezTo>
                  <a:cubicBezTo>
                    <a:pt x="642801" y="554881"/>
                    <a:pt x="642389" y="555292"/>
                    <a:pt x="642389" y="555704"/>
                  </a:cubicBezTo>
                  <a:lnTo>
                    <a:pt x="642389" y="557761"/>
                  </a:lnTo>
                  <a:cubicBezTo>
                    <a:pt x="642333" y="558214"/>
                    <a:pt x="642484" y="558668"/>
                    <a:pt x="642801" y="558996"/>
                  </a:cubicBezTo>
                  <a:lnTo>
                    <a:pt x="642801" y="560161"/>
                  </a:lnTo>
                  <a:cubicBezTo>
                    <a:pt x="643212" y="560573"/>
                    <a:pt x="643212" y="560573"/>
                    <a:pt x="643212" y="560984"/>
                  </a:cubicBezTo>
                  <a:lnTo>
                    <a:pt x="643624" y="561396"/>
                  </a:lnTo>
                  <a:lnTo>
                    <a:pt x="643624" y="562630"/>
                  </a:lnTo>
                  <a:cubicBezTo>
                    <a:pt x="643856" y="562845"/>
                    <a:pt x="644002" y="563138"/>
                    <a:pt x="644035" y="563453"/>
                  </a:cubicBezTo>
                  <a:cubicBezTo>
                    <a:pt x="644447" y="563865"/>
                    <a:pt x="644447" y="564276"/>
                    <a:pt x="644858" y="564688"/>
                  </a:cubicBezTo>
                  <a:cubicBezTo>
                    <a:pt x="644892" y="565022"/>
                    <a:pt x="645037" y="565336"/>
                    <a:pt x="645269" y="565579"/>
                  </a:cubicBezTo>
                  <a:cubicBezTo>
                    <a:pt x="645493" y="565801"/>
                    <a:pt x="645637" y="566090"/>
                    <a:pt x="645681" y="566402"/>
                  </a:cubicBezTo>
                  <a:cubicBezTo>
                    <a:pt x="646092" y="566402"/>
                    <a:pt x="646092" y="566813"/>
                    <a:pt x="646572" y="567225"/>
                  </a:cubicBezTo>
                  <a:cubicBezTo>
                    <a:pt x="646796" y="567447"/>
                    <a:pt x="646940" y="567736"/>
                    <a:pt x="646984" y="568048"/>
                  </a:cubicBezTo>
                  <a:cubicBezTo>
                    <a:pt x="647395" y="568048"/>
                    <a:pt x="647395" y="568460"/>
                    <a:pt x="647807" y="568871"/>
                  </a:cubicBezTo>
                  <a:cubicBezTo>
                    <a:pt x="648034" y="568871"/>
                    <a:pt x="648218" y="569055"/>
                    <a:pt x="648218" y="569283"/>
                  </a:cubicBezTo>
                  <a:lnTo>
                    <a:pt x="648630" y="569694"/>
                  </a:lnTo>
                  <a:lnTo>
                    <a:pt x="649041" y="570106"/>
                  </a:lnTo>
                  <a:lnTo>
                    <a:pt x="649864" y="570929"/>
                  </a:lnTo>
                  <a:cubicBezTo>
                    <a:pt x="650091" y="570925"/>
                    <a:pt x="650278" y="571107"/>
                    <a:pt x="650282" y="571334"/>
                  </a:cubicBezTo>
                  <a:cubicBezTo>
                    <a:pt x="650282" y="571359"/>
                    <a:pt x="650280" y="571384"/>
                    <a:pt x="650276" y="571409"/>
                  </a:cubicBezTo>
                  <a:cubicBezTo>
                    <a:pt x="650687" y="571409"/>
                    <a:pt x="650687" y="571820"/>
                    <a:pt x="651099" y="571820"/>
                  </a:cubicBezTo>
                  <a:lnTo>
                    <a:pt x="651510" y="572232"/>
                  </a:lnTo>
                  <a:cubicBezTo>
                    <a:pt x="651921" y="572643"/>
                    <a:pt x="651921" y="572643"/>
                    <a:pt x="652402" y="572643"/>
                  </a:cubicBezTo>
                  <a:cubicBezTo>
                    <a:pt x="652402" y="572870"/>
                    <a:pt x="652586" y="573054"/>
                    <a:pt x="652813" y="573054"/>
                  </a:cubicBezTo>
                  <a:lnTo>
                    <a:pt x="653225" y="573466"/>
                  </a:lnTo>
                  <a:cubicBezTo>
                    <a:pt x="653452" y="573466"/>
                    <a:pt x="653636" y="573650"/>
                    <a:pt x="653636" y="573877"/>
                  </a:cubicBezTo>
                  <a:cubicBezTo>
                    <a:pt x="654047" y="573877"/>
                    <a:pt x="654047" y="573877"/>
                    <a:pt x="654047" y="574289"/>
                  </a:cubicBezTo>
                  <a:lnTo>
                    <a:pt x="654870" y="574289"/>
                  </a:lnTo>
                  <a:cubicBezTo>
                    <a:pt x="654870" y="574700"/>
                    <a:pt x="654870" y="574700"/>
                    <a:pt x="655282" y="574700"/>
                  </a:cubicBezTo>
                  <a:cubicBezTo>
                    <a:pt x="655504" y="574924"/>
                    <a:pt x="655793" y="575068"/>
                    <a:pt x="656105" y="575112"/>
                  </a:cubicBezTo>
                  <a:lnTo>
                    <a:pt x="769056" y="640537"/>
                  </a:lnTo>
                  <a:cubicBezTo>
                    <a:pt x="715289" y="671810"/>
                    <a:pt x="661592" y="702259"/>
                    <a:pt x="607893" y="733806"/>
                  </a:cubicBezTo>
                  <a:lnTo>
                    <a:pt x="153619" y="471488"/>
                  </a:lnTo>
                  <a:lnTo>
                    <a:pt x="153619" y="450914"/>
                  </a:lnTo>
                  <a:lnTo>
                    <a:pt x="0" y="362651"/>
                  </a:lnTo>
                  <a:cubicBezTo>
                    <a:pt x="209443" y="241447"/>
                    <a:pt x="418727" y="120564"/>
                    <a:pt x="627850" y="0"/>
                  </a:cubicBezTo>
                  <a:lnTo>
                    <a:pt x="801494" y="100675"/>
                  </a:lnTo>
                  <a:lnTo>
                    <a:pt x="828172" y="116037"/>
                  </a:lnTo>
                  <a:lnTo>
                    <a:pt x="828584" y="116037"/>
                  </a:lnTo>
                  <a:close/>
                </a:path>
              </a:pathLst>
            </a:custGeom>
            <a:solidFill>
              <a:srgbClr val="D6DDE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8D73901-CAC7-6D83-2741-897BF6EC9AB6}"/>
                </a:ext>
              </a:extLst>
            </p:cNvPr>
            <p:cNvSpPr/>
            <p:nvPr/>
          </p:nvSpPr>
          <p:spPr>
            <a:xfrm>
              <a:off x="5682991" y="4232003"/>
              <a:ext cx="153276" cy="176936"/>
            </a:xfrm>
            <a:custGeom>
              <a:avLst/>
              <a:gdLst>
                <a:gd name="connsiteX0" fmla="*/ 153276 w 153276"/>
                <a:gd name="connsiteY0" fmla="*/ 0 h 176936"/>
                <a:gd name="connsiteX1" fmla="*/ 153276 w 153276"/>
                <a:gd name="connsiteY1" fmla="*/ 176936 h 176936"/>
                <a:gd name="connsiteX2" fmla="*/ 0 w 153276"/>
                <a:gd name="connsiteY2" fmla="*/ 88537 h 176936"/>
                <a:gd name="connsiteX3" fmla="*/ 153276 w 153276"/>
                <a:gd name="connsiteY3" fmla="*/ 0 h 17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276" h="176936">
                  <a:moveTo>
                    <a:pt x="153276" y="0"/>
                  </a:moveTo>
                  <a:lnTo>
                    <a:pt x="153276" y="176936"/>
                  </a:lnTo>
                  <a:lnTo>
                    <a:pt x="0" y="88537"/>
                  </a:lnTo>
                  <a:cubicBezTo>
                    <a:pt x="51229" y="59116"/>
                    <a:pt x="102047" y="29558"/>
                    <a:pt x="153276" y="0"/>
                  </a:cubicBez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0D974F9-F3C2-8135-0F8B-30BD8067E89B}"/>
                </a:ext>
              </a:extLst>
            </p:cNvPr>
            <p:cNvSpPr/>
            <p:nvPr/>
          </p:nvSpPr>
          <p:spPr>
            <a:xfrm>
              <a:off x="5330353" y="4320540"/>
              <a:ext cx="505914" cy="292013"/>
            </a:xfrm>
            <a:custGeom>
              <a:avLst/>
              <a:gdLst>
                <a:gd name="connsiteX0" fmla="*/ 505914 w 505914"/>
                <a:gd name="connsiteY0" fmla="*/ 88400 h 292013"/>
                <a:gd name="connsiteX1" fmla="*/ 153619 w 505914"/>
                <a:gd name="connsiteY1" fmla="*/ 292014 h 292013"/>
                <a:gd name="connsiteX2" fmla="*/ 0 w 505914"/>
                <a:gd name="connsiteY2" fmla="*/ 203340 h 292013"/>
                <a:gd name="connsiteX3" fmla="*/ 352638 w 505914"/>
                <a:gd name="connsiteY3" fmla="*/ 0 h 29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5914" h="292013">
                  <a:moveTo>
                    <a:pt x="505914" y="88400"/>
                  </a:moveTo>
                  <a:lnTo>
                    <a:pt x="153619" y="292014"/>
                  </a:lnTo>
                  <a:lnTo>
                    <a:pt x="0" y="203340"/>
                  </a:lnTo>
                  <a:cubicBezTo>
                    <a:pt x="117820" y="135446"/>
                    <a:pt x="235367" y="67665"/>
                    <a:pt x="352638" y="0"/>
                  </a:cubicBezTo>
                  <a:close/>
                </a:path>
              </a:pathLst>
            </a:custGeom>
            <a:solidFill>
              <a:srgbClr val="C7CED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2497F6D-8969-62B4-BDDC-4A026A747965}"/>
                </a:ext>
              </a:extLst>
            </p:cNvPr>
            <p:cNvSpPr/>
            <p:nvPr/>
          </p:nvSpPr>
          <p:spPr>
            <a:xfrm>
              <a:off x="5451876" y="4999482"/>
              <a:ext cx="322326" cy="202791"/>
            </a:xfrm>
            <a:custGeom>
              <a:avLst/>
              <a:gdLst>
                <a:gd name="connsiteX0" fmla="*/ 322326 w 322326"/>
                <a:gd name="connsiteY0" fmla="*/ 0 h 202791"/>
                <a:gd name="connsiteX1" fmla="*/ 322326 w 322326"/>
                <a:gd name="connsiteY1" fmla="*/ 16665 h 202791"/>
                <a:gd name="connsiteX2" fmla="*/ 0 w 322326"/>
                <a:gd name="connsiteY2" fmla="*/ 202791 h 202791"/>
                <a:gd name="connsiteX3" fmla="*/ 0 w 322326"/>
                <a:gd name="connsiteY3" fmla="*/ 186538 h 202791"/>
                <a:gd name="connsiteX4" fmla="*/ 322326 w 322326"/>
                <a:gd name="connsiteY4" fmla="*/ 0 h 20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326" h="202791">
                  <a:moveTo>
                    <a:pt x="322326" y="0"/>
                  </a:moveTo>
                  <a:lnTo>
                    <a:pt x="322326" y="16665"/>
                  </a:lnTo>
                  <a:cubicBezTo>
                    <a:pt x="214884" y="78707"/>
                    <a:pt x="107442" y="140749"/>
                    <a:pt x="0" y="202791"/>
                  </a:cubicBezTo>
                  <a:lnTo>
                    <a:pt x="0" y="186538"/>
                  </a:lnTo>
                  <a:cubicBezTo>
                    <a:pt x="107465" y="124816"/>
                    <a:pt x="214861" y="62339"/>
                    <a:pt x="322326" y="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3041FCF-BA0D-7952-5E2D-EC63756E3925}"/>
                </a:ext>
              </a:extLst>
            </p:cNvPr>
            <p:cNvSpPr/>
            <p:nvPr/>
          </p:nvSpPr>
          <p:spPr>
            <a:xfrm>
              <a:off x="5661320" y="4924112"/>
              <a:ext cx="112882" cy="75369"/>
            </a:xfrm>
            <a:custGeom>
              <a:avLst/>
              <a:gdLst>
                <a:gd name="connsiteX0" fmla="*/ 112882 w 112882"/>
                <a:gd name="connsiteY0" fmla="*/ 65220 h 75369"/>
                <a:gd name="connsiteX1" fmla="*/ 112882 w 112882"/>
                <a:gd name="connsiteY1" fmla="*/ 75369 h 75369"/>
                <a:gd name="connsiteX2" fmla="*/ 0 w 112882"/>
                <a:gd name="connsiteY2" fmla="*/ 10012 h 75369"/>
                <a:gd name="connsiteX3" fmla="*/ 0 w 112882"/>
                <a:gd name="connsiteY3" fmla="*/ 0 h 75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2" h="75369">
                  <a:moveTo>
                    <a:pt x="112882" y="65220"/>
                  </a:moveTo>
                  <a:lnTo>
                    <a:pt x="112882" y="75369"/>
                  </a:lnTo>
                  <a:lnTo>
                    <a:pt x="0" y="100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CA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55B0284-FC3E-EB87-FEE2-1BF2F98E22CA}"/>
                </a:ext>
              </a:extLst>
            </p:cNvPr>
            <p:cNvSpPr/>
            <p:nvPr/>
          </p:nvSpPr>
          <p:spPr>
            <a:xfrm>
              <a:off x="5326501" y="4926650"/>
              <a:ext cx="447701" cy="259369"/>
            </a:xfrm>
            <a:custGeom>
              <a:avLst/>
              <a:gdLst>
                <a:gd name="connsiteX0" fmla="*/ 447702 w 447701"/>
                <a:gd name="connsiteY0" fmla="*/ 72832 h 259369"/>
                <a:gd name="connsiteX1" fmla="*/ 125376 w 447701"/>
                <a:gd name="connsiteY1" fmla="*/ 259370 h 259369"/>
                <a:gd name="connsiteX2" fmla="*/ 125376 w 447701"/>
                <a:gd name="connsiteY2" fmla="*/ 248945 h 259369"/>
                <a:gd name="connsiteX3" fmla="*/ 12493 w 447701"/>
                <a:gd name="connsiteY3" fmla="*/ 183589 h 259369"/>
                <a:gd name="connsiteX4" fmla="*/ 11670 w 447701"/>
                <a:gd name="connsiteY4" fmla="*/ 183177 h 259369"/>
                <a:gd name="connsiteX5" fmla="*/ 11258 w 447701"/>
                <a:gd name="connsiteY5" fmla="*/ 182766 h 259369"/>
                <a:gd name="connsiteX6" fmla="*/ 10435 w 447701"/>
                <a:gd name="connsiteY6" fmla="*/ 182766 h 259369"/>
                <a:gd name="connsiteX7" fmla="*/ 10024 w 447701"/>
                <a:gd name="connsiteY7" fmla="*/ 182354 h 259369"/>
                <a:gd name="connsiteX8" fmla="*/ 9613 w 447701"/>
                <a:gd name="connsiteY8" fmla="*/ 181943 h 259369"/>
                <a:gd name="connsiteX9" fmla="*/ 9201 w 447701"/>
                <a:gd name="connsiteY9" fmla="*/ 181531 h 259369"/>
                <a:gd name="connsiteX10" fmla="*/ 8790 w 447701"/>
                <a:gd name="connsiteY10" fmla="*/ 181120 h 259369"/>
                <a:gd name="connsiteX11" fmla="*/ 7898 w 447701"/>
                <a:gd name="connsiteY11" fmla="*/ 180708 h 259369"/>
                <a:gd name="connsiteX12" fmla="*/ 7487 w 447701"/>
                <a:gd name="connsiteY12" fmla="*/ 180297 h 259369"/>
                <a:gd name="connsiteX13" fmla="*/ 6664 w 447701"/>
                <a:gd name="connsiteY13" fmla="*/ 179885 h 259369"/>
                <a:gd name="connsiteX14" fmla="*/ 6327 w 447701"/>
                <a:gd name="connsiteY14" fmla="*/ 179411 h 259369"/>
                <a:gd name="connsiteX15" fmla="*/ 6252 w 447701"/>
                <a:gd name="connsiteY15" fmla="*/ 179405 h 259369"/>
                <a:gd name="connsiteX16" fmla="*/ 5429 w 447701"/>
                <a:gd name="connsiteY16" fmla="*/ 178582 h 259369"/>
                <a:gd name="connsiteX17" fmla="*/ 5018 w 447701"/>
                <a:gd name="connsiteY17" fmla="*/ 178171 h 259369"/>
                <a:gd name="connsiteX18" fmla="*/ 4606 w 447701"/>
                <a:gd name="connsiteY18" fmla="*/ 177759 h 259369"/>
                <a:gd name="connsiteX19" fmla="*/ 4195 w 447701"/>
                <a:gd name="connsiteY19" fmla="*/ 177348 h 259369"/>
                <a:gd name="connsiteX20" fmla="*/ 3372 w 447701"/>
                <a:gd name="connsiteY20" fmla="*/ 176525 h 259369"/>
                <a:gd name="connsiteX21" fmla="*/ 2961 w 447701"/>
                <a:gd name="connsiteY21" fmla="*/ 175702 h 259369"/>
                <a:gd name="connsiteX22" fmla="*/ 2069 w 447701"/>
                <a:gd name="connsiteY22" fmla="*/ 174879 h 259369"/>
                <a:gd name="connsiteX23" fmla="*/ 1657 w 447701"/>
                <a:gd name="connsiteY23" fmla="*/ 174056 h 259369"/>
                <a:gd name="connsiteX24" fmla="*/ 1246 w 447701"/>
                <a:gd name="connsiteY24" fmla="*/ 173165 h 259369"/>
                <a:gd name="connsiteX25" fmla="*/ 423 w 447701"/>
                <a:gd name="connsiteY25" fmla="*/ 171930 h 259369"/>
                <a:gd name="connsiteX26" fmla="*/ 12 w 447701"/>
                <a:gd name="connsiteY26" fmla="*/ 171107 h 259369"/>
                <a:gd name="connsiteX27" fmla="*/ 12 w 447701"/>
                <a:gd name="connsiteY27" fmla="*/ 169873 h 259369"/>
                <a:gd name="connsiteX28" fmla="*/ 423 w 447701"/>
                <a:gd name="connsiteY28" fmla="*/ 168638 h 259369"/>
                <a:gd name="connsiteX29" fmla="*/ 835 w 447701"/>
                <a:gd name="connsiteY29" fmla="*/ 167335 h 259369"/>
                <a:gd name="connsiteX30" fmla="*/ 1657 w 447701"/>
                <a:gd name="connsiteY30" fmla="*/ 166101 h 259369"/>
                <a:gd name="connsiteX31" fmla="*/ 2480 w 447701"/>
                <a:gd name="connsiteY31" fmla="*/ 164866 h 259369"/>
                <a:gd name="connsiteX32" fmla="*/ 3783 w 447701"/>
                <a:gd name="connsiteY32" fmla="*/ 163632 h 259369"/>
                <a:gd name="connsiteX33" fmla="*/ 4606 w 447701"/>
                <a:gd name="connsiteY33" fmla="*/ 162397 h 259369"/>
                <a:gd name="connsiteX34" fmla="*/ 6664 w 447701"/>
                <a:gd name="connsiteY34" fmla="*/ 160683 h 259369"/>
                <a:gd name="connsiteX35" fmla="*/ 8790 w 447701"/>
                <a:gd name="connsiteY35" fmla="*/ 159037 h 259369"/>
                <a:gd name="connsiteX36" fmla="*/ 10847 w 447701"/>
                <a:gd name="connsiteY36" fmla="*/ 157391 h 259369"/>
                <a:gd name="connsiteX37" fmla="*/ 12493 w 447701"/>
                <a:gd name="connsiteY37" fmla="*/ 156568 h 259369"/>
                <a:gd name="connsiteX38" fmla="*/ 270217 w 447701"/>
                <a:gd name="connsiteY38" fmla="*/ 7475 h 259369"/>
                <a:gd name="connsiteX39" fmla="*/ 274400 w 447701"/>
                <a:gd name="connsiteY39" fmla="*/ 5418 h 259369"/>
                <a:gd name="connsiteX40" fmla="*/ 276937 w 447701"/>
                <a:gd name="connsiteY40" fmla="*/ 4526 h 259369"/>
                <a:gd name="connsiteX41" fmla="*/ 280229 w 447701"/>
                <a:gd name="connsiteY41" fmla="*/ 3292 h 259369"/>
                <a:gd name="connsiteX42" fmla="*/ 283178 w 447701"/>
                <a:gd name="connsiteY42" fmla="*/ 2469 h 259369"/>
                <a:gd name="connsiteX43" fmla="*/ 285236 w 447701"/>
                <a:gd name="connsiteY43" fmla="*/ 1646 h 259369"/>
                <a:gd name="connsiteX44" fmla="*/ 287704 w 447701"/>
                <a:gd name="connsiteY44" fmla="*/ 1234 h 259369"/>
                <a:gd name="connsiteX45" fmla="*/ 289830 w 447701"/>
                <a:gd name="connsiteY45" fmla="*/ 823 h 259369"/>
                <a:gd name="connsiteX46" fmla="*/ 292299 w 447701"/>
                <a:gd name="connsiteY46" fmla="*/ 411 h 259369"/>
                <a:gd name="connsiteX47" fmla="*/ 294426 w 447701"/>
                <a:gd name="connsiteY47" fmla="*/ 411 h 259369"/>
                <a:gd name="connsiteX48" fmla="*/ 296894 w 447701"/>
                <a:gd name="connsiteY48" fmla="*/ 0 h 259369"/>
                <a:gd name="connsiteX49" fmla="*/ 308553 w 447701"/>
                <a:gd name="connsiteY49" fmla="*/ 0 h 259369"/>
                <a:gd name="connsiteX50" fmla="*/ 310199 w 447701"/>
                <a:gd name="connsiteY50" fmla="*/ 411 h 259369"/>
                <a:gd name="connsiteX51" fmla="*/ 313148 w 447701"/>
                <a:gd name="connsiteY51" fmla="*/ 411 h 259369"/>
                <a:gd name="connsiteX52" fmla="*/ 314794 w 447701"/>
                <a:gd name="connsiteY52" fmla="*/ 823 h 259369"/>
                <a:gd name="connsiteX53" fmla="*/ 316028 w 447701"/>
                <a:gd name="connsiteY53" fmla="*/ 1234 h 259369"/>
                <a:gd name="connsiteX54" fmla="*/ 317742 w 447701"/>
                <a:gd name="connsiteY54" fmla="*/ 1234 h 259369"/>
                <a:gd name="connsiteX55" fmla="*/ 318977 w 447701"/>
                <a:gd name="connsiteY55" fmla="*/ 1646 h 259369"/>
                <a:gd name="connsiteX56" fmla="*/ 320623 w 447701"/>
                <a:gd name="connsiteY56" fmla="*/ 2057 h 259369"/>
                <a:gd name="connsiteX57" fmla="*/ 321858 w 447701"/>
                <a:gd name="connsiteY57" fmla="*/ 2469 h 259369"/>
                <a:gd name="connsiteX58" fmla="*/ 323572 w 447701"/>
                <a:gd name="connsiteY58" fmla="*/ 2880 h 259369"/>
                <a:gd name="connsiteX59" fmla="*/ 326864 w 447701"/>
                <a:gd name="connsiteY59" fmla="*/ 4115 h 259369"/>
                <a:gd name="connsiteX60" fmla="*/ 327687 w 447701"/>
                <a:gd name="connsiteY60" fmla="*/ 4115 h 259369"/>
                <a:gd name="connsiteX61" fmla="*/ 328921 w 447701"/>
                <a:gd name="connsiteY61" fmla="*/ 4526 h 259369"/>
                <a:gd name="connsiteX62" fmla="*/ 329813 w 447701"/>
                <a:gd name="connsiteY62" fmla="*/ 5006 h 259369"/>
                <a:gd name="connsiteX63" fmla="*/ 330636 w 447701"/>
                <a:gd name="connsiteY63" fmla="*/ 5418 h 259369"/>
                <a:gd name="connsiteX64" fmla="*/ 331458 w 447701"/>
                <a:gd name="connsiteY64" fmla="*/ 5829 h 259369"/>
                <a:gd name="connsiteX65" fmla="*/ 331870 w 447701"/>
                <a:gd name="connsiteY65" fmla="*/ 6241 h 259369"/>
                <a:gd name="connsiteX66" fmla="*/ 332693 w 447701"/>
                <a:gd name="connsiteY66" fmla="*/ 6652 h 259369"/>
                <a:gd name="connsiteX67" fmla="*/ 333516 w 447701"/>
                <a:gd name="connsiteY67" fmla="*/ 6652 h 259369"/>
                <a:gd name="connsiteX68" fmla="*/ 333928 w 447701"/>
                <a:gd name="connsiteY68" fmla="*/ 7064 h 259369"/>
                <a:gd name="connsiteX69" fmla="*/ 334339 w 447701"/>
                <a:gd name="connsiteY69" fmla="*/ 7064 h 259369"/>
                <a:gd name="connsiteX70" fmla="*/ 334751 w 447701"/>
                <a:gd name="connsiteY70" fmla="*/ 7475 h 259369"/>
                <a:gd name="connsiteX71" fmla="*/ 335162 w 447701"/>
                <a:gd name="connsiteY71" fmla="*/ 7475 h 25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47701" h="259369">
                  <a:moveTo>
                    <a:pt x="447702" y="72832"/>
                  </a:moveTo>
                  <a:cubicBezTo>
                    <a:pt x="340237" y="134897"/>
                    <a:pt x="232840" y="197373"/>
                    <a:pt x="125376" y="259370"/>
                  </a:cubicBezTo>
                  <a:lnTo>
                    <a:pt x="125376" y="248945"/>
                  </a:lnTo>
                  <a:lnTo>
                    <a:pt x="12493" y="183589"/>
                  </a:lnTo>
                  <a:cubicBezTo>
                    <a:pt x="12181" y="183545"/>
                    <a:pt x="11892" y="183401"/>
                    <a:pt x="11670" y="183177"/>
                  </a:cubicBezTo>
                  <a:cubicBezTo>
                    <a:pt x="11258" y="183177"/>
                    <a:pt x="11258" y="183177"/>
                    <a:pt x="11258" y="182766"/>
                  </a:cubicBezTo>
                  <a:lnTo>
                    <a:pt x="10435" y="182766"/>
                  </a:lnTo>
                  <a:cubicBezTo>
                    <a:pt x="10435" y="182354"/>
                    <a:pt x="10435" y="182354"/>
                    <a:pt x="10024" y="182354"/>
                  </a:cubicBezTo>
                  <a:cubicBezTo>
                    <a:pt x="10024" y="182127"/>
                    <a:pt x="9840" y="181943"/>
                    <a:pt x="9613" y="181943"/>
                  </a:cubicBezTo>
                  <a:lnTo>
                    <a:pt x="9201" y="181531"/>
                  </a:lnTo>
                  <a:cubicBezTo>
                    <a:pt x="8974" y="181531"/>
                    <a:pt x="8790" y="181347"/>
                    <a:pt x="8790" y="181120"/>
                  </a:cubicBezTo>
                  <a:cubicBezTo>
                    <a:pt x="8310" y="181120"/>
                    <a:pt x="8310" y="181120"/>
                    <a:pt x="7898" y="180708"/>
                  </a:cubicBezTo>
                  <a:lnTo>
                    <a:pt x="7487" y="180297"/>
                  </a:lnTo>
                  <a:cubicBezTo>
                    <a:pt x="7075" y="180297"/>
                    <a:pt x="7075" y="179885"/>
                    <a:pt x="6664" y="179885"/>
                  </a:cubicBezTo>
                  <a:cubicBezTo>
                    <a:pt x="6702" y="179661"/>
                    <a:pt x="6551" y="179449"/>
                    <a:pt x="6327" y="179411"/>
                  </a:cubicBezTo>
                  <a:cubicBezTo>
                    <a:pt x="6302" y="179407"/>
                    <a:pt x="6277" y="179405"/>
                    <a:pt x="6252" y="179405"/>
                  </a:cubicBezTo>
                  <a:lnTo>
                    <a:pt x="5429" y="178582"/>
                  </a:lnTo>
                  <a:lnTo>
                    <a:pt x="5018" y="178171"/>
                  </a:lnTo>
                  <a:lnTo>
                    <a:pt x="4606" y="177759"/>
                  </a:lnTo>
                  <a:cubicBezTo>
                    <a:pt x="4606" y="177532"/>
                    <a:pt x="4422" y="177348"/>
                    <a:pt x="4195" y="177348"/>
                  </a:cubicBezTo>
                  <a:cubicBezTo>
                    <a:pt x="3783" y="176936"/>
                    <a:pt x="3783" y="176525"/>
                    <a:pt x="3372" y="176525"/>
                  </a:cubicBezTo>
                  <a:cubicBezTo>
                    <a:pt x="3328" y="176213"/>
                    <a:pt x="3184" y="175924"/>
                    <a:pt x="2961" y="175702"/>
                  </a:cubicBezTo>
                  <a:cubicBezTo>
                    <a:pt x="2480" y="175290"/>
                    <a:pt x="2480" y="174879"/>
                    <a:pt x="2069" y="174879"/>
                  </a:cubicBezTo>
                  <a:cubicBezTo>
                    <a:pt x="2025" y="174567"/>
                    <a:pt x="1881" y="174278"/>
                    <a:pt x="1657" y="174056"/>
                  </a:cubicBezTo>
                  <a:cubicBezTo>
                    <a:pt x="1425" y="173813"/>
                    <a:pt x="1280" y="173499"/>
                    <a:pt x="1246" y="173165"/>
                  </a:cubicBezTo>
                  <a:cubicBezTo>
                    <a:pt x="835" y="172753"/>
                    <a:pt x="835" y="172342"/>
                    <a:pt x="423" y="171930"/>
                  </a:cubicBezTo>
                  <a:cubicBezTo>
                    <a:pt x="390" y="171615"/>
                    <a:pt x="244" y="171322"/>
                    <a:pt x="12" y="171107"/>
                  </a:cubicBezTo>
                  <a:lnTo>
                    <a:pt x="12" y="169873"/>
                  </a:lnTo>
                  <a:cubicBezTo>
                    <a:pt x="-45" y="169420"/>
                    <a:pt x="107" y="168967"/>
                    <a:pt x="423" y="168638"/>
                  </a:cubicBezTo>
                  <a:cubicBezTo>
                    <a:pt x="423" y="168227"/>
                    <a:pt x="835" y="167747"/>
                    <a:pt x="835" y="167335"/>
                  </a:cubicBezTo>
                  <a:cubicBezTo>
                    <a:pt x="835" y="166923"/>
                    <a:pt x="1657" y="166512"/>
                    <a:pt x="1657" y="166101"/>
                  </a:cubicBezTo>
                  <a:cubicBezTo>
                    <a:pt x="1657" y="165689"/>
                    <a:pt x="2480" y="165278"/>
                    <a:pt x="2480" y="164866"/>
                  </a:cubicBezTo>
                  <a:lnTo>
                    <a:pt x="3783" y="163632"/>
                  </a:lnTo>
                  <a:cubicBezTo>
                    <a:pt x="3783" y="163220"/>
                    <a:pt x="4195" y="162809"/>
                    <a:pt x="4606" y="162397"/>
                  </a:cubicBezTo>
                  <a:cubicBezTo>
                    <a:pt x="5018" y="161986"/>
                    <a:pt x="5841" y="161094"/>
                    <a:pt x="6664" y="160683"/>
                  </a:cubicBezTo>
                  <a:cubicBezTo>
                    <a:pt x="7160" y="159904"/>
                    <a:pt x="7911" y="159322"/>
                    <a:pt x="8790" y="159037"/>
                  </a:cubicBezTo>
                  <a:cubicBezTo>
                    <a:pt x="9391" y="158390"/>
                    <a:pt x="10084" y="157836"/>
                    <a:pt x="10847" y="157391"/>
                  </a:cubicBezTo>
                  <a:cubicBezTo>
                    <a:pt x="11258" y="156980"/>
                    <a:pt x="11670" y="156980"/>
                    <a:pt x="12493" y="156568"/>
                  </a:cubicBezTo>
                  <a:lnTo>
                    <a:pt x="270217" y="7475"/>
                  </a:lnTo>
                  <a:cubicBezTo>
                    <a:pt x="271658" y="6889"/>
                    <a:pt x="273056" y="6201"/>
                    <a:pt x="274400" y="5418"/>
                  </a:cubicBezTo>
                  <a:cubicBezTo>
                    <a:pt x="275167" y="4931"/>
                    <a:pt x="276035" y="4626"/>
                    <a:pt x="276937" y="4526"/>
                  </a:cubicBezTo>
                  <a:lnTo>
                    <a:pt x="280229" y="3292"/>
                  </a:lnTo>
                  <a:cubicBezTo>
                    <a:pt x="281147" y="2820"/>
                    <a:pt x="282150" y="2540"/>
                    <a:pt x="283178" y="2469"/>
                  </a:cubicBezTo>
                  <a:cubicBezTo>
                    <a:pt x="284001" y="2057"/>
                    <a:pt x="284824" y="2057"/>
                    <a:pt x="285236" y="1646"/>
                  </a:cubicBezTo>
                  <a:cubicBezTo>
                    <a:pt x="286080" y="1711"/>
                    <a:pt x="286927" y="1570"/>
                    <a:pt x="287704" y="1234"/>
                  </a:cubicBezTo>
                  <a:cubicBezTo>
                    <a:pt x="288435" y="1263"/>
                    <a:pt x="289163" y="1123"/>
                    <a:pt x="289830" y="823"/>
                  </a:cubicBezTo>
                  <a:cubicBezTo>
                    <a:pt x="290675" y="888"/>
                    <a:pt x="291522" y="747"/>
                    <a:pt x="292299" y="411"/>
                  </a:cubicBezTo>
                  <a:lnTo>
                    <a:pt x="294426" y="411"/>
                  </a:lnTo>
                  <a:cubicBezTo>
                    <a:pt x="295248" y="411"/>
                    <a:pt x="296071" y="0"/>
                    <a:pt x="296894" y="0"/>
                  </a:cubicBezTo>
                  <a:lnTo>
                    <a:pt x="308553" y="0"/>
                  </a:lnTo>
                  <a:cubicBezTo>
                    <a:pt x="308964" y="0"/>
                    <a:pt x="309376" y="411"/>
                    <a:pt x="310199" y="411"/>
                  </a:cubicBezTo>
                  <a:lnTo>
                    <a:pt x="313148" y="411"/>
                  </a:lnTo>
                  <a:cubicBezTo>
                    <a:pt x="313559" y="823"/>
                    <a:pt x="313971" y="823"/>
                    <a:pt x="314794" y="823"/>
                  </a:cubicBezTo>
                  <a:cubicBezTo>
                    <a:pt x="315246" y="766"/>
                    <a:pt x="315700" y="918"/>
                    <a:pt x="316028" y="1234"/>
                  </a:cubicBezTo>
                  <a:lnTo>
                    <a:pt x="317742" y="1234"/>
                  </a:lnTo>
                  <a:cubicBezTo>
                    <a:pt x="318154" y="1234"/>
                    <a:pt x="318565" y="1646"/>
                    <a:pt x="318977" y="1646"/>
                  </a:cubicBezTo>
                  <a:cubicBezTo>
                    <a:pt x="319389" y="1646"/>
                    <a:pt x="320212" y="2057"/>
                    <a:pt x="320623" y="2057"/>
                  </a:cubicBezTo>
                  <a:cubicBezTo>
                    <a:pt x="321076" y="2001"/>
                    <a:pt x="321529" y="2152"/>
                    <a:pt x="321858" y="2469"/>
                  </a:cubicBezTo>
                  <a:cubicBezTo>
                    <a:pt x="322459" y="2414"/>
                    <a:pt x="323061" y="2558"/>
                    <a:pt x="323572" y="2880"/>
                  </a:cubicBezTo>
                  <a:cubicBezTo>
                    <a:pt x="326452" y="3703"/>
                    <a:pt x="326864" y="3703"/>
                    <a:pt x="326864" y="4115"/>
                  </a:cubicBezTo>
                  <a:lnTo>
                    <a:pt x="327687" y="4115"/>
                  </a:lnTo>
                  <a:cubicBezTo>
                    <a:pt x="328015" y="4431"/>
                    <a:pt x="328469" y="4583"/>
                    <a:pt x="328921" y="4526"/>
                  </a:cubicBezTo>
                  <a:cubicBezTo>
                    <a:pt x="329160" y="4776"/>
                    <a:pt x="329472" y="4944"/>
                    <a:pt x="329813" y="5006"/>
                  </a:cubicBezTo>
                  <a:cubicBezTo>
                    <a:pt x="330034" y="5230"/>
                    <a:pt x="330324" y="5374"/>
                    <a:pt x="330636" y="5418"/>
                  </a:cubicBezTo>
                  <a:cubicBezTo>
                    <a:pt x="330951" y="5450"/>
                    <a:pt x="331243" y="5596"/>
                    <a:pt x="331458" y="5829"/>
                  </a:cubicBezTo>
                  <a:cubicBezTo>
                    <a:pt x="331686" y="5829"/>
                    <a:pt x="331870" y="6013"/>
                    <a:pt x="331870" y="6241"/>
                  </a:cubicBezTo>
                  <a:cubicBezTo>
                    <a:pt x="332281" y="6241"/>
                    <a:pt x="332693" y="6241"/>
                    <a:pt x="332693" y="6652"/>
                  </a:cubicBezTo>
                  <a:lnTo>
                    <a:pt x="333516" y="6652"/>
                  </a:lnTo>
                  <a:cubicBezTo>
                    <a:pt x="333516" y="6879"/>
                    <a:pt x="333700" y="7064"/>
                    <a:pt x="333928" y="7064"/>
                  </a:cubicBezTo>
                  <a:lnTo>
                    <a:pt x="334339" y="7064"/>
                  </a:lnTo>
                  <a:cubicBezTo>
                    <a:pt x="334339" y="7291"/>
                    <a:pt x="334523" y="7475"/>
                    <a:pt x="334751" y="7475"/>
                  </a:cubicBezTo>
                  <a:lnTo>
                    <a:pt x="335162" y="7475"/>
                  </a:lnTo>
                  <a:close/>
                </a:path>
              </a:pathLst>
            </a:custGeom>
            <a:solidFill>
              <a:srgbClr val="CBD1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9B2B38B-C894-6730-F521-F5E888CF4172}"/>
                </a:ext>
              </a:extLst>
            </p:cNvPr>
            <p:cNvSpPr/>
            <p:nvPr/>
          </p:nvSpPr>
          <p:spPr>
            <a:xfrm>
              <a:off x="5596306" y="4916363"/>
              <a:ext cx="65014" cy="18036"/>
            </a:xfrm>
            <a:custGeom>
              <a:avLst/>
              <a:gdLst>
                <a:gd name="connsiteX0" fmla="*/ 65014 w 65014"/>
                <a:gd name="connsiteY0" fmla="*/ 8024 h 18036"/>
                <a:gd name="connsiteX1" fmla="*/ 65014 w 65014"/>
                <a:gd name="connsiteY1" fmla="*/ 18037 h 18036"/>
                <a:gd name="connsiteX2" fmla="*/ 64603 w 65014"/>
                <a:gd name="connsiteY2" fmla="*/ 18037 h 18036"/>
                <a:gd name="connsiteX3" fmla="*/ 64191 w 65014"/>
                <a:gd name="connsiteY3" fmla="*/ 17625 h 18036"/>
                <a:gd name="connsiteX4" fmla="*/ 63779 w 65014"/>
                <a:gd name="connsiteY4" fmla="*/ 17625 h 18036"/>
                <a:gd name="connsiteX5" fmla="*/ 63368 w 65014"/>
                <a:gd name="connsiteY5" fmla="*/ 17214 h 18036"/>
                <a:gd name="connsiteX6" fmla="*/ 62545 w 65014"/>
                <a:gd name="connsiteY6" fmla="*/ 17214 h 18036"/>
                <a:gd name="connsiteX7" fmla="*/ 61722 w 65014"/>
                <a:gd name="connsiteY7" fmla="*/ 16802 h 18036"/>
                <a:gd name="connsiteX8" fmla="*/ 61311 w 65014"/>
                <a:gd name="connsiteY8" fmla="*/ 16391 h 18036"/>
                <a:gd name="connsiteX9" fmla="*/ 60488 w 65014"/>
                <a:gd name="connsiteY9" fmla="*/ 15979 h 18036"/>
                <a:gd name="connsiteX10" fmla="*/ 59665 w 65014"/>
                <a:gd name="connsiteY10" fmla="*/ 15568 h 18036"/>
                <a:gd name="connsiteX11" fmla="*/ 58773 w 65014"/>
                <a:gd name="connsiteY11" fmla="*/ 15088 h 18036"/>
                <a:gd name="connsiteX12" fmla="*/ 57539 w 65014"/>
                <a:gd name="connsiteY12" fmla="*/ 14676 h 18036"/>
                <a:gd name="connsiteX13" fmla="*/ 56716 w 65014"/>
                <a:gd name="connsiteY13" fmla="*/ 14676 h 18036"/>
                <a:gd name="connsiteX14" fmla="*/ 55893 w 65014"/>
                <a:gd name="connsiteY14" fmla="*/ 14265 h 18036"/>
                <a:gd name="connsiteX15" fmla="*/ 54178 w 65014"/>
                <a:gd name="connsiteY15" fmla="*/ 13853 h 18036"/>
                <a:gd name="connsiteX16" fmla="*/ 52944 w 65014"/>
                <a:gd name="connsiteY16" fmla="*/ 13442 h 18036"/>
                <a:gd name="connsiteX17" fmla="*/ 48829 w 65014"/>
                <a:gd name="connsiteY17" fmla="*/ 12207 h 18036"/>
                <a:gd name="connsiteX18" fmla="*/ 47595 w 65014"/>
                <a:gd name="connsiteY18" fmla="*/ 11796 h 18036"/>
                <a:gd name="connsiteX19" fmla="*/ 45880 w 65014"/>
                <a:gd name="connsiteY19" fmla="*/ 11796 h 18036"/>
                <a:gd name="connsiteX20" fmla="*/ 44646 w 65014"/>
                <a:gd name="connsiteY20" fmla="*/ 11384 h 18036"/>
                <a:gd name="connsiteX21" fmla="*/ 43000 w 65014"/>
                <a:gd name="connsiteY21" fmla="*/ 10973 h 18036"/>
                <a:gd name="connsiteX22" fmla="*/ 40394 w 65014"/>
                <a:gd name="connsiteY22" fmla="*/ 10973 h 18036"/>
                <a:gd name="connsiteX23" fmla="*/ 38748 w 65014"/>
                <a:gd name="connsiteY23" fmla="*/ 10561 h 18036"/>
                <a:gd name="connsiteX24" fmla="*/ 26678 w 65014"/>
                <a:gd name="connsiteY24" fmla="*/ 10561 h 18036"/>
                <a:gd name="connsiteX25" fmla="*/ 24209 w 65014"/>
                <a:gd name="connsiteY25" fmla="*/ 10973 h 18036"/>
                <a:gd name="connsiteX26" fmla="*/ 22083 w 65014"/>
                <a:gd name="connsiteY26" fmla="*/ 10973 h 18036"/>
                <a:gd name="connsiteX27" fmla="*/ 19614 w 65014"/>
                <a:gd name="connsiteY27" fmla="*/ 11384 h 18036"/>
                <a:gd name="connsiteX28" fmla="*/ 17488 w 65014"/>
                <a:gd name="connsiteY28" fmla="*/ 11796 h 18036"/>
                <a:gd name="connsiteX29" fmla="*/ 15019 w 65014"/>
                <a:gd name="connsiteY29" fmla="*/ 12207 h 18036"/>
                <a:gd name="connsiteX30" fmla="*/ 12962 w 65014"/>
                <a:gd name="connsiteY30" fmla="*/ 13030 h 18036"/>
                <a:gd name="connsiteX31" fmla="*/ 10013 w 65014"/>
                <a:gd name="connsiteY31" fmla="*/ 13853 h 18036"/>
                <a:gd name="connsiteX32" fmla="*/ 6721 w 65014"/>
                <a:gd name="connsiteY32" fmla="*/ 15088 h 18036"/>
                <a:gd name="connsiteX33" fmla="*/ 4184 w 65014"/>
                <a:gd name="connsiteY33" fmla="*/ 15979 h 18036"/>
                <a:gd name="connsiteX34" fmla="*/ 0 w 65014"/>
                <a:gd name="connsiteY34" fmla="*/ 18037 h 18036"/>
                <a:gd name="connsiteX35" fmla="*/ 0 w 65014"/>
                <a:gd name="connsiteY35" fmla="*/ 8024 h 18036"/>
                <a:gd name="connsiteX36" fmla="*/ 4183 w 65014"/>
                <a:gd name="connsiteY36" fmla="*/ 5966 h 18036"/>
                <a:gd name="connsiteX37" fmla="*/ 6721 w 65014"/>
                <a:gd name="connsiteY37" fmla="*/ 4732 h 18036"/>
                <a:gd name="connsiteX38" fmla="*/ 10013 w 65014"/>
                <a:gd name="connsiteY38" fmla="*/ 3429 h 18036"/>
                <a:gd name="connsiteX39" fmla="*/ 12962 w 65014"/>
                <a:gd name="connsiteY39" fmla="*/ 2606 h 18036"/>
                <a:gd name="connsiteX40" fmla="*/ 15019 w 65014"/>
                <a:gd name="connsiteY40" fmla="*/ 2195 h 18036"/>
                <a:gd name="connsiteX41" fmla="*/ 17488 w 65014"/>
                <a:gd name="connsiteY41" fmla="*/ 1372 h 18036"/>
                <a:gd name="connsiteX42" fmla="*/ 19820 w 65014"/>
                <a:gd name="connsiteY42" fmla="*/ 823 h 18036"/>
                <a:gd name="connsiteX43" fmla="*/ 22289 w 65014"/>
                <a:gd name="connsiteY43" fmla="*/ 823 h 18036"/>
                <a:gd name="connsiteX44" fmla="*/ 24414 w 65014"/>
                <a:gd name="connsiteY44" fmla="*/ 411 h 18036"/>
                <a:gd name="connsiteX45" fmla="*/ 26883 w 65014"/>
                <a:gd name="connsiteY45" fmla="*/ 0 h 18036"/>
                <a:gd name="connsiteX46" fmla="*/ 38542 w 65014"/>
                <a:gd name="connsiteY46" fmla="*/ 0 h 18036"/>
                <a:gd name="connsiteX47" fmla="*/ 40188 w 65014"/>
                <a:gd name="connsiteY47" fmla="*/ 411 h 18036"/>
                <a:gd name="connsiteX48" fmla="*/ 41423 w 65014"/>
                <a:gd name="connsiteY48" fmla="*/ 411 h 18036"/>
                <a:gd name="connsiteX49" fmla="*/ 43137 w 65014"/>
                <a:gd name="connsiteY49" fmla="*/ 823 h 18036"/>
                <a:gd name="connsiteX50" fmla="*/ 44783 w 65014"/>
                <a:gd name="connsiteY50" fmla="*/ 823 h 18036"/>
                <a:gd name="connsiteX51" fmla="*/ 46017 w 65014"/>
                <a:gd name="connsiteY51" fmla="*/ 1234 h 18036"/>
                <a:gd name="connsiteX52" fmla="*/ 47732 w 65014"/>
                <a:gd name="connsiteY52" fmla="*/ 1234 h 18036"/>
                <a:gd name="connsiteX53" fmla="*/ 48966 w 65014"/>
                <a:gd name="connsiteY53" fmla="*/ 1646 h 18036"/>
                <a:gd name="connsiteX54" fmla="*/ 50612 w 65014"/>
                <a:gd name="connsiteY54" fmla="*/ 2057 h 18036"/>
                <a:gd name="connsiteX55" fmla="*/ 51846 w 65014"/>
                <a:gd name="connsiteY55" fmla="*/ 2469 h 18036"/>
                <a:gd name="connsiteX56" fmla="*/ 53561 w 65014"/>
                <a:gd name="connsiteY56" fmla="*/ 2880 h 18036"/>
                <a:gd name="connsiteX57" fmla="*/ 54795 w 65014"/>
                <a:gd name="connsiteY57" fmla="*/ 3292 h 18036"/>
                <a:gd name="connsiteX58" fmla="*/ 56030 w 65014"/>
                <a:gd name="connsiteY58" fmla="*/ 3772 h 18036"/>
                <a:gd name="connsiteX59" fmla="*/ 56853 w 65014"/>
                <a:gd name="connsiteY59" fmla="*/ 4183 h 18036"/>
                <a:gd name="connsiteX60" fmla="*/ 57676 w 65014"/>
                <a:gd name="connsiteY60" fmla="*/ 4183 h 18036"/>
                <a:gd name="connsiteX61" fmla="*/ 58910 w 65014"/>
                <a:gd name="connsiteY61" fmla="*/ 4595 h 18036"/>
                <a:gd name="connsiteX62" fmla="*/ 59802 w 65014"/>
                <a:gd name="connsiteY62" fmla="*/ 5006 h 18036"/>
                <a:gd name="connsiteX63" fmla="*/ 61859 w 65014"/>
                <a:gd name="connsiteY63" fmla="*/ 6241 h 18036"/>
                <a:gd name="connsiteX64" fmla="*/ 62682 w 65014"/>
                <a:gd name="connsiteY64" fmla="*/ 6652 h 18036"/>
                <a:gd name="connsiteX65" fmla="*/ 63505 w 65014"/>
                <a:gd name="connsiteY65" fmla="*/ 6652 h 18036"/>
                <a:gd name="connsiteX66" fmla="*/ 63917 w 65014"/>
                <a:gd name="connsiteY66" fmla="*/ 7064 h 18036"/>
                <a:gd name="connsiteX67" fmla="*/ 64328 w 65014"/>
                <a:gd name="connsiteY67" fmla="*/ 7475 h 18036"/>
                <a:gd name="connsiteX68" fmla="*/ 64740 w 65014"/>
                <a:gd name="connsiteY68" fmla="*/ 7475 h 1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5014" h="18036">
                  <a:moveTo>
                    <a:pt x="65014" y="8024"/>
                  </a:moveTo>
                  <a:lnTo>
                    <a:pt x="65014" y="18037"/>
                  </a:lnTo>
                  <a:lnTo>
                    <a:pt x="64603" y="18037"/>
                  </a:lnTo>
                  <a:cubicBezTo>
                    <a:pt x="64375" y="18037"/>
                    <a:pt x="64191" y="17852"/>
                    <a:pt x="64191" y="17625"/>
                  </a:cubicBezTo>
                  <a:lnTo>
                    <a:pt x="63779" y="17625"/>
                  </a:lnTo>
                  <a:cubicBezTo>
                    <a:pt x="63552" y="17625"/>
                    <a:pt x="63368" y="17441"/>
                    <a:pt x="63368" y="17214"/>
                  </a:cubicBezTo>
                  <a:lnTo>
                    <a:pt x="62545" y="17214"/>
                  </a:lnTo>
                  <a:cubicBezTo>
                    <a:pt x="62545" y="16802"/>
                    <a:pt x="62133" y="16802"/>
                    <a:pt x="61722" y="16802"/>
                  </a:cubicBezTo>
                  <a:cubicBezTo>
                    <a:pt x="61722" y="16575"/>
                    <a:pt x="61538" y="16391"/>
                    <a:pt x="61311" y="16391"/>
                  </a:cubicBezTo>
                  <a:cubicBezTo>
                    <a:pt x="61095" y="16158"/>
                    <a:pt x="60803" y="16012"/>
                    <a:pt x="60488" y="15979"/>
                  </a:cubicBezTo>
                  <a:cubicBezTo>
                    <a:pt x="60176" y="15936"/>
                    <a:pt x="59887" y="15791"/>
                    <a:pt x="59665" y="15568"/>
                  </a:cubicBezTo>
                  <a:cubicBezTo>
                    <a:pt x="59324" y="15505"/>
                    <a:pt x="59013" y="15338"/>
                    <a:pt x="58773" y="15088"/>
                  </a:cubicBezTo>
                  <a:cubicBezTo>
                    <a:pt x="58321" y="15144"/>
                    <a:pt x="57867" y="14993"/>
                    <a:pt x="57539" y="14676"/>
                  </a:cubicBezTo>
                  <a:lnTo>
                    <a:pt x="56716" y="14676"/>
                  </a:lnTo>
                  <a:cubicBezTo>
                    <a:pt x="56716" y="14265"/>
                    <a:pt x="56304" y="14265"/>
                    <a:pt x="55893" y="14265"/>
                  </a:cubicBezTo>
                  <a:cubicBezTo>
                    <a:pt x="55382" y="13943"/>
                    <a:pt x="54779" y="13798"/>
                    <a:pt x="54178" y="13853"/>
                  </a:cubicBezTo>
                  <a:cubicBezTo>
                    <a:pt x="53850" y="13536"/>
                    <a:pt x="53396" y="13385"/>
                    <a:pt x="52944" y="13442"/>
                  </a:cubicBezTo>
                  <a:cubicBezTo>
                    <a:pt x="50063" y="12618"/>
                    <a:pt x="49240" y="12207"/>
                    <a:pt x="48829" y="12207"/>
                  </a:cubicBezTo>
                  <a:cubicBezTo>
                    <a:pt x="48417" y="12207"/>
                    <a:pt x="48006" y="11796"/>
                    <a:pt x="47595" y="11796"/>
                  </a:cubicBezTo>
                  <a:lnTo>
                    <a:pt x="45880" y="11796"/>
                  </a:lnTo>
                  <a:cubicBezTo>
                    <a:pt x="45552" y="11479"/>
                    <a:pt x="45098" y="11328"/>
                    <a:pt x="44646" y="11384"/>
                  </a:cubicBezTo>
                  <a:cubicBezTo>
                    <a:pt x="43823" y="11384"/>
                    <a:pt x="43411" y="11384"/>
                    <a:pt x="43000" y="10973"/>
                  </a:cubicBezTo>
                  <a:lnTo>
                    <a:pt x="40394" y="10973"/>
                  </a:lnTo>
                  <a:cubicBezTo>
                    <a:pt x="39571" y="10973"/>
                    <a:pt x="39159" y="10561"/>
                    <a:pt x="38748" y="10561"/>
                  </a:cubicBezTo>
                  <a:lnTo>
                    <a:pt x="26678" y="10561"/>
                  </a:lnTo>
                  <a:cubicBezTo>
                    <a:pt x="25855" y="10561"/>
                    <a:pt x="25032" y="10973"/>
                    <a:pt x="24209" y="10973"/>
                  </a:cubicBezTo>
                  <a:lnTo>
                    <a:pt x="22083" y="10973"/>
                  </a:lnTo>
                  <a:cubicBezTo>
                    <a:pt x="21306" y="11308"/>
                    <a:pt x="20458" y="11449"/>
                    <a:pt x="19614" y="11384"/>
                  </a:cubicBezTo>
                  <a:cubicBezTo>
                    <a:pt x="18947" y="11684"/>
                    <a:pt x="18219" y="11824"/>
                    <a:pt x="17488" y="11796"/>
                  </a:cubicBezTo>
                  <a:cubicBezTo>
                    <a:pt x="16711" y="12131"/>
                    <a:pt x="15864" y="12272"/>
                    <a:pt x="15019" y="12207"/>
                  </a:cubicBezTo>
                  <a:cubicBezTo>
                    <a:pt x="14608" y="12618"/>
                    <a:pt x="13785" y="12618"/>
                    <a:pt x="12962" y="13030"/>
                  </a:cubicBezTo>
                  <a:cubicBezTo>
                    <a:pt x="11933" y="13102"/>
                    <a:pt x="10930" y="13382"/>
                    <a:pt x="10013" y="13853"/>
                  </a:cubicBezTo>
                  <a:lnTo>
                    <a:pt x="6721" y="15088"/>
                  </a:lnTo>
                  <a:cubicBezTo>
                    <a:pt x="5819" y="15188"/>
                    <a:pt x="4951" y="15493"/>
                    <a:pt x="4184" y="15979"/>
                  </a:cubicBezTo>
                  <a:cubicBezTo>
                    <a:pt x="2839" y="16763"/>
                    <a:pt x="1442" y="17450"/>
                    <a:pt x="0" y="18037"/>
                  </a:cubicBezTo>
                  <a:lnTo>
                    <a:pt x="0" y="8024"/>
                  </a:lnTo>
                  <a:cubicBezTo>
                    <a:pt x="1267" y="7104"/>
                    <a:pt x="2682" y="6408"/>
                    <a:pt x="4183" y="5966"/>
                  </a:cubicBezTo>
                  <a:lnTo>
                    <a:pt x="6721" y="4732"/>
                  </a:lnTo>
                  <a:cubicBezTo>
                    <a:pt x="7956" y="4321"/>
                    <a:pt x="8778" y="3909"/>
                    <a:pt x="10013" y="3429"/>
                  </a:cubicBezTo>
                  <a:cubicBezTo>
                    <a:pt x="11247" y="2949"/>
                    <a:pt x="12070" y="3018"/>
                    <a:pt x="12962" y="2606"/>
                  </a:cubicBezTo>
                  <a:cubicBezTo>
                    <a:pt x="13605" y="2307"/>
                    <a:pt x="14310" y="2166"/>
                    <a:pt x="15019" y="2195"/>
                  </a:cubicBezTo>
                  <a:cubicBezTo>
                    <a:pt x="15842" y="1783"/>
                    <a:pt x="16665" y="1783"/>
                    <a:pt x="17488" y="1372"/>
                  </a:cubicBezTo>
                  <a:cubicBezTo>
                    <a:pt x="18299" y="1392"/>
                    <a:pt x="19102" y="1203"/>
                    <a:pt x="19820" y="823"/>
                  </a:cubicBezTo>
                  <a:lnTo>
                    <a:pt x="22289" y="823"/>
                  </a:lnTo>
                  <a:cubicBezTo>
                    <a:pt x="22929" y="445"/>
                    <a:pt x="23679" y="299"/>
                    <a:pt x="24414" y="411"/>
                  </a:cubicBezTo>
                  <a:cubicBezTo>
                    <a:pt x="25259" y="477"/>
                    <a:pt x="26106" y="336"/>
                    <a:pt x="26883" y="0"/>
                  </a:cubicBezTo>
                  <a:lnTo>
                    <a:pt x="38542" y="0"/>
                  </a:lnTo>
                  <a:cubicBezTo>
                    <a:pt x="38953" y="411"/>
                    <a:pt x="39365" y="411"/>
                    <a:pt x="40188" y="411"/>
                  </a:cubicBezTo>
                  <a:lnTo>
                    <a:pt x="41423" y="411"/>
                  </a:lnTo>
                  <a:cubicBezTo>
                    <a:pt x="42025" y="339"/>
                    <a:pt x="42633" y="485"/>
                    <a:pt x="43137" y="823"/>
                  </a:cubicBezTo>
                  <a:lnTo>
                    <a:pt x="44783" y="823"/>
                  </a:lnTo>
                  <a:cubicBezTo>
                    <a:pt x="45194" y="823"/>
                    <a:pt x="45606" y="1234"/>
                    <a:pt x="46017" y="1234"/>
                  </a:cubicBezTo>
                  <a:lnTo>
                    <a:pt x="47732" y="1234"/>
                  </a:lnTo>
                  <a:cubicBezTo>
                    <a:pt x="48060" y="1551"/>
                    <a:pt x="48514" y="1702"/>
                    <a:pt x="48966" y="1646"/>
                  </a:cubicBezTo>
                  <a:cubicBezTo>
                    <a:pt x="49378" y="1646"/>
                    <a:pt x="50201" y="2057"/>
                    <a:pt x="50612" y="2057"/>
                  </a:cubicBezTo>
                  <a:cubicBezTo>
                    <a:pt x="51024" y="2057"/>
                    <a:pt x="51435" y="2469"/>
                    <a:pt x="51846" y="2469"/>
                  </a:cubicBezTo>
                  <a:cubicBezTo>
                    <a:pt x="52258" y="2469"/>
                    <a:pt x="53081" y="2880"/>
                    <a:pt x="53561" y="2880"/>
                  </a:cubicBezTo>
                  <a:cubicBezTo>
                    <a:pt x="54041" y="2880"/>
                    <a:pt x="54384" y="3292"/>
                    <a:pt x="54795" y="3292"/>
                  </a:cubicBezTo>
                  <a:cubicBezTo>
                    <a:pt x="55207" y="3292"/>
                    <a:pt x="55618" y="3772"/>
                    <a:pt x="56030" y="3772"/>
                  </a:cubicBezTo>
                  <a:cubicBezTo>
                    <a:pt x="56442" y="3772"/>
                    <a:pt x="56853" y="3772"/>
                    <a:pt x="56853" y="4183"/>
                  </a:cubicBezTo>
                  <a:lnTo>
                    <a:pt x="57676" y="4183"/>
                  </a:lnTo>
                  <a:cubicBezTo>
                    <a:pt x="58004" y="4500"/>
                    <a:pt x="58458" y="4651"/>
                    <a:pt x="58910" y="4595"/>
                  </a:cubicBezTo>
                  <a:cubicBezTo>
                    <a:pt x="58910" y="5006"/>
                    <a:pt x="59391" y="5006"/>
                    <a:pt x="59802" y="5006"/>
                  </a:cubicBezTo>
                  <a:lnTo>
                    <a:pt x="61859" y="6241"/>
                  </a:lnTo>
                  <a:cubicBezTo>
                    <a:pt x="62271" y="6241"/>
                    <a:pt x="62682" y="6241"/>
                    <a:pt x="62682" y="6652"/>
                  </a:cubicBezTo>
                  <a:lnTo>
                    <a:pt x="63505" y="6652"/>
                  </a:lnTo>
                  <a:cubicBezTo>
                    <a:pt x="63505" y="7064"/>
                    <a:pt x="63505" y="7064"/>
                    <a:pt x="63917" y="7064"/>
                  </a:cubicBezTo>
                  <a:cubicBezTo>
                    <a:pt x="64144" y="7064"/>
                    <a:pt x="64328" y="7248"/>
                    <a:pt x="64328" y="7475"/>
                  </a:cubicBezTo>
                  <a:lnTo>
                    <a:pt x="64740" y="7475"/>
                  </a:lnTo>
                  <a:close/>
                </a:path>
              </a:pathLst>
            </a:custGeom>
            <a:solidFill>
              <a:srgbClr val="BDCA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DE4D1EE-B3DC-DBD9-35E8-8FE2CAE6AF3A}"/>
                </a:ext>
              </a:extLst>
            </p:cNvPr>
            <p:cNvSpPr/>
            <p:nvPr/>
          </p:nvSpPr>
          <p:spPr>
            <a:xfrm>
              <a:off x="5558083" y="4038102"/>
              <a:ext cx="52384" cy="47071"/>
            </a:xfrm>
            <a:custGeom>
              <a:avLst/>
              <a:gdLst>
                <a:gd name="connsiteX0" fmla="*/ 52076 w 52384"/>
                <a:gd name="connsiteY0" fmla="*/ 6472 h 47071"/>
                <a:gd name="connsiteX1" fmla="*/ 52076 w 52384"/>
                <a:gd name="connsiteY1" fmla="*/ 11478 h 47071"/>
                <a:gd name="connsiteX2" fmla="*/ 50361 w 52384"/>
                <a:gd name="connsiteY2" fmla="*/ 17307 h 47071"/>
                <a:gd name="connsiteX3" fmla="*/ 45835 w 52384"/>
                <a:gd name="connsiteY3" fmla="*/ 24165 h 47071"/>
                <a:gd name="connsiteX4" fmla="*/ 38291 w 52384"/>
                <a:gd name="connsiteY4" fmla="*/ 29171 h 47071"/>
                <a:gd name="connsiteX5" fmla="*/ 27524 w 52384"/>
                <a:gd name="connsiteY5" fmla="*/ 35412 h 47071"/>
                <a:gd name="connsiteX6" fmla="*/ 17511 w 52384"/>
                <a:gd name="connsiteY6" fmla="*/ 40830 h 47071"/>
                <a:gd name="connsiteX7" fmla="*/ 9556 w 52384"/>
                <a:gd name="connsiteY7" fmla="*/ 45837 h 47071"/>
                <a:gd name="connsiteX8" fmla="*/ 5853 w 52384"/>
                <a:gd name="connsiteY8" fmla="*/ 47071 h 47071"/>
                <a:gd name="connsiteX9" fmla="*/ 2904 w 52384"/>
                <a:gd name="connsiteY9" fmla="*/ 46248 h 47071"/>
                <a:gd name="connsiteX10" fmla="*/ 847 w 52384"/>
                <a:gd name="connsiteY10" fmla="*/ 43779 h 47071"/>
                <a:gd name="connsiteX11" fmla="*/ 23 w 52384"/>
                <a:gd name="connsiteY11" fmla="*/ 40008 h 47071"/>
                <a:gd name="connsiteX12" fmla="*/ 435 w 52384"/>
                <a:gd name="connsiteY12" fmla="*/ 35413 h 47071"/>
                <a:gd name="connsiteX13" fmla="*/ 2081 w 52384"/>
                <a:gd name="connsiteY13" fmla="*/ 29172 h 47071"/>
                <a:gd name="connsiteX14" fmla="*/ 6264 w 52384"/>
                <a:gd name="connsiteY14" fmla="*/ 22932 h 47071"/>
                <a:gd name="connsiteX15" fmla="*/ 14151 w 52384"/>
                <a:gd name="connsiteY15" fmla="*/ 17513 h 47071"/>
                <a:gd name="connsiteX16" fmla="*/ 24987 w 52384"/>
                <a:gd name="connsiteY16" fmla="*/ 11273 h 47071"/>
                <a:gd name="connsiteX17" fmla="*/ 34999 w 52384"/>
                <a:gd name="connsiteY17" fmla="*/ 5855 h 47071"/>
                <a:gd name="connsiteX18" fmla="*/ 42886 w 52384"/>
                <a:gd name="connsiteY18" fmla="*/ 1260 h 47071"/>
                <a:gd name="connsiteX19" fmla="*/ 46658 w 52384"/>
                <a:gd name="connsiteY19" fmla="*/ 26 h 47071"/>
                <a:gd name="connsiteX20" fmla="*/ 49538 w 52384"/>
                <a:gd name="connsiteY20" fmla="*/ 849 h 47071"/>
                <a:gd name="connsiteX21" fmla="*/ 51664 w 52384"/>
                <a:gd name="connsiteY21" fmla="*/ 2975 h 47071"/>
                <a:gd name="connsiteX22" fmla="*/ 52076 w 52384"/>
                <a:gd name="connsiteY22" fmla="*/ 6472 h 47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2384" h="47071">
                  <a:moveTo>
                    <a:pt x="52076" y="6472"/>
                  </a:moveTo>
                  <a:cubicBezTo>
                    <a:pt x="52488" y="8115"/>
                    <a:pt x="52488" y="9835"/>
                    <a:pt x="52076" y="11478"/>
                  </a:cubicBezTo>
                  <a:cubicBezTo>
                    <a:pt x="51987" y="13532"/>
                    <a:pt x="51399" y="15533"/>
                    <a:pt x="50361" y="17307"/>
                  </a:cubicBezTo>
                  <a:cubicBezTo>
                    <a:pt x="49278" y="19847"/>
                    <a:pt x="47745" y="22171"/>
                    <a:pt x="45835" y="24165"/>
                  </a:cubicBezTo>
                  <a:cubicBezTo>
                    <a:pt x="43605" y="26228"/>
                    <a:pt x="41058" y="27918"/>
                    <a:pt x="38291" y="29171"/>
                  </a:cubicBezTo>
                  <a:cubicBezTo>
                    <a:pt x="34588" y="31298"/>
                    <a:pt x="30816" y="33355"/>
                    <a:pt x="27524" y="35412"/>
                  </a:cubicBezTo>
                  <a:cubicBezTo>
                    <a:pt x="24281" y="37389"/>
                    <a:pt x="20939" y="39197"/>
                    <a:pt x="17511" y="40830"/>
                  </a:cubicBezTo>
                  <a:cubicBezTo>
                    <a:pt x="14974" y="42545"/>
                    <a:pt x="12505" y="44191"/>
                    <a:pt x="9556" y="45837"/>
                  </a:cubicBezTo>
                  <a:lnTo>
                    <a:pt x="5853" y="47071"/>
                  </a:lnTo>
                  <a:cubicBezTo>
                    <a:pt x="4826" y="46990"/>
                    <a:pt x="3824" y="46711"/>
                    <a:pt x="2904" y="46248"/>
                  </a:cubicBezTo>
                  <a:cubicBezTo>
                    <a:pt x="1917" y="45732"/>
                    <a:pt x="1176" y="44843"/>
                    <a:pt x="847" y="43779"/>
                  </a:cubicBezTo>
                  <a:cubicBezTo>
                    <a:pt x="435" y="42545"/>
                    <a:pt x="435" y="41242"/>
                    <a:pt x="23" y="40008"/>
                  </a:cubicBezTo>
                  <a:cubicBezTo>
                    <a:pt x="-60" y="38464"/>
                    <a:pt x="79" y="36917"/>
                    <a:pt x="435" y="35413"/>
                  </a:cubicBezTo>
                  <a:cubicBezTo>
                    <a:pt x="602" y="33250"/>
                    <a:pt x="1160" y="31136"/>
                    <a:pt x="2081" y="29172"/>
                  </a:cubicBezTo>
                  <a:cubicBezTo>
                    <a:pt x="3001" y="26810"/>
                    <a:pt x="4429" y="24680"/>
                    <a:pt x="6264" y="22932"/>
                  </a:cubicBezTo>
                  <a:cubicBezTo>
                    <a:pt x="8733" y="20873"/>
                    <a:pt x="11682" y="19228"/>
                    <a:pt x="14151" y="17513"/>
                  </a:cubicBezTo>
                  <a:cubicBezTo>
                    <a:pt x="17923" y="15456"/>
                    <a:pt x="21009" y="13399"/>
                    <a:pt x="24987" y="11273"/>
                  </a:cubicBezTo>
                  <a:cubicBezTo>
                    <a:pt x="28422" y="9654"/>
                    <a:pt x="31765" y="7845"/>
                    <a:pt x="34999" y="5855"/>
                  </a:cubicBezTo>
                  <a:cubicBezTo>
                    <a:pt x="37497" y="4109"/>
                    <a:pt x="40135" y="2572"/>
                    <a:pt x="42886" y="1260"/>
                  </a:cubicBezTo>
                  <a:cubicBezTo>
                    <a:pt x="43994" y="486"/>
                    <a:pt x="45306" y="56"/>
                    <a:pt x="46658" y="26"/>
                  </a:cubicBezTo>
                  <a:cubicBezTo>
                    <a:pt x="47689" y="-93"/>
                    <a:pt x="48726" y="203"/>
                    <a:pt x="49538" y="849"/>
                  </a:cubicBezTo>
                  <a:cubicBezTo>
                    <a:pt x="50438" y="1336"/>
                    <a:pt x="51177" y="2075"/>
                    <a:pt x="51664" y="2975"/>
                  </a:cubicBezTo>
                  <a:cubicBezTo>
                    <a:pt x="51982" y="4112"/>
                    <a:pt x="52121" y="5292"/>
                    <a:pt x="52076" y="6472"/>
                  </a:cubicBezTo>
                  <a:close/>
                </a:path>
              </a:pathLst>
            </a:custGeom>
            <a:solidFill>
              <a:srgbClr val="00663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03649BC-1406-85E0-5AFB-9EB0AB0B4C53}"/>
                </a:ext>
              </a:extLst>
            </p:cNvPr>
            <p:cNvSpPr/>
            <p:nvPr/>
          </p:nvSpPr>
          <p:spPr>
            <a:xfrm>
              <a:off x="5338651" y="4924386"/>
              <a:ext cx="257723" cy="159105"/>
            </a:xfrm>
            <a:custGeom>
              <a:avLst/>
              <a:gdLst>
                <a:gd name="connsiteX0" fmla="*/ 257724 w 257723"/>
                <a:gd name="connsiteY0" fmla="*/ 0 h 159105"/>
                <a:gd name="connsiteX1" fmla="*/ 257724 w 257723"/>
                <a:gd name="connsiteY1" fmla="*/ 10013 h 159105"/>
                <a:gd name="connsiteX2" fmla="*/ 0 w 257723"/>
                <a:gd name="connsiteY2" fmla="*/ 159106 h 159105"/>
                <a:gd name="connsiteX3" fmla="*/ 0 w 257723"/>
                <a:gd name="connsiteY3" fmla="*/ 148681 h 159105"/>
                <a:gd name="connsiteX4" fmla="*/ 72489 w 257723"/>
                <a:gd name="connsiteY4" fmla="*/ 106642 h 159105"/>
                <a:gd name="connsiteX5" fmla="*/ 77427 w 257723"/>
                <a:gd name="connsiteY5" fmla="*/ 104104 h 159105"/>
                <a:gd name="connsiteX6" fmla="*/ 88674 w 257723"/>
                <a:gd name="connsiteY6" fmla="*/ 97246 h 159105"/>
                <a:gd name="connsiteX7" fmla="*/ 107465 w 257723"/>
                <a:gd name="connsiteY7" fmla="*/ 86411 h 159105"/>
                <a:gd name="connsiteX8" fmla="*/ 130371 w 257723"/>
                <a:gd name="connsiteY8" fmla="*/ 73107 h 159105"/>
                <a:gd name="connsiteX9" fmla="*/ 153688 w 257723"/>
                <a:gd name="connsiteY9" fmla="*/ 59802 h 159105"/>
                <a:gd name="connsiteX10" fmla="*/ 170284 w 257723"/>
                <a:gd name="connsiteY10" fmla="*/ 50201 h 159105"/>
                <a:gd name="connsiteX11" fmla="*/ 179886 w 257723"/>
                <a:gd name="connsiteY11" fmla="*/ 44783 h 159105"/>
                <a:gd name="connsiteX12" fmla="*/ 182354 w 257723"/>
                <a:gd name="connsiteY12" fmla="*/ 43137 h 159105"/>
                <a:gd name="connsiteX13" fmla="*/ 186538 w 257723"/>
                <a:gd name="connsiteY13" fmla="*/ 40599 h 159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7723" h="159105">
                  <a:moveTo>
                    <a:pt x="257724" y="0"/>
                  </a:moveTo>
                  <a:lnTo>
                    <a:pt x="257724" y="10013"/>
                  </a:lnTo>
                  <a:lnTo>
                    <a:pt x="0" y="159106"/>
                  </a:lnTo>
                  <a:lnTo>
                    <a:pt x="0" y="148681"/>
                  </a:lnTo>
                  <a:lnTo>
                    <a:pt x="72489" y="106642"/>
                  </a:lnTo>
                  <a:lnTo>
                    <a:pt x="77427" y="104104"/>
                  </a:lnTo>
                  <a:cubicBezTo>
                    <a:pt x="81199" y="101636"/>
                    <a:pt x="84971" y="99510"/>
                    <a:pt x="88674" y="97246"/>
                  </a:cubicBezTo>
                  <a:cubicBezTo>
                    <a:pt x="94915" y="93475"/>
                    <a:pt x="101224" y="90388"/>
                    <a:pt x="107465" y="86411"/>
                  </a:cubicBezTo>
                  <a:cubicBezTo>
                    <a:pt x="114940" y="81816"/>
                    <a:pt x="122827" y="77701"/>
                    <a:pt x="130371" y="73107"/>
                  </a:cubicBezTo>
                  <a:cubicBezTo>
                    <a:pt x="137915" y="68511"/>
                    <a:pt x="145733" y="64328"/>
                    <a:pt x="153688" y="59802"/>
                  </a:cubicBezTo>
                  <a:cubicBezTo>
                    <a:pt x="159517" y="56442"/>
                    <a:pt x="164867" y="52944"/>
                    <a:pt x="170284" y="50201"/>
                  </a:cubicBezTo>
                  <a:lnTo>
                    <a:pt x="179886" y="44783"/>
                  </a:lnTo>
                  <a:cubicBezTo>
                    <a:pt x="180608" y="44096"/>
                    <a:pt x="181443" y="43539"/>
                    <a:pt x="182354" y="43137"/>
                  </a:cubicBezTo>
                  <a:cubicBezTo>
                    <a:pt x="183657" y="42314"/>
                    <a:pt x="185303" y="41423"/>
                    <a:pt x="186538" y="40599"/>
                  </a:cubicBezTo>
                  <a:close/>
                </a:path>
              </a:pathLst>
            </a:custGeom>
            <a:solidFill>
              <a:srgbClr val="BDCA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925DDCD-A65B-38A0-644A-531D03BDB049}"/>
                </a:ext>
              </a:extLst>
            </p:cNvPr>
            <p:cNvSpPr/>
            <p:nvPr/>
          </p:nvSpPr>
          <p:spPr>
            <a:xfrm>
              <a:off x="5311202" y="4908454"/>
              <a:ext cx="218187" cy="126092"/>
            </a:xfrm>
            <a:custGeom>
              <a:avLst/>
              <a:gdLst>
                <a:gd name="connsiteX0" fmla="*/ 217758 w 218187"/>
                <a:gd name="connsiteY0" fmla="*/ 46794 h 126092"/>
                <a:gd name="connsiteX1" fmla="*/ 218169 w 218187"/>
                <a:gd name="connsiteY1" fmla="*/ 50908 h 126092"/>
                <a:gd name="connsiteX2" fmla="*/ 216523 w 218187"/>
                <a:gd name="connsiteY2" fmla="*/ 54269 h 126092"/>
                <a:gd name="connsiteX3" fmla="*/ 213986 w 218187"/>
                <a:gd name="connsiteY3" fmla="*/ 56738 h 126092"/>
                <a:gd name="connsiteX4" fmla="*/ 209803 w 218187"/>
                <a:gd name="connsiteY4" fmla="*/ 59275 h 126092"/>
                <a:gd name="connsiteX5" fmla="*/ 207334 w 218187"/>
                <a:gd name="connsiteY5" fmla="*/ 60921 h 126092"/>
                <a:gd name="connsiteX6" fmla="*/ 197732 w 218187"/>
                <a:gd name="connsiteY6" fmla="*/ 66339 h 126092"/>
                <a:gd name="connsiteX7" fmla="*/ 181136 w 218187"/>
                <a:gd name="connsiteY7" fmla="*/ 75940 h 126092"/>
                <a:gd name="connsiteX8" fmla="*/ 157819 w 218187"/>
                <a:gd name="connsiteY8" fmla="*/ 89245 h 126092"/>
                <a:gd name="connsiteX9" fmla="*/ 134913 w 218187"/>
                <a:gd name="connsiteY9" fmla="*/ 102549 h 126092"/>
                <a:gd name="connsiteX10" fmla="*/ 116122 w 218187"/>
                <a:gd name="connsiteY10" fmla="*/ 113385 h 126092"/>
                <a:gd name="connsiteX11" fmla="*/ 104875 w 218187"/>
                <a:gd name="connsiteY11" fmla="*/ 120243 h 126092"/>
                <a:gd name="connsiteX12" fmla="*/ 99937 w 218187"/>
                <a:gd name="connsiteY12" fmla="*/ 122781 h 126092"/>
                <a:gd name="connsiteX13" fmla="*/ 95343 w 218187"/>
                <a:gd name="connsiteY13" fmla="*/ 124838 h 126092"/>
                <a:gd name="connsiteX14" fmla="*/ 87387 w 218187"/>
                <a:gd name="connsiteY14" fmla="*/ 126072 h 126092"/>
                <a:gd name="connsiteX15" fmla="*/ 79501 w 218187"/>
                <a:gd name="connsiteY15" fmla="*/ 125661 h 126092"/>
                <a:gd name="connsiteX16" fmla="*/ 72025 w 218187"/>
                <a:gd name="connsiteY16" fmla="*/ 122781 h 126092"/>
                <a:gd name="connsiteX17" fmla="*/ 65167 w 218187"/>
                <a:gd name="connsiteY17" fmla="*/ 119009 h 126092"/>
                <a:gd name="connsiteX18" fmla="*/ 48914 w 218187"/>
                <a:gd name="connsiteY18" fmla="*/ 109407 h 126092"/>
                <a:gd name="connsiteX19" fmla="*/ 30603 w 218187"/>
                <a:gd name="connsiteY19" fmla="*/ 98572 h 126092"/>
                <a:gd name="connsiteX20" fmla="*/ 16407 w 218187"/>
                <a:gd name="connsiteY20" fmla="*/ 90685 h 126092"/>
                <a:gd name="connsiteX21" fmla="*/ 6463 w 218187"/>
                <a:gd name="connsiteY21" fmla="*/ 84856 h 126092"/>
                <a:gd name="connsiteX22" fmla="*/ 634 w 218187"/>
                <a:gd name="connsiteY22" fmla="*/ 79027 h 126092"/>
                <a:gd name="connsiteX23" fmla="*/ 154 w 218187"/>
                <a:gd name="connsiteY23" fmla="*/ 75255 h 126092"/>
                <a:gd name="connsiteX24" fmla="*/ 1868 w 218187"/>
                <a:gd name="connsiteY24" fmla="*/ 71552 h 126092"/>
                <a:gd name="connsiteX25" fmla="*/ 8109 w 218187"/>
                <a:gd name="connsiteY25" fmla="*/ 66957 h 126092"/>
                <a:gd name="connsiteX26" fmla="*/ 18533 w 218187"/>
                <a:gd name="connsiteY26" fmla="*/ 61127 h 126092"/>
                <a:gd name="connsiteX27" fmla="*/ 37255 w 218187"/>
                <a:gd name="connsiteY27" fmla="*/ 50291 h 126092"/>
                <a:gd name="connsiteX28" fmla="*/ 60161 w 218187"/>
                <a:gd name="connsiteY28" fmla="*/ 36987 h 126092"/>
                <a:gd name="connsiteX29" fmla="*/ 83478 w 218187"/>
                <a:gd name="connsiteY29" fmla="*/ 23682 h 126092"/>
                <a:gd name="connsiteX30" fmla="*/ 101789 w 218187"/>
                <a:gd name="connsiteY30" fmla="*/ 12847 h 126092"/>
                <a:gd name="connsiteX31" fmla="*/ 113448 w 218187"/>
                <a:gd name="connsiteY31" fmla="*/ 5989 h 126092"/>
                <a:gd name="connsiteX32" fmla="*/ 123049 w 218187"/>
                <a:gd name="connsiteY32" fmla="*/ 1394 h 126092"/>
                <a:gd name="connsiteX33" fmla="*/ 130936 w 218187"/>
                <a:gd name="connsiteY33" fmla="*/ 159 h 126092"/>
                <a:gd name="connsiteX34" fmla="*/ 138823 w 218187"/>
                <a:gd name="connsiteY34" fmla="*/ 571 h 126092"/>
                <a:gd name="connsiteX35" fmla="*/ 153430 w 218187"/>
                <a:gd name="connsiteY35" fmla="*/ 7429 h 126092"/>
                <a:gd name="connsiteX36" fmla="*/ 169203 w 218187"/>
                <a:gd name="connsiteY36" fmla="*/ 16962 h 126092"/>
                <a:gd name="connsiteX37" fmla="*/ 187994 w 218187"/>
                <a:gd name="connsiteY37" fmla="*/ 27386 h 126092"/>
                <a:gd name="connsiteX38" fmla="*/ 201710 w 218187"/>
                <a:gd name="connsiteY38" fmla="*/ 35752 h 126092"/>
                <a:gd name="connsiteX39" fmla="*/ 212135 w 218187"/>
                <a:gd name="connsiteY39" fmla="*/ 41582 h 126092"/>
                <a:gd name="connsiteX40" fmla="*/ 217758 w 218187"/>
                <a:gd name="connsiteY40" fmla="*/ 46794 h 126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18187" h="126092">
                  <a:moveTo>
                    <a:pt x="217758" y="46794"/>
                  </a:moveTo>
                  <a:cubicBezTo>
                    <a:pt x="218102" y="48137"/>
                    <a:pt x="218241" y="49524"/>
                    <a:pt x="218169" y="50908"/>
                  </a:cubicBezTo>
                  <a:cubicBezTo>
                    <a:pt x="217875" y="52136"/>
                    <a:pt x="217313" y="53283"/>
                    <a:pt x="216523" y="54269"/>
                  </a:cubicBezTo>
                  <a:lnTo>
                    <a:pt x="213986" y="56738"/>
                  </a:lnTo>
                  <a:cubicBezTo>
                    <a:pt x="212752" y="57561"/>
                    <a:pt x="211106" y="58452"/>
                    <a:pt x="209803" y="59275"/>
                  </a:cubicBezTo>
                  <a:cubicBezTo>
                    <a:pt x="208891" y="59678"/>
                    <a:pt x="208055" y="60234"/>
                    <a:pt x="207334" y="60921"/>
                  </a:cubicBezTo>
                  <a:lnTo>
                    <a:pt x="197732" y="66339"/>
                  </a:lnTo>
                  <a:cubicBezTo>
                    <a:pt x="192315" y="69220"/>
                    <a:pt x="186965" y="72580"/>
                    <a:pt x="181136" y="75940"/>
                  </a:cubicBezTo>
                  <a:cubicBezTo>
                    <a:pt x="173181" y="80467"/>
                    <a:pt x="165706" y="84650"/>
                    <a:pt x="157819" y="89245"/>
                  </a:cubicBezTo>
                  <a:cubicBezTo>
                    <a:pt x="149932" y="93840"/>
                    <a:pt x="142388" y="97955"/>
                    <a:pt x="134913" y="102549"/>
                  </a:cubicBezTo>
                  <a:cubicBezTo>
                    <a:pt x="128672" y="106321"/>
                    <a:pt x="122363" y="109407"/>
                    <a:pt x="116122" y="113385"/>
                  </a:cubicBezTo>
                  <a:cubicBezTo>
                    <a:pt x="112419" y="115442"/>
                    <a:pt x="108647" y="117568"/>
                    <a:pt x="104875" y="120243"/>
                  </a:cubicBezTo>
                  <a:lnTo>
                    <a:pt x="99937" y="122781"/>
                  </a:lnTo>
                  <a:cubicBezTo>
                    <a:pt x="98520" y="123698"/>
                    <a:pt x="96970" y="124392"/>
                    <a:pt x="95343" y="124838"/>
                  </a:cubicBezTo>
                  <a:cubicBezTo>
                    <a:pt x="92768" y="125648"/>
                    <a:pt x="90086" y="126065"/>
                    <a:pt x="87387" y="126072"/>
                  </a:cubicBezTo>
                  <a:cubicBezTo>
                    <a:pt x="84752" y="126149"/>
                    <a:pt x="82114" y="126012"/>
                    <a:pt x="79501" y="125661"/>
                  </a:cubicBezTo>
                  <a:cubicBezTo>
                    <a:pt x="76943" y="124881"/>
                    <a:pt x="74445" y="123919"/>
                    <a:pt x="72025" y="122781"/>
                  </a:cubicBezTo>
                  <a:cubicBezTo>
                    <a:pt x="69488" y="121477"/>
                    <a:pt x="67019" y="120243"/>
                    <a:pt x="65167" y="119009"/>
                  </a:cubicBezTo>
                  <a:cubicBezTo>
                    <a:pt x="59750" y="115648"/>
                    <a:pt x="54332" y="112151"/>
                    <a:pt x="48914" y="109407"/>
                  </a:cubicBezTo>
                  <a:cubicBezTo>
                    <a:pt x="43496" y="106664"/>
                    <a:pt x="36844" y="102549"/>
                    <a:pt x="30603" y="98572"/>
                  </a:cubicBezTo>
                  <a:cubicBezTo>
                    <a:pt x="26008" y="96103"/>
                    <a:pt x="21002" y="93154"/>
                    <a:pt x="16407" y="90685"/>
                  </a:cubicBezTo>
                  <a:cubicBezTo>
                    <a:pt x="12920" y="89053"/>
                    <a:pt x="9591" y="87101"/>
                    <a:pt x="6463" y="84856"/>
                  </a:cubicBezTo>
                  <a:cubicBezTo>
                    <a:pt x="3852" y="83721"/>
                    <a:pt x="1769" y="81638"/>
                    <a:pt x="634" y="79027"/>
                  </a:cubicBezTo>
                  <a:cubicBezTo>
                    <a:pt x="11" y="77873"/>
                    <a:pt x="-160" y="76528"/>
                    <a:pt x="154" y="75255"/>
                  </a:cubicBezTo>
                  <a:cubicBezTo>
                    <a:pt x="374" y="73887"/>
                    <a:pt x="967" y="72605"/>
                    <a:pt x="1868" y="71552"/>
                  </a:cubicBezTo>
                  <a:cubicBezTo>
                    <a:pt x="3549" y="69541"/>
                    <a:pt x="5690" y="67966"/>
                    <a:pt x="8109" y="66957"/>
                  </a:cubicBezTo>
                  <a:cubicBezTo>
                    <a:pt x="11812" y="64899"/>
                    <a:pt x="14967" y="62773"/>
                    <a:pt x="18533" y="61127"/>
                  </a:cubicBezTo>
                  <a:cubicBezTo>
                    <a:pt x="24774" y="57355"/>
                    <a:pt x="31015" y="53652"/>
                    <a:pt x="37255" y="50291"/>
                  </a:cubicBezTo>
                  <a:cubicBezTo>
                    <a:pt x="44731" y="45697"/>
                    <a:pt x="52617" y="41170"/>
                    <a:pt x="60161" y="36987"/>
                  </a:cubicBezTo>
                  <a:cubicBezTo>
                    <a:pt x="67705" y="32804"/>
                    <a:pt x="75523" y="28209"/>
                    <a:pt x="83478" y="23682"/>
                  </a:cubicBezTo>
                  <a:cubicBezTo>
                    <a:pt x="89308" y="19911"/>
                    <a:pt x="95548" y="16824"/>
                    <a:pt x="101789" y="12847"/>
                  </a:cubicBezTo>
                  <a:cubicBezTo>
                    <a:pt x="105561" y="10721"/>
                    <a:pt x="109264" y="8663"/>
                    <a:pt x="113448" y="5989"/>
                  </a:cubicBezTo>
                  <a:cubicBezTo>
                    <a:pt x="116413" y="4008"/>
                    <a:pt x="119647" y="2461"/>
                    <a:pt x="123049" y="1394"/>
                  </a:cubicBezTo>
                  <a:cubicBezTo>
                    <a:pt x="125591" y="546"/>
                    <a:pt x="128257" y="129"/>
                    <a:pt x="130936" y="159"/>
                  </a:cubicBezTo>
                  <a:cubicBezTo>
                    <a:pt x="133569" y="-149"/>
                    <a:pt x="136236" y="-10"/>
                    <a:pt x="138823" y="571"/>
                  </a:cubicBezTo>
                  <a:cubicBezTo>
                    <a:pt x="144032" y="2050"/>
                    <a:pt x="148966" y="4366"/>
                    <a:pt x="153430" y="7429"/>
                  </a:cubicBezTo>
                  <a:cubicBezTo>
                    <a:pt x="158848" y="10721"/>
                    <a:pt x="164265" y="13670"/>
                    <a:pt x="169203" y="16962"/>
                  </a:cubicBezTo>
                  <a:cubicBezTo>
                    <a:pt x="175513" y="20322"/>
                    <a:pt x="181753" y="23820"/>
                    <a:pt x="187994" y="27386"/>
                  </a:cubicBezTo>
                  <a:cubicBezTo>
                    <a:pt x="192520" y="30335"/>
                    <a:pt x="197116" y="33215"/>
                    <a:pt x="201710" y="35752"/>
                  </a:cubicBezTo>
                  <a:cubicBezTo>
                    <a:pt x="205367" y="37351"/>
                    <a:pt x="208858" y="39303"/>
                    <a:pt x="212135" y="41582"/>
                  </a:cubicBezTo>
                  <a:cubicBezTo>
                    <a:pt x="214452" y="42770"/>
                    <a:pt x="216397" y="44574"/>
                    <a:pt x="217758" y="46794"/>
                  </a:cubicBezTo>
                  <a:close/>
                </a:path>
              </a:pathLst>
            </a:custGeom>
            <a:solidFill>
              <a:srgbClr val="CBD1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5D059DF-3228-2904-8C2F-69BD4070594D}"/>
                </a:ext>
              </a:extLst>
            </p:cNvPr>
            <p:cNvSpPr/>
            <p:nvPr/>
          </p:nvSpPr>
          <p:spPr>
            <a:xfrm>
              <a:off x="5310327" y="4524016"/>
              <a:ext cx="173644" cy="111991"/>
            </a:xfrm>
            <a:custGeom>
              <a:avLst/>
              <a:gdLst>
                <a:gd name="connsiteX0" fmla="*/ 173645 w 173644"/>
                <a:gd name="connsiteY0" fmla="*/ 88537 h 111991"/>
                <a:gd name="connsiteX1" fmla="*/ 173645 w 173644"/>
                <a:gd name="connsiteY1" fmla="*/ 111991 h 111991"/>
                <a:gd name="connsiteX2" fmla="*/ 0 w 173644"/>
                <a:gd name="connsiteY2" fmla="*/ 11659 h 111991"/>
                <a:gd name="connsiteX3" fmla="*/ 20026 w 173644"/>
                <a:gd name="connsiteY3" fmla="*/ 0 h 111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644" h="111991">
                  <a:moveTo>
                    <a:pt x="173645" y="88537"/>
                  </a:moveTo>
                  <a:lnTo>
                    <a:pt x="173645" y="111991"/>
                  </a:lnTo>
                  <a:lnTo>
                    <a:pt x="0" y="11659"/>
                  </a:lnTo>
                  <a:cubicBezTo>
                    <a:pt x="6858" y="7887"/>
                    <a:pt x="13716" y="4115"/>
                    <a:pt x="20026" y="0"/>
                  </a:cubicBez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995C803-1E8C-4EEF-B76E-8FD8122DAC95}"/>
                </a:ext>
              </a:extLst>
            </p:cNvPr>
            <p:cNvSpPr/>
            <p:nvPr/>
          </p:nvSpPr>
          <p:spPr>
            <a:xfrm>
              <a:off x="5290371" y="5175869"/>
              <a:ext cx="161163" cy="119946"/>
            </a:xfrm>
            <a:custGeom>
              <a:avLst/>
              <a:gdLst>
                <a:gd name="connsiteX0" fmla="*/ 161163 w 161163"/>
                <a:gd name="connsiteY0" fmla="*/ 10424 h 119946"/>
                <a:gd name="connsiteX1" fmla="*/ 161163 w 161163"/>
                <a:gd name="connsiteY1" fmla="*/ 26678 h 119946"/>
                <a:gd name="connsiteX2" fmla="*/ 0 w 161163"/>
                <a:gd name="connsiteY2" fmla="*/ 119947 h 119946"/>
                <a:gd name="connsiteX3" fmla="*/ 0 w 161163"/>
                <a:gd name="connsiteY3" fmla="*/ 93269 h 119946"/>
                <a:gd name="connsiteX4" fmla="*/ 161163 w 161163"/>
                <a:gd name="connsiteY4" fmla="*/ 0 h 11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163" h="119946">
                  <a:moveTo>
                    <a:pt x="161163" y="10424"/>
                  </a:moveTo>
                  <a:lnTo>
                    <a:pt x="161163" y="26678"/>
                  </a:lnTo>
                  <a:cubicBezTo>
                    <a:pt x="107396" y="57882"/>
                    <a:pt x="53698" y="88400"/>
                    <a:pt x="0" y="119947"/>
                  </a:cubicBezTo>
                  <a:lnTo>
                    <a:pt x="0" y="93269"/>
                  </a:lnTo>
                  <a:cubicBezTo>
                    <a:pt x="53698" y="62065"/>
                    <a:pt x="107396" y="31547"/>
                    <a:pt x="161163" y="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6A69757-B989-5F81-0A1A-211371808136}"/>
                </a:ext>
              </a:extLst>
            </p:cNvPr>
            <p:cNvSpPr/>
            <p:nvPr/>
          </p:nvSpPr>
          <p:spPr>
            <a:xfrm>
              <a:off x="5324923" y="5073068"/>
              <a:ext cx="13727" cy="23728"/>
            </a:xfrm>
            <a:custGeom>
              <a:avLst/>
              <a:gdLst>
                <a:gd name="connsiteX0" fmla="*/ 13728 w 13727"/>
                <a:gd name="connsiteY0" fmla="*/ 0 h 23728"/>
                <a:gd name="connsiteX1" fmla="*/ 13728 w 13727"/>
                <a:gd name="connsiteY1" fmla="*/ 10424 h 23728"/>
                <a:gd name="connsiteX2" fmla="*/ 12082 w 13727"/>
                <a:gd name="connsiteY2" fmla="*/ 11247 h 23728"/>
                <a:gd name="connsiteX3" fmla="*/ 10024 w 13727"/>
                <a:gd name="connsiteY3" fmla="*/ 12893 h 23728"/>
                <a:gd name="connsiteX4" fmla="*/ 7899 w 13727"/>
                <a:gd name="connsiteY4" fmla="*/ 14539 h 23728"/>
                <a:gd name="connsiteX5" fmla="*/ 5841 w 13727"/>
                <a:gd name="connsiteY5" fmla="*/ 16253 h 23728"/>
                <a:gd name="connsiteX6" fmla="*/ 5018 w 13727"/>
                <a:gd name="connsiteY6" fmla="*/ 17488 h 23728"/>
                <a:gd name="connsiteX7" fmla="*/ 3715 w 13727"/>
                <a:gd name="connsiteY7" fmla="*/ 18723 h 23728"/>
                <a:gd name="connsiteX8" fmla="*/ 2892 w 13727"/>
                <a:gd name="connsiteY8" fmla="*/ 19957 h 23728"/>
                <a:gd name="connsiteX9" fmla="*/ 2069 w 13727"/>
                <a:gd name="connsiteY9" fmla="*/ 21191 h 23728"/>
                <a:gd name="connsiteX10" fmla="*/ 1658 w 13727"/>
                <a:gd name="connsiteY10" fmla="*/ 22494 h 23728"/>
                <a:gd name="connsiteX11" fmla="*/ 1246 w 13727"/>
                <a:gd name="connsiteY11" fmla="*/ 23729 h 23728"/>
                <a:gd name="connsiteX12" fmla="*/ 835 w 13727"/>
                <a:gd name="connsiteY12" fmla="*/ 23317 h 23728"/>
                <a:gd name="connsiteX13" fmla="*/ 423 w 13727"/>
                <a:gd name="connsiteY13" fmla="*/ 22494 h 23728"/>
                <a:gd name="connsiteX14" fmla="*/ 423 w 13727"/>
                <a:gd name="connsiteY14" fmla="*/ 20780 h 23728"/>
                <a:gd name="connsiteX15" fmla="*/ 12 w 13727"/>
                <a:gd name="connsiteY15" fmla="*/ 19546 h 23728"/>
                <a:gd name="connsiteX16" fmla="*/ 12 w 13727"/>
                <a:gd name="connsiteY16" fmla="*/ 17488 h 23728"/>
                <a:gd name="connsiteX17" fmla="*/ 423 w 13727"/>
                <a:gd name="connsiteY17" fmla="*/ 16253 h 23728"/>
                <a:gd name="connsiteX18" fmla="*/ 835 w 13727"/>
                <a:gd name="connsiteY18" fmla="*/ 14950 h 23728"/>
                <a:gd name="connsiteX19" fmla="*/ 1246 w 13727"/>
                <a:gd name="connsiteY19" fmla="*/ 13305 h 23728"/>
                <a:gd name="connsiteX20" fmla="*/ 1657 w 13727"/>
                <a:gd name="connsiteY20" fmla="*/ 12070 h 23728"/>
                <a:gd name="connsiteX21" fmla="*/ 2069 w 13727"/>
                <a:gd name="connsiteY21" fmla="*/ 10836 h 23728"/>
                <a:gd name="connsiteX22" fmla="*/ 2892 w 13727"/>
                <a:gd name="connsiteY22" fmla="*/ 9533 h 23728"/>
                <a:gd name="connsiteX23" fmla="*/ 3715 w 13727"/>
                <a:gd name="connsiteY23" fmla="*/ 8298 h 23728"/>
                <a:gd name="connsiteX24" fmla="*/ 5018 w 13727"/>
                <a:gd name="connsiteY24" fmla="*/ 7064 h 23728"/>
                <a:gd name="connsiteX25" fmla="*/ 5841 w 13727"/>
                <a:gd name="connsiteY25" fmla="*/ 5830 h 23728"/>
                <a:gd name="connsiteX26" fmla="*/ 7899 w 13727"/>
                <a:gd name="connsiteY26" fmla="*/ 4115 h 23728"/>
                <a:gd name="connsiteX27" fmla="*/ 10024 w 13727"/>
                <a:gd name="connsiteY27" fmla="*/ 2469 h 23728"/>
                <a:gd name="connsiteX28" fmla="*/ 12082 w 13727"/>
                <a:gd name="connsiteY28" fmla="*/ 823 h 23728"/>
                <a:gd name="connsiteX29" fmla="*/ 13728 w 13727"/>
                <a:gd name="connsiteY29" fmla="*/ 0 h 2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727" h="23728">
                  <a:moveTo>
                    <a:pt x="13728" y="0"/>
                  </a:moveTo>
                  <a:lnTo>
                    <a:pt x="13728" y="10424"/>
                  </a:lnTo>
                  <a:cubicBezTo>
                    <a:pt x="12905" y="10836"/>
                    <a:pt x="12493" y="10836"/>
                    <a:pt x="12082" y="11247"/>
                  </a:cubicBezTo>
                  <a:cubicBezTo>
                    <a:pt x="11319" y="11692"/>
                    <a:pt x="10626" y="12246"/>
                    <a:pt x="10024" y="12893"/>
                  </a:cubicBezTo>
                  <a:cubicBezTo>
                    <a:pt x="9146" y="13178"/>
                    <a:pt x="8395" y="13760"/>
                    <a:pt x="7899" y="14539"/>
                  </a:cubicBezTo>
                  <a:cubicBezTo>
                    <a:pt x="7076" y="14950"/>
                    <a:pt x="6664" y="15774"/>
                    <a:pt x="5841" y="16253"/>
                  </a:cubicBezTo>
                  <a:cubicBezTo>
                    <a:pt x="5018" y="16734"/>
                    <a:pt x="5018" y="17076"/>
                    <a:pt x="5018" y="17488"/>
                  </a:cubicBezTo>
                  <a:lnTo>
                    <a:pt x="3715" y="18723"/>
                  </a:lnTo>
                  <a:cubicBezTo>
                    <a:pt x="3715" y="19134"/>
                    <a:pt x="3304" y="19546"/>
                    <a:pt x="2892" y="19957"/>
                  </a:cubicBezTo>
                  <a:cubicBezTo>
                    <a:pt x="2481" y="20368"/>
                    <a:pt x="2481" y="20780"/>
                    <a:pt x="2069" y="21191"/>
                  </a:cubicBezTo>
                  <a:cubicBezTo>
                    <a:pt x="1658" y="21603"/>
                    <a:pt x="1658" y="22083"/>
                    <a:pt x="1658" y="22494"/>
                  </a:cubicBezTo>
                  <a:cubicBezTo>
                    <a:pt x="1341" y="22823"/>
                    <a:pt x="1190" y="23276"/>
                    <a:pt x="1246" y="23729"/>
                  </a:cubicBezTo>
                  <a:lnTo>
                    <a:pt x="835" y="23317"/>
                  </a:lnTo>
                  <a:cubicBezTo>
                    <a:pt x="835" y="22906"/>
                    <a:pt x="835" y="22906"/>
                    <a:pt x="423" y="22494"/>
                  </a:cubicBezTo>
                  <a:lnTo>
                    <a:pt x="423" y="20780"/>
                  </a:lnTo>
                  <a:cubicBezTo>
                    <a:pt x="106" y="20452"/>
                    <a:pt x="-45" y="19998"/>
                    <a:pt x="12" y="19546"/>
                  </a:cubicBezTo>
                  <a:lnTo>
                    <a:pt x="12" y="17488"/>
                  </a:lnTo>
                  <a:cubicBezTo>
                    <a:pt x="12" y="17076"/>
                    <a:pt x="423" y="16665"/>
                    <a:pt x="423" y="16253"/>
                  </a:cubicBezTo>
                  <a:cubicBezTo>
                    <a:pt x="355" y="15779"/>
                    <a:pt x="507" y="15300"/>
                    <a:pt x="835" y="14950"/>
                  </a:cubicBezTo>
                  <a:cubicBezTo>
                    <a:pt x="835" y="14127"/>
                    <a:pt x="835" y="13716"/>
                    <a:pt x="1246" y="13305"/>
                  </a:cubicBezTo>
                  <a:cubicBezTo>
                    <a:pt x="1190" y="12852"/>
                    <a:pt x="1341" y="12398"/>
                    <a:pt x="1657" y="12070"/>
                  </a:cubicBezTo>
                  <a:cubicBezTo>
                    <a:pt x="1658" y="11659"/>
                    <a:pt x="2069" y="11247"/>
                    <a:pt x="2069" y="10836"/>
                  </a:cubicBezTo>
                  <a:cubicBezTo>
                    <a:pt x="2483" y="10507"/>
                    <a:pt x="2773" y="10048"/>
                    <a:pt x="2892" y="9533"/>
                  </a:cubicBezTo>
                  <a:cubicBezTo>
                    <a:pt x="3304" y="9121"/>
                    <a:pt x="3715" y="8710"/>
                    <a:pt x="3715" y="8298"/>
                  </a:cubicBezTo>
                  <a:lnTo>
                    <a:pt x="5018" y="7064"/>
                  </a:lnTo>
                  <a:cubicBezTo>
                    <a:pt x="5018" y="6652"/>
                    <a:pt x="5430" y="6241"/>
                    <a:pt x="5841" y="5830"/>
                  </a:cubicBezTo>
                  <a:cubicBezTo>
                    <a:pt x="6253" y="5418"/>
                    <a:pt x="7076" y="4595"/>
                    <a:pt x="7899" y="4115"/>
                  </a:cubicBezTo>
                  <a:cubicBezTo>
                    <a:pt x="8511" y="3452"/>
                    <a:pt x="9230" y="2897"/>
                    <a:pt x="10024" y="2469"/>
                  </a:cubicBezTo>
                  <a:cubicBezTo>
                    <a:pt x="10436" y="2058"/>
                    <a:pt x="11259" y="1646"/>
                    <a:pt x="12082" y="823"/>
                  </a:cubicBezTo>
                  <a:cubicBezTo>
                    <a:pt x="12905" y="0"/>
                    <a:pt x="12905" y="411"/>
                    <a:pt x="13728" y="0"/>
                  </a:cubicBezTo>
                  <a:close/>
                </a:path>
              </a:pathLst>
            </a:custGeom>
            <a:solidFill>
              <a:srgbClr val="BDCA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5F22688-81E3-9C08-0EEE-9307B13B71D6}"/>
                </a:ext>
              </a:extLst>
            </p:cNvPr>
            <p:cNvSpPr/>
            <p:nvPr/>
          </p:nvSpPr>
          <p:spPr>
            <a:xfrm>
              <a:off x="4836097" y="5007094"/>
              <a:ext cx="454273" cy="288722"/>
            </a:xfrm>
            <a:custGeom>
              <a:avLst/>
              <a:gdLst>
                <a:gd name="connsiteX0" fmla="*/ 454274 w 454273"/>
                <a:gd name="connsiteY0" fmla="*/ 262044 h 288722"/>
                <a:gd name="connsiteX1" fmla="*/ 454274 w 454273"/>
                <a:gd name="connsiteY1" fmla="*/ 288722 h 288722"/>
                <a:gd name="connsiteX2" fmla="*/ 0 w 454273"/>
                <a:gd name="connsiteY2" fmla="*/ 26678 h 288722"/>
                <a:gd name="connsiteX3" fmla="*/ 0 w 454273"/>
                <a:gd name="connsiteY3" fmla="*/ 0 h 28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4273" h="288722">
                  <a:moveTo>
                    <a:pt x="454274" y="262044"/>
                  </a:moveTo>
                  <a:lnTo>
                    <a:pt x="454274" y="288722"/>
                  </a:lnTo>
                  <a:lnTo>
                    <a:pt x="0" y="26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DF32614-C4A6-E5AF-48DC-8B535E71B7AF}"/>
                </a:ext>
              </a:extLst>
            </p:cNvPr>
            <p:cNvSpPr/>
            <p:nvPr/>
          </p:nvSpPr>
          <p:spPr>
            <a:xfrm>
              <a:off x="4865449" y="4039362"/>
              <a:ext cx="374378" cy="273992"/>
            </a:xfrm>
            <a:custGeom>
              <a:avLst/>
              <a:gdLst>
                <a:gd name="connsiteX0" fmla="*/ 374378 w 374378"/>
                <a:gd name="connsiteY0" fmla="*/ 0 h 273992"/>
                <a:gd name="connsiteX1" fmla="*/ 356479 w 374378"/>
                <a:gd name="connsiteY1" fmla="*/ 58293 h 273992"/>
                <a:gd name="connsiteX2" fmla="*/ 355999 w 374378"/>
                <a:gd name="connsiteY2" fmla="*/ 59939 h 273992"/>
                <a:gd name="connsiteX3" fmla="*/ 355176 w 374378"/>
                <a:gd name="connsiteY3" fmla="*/ 61996 h 273992"/>
                <a:gd name="connsiteX4" fmla="*/ 354353 w 374378"/>
                <a:gd name="connsiteY4" fmla="*/ 64122 h 273992"/>
                <a:gd name="connsiteX5" fmla="*/ 353530 w 374378"/>
                <a:gd name="connsiteY5" fmla="*/ 66180 h 273992"/>
                <a:gd name="connsiteX6" fmla="*/ 352707 w 374378"/>
                <a:gd name="connsiteY6" fmla="*/ 68237 h 273992"/>
                <a:gd name="connsiteX7" fmla="*/ 351884 w 374378"/>
                <a:gd name="connsiteY7" fmla="*/ 70363 h 273992"/>
                <a:gd name="connsiteX8" fmla="*/ 351061 w 374378"/>
                <a:gd name="connsiteY8" fmla="*/ 72420 h 273992"/>
                <a:gd name="connsiteX9" fmla="*/ 349758 w 374378"/>
                <a:gd name="connsiteY9" fmla="*/ 74958 h 273992"/>
                <a:gd name="connsiteX10" fmla="*/ 348935 w 374378"/>
                <a:gd name="connsiteY10" fmla="*/ 77015 h 273992"/>
                <a:gd name="connsiteX11" fmla="*/ 347701 w 374378"/>
                <a:gd name="connsiteY11" fmla="*/ 79073 h 273992"/>
                <a:gd name="connsiteX12" fmla="*/ 346466 w 374378"/>
                <a:gd name="connsiteY12" fmla="*/ 80787 h 273992"/>
                <a:gd name="connsiteX13" fmla="*/ 345232 w 374378"/>
                <a:gd name="connsiteY13" fmla="*/ 82845 h 273992"/>
                <a:gd name="connsiteX14" fmla="*/ 344340 w 374378"/>
                <a:gd name="connsiteY14" fmla="*/ 84902 h 273992"/>
                <a:gd name="connsiteX15" fmla="*/ 342694 w 374378"/>
                <a:gd name="connsiteY15" fmla="*/ 87028 h 273992"/>
                <a:gd name="connsiteX16" fmla="*/ 341048 w 374378"/>
                <a:gd name="connsiteY16" fmla="*/ 89908 h 273992"/>
                <a:gd name="connsiteX17" fmla="*/ 338991 w 374378"/>
                <a:gd name="connsiteY17" fmla="*/ 92857 h 273992"/>
                <a:gd name="connsiteX18" fmla="*/ 336865 w 374378"/>
                <a:gd name="connsiteY18" fmla="*/ 95326 h 273992"/>
                <a:gd name="connsiteX19" fmla="*/ 334396 w 374378"/>
                <a:gd name="connsiteY19" fmla="*/ 98275 h 273992"/>
                <a:gd name="connsiteX20" fmla="*/ 332270 w 374378"/>
                <a:gd name="connsiteY20" fmla="*/ 100744 h 273992"/>
                <a:gd name="connsiteX21" fmla="*/ 330213 w 374378"/>
                <a:gd name="connsiteY21" fmla="*/ 103213 h 273992"/>
                <a:gd name="connsiteX22" fmla="*/ 327744 w 374378"/>
                <a:gd name="connsiteY22" fmla="*/ 105339 h 273992"/>
                <a:gd name="connsiteX23" fmla="*/ 325206 w 374378"/>
                <a:gd name="connsiteY23" fmla="*/ 107808 h 273992"/>
                <a:gd name="connsiteX24" fmla="*/ 321914 w 374378"/>
                <a:gd name="connsiteY24" fmla="*/ 110756 h 273992"/>
                <a:gd name="connsiteX25" fmla="*/ 318143 w 374378"/>
                <a:gd name="connsiteY25" fmla="*/ 113637 h 273992"/>
                <a:gd name="connsiteX26" fmla="*/ 312313 w 374378"/>
                <a:gd name="connsiteY26" fmla="*/ 116997 h 273992"/>
                <a:gd name="connsiteX27" fmla="*/ 52464 w 374378"/>
                <a:gd name="connsiteY27" fmla="*/ 267325 h 273992"/>
                <a:gd name="connsiteX28" fmla="*/ 52052 w 374378"/>
                <a:gd name="connsiteY28" fmla="*/ 267325 h 273992"/>
                <a:gd name="connsiteX29" fmla="*/ 48349 w 374378"/>
                <a:gd name="connsiteY29" fmla="*/ 269382 h 273992"/>
                <a:gd name="connsiteX30" fmla="*/ 44988 w 374378"/>
                <a:gd name="connsiteY30" fmla="*/ 271028 h 273992"/>
                <a:gd name="connsiteX31" fmla="*/ 42519 w 374378"/>
                <a:gd name="connsiteY31" fmla="*/ 271851 h 273992"/>
                <a:gd name="connsiteX32" fmla="*/ 39982 w 374378"/>
                <a:gd name="connsiteY32" fmla="*/ 272743 h 273992"/>
                <a:gd name="connsiteX33" fmla="*/ 37513 w 374378"/>
                <a:gd name="connsiteY33" fmla="*/ 273154 h 273992"/>
                <a:gd name="connsiteX34" fmla="*/ 34976 w 374378"/>
                <a:gd name="connsiteY34" fmla="*/ 273566 h 273992"/>
                <a:gd name="connsiteX35" fmla="*/ 32918 w 374378"/>
                <a:gd name="connsiteY35" fmla="*/ 273566 h 273992"/>
                <a:gd name="connsiteX36" fmla="*/ 30450 w 374378"/>
                <a:gd name="connsiteY36" fmla="*/ 273977 h 273992"/>
                <a:gd name="connsiteX37" fmla="*/ 28324 w 374378"/>
                <a:gd name="connsiteY37" fmla="*/ 273566 h 273992"/>
                <a:gd name="connsiteX38" fmla="*/ 27912 w 374378"/>
                <a:gd name="connsiteY38" fmla="*/ 273566 h 273992"/>
                <a:gd name="connsiteX39" fmla="*/ 27912 w 374378"/>
                <a:gd name="connsiteY39" fmla="*/ 273154 h 273992"/>
                <a:gd name="connsiteX40" fmla="*/ 27500 w 374378"/>
                <a:gd name="connsiteY40" fmla="*/ 273154 h 273992"/>
                <a:gd name="connsiteX41" fmla="*/ 26678 w 374378"/>
                <a:gd name="connsiteY41" fmla="*/ 271851 h 273992"/>
                <a:gd name="connsiteX42" fmla="*/ 26266 w 374378"/>
                <a:gd name="connsiteY42" fmla="*/ 270617 h 273992"/>
                <a:gd name="connsiteX43" fmla="*/ 25855 w 374378"/>
                <a:gd name="connsiteY43" fmla="*/ 270205 h 273992"/>
                <a:gd name="connsiteX44" fmla="*/ 25443 w 374378"/>
                <a:gd name="connsiteY44" fmla="*/ 269382 h 273992"/>
                <a:gd name="connsiteX45" fmla="*/ 25443 w 374378"/>
                <a:gd name="connsiteY45" fmla="*/ 268971 h 273992"/>
                <a:gd name="connsiteX46" fmla="*/ 25032 w 374378"/>
                <a:gd name="connsiteY46" fmla="*/ 268559 h 273992"/>
                <a:gd name="connsiteX47" fmla="*/ 25032 w 374378"/>
                <a:gd name="connsiteY47" fmla="*/ 268148 h 273992"/>
                <a:gd name="connsiteX48" fmla="*/ 24620 w 374378"/>
                <a:gd name="connsiteY48" fmla="*/ 267736 h 273992"/>
                <a:gd name="connsiteX49" fmla="*/ 24620 w 374378"/>
                <a:gd name="connsiteY49" fmla="*/ 267462 h 273992"/>
                <a:gd name="connsiteX50" fmla="*/ 17076 w 374378"/>
                <a:gd name="connsiteY50" fmla="*/ 251620 h 273992"/>
                <a:gd name="connsiteX51" fmla="*/ 0 w 374378"/>
                <a:gd name="connsiteY51" fmla="*/ 216233 h 273992"/>
                <a:gd name="connsiteX52" fmla="*/ 175290 w 374378"/>
                <a:gd name="connsiteY52" fmla="*/ 115009 h 273992"/>
                <a:gd name="connsiteX53" fmla="*/ 374378 w 374378"/>
                <a:gd name="connsiteY53" fmla="*/ 0 h 273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74378" h="273992">
                  <a:moveTo>
                    <a:pt x="374378" y="0"/>
                  </a:moveTo>
                  <a:cubicBezTo>
                    <a:pt x="368549" y="19545"/>
                    <a:pt x="362308" y="38679"/>
                    <a:pt x="356479" y="58293"/>
                  </a:cubicBezTo>
                  <a:cubicBezTo>
                    <a:pt x="356479" y="58704"/>
                    <a:pt x="355999" y="59527"/>
                    <a:pt x="355999" y="59939"/>
                  </a:cubicBezTo>
                  <a:cubicBezTo>
                    <a:pt x="355999" y="60350"/>
                    <a:pt x="355587" y="61173"/>
                    <a:pt x="355176" y="61996"/>
                  </a:cubicBezTo>
                  <a:cubicBezTo>
                    <a:pt x="355022" y="62746"/>
                    <a:pt x="354744" y="63465"/>
                    <a:pt x="354353" y="64122"/>
                  </a:cubicBezTo>
                  <a:cubicBezTo>
                    <a:pt x="354353" y="64945"/>
                    <a:pt x="353941" y="65357"/>
                    <a:pt x="353530" y="66180"/>
                  </a:cubicBezTo>
                  <a:cubicBezTo>
                    <a:pt x="353513" y="66943"/>
                    <a:pt x="353221" y="67673"/>
                    <a:pt x="352707" y="68237"/>
                  </a:cubicBezTo>
                  <a:cubicBezTo>
                    <a:pt x="352707" y="69024"/>
                    <a:pt x="352414" y="69782"/>
                    <a:pt x="351884" y="70363"/>
                  </a:cubicBezTo>
                  <a:cubicBezTo>
                    <a:pt x="351473" y="71186"/>
                    <a:pt x="351473" y="72009"/>
                    <a:pt x="351061" y="72420"/>
                  </a:cubicBezTo>
                  <a:cubicBezTo>
                    <a:pt x="350650" y="72832"/>
                    <a:pt x="350169" y="74066"/>
                    <a:pt x="349758" y="74958"/>
                  </a:cubicBezTo>
                  <a:cubicBezTo>
                    <a:pt x="349347" y="75849"/>
                    <a:pt x="349347" y="76192"/>
                    <a:pt x="348935" y="77015"/>
                  </a:cubicBezTo>
                  <a:cubicBezTo>
                    <a:pt x="348433" y="77643"/>
                    <a:pt x="348018" y="78335"/>
                    <a:pt x="347701" y="79073"/>
                  </a:cubicBezTo>
                  <a:cubicBezTo>
                    <a:pt x="347289" y="79484"/>
                    <a:pt x="346878" y="80376"/>
                    <a:pt x="346466" y="80787"/>
                  </a:cubicBezTo>
                  <a:cubicBezTo>
                    <a:pt x="346148" y="81525"/>
                    <a:pt x="345733" y="82217"/>
                    <a:pt x="345232" y="82845"/>
                  </a:cubicBezTo>
                  <a:cubicBezTo>
                    <a:pt x="345232" y="83668"/>
                    <a:pt x="344340" y="84491"/>
                    <a:pt x="344340" y="84902"/>
                  </a:cubicBezTo>
                  <a:cubicBezTo>
                    <a:pt x="344340" y="85314"/>
                    <a:pt x="343106" y="86205"/>
                    <a:pt x="342694" y="87028"/>
                  </a:cubicBezTo>
                  <a:cubicBezTo>
                    <a:pt x="342283" y="87851"/>
                    <a:pt x="341460" y="89085"/>
                    <a:pt x="341048" y="89908"/>
                  </a:cubicBezTo>
                  <a:cubicBezTo>
                    <a:pt x="340112" y="90691"/>
                    <a:pt x="339402" y="91709"/>
                    <a:pt x="338991" y="92857"/>
                  </a:cubicBezTo>
                  <a:cubicBezTo>
                    <a:pt x="338149" y="93555"/>
                    <a:pt x="337430" y="94390"/>
                    <a:pt x="336865" y="95326"/>
                  </a:cubicBezTo>
                  <a:cubicBezTo>
                    <a:pt x="336042" y="96149"/>
                    <a:pt x="335219" y="97384"/>
                    <a:pt x="334396" y="98275"/>
                  </a:cubicBezTo>
                  <a:cubicBezTo>
                    <a:pt x="333831" y="99212"/>
                    <a:pt x="333112" y="100046"/>
                    <a:pt x="332270" y="100744"/>
                  </a:cubicBezTo>
                  <a:cubicBezTo>
                    <a:pt x="331466" y="101461"/>
                    <a:pt x="330773" y="102293"/>
                    <a:pt x="330213" y="103213"/>
                  </a:cubicBezTo>
                  <a:cubicBezTo>
                    <a:pt x="329390" y="104104"/>
                    <a:pt x="328567" y="104516"/>
                    <a:pt x="327744" y="105339"/>
                  </a:cubicBezTo>
                  <a:lnTo>
                    <a:pt x="325206" y="107808"/>
                  </a:lnTo>
                  <a:cubicBezTo>
                    <a:pt x="324020" y="108686"/>
                    <a:pt x="322917" y="109673"/>
                    <a:pt x="321914" y="110756"/>
                  </a:cubicBezTo>
                  <a:cubicBezTo>
                    <a:pt x="320612" y="111580"/>
                    <a:pt x="319377" y="112814"/>
                    <a:pt x="318143" y="113637"/>
                  </a:cubicBezTo>
                  <a:cubicBezTo>
                    <a:pt x="316292" y="114910"/>
                    <a:pt x="314342" y="116033"/>
                    <a:pt x="312313" y="116997"/>
                  </a:cubicBezTo>
                  <a:cubicBezTo>
                    <a:pt x="225697" y="166924"/>
                    <a:pt x="139080" y="217330"/>
                    <a:pt x="52464" y="267325"/>
                  </a:cubicBezTo>
                  <a:lnTo>
                    <a:pt x="52052" y="267325"/>
                  </a:lnTo>
                  <a:cubicBezTo>
                    <a:pt x="50818" y="268148"/>
                    <a:pt x="49583" y="268559"/>
                    <a:pt x="48349" y="269382"/>
                  </a:cubicBezTo>
                  <a:cubicBezTo>
                    <a:pt x="47114" y="270205"/>
                    <a:pt x="46223" y="270617"/>
                    <a:pt x="44988" y="271028"/>
                  </a:cubicBezTo>
                  <a:cubicBezTo>
                    <a:pt x="43754" y="271440"/>
                    <a:pt x="43342" y="271440"/>
                    <a:pt x="42519" y="271851"/>
                  </a:cubicBezTo>
                  <a:cubicBezTo>
                    <a:pt x="41697" y="272263"/>
                    <a:pt x="40805" y="272263"/>
                    <a:pt x="39982" y="272743"/>
                  </a:cubicBezTo>
                  <a:cubicBezTo>
                    <a:pt x="39159" y="273223"/>
                    <a:pt x="38336" y="273154"/>
                    <a:pt x="37513" y="273154"/>
                  </a:cubicBezTo>
                  <a:cubicBezTo>
                    <a:pt x="36690" y="273154"/>
                    <a:pt x="35867" y="273566"/>
                    <a:pt x="34976" y="273566"/>
                  </a:cubicBezTo>
                  <a:lnTo>
                    <a:pt x="32918" y="273566"/>
                  </a:lnTo>
                  <a:cubicBezTo>
                    <a:pt x="32141" y="273901"/>
                    <a:pt x="31294" y="274042"/>
                    <a:pt x="30450" y="273977"/>
                  </a:cubicBezTo>
                  <a:cubicBezTo>
                    <a:pt x="29749" y="273801"/>
                    <a:pt x="29039" y="273664"/>
                    <a:pt x="28324" y="273566"/>
                  </a:cubicBezTo>
                  <a:lnTo>
                    <a:pt x="27912" y="273566"/>
                  </a:lnTo>
                  <a:lnTo>
                    <a:pt x="27912" y="273154"/>
                  </a:lnTo>
                  <a:lnTo>
                    <a:pt x="27500" y="273154"/>
                  </a:lnTo>
                  <a:cubicBezTo>
                    <a:pt x="27382" y="272639"/>
                    <a:pt x="27091" y="272180"/>
                    <a:pt x="26678" y="271851"/>
                  </a:cubicBezTo>
                  <a:cubicBezTo>
                    <a:pt x="26678" y="271440"/>
                    <a:pt x="26266" y="271028"/>
                    <a:pt x="26266" y="270617"/>
                  </a:cubicBezTo>
                  <a:lnTo>
                    <a:pt x="25855" y="270205"/>
                  </a:lnTo>
                  <a:cubicBezTo>
                    <a:pt x="25822" y="269890"/>
                    <a:pt x="25676" y="269598"/>
                    <a:pt x="25443" y="269382"/>
                  </a:cubicBezTo>
                  <a:lnTo>
                    <a:pt x="25443" y="268971"/>
                  </a:lnTo>
                  <a:lnTo>
                    <a:pt x="25032" y="268559"/>
                  </a:lnTo>
                  <a:lnTo>
                    <a:pt x="25032" y="268148"/>
                  </a:lnTo>
                  <a:lnTo>
                    <a:pt x="24620" y="267736"/>
                  </a:lnTo>
                  <a:lnTo>
                    <a:pt x="24620" y="267462"/>
                  </a:lnTo>
                  <a:cubicBezTo>
                    <a:pt x="22083" y="262044"/>
                    <a:pt x="19614" y="257038"/>
                    <a:pt x="17076" y="251620"/>
                  </a:cubicBezTo>
                  <a:cubicBezTo>
                    <a:pt x="11247" y="239961"/>
                    <a:pt x="5829" y="227891"/>
                    <a:pt x="0" y="216233"/>
                  </a:cubicBezTo>
                  <a:cubicBezTo>
                    <a:pt x="58704" y="182491"/>
                    <a:pt x="117135" y="148750"/>
                    <a:pt x="175290" y="115009"/>
                  </a:cubicBezTo>
                  <a:cubicBezTo>
                    <a:pt x="241950" y="76672"/>
                    <a:pt x="308130" y="38336"/>
                    <a:pt x="374378" y="0"/>
                  </a:cubicBezTo>
                  <a:close/>
                </a:path>
              </a:pathLst>
            </a:custGeom>
            <a:solidFill>
              <a:srgbClr val="B8C8D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1799F74E-684D-379A-B275-6CA35477DF48}"/>
                </a:ext>
              </a:extLst>
            </p:cNvPr>
            <p:cNvSpPr/>
            <p:nvPr/>
          </p:nvSpPr>
          <p:spPr>
            <a:xfrm>
              <a:off x="4894184" y="4156290"/>
              <a:ext cx="300860" cy="166443"/>
            </a:xfrm>
            <a:custGeom>
              <a:avLst/>
              <a:gdLst>
                <a:gd name="connsiteX0" fmla="*/ 300860 w 300860"/>
                <a:gd name="connsiteY0" fmla="*/ 9876 h 166443"/>
                <a:gd name="connsiteX1" fmla="*/ 236738 w 300860"/>
                <a:gd name="connsiteY1" fmla="*/ 46978 h 166443"/>
                <a:gd name="connsiteX2" fmla="*/ 229880 w 300860"/>
                <a:gd name="connsiteY2" fmla="*/ 51092 h 166443"/>
                <a:gd name="connsiteX3" fmla="*/ 216576 w 300860"/>
                <a:gd name="connsiteY3" fmla="*/ 58636 h 166443"/>
                <a:gd name="connsiteX4" fmla="*/ 177416 w 300860"/>
                <a:gd name="connsiteY4" fmla="*/ 81542 h 166443"/>
                <a:gd name="connsiteX5" fmla="*/ 166581 w 300860"/>
                <a:gd name="connsiteY5" fmla="*/ 87782 h 166443"/>
                <a:gd name="connsiteX6" fmla="*/ 153688 w 300860"/>
                <a:gd name="connsiteY6" fmla="*/ 95258 h 166443"/>
                <a:gd name="connsiteX7" fmla="*/ 136200 w 300860"/>
                <a:gd name="connsiteY7" fmla="*/ 105271 h 166443"/>
                <a:gd name="connsiteX8" fmla="*/ 134142 w 300860"/>
                <a:gd name="connsiteY8" fmla="*/ 106505 h 166443"/>
                <a:gd name="connsiteX9" fmla="*/ 131673 w 300860"/>
                <a:gd name="connsiteY9" fmla="*/ 107739 h 166443"/>
                <a:gd name="connsiteX10" fmla="*/ 122484 w 300860"/>
                <a:gd name="connsiteY10" fmla="*/ 113157 h 166443"/>
                <a:gd name="connsiteX11" fmla="*/ 107876 w 300860"/>
                <a:gd name="connsiteY11" fmla="*/ 121867 h 166443"/>
                <a:gd name="connsiteX12" fmla="*/ 85862 w 300860"/>
                <a:gd name="connsiteY12" fmla="*/ 134417 h 166443"/>
                <a:gd name="connsiteX13" fmla="*/ 85451 w 300860"/>
                <a:gd name="connsiteY13" fmla="*/ 134417 h 166443"/>
                <a:gd name="connsiteX14" fmla="*/ 63368 w 300860"/>
                <a:gd name="connsiteY14" fmla="*/ 147310 h 166443"/>
                <a:gd name="connsiteX15" fmla="*/ 54590 w 300860"/>
                <a:gd name="connsiteY15" fmla="*/ 152316 h 166443"/>
                <a:gd name="connsiteX16" fmla="*/ 51298 w 300860"/>
                <a:gd name="connsiteY16" fmla="*/ 154374 h 166443"/>
                <a:gd name="connsiteX17" fmla="*/ 42931 w 300860"/>
                <a:gd name="connsiteY17" fmla="*/ 158968 h 166443"/>
                <a:gd name="connsiteX18" fmla="*/ 41285 w 300860"/>
                <a:gd name="connsiteY18" fmla="*/ 159791 h 166443"/>
                <a:gd name="connsiteX19" fmla="*/ 41285 w 300860"/>
                <a:gd name="connsiteY19" fmla="*/ 160203 h 166443"/>
                <a:gd name="connsiteX20" fmla="*/ 37513 w 300860"/>
                <a:gd name="connsiteY20" fmla="*/ 162261 h 166443"/>
                <a:gd name="connsiteX21" fmla="*/ 36142 w 300860"/>
                <a:gd name="connsiteY21" fmla="*/ 162261 h 166443"/>
                <a:gd name="connsiteX22" fmla="*/ 34496 w 300860"/>
                <a:gd name="connsiteY22" fmla="*/ 163152 h 166443"/>
                <a:gd name="connsiteX23" fmla="*/ 33261 w 300860"/>
                <a:gd name="connsiteY23" fmla="*/ 163564 h 166443"/>
                <a:gd name="connsiteX24" fmla="*/ 32438 w 300860"/>
                <a:gd name="connsiteY24" fmla="*/ 163975 h 166443"/>
                <a:gd name="connsiteX25" fmla="*/ 30724 w 300860"/>
                <a:gd name="connsiteY25" fmla="*/ 164386 h 166443"/>
                <a:gd name="connsiteX26" fmla="*/ 30724 w 300860"/>
                <a:gd name="connsiteY26" fmla="*/ 164798 h 166443"/>
                <a:gd name="connsiteX27" fmla="*/ 28255 w 300860"/>
                <a:gd name="connsiteY27" fmla="*/ 165209 h 166443"/>
                <a:gd name="connsiteX28" fmla="*/ 27021 w 300860"/>
                <a:gd name="connsiteY28" fmla="*/ 165621 h 166443"/>
                <a:gd name="connsiteX29" fmla="*/ 26197 w 300860"/>
                <a:gd name="connsiteY29" fmla="*/ 165621 h 166443"/>
                <a:gd name="connsiteX30" fmla="*/ 25718 w 300860"/>
                <a:gd name="connsiteY30" fmla="*/ 166032 h 166443"/>
                <a:gd name="connsiteX31" fmla="*/ 24071 w 300860"/>
                <a:gd name="connsiteY31" fmla="*/ 166032 h 166443"/>
                <a:gd name="connsiteX32" fmla="*/ 23660 w 300860"/>
                <a:gd name="connsiteY32" fmla="*/ 166444 h 166443"/>
                <a:gd name="connsiteX33" fmla="*/ 15568 w 300860"/>
                <a:gd name="connsiteY33" fmla="*/ 166444 h 166443"/>
                <a:gd name="connsiteX34" fmla="*/ 15156 w 300860"/>
                <a:gd name="connsiteY34" fmla="*/ 166032 h 166443"/>
                <a:gd name="connsiteX35" fmla="*/ 13442 w 300860"/>
                <a:gd name="connsiteY35" fmla="*/ 166032 h 166443"/>
                <a:gd name="connsiteX36" fmla="*/ 12207 w 300860"/>
                <a:gd name="connsiteY36" fmla="*/ 165621 h 166443"/>
                <a:gd name="connsiteX37" fmla="*/ 10973 w 300860"/>
                <a:gd name="connsiteY37" fmla="*/ 165209 h 166443"/>
                <a:gd name="connsiteX38" fmla="*/ 9327 w 300860"/>
                <a:gd name="connsiteY38" fmla="*/ 164798 h 166443"/>
                <a:gd name="connsiteX39" fmla="*/ 9327 w 300860"/>
                <a:gd name="connsiteY39" fmla="*/ 164249 h 166443"/>
                <a:gd name="connsiteX40" fmla="*/ 8710 w 300860"/>
                <a:gd name="connsiteY40" fmla="*/ 164249 h 166443"/>
                <a:gd name="connsiteX41" fmla="*/ 8298 w 300860"/>
                <a:gd name="connsiteY41" fmla="*/ 163838 h 166443"/>
                <a:gd name="connsiteX42" fmla="*/ 7475 w 300860"/>
                <a:gd name="connsiteY42" fmla="*/ 163426 h 166443"/>
                <a:gd name="connsiteX43" fmla="*/ 7064 w 300860"/>
                <a:gd name="connsiteY43" fmla="*/ 163426 h 166443"/>
                <a:gd name="connsiteX44" fmla="*/ 6652 w 300860"/>
                <a:gd name="connsiteY44" fmla="*/ 163015 h 166443"/>
                <a:gd name="connsiteX45" fmla="*/ 6241 w 300860"/>
                <a:gd name="connsiteY45" fmla="*/ 162535 h 166443"/>
                <a:gd name="connsiteX46" fmla="*/ 5418 w 300860"/>
                <a:gd name="connsiteY46" fmla="*/ 162123 h 166443"/>
                <a:gd name="connsiteX47" fmla="*/ 5006 w 300860"/>
                <a:gd name="connsiteY47" fmla="*/ 161712 h 166443"/>
                <a:gd name="connsiteX48" fmla="*/ 4183 w 300860"/>
                <a:gd name="connsiteY48" fmla="*/ 161300 h 166443"/>
                <a:gd name="connsiteX49" fmla="*/ 4183 w 300860"/>
                <a:gd name="connsiteY49" fmla="*/ 160889 h 166443"/>
                <a:gd name="connsiteX50" fmla="*/ 3772 w 300860"/>
                <a:gd name="connsiteY50" fmla="*/ 160889 h 166443"/>
                <a:gd name="connsiteX51" fmla="*/ 3360 w 300860"/>
                <a:gd name="connsiteY51" fmla="*/ 160889 h 166443"/>
                <a:gd name="connsiteX52" fmla="*/ 3360 w 300860"/>
                <a:gd name="connsiteY52" fmla="*/ 160477 h 166443"/>
                <a:gd name="connsiteX53" fmla="*/ 2880 w 300860"/>
                <a:gd name="connsiteY53" fmla="*/ 160066 h 166443"/>
                <a:gd name="connsiteX54" fmla="*/ 2057 w 300860"/>
                <a:gd name="connsiteY54" fmla="*/ 159243 h 166443"/>
                <a:gd name="connsiteX55" fmla="*/ 823 w 300860"/>
                <a:gd name="connsiteY55" fmla="*/ 158009 h 166443"/>
                <a:gd name="connsiteX56" fmla="*/ 411 w 300860"/>
                <a:gd name="connsiteY56" fmla="*/ 157597 h 166443"/>
                <a:gd name="connsiteX57" fmla="*/ 411 w 300860"/>
                <a:gd name="connsiteY57" fmla="*/ 157391 h 166443"/>
                <a:gd name="connsiteX58" fmla="*/ 0 w 300860"/>
                <a:gd name="connsiteY58" fmla="*/ 157391 h 166443"/>
                <a:gd name="connsiteX59" fmla="*/ 0 w 300860"/>
                <a:gd name="connsiteY59" fmla="*/ 156500 h 166443"/>
                <a:gd name="connsiteX60" fmla="*/ 2057 w 300860"/>
                <a:gd name="connsiteY60" fmla="*/ 156911 h 166443"/>
                <a:gd name="connsiteX61" fmla="*/ 4595 w 300860"/>
                <a:gd name="connsiteY61" fmla="*/ 156500 h 166443"/>
                <a:gd name="connsiteX62" fmla="*/ 6652 w 300860"/>
                <a:gd name="connsiteY62" fmla="*/ 156500 h 166443"/>
                <a:gd name="connsiteX63" fmla="*/ 9121 w 300860"/>
                <a:gd name="connsiteY63" fmla="*/ 156088 h 166443"/>
                <a:gd name="connsiteX64" fmla="*/ 11658 w 300860"/>
                <a:gd name="connsiteY64" fmla="*/ 155677 h 166443"/>
                <a:gd name="connsiteX65" fmla="*/ 14127 w 300860"/>
                <a:gd name="connsiteY65" fmla="*/ 154854 h 166443"/>
                <a:gd name="connsiteX66" fmla="*/ 16665 w 300860"/>
                <a:gd name="connsiteY66" fmla="*/ 154031 h 166443"/>
                <a:gd name="connsiteX67" fmla="*/ 19957 w 300860"/>
                <a:gd name="connsiteY67" fmla="*/ 152385 h 166443"/>
                <a:gd name="connsiteX68" fmla="*/ 23729 w 300860"/>
                <a:gd name="connsiteY68" fmla="*/ 150259 h 166443"/>
                <a:gd name="connsiteX69" fmla="*/ 24140 w 300860"/>
                <a:gd name="connsiteY69" fmla="*/ 150259 h 166443"/>
                <a:gd name="connsiteX70" fmla="*/ 283990 w 300860"/>
                <a:gd name="connsiteY70" fmla="*/ 0 h 166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00860" h="166443">
                  <a:moveTo>
                    <a:pt x="300860" y="9876"/>
                  </a:moveTo>
                  <a:lnTo>
                    <a:pt x="236738" y="46978"/>
                  </a:lnTo>
                  <a:lnTo>
                    <a:pt x="229880" y="51092"/>
                  </a:lnTo>
                  <a:lnTo>
                    <a:pt x="216576" y="58636"/>
                  </a:lnTo>
                  <a:lnTo>
                    <a:pt x="177416" y="81542"/>
                  </a:lnTo>
                  <a:lnTo>
                    <a:pt x="166581" y="87782"/>
                  </a:lnTo>
                  <a:lnTo>
                    <a:pt x="153688" y="95258"/>
                  </a:lnTo>
                  <a:lnTo>
                    <a:pt x="136200" y="105271"/>
                  </a:lnTo>
                  <a:cubicBezTo>
                    <a:pt x="135377" y="105682"/>
                    <a:pt x="134965" y="106093"/>
                    <a:pt x="134142" y="106505"/>
                  </a:cubicBezTo>
                  <a:lnTo>
                    <a:pt x="131673" y="107739"/>
                  </a:lnTo>
                  <a:lnTo>
                    <a:pt x="122484" y="113157"/>
                  </a:lnTo>
                  <a:cubicBezTo>
                    <a:pt x="117477" y="116037"/>
                    <a:pt x="112883" y="118575"/>
                    <a:pt x="107876" y="121867"/>
                  </a:cubicBezTo>
                  <a:lnTo>
                    <a:pt x="85862" y="134417"/>
                  </a:lnTo>
                  <a:lnTo>
                    <a:pt x="85451" y="134417"/>
                  </a:lnTo>
                  <a:lnTo>
                    <a:pt x="63368" y="147310"/>
                  </a:lnTo>
                  <a:lnTo>
                    <a:pt x="54590" y="152316"/>
                  </a:lnTo>
                  <a:lnTo>
                    <a:pt x="51298" y="154374"/>
                  </a:lnTo>
                  <a:cubicBezTo>
                    <a:pt x="48424" y="155746"/>
                    <a:pt x="45631" y="157280"/>
                    <a:pt x="42931" y="158968"/>
                  </a:cubicBezTo>
                  <a:cubicBezTo>
                    <a:pt x="42536" y="159478"/>
                    <a:pt x="41930" y="159781"/>
                    <a:pt x="41285" y="159791"/>
                  </a:cubicBezTo>
                  <a:lnTo>
                    <a:pt x="41285" y="160203"/>
                  </a:lnTo>
                  <a:cubicBezTo>
                    <a:pt x="40051" y="161026"/>
                    <a:pt x="38816" y="161438"/>
                    <a:pt x="37513" y="162261"/>
                  </a:cubicBezTo>
                  <a:lnTo>
                    <a:pt x="36142" y="162261"/>
                  </a:lnTo>
                  <a:cubicBezTo>
                    <a:pt x="35730" y="162672"/>
                    <a:pt x="34907" y="162672"/>
                    <a:pt x="34496" y="163152"/>
                  </a:cubicBezTo>
                  <a:cubicBezTo>
                    <a:pt x="34084" y="163632"/>
                    <a:pt x="33673" y="163564"/>
                    <a:pt x="33261" y="163564"/>
                  </a:cubicBezTo>
                  <a:cubicBezTo>
                    <a:pt x="32850" y="163564"/>
                    <a:pt x="32850" y="163975"/>
                    <a:pt x="32438" y="163975"/>
                  </a:cubicBezTo>
                  <a:cubicBezTo>
                    <a:pt x="32027" y="163975"/>
                    <a:pt x="31547" y="164386"/>
                    <a:pt x="30724" y="164386"/>
                  </a:cubicBezTo>
                  <a:lnTo>
                    <a:pt x="30724" y="164798"/>
                  </a:lnTo>
                  <a:cubicBezTo>
                    <a:pt x="29901" y="164798"/>
                    <a:pt x="29078" y="165209"/>
                    <a:pt x="28255" y="165209"/>
                  </a:cubicBezTo>
                  <a:cubicBezTo>
                    <a:pt x="27927" y="165526"/>
                    <a:pt x="27473" y="165677"/>
                    <a:pt x="27021" y="165621"/>
                  </a:cubicBezTo>
                  <a:lnTo>
                    <a:pt x="26197" y="165621"/>
                  </a:lnTo>
                  <a:cubicBezTo>
                    <a:pt x="26197" y="166032"/>
                    <a:pt x="25718" y="166032"/>
                    <a:pt x="25718" y="166032"/>
                  </a:cubicBezTo>
                  <a:lnTo>
                    <a:pt x="24071" y="166032"/>
                  </a:lnTo>
                  <a:lnTo>
                    <a:pt x="23660" y="166444"/>
                  </a:lnTo>
                  <a:lnTo>
                    <a:pt x="15568" y="166444"/>
                  </a:lnTo>
                  <a:lnTo>
                    <a:pt x="15156" y="166032"/>
                  </a:lnTo>
                  <a:lnTo>
                    <a:pt x="13442" y="166032"/>
                  </a:lnTo>
                  <a:cubicBezTo>
                    <a:pt x="13030" y="166032"/>
                    <a:pt x="12619" y="165621"/>
                    <a:pt x="12207" y="165621"/>
                  </a:cubicBezTo>
                  <a:cubicBezTo>
                    <a:pt x="11796" y="165621"/>
                    <a:pt x="11384" y="165209"/>
                    <a:pt x="10973" y="165209"/>
                  </a:cubicBezTo>
                  <a:cubicBezTo>
                    <a:pt x="10561" y="165209"/>
                    <a:pt x="9738" y="164798"/>
                    <a:pt x="9327" y="164798"/>
                  </a:cubicBezTo>
                  <a:lnTo>
                    <a:pt x="9327" y="164249"/>
                  </a:lnTo>
                  <a:lnTo>
                    <a:pt x="8710" y="164249"/>
                  </a:lnTo>
                  <a:cubicBezTo>
                    <a:pt x="8710" y="164022"/>
                    <a:pt x="8525" y="163838"/>
                    <a:pt x="8298" y="163838"/>
                  </a:cubicBezTo>
                  <a:cubicBezTo>
                    <a:pt x="7887" y="163838"/>
                    <a:pt x="7887" y="163426"/>
                    <a:pt x="7475" y="163426"/>
                  </a:cubicBezTo>
                  <a:lnTo>
                    <a:pt x="7064" y="163426"/>
                  </a:lnTo>
                  <a:lnTo>
                    <a:pt x="6652" y="163015"/>
                  </a:lnTo>
                  <a:lnTo>
                    <a:pt x="6241" y="162535"/>
                  </a:lnTo>
                  <a:cubicBezTo>
                    <a:pt x="5926" y="162502"/>
                    <a:pt x="5633" y="162356"/>
                    <a:pt x="5418" y="162123"/>
                  </a:cubicBezTo>
                  <a:lnTo>
                    <a:pt x="5006" y="161712"/>
                  </a:lnTo>
                  <a:cubicBezTo>
                    <a:pt x="4694" y="161668"/>
                    <a:pt x="4405" y="161524"/>
                    <a:pt x="4183" y="161300"/>
                  </a:cubicBezTo>
                  <a:lnTo>
                    <a:pt x="4183" y="160889"/>
                  </a:lnTo>
                  <a:lnTo>
                    <a:pt x="3772" y="160889"/>
                  </a:lnTo>
                  <a:cubicBezTo>
                    <a:pt x="3772" y="160889"/>
                    <a:pt x="3360" y="161300"/>
                    <a:pt x="3360" y="160889"/>
                  </a:cubicBezTo>
                  <a:lnTo>
                    <a:pt x="3360" y="160477"/>
                  </a:lnTo>
                  <a:lnTo>
                    <a:pt x="2880" y="160066"/>
                  </a:lnTo>
                  <a:lnTo>
                    <a:pt x="2057" y="159243"/>
                  </a:lnTo>
                  <a:lnTo>
                    <a:pt x="823" y="158009"/>
                  </a:lnTo>
                  <a:cubicBezTo>
                    <a:pt x="823" y="157781"/>
                    <a:pt x="639" y="157597"/>
                    <a:pt x="411" y="157597"/>
                  </a:cubicBezTo>
                  <a:lnTo>
                    <a:pt x="411" y="157391"/>
                  </a:lnTo>
                  <a:lnTo>
                    <a:pt x="0" y="157391"/>
                  </a:lnTo>
                  <a:lnTo>
                    <a:pt x="0" y="156500"/>
                  </a:lnTo>
                  <a:cubicBezTo>
                    <a:pt x="693" y="156596"/>
                    <a:pt x="1380" y="156734"/>
                    <a:pt x="2057" y="156911"/>
                  </a:cubicBezTo>
                  <a:cubicBezTo>
                    <a:pt x="2924" y="156977"/>
                    <a:pt x="3793" y="156836"/>
                    <a:pt x="4595" y="156500"/>
                  </a:cubicBezTo>
                  <a:lnTo>
                    <a:pt x="6652" y="156500"/>
                  </a:lnTo>
                  <a:cubicBezTo>
                    <a:pt x="7475" y="156500"/>
                    <a:pt x="8298" y="156088"/>
                    <a:pt x="9121" y="156088"/>
                  </a:cubicBezTo>
                  <a:cubicBezTo>
                    <a:pt x="9944" y="156088"/>
                    <a:pt x="10836" y="155677"/>
                    <a:pt x="11658" y="155677"/>
                  </a:cubicBezTo>
                  <a:cubicBezTo>
                    <a:pt x="12481" y="155677"/>
                    <a:pt x="13305" y="155265"/>
                    <a:pt x="14127" y="154854"/>
                  </a:cubicBezTo>
                  <a:cubicBezTo>
                    <a:pt x="14950" y="154442"/>
                    <a:pt x="15842" y="154442"/>
                    <a:pt x="16665" y="154031"/>
                  </a:cubicBezTo>
                  <a:cubicBezTo>
                    <a:pt x="17488" y="153619"/>
                    <a:pt x="18722" y="152796"/>
                    <a:pt x="19957" y="152385"/>
                  </a:cubicBezTo>
                  <a:cubicBezTo>
                    <a:pt x="21191" y="151974"/>
                    <a:pt x="22494" y="151082"/>
                    <a:pt x="23729" y="150259"/>
                  </a:cubicBezTo>
                  <a:lnTo>
                    <a:pt x="24140" y="150259"/>
                  </a:lnTo>
                  <a:cubicBezTo>
                    <a:pt x="110757" y="100333"/>
                    <a:pt x="197373" y="49926"/>
                    <a:pt x="283990" y="0"/>
                  </a:cubicBezTo>
                  <a:close/>
                </a:path>
              </a:pathLst>
            </a:custGeom>
            <a:solidFill>
              <a:srgbClr val="C9D2D6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F825732-1F70-A3F3-DCEA-1C2172FB2CD4}"/>
                </a:ext>
              </a:extLst>
            </p:cNvPr>
            <p:cNvSpPr/>
            <p:nvPr/>
          </p:nvSpPr>
          <p:spPr>
            <a:xfrm>
              <a:off x="4716150" y="4986726"/>
              <a:ext cx="119946" cy="123649"/>
            </a:xfrm>
            <a:custGeom>
              <a:avLst/>
              <a:gdLst>
                <a:gd name="connsiteX0" fmla="*/ 119947 w 119946"/>
                <a:gd name="connsiteY0" fmla="*/ 47046 h 123649"/>
                <a:gd name="connsiteX1" fmla="*/ 119947 w 119946"/>
                <a:gd name="connsiteY1" fmla="*/ 54521 h 123649"/>
                <a:gd name="connsiteX2" fmla="*/ 0 w 119946"/>
                <a:gd name="connsiteY2" fmla="*/ 123650 h 123649"/>
                <a:gd name="connsiteX3" fmla="*/ 0 w 119946"/>
                <a:gd name="connsiteY3" fmla="*/ 69540 h 123649"/>
                <a:gd name="connsiteX4" fmla="*/ 119947 w 119946"/>
                <a:gd name="connsiteY4" fmla="*/ 0 h 123649"/>
                <a:gd name="connsiteX5" fmla="*/ 119947 w 119946"/>
                <a:gd name="connsiteY5" fmla="*/ 47046 h 12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9946" h="123649">
                  <a:moveTo>
                    <a:pt x="119947" y="47046"/>
                  </a:moveTo>
                  <a:lnTo>
                    <a:pt x="119947" y="54521"/>
                  </a:lnTo>
                  <a:lnTo>
                    <a:pt x="0" y="123650"/>
                  </a:lnTo>
                  <a:lnTo>
                    <a:pt x="0" y="69540"/>
                  </a:lnTo>
                  <a:lnTo>
                    <a:pt x="119947" y="0"/>
                  </a:lnTo>
                  <a:lnTo>
                    <a:pt x="119947" y="47046"/>
                  </a:ln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78EEB01-121F-6633-CCDA-53429F643FA1}"/>
                </a:ext>
              </a:extLst>
            </p:cNvPr>
            <p:cNvSpPr/>
            <p:nvPr/>
          </p:nvSpPr>
          <p:spPr>
            <a:xfrm>
              <a:off x="4353911" y="4898189"/>
              <a:ext cx="482185" cy="366834"/>
            </a:xfrm>
            <a:custGeom>
              <a:avLst/>
              <a:gdLst>
                <a:gd name="connsiteX0" fmla="*/ 482186 w 482185"/>
                <a:gd name="connsiteY0" fmla="*/ 88262 h 366834"/>
                <a:gd name="connsiteX1" fmla="*/ 362239 w 482185"/>
                <a:gd name="connsiteY1" fmla="*/ 157803 h 366834"/>
                <a:gd name="connsiteX2" fmla="*/ 0 w 482185"/>
                <a:gd name="connsiteY2" fmla="*/ 366834 h 366834"/>
                <a:gd name="connsiteX3" fmla="*/ 0 w 482185"/>
                <a:gd name="connsiteY3" fmla="*/ 189418 h 366834"/>
                <a:gd name="connsiteX4" fmla="*/ 328567 w 482185"/>
                <a:gd name="connsiteY4" fmla="*/ 0 h 366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85" h="366834">
                  <a:moveTo>
                    <a:pt x="482186" y="88262"/>
                  </a:moveTo>
                  <a:lnTo>
                    <a:pt x="362239" y="157803"/>
                  </a:lnTo>
                  <a:cubicBezTo>
                    <a:pt x="241539" y="227343"/>
                    <a:pt x="120792" y="297020"/>
                    <a:pt x="0" y="366834"/>
                  </a:cubicBezTo>
                  <a:lnTo>
                    <a:pt x="0" y="189418"/>
                  </a:lnTo>
                  <a:cubicBezTo>
                    <a:pt x="109728" y="126096"/>
                    <a:pt x="219250" y="62956"/>
                    <a:pt x="328567" y="0"/>
                  </a:cubicBezTo>
                  <a:close/>
                </a:path>
              </a:pathLst>
            </a:custGeom>
            <a:solidFill>
              <a:srgbClr val="C7CED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B36EEA2-88DF-BE19-F86D-AAE4CA943DC8}"/>
                </a:ext>
              </a:extLst>
            </p:cNvPr>
            <p:cNvSpPr/>
            <p:nvPr/>
          </p:nvSpPr>
          <p:spPr>
            <a:xfrm>
              <a:off x="3984882" y="5029451"/>
              <a:ext cx="731268" cy="496588"/>
            </a:xfrm>
            <a:custGeom>
              <a:avLst/>
              <a:gdLst>
                <a:gd name="connsiteX0" fmla="*/ 731268 w 731268"/>
                <a:gd name="connsiteY0" fmla="*/ 26540 h 496588"/>
                <a:gd name="connsiteX1" fmla="*/ 731268 w 731268"/>
                <a:gd name="connsiteY1" fmla="*/ 80650 h 496588"/>
                <a:gd name="connsiteX2" fmla="*/ 48006 w 731268"/>
                <a:gd name="connsiteY2" fmla="*/ 474985 h 496588"/>
                <a:gd name="connsiteX3" fmla="*/ 0 w 731268"/>
                <a:gd name="connsiteY3" fmla="*/ 496588 h 496588"/>
                <a:gd name="connsiteX4" fmla="*/ 0 w 731268"/>
                <a:gd name="connsiteY4" fmla="*/ 206838 h 496588"/>
                <a:gd name="connsiteX5" fmla="*/ 48006 w 731268"/>
                <a:gd name="connsiteY5" fmla="*/ 185166 h 496588"/>
                <a:gd name="connsiteX6" fmla="*/ 369029 w 731268"/>
                <a:gd name="connsiteY6" fmla="*/ 0 h 496588"/>
                <a:gd name="connsiteX7" fmla="*/ 369029 w 731268"/>
                <a:gd name="connsiteY7" fmla="*/ 235709 h 496588"/>
                <a:gd name="connsiteX8" fmla="*/ 731268 w 731268"/>
                <a:gd name="connsiteY8" fmla="*/ 26540 h 49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1268" h="496588">
                  <a:moveTo>
                    <a:pt x="731268" y="26540"/>
                  </a:moveTo>
                  <a:lnTo>
                    <a:pt x="731268" y="80650"/>
                  </a:lnTo>
                  <a:cubicBezTo>
                    <a:pt x="503537" y="212278"/>
                    <a:pt x="275783" y="343723"/>
                    <a:pt x="48006" y="474985"/>
                  </a:cubicBezTo>
                  <a:cubicBezTo>
                    <a:pt x="32745" y="483731"/>
                    <a:pt x="16667" y="490967"/>
                    <a:pt x="0" y="496588"/>
                  </a:cubicBezTo>
                  <a:lnTo>
                    <a:pt x="0" y="206838"/>
                  </a:lnTo>
                  <a:cubicBezTo>
                    <a:pt x="16669" y="201193"/>
                    <a:pt x="32748" y="193935"/>
                    <a:pt x="48006" y="185166"/>
                  </a:cubicBezTo>
                  <a:cubicBezTo>
                    <a:pt x="155082" y="123490"/>
                    <a:pt x="262090" y="61768"/>
                    <a:pt x="369029" y="0"/>
                  </a:cubicBezTo>
                  <a:lnTo>
                    <a:pt x="369029" y="235709"/>
                  </a:lnTo>
                  <a:cubicBezTo>
                    <a:pt x="489821" y="165667"/>
                    <a:pt x="610568" y="95943"/>
                    <a:pt x="731268" y="2654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ED92B44-C162-823C-3241-21682F77F373}"/>
                </a:ext>
              </a:extLst>
            </p:cNvPr>
            <p:cNvSpPr/>
            <p:nvPr/>
          </p:nvSpPr>
          <p:spPr>
            <a:xfrm>
              <a:off x="4512605" y="4641739"/>
              <a:ext cx="52004" cy="47212"/>
            </a:xfrm>
            <a:custGeom>
              <a:avLst/>
              <a:gdLst>
                <a:gd name="connsiteX0" fmla="*/ 51984 w 52004"/>
                <a:gd name="connsiteY0" fmla="*/ 6613 h 47212"/>
                <a:gd name="connsiteX1" fmla="*/ 51984 w 52004"/>
                <a:gd name="connsiteY1" fmla="*/ 11620 h 47212"/>
                <a:gd name="connsiteX2" fmla="*/ 50338 w 52004"/>
                <a:gd name="connsiteY2" fmla="*/ 17449 h 47212"/>
                <a:gd name="connsiteX3" fmla="*/ 45743 w 52004"/>
                <a:gd name="connsiteY3" fmla="*/ 24307 h 47212"/>
                <a:gd name="connsiteX4" fmla="*/ 37856 w 52004"/>
                <a:gd name="connsiteY4" fmla="*/ 29313 h 47212"/>
                <a:gd name="connsiteX5" fmla="*/ 27021 w 52004"/>
                <a:gd name="connsiteY5" fmla="*/ 35554 h 47212"/>
                <a:gd name="connsiteX6" fmla="*/ 17488 w 52004"/>
                <a:gd name="connsiteY6" fmla="*/ 40972 h 47212"/>
                <a:gd name="connsiteX7" fmla="*/ 9533 w 52004"/>
                <a:gd name="connsiteY7" fmla="*/ 45978 h 47212"/>
                <a:gd name="connsiteX8" fmla="*/ 5829 w 52004"/>
                <a:gd name="connsiteY8" fmla="*/ 47213 h 47212"/>
                <a:gd name="connsiteX9" fmla="*/ 2880 w 52004"/>
                <a:gd name="connsiteY9" fmla="*/ 46390 h 47212"/>
                <a:gd name="connsiteX10" fmla="*/ 823 w 52004"/>
                <a:gd name="connsiteY10" fmla="*/ 43852 h 47212"/>
                <a:gd name="connsiteX11" fmla="*/ 0 w 52004"/>
                <a:gd name="connsiteY11" fmla="*/ 40149 h 47212"/>
                <a:gd name="connsiteX12" fmla="*/ 0 w 52004"/>
                <a:gd name="connsiteY12" fmla="*/ 35417 h 47212"/>
                <a:gd name="connsiteX13" fmla="*/ 2057 w 52004"/>
                <a:gd name="connsiteY13" fmla="*/ 29176 h 47212"/>
                <a:gd name="connsiteX14" fmla="*/ 6241 w 52004"/>
                <a:gd name="connsiteY14" fmla="*/ 22936 h 47212"/>
                <a:gd name="connsiteX15" fmla="*/ 14127 w 52004"/>
                <a:gd name="connsiteY15" fmla="*/ 17518 h 47212"/>
                <a:gd name="connsiteX16" fmla="*/ 24963 w 52004"/>
                <a:gd name="connsiteY16" fmla="*/ 11277 h 47212"/>
                <a:gd name="connsiteX17" fmla="*/ 34496 w 52004"/>
                <a:gd name="connsiteY17" fmla="*/ 5859 h 47212"/>
                <a:gd name="connsiteX18" fmla="*/ 42451 w 52004"/>
                <a:gd name="connsiteY18" fmla="*/ 1264 h 47212"/>
                <a:gd name="connsiteX19" fmla="*/ 46154 w 52004"/>
                <a:gd name="connsiteY19" fmla="*/ 30 h 47212"/>
                <a:gd name="connsiteX20" fmla="*/ 49515 w 52004"/>
                <a:gd name="connsiteY20" fmla="*/ 441 h 47212"/>
                <a:gd name="connsiteX21" fmla="*/ 51161 w 52004"/>
                <a:gd name="connsiteY21" fmla="*/ 2910 h 47212"/>
                <a:gd name="connsiteX22" fmla="*/ 51984 w 52004"/>
                <a:gd name="connsiteY22" fmla="*/ 6613 h 47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2004" h="47212">
                  <a:moveTo>
                    <a:pt x="51984" y="6613"/>
                  </a:moveTo>
                  <a:lnTo>
                    <a:pt x="51984" y="11620"/>
                  </a:lnTo>
                  <a:cubicBezTo>
                    <a:pt x="51618" y="13610"/>
                    <a:pt x="51067" y="15562"/>
                    <a:pt x="50338" y="17449"/>
                  </a:cubicBezTo>
                  <a:cubicBezTo>
                    <a:pt x="49238" y="19997"/>
                    <a:pt x="47681" y="22321"/>
                    <a:pt x="45743" y="24307"/>
                  </a:cubicBezTo>
                  <a:cubicBezTo>
                    <a:pt x="43330" y="26294"/>
                    <a:pt x="40681" y="27975"/>
                    <a:pt x="37856" y="29313"/>
                  </a:cubicBezTo>
                  <a:cubicBezTo>
                    <a:pt x="34496" y="31371"/>
                    <a:pt x="30998" y="33497"/>
                    <a:pt x="27021" y="35554"/>
                  </a:cubicBezTo>
                  <a:cubicBezTo>
                    <a:pt x="23043" y="37612"/>
                    <a:pt x="20780" y="38846"/>
                    <a:pt x="17488" y="40972"/>
                  </a:cubicBezTo>
                  <a:cubicBezTo>
                    <a:pt x="14196" y="43098"/>
                    <a:pt x="12482" y="44264"/>
                    <a:pt x="9533" y="45978"/>
                  </a:cubicBezTo>
                  <a:lnTo>
                    <a:pt x="5829" y="47213"/>
                  </a:lnTo>
                  <a:cubicBezTo>
                    <a:pt x="4792" y="47196"/>
                    <a:pt x="3776" y="46913"/>
                    <a:pt x="2880" y="46390"/>
                  </a:cubicBezTo>
                  <a:cubicBezTo>
                    <a:pt x="2074" y="45649"/>
                    <a:pt x="1381" y="44794"/>
                    <a:pt x="823" y="43852"/>
                  </a:cubicBezTo>
                  <a:cubicBezTo>
                    <a:pt x="354" y="42669"/>
                    <a:pt x="76" y="41419"/>
                    <a:pt x="0" y="40149"/>
                  </a:cubicBezTo>
                  <a:lnTo>
                    <a:pt x="0" y="35417"/>
                  </a:lnTo>
                  <a:cubicBezTo>
                    <a:pt x="308" y="33231"/>
                    <a:pt x="1005" y="31117"/>
                    <a:pt x="2057" y="29176"/>
                  </a:cubicBezTo>
                  <a:cubicBezTo>
                    <a:pt x="2916" y="26783"/>
                    <a:pt x="4353" y="24639"/>
                    <a:pt x="6241" y="22936"/>
                  </a:cubicBezTo>
                  <a:cubicBezTo>
                    <a:pt x="8568" y="20727"/>
                    <a:pt x="11230" y="18898"/>
                    <a:pt x="14127" y="17518"/>
                  </a:cubicBezTo>
                  <a:cubicBezTo>
                    <a:pt x="17899" y="15392"/>
                    <a:pt x="20985" y="13334"/>
                    <a:pt x="24963" y="11277"/>
                  </a:cubicBezTo>
                  <a:cubicBezTo>
                    <a:pt x="28261" y="9691"/>
                    <a:pt x="31446" y="7881"/>
                    <a:pt x="34496" y="5859"/>
                  </a:cubicBezTo>
                  <a:cubicBezTo>
                    <a:pt x="37445" y="4213"/>
                    <a:pt x="39914" y="2499"/>
                    <a:pt x="42451" y="1264"/>
                  </a:cubicBezTo>
                  <a:cubicBezTo>
                    <a:pt x="43540" y="503"/>
                    <a:pt x="44826" y="74"/>
                    <a:pt x="46154" y="30"/>
                  </a:cubicBezTo>
                  <a:cubicBezTo>
                    <a:pt x="47291" y="-67"/>
                    <a:pt x="48435" y="73"/>
                    <a:pt x="49515" y="441"/>
                  </a:cubicBezTo>
                  <a:cubicBezTo>
                    <a:pt x="50202" y="1163"/>
                    <a:pt x="50759" y="1998"/>
                    <a:pt x="51161" y="2910"/>
                  </a:cubicBezTo>
                  <a:cubicBezTo>
                    <a:pt x="51800" y="4034"/>
                    <a:pt x="52087" y="5324"/>
                    <a:pt x="51984" y="6613"/>
                  </a:cubicBezTo>
                  <a:close/>
                </a:path>
              </a:pathLst>
            </a:custGeom>
            <a:solidFill>
              <a:srgbClr val="F1723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B9B3132-E59D-C58B-A531-31CEA91007AC}"/>
                </a:ext>
              </a:extLst>
            </p:cNvPr>
            <p:cNvSpPr/>
            <p:nvPr/>
          </p:nvSpPr>
          <p:spPr>
            <a:xfrm>
              <a:off x="4011148" y="2564476"/>
              <a:ext cx="276583" cy="171865"/>
            </a:xfrm>
            <a:custGeom>
              <a:avLst/>
              <a:gdLst>
                <a:gd name="connsiteX0" fmla="*/ 276583 w 276583"/>
                <a:gd name="connsiteY0" fmla="*/ 24076 h 171865"/>
                <a:gd name="connsiteX1" fmla="*/ 20780 w 276583"/>
                <a:gd name="connsiteY1" fmla="*/ 171866 h 171865"/>
                <a:gd name="connsiteX2" fmla="*/ 19545 w 276583"/>
                <a:gd name="connsiteY2" fmla="*/ 163156 h 171865"/>
                <a:gd name="connsiteX3" fmla="*/ 7887 w 276583"/>
                <a:gd name="connsiteY3" fmla="*/ 149440 h 171865"/>
                <a:gd name="connsiteX4" fmla="*/ 0 w 276583"/>
                <a:gd name="connsiteY4" fmla="*/ 148206 h 171865"/>
                <a:gd name="connsiteX5" fmla="*/ 255323 w 276583"/>
                <a:gd name="connsiteY5" fmla="*/ 416 h 171865"/>
                <a:gd name="connsiteX6" fmla="*/ 263279 w 276583"/>
                <a:gd name="connsiteY6" fmla="*/ 1650 h 171865"/>
                <a:gd name="connsiteX7" fmla="*/ 271988 w 276583"/>
                <a:gd name="connsiteY7" fmla="*/ 10360 h 171865"/>
                <a:gd name="connsiteX8" fmla="*/ 272400 w 276583"/>
                <a:gd name="connsiteY8" fmla="*/ 11663 h 171865"/>
                <a:gd name="connsiteX9" fmla="*/ 274937 w 276583"/>
                <a:gd name="connsiteY9" fmla="*/ 15778 h 171865"/>
                <a:gd name="connsiteX10" fmla="*/ 276583 w 276583"/>
                <a:gd name="connsiteY10" fmla="*/ 24076 h 17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6583" h="171865">
                  <a:moveTo>
                    <a:pt x="276583" y="24076"/>
                  </a:moveTo>
                  <a:cubicBezTo>
                    <a:pt x="191224" y="73179"/>
                    <a:pt x="105956" y="122443"/>
                    <a:pt x="20780" y="171866"/>
                  </a:cubicBezTo>
                  <a:cubicBezTo>
                    <a:pt x="20773" y="168919"/>
                    <a:pt x="20358" y="165988"/>
                    <a:pt x="19545" y="163156"/>
                  </a:cubicBezTo>
                  <a:cubicBezTo>
                    <a:pt x="17123" y="157518"/>
                    <a:pt x="13061" y="152739"/>
                    <a:pt x="7887" y="149440"/>
                  </a:cubicBezTo>
                  <a:cubicBezTo>
                    <a:pt x="5664" y="147658"/>
                    <a:pt x="2662" y="147188"/>
                    <a:pt x="0" y="148206"/>
                  </a:cubicBezTo>
                  <a:cubicBezTo>
                    <a:pt x="85131" y="98645"/>
                    <a:pt x="170238" y="49382"/>
                    <a:pt x="255323" y="416"/>
                  </a:cubicBezTo>
                  <a:cubicBezTo>
                    <a:pt x="258023" y="-428"/>
                    <a:pt x="260962" y="28"/>
                    <a:pt x="263279" y="1650"/>
                  </a:cubicBezTo>
                  <a:cubicBezTo>
                    <a:pt x="266767" y="3903"/>
                    <a:pt x="269736" y="6872"/>
                    <a:pt x="271988" y="10360"/>
                  </a:cubicBezTo>
                  <a:cubicBezTo>
                    <a:pt x="272400" y="10771"/>
                    <a:pt x="272811" y="11251"/>
                    <a:pt x="272400" y="11663"/>
                  </a:cubicBezTo>
                  <a:cubicBezTo>
                    <a:pt x="273642" y="12747"/>
                    <a:pt x="274526" y="14181"/>
                    <a:pt x="274937" y="15778"/>
                  </a:cubicBezTo>
                  <a:cubicBezTo>
                    <a:pt x="275912" y="18442"/>
                    <a:pt x="276467" y="21242"/>
                    <a:pt x="276583" y="24076"/>
                  </a:cubicBezTo>
                  <a:close/>
                </a:path>
              </a:pathLst>
            </a:custGeom>
            <a:solidFill>
              <a:srgbClr val="363638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9779F38-42DE-DABF-79BA-6745C86C09DE}"/>
                </a:ext>
              </a:extLst>
            </p:cNvPr>
            <p:cNvSpPr/>
            <p:nvPr/>
          </p:nvSpPr>
          <p:spPr>
            <a:xfrm>
              <a:off x="4015400" y="2285839"/>
              <a:ext cx="110345" cy="82021"/>
            </a:xfrm>
            <a:custGeom>
              <a:avLst/>
              <a:gdLst>
                <a:gd name="connsiteX0" fmla="*/ 110345 w 110345"/>
                <a:gd name="connsiteY0" fmla="*/ 23729 h 82021"/>
                <a:gd name="connsiteX1" fmla="*/ 107876 w 110345"/>
                <a:gd name="connsiteY1" fmla="*/ 25374 h 82021"/>
                <a:gd name="connsiteX2" fmla="*/ 9601 w 110345"/>
                <a:gd name="connsiteY2" fmla="*/ 82022 h 82021"/>
                <a:gd name="connsiteX3" fmla="*/ 0 w 110345"/>
                <a:gd name="connsiteY3" fmla="*/ 40394 h 82021"/>
                <a:gd name="connsiteX4" fmla="*/ 0 w 110345"/>
                <a:gd name="connsiteY4" fmla="*/ 39982 h 82021"/>
                <a:gd name="connsiteX5" fmla="*/ 69129 w 110345"/>
                <a:gd name="connsiteY5" fmla="*/ 0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45" h="82021">
                  <a:moveTo>
                    <a:pt x="110345" y="23729"/>
                  </a:moveTo>
                  <a:cubicBezTo>
                    <a:pt x="109623" y="24416"/>
                    <a:pt x="108788" y="24972"/>
                    <a:pt x="107876" y="25374"/>
                  </a:cubicBezTo>
                  <a:cubicBezTo>
                    <a:pt x="74958" y="44508"/>
                    <a:pt x="42520" y="63299"/>
                    <a:pt x="9601" y="82022"/>
                  </a:cubicBezTo>
                  <a:lnTo>
                    <a:pt x="0" y="40394"/>
                  </a:lnTo>
                  <a:lnTo>
                    <a:pt x="0" y="39982"/>
                  </a:lnTo>
                  <a:lnTo>
                    <a:pt x="69129" y="0"/>
                  </a:ln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715586F-66C0-2827-C92E-B3F681FFB8BC}"/>
                </a:ext>
              </a:extLst>
            </p:cNvPr>
            <p:cNvSpPr/>
            <p:nvPr/>
          </p:nvSpPr>
          <p:spPr>
            <a:xfrm>
              <a:off x="4011148" y="2712083"/>
              <a:ext cx="20779" cy="24258"/>
            </a:xfrm>
            <a:custGeom>
              <a:avLst/>
              <a:gdLst>
                <a:gd name="connsiteX0" fmla="*/ 19271 w 20779"/>
                <a:gd name="connsiteY0" fmla="*/ 15549 h 24258"/>
                <a:gd name="connsiteX1" fmla="*/ 20780 w 20779"/>
                <a:gd name="connsiteY1" fmla="*/ 24258 h 24258"/>
                <a:gd name="connsiteX2" fmla="*/ 7887 w 20779"/>
                <a:gd name="connsiteY2" fmla="*/ 16783 h 24258"/>
                <a:gd name="connsiteX3" fmla="*/ 8298 w 20779"/>
                <a:gd name="connsiteY3" fmla="*/ 16372 h 24258"/>
                <a:gd name="connsiteX4" fmla="*/ 10356 w 20779"/>
                <a:gd name="connsiteY4" fmla="*/ 13834 h 24258"/>
                <a:gd name="connsiteX5" fmla="*/ 0 w 20779"/>
                <a:gd name="connsiteY5" fmla="*/ 530 h 24258"/>
                <a:gd name="connsiteX6" fmla="*/ 7887 w 20779"/>
                <a:gd name="connsiteY6" fmla="*/ 1764 h 24258"/>
                <a:gd name="connsiteX7" fmla="*/ 19271 w 20779"/>
                <a:gd name="connsiteY7" fmla="*/ 15549 h 24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779" h="24258">
                  <a:moveTo>
                    <a:pt x="19271" y="15549"/>
                  </a:moveTo>
                  <a:cubicBezTo>
                    <a:pt x="20177" y="18368"/>
                    <a:pt x="20685" y="21299"/>
                    <a:pt x="20780" y="24258"/>
                  </a:cubicBezTo>
                  <a:lnTo>
                    <a:pt x="7887" y="16783"/>
                  </a:lnTo>
                  <a:cubicBezTo>
                    <a:pt x="7887" y="16556"/>
                    <a:pt x="8071" y="16372"/>
                    <a:pt x="8298" y="16372"/>
                  </a:cubicBezTo>
                  <a:lnTo>
                    <a:pt x="10356" y="13834"/>
                  </a:lnTo>
                  <a:lnTo>
                    <a:pt x="0" y="530"/>
                  </a:lnTo>
                  <a:cubicBezTo>
                    <a:pt x="2662" y="-488"/>
                    <a:pt x="5664" y="-19"/>
                    <a:pt x="7887" y="1764"/>
                  </a:cubicBezTo>
                  <a:cubicBezTo>
                    <a:pt x="12969" y="5123"/>
                    <a:pt x="16934" y="9923"/>
                    <a:pt x="19271" y="15549"/>
                  </a:cubicBez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CD9B348-78E6-5084-251C-902E70AAA94F}"/>
                </a:ext>
              </a:extLst>
            </p:cNvPr>
            <p:cNvSpPr/>
            <p:nvPr/>
          </p:nvSpPr>
          <p:spPr>
            <a:xfrm>
              <a:off x="3621133" y="1673763"/>
              <a:ext cx="403867" cy="833589"/>
            </a:xfrm>
            <a:custGeom>
              <a:avLst/>
              <a:gdLst>
                <a:gd name="connsiteX0" fmla="*/ 394266 w 403867"/>
                <a:gd name="connsiteY0" fmla="*/ 652470 h 833589"/>
                <a:gd name="connsiteX1" fmla="*/ 403868 w 403867"/>
                <a:gd name="connsiteY1" fmla="*/ 694098 h 833589"/>
                <a:gd name="connsiteX2" fmla="*/ 378905 w 403867"/>
                <a:gd name="connsiteY2" fmla="*/ 708637 h 833589"/>
                <a:gd name="connsiteX3" fmla="*/ 311010 w 403867"/>
                <a:gd name="connsiteY3" fmla="*/ 419710 h 833589"/>
                <a:gd name="connsiteX4" fmla="*/ 307650 w 403867"/>
                <a:gd name="connsiteY4" fmla="*/ 410520 h 833589"/>
                <a:gd name="connsiteX5" fmla="*/ 295580 w 403867"/>
                <a:gd name="connsiteY5" fmla="*/ 395158 h 833589"/>
                <a:gd name="connsiteX6" fmla="*/ 286870 w 403867"/>
                <a:gd name="connsiteY6" fmla="*/ 390975 h 833589"/>
                <a:gd name="connsiteX7" fmla="*/ 275212 w 403867"/>
                <a:gd name="connsiteY7" fmla="*/ 388506 h 833589"/>
                <a:gd name="connsiteX8" fmla="*/ 231046 w 403867"/>
                <a:gd name="connsiteY8" fmla="*/ 413880 h 833589"/>
                <a:gd name="connsiteX9" fmla="*/ 309776 w 403867"/>
                <a:gd name="connsiteY9" fmla="*/ 748619 h 833589"/>
                <a:gd name="connsiteX10" fmla="*/ 162809 w 403867"/>
                <a:gd name="connsiteY10" fmla="*/ 833590 h 833589"/>
                <a:gd name="connsiteX11" fmla="*/ 0 w 403867"/>
                <a:gd name="connsiteY11" fmla="*/ 139492 h 833589"/>
                <a:gd name="connsiteX12" fmla="*/ 241059 w 403867"/>
                <a:gd name="connsiteY12" fmla="*/ 0 h 833589"/>
                <a:gd name="connsiteX13" fmla="*/ 329321 w 403867"/>
                <a:gd name="connsiteY13" fmla="*/ 375956 h 833589"/>
                <a:gd name="connsiteX14" fmla="*/ 331859 w 403867"/>
                <a:gd name="connsiteY14" fmla="*/ 386791 h 833589"/>
                <a:gd name="connsiteX15" fmla="*/ 388848 w 403867"/>
                <a:gd name="connsiteY15" fmla="*/ 629564 h 833589"/>
                <a:gd name="connsiteX16" fmla="*/ 393855 w 403867"/>
                <a:gd name="connsiteY16" fmla="*/ 652470 h 833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3867" h="833589">
                  <a:moveTo>
                    <a:pt x="394266" y="652470"/>
                  </a:moveTo>
                  <a:lnTo>
                    <a:pt x="403868" y="694098"/>
                  </a:lnTo>
                  <a:cubicBezTo>
                    <a:pt x="395569" y="699105"/>
                    <a:pt x="387203" y="704111"/>
                    <a:pt x="378905" y="708637"/>
                  </a:cubicBezTo>
                  <a:lnTo>
                    <a:pt x="311010" y="419710"/>
                  </a:lnTo>
                  <a:cubicBezTo>
                    <a:pt x="310543" y="416446"/>
                    <a:pt x="309398" y="413316"/>
                    <a:pt x="307650" y="410520"/>
                  </a:cubicBezTo>
                  <a:cubicBezTo>
                    <a:pt x="304882" y="404527"/>
                    <a:pt x="300748" y="399265"/>
                    <a:pt x="295580" y="395158"/>
                  </a:cubicBezTo>
                  <a:cubicBezTo>
                    <a:pt x="293050" y="393092"/>
                    <a:pt x="290064" y="391658"/>
                    <a:pt x="286870" y="390975"/>
                  </a:cubicBezTo>
                  <a:lnTo>
                    <a:pt x="275212" y="388506"/>
                  </a:lnTo>
                  <a:lnTo>
                    <a:pt x="231046" y="413880"/>
                  </a:lnTo>
                  <a:lnTo>
                    <a:pt x="309776" y="748619"/>
                  </a:lnTo>
                  <a:cubicBezTo>
                    <a:pt x="260604" y="776943"/>
                    <a:pt x="211912" y="805266"/>
                    <a:pt x="162809" y="833590"/>
                  </a:cubicBezTo>
                  <a:lnTo>
                    <a:pt x="0" y="139492"/>
                  </a:lnTo>
                  <a:lnTo>
                    <a:pt x="241059" y="0"/>
                  </a:lnTo>
                  <a:lnTo>
                    <a:pt x="329321" y="375956"/>
                  </a:lnTo>
                  <a:lnTo>
                    <a:pt x="331859" y="386791"/>
                  </a:lnTo>
                  <a:lnTo>
                    <a:pt x="388848" y="629564"/>
                  </a:lnTo>
                  <a:lnTo>
                    <a:pt x="393855" y="652470"/>
                  </a:lnTo>
                  <a:close/>
                </a:path>
              </a:pathLst>
            </a:custGeom>
            <a:solidFill>
              <a:srgbClr val="58585C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80E102A-E6C9-8ABC-6B14-8311C0806C73}"/>
                </a:ext>
              </a:extLst>
            </p:cNvPr>
            <p:cNvSpPr/>
            <p:nvPr/>
          </p:nvSpPr>
          <p:spPr>
            <a:xfrm>
              <a:off x="3144777" y="2725917"/>
              <a:ext cx="876452" cy="507148"/>
            </a:xfrm>
            <a:custGeom>
              <a:avLst/>
              <a:gdLst>
                <a:gd name="connsiteX0" fmla="*/ 876452 w 876452"/>
                <a:gd name="connsiteY0" fmla="*/ 0 h 507148"/>
                <a:gd name="connsiteX1" fmla="*/ 874395 w 876452"/>
                <a:gd name="connsiteY1" fmla="*/ 2537 h 507148"/>
                <a:gd name="connsiteX2" fmla="*/ 873984 w 876452"/>
                <a:gd name="connsiteY2" fmla="*/ 2949 h 507148"/>
                <a:gd name="connsiteX3" fmla="*/ 823 w 876452"/>
                <a:gd name="connsiteY3" fmla="*/ 507149 h 507148"/>
                <a:gd name="connsiteX4" fmla="*/ 0 w 876452"/>
                <a:gd name="connsiteY4" fmla="*/ 505915 h 5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452" h="507148">
                  <a:moveTo>
                    <a:pt x="876452" y="0"/>
                  </a:moveTo>
                  <a:lnTo>
                    <a:pt x="874395" y="2537"/>
                  </a:lnTo>
                  <a:cubicBezTo>
                    <a:pt x="874168" y="2537"/>
                    <a:pt x="873984" y="2722"/>
                    <a:pt x="873984" y="2949"/>
                  </a:cubicBezTo>
                  <a:cubicBezTo>
                    <a:pt x="582930" y="170741"/>
                    <a:pt x="291876" y="338808"/>
                    <a:pt x="823" y="507149"/>
                  </a:cubicBezTo>
                  <a:cubicBezTo>
                    <a:pt x="411" y="506738"/>
                    <a:pt x="411" y="506326"/>
                    <a:pt x="0" y="505915"/>
                  </a:cubicBez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056A51A-9EEE-C350-B8A1-B83E8398A490}"/>
                </a:ext>
              </a:extLst>
            </p:cNvPr>
            <p:cNvSpPr/>
            <p:nvPr/>
          </p:nvSpPr>
          <p:spPr>
            <a:xfrm>
              <a:off x="3888458" y="2093473"/>
              <a:ext cx="111579" cy="314370"/>
            </a:xfrm>
            <a:custGeom>
              <a:avLst/>
              <a:gdLst>
                <a:gd name="connsiteX0" fmla="*/ 43686 w 111579"/>
                <a:gd name="connsiteY0" fmla="*/ 0 h 314370"/>
                <a:gd name="connsiteX1" fmla="*/ 111580 w 111579"/>
                <a:gd name="connsiteY1" fmla="*/ 288928 h 314370"/>
                <a:gd name="connsiteX2" fmla="*/ 67414 w 111579"/>
                <a:gd name="connsiteY2" fmla="*/ 314371 h 314370"/>
                <a:gd name="connsiteX3" fmla="*/ 0 w 111579"/>
                <a:gd name="connsiteY3" fmla="*/ 25649 h 314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579" h="314370">
                  <a:moveTo>
                    <a:pt x="43686" y="0"/>
                  </a:moveTo>
                  <a:lnTo>
                    <a:pt x="111580" y="288928"/>
                  </a:lnTo>
                  <a:cubicBezTo>
                    <a:pt x="96972" y="297706"/>
                    <a:pt x="82022" y="306004"/>
                    <a:pt x="67414" y="314371"/>
                  </a:cubicBezTo>
                  <a:lnTo>
                    <a:pt x="0" y="25649"/>
                  </a:lnTo>
                  <a:close/>
                </a:path>
              </a:pathLst>
            </a:custGeom>
            <a:solidFill>
              <a:srgbClr val="40404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01820FAC-133F-554D-7A97-1287CB5340E1}"/>
                </a:ext>
              </a:extLst>
            </p:cNvPr>
            <p:cNvSpPr/>
            <p:nvPr/>
          </p:nvSpPr>
          <p:spPr>
            <a:xfrm>
              <a:off x="3697737" y="5225796"/>
              <a:ext cx="286870" cy="321396"/>
            </a:xfrm>
            <a:custGeom>
              <a:avLst/>
              <a:gdLst>
                <a:gd name="connsiteX0" fmla="*/ 286870 w 286870"/>
                <a:gd name="connsiteY0" fmla="*/ 10493 h 321396"/>
                <a:gd name="connsiteX1" fmla="*/ 286870 w 286870"/>
                <a:gd name="connsiteY1" fmla="*/ 300243 h 321396"/>
                <a:gd name="connsiteX2" fmla="*/ 0 w 286870"/>
                <a:gd name="connsiteY2" fmla="*/ 289888 h 321396"/>
                <a:gd name="connsiteX3" fmla="*/ 0 w 286870"/>
                <a:gd name="connsiteY3" fmla="*/ 0 h 321396"/>
                <a:gd name="connsiteX4" fmla="*/ 286870 w 286870"/>
                <a:gd name="connsiteY4" fmla="*/ 10493 h 321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870" h="321396">
                  <a:moveTo>
                    <a:pt x="286870" y="10493"/>
                  </a:moveTo>
                  <a:lnTo>
                    <a:pt x="286870" y="300243"/>
                  </a:lnTo>
                  <a:cubicBezTo>
                    <a:pt x="197716" y="331516"/>
                    <a:pt x="83256" y="328155"/>
                    <a:pt x="0" y="289888"/>
                  </a:cubicBezTo>
                  <a:lnTo>
                    <a:pt x="0" y="0"/>
                  </a:lnTo>
                  <a:cubicBezTo>
                    <a:pt x="83256" y="38336"/>
                    <a:pt x="197785" y="41697"/>
                    <a:pt x="286870" y="10493"/>
                  </a:cubicBezTo>
                  <a:close/>
                </a:path>
              </a:pathLst>
            </a:custGeom>
            <a:solidFill>
              <a:srgbClr val="CCD6D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6345AE51-22F0-06B0-1BB5-2CAB81793363}"/>
                </a:ext>
              </a:extLst>
            </p:cNvPr>
            <p:cNvSpPr/>
            <p:nvPr/>
          </p:nvSpPr>
          <p:spPr>
            <a:xfrm>
              <a:off x="3697737" y="4745736"/>
              <a:ext cx="286870" cy="511649"/>
            </a:xfrm>
            <a:custGeom>
              <a:avLst/>
              <a:gdLst>
                <a:gd name="connsiteX0" fmla="*/ 286870 w 286870"/>
                <a:gd name="connsiteY0" fmla="*/ 10013 h 511649"/>
                <a:gd name="connsiteX1" fmla="*/ 286870 w 286870"/>
                <a:gd name="connsiteY1" fmla="*/ 490553 h 511649"/>
                <a:gd name="connsiteX2" fmla="*/ 0 w 286870"/>
                <a:gd name="connsiteY2" fmla="*/ 480129 h 511649"/>
                <a:gd name="connsiteX3" fmla="*/ 0 w 286870"/>
                <a:gd name="connsiteY3" fmla="*/ 0 h 511649"/>
                <a:gd name="connsiteX4" fmla="*/ 5418 w 286870"/>
                <a:gd name="connsiteY4" fmla="*/ 2469 h 511649"/>
                <a:gd name="connsiteX5" fmla="*/ 14951 w 286870"/>
                <a:gd name="connsiteY5" fmla="*/ 6241 h 511649"/>
                <a:gd name="connsiteX6" fmla="*/ 24963 w 286870"/>
                <a:gd name="connsiteY6" fmla="*/ 9944 h 511649"/>
                <a:gd name="connsiteX7" fmla="*/ 34976 w 286870"/>
                <a:gd name="connsiteY7" fmla="*/ 13305 h 511649"/>
                <a:gd name="connsiteX8" fmla="*/ 45811 w 286870"/>
                <a:gd name="connsiteY8" fmla="*/ 16596 h 511649"/>
                <a:gd name="connsiteX9" fmla="*/ 56647 w 286870"/>
                <a:gd name="connsiteY9" fmla="*/ 19545 h 511649"/>
                <a:gd name="connsiteX10" fmla="*/ 67414 w 286870"/>
                <a:gd name="connsiteY10" fmla="*/ 22014 h 511649"/>
                <a:gd name="connsiteX11" fmla="*/ 78661 w 286870"/>
                <a:gd name="connsiteY11" fmla="*/ 24552 h 511649"/>
                <a:gd name="connsiteX12" fmla="*/ 95738 w 286870"/>
                <a:gd name="connsiteY12" fmla="*/ 27021 h 511649"/>
                <a:gd name="connsiteX13" fmla="*/ 113226 w 286870"/>
                <a:gd name="connsiteY13" fmla="*/ 29147 h 511649"/>
                <a:gd name="connsiteX14" fmla="*/ 131125 w 286870"/>
                <a:gd name="connsiteY14" fmla="*/ 30792 h 511649"/>
                <a:gd name="connsiteX15" fmla="*/ 171107 w 286870"/>
                <a:gd name="connsiteY15" fmla="*/ 31204 h 511649"/>
                <a:gd name="connsiteX16" fmla="*/ 197785 w 286870"/>
                <a:gd name="connsiteY16" fmla="*/ 29558 h 511649"/>
                <a:gd name="connsiteX17" fmla="*/ 215273 w 286870"/>
                <a:gd name="connsiteY17" fmla="*/ 27432 h 511649"/>
                <a:gd name="connsiteX18" fmla="*/ 232761 w 286870"/>
                <a:gd name="connsiteY18" fmla="*/ 24552 h 511649"/>
                <a:gd name="connsiteX19" fmla="*/ 249426 w 286870"/>
                <a:gd name="connsiteY19" fmla="*/ 21191 h 511649"/>
                <a:gd name="connsiteX20" fmla="*/ 260193 w 286870"/>
                <a:gd name="connsiteY20" fmla="*/ 18722 h 511649"/>
                <a:gd name="connsiteX21" fmla="*/ 271028 w 286870"/>
                <a:gd name="connsiteY21" fmla="*/ 15773 h 511649"/>
                <a:gd name="connsiteX22" fmla="*/ 281452 w 286870"/>
                <a:gd name="connsiteY22" fmla="*/ 12482 h 511649"/>
                <a:gd name="connsiteX23" fmla="*/ 286870 w 286870"/>
                <a:gd name="connsiteY23" fmla="*/ 10013 h 51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6870" h="511649">
                  <a:moveTo>
                    <a:pt x="286870" y="10013"/>
                  </a:moveTo>
                  <a:lnTo>
                    <a:pt x="286870" y="490553"/>
                  </a:lnTo>
                  <a:cubicBezTo>
                    <a:pt x="197716" y="521757"/>
                    <a:pt x="83256" y="518396"/>
                    <a:pt x="0" y="480129"/>
                  </a:cubicBezTo>
                  <a:lnTo>
                    <a:pt x="0" y="0"/>
                  </a:lnTo>
                  <a:cubicBezTo>
                    <a:pt x="1763" y="913"/>
                    <a:pt x="3572" y="1738"/>
                    <a:pt x="5418" y="2469"/>
                  </a:cubicBezTo>
                  <a:cubicBezTo>
                    <a:pt x="8298" y="3703"/>
                    <a:pt x="11659" y="4938"/>
                    <a:pt x="14951" y="6241"/>
                  </a:cubicBezTo>
                  <a:lnTo>
                    <a:pt x="24963" y="9944"/>
                  </a:lnTo>
                  <a:cubicBezTo>
                    <a:pt x="28236" y="11248"/>
                    <a:pt x="31579" y="12370"/>
                    <a:pt x="34976" y="13305"/>
                  </a:cubicBezTo>
                  <a:cubicBezTo>
                    <a:pt x="38525" y="14599"/>
                    <a:pt x="42142" y="15698"/>
                    <a:pt x="45811" y="16596"/>
                  </a:cubicBezTo>
                  <a:cubicBezTo>
                    <a:pt x="49103" y="17488"/>
                    <a:pt x="52670" y="18722"/>
                    <a:pt x="56647" y="19545"/>
                  </a:cubicBezTo>
                  <a:lnTo>
                    <a:pt x="67414" y="22014"/>
                  </a:lnTo>
                  <a:lnTo>
                    <a:pt x="78661" y="24552"/>
                  </a:lnTo>
                  <a:lnTo>
                    <a:pt x="95738" y="27021"/>
                  </a:lnTo>
                  <a:cubicBezTo>
                    <a:pt x="101567" y="27843"/>
                    <a:pt x="107396" y="28666"/>
                    <a:pt x="113226" y="29147"/>
                  </a:cubicBezTo>
                  <a:cubicBezTo>
                    <a:pt x="119055" y="29627"/>
                    <a:pt x="124884" y="30381"/>
                    <a:pt x="131125" y="30792"/>
                  </a:cubicBezTo>
                  <a:cubicBezTo>
                    <a:pt x="144498" y="31615"/>
                    <a:pt x="157803" y="31615"/>
                    <a:pt x="171107" y="31204"/>
                  </a:cubicBezTo>
                  <a:cubicBezTo>
                    <a:pt x="180297" y="30792"/>
                    <a:pt x="189006" y="30381"/>
                    <a:pt x="197785" y="29558"/>
                  </a:cubicBezTo>
                  <a:cubicBezTo>
                    <a:pt x="203614" y="29147"/>
                    <a:pt x="209443" y="28255"/>
                    <a:pt x="215273" y="27432"/>
                  </a:cubicBezTo>
                  <a:cubicBezTo>
                    <a:pt x="221102" y="26609"/>
                    <a:pt x="226931" y="25786"/>
                    <a:pt x="232761" y="24552"/>
                  </a:cubicBezTo>
                  <a:cubicBezTo>
                    <a:pt x="238590" y="23317"/>
                    <a:pt x="244008" y="22426"/>
                    <a:pt x="249426" y="21191"/>
                  </a:cubicBezTo>
                  <a:lnTo>
                    <a:pt x="260193" y="18722"/>
                  </a:lnTo>
                  <a:cubicBezTo>
                    <a:pt x="263965" y="17899"/>
                    <a:pt x="267736" y="16596"/>
                    <a:pt x="271028" y="15773"/>
                  </a:cubicBezTo>
                  <a:cubicBezTo>
                    <a:pt x="274320" y="14950"/>
                    <a:pt x="277886" y="13716"/>
                    <a:pt x="281452" y="12482"/>
                  </a:cubicBezTo>
                  <a:cubicBezTo>
                    <a:pt x="283510" y="11316"/>
                    <a:pt x="285224" y="10836"/>
                    <a:pt x="286870" y="10013"/>
                  </a:cubicBezTo>
                  <a:close/>
                </a:path>
              </a:pathLst>
            </a:custGeom>
            <a:solidFill>
              <a:srgbClr val="CCD6D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6BF63CC-AC17-138E-0FA0-D902D38F8961}"/>
                </a:ext>
              </a:extLst>
            </p:cNvPr>
            <p:cNvSpPr/>
            <p:nvPr/>
          </p:nvSpPr>
          <p:spPr>
            <a:xfrm>
              <a:off x="3697737" y="4625858"/>
              <a:ext cx="286870" cy="151008"/>
            </a:xfrm>
            <a:custGeom>
              <a:avLst/>
              <a:gdLst>
                <a:gd name="connsiteX0" fmla="*/ 286870 w 286870"/>
                <a:gd name="connsiteY0" fmla="*/ 10835 h 151008"/>
                <a:gd name="connsiteX1" fmla="*/ 286870 w 286870"/>
                <a:gd name="connsiteY1" fmla="*/ 129891 h 151008"/>
                <a:gd name="connsiteX2" fmla="*/ 281452 w 286870"/>
                <a:gd name="connsiteY2" fmla="*/ 132017 h 151008"/>
                <a:gd name="connsiteX3" fmla="*/ 271028 w 286870"/>
                <a:gd name="connsiteY3" fmla="*/ 135308 h 151008"/>
                <a:gd name="connsiteX4" fmla="*/ 260193 w 286870"/>
                <a:gd name="connsiteY4" fmla="*/ 138257 h 151008"/>
                <a:gd name="connsiteX5" fmla="*/ 249426 w 286870"/>
                <a:gd name="connsiteY5" fmla="*/ 140726 h 151008"/>
                <a:gd name="connsiteX6" fmla="*/ 232761 w 286870"/>
                <a:gd name="connsiteY6" fmla="*/ 144087 h 151008"/>
                <a:gd name="connsiteX7" fmla="*/ 215273 w 286870"/>
                <a:gd name="connsiteY7" fmla="*/ 146967 h 151008"/>
                <a:gd name="connsiteX8" fmla="*/ 197785 w 286870"/>
                <a:gd name="connsiteY8" fmla="*/ 149093 h 151008"/>
                <a:gd name="connsiteX9" fmla="*/ 171107 w 286870"/>
                <a:gd name="connsiteY9" fmla="*/ 150739 h 151008"/>
                <a:gd name="connsiteX10" fmla="*/ 131125 w 286870"/>
                <a:gd name="connsiteY10" fmla="*/ 150327 h 151008"/>
                <a:gd name="connsiteX11" fmla="*/ 113226 w 286870"/>
                <a:gd name="connsiteY11" fmla="*/ 148681 h 151008"/>
                <a:gd name="connsiteX12" fmla="*/ 95738 w 286870"/>
                <a:gd name="connsiteY12" fmla="*/ 146555 h 151008"/>
                <a:gd name="connsiteX13" fmla="*/ 78661 w 286870"/>
                <a:gd name="connsiteY13" fmla="*/ 144087 h 151008"/>
                <a:gd name="connsiteX14" fmla="*/ 67414 w 286870"/>
                <a:gd name="connsiteY14" fmla="*/ 141549 h 151008"/>
                <a:gd name="connsiteX15" fmla="*/ 56647 w 286870"/>
                <a:gd name="connsiteY15" fmla="*/ 139080 h 151008"/>
                <a:gd name="connsiteX16" fmla="*/ 45812 w 286870"/>
                <a:gd name="connsiteY16" fmla="*/ 136131 h 151008"/>
                <a:gd name="connsiteX17" fmla="*/ 34976 w 286870"/>
                <a:gd name="connsiteY17" fmla="*/ 132839 h 151008"/>
                <a:gd name="connsiteX18" fmla="*/ 24963 w 286870"/>
                <a:gd name="connsiteY18" fmla="*/ 129479 h 151008"/>
                <a:gd name="connsiteX19" fmla="*/ 14951 w 286870"/>
                <a:gd name="connsiteY19" fmla="*/ 125775 h 151008"/>
                <a:gd name="connsiteX20" fmla="*/ 5418 w 286870"/>
                <a:gd name="connsiteY20" fmla="*/ 122004 h 151008"/>
                <a:gd name="connsiteX21" fmla="*/ 0 w 286870"/>
                <a:gd name="connsiteY21" fmla="*/ 119535 h 151008"/>
                <a:gd name="connsiteX22" fmla="*/ 0 w 286870"/>
                <a:gd name="connsiteY22" fmla="*/ 0 h 151008"/>
                <a:gd name="connsiteX23" fmla="*/ 44097 w 286870"/>
                <a:gd name="connsiteY23" fmla="*/ 16253 h 151008"/>
                <a:gd name="connsiteX24" fmla="*/ 116175 w 286870"/>
                <a:gd name="connsiteY24" fmla="*/ 29969 h 151008"/>
                <a:gd name="connsiteX25" fmla="*/ 192367 w 286870"/>
                <a:gd name="connsiteY25" fmla="*/ 30381 h 151008"/>
                <a:gd name="connsiteX26" fmla="*/ 265199 w 286870"/>
                <a:gd name="connsiteY26" fmla="*/ 17488 h 151008"/>
                <a:gd name="connsiteX27" fmla="*/ 286870 w 286870"/>
                <a:gd name="connsiteY27" fmla="*/ 10835 h 151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86870" h="151008">
                  <a:moveTo>
                    <a:pt x="286870" y="10835"/>
                  </a:moveTo>
                  <a:lnTo>
                    <a:pt x="286870" y="129891"/>
                  </a:lnTo>
                  <a:cubicBezTo>
                    <a:pt x="285224" y="130713"/>
                    <a:pt x="283510" y="131194"/>
                    <a:pt x="281452" y="132017"/>
                  </a:cubicBezTo>
                  <a:cubicBezTo>
                    <a:pt x="278160" y="133251"/>
                    <a:pt x="274594" y="134074"/>
                    <a:pt x="271028" y="135308"/>
                  </a:cubicBezTo>
                  <a:cubicBezTo>
                    <a:pt x="267462" y="136543"/>
                    <a:pt x="264170" y="137434"/>
                    <a:pt x="260193" y="138257"/>
                  </a:cubicBezTo>
                  <a:lnTo>
                    <a:pt x="249426" y="140726"/>
                  </a:lnTo>
                  <a:cubicBezTo>
                    <a:pt x="244008" y="141960"/>
                    <a:pt x="238178" y="143263"/>
                    <a:pt x="232761" y="144087"/>
                  </a:cubicBezTo>
                  <a:cubicBezTo>
                    <a:pt x="227343" y="144910"/>
                    <a:pt x="221102" y="146144"/>
                    <a:pt x="215273" y="146967"/>
                  </a:cubicBezTo>
                  <a:cubicBezTo>
                    <a:pt x="209443" y="147790"/>
                    <a:pt x="203614" y="148681"/>
                    <a:pt x="197785" y="149093"/>
                  </a:cubicBezTo>
                  <a:cubicBezTo>
                    <a:pt x="189006" y="149916"/>
                    <a:pt x="180297" y="150327"/>
                    <a:pt x="171107" y="150739"/>
                  </a:cubicBezTo>
                  <a:cubicBezTo>
                    <a:pt x="157803" y="151150"/>
                    <a:pt x="144498" y="151150"/>
                    <a:pt x="131125" y="150327"/>
                  </a:cubicBezTo>
                  <a:cubicBezTo>
                    <a:pt x="124884" y="149916"/>
                    <a:pt x="119055" y="149504"/>
                    <a:pt x="113226" y="148681"/>
                  </a:cubicBezTo>
                  <a:cubicBezTo>
                    <a:pt x="107396" y="147858"/>
                    <a:pt x="101567" y="147378"/>
                    <a:pt x="95738" y="146555"/>
                  </a:cubicBezTo>
                  <a:lnTo>
                    <a:pt x="78661" y="144087"/>
                  </a:lnTo>
                  <a:lnTo>
                    <a:pt x="67414" y="141549"/>
                  </a:lnTo>
                  <a:lnTo>
                    <a:pt x="56647" y="139080"/>
                  </a:lnTo>
                  <a:cubicBezTo>
                    <a:pt x="52875" y="138257"/>
                    <a:pt x="49103" y="137023"/>
                    <a:pt x="45812" y="136131"/>
                  </a:cubicBezTo>
                  <a:cubicBezTo>
                    <a:pt x="42142" y="135232"/>
                    <a:pt x="38525" y="134134"/>
                    <a:pt x="34976" y="132839"/>
                  </a:cubicBezTo>
                  <a:cubicBezTo>
                    <a:pt x="31579" y="131905"/>
                    <a:pt x="28236" y="130783"/>
                    <a:pt x="24963" y="129479"/>
                  </a:cubicBezTo>
                  <a:lnTo>
                    <a:pt x="14951" y="125775"/>
                  </a:lnTo>
                  <a:cubicBezTo>
                    <a:pt x="11659" y="124472"/>
                    <a:pt x="8093" y="123238"/>
                    <a:pt x="5418" y="122004"/>
                  </a:cubicBezTo>
                  <a:cubicBezTo>
                    <a:pt x="3572" y="121272"/>
                    <a:pt x="1763" y="120448"/>
                    <a:pt x="0" y="119535"/>
                  </a:cubicBezTo>
                  <a:lnTo>
                    <a:pt x="0" y="0"/>
                  </a:lnTo>
                  <a:cubicBezTo>
                    <a:pt x="14216" y="6648"/>
                    <a:pt x="28967" y="12085"/>
                    <a:pt x="44097" y="16253"/>
                  </a:cubicBezTo>
                  <a:cubicBezTo>
                    <a:pt x="67641" y="23067"/>
                    <a:pt x="91773" y="27660"/>
                    <a:pt x="116175" y="29969"/>
                  </a:cubicBezTo>
                  <a:cubicBezTo>
                    <a:pt x="141516" y="32232"/>
                    <a:pt x="167002" y="32370"/>
                    <a:pt x="192367" y="30381"/>
                  </a:cubicBezTo>
                  <a:cubicBezTo>
                    <a:pt x="216985" y="28297"/>
                    <a:pt x="241362" y="23982"/>
                    <a:pt x="265199" y="17488"/>
                  </a:cubicBezTo>
                  <a:cubicBezTo>
                    <a:pt x="272468" y="15431"/>
                    <a:pt x="279807" y="13305"/>
                    <a:pt x="286870" y="10835"/>
                  </a:cubicBezTo>
                  <a:close/>
                </a:path>
              </a:pathLst>
            </a:custGeom>
            <a:solidFill>
              <a:srgbClr val="39393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1D1FD3A-FF10-CC39-2C6F-2B0CB63213B3}"/>
                </a:ext>
              </a:extLst>
            </p:cNvPr>
            <p:cNvSpPr/>
            <p:nvPr/>
          </p:nvSpPr>
          <p:spPr>
            <a:xfrm>
              <a:off x="3697737" y="4597466"/>
              <a:ext cx="286870" cy="60511"/>
            </a:xfrm>
            <a:custGeom>
              <a:avLst/>
              <a:gdLst>
                <a:gd name="connsiteX0" fmla="*/ 286870 w 286870"/>
                <a:gd name="connsiteY0" fmla="*/ 11727 h 60511"/>
                <a:gd name="connsiteX1" fmla="*/ 286870 w 286870"/>
                <a:gd name="connsiteY1" fmla="*/ 39159 h 60511"/>
                <a:gd name="connsiteX2" fmla="*/ 265199 w 286870"/>
                <a:gd name="connsiteY2" fmla="*/ 46017 h 60511"/>
                <a:gd name="connsiteX3" fmla="*/ 192367 w 286870"/>
                <a:gd name="connsiteY3" fmla="*/ 59116 h 60511"/>
                <a:gd name="connsiteX4" fmla="*/ 116175 w 286870"/>
                <a:gd name="connsiteY4" fmla="*/ 58704 h 60511"/>
                <a:gd name="connsiteX5" fmla="*/ 44097 w 286870"/>
                <a:gd name="connsiteY5" fmla="*/ 44988 h 60511"/>
                <a:gd name="connsiteX6" fmla="*/ 0 w 286870"/>
                <a:gd name="connsiteY6" fmla="*/ 28735 h 60511"/>
                <a:gd name="connsiteX7" fmla="*/ 0 w 286870"/>
                <a:gd name="connsiteY7" fmla="*/ 0 h 60511"/>
                <a:gd name="connsiteX8" fmla="*/ 52052 w 286870"/>
                <a:gd name="connsiteY8" fmla="*/ 20574 h 60511"/>
                <a:gd name="connsiteX9" fmla="*/ 119055 w 286870"/>
                <a:gd name="connsiteY9" fmla="*/ 32644 h 60511"/>
                <a:gd name="connsiteX10" fmla="*/ 189829 w 286870"/>
                <a:gd name="connsiteY10" fmla="*/ 33056 h 60511"/>
                <a:gd name="connsiteX11" fmla="*/ 257312 w 286870"/>
                <a:gd name="connsiteY11" fmla="*/ 21397 h 60511"/>
                <a:gd name="connsiteX12" fmla="*/ 286870 w 286870"/>
                <a:gd name="connsiteY12" fmla="*/ 11727 h 60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6870" h="60511">
                  <a:moveTo>
                    <a:pt x="286870" y="11727"/>
                  </a:moveTo>
                  <a:lnTo>
                    <a:pt x="286870" y="39159"/>
                  </a:lnTo>
                  <a:cubicBezTo>
                    <a:pt x="280012" y="41628"/>
                    <a:pt x="272743" y="43754"/>
                    <a:pt x="265199" y="46017"/>
                  </a:cubicBezTo>
                  <a:cubicBezTo>
                    <a:pt x="241369" y="52581"/>
                    <a:pt x="216991" y="56965"/>
                    <a:pt x="192367" y="59116"/>
                  </a:cubicBezTo>
                  <a:cubicBezTo>
                    <a:pt x="167003" y="61105"/>
                    <a:pt x="141516" y="60967"/>
                    <a:pt x="116175" y="58704"/>
                  </a:cubicBezTo>
                  <a:cubicBezTo>
                    <a:pt x="91773" y="56395"/>
                    <a:pt x="67642" y="51803"/>
                    <a:pt x="44097" y="44988"/>
                  </a:cubicBezTo>
                  <a:cubicBezTo>
                    <a:pt x="28967" y="40820"/>
                    <a:pt x="14216" y="35383"/>
                    <a:pt x="0" y="28735"/>
                  </a:cubicBezTo>
                  <a:lnTo>
                    <a:pt x="0" y="0"/>
                  </a:lnTo>
                  <a:cubicBezTo>
                    <a:pt x="16608" y="8606"/>
                    <a:pt x="34049" y="15499"/>
                    <a:pt x="52052" y="20574"/>
                  </a:cubicBezTo>
                  <a:cubicBezTo>
                    <a:pt x="73994" y="26533"/>
                    <a:pt x="96413" y="30571"/>
                    <a:pt x="119055" y="32644"/>
                  </a:cubicBezTo>
                  <a:cubicBezTo>
                    <a:pt x="142579" y="35044"/>
                    <a:pt x="166279" y="35182"/>
                    <a:pt x="189829" y="33056"/>
                  </a:cubicBezTo>
                  <a:cubicBezTo>
                    <a:pt x="212646" y="31348"/>
                    <a:pt x="235245" y="27444"/>
                    <a:pt x="257312" y="21397"/>
                  </a:cubicBezTo>
                  <a:cubicBezTo>
                    <a:pt x="267325" y="18379"/>
                    <a:pt x="277681" y="15088"/>
                    <a:pt x="286870" y="11727"/>
                  </a:cubicBezTo>
                  <a:close/>
                </a:path>
              </a:pathLst>
            </a:custGeom>
            <a:solidFill>
              <a:srgbClr val="4C4B5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6001392A-FA4C-89CB-053E-A10F4AEC7053}"/>
                </a:ext>
              </a:extLst>
            </p:cNvPr>
            <p:cNvSpPr/>
            <p:nvPr/>
          </p:nvSpPr>
          <p:spPr>
            <a:xfrm>
              <a:off x="3697737" y="4544933"/>
              <a:ext cx="286870" cy="87017"/>
            </a:xfrm>
            <a:custGeom>
              <a:avLst/>
              <a:gdLst>
                <a:gd name="connsiteX0" fmla="*/ 286870 w 286870"/>
                <a:gd name="connsiteY0" fmla="*/ 15156 h 87017"/>
                <a:gd name="connsiteX1" fmla="*/ 286870 w 286870"/>
                <a:gd name="connsiteY1" fmla="*/ 64260 h 87017"/>
                <a:gd name="connsiteX2" fmla="*/ 257312 w 286870"/>
                <a:gd name="connsiteY2" fmla="*/ 73861 h 87017"/>
                <a:gd name="connsiteX3" fmla="*/ 189830 w 286870"/>
                <a:gd name="connsiteY3" fmla="*/ 85519 h 87017"/>
                <a:gd name="connsiteX4" fmla="*/ 119055 w 286870"/>
                <a:gd name="connsiteY4" fmla="*/ 85108 h 87017"/>
                <a:gd name="connsiteX5" fmla="*/ 52052 w 286870"/>
                <a:gd name="connsiteY5" fmla="*/ 73038 h 87017"/>
                <a:gd name="connsiteX6" fmla="*/ 0 w 286870"/>
                <a:gd name="connsiteY6" fmla="*/ 52464 h 87017"/>
                <a:gd name="connsiteX7" fmla="*/ 0 w 286870"/>
                <a:gd name="connsiteY7" fmla="*/ 0 h 87017"/>
                <a:gd name="connsiteX8" fmla="*/ 25375 w 286870"/>
                <a:gd name="connsiteY8" fmla="*/ 14608 h 87017"/>
                <a:gd name="connsiteX9" fmla="*/ 33741 w 286870"/>
                <a:gd name="connsiteY9" fmla="*/ 19134 h 87017"/>
                <a:gd name="connsiteX10" fmla="*/ 40599 w 286870"/>
                <a:gd name="connsiteY10" fmla="*/ 22906 h 87017"/>
                <a:gd name="connsiteX11" fmla="*/ 51847 w 286870"/>
                <a:gd name="connsiteY11" fmla="*/ 28735 h 87017"/>
                <a:gd name="connsiteX12" fmla="*/ 101361 w 286870"/>
                <a:gd name="connsiteY12" fmla="*/ 44577 h 87017"/>
                <a:gd name="connsiteX13" fmla="*/ 211089 w 286870"/>
                <a:gd name="connsiteY13" fmla="*/ 44577 h 87017"/>
                <a:gd name="connsiteX14" fmla="*/ 261084 w 286870"/>
                <a:gd name="connsiteY14" fmla="*/ 29147 h 87017"/>
                <a:gd name="connsiteX15" fmla="*/ 272331 w 286870"/>
                <a:gd name="connsiteY15" fmla="*/ 23729 h 87017"/>
                <a:gd name="connsiteX16" fmla="*/ 278572 w 286870"/>
                <a:gd name="connsiteY16" fmla="*/ 20026 h 87017"/>
                <a:gd name="connsiteX17" fmla="*/ 286870 w 286870"/>
                <a:gd name="connsiteY17" fmla="*/ 15156 h 8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6870" h="87017">
                  <a:moveTo>
                    <a:pt x="286870" y="15156"/>
                  </a:moveTo>
                  <a:lnTo>
                    <a:pt x="286870" y="64260"/>
                  </a:lnTo>
                  <a:cubicBezTo>
                    <a:pt x="277681" y="67620"/>
                    <a:pt x="267325" y="71118"/>
                    <a:pt x="257312" y="73861"/>
                  </a:cubicBezTo>
                  <a:cubicBezTo>
                    <a:pt x="235245" y="79908"/>
                    <a:pt x="212646" y="83812"/>
                    <a:pt x="189830" y="85519"/>
                  </a:cubicBezTo>
                  <a:cubicBezTo>
                    <a:pt x="166279" y="87645"/>
                    <a:pt x="142579" y="87508"/>
                    <a:pt x="119055" y="85108"/>
                  </a:cubicBezTo>
                  <a:cubicBezTo>
                    <a:pt x="96413" y="83035"/>
                    <a:pt x="73994" y="78997"/>
                    <a:pt x="52052" y="73038"/>
                  </a:cubicBezTo>
                  <a:cubicBezTo>
                    <a:pt x="34049" y="67963"/>
                    <a:pt x="16608" y="61069"/>
                    <a:pt x="0" y="52464"/>
                  </a:cubicBezTo>
                  <a:lnTo>
                    <a:pt x="0" y="0"/>
                  </a:lnTo>
                  <a:cubicBezTo>
                    <a:pt x="8298" y="4595"/>
                    <a:pt x="16665" y="9601"/>
                    <a:pt x="25375" y="14608"/>
                  </a:cubicBezTo>
                  <a:cubicBezTo>
                    <a:pt x="27912" y="16254"/>
                    <a:pt x="30793" y="17488"/>
                    <a:pt x="33741" y="19134"/>
                  </a:cubicBezTo>
                  <a:cubicBezTo>
                    <a:pt x="35865" y="20667"/>
                    <a:pt x="38168" y="21933"/>
                    <a:pt x="40599" y="22906"/>
                  </a:cubicBezTo>
                  <a:cubicBezTo>
                    <a:pt x="44162" y="25190"/>
                    <a:pt x="47927" y="27141"/>
                    <a:pt x="51847" y="28735"/>
                  </a:cubicBezTo>
                  <a:cubicBezTo>
                    <a:pt x="67703" y="35861"/>
                    <a:pt x="84313" y="41175"/>
                    <a:pt x="101361" y="44577"/>
                  </a:cubicBezTo>
                  <a:cubicBezTo>
                    <a:pt x="137600" y="51608"/>
                    <a:pt x="174851" y="51608"/>
                    <a:pt x="211089" y="44577"/>
                  </a:cubicBezTo>
                  <a:cubicBezTo>
                    <a:pt x="228307" y="41432"/>
                    <a:pt x="245090" y="36252"/>
                    <a:pt x="261084" y="29147"/>
                  </a:cubicBezTo>
                  <a:cubicBezTo>
                    <a:pt x="264788" y="27501"/>
                    <a:pt x="268559" y="25443"/>
                    <a:pt x="272331" y="23729"/>
                  </a:cubicBezTo>
                  <a:cubicBezTo>
                    <a:pt x="274328" y="22359"/>
                    <a:pt x="276413" y="21122"/>
                    <a:pt x="278572" y="20026"/>
                  </a:cubicBezTo>
                  <a:cubicBezTo>
                    <a:pt x="281041" y="18037"/>
                    <a:pt x="283990" y="16802"/>
                    <a:pt x="286870" y="15156"/>
                  </a:cubicBezTo>
                  <a:close/>
                </a:path>
              </a:pathLst>
            </a:custGeom>
            <a:solidFill>
              <a:srgbClr val="39393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DA8A12C-A0A5-3EB2-93ED-6512902DB3B3}"/>
                </a:ext>
              </a:extLst>
            </p:cNvPr>
            <p:cNvSpPr/>
            <p:nvPr/>
          </p:nvSpPr>
          <p:spPr>
            <a:xfrm>
              <a:off x="3755619" y="5266944"/>
              <a:ext cx="157871" cy="259506"/>
            </a:xfrm>
            <a:custGeom>
              <a:avLst/>
              <a:gdLst>
                <a:gd name="connsiteX0" fmla="*/ 157871 w 157871"/>
                <a:gd name="connsiteY0" fmla="*/ 6858 h 259506"/>
                <a:gd name="connsiteX1" fmla="*/ 98275 w 157871"/>
                <a:gd name="connsiteY1" fmla="*/ 11179 h 259506"/>
                <a:gd name="connsiteX2" fmla="*/ 0 w 157871"/>
                <a:gd name="connsiteY2" fmla="*/ 0 h 259506"/>
                <a:gd name="connsiteX3" fmla="*/ 0 w 157871"/>
                <a:gd name="connsiteY3" fmla="*/ 246888 h 259506"/>
                <a:gd name="connsiteX4" fmla="*/ 98001 w 157871"/>
                <a:gd name="connsiteY4" fmla="*/ 259507 h 259506"/>
                <a:gd name="connsiteX5" fmla="*/ 157597 w 157871"/>
                <a:gd name="connsiteY5" fmla="*/ 254981 h 259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7871" h="259506">
                  <a:moveTo>
                    <a:pt x="157871" y="6858"/>
                  </a:moveTo>
                  <a:cubicBezTo>
                    <a:pt x="138127" y="9647"/>
                    <a:pt x="118216" y="11090"/>
                    <a:pt x="98275" y="11179"/>
                  </a:cubicBezTo>
                  <a:cubicBezTo>
                    <a:pt x="65198" y="11209"/>
                    <a:pt x="32226" y="7459"/>
                    <a:pt x="0" y="0"/>
                  </a:cubicBezTo>
                  <a:lnTo>
                    <a:pt x="0" y="246888"/>
                  </a:lnTo>
                  <a:cubicBezTo>
                    <a:pt x="31997" y="255248"/>
                    <a:pt x="64930" y="259489"/>
                    <a:pt x="98001" y="259507"/>
                  </a:cubicBezTo>
                  <a:cubicBezTo>
                    <a:pt x="117950" y="259461"/>
                    <a:pt x="137869" y="257948"/>
                    <a:pt x="157597" y="254981"/>
                  </a:cubicBezTo>
                  <a:close/>
                </a:path>
              </a:pathLst>
            </a:custGeom>
            <a:solidFill>
              <a:srgbClr val="EAF3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56C7DDB-BF8B-97C9-7C04-0A73A525F7E8}"/>
                </a:ext>
              </a:extLst>
            </p:cNvPr>
            <p:cNvSpPr/>
            <p:nvPr/>
          </p:nvSpPr>
          <p:spPr>
            <a:xfrm>
              <a:off x="3755619" y="4786815"/>
              <a:ext cx="157871" cy="449885"/>
            </a:xfrm>
            <a:custGeom>
              <a:avLst/>
              <a:gdLst>
                <a:gd name="connsiteX0" fmla="*/ 157871 w 157871"/>
                <a:gd name="connsiteY0" fmla="*/ 6927 h 449885"/>
                <a:gd name="connsiteX1" fmla="*/ 141961 w 157871"/>
                <a:gd name="connsiteY1" fmla="*/ 9053 h 449885"/>
                <a:gd name="connsiteX2" fmla="*/ 114049 w 157871"/>
                <a:gd name="connsiteY2" fmla="*/ 10698 h 449885"/>
                <a:gd name="connsiteX3" fmla="*/ 96561 w 157871"/>
                <a:gd name="connsiteY3" fmla="*/ 11179 h 449885"/>
                <a:gd name="connsiteX4" fmla="*/ 72009 w 157871"/>
                <a:gd name="connsiteY4" fmla="*/ 10287 h 449885"/>
                <a:gd name="connsiteX5" fmla="*/ 53698 w 157871"/>
                <a:gd name="connsiteY5" fmla="*/ 8641 h 449885"/>
                <a:gd name="connsiteX6" fmla="*/ 34976 w 157871"/>
                <a:gd name="connsiteY6" fmla="*/ 6584 h 449885"/>
                <a:gd name="connsiteX7" fmla="*/ 16253 w 157871"/>
                <a:gd name="connsiteY7" fmla="*/ 3635 h 449885"/>
                <a:gd name="connsiteX8" fmla="*/ 0 w 157871"/>
                <a:gd name="connsiteY8" fmla="*/ 0 h 449885"/>
                <a:gd name="connsiteX9" fmla="*/ 0 w 157871"/>
                <a:gd name="connsiteY9" fmla="*/ 437335 h 449885"/>
                <a:gd name="connsiteX10" fmla="*/ 98001 w 157871"/>
                <a:gd name="connsiteY10" fmla="*/ 449885 h 449885"/>
                <a:gd name="connsiteX11" fmla="*/ 157597 w 157871"/>
                <a:gd name="connsiteY11" fmla="*/ 445290 h 44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7871" h="449885">
                  <a:moveTo>
                    <a:pt x="157871" y="6927"/>
                  </a:moveTo>
                  <a:cubicBezTo>
                    <a:pt x="152609" y="7916"/>
                    <a:pt x="147298" y="8625"/>
                    <a:pt x="141961" y="9053"/>
                  </a:cubicBezTo>
                  <a:cubicBezTo>
                    <a:pt x="132839" y="9876"/>
                    <a:pt x="123650" y="10287"/>
                    <a:pt x="114049" y="10698"/>
                  </a:cubicBezTo>
                  <a:cubicBezTo>
                    <a:pt x="108219" y="10698"/>
                    <a:pt x="102390" y="11179"/>
                    <a:pt x="96561" y="11179"/>
                  </a:cubicBezTo>
                  <a:cubicBezTo>
                    <a:pt x="88262" y="11179"/>
                    <a:pt x="79896" y="10698"/>
                    <a:pt x="72009" y="10287"/>
                  </a:cubicBezTo>
                  <a:cubicBezTo>
                    <a:pt x="64122" y="9876"/>
                    <a:pt x="58704" y="9464"/>
                    <a:pt x="53698" y="8641"/>
                  </a:cubicBezTo>
                  <a:cubicBezTo>
                    <a:pt x="48692" y="7818"/>
                    <a:pt x="42040" y="7407"/>
                    <a:pt x="34976" y="6584"/>
                  </a:cubicBezTo>
                  <a:lnTo>
                    <a:pt x="16253" y="3635"/>
                  </a:lnTo>
                  <a:lnTo>
                    <a:pt x="0" y="0"/>
                  </a:lnTo>
                  <a:lnTo>
                    <a:pt x="0" y="437335"/>
                  </a:lnTo>
                  <a:cubicBezTo>
                    <a:pt x="32000" y="445672"/>
                    <a:pt x="64933" y="449889"/>
                    <a:pt x="98001" y="449885"/>
                  </a:cubicBezTo>
                  <a:cubicBezTo>
                    <a:pt x="117952" y="449816"/>
                    <a:pt x="137871" y="448280"/>
                    <a:pt x="157597" y="445290"/>
                  </a:cubicBezTo>
                  <a:close/>
                </a:path>
              </a:pathLst>
            </a:custGeom>
            <a:solidFill>
              <a:srgbClr val="EAF3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E638517-F74F-65E5-CC20-B3D929F5AC5C}"/>
                </a:ext>
              </a:extLst>
            </p:cNvPr>
            <p:cNvSpPr/>
            <p:nvPr/>
          </p:nvSpPr>
          <p:spPr>
            <a:xfrm>
              <a:off x="3755619" y="4666731"/>
              <a:ext cx="157871" cy="89428"/>
            </a:xfrm>
            <a:custGeom>
              <a:avLst/>
              <a:gdLst>
                <a:gd name="connsiteX0" fmla="*/ 157871 w 157871"/>
                <a:gd name="connsiteY0" fmla="*/ 7544 h 89428"/>
                <a:gd name="connsiteX1" fmla="*/ 136131 w 157871"/>
                <a:gd name="connsiteY1" fmla="*/ 10356 h 89428"/>
                <a:gd name="connsiteX2" fmla="*/ 99921 w 157871"/>
                <a:gd name="connsiteY2" fmla="*/ 11590 h 89428"/>
                <a:gd name="connsiteX3" fmla="*/ 56167 w 157871"/>
                <a:gd name="connsiteY3" fmla="*/ 9944 h 89428"/>
                <a:gd name="connsiteX4" fmla="*/ 0 w 157871"/>
                <a:gd name="connsiteY4" fmla="*/ 0 h 89428"/>
                <a:gd name="connsiteX5" fmla="*/ 0 w 157871"/>
                <a:gd name="connsiteY5" fmla="*/ 77084 h 89428"/>
                <a:gd name="connsiteX6" fmla="*/ 3703 w 157871"/>
                <a:gd name="connsiteY6" fmla="*/ 78181 h 89428"/>
                <a:gd name="connsiteX7" fmla="*/ 23729 w 157871"/>
                <a:gd name="connsiteY7" fmla="*/ 82365 h 89428"/>
                <a:gd name="connsiteX8" fmla="*/ 42040 w 157871"/>
                <a:gd name="connsiteY8" fmla="*/ 85314 h 89428"/>
                <a:gd name="connsiteX9" fmla="*/ 58293 w 157871"/>
                <a:gd name="connsiteY9" fmla="*/ 86959 h 89428"/>
                <a:gd name="connsiteX10" fmla="*/ 74546 w 157871"/>
                <a:gd name="connsiteY10" fmla="*/ 88606 h 89428"/>
                <a:gd name="connsiteX11" fmla="*/ 96561 w 157871"/>
                <a:gd name="connsiteY11" fmla="*/ 89429 h 89428"/>
                <a:gd name="connsiteX12" fmla="*/ 112403 w 157871"/>
                <a:gd name="connsiteY12" fmla="*/ 89017 h 89428"/>
                <a:gd name="connsiteX13" fmla="*/ 138669 w 157871"/>
                <a:gd name="connsiteY13" fmla="*/ 87371 h 89428"/>
                <a:gd name="connsiteX14" fmla="*/ 154442 w 157871"/>
                <a:gd name="connsiteY14" fmla="*/ 85314 h 89428"/>
                <a:gd name="connsiteX15" fmla="*/ 157871 w 157871"/>
                <a:gd name="connsiteY15" fmla="*/ 84833 h 89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7871" h="89428">
                  <a:moveTo>
                    <a:pt x="157871" y="7544"/>
                  </a:moveTo>
                  <a:cubicBezTo>
                    <a:pt x="150602" y="8504"/>
                    <a:pt x="143264" y="9739"/>
                    <a:pt x="136131" y="10356"/>
                  </a:cubicBezTo>
                  <a:cubicBezTo>
                    <a:pt x="124473" y="11179"/>
                    <a:pt x="112403" y="11590"/>
                    <a:pt x="99921" y="11590"/>
                  </a:cubicBezTo>
                  <a:cubicBezTo>
                    <a:pt x="85314" y="11590"/>
                    <a:pt x="70775" y="11179"/>
                    <a:pt x="56167" y="9944"/>
                  </a:cubicBezTo>
                  <a:cubicBezTo>
                    <a:pt x="37254" y="7814"/>
                    <a:pt x="18495" y="4492"/>
                    <a:pt x="0" y="0"/>
                  </a:cubicBezTo>
                  <a:lnTo>
                    <a:pt x="0" y="77084"/>
                  </a:lnTo>
                  <a:lnTo>
                    <a:pt x="3703" y="78181"/>
                  </a:lnTo>
                  <a:lnTo>
                    <a:pt x="23729" y="82365"/>
                  </a:lnTo>
                  <a:lnTo>
                    <a:pt x="42040" y="85314"/>
                  </a:lnTo>
                  <a:cubicBezTo>
                    <a:pt x="47046" y="86136"/>
                    <a:pt x="52052" y="86548"/>
                    <a:pt x="58293" y="86959"/>
                  </a:cubicBezTo>
                  <a:cubicBezTo>
                    <a:pt x="64534" y="87371"/>
                    <a:pt x="69129" y="88194"/>
                    <a:pt x="74546" y="88606"/>
                  </a:cubicBezTo>
                  <a:cubicBezTo>
                    <a:pt x="82022" y="89017"/>
                    <a:pt x="89086" y="89429"/>
                    <a:pt x="96561" y="89429"/>
                  </a:cubicBezTo>
                  <a:cubicBezTo>
                    <a:pt x="101978" y="89429"/>
                    <a:pt x="106985" y="89017"/>
                    <a:pt x="112403" y="89017"/>
                  </a:cubicBezTo>
                  <a:cubicBezTo>
                    <a:pt x="121181" y="88606"/>
                    <a:pt x="129479" y="88194"/>
                    <a:pt x="138669" y="87371"/>
                  </a:cubicBezTo>
                  <a:cubicBezTo>
                    <a:pt x="143607" y="86959"/>
                    <a:pt x="149024" y="86136"/>
                    <a:pt x="154442" y="85314"/>
                  </a:cubicBezTo>
                  <a:cubicBezTo>
                    <a:pt x="155540" y="85314"/>
                    <a:pt x="156774" y="84902"/>
                    <a:pt x="157871" y="84833"/>
                  </a:cubicBezTo>
                  <a:close/>
                </a:path>
              </a:pathLst>
            </a:custGeom>
            <a:solidFill>
              <a:srgbClr val="43434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6918E14-C762-2A84-512C-54100BBBB1B9}"/>
                </a:ext>
              </a:extLst>
            </p:cNvPr>
            <p:cNvSpPr/>
            <p:nvPr/>
          </p:nvSpPr>
          <p:spPr>
            <a:xfrm>
              <a:off x="3852179" y="2087918"/>
              <a:ext cx="103692" cy="334738"/>
            </a:xfrm>
            <a:custGeom>
              <a:avLst/>
              <a:gdLst>
                <a:gd name="connsiteX0" fmla="*/ 36279 w 103692"/>
                <a:gd name="connsiteY0" fmla="*/ 31204 h 334738"/>
                <a:gd name="connsiteX1" fmla="*/ 103693 w 103692"/>
                <a:gd name="connsiteY1" fmla="*/ 320200 h 334738"/>
                <a:gd name="connsiteX2" fmla="*/ 78730 w 103692"/>
                <a:gd name="connsiteY2" fmla="*/ 334739 h 334738"/>
                <a:gd name="connsiteX3" fmla="*/ 0 w 103692"/>
                <a:gd name="connsiteY3" fmla="*/ 0 h 334738"/>
                <a:gd name="connsiteX4" fmla="*/ 11658 w 103692"/>
                <a:gd name="connsiteY4" fmla="*/ 2469 h 334738"/>
                <a:gd name="connsiteX5" fmla="*/ 20437 w 103692"/>
                <a:gd name="connsiteY5" fmla="*/ 6652 h 334738"/>
                <a:gd name="connsiteX6" fmla="*/ 32918 w 103692"/>
                <a:gd name="connsiteY6" fmla="*/ 22083 h 334738"/>
                <a:gd name="connsiteX7" fmla="*/ 36279 w 103692"/>
                <a:gd name="connsiteY7" fmla="*/ 31204 h 334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692" h="334738">
                  <a:moveTo>
                    <a:pt x="36279" y="31204"/>
                  </a:moveTo>
                  <a:lnTo>
                    <a:pt x="103693" y="320200"/>
                  </a:lnTo>
                  <a:cubicBezTo>
                    <a:pt x="95395" y="325206"/>
                    <a:pt x="87028" y="329733"/>
                    <a:pt x="78730" y="334739"/>
                  </a:cubicBezTo>
                  <a:lnTo>
                    <a:pt x="0" y="0"/>
                  </a:lnTo>
                  <a:lnTo>
                    <a:pt x="11658" y="2469"/>
                  </a:lnTo>
                  <a:cubicBezTo>
                    <a:pt x="14863" y="3182"/>
                    <a:pt x="17864" y="4613"/>
                    <a:pt x="20437" y="6652"/>
                  </a:cubicBezTo>
                  <a:cubicBezTo>
                    <a:pt x="25694" y="10802"/>
                    <a:pt x="29958" y="16074"/>
                    <a:pt x="32918" y="22083"/>
                  </a:cubicBezTo>
                  <a:cubicBezTo>
                    <a:pt x="34255" y="25039"/>
                    <a:pt x="35378" y="28087"/>
                    <a:pt x="36279" y="31204"/>
                  </a:cubicBez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723EF7F-2F59-78E9-6A62-58DA0A9076FE}"/>
                </a:ext>
              </a:extLst>
            </p:cNvPr>
            <p:cNvSpPr/>
            <p:nvPr/>
          </p:nvSpPr>
          <p:spPr>
            <a:xfrm>
              <a:off x="3863838" y="2064738"/>
              <a:ext cx="68305" cy="54109"/>
            </a:xfrm>
            <a:custGeom>
              <a:avLst/>
              <a:gdLst>
                <a:gd name="connsiteX0" fmla="*/ 68306 w 68305"/>
                <a:gd name="connsiteY0" fmla="*/ 28735 h 54109"/>
                <a:gd name="connsiteX1" fmla="*/ 24620 w 68305"/>
                <a:gd name="connsiteY1" fmla="*/ 54110 h 54109"/>
                <a:gd name="connsiteX2" fmla="*/ 21260 w 68305"/>
                <a:gd name="connsiteY2" fmla="*/ 44988 h 54109"/>
                <a:gd name="connsiteX3" fmla="*/ 8778 w 68305"/>
                <a:gd name="connsiteY3" fmla="*/ 29558 h 54109"/>
                <a:gd name="connsiteX4" fmla="*/ 0 w 68305"/>
                <a:gd name="connsiteY4" fmla="*/ 25375 h 54109"/>
                <a:gd name="connsiteX5" fmla="*/ 44166 w 68305"/>
                <a:gd name="connsiteY5" fmla="*/ 0 h 54109"/>
                <a:gd name="connsiteX6" fmla="*/ 52875 w 68305"/>
                <a:gd name="connsiteY6" fmla="*/ 4183 h 54109"/>
                <a:gd name="connsiteX7" fmla="*/ 64945 w 68305"/>
                <a:gd name="connsiteY7" fmla="*/ 19545 h 54109"/>
                <a:gd name="connsiteX8" fmla="*/ 68306 w 68305"/>
                <a:gd name="connsiteY8" fmla="*/ 28735 h 54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305" h="54109">
                  <a:moveTo>
                    <a:pt x="68306" y="28735"/>
                  </a:moveTo>
                  <a:lnTo>
                    <a:pt x="24620" y="54110"/>
                  </a:lnTo>
                  <a:cubicBezTo>
                    <a:pt x="23719" y="50993"/>
                    <a:pt x="22596" y="47945"/>
                    <a:pt x="21260" y="44988"/>
                  </a:cubicBezTo>
                  <a:cubicBezTo>
                    <a:pt x="18300" y="38980"/>
                    <a:pt x="14036" y="33708"/>
                    <a:pt x="8778" y="29558"/>
                  </a:cubicBezTo>
                  <a:cubicBezTo>
                    <a:pt x="6206" y="27519"/>
                    <a:pt x="3204" y="26088"/>
                    <a:pt x="0" y="25375"/>
                  </a:cubicBezTo>
                  <a:lnTo>
                    <a:pt x="44166" y="0"/>
                  </a:lnTo>
                  <a:cubicBezTo>
                    <a:pt x="47360" y="683"/>
                    <a:pt x="50345" y="2117"/>
                    <a:pt x="52875" y="4183"/>
                  </a:cubicBezTo>
                  <a:cubicBezTo>
                    <a:pt x="58044" y="8291"/>
                    <a:pt x="62177" y="13552"/>
                    <a:pt x="64945" y="19545"/>
                  </a:cubicBezTo>
                  <a:cubicBezTo>
                    <a:pt x="66693" y="22341"/>
                    <a:pt x="67838" y="25471"/>
                    <a:pt x="68306" y="28735"/>
                  </a:cubicBezTo>
                  <a:close/>
                </a:path>
              </a:pathLst>
            </a:custGeom>
            <a:solidFill>
              <a:srgbClr val="40404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116F2BA9-A7EF-DC51-C7A9-47B5451B0F16}"/>
                </a:ext>
              </a:extLst>
            </p:cNvPr>
            <p:cNvSpPr/>
            <p:nvPr/>
          </p:nvSpPr>
          <p:spPr>
            <a:xfrm>
              <a:off x="3877005" y="2070293"/>
              <a:ext cx="47937" cy="39364"/>
            </a:xfrm>
            <a:custGeom>
              <a:avLst/>
              <a:gdLst>
                <a:gd name="connsiteX0" fmla="*/ 14196 w 47937"/>
                <a:gd name="connsiteY0" fmla="*/ 37788 h 39364"/>
                <a:gd name="connsiteX1" fmla="*/ 0 w 47937"/>
                <a:gd name="connsiteY1" fmla="*/ 19477 h 39364"/>
                <a:gd name="connsiteX2" fmla="*/ 33810 w 47937"/>
                <a:gd name="connsiteY2" fmla="*/ 0 h 39364"/>
                <a:gd name="connsiteX3" fmla="*/ 36073 w 47937"/>
                <a:gd name="connsiteY3" fmla="*/ 3703 h 39364"/>
                <a:gd name="connsiteX4" fmla="*/ 46223 w 47937"/>
                <a:gd name="connsiteY4" fmla="*/ 16802 h 39364"/>
                <a:gd name="connsiteX5" fmla="*/ 47938 w 47937"/>
                <a:gd name="connsiteY5" fmla="*/ 20163 h 39364"/>
                <a:gd name="connsiteX6" fmla="*/ 14882 w 47937"/>
                <a:gd name="connsiteY6" fmla="*/ 39365 h 39364"/>
                <a:gd name="connsiteX7" fmla="*/ 14196 w 47937"/>
                <a:gd name="connsiteY7" fmla="*/ 37788 h 39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937" h="39364">
                  <a:moveTo>
                    <a:pt x="14196" y="37788"/>
                  </a:moveTo>
                  <a:cubicBezTo>
                    <a:pt x="10912" y="30687"/>
                    <a:pt x="6058" y="24426"/>
                    <a:pt x="0" y="19477"/>
                  </a:cubicBezTo>
                  <a:lnTo>
                    <a:pt x="33810" y="0"/>
                  </a:lnTo>
                  <a:cubicBezTo>
                    <a:pt x="32301" y="1097"/>
                    <a:pt x="34564" y="2537"/>
                    <a:pt x="36073" y="3703"/>
                  </a:cubicBezTo>
                  <a:cubicBezTo>
                    <a:pt x="40431" y="7219"/>
                    <a:pt x="43906" y="11705"/>
                    <a:pt x="46223" y="16802"/>
                  </a:cubicBezTo>
                  <a:cubicBezTo>
                    <a:pt x="46862" y="17887"/>
                    <a:pt x="47434" y="19009"/>
                    <a:pt x="47938" y="20163"/>
                  </a:cubicBezTo>
                  <a:lnTo>
                    <a:pt x="14882" y="39365"/>
                  </a:lnTo>
                  <a:cubicBezTo>
                    <a:pt x="14676" y="38816"/>
                    <a:pt x="14402" y="38336"/>
                    <a:pt x="14196" y="37788"/>
                  </a:cubicBezTo>
                  <a:close/>
                </a:path>
              </a:pathLst>
            </a:custGeom>
            <a:solidFill>
              <a:srgbClr val="4C4C4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59316C4-15E7-0C4F-2B6C-EC9726ECA797}"/>
                </a:ext>
              </a:extLst>
            </p:cNvPr>
            <p:cNvSpPr/>
            <p:nvPr/>
          </p:nvSpPr>
          <p:spPr>
            <a:xfrm>
              <a:off x="3852179" y="2062200"/>
              <a:ext cx="55824" cy="27911"/>
            </a:xfrm>
            <a:custGeom>
              <a:avLst/>
              <a:gdLst>
                <a:gd name="connsiteX0" fmla="*/ 55824 w 55824"/>
                <a:gd name="connsiteY0" fmla="*/ 2537 h 27911"/>
                <a:gd name="connsiteX1" fmla="*/ 11658 w 55824"/>
                <a:gd name="connsiteY1" fmla="*/ 27912 h 27911"/>
                <a:gd name="connsiteX2" fmla="*/ 0 w 55824"/>
                <a:gd name="connsiteY2" fmla="*/ 25443 h 27911"/>
                <a:gd name="connsiteX3" fmla="*/ 44166 w 55824"/>
                <a:gd name="connsiteY3" fmla="*/ 0 h 27911"/>
                <a:gd name="connsiteX4" fmla="*/ 55824 w 55824"/>
                <a:gd name="connsiteY4" fmla="*/ 2537 h 27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824" h="27911">
                  <a:moveTo>
                    <a:pt x="55824" y="2537"/>
                  </a:moveTo>
                  <a:lnTo>
                    <a:pt x="11658" y="27912"/>
                  </a:lnTo>
                  <a:lnTo>
                    <a:pt x="0" y="25443"/>
                  </a:lnTo>
                  <a:lnTo>
                    <a:pt x="44166" y="0"/>
                  </a:lnTo>
                  <a:lnTo>
                    <a:pt x="55824" y="2537"/>
                  </a:lnTo>
                  <a:close/>
                </a:path>
              </a:pathLst>
            </a:custGeom>
            <a:solidFill>
              <a:srgbClr val="40404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BD26838-BCB6-542B-4D6E-EDF57A3E2BBC}"/>
                </a:ext>
              </a:extLst>
            </p:cNvPr>
            <p:cNvSpPr/>
            <p:nvPr/>
          </p:nvSpPr>
          <p:spPr>
            <a:xfrm>
              <a:off x="3618184" y="1670403"/>
              <a:ext cx="244007" cy="142852"/>
            </a:xfrm>
            <a:custGeom>
              <a:avLst/>
              <a:gdLst>
                <a:gd name="connsiteX0" fmla="*/ 244008 w 244007"/>
                <a:gd name="connsiteY0" fmla="*/ 3360 h 142852"/>
                <a:gd name="connsiteX1" fmla="*/ 2949 w 244007"/>
                <a:gd name="connsiteY1" fmla="*/ 142852 h 142852"/>
                <a:gd name="connsiteX2" fmla="*/ 411 w 244007"/>
                <a:gd name="connsiteY2" fmla="*/ 132839 h 142852"/>
                <a:gd name="connsiteX3" fmla="*/ 0 w 244007"/>
                <a:gd name="connsiteY3" fmla="*/ 132017 h 142852"/>
                <a:gd name="connsiteX4" fmla="*/ 228166 w 244007"/>
                <a:gd name="connsiteY4" fmla="*/ 0 h 142852"/>
                <a:gd name="connsiteX5" fmla="*/ 244008 w 244007"/>
                <a:gd name="connsiteY5" fmla="*/ 3360 h 142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4007" h="142852">
                  <a:moveTo>
                    <a:pt x="244008" y="3360"/>
                  </a:moveTo>
                  <a:lnTo>
                    <a:pt x="2949" y="142852"/>
                  </a:lnTo>
                  <a:lnTo>
                    <a:pt x="411" y="132839"/>
                  </a:lnTo>
                  <a:lnTo>
                    <a:pt x="0" y="132017"/>
                  </a:lnTo>
                  <a:lnTo>
                    <a:pt x="228166" y="0"/>
                  </a:lnTo>
                  <a:lnTo>
                    <a:pt x="244008" y="3360"/>
                  </a:lnTo>
                  <a:close/>
                </a:path>
              </a:pathLst>
            </a:custGeom>
            <a:solidFill>
              <a:srgbClr val="6E6E6E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2BA9623-F88C-C037-09C9-8A613206CED2}"/>
                </a:ext>
              </a:extLst>
            </p:cNvPr>
            <p:cNvSpPr/>
            <p:nvPr/>
          </p:nvSpPr>
          <p:spPr>
            <a:xfrm>
              <a:off x="2272682" y="4347972"/>
              <a:ext cx="1425055" cy="1167643"/>
            </a:xfrm>
            <a:custGeom>
              <a:avLst/>
              <a:gdLst>
                <a:gd name="connsiteX0" fmla="*/ 1425055 w 1425055"/>
                <a:gd name="connsiteY0" fmla="*/ 877824 h 1167643"/>
                <a:gd name="connsiteX1" fmla="*/ 1425055 w 1425055"/>
                <a:gd name="connsiteY1" fmla="*/ 1167643 h 1167643"/>
                <a:gd name="connsiteX2" fmla="*/ 1403384 w 1425055"/>
                <a:gd name="connsiteY2" fmla="*/ 1156396 h 1167643"/>
                <a:gd name="connsiteX3" fmla="*/ 73892 w 1425055"/>
                <a:gd name="connsiteY3" fmla="*/ 389054 h 1167643"/>
                <a:gd name="connsiteX4" fmla="*/ 237 w 1425055"/>
                <a:gd name="connsiteY4" fmla="*/ 279326 h 1167643"/>
                <a:gd name="connsiteX5" fmla="*/ 237 w 1425055"/>
                <a:gd name="connsiteY5" fmla="*/ 0 h 1167643"/>
                <a:gd name="connsiteX6" fmla="*/ 649 w 1425055"/>
                <a:gd name="connsiteY6" fmla="*/ 4595 h 1167643"/>
                <a:gd name="connsiteX7" fmla="*/ 1060 w 1425055"/>
                <a:gd name="connsiteY7" fmla="*/ 8778 h 1167643"/>
                <a:gd name="connsiteX8" fmla="*/ 1060 w 1425055"/>
                <a:gd name="connsiteY8" fmla="*/ 10013 h 1167643"/>
                <a:gd name="connsiteX9" fmla="*/ 73892 w 1425055"/>
                <a:gd name="connsiteY9" fmla="*/ 99167 h 1167643"/>
                <a:gd name="connsiteX10" fmla="*/ 1403384 w 1425055"/>
                <a:gd name="connsiteY10" fmla="*/ 866577 h 1167643"/>
                <a:gd name="connsiteX11" fmla="*/ 1425055 w 1425055"/>
                <a:gd name="connsiteY11" fmla="*/ 877824 h 1167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5055" h="1167643">
                  <a:moveTo>
                    <a:pt x="1425055" y="877824"/>
                  </a:moveTo>
                  <a:lnTo>
                    <a:pt x="1425055" y="1167643"/>
                  </a:lnTo>
                  <a:cubicBezTo>
                    <a:pt x="1417639" y="1164278"/>
                    <a:pt x="1410405" y="1160524"/>
                    <a:pt x="1403384" y="1156396"/>
                  </a:cubicBezTo>
                  <a:lnTo>
                    <a:pt x="73892" y="389054"/>
                  </a:lnTo>
                  <a:cubicBezTo>
                    <a:pt x="21840" y="359085"/>
                    <a:pt x="-2712" y="319103"/>
                    <a:pt x="237" y="279326"/>
                  </a:cubicBezTo>
                  <a:lnTo>
                    <a:pt x="237" y="0"/>
                  </a:lnTo>
                  <a:cubicBezTo>
                    <a:pt x="184" y="1543"/>
                    <a:pt x="323" y="3086"/>
                    <a:pt x="649" y="4595"/>
                  </a:cubicBezTo>
                  <a:cubicBezTo>
                    <a:pt x="600" y="6001"/>
                    <a:pt x="739" y="7408"/>
                    <a:pt x="1060" y="8778"/>
                  </a:cubicBezTo>
                  <a:lnTo>
                    <a:pt x="1060" y="10013"/>
                  </a:lnTo>
                  <a:cubicBezTo>
                    <a:pt x="6478" y="42520"/>
                    <a:pt x="31030" y="74135"/>
                    <a:pt x="73892" y="99167"/>
                  </a:cubicBezTo>
                  <a:lnTo>
                    <a:pt x="1403384" y="866577"/>
                  </a:lnTo>
                  <a:cubicBezTo>
                    <a:pt x="1410448" y="870966"/>
                    <a:pt x="1417580" y="874121"/>
                    <a:pt x="1425055" y="877824"/>
                  </a:cubicBezTo>
                  <a:close/>
                </a:path>
              </a:pathLst>
            </a:custGeom>
            <a:solidFill>
              <a:srgbClr val="CCD6D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D105287-BE45-88F6-3AEE-FB17561FFCAE}"/>
                </a:ext>
              </a:extLst>
            </p:cNvPr>
            <p:cNvSpPr/>
            <p:nvPr/>
          </p:nvSpPr>
          <p:spPr>
            <a:xfrm>
              <a:off x="2272902" y="3863454"/>
              <a:ext cx="1424835" cy="1362341"/>
            </a:xfrm>
            <a:custGeom>
              <a:avLst/>
              <a:gdLst>
                <a:gd name="connsiteX0" fmla="*/ 1424835 w 1424835"/>
                <a:gd name="connsiteY0" fmla="*/ 882282 h 1362341"/>
                <a:gd name="connsiteX1" fmla="*/ 1424835 w 1424835"/>
                <a:gd name="connsiteY1" fmla="*/ 1362342 h 1362341"/>
                <a:gd name="connsiteX2" fmla="*/ 1403164 w 1424835"/>
                <a:gd name="connsiteY2" fmla="*/ 1351095 h 1362341"/>
                <a:gd name="connsiteX3" fmla="*/ 73672 w 1424835"/>
                <a:gd name="connsiteY3" fmla="*/ 583753 h 1362341"/>
                <a:gd name="connsiteX4" fmla="*/ 840 w 1424835"/>
                <a:gd name="connsiteY4" fmla="*/ 494599 h 1362341"/>
                <a:gd name="connsiteX5" fmla="*/ 840 w 1424835"/>
                <a:gd name="connsiteY5" fmla="*/ 493365 h 1362341"/>
                <a:gd name="connsiteX6" fmla="*/ 428 w 1424835"/>
                <a:gd name="connsiteY6" fmla="*/ 489181 h 1362341"/>
                <a:gd name="connsiteX7" fmla="*/ 17 w 1424835"/>
                <a:gd name="connsiteY7" fmla="*/ 480471 h 1362341"/>
                <a:gd name="connsiteX8" fmla="*/ 17 w 1424835"/>
                <a:gd name="connsiteY8" fmla="*/ 0 h 1362341"/>
                <a:gd name="connsiteX9" fmla="*/ 428 w 1424835"/>
                <a:gd name="connsiteY9" fmla="*/ 8367 h 1362341"/>
                <a:gd name="connsiteX10" fmla="*/ 1251 w 1424835"/>
                <a:gd name="connsiteY10" fmla="*/ 14607 h 1362341"/>
                <a:gd name="connsiteX11" fmla="*/ 3309 w 1424835"/>
                <a:gd name="connsiteY11" fmla="*/ 23728 h 1362341"/>
                <a:gd name="connsiteX12" fmla="*/ 6669 w 1424835"/>
                <a:gd name="connsiteY12" fmla="*/ 34153 h 1362341"/>
                <a:gd name="connsiteX13" fmla="*/ 11676 w 1424835"/>
                <a:gd name="connsiteY13" fmla="*/ 44166 h 1362341"/>
                <a:gd name="connsiteX14" fmla="*/ 17505 w 1424835"/>
                <a:gd name="connsiteY14" fmla="*/ 53767 h 1362341"/>
                <a:gd name="connsiteX15" fmla="*/ 22031 w 1424835"/>
                <a:gd name="connsiteY15" fmla="*/ 60008 h 1362341"/>
                <a:gd name="connsiteX16" fmla="*/ 27038 w 1424835"/>
                <a:gd name="connsiteY16" fmla="*/ 66249 h 1362341"/>
                <a:gd name="connsiteX17" fmla="*/ 32867 w 1424835"/>
                <a:gd name="connsiteY17" fmla="*/ 72489 h 1362341"/>
                <a:gd name="connsiteX18" fmla="*/ 39108 w 1424835"/>
                <a:gd name="connsiteY18" fmla="*/ 78318 h 1362341"/>
                <a:gd name="connsiteX19" fmla="*/ 45966 w 1424835"/>
                <a:gd name="connsiteY19" fmla="*/ 83736 h 1362341"/>
                <a:gd name="connsiteX20" fmla="*/ 52824 w 1424835"/>
                <a:gd name="connsiteY20" fmla="*/ 89565 h 1362341"/>
                <a:gd name="connsiteX21" fmla="*/ 60299 w 1424835"/>
                <a:gd name="connsiteY21" fmla="*/ 94983 h 1362341"/>
                <a:gd name="connsiteX22" fmla="*/ 68186 w 1424835"/>
                <a:gd name="connsiteY22" fmla="*/ 99921 h 1362341"/>
                <a:gd name="connsiteX23" fmla="*/ 71957 w 1424835"/>
                <a:gd name="connsiteY23" fmla="*/ 102047 h 1362341"/>
                <a:gd name="connsiteX24" fmla="*/ 73603 w 1424835"/>
                <a:gd name="connsiteY24" fmla="*/ 102870 h 1362341"/>
                <a:gd name="connsiteX25" fmla="*/ 73603 w 1424835"/>
                <a:gd name="connsiteY25" fmla="*/ 103281 h 1362341"/>
                <a:gd name="connsiteX26" fmla="*/ 1165328 w 1424835"/>
                <a:gd name="connsiteY26" fmla="*/ 733669 h 1362341"/>
                <a:gd name="connsiteX27" fmla="*/ 1381013 w 1424835"/>
                <a:gd name="connsiteY27" fmla="*/ 858210 h 1362341"/>
                <a:gd name="connsiteX28" fmla="*/ 1400215 w 1424835"/>
                <a:gd name="connsiteY28" fmla="*/ 868977 h 1362341"/>
                <a:gd name="connsiteX29" fmla="*/ 1402684 w 1424835"/>
                <a:gd name="connsiteY29" fmla="*/ 870280 h 1362341"/>
                <a:gd name="connsiteX30" fmla="*/ 1403095 w 1424835"/>
                <a:gd name="connsiteY30" fmla="*/ 870692 h 1362341"/>
                <a:gd name="connsiteX31" fmla="*/ 1411874 w 1424835"/>
                <a:gd name="connsiteY31" fmla="*/ 875630 h 1362341"/>
                <a:gd name="connsiteX32" fmla="*/ 1420583 w 1424835"/>
                <a:gd name="connsiteY32" fmla="*/ 879813 h 1362341"/>
                <a:gd name="connsiteX33" fmla="*/ 1424835 w 1424835"/>
                <a:gd name="connsiteY33" fmla="*/ 882282 h 136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424835" h="1362341">
                  <a:moveTo>
                    <a:pt x="1424835" y="882282"/>
                  </a:moveTo>
                  <a:lnTo>
                    <a:pt x="1424835" y="1362342"/>
                  </a:lnTo>
                  <a:cubicBezTo>
                    <a:pt x="1417360" y="1358570"/>
                    <a:pt x="1410228" y="1355484"/>
                    <a:pt x="1403164" y="1351095"/>
                  </a:cubicBezTo>
                  <a:lnTo>
                    <a:pt x="73672" y="583753"/>
                  </a:lnTo>
                  <a:cubicBezTo>
                    <a:pt x="30809" y="558790"/>
                    <a:pt x="6258" y="527174"/>
                    <a:pt x="840" y="494599"/>
                  </a:cubicBezTo>
                  <a:lnTo>
                    <a:pt x="840" y="493365"/>
                  </a:lnTo>
                  <a:cubicBezTo>
                    <a:pt x="518" y="491995"/>
                    <a:pt x="380" y="490588"/>
                    <a:pt x="428" y="489181"/>
                  </a:cubicBezTo>
                  <a:cubicBezTo>
                    <a:pt x="86" y="486291"/>
                    <a:pt x="-51" y="483381"/>
                    <a:pt x="17" y="480471"/>
                  </a:cubicBezTo>
                  <a:lnTo>
                    <a:pt x="17" y="0"/>
                  </a:lnTo>
                  <a:cubicBezTo>
                    <a:pt x="-51" y="2795"/>
                    <a:pt x="86" y="5592"/>
                    <a:pt x="428" y="8367"/>
                  </a:cubicBezTo>
                  <a:cubicBezTo>
                    <a:pt x="500" y="10469"/>
                    <a:pt x="775" y="12559"/>
                    <a:pt x="1251" y="14607"/>
                  </a:cubicBezTo>
                  <a:cubicBezTo>
                    <a:pt x="1741" y="17689"/>
                    <a:pt x="2428" y="20735"/>
                    <a:pt x="3309" y="23728"/>
                  </a:cubicBezTo>
                  <a:cubicBezTo>
                    <a:pt x="4200" y="27273"/>
                    <a:pt x="5323" y="30755"/>
                    <a:pt x="6669" y="34153"/>
                  </a:cubicBezTo>
                  <a:cubicBezTo>
                    <a:pt x="7976" y="37659"/>
                    <a:pt x="9655" y="41016"/>
                    <a:pt x="11676" y="44166"/>
                  </a:cubicBezTo>
                  <a:cubicBezTo>
                    <a:pt x="13322" y="47046"/>
                    <a:pt x="15379" y="50407"/>
                    <a:pt x="17505" y="53767"/>
                  </a:cubicBezTo>
                  <a:cubicBezTo>
                    <a:pt x="18894" y="55931"/>
                    <a:pt x="20405" y="58015"/>
                    <a:pt x="22031" y="60008"/>
                  </a:cubicBezTo>
                  <a:cubicBezTo>
                    <a:pt x="23746" y="62065"/>
                    <a:pt x="25392" y="64123"/>
                    <a:pt x="27038" y="66249"/>
                  </a:cubicBezTo>
                  <a:cubicBezTo>
                    <a:pt x="28683" y="68374"/>
                    <a:pt x="30809" y="70363"/>
                    <a:pt x="32867" y="72489"/>
                  </a:cubicBezTo>
                  <a:cubicBezTo>
                    <a:pt x="35080" y="74284"/>
                    <a:pt x="37166" y="76232"/>
                    <a:pt x="39108" y="78318"/>
                  </a:cubicBezTo>
                  <a:cubicBezTo>
                    <a:pt x="41234" y="79965"/>
                    <a:pt x="43291" y="82022"/>
                    <a:pt x="45966" y="83736"/>
                  </a:cubicBezTo>
                  <a:cubicBezTo>
                    <a:pt x="48640" y="85451"/>
                    <a:pt x="50560" y="87440"/>
                    <a:pt x="52824" y="89565"/>
                  </a:cubicBezTo>
                  <a:cubicBezTo>
                    <a:pt x="55416" y="91229"/>
                    <a:pt x="57911" y="93038"/>
                    <a:pt x="60299" y="94983"/>
                  </a:cubicBezTo>
                  <a:cubicBezTo>
                    <a:pt x="62768" y="96629"/>
                    <a:pt x="65305" y="98275"/>
                    <a:pt x="68186" y="99921"/>
                  </a:cubicBezTo>
                  <a:cubicBezTo>
                    <a:pt x="69420" y="100813"/>
                    <a:pt x="70723" y="101224"/>
                    <a:pt x="71957" y="102047"/>
                  </a:cubicBezTo>
                  <a:cubicBezTo>
                    <a:pt x="72353" y="102557"/>
                    <a:pt x="72958" y="102860"/>
                    <a:pt x="73603" y="102870"/>
                  </a:cubicBezTo>
                  <a:lnTo>
                    <a:pt x="73603" y="103281"/>
                  </a:lnTo>
                  <a:cubicBezTo>
                    <a:pt x="437535" y="313137"/>
                    <a:pt x="801443" y="523266"/>
                    <a:pt x="1165328" y="733669"/>
                  </a:cubicBezTo>
                  <a:cubicBezTo>
                    <a:pt x="1237406" y="774817"/>
                    <a:pt x="1309004" y="816513"/>
                    <a:pt x="1381013" y="858210"/>
                  </a:cubicBezTo>
                  <a:cubicBezTo>
                    <a:pt x="1387253" y="861502"/>
                    <a:pt x="1393563" y="865068"/>
                    <a:pt x="1400215" y="868977"/>
                  </a:cubicBezTo>
                  <a:lnTo>
                    <a:pt x="1402684" y="870280"/>
                  </a:lnTo>
                  <a:cubicBezTo>
                    <a:pt x="1402684" y="870508"/>
                    <a:pt x="1402868" y="870692"/>
                    <a:pt x="1403095" y="870692"/>
                  </a:cubicBezTo>
                  <a:lnTo>
                    <a:pt x="1411874" y="875630"/>
                  </a:lnTo>
                  <a:cubicBezTo>
                    <a:pt x="1414754" y="876932"/>
                    <a:pt x="1417703" y="878579"/>
                    <a:pt x="1420583" y="879813"/>
                  </a:cubicBezTo>
                  <a:cubicBezTo>
                    <a:pt x="1421886" y="880636"/>
                    <a:pt x="1423601" y="881048"/>
                    <a:pt x="1424835" y="882282"/>
                  </a:cubicBezTo>
                  <a:close/>
                </a:path>
              </a:pathLst>
            </a:custGeom>
            <a:solidFill>
              <a:srgbClr val="CCD6D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6EE6D88A-C9F5-2338-AA3F-9D91BB59238B}"/>
                </a:ext>
              </a:extLst>
            </p:cNvPr>
            <p:cNvSpPr/>
            <p:nvPr/>
          </p:nvSpPr>
          <p:spPr>
            <a:xfrm>
              <a:off x="2272954" y="3744468"/>
              <a:ext cx="1424783" cy="1001268"/>
            </a:xfrm>
            <a:custGeom>
              <a:avLst/>
              <a:gdLst>
                <a:gd name="connsiteX0" fmla="*/ 1424783 w 1424783"/>
                <a:gd name="connsiteY0" fmla="*/ 881390 h 1001268"/>
                <a:gd name="connsiteX1" fmla="*/ 1424783 w 1424783"/>
                <a:gd name="connsiteY1" fmla="*/ 1001268 h 1001268"/>
                <a:gd name="connsiteX2" fmla="*/ 1420600 w 1424783"/>
                <a:gd name="connsiteY2" fmla="*/ 999142 h 1001268"/>
                <a:gd name="connsiteX3" fmla="*/ 1411890 w 1424783"/>
                <a:gd name="connsiteY3" fmla="*/ 994959 h 1001268"/>
                <a:gd name="connsiteX4" fmla="*/ 1403112 w 1424783"/>
                <a:gd name="connsiteY4" fmla="*/ 990021 h 1001268"/>
                <a:gd name="connsiteX5" fmla="*/ 1402700 w 1424783"/>
                <a:gd name="connsiteY5" fmla="*/ 989609 h 1001268"/>
                <a:gd name="connsiteX6" fmla="*/ 1400232 w 1424783"/>
                <a:gd name="connsiteY6" fmla="*/ 988306 h 1001268"/>
                <a:gd name="connsiteX7" fmla="*/ 1381029 w 1424783"/>
                <a:gd name="connsiteY7" fmla="*/ 977539 h 1001268"/>
                <a:gd name="connsiteX8" fmla="*/ 1165345 w 1424783"/>
                <a:gd name="connsiteY8" fmla="*/ 852998 h 1001268"/>
                <a:gd name="connsiteX9" fmla="*/ 73620 w 1424783"/>
                <a:gd name="connsiteY9" fmla="*/ 222611 h 1001268"/>
                <a:gd name="connsiteX10" fmla="*/ 73620 w 1424783"/>
                <a:gd name="connsiteY10" fmla="*/ 222199 h 1001268"/>
                <a:gd name="connsiteX11" fmla="*/ 71974 w 1424783"/>
                <a:gd name="connsiteY11" fmla="*/ 221376 h 1001268"/>
                <a:gd name="connsiteX12" fmla="*/ 68202 w 1424783"/>
                <a:gd name="connsiteY12" fmla="*/ 219250 h 1001268"/>
                <a:gd name="connsiteX13" fmla="*/ 60316 w 1424783"/>
                <a:gd name="connsiteY13" fmla="*/ 214313 h 1001268"/>
                <a:gd name="connsiteX14" fmla="*/ 52840 w 1424783"/>
                <a:gd name="connsiteY14" fmla="*/ 208895 h 1001268"/>
                <a:gd name="connsiteX15" fmla="*/ 45982 w 1424783"/>
                <a:gd name="connsiteY15" fmla="*/ 203065 h 1001268"/>
                <a:gd name="connsiteX16" fmla="*/ 39124 w 1424783"/>
                <a:gd name="connsiteY16" fmla="*/ 197648 h 1001268"/>
                <a:gd name="connsiteX17" fmla="*/ 32884 w 1424783"/>
                <a:gd name="connsiteY17" fmla="*/ 191818 h 1001268"/>
                <a:gd name="connsiteX18" fmla="*/ 27054 w 1424783"/>
                <a:gd name="connsiteY18" fmla="*/ 185577 h 1001268"/>
                <a:gd name="connsiteX19" fmla="*/ 22048 w 1424783"/>
                <a:gd name="connsiteY19" fmla="*/ 179337 h 1001268"/>
                <a:gd name="connsiteX20" fmla="*/ 17522 w 1424783"/>
                <a:gd name="connsiteY20" fmla="*/ 173096 h 1001268"/>
                <a:gd name="connsiteX21" fmla="*/ 11692 w 1424783"/>
                <a:gd name="connsiteY21" fmla="*/ 163495 h 1001268"/>
                <a:gd name="connsiteX22" fmla="*/ 6686 w 1424783"/>
                <a:gd name="connsiteY22" fmla="*/ 153482 h 1001268"/>
                <a:gd name="connsiteX23" fmla="*/ 3326 w 1424783"/>
                <a:gd name="connsiteY23" fmla="*/ 143058 h 1001268"/>
                <a:gd name="connsiteX24" fmla="*/ 1268 w 1424783"/>
                <a:gd name="connsiteY24" fmla="*/ 133937 h 1001268"/>
                <a:gd name="connsiteX25" fmla="*/ 445 w 1424783"/>
                <a:gd name="connsiteY25" fmla="*/ 127696 h 1001268"/>
                <a:gd name="connsiteX26" fmla="*/ 34 w 1424783"/>
                <a:gd name="connsiteY26" fmla="*/ 119329 h 1001268"/>
                <a:gd name="connsiteX27" fmla="*/ 34 w 1424783"/>
                <a:gd name="connsiteY27" fmla="*/ 0 h 1001268"/>
                <a:gd name="connsiteX28" fmla="*/ 857 w 1424783"/>
                <a:gd name="connsiteY28" fmla="*/ 11247 h 1001268"/>
                <a:gd name="connsiteX29" fmla="*/ 2503 w 1424783"/>
                <a:gd name="connsiteY29" fmla="*/ 20368 h 1001268"/>
                <a:gd name="connsiteX30" fmla="*/ 23900 w 1424783"/>
                <a:gd name="connsiteY30" fmla="*/ 62408 h 1001268"/>
                <a:gd name="connsiteX31" fmla="*/ 43033 w 1424783"/>
                <a:gd name="connsiteY31" fmla="*/ 81542 h 1001268"/>
                <a:gd name="connsiteX32" fmla="*/ 54280 w 1424783"/>
                <a:gd name="connsiteY32" fmla="*/ 90252 h 1001268"/>
                <a:gd name="connsiteX33" fmla="*/ 66762 w 1424783"/>
                <a:gd name="connsiteY33" fmla="*/ 98618 h 1001268"/>
                <a:gd name="connsiteX34" fmla="*/ 73620 w 1424783"/>
                <a:gd name="connsiteY34" fmla="*/ 102801 h 1001268"/>
                <a:gd name="connsiteX35" fmla="*/ 83633 w 1424783"/>
                <a:gd name="connsiteY35" fmla="*/ 108631 h 1001268"/>
                <a:gd name="connsiteX36" fmla="*/ 93645 w 1424783"/>
                <a:gd name="connsiteY36" fmla="*/ 114460 h 1001268"/>
                <a:gd name="connsiteX37" fmla="*/ 113602 w 1424783"/>
                <a:gd name="connsiteY37" fmla="*/ 126119 h 1001268"/>
                <a:gd name="connsiteX38" fmla="*/ 153584 w 1424783"/>
                <a:gd name="connsiteY38" fmla="*/ 149024 h 1001268"/>
                <a:gd name="connsiteX39" fmla="*/ 233549 w 1424783"/>
                <a:gd name="connsiteY39" fmla="*/ 195179 h 1001268"/>
                <a:gd name="connsiteX40" fmla="*/ 393820 w 1424783"/>
                <a:gd name="connsiteY40" fmla="*/ 287625 h 1001268"/>
                <a:gd name="connsiteX41" fmla="*/ 713609 w 1424783"/>
                <a:gd name="connsiteY41" fmla="*/ 472791 h 1001268"/>
                <a:gd name="connsiteX42" fmla="*/ 1033809 w 1424783"/>
                <a:gd name="connsiteY42" fmla="*/ 657957 h 1001268"/>
                <a:gd name="connsiteX43" fmla="*/ 1193669 w 1424783"/>
                <a:gd name="connsiteY43" fmla="*/ 749922 h 1001268"/>
                <a:gd name="connsiteX44" fmla="*/ 1274044 w 1424783"/>
                <a:gd name="connsiteY44" fmla="*/ 796145 h 1001268"/>
                <a:gd name="connsiteX45" fmla="*/ 1354352 w 1424783"/>
                <a:gd name="connsiteY45" fmla="*/ 841820 h 1001268"/>
                <a:gd name="connsiteX46" fmla="*/ 1403455 w 1424783"/>
                <a:gd name="connsiteY46" fmla="*/ 870555 h 1001268"/>
                <a:gd name="connsiteX47" fmla="*/ 1424783 w 1424783"/>
                <a:gd name="connsiteY47" fmla="*/ 881390 h 1001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424783" h="1001268">
                  <a:moveTo>
                    <a:pt x="1424783" y="881390"/>
                  </a:moveTo>
                  <a:lnTo>
                    <a:pt x="1424783" y="1001268"/>
                  </a:lnTo>
                  <a:cubicBezTo>
                    <a:pt x="1423549" y="1000376"/>
                    <a:pt x="1421834" y="999965"/>
                    <a:pt x="1420600" y="999142"/>
                  </a:cubicBezTo>
                  <a:cubicBezTo>
                    <a:pt x="1417719" y="997908"/>
                    <a:pt x="1414771" y="996262"/>
                    <a:pt x="1411890" y="994959"/>
                  </a:cubicBezTo>
                  <a:lnTo>
                    <a:pt x="1403112" y="990021"/>
                  </a:lnTo>
                  <a:cubicBezTo>
                    <a:pt x="1402885" y="990021"/>
                    <a:pt x="1402700" y="989837"/>
                    <a:pt x="1402700" y="989609"/>
                  </a:cubicBezTo>
                  <a:lnTo>
                    <a:pt x="1400232" y="988306"/>
                  </a:lnTo>
                  <a:cubicBezTo>
                    <a:pt x="1393374" y="984603"/>
                    <a:pt x="1387270" y="980831"/>
                    <a:pt x="1381029" y="977539"/>
                  </a:cubicBezTo>
                  <a:cubicBezTo>
                    <a:pt x="1309020" y="935843"/>
                    <a:pt x="1237423" y="894215"/>
                    <a:pt x="1165345" y="852998"/>
                  </a:cubicBezTo>
                  <a:cubicBezTo>
                    <a:pt x="801460" y="642686"/>
                    <a:pt x="437551" y="432557"/>
                    <a:pt x="73620" y="222611"/>
                  </a:cubicBezTo>
                  <a:lnTo>
                    <a:pt x="73620" y="222199"/>
                  </a:lnTo>
                  <a:cubicBezTo>
                    <a:pt x="72975" y="222189"/>
                    <a:pt x="72369" y="221886"/>
                    <a:pt x="71974" y="221376"/>
                  </a:cubicBezTo>
                  <a:cubicBezTo>
                    <a:pt x="70740" y="220553"/>
                    <a:pt x="69437" y="220142"/>
                    <a:pt x="68202" y="219250"/>
                  </a:cubicBezTo>
                  <a:cubicBezTo>
                    <a:pt x="65322" y="217604"/>
                    <a:pt x="62784" y="215958"/>
                    <a:pt x="60316" y="214313"/>
                  </a:cubicBezTo>
                  <a:cubicBezTo>
                    <a:pt x="57928" y="212367"/>
                    <a:pt x="55432" y="210558"/>
                    <a:pt x="52840" y="208895"/>
                  </a:cubicBezTo>
                  <a:cubicBezTo>
                    <a:pt x="50303" y="206769"/>
                    <a:pt x="47834" y="205123"/>
                    <a:pt x="45982" y="203065"/>
                  </a:cubicBezTo>
                  <a:cubicBezTo>
                    <a:pt x="44131" y="201008"/>
                    <a:pt x="41456" y="199293"/>
                    <a:pt x="39124" y="197648"/>
                  </a:cubicBezTo>
                  <a:cubicBezTo>
                    <a:pt x="37182" y="195561"/>
                    <a:pt x="35097" y="193614"/>
                    <a:pt x="32884" y="191818"/>
                  </a:cubicBezTo>
                  <a:cubicBezTo>
                    <a:pt x="30826" y="189692"/>
                    <a:pt x="29180" y="187635"/>
                    <a:pt x="27054" y="185577"/>
                  </a:cubicBezTo>
                  <a:cubicBezTo>
                    <a:pt x="24928" y="183520"/>
                    <a:pt x="23762" y="181394"/>
                    <a:pt x="22048" y="179337"/>
                  </a:cubicBezTo>
                  <a:cubicBezTo>
                    <a:pt x="20422" y="177344"/>
                    <a:pt x="18911" y="175261"/>
                    <a:pt x="17522" y="173096"/>
                  </a:cubicBezTo>
                  <a:cubicBezTo>
                    <a:pt x="15396" y="169736"/>
                    <a:pt x="13338" y="166238"/>
                    <a:pt x="11692" y="163495"/>
                  </a:cubicBezTo>
                  <a:cubicBezTo>
                    <a:pt x="9671" y="160346"/>
                    <a:pt x="7993" y="156989"/>
                    <a:pt x="6686" y="153482"/>
                  </a:cubicBezTo>
                  <a:cubicBezTo>
                    <a:pt x="5340" y="150084"/>
                    <a:pt x="4217" y="146602"/>
                    <a:pt x="3326" y="143058"/>
                  </a:cubicBezTo>
                  <a:cubicBezTo>
                    <a:pt x="2445" y="140065"/>
                    <a:pt x="1758" y="137018"/>
                    <a:pt x="1268" y="133937"/>
                  </a:cubicBezTo>
                  <a:cubicBezTo>
                    <a:pt x="792" y="131888"/>
                    <a:pt x="517" y="129798"/>
                    <a:pt x="445" y="127696"/>
                  </a:cubicBezTo>
                  <a:cubicBezTo>
                    <a:pt x="103" y="124921"/>
                    <a:pt x="-35" y="122124"/>
                    <a:pt x="34" y="119329"/>
                  </a:cubicBezTo>
                  <a:lnTo>
                    <a:pt x="34" y="0"/>
                  </a:lnTo>
                  <a:cubicBezTo>
                    <a:pt x="-102" y="3768"/>
                    <a:pt x="174" y="7539"/>
                    <a:pt x="857" y="11247"/>
                  </a:cubicBezTo>
                  <a:cubicBezTo>
                    <a:pt x="1005" y="14346"/>
                    <a:pt x="1558" y="17413"/>
                    <a:pt x="2503" y="20368"/>
                  </a:cubicBezTo>
                  <a:cubicBezTo>
                    <a:pt x="6349" y="35825"/>
                    <a:pt x="13667" y="50202"/>
                    <a:pt x="23900" y="62408"/>
                  </a:cubicBezTo>
                  <a:cubicBezTo>
                    <a:pt x="29752" y="69290"/>
                    <a:pt x="36151" y="75689"/>
                    <a:pt x="43033" y="81542"/>
                  </a:cubicBezTo>
                  <a:cubicBezTo>
                    <a:pt x="46625" y="84642"/>
                    <a:pt x="50380" y="87550"/>
                    <a:pt x="54280" y="90252"/>
                  </a:cubicBezTo>
                  <a:cubicBezTo>
                    <a:pt x="58211" y="93369"/>
                    <a:pt x="62385" y="96166"/>
                    <a:pt x="66762" y="98618"/>
                  </a:cubicBezTo>
                  <a:cubicBezTo>
                    <a:pt x="68967" y="100141"/>
                    <a:pt x="71257" y="101538"/>
                    <a:pt x="73620" y="102801"/>
                  </a:cubicBezTo>
                  <a:cubicBezTo>
                    <a:pt x="76980" y="104859"/>
                    <a:pt x="80478" y="106505"/>
                    <a:pt x="83633" y="108631"/>
                  </a:cubicBezTo>
                  <a:cubicBezTo>
                    <a:pt x="86787" y="110757"/>
                    <a:pt x="90491" y="112334"/>
                    <a:pt x="93645" y="114460"/>
                  </a:cubicBezTo>
                  <a:cubicBezTo>
                    <a:pt x="100503" y="118163"/>
                    <a:pt x="106950" y="121935"/>
                    <a:pt x="113602" y="126119"/>
                  </a:cubicBezTo>
                  <a:cubicBezTo>
                    <a:pt x="126907" y="133594"/>
                    <a:pt x="140280" y="141481"/>
                    <a:pt x="153584" y="149024"/>
                  </a:cubicBezTo>
                  <a:lnTo>
                    <a:pt x="233549" y="195179"/>
                  </a:lnTo>
                  <a:cubicBezTo>
                    <a:pt x="287270" y="226040"/>
                    <a:pt x="340693" y="256855"/>
                    <a:pt x="393820" y="287625"/>
                  </a:cubicBezTo>
                  <a:lnTo>
                    <a:pt x="713609" y="472791"/>
                  </a:lnTo>
                  <a:cubicBezTo>
                    <a:pt x="820593" y="534467"/>
                    <a:pt x="927327" y="596189"/>
                    <a:pt x="1033809" y="657957"/>
                  </a:cubicBezTo>
                  <a:cubicBezTo>
                    <a:pt x="1087095" y="688749"/>
                    <a:pt x="1140382" y="719130"/>
                    <a:pt x="1193669" y="749922"/>
                  </a:cubicBezTo>
                  <a:cubicBezTo>
                    <a:pt x="1220346" y="765353"/>
                    <a:pt x="1247367" y="780783"/>
                    <a:pt x="1274044" y="796145"/>
                  </a:cubicBezTo>
                  <a:lnTo>
                    <a:pt x="1354352" y="841820"/>
                  </a:lnTo>
                  <a:cubicBezTo>
                    <a:pt x="1370536" y="851421"/>
                    <a:pt x="1387201" y="861022"/>
                    <a:pt x="1403455" y="870555"/>
                  </a:cubicBezTo>
                  <a:cubicBezTo>
                    <a:pt x="1409764" y="874326"/>
                    <a:pt x="1416828" y="877824"/>
                    <a:pt x="1424783" y="881390"/>
                  </a:cubicBezTo>
                  <a:close/>
                </a:path>
              </a:pathLst>
            </a:custGeom>
            <a:solidFill>
              <a:srgbClr val="39393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44506294-6F3B-BF05-3193-00625289DEFA}"/>
                </a:ext>
              </a:extLst>
            </p:cNvPr>
            <p:cNvSpPr/>
            <p:nvPr/>
          </p:nvSpPr>
          <p:spPr>
            <a:xfrm>
              <a:off x="2272885" y="3439904"/>
              <a:ext cx="1424851" cy="1185954"/>
            </a:xfrm>
            <a:custGeom>
              <a:avLst/>
              <a:gdLst>
                <a:gd name="connsiteX0" fmla="*/ 1424852 w 1424851"/>
                <a:gd name="connsiteY0" fmla="*/ 1157219 h 1185954"/>
                <a:gd name="connsiteX1" fmla="*/ 1424852 w 1424851"/>
                <a:gd name="connsiteY1" fmla="*/ 1185954 h 1185954"/>
                <a:gd name="connsiteX2" fmla="*/ 1403180 w 1424851"/>
                <a:gd name="connsiteY2" fmla="*/ 1175118 h 1185954"/>
                <a:gd name="connsiteX3" fmla="*/ 1354077 w 1424851"/>
                <a:gd name="connsiteY3" fmla="*/ 1146383 h 1185954"/>
                <a:gd name="connsiteX4" fmla="*/ 1274113 w 1424851"/>
                <a:gd name="connsiteY4" fmla="*/ 1100092 h 1185954"/>
                <a:gd name="connsiteX5" fmla="*/ 1193737 w 1424851"/>
                <a:gd name="connsiteY5" fmla="*/ 1053869 h 1185954"/>
                <a:gd name="connsiteX6" fmla="*/ 1033877 w 1424851"/>
                <a:gd name="connsiteY6" fmla="*/ 961903 h 1185954"/>
                <a:gd name="connsiteX7" fmla="*/ 713677 w 1424851"/>
                <a:gd name="connsiteY7" fmla="*/ 776737 h 1185954"/>
                <a:gd name="connsiteX8" fmla="*/ 393889 w 1424851"/>
                <a:gd name="connsiteY8" fmla="*/ 591571 h 1185954"/>
                <a:gd name="connsiteX9" fmla="*/ 233617 w 1424851"/>
                <a:gd name="connsiteY9" fmla="*/ 499125 h 1185954"/>
                <a:gd name="connsiteX10" fmla="*/ 153653 w 1424851"/>
                <a:gd name="connsiteY10" fmla="*/ 452971 h 1185954"/>
                <a:gd name="connsiteX11" fmla="*/ 113671 w 1424851"/>
                <a:gd name="connsiteY11" fmla="*/ 430065 h 1185954"/>
                <a:gd name="connsiteX12" fmla="*/ 93714 w 1424851"/>
                <a:gd name="connsiteY12" fmla="*/ 418406 h 1185954"/>
                <a:gd name="connsiteX13" fmla="*/ 83701 w 1424851"/>
                <a:gd name="connsiteY13" fmla="*/ 412577 h 1185954"/>
                <a:gd name="connsiteX14" fmla="*/ 73689 w 1424851"/>
                <a:gd name="connsiteY14" fmla="*/ 406748 h 1185954"/>
                <a:gd name="connsiteX15" fmla="*/ 66831 w 1424851"/>
                <a:gd name="connsiteY15" fmla="*/ 402565 h 1185954"/>
                <a:gd name="connsiteX16" fmla="*/ 54349 w 1424851"/>
                <a:gd name="connsiteY16" fmla="*/ 394198 h 1185954"/>
                <a:gd name="connsiteX17" fmla="*/ 43102 w 1424851"/>
                <a:gd name="connsiteY17" fmla="*/ 385489 h 1185954"/>
                <a:gd name="connsiteX18" fmla="*/ 23968 w 1424851"/>
                <a:gd name="connsiteY18" fmla="*/ 366972 h 1185954"/>
                <a:gd name="connsiteX19" fmla="*/ 2503 w 1424851"/>
                <a:gd name="connsiteY19" fmla="*/ 325138 h 1185954"/>
                <a:gd name="connsiteX20" fmla="*/ 857 w 1424851"/>
                <a:gd name="connsiteY20" fmla="*/ 316017 h 1185954"/>
                <a:gd name="connsiteX21" fmla="*/ 34 w 1424851"/>
                <a:gd name="connsiteY21" fmla="*/ 304770 h 1185954"/>
                <a:gd name="connsiteX22" fmla="*/ 34 w 1424851"/>
                <a:gd name="connsiteY22" fmla="*/ 303123 h 1185954"/>
                <a:gd name="connsiteX23" fmla="*/ 445 w 1424851"/>
                <a:gd name="connsiteY23" fmla="*/ 294345 h 1185954"/>
                <a:gd name="connsiteX24" fmla="*/ 857 w 1424851"/>
                <a:gd name="connsiteY24" fmla="*/ 292699 h 1185954"/>
                <a:gd name="connsiteX25" fmla="*/ 1268 w 1424851"/>
                <a:gd name="connsiteY25" fmla="*/ 289750 h 1185954"/>
                <a:gd name="connsiteX26" fmla="*/ 12104 w 1424851"/>
                <a:gd name="connsiteY26" fmla="*/ 256557 h 1185954"/>
                <a:gd name="connsiteX27" fmla="*/ 37067 w 1424851"/>
                <a:gd name="connsiteY27" fmla="*/ 223228 h 1185954"/>
                <a:gd name="connsiteX28" fmla="*/ 75335 w 1424851"/>
                <a:gd name="connsiteY28" fmla="*/ 194835 h 1185954"/>
                <a:gd name="connsiteX29" fmla="*/ 95909 w 1424851"/>
                <a:gd name="connsiteY29" fmla="*/ 182354 h 1185954"/>
                <a:gd name="connsiteX30" fmla="*/ 96320 w 1424851"/>
                <a:gd name="connsiteY30" fmla="*/ 182354 h 1185954"/>
                <a:gd name="connsiteX31" fmla="*/ 96320 w 1424851"/>
                <a:gd name="connsiteY31" fmla="*/ 181943 h 1185954"/>
                <a:gd name="connsiteX32" fmla="*/ 97143 w 1424851"/>
                <a:gd name="connsiteY32" fmla="*/ 181531 h 1185954"/>
                <a:gd name="connsiteX33" fmla="*/ 116757 w 1424851"/>
                <a:gd name="connsiteY33" fmla="*/ 170284 h 1185954"/>
                <a:gd name="connsiteX34" fmla="*/ 199601 w 1424851"/>
                <a:gd name="connsiteY34" fmla="*/ 122827 h 1185954"/>
                <a:gd name="connsiteX35" fmla="*/ 282858 w 1424851"/>
                <a:gd name="connsiteY35" fmla="*/ 74478 h 1185954"/>
                <a:gd name="connsiteX36" fmla="*/ 387785 w 1424851"/>
                <a:gd name="connsiteY36" fmla="*/ 14127 h 1185954"/>
                <a:gd name="connsiteX37" fmla="*/ 387785 w 1424851"/>
                <a:gd name="connsiteY37" fmla="*/ 13716 h 1185954"/>
                <a:gd name="connsiteX38" fmla="*/ 411925 w 1424851"/>
                <a:gd name="connsiteY38" fmla="*/ 0 h 1185954"/>
                <a:gd name="connsiteX39" fmla="*/ 415697 w 1424851"/>
                <a:gd name="connsiteY39" fmla="*/ 4526 h 1185954"/>
                <a:gd name="connsiteX40" fmla="*/ 415286 w 1424851"/>
                <a:gd name="connsiteY40" fmla="*/ 4526 h 1185954"/>
                <a:gd name="connsiteX41" fmla="*/ 276617 w 1424851"/>
                <a:gd name="connsiteY41" fmla="*/ 84490 h 1185954"/>
                <a:gd name="connsiteX42" fmla="*/ 206254 w 1424851"/>
                <a:gd name="connsiteY42" fmla="*/ 125638 h 1185954"/>
                <a:gd name="connsiteX43" fmla="*/ 135479 w 1424851"/>
                <a:gd name="connsiteY43" fmla="*/ 166032 h 1185954"/>
                <a:gd name="connsiteX44" fmla="*/ 86307 w 1424851"/>
                <a:gd name="connsiteY44" fmla="*/ 194767 h 1185954"/>
                <a:gd name="connsiteX45" fmla="*/ 42622 w 1424851"/>
                <a:gd name="connsiteY45" fmla="*/ 229743 h 1185954"/>
                <a:gd name="connsiteX46" fmla="*/ 20951 w 1424851"/>
                <a:gd name="connsiteY46" fmla="*/ 268491 h 1185954"/>
                <a:gd name="connsiteX47" fmla="*/ 20128 w 1424851"/>
                <a:gd name="connsiteY47" fmla="*/ 309639 h 1185954"/>
                <a:gd name="connsiteX48" fmla="*/ 40702 w 1424851"/>
                <a:gd name="connsiteY48" fmla="*/ 348318 h 1185954"/>
                <a:gd name="connsiteX49" fmla="*/ 58258 w 1424851"/>
                <a:gd name="connsiteY49" fmla="*/ 365257 h 1185954"/>
                <a:gd name="connsiteX50" fmla="*/ 68614 w 1424851"/>
                <a:gd name="connsiteY50" fmla="*/ 373212 h 1185954"/>
                <a:gd name="connsiteX51" fmla="*/ 80272 w 1424851"/>
                <a:gd name="connsiteY51" fmla="*/ 381099 h 1185954"/>
                <a:gd name="connsiteX52" fmla="*/ 86513 w 1424851"/>
                <a:gd name="connsiteY52" fmla="*/ 384871 h 1185954"/>
                <a:gd name="connsiteX53" fmla="*/ 96526 w 1424851"/>
                <a:gd name="connsiteY53" fmla="*/ 390700 h 1185954"/>
                <a:gd name="connsiteX54" fmla="*/ 106538 w 1424851"/>
                <a:gd name="connsiteY54" fmla="*/ 396529 h 1185954"/>
                <a:gd name="connsiteX55" fmla="*/ 126495 w 1424851"/>
                <a:gd name="connsiteY55" fmla="*/ 408188 h 1185954"/>
                <a:gd name="connsiteX56" fmla="*/ 166477 w 1424851"/>
                <a:gd name="connsiteY56" fmla="*/ 431094 h 1185954"/>
                <a:gd name="connsiteX57" fmla="*/ 246853 w 1424851"/>
                <a:gd name="connsiteY57" fmla="*/ 477317 h 1185954"/>
                <a:gd name="connsiteX58" fmla="*/ 406713 w 1424851"/>
                <a:gd name="connsiteY58" fmla="*/ 569694 h 1185954"/>
                <a:gd name="connsiteX59" fmla="*/ 726913 w 1424851"/>
                <a:gd name="connsiteY59" fmla="*/ 754860 h 1185954"/>
                <a:gd name="connsiteX60" fmla="*/ 1046702 w 1424851"/>
                <a:gd name="connsiteY60" fmla="*/ 940026 h 1185954"/>
                <a:gd name="connsiteX61" fmla="*/ 1207042 w 1424851"/>
                <a:gd name="connsiteY61" fmla="*/ 1032061 h 1185954"/>
                <a:gd name="connsiteX62" fmla="*/ 1286937 w 1424851"/>
                <a:gd name="connsiteY62" fmla="*/ 1078283 h 1185954"/>
                <a:gd name="connsiteX63" fmla="*/ 1366902 w 1424851"/>
                <a:gd name="connsiteY63" fmla="*/ 1124438 h 1185954"/>
                <a:gd name="connsiteX64" fmla="*/ 1416005 w 1424851"/>
                <a:gd name="connsiteY64" fmla="*/ 1153173 h 1185954"/>
                <a:gd name="connsiteX65" fmla="*/ 1424852 w 1424851"/>
                <a:gd name="connsiteY65" fmla="*/ 1157219 h 1185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1424851" h="1185954">
                  <a:moveTo>
                    <a:pt x="1424852" y="1157219"/>
                  </a:moveTo>
                  <a:lnTo>
                    <a:pt x="1424852" y="1185954"/>
                  </a:lnTo>
                  <a:cubicBezTo>
                    <a:pt x="1416896" y="1182182"/>
                    <a:pt x="1409833" y="1179096"/>
                    <a:pt x="1403180" y="1175118"/>
                  </a:cubicBezTo>
                  <a:cubicBezTo>
                    <a:pt x="1386927" y="1165586"/>
                    <a:pt x="1370262" y="1155985"/>
                    <a:pt x="1354077" y="1146383"/>
                  </a:cubicBezTo>
                  <a:lnTo>
                    <a:pt x="1274113" y="1100092"/>
                  </a:lnTo>
                  <a:cubicBezTo>
                    <a:pt x="1247435" y="1084730"/>
                    <a:pt x="1220415" y="1069300"/>
                    <a:pt x="1193737" y="1053869"/>
                  </a:cubicBezTo>
                  <a:cubicBezTo>
                    <a:pt x="1140451" y="1023077"/>
                    <a:pt x="1087164" y="992696"/>
                    <a:pt x="1033877" y="961903"/>
                  </a:cubicBezTo>
                  <a:cubicBezTo>
                    <a:pt x="927304" y="900227"/>
                    <a:pt x="820571" y="838505"/>
                    <a:pt x="713677" y="776737"/>
                  </a:cubicBezTo>
                  <a:lnTo>
                    <a:pt x="393889" y="591571"/>
                  </a:lnTo>
                  <a:cubicBezTo>
                    <a:pt x="340625" y="560756"/>
                    <a:pt x="287201" y="529941"/>
                    <a:pt x="233617" y="499125"/>
                  </a:cubicBezTo>
                  <a:lnTo>
                    <a:pt x="153653" y="452971"/>
                  </a:lnTo>
                  <a:cubicBezTo>
                    <a:pt x="140348" y="445427"/>
                    <a:pt x="126975" y="437541"/>
                    <a:pt x="113671" y="430065"/>
                  </a:cubicBezTo>
                  <a:cubicBezTo>
                    <a:pt x="106813" y="425882"/>
                    <a:pt x="100366" y="422110"/>
                    <a:pt x="93714" y="418406"/>
                  </a:cubicBezTo>
                  <a:cubicBezTo>
                    <a:pt x="90354" y="416280"/>
                    <a:pt x="86856" y="414635"/>
                    <a:pt x="83701" y="412577"/>
                  </a:cubicBezTo>
                  <a:cubicBezTo>
                    <a:pt x="80547" y="410520"/>
                    <a:pt x="76843" y="408806"/>
                    <a:pt x="73689" y="406748"/>
                  </a:cubicBezTo>
                  <a:cubicBezTo>
                    <a:pt x="71325" y="405484"/>
                    <a:pt x="69036" y="404088"/>
                    <a:pt x="66831" y="402565"/>
                  </a:cubicBezTo>
                  <a:cubicBezTo>
                    <a:pt x="62454" y="400113"/>
                    <a:pt x="58280" y="397315"/>
                    <a:pt x="54349" y="394198"/>
                  </a:cubicBezTo>
                  <a:cubicBezTo>
                    <a:pt x="50448" y="391496"/>
                    <a:pt x="46694" y="388589"/>
                    <a:pt x="43102" y="385489"/>
                  </a:cubicBezTo>
                  <a:cubicBezTo>
                    <a:pt x="36244" y="379832"/>
                    <a:pt x="29846" y="373641"/>
                    <a:pt x="23968" y="366972"/>
                  </a:cubicBezTo>
                  <a:cubicBezTo>
                    <a:pt x="13738" y="354832"/>
                    <a:pt x="6399" y="340528"/>
                    <a:pt x="2503" y="325138"/>
                  </a:cubicBezTo>
                  <a:cubicBezTo>
                    <a:pt x="1558" y="322183"/>
                    <a:pt x="1005" y="319116"/>
                    <a:pt x="857" y="316017"/>
                  </a:cubicBezTo>
                  <a:cubicBezTo>
                    <a:pt x="174" y="312309"/>
                    <a:pt x="-102" y="308538"/>
                    <a:pt x="34" y="304770"/>
                  </a:cubicBezTo>
                  <a:lnTo>
                    <a:pt x="34" y="303123"/>
                  </a:lnTo>
                  <a:cubicBezTo>
                    <a:pt x="-35" y="300191"/>
                    <a:pt x="103" y="297258"/>
                    <a:pt x="445" y="294345"/>
                  </a:cubicBezTo>
                  <a:cubicBezTo>
                    <a:pt x="384" y="293765"/>
                    <a:pt x="529" y="293182"/>
                    <a:pt x="857" y="292699"/>
                  </a:cubicBezTo>
                  <a:cubicBezTo>
                    <a:pt x="791" y="291698"/>
                    <a:pt x="931" y="290695"/>
                    <a:pt x="1268" y="289750"/>
                  </a:cubicBezTo>
                  <a:cubicBezTo>
                    <a:pt x="2864" y="278127"/>
                    <a:pt x="6534" y="266884"/>
                    <a:pt x="12104" y="256557"/>
                  </a:cubicBezTo>
                  <a:cubicBezTo>
                    <a:pt x="18638" y="244215"/>
                    <a:pt x="27061" y="232970"/>
                    <a:pt x="37067" y="223228"/>
                  </a:cubicBezTo>
                  <a:cubicBezTo>
                    <a:pt x="48894" y="212572"/>
                    <a:pt x="61707" y="203065"/>
                    <a:pt x="75335" y="194835"/>
                  </a:cubicBezTo>
                  <a:cubicBezTo>
                    <a:pt x="82193" y="190241"/>
                    <a:pt x="89051" y="186537"/>
                    <a:pt x="95909" y="182354"/>
                  </a:cubicBezTo>
                  <a:lnTo>
                    <a:pt x="96320" y="182354"/>
                  </a:lnTo>
                  <a:lnTo>
                    <a:pt x="96320" y="181943"/>
                  </a:lnTo>
                  <a:cubicBezTo>
                    <a:pt x="96731" y="181943"/>
                    <a:pt x="96731" y="181943"/>
                    <a:pt x="97143" y="181531"/>
                  </a:cubicBezTo>
                  <a:cubicBezTo>
                    <a:pt x="104001" y="177759"/>
                    <a:pt x="110859" y="174056"/>
                    <a:pt x="116757" y="170284"/>
                  </a:cubicBezTo>
                  <a:cubicBezTo>
                    <a:pt x="144600" y="154442"/>
                    <a:pt x="172101" y="138600"/>
                    <a:pt x="199601" y="122827"/>
                  </a:cubicBezTo>
                  <a:lnTo>
                    <a:pt x="282858" y="74478"/>
                  </a:lnTo>
                  <a:cubicBezTo>
                    <a:pt x="317833" y="54521"/>
                    <a:pt x="352809" y="34153"/>
                    <a:pt x="387785" y="14127"/>
                  </a:cubicBezTo>
                  <a:lnTo>
                    <a:pt x="387785" y="13716"/>
                  </a:lnTo>
                  <a:cubicBezTo>
                    <a:pt x="395672" y="9121"/>
                    <a:pt x="404038" y="4526"/>
                    <a:pt x="411925" y="0"/>
                  </a:cubicBezTo>
                  <a:cubicBezTo>
                    <a:pt x="413160" y="1646"/>
                    <a:pt x="414463" y="2880"/>
                    <a:pt x="415697" y="4526"/>
                  </a:cubicBezTo>
                  <a:lnTo>
                    <a:pt x="415286" y="4526"/>
                  </a:lnTo>
                  <a:lnTo>
                    <a:pt x="276617" y="84490"/>
                  </a:lnTo>
                  <a:cubicBezTo>
                    <a:pt x="252888" y="98206"/>
                    <a:pt x="229571" y="111922"/>
                    <a:pt x="206254" y="125638"/>
                  </a:cubicBezTo>
                  <a:cubicBezTo>
                    <a:pt x="182937" y="139354"/>
                    <a:pt x="159208" y="152728"/>
                    <a:pt x="135479" y="166032"/>
                  </a:cubicBezTo>
                  <a:cubicBezTo>
                    <a:pt x="119226" y="175633"/>
                    <a:pt x="102972" y="185166"/>
                    <a:pt x="86307" y="194767"/>
                  </a:cubicBezTo>
                  <a:cubicBezTo>
                    <a:pt x="69920" y="203942"/>
                    <a:pt x="55160" y="215760"/>
                    <a:pt x="42622" y="229743"/>
                  </a:cubicBezTo>
                  <a:cubicBezTo>
                    <a:pt x="32664" y="240927"/>
                    <a:pt x="25268" y="254151"/>
                    <a:pt x="20951" y="268491"/>
                  </a:cubicBezTo>
                  <a:cubicBezTo>
                    <a:pt x="17084" y="281899"/>
                    <a:pt x="16801" y="296086"/>
                    <a:pt x="20128" y="309639"/>
                  </a:cubicBezTo>
                  <a:cubicBezTo>
                    <a:pt x="24038" y="323896"/>
                    <a:pt x="31065" y="337107"/>
                    <a:pt x="40702" y="348318"/>
                  </a:cubicBezTo>
                  <a:cubicBezTo>
                    <a:pt x="46025" y="354487"/>
                    <a:pt x="51902" y="360157"/>
                    <a:pt x="58258" y="365257"/>
                  </a:cubicBezTo>
                  <a:cubicBezTo>
                    <a:pt x="61550" y="367794"/>
                    <a:pt x="65116" y="370675"/>
                    <a:pt x="68614" y="373212"/>
                  </a:cubicBezTo>
                  <a:cubicBezTo>
                    <a:pt x="72347" y="376060"/>
                    <a:pt x="76240" y="378693"/>
                    <a:pt x="80272" y="381099"/>
                  </a:cubicBezTo>
                  <a:lnTo>
                    <a:pt x="86513" y="384871"/>
                  </a:lnTo>
                  <a:cubicBezTo>
                    <a:pt x="89873" y="386928"/>
                    <a:pt x="93371" y="388574"/>
                    <a:pt x="96526" y="390700"/>
                  </a:cubicBezTo>
                  <a:cubicBezTo>
                    <a:pt x="99680" y="392826"/>
                    <a:pt x="103384" y="394403"/>
                    <a:pt x="106538" y="396529"/>
                  </a:cubicBezTo>
                  <a:cubicBezTo>
                    <a:pt x="113396" y="400233"/>
                    <a:pt x="119843" y="404005"/>
                    <a:pt x="126495" y="408188"/>
                  </a:cubicBezTo>
                  <a:cubicBezTo>
                    <a:pt x="140211" y="415664"/>
                    <a:pt x="153173" y="423550"/>
                    <a:pt x="166477" y="431094"/>
                  </a:cubicBezTo>
                  <a:cubicBezTo>
                    <a:pt x="193155" y="446456"/>
                    <a:pt x="219764" y="461886"/>
                    <a:pt x="246853" y="477317"/>
                  </a:cubicBezTo>
                  <a:lnTo>
                    <a:pt x="406713" y="569694"/>
                  </a:lnTo>
                  <a:cubicBezTo>
                    <a:pt x="513378" y="631370"/>
                    <a:pt x="620111" y="693092"/>
                    <a:pt x="726913" y="754860"/>
                  </a:cubicBezTo>
                  <a:lnTo>
                    <a:pt x="1046702" y="940026"/>
                  </a:lnTo>
                  <a:cubicBezTo>
                    <a:pt x="1099988" y="970819"/>
                    <a:pt x="1153275" y="1001748"/>
                    <a:pt x="1207042" y="1032061"/>
                  </a:cubicBezTo>
                  <a:lnTo>
                    <a:pt x="1286937" y="1078283"/>
                  </a:lnTo>
                  <a:lnTo>
                    <a:pt x="1366902" y="1124438"/>
                  </a:lnTo>
                  <a:cubicBezTo>
                    <a:pt x="1383155" y="1134039"/>
                    <a:pt x="1399820" y="1143640"/>
                    <a:pt x="1416005" y="1153173"/>
                  </a:cubicBezTo>
                  <a:cubicBezTo>
                    <a:pt x="1418866" y="1154706"/>
                    <a:pt x="1421821" y="1156058"/>
                    <a:pt x="1424852" y="1157219"/>
                  </a:cubicBezTo>
                  <a:close/>
                </a:path>
              </a:pathLst>
            </a:custGeom>
            <a:solidFill>
              <a:srgbClr val="4C4B5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AF9754BC-804D-BFA9-D318-4EC26A8859A9}"/>
                </a:ext>
              </a:extLst>
            </p:cNvPr>
            <p:cNvSpPr/>
            <p:nvPr/>
          </p:nvSpPr>
          <p:spPr>
            <a:xfrm>
              <a:off x="2290848" y="3443813"/>
              <a:ext cx="1406888" cy="1153309"/>
            </a:xfrm>
            <a:custGeom>
              <a:avLst/>
              <a:gdLst>
                <a:gd name="connsiteX0" fmla="*/ 1406889 w 1406888"/>
                <a:gd name="connsiteY0" fmla="*/ 1100846 h 1153309"/>
                <a:gd name="connsiteX1" fmla="*/ 1406889 w 1406888"/>
                <a:gd name="connsiteY1" fmla="*/ 1153310 h 1153309"/>
                <a:gd name="connsiteX2" fmla="*/ 1398111 w 1406888"/>
                <a:gd name="connsiteY2" fmla="*/ 1148715 h 1153309"/>
                <a:gd name="connsiteX3" fmla="*/ 1349007 w 1406888"/>
                <a:gd name="connsiteY3" fmla="*/ 1119980 h 1153309"/>
                <a:gd name="connsiteX4" fmla="*/ 1269043 w 1406888"/>
                <a:gd name="connsiteY4" fmla="*/ 1073826 h 1153309"/>
                <a:gd name="connsiteX5" fmla="*/ 1189147 w 1406888"/>
                <a:gd name="connsiteY5" fmla="*/ 1027603 h 1153309"/>
                <a:gd name="connsiteX6" fmla="*/ 1028807 w 1406888"/>
                <a:gd name="connsiteY6" fmla="*/ 935568 h 1153309"/>
                <a:gd name="connsiteX7" fmla="*/ 709019 w 1406888"/>
                <a:gd name="connsiteY7" fmla="*/ 750402 h 1153309"/>
                <a:gd name="connsiteX8" fmla="*/ 388819 w 1406888"/>
                <a:gd name="connsiteY8" fmla="*/ 565236 h 1153309"/>
                <a:gd name="connsiteX9" fmla="*/ 228959 w 1406888"/>
                <a:gd name="connsiteY9" fmla="*/ 472859 h 1153309"/>
                <a:gd name="connsiteX10" fmla="*/ 148583 w 1406888"/>
                <a:gd name="connsiteY10" fmla="*/ 426636 h 1153309"/>
                <a:gd name="connsiteX11" fmla="*/ 108601 w 1406888"/>
                <a:gd name="connsiteY11" fmla="*/ 403731 h 1153309"/>
                <a:gd name="connsiteX12" fmla="*/ 88644 w 1406888"/>
                <a:gd name="connsiteY12" fmla="*/ 392072 h 1153309"/>
                <a:gd name="connsiteX13" fmla="*/ 78631 w 1406888"/>
                <a:gd name="connsiteY13" fmla="*/ 386242 h 1153309"/>
                <a:gd name="connsiteX14" fmla="*/ 68619 w 1406888"/>
                <a:gd name="connsiteY14" fmla="*/ 380413 h 1153309"/>
                <a:gd name="connsiteX15" fmla="*/ 62378 w 1406888"/>
                <a:gd name="connsiteY15" fmla="*/ 376641 h 1153309"/>
                <a:gd name="connsiteX16" fmla="*/ 50719 w 1406888"/>
                <a:gd name="connsiteY16" fmla="*/ 368755 h 1153309"/>
                <a:gd name="connsiteX17" fmla="*/ 40364 w 1406888"/>
                <a:gd name="connsiteY17" fmla="*/ 360800 h 1153309"/>
                <a:gd name="connsiteX18" fmla="*/ 22876 w 1406888"/>
                <a:gd name="connsiteY18" fmla="*/ 342900 h 1153309"/>
                <a:gd name="connsiteX19" fmla="*/ 2302 w 1406888"/>
                <a:gd name="connsiteY19" fmla="*/ 304221 h 1153309"/>
                <a:gd name="connsiteX20" fmla="*/ 3125 w 1406888"/>
                <a:gd name="connsiteY20" fmla="*/ 263073 h 1153309"/>
                <a:gd name="connsiteX21" fmla="*/ 24933 w 1406888"/>
                <a:gd name="connsiteY21" fmla="*/ 225217 h 1153309"/>
                <a:gd name="connsiteX22" fmla="*/ 68619 w 1406888"/>
                <a:gd name="connsiteY22" fmla="*/ 190241 h 1153309"/>
                <a:gd name="connsiteX23" fmla="*/ 117791 w 1406888"/>
                <a:gd name="connsiteY23" fmla="*/ 161506 h 1153309"/>
                <a:gd name="connsiteX24" fmla="*/ 188565 w 1406888"/>
                <a:gd name="connsiteY24" fmla="*/ 121112 h 1153309"/>
                <a:gd name="connsiteX25" fmla="*/ 258928 w 1406888"/>
                <a:gd name="connsiteY25" fmla="*/ 79964 h 1153309"/>
                <a:gd name="connsiteX26" fmla="*/ 397597 w 1406888"/>
                <a:gd name="connsiteY26" fmla="*/ 0 h 1153309"/>
                <a:gd name="connsiteX27" fmla="*/ 398009 w 1406888"/>
                <a:gd name="connsiteY27" fmla="*/ 0 h 1153309"/>
                <a:gd name="connsiteX28" fmla="*/ 420914 w 1406888"/>
                <a:gd name="connsiteY28" fmla="*/ 29627 h 1153309"/>
                <a:gd name="connsiteX29" fmla="*/ 428801 w 1406888"/>
                <a:gd name="connsiteY29" fmla="*/ 34564 h 1153309"/>
                <a:gd name="connsiteX30" fmla="*/ 114430 w 1406888"/>
                <a:gd name="connsiteY30" fmla="*/ 216164 h 1153309"/>
                <a:gd name="connsiteX31" fmla="*/ 109424 w 1406888"/>
                <a:gd name="connsiteY31" fmla="*/ 219456 h 1153309"/>
                <a:gd name="connsiteX32" fmla="*/ 104486 w 1406888"/>
                <a:gd name="connsiteY32" fmla="*/ 222405 h 1153309"/>
                <a:gd name="connsiteX33" fmla="*/ 95708 w 1406888"/>
                <a:gd name="connsiteY33" fmla="*/ 229263 h 1153309"/>
                <a:gd name="connsiteX34" fmla="*/ 81443 w 1406888"/>
                <a:gd name="connsiteY34" fmla="*/ 243939 h 1153309"/>
                <a:gd name="connsiteX35" fmla="*/ 66424 w 1406888"/>
                <a:gd name="connsiteY35" fmla="*/ 274800 h 1153309"/>
                <a:gd name="connsiteX36" fmla="*/ 90564 w 1406888"/>
                <a:gd name="connsiteY36" fmla="*/ 336522 h 1153309"/>
                <a:gd name="connsiteX37" fmla="*/ 108052 w 1406888"/>
                <a:gd name="connsiteY37" fmla="*/ 350238 h 1153309"/>
                <a:gd name="connsiteX38" fmla="*/ 113059 w 1406888"/>
                <a:gd name="connsiteY38" fmla="*/ 353119 h 1153309"/>
                <a:gd name="connsiteX39" fmla="*/ 120534 w 1406888"/>
                <a:gd name="connsiteY39" fmla="*/ 357302 h 1153309"/>
                <a:gd name="connsiteX40" fmla="*/ 137199 w 1406888"/>
                <a:gd name="connsiteY40" fmla="*/ 367246 h 1153309"/>
                <a:gd name="connsiteX41" fmla="*/ 203378 w 1406888"/>
                <a:gd name="connsiteY41" fmla="*/ 405582 h 1153309"/>
                <a:gd name="connsiteX42" fmla="*/ 336218 w 1406888"/>
                <a:gd name="connsiteY42" fmla="*/ 482186 h 1153309"/>
                <a:gd name="connsiteX43" fmla="*/ 867919 w 1406888"/>
                <a:gd name="connsiteY43" fmla="*/ 789081 h 1153309"/>
                <a:gd name="connsiteX44" fmla="*/ 1398934 w 1406888"/>
                <a:gd name="connsiteY44" fmla="*/ 1096183 h 1153309"/>
                <a:gd name="connsiteX45" fmla="*/ 1406889 w 1406888"/>
                <a:gd name="connsiteY45" fmla="*/ 1100846 h 1153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6888" h="1153309">
                  <a:moveTo>
                    <a:pt x="1406889" y="1100846"/>
                  </a:moveTo>
                  <a:lnTo>
                    <a:pt x="1406889" y="1153310"/>
                  </a:lnTo>
                  <a:cubicBezTo>
                    <a:pt x="1403867" y="1151968"/>
                    <a:pt x="1400935" y="1150434"/>
                    <a:pt x="1398111" y="1148715"/>
                  </a:cubicBezTo>
                  <a:cubicBezTo>
                    <a:pt x="1381926" y="1139183"/>
                    <a:pt x="1365261" y="1129581"/>
                    <a:pt x="1349007" y="1119980"/>
                  </a:cubicBezTo>
                  <a:lnTo>
                    <a:pt x="1269043" y="1073826"/>
                  </a:lnTo>
                  <a:lnTo>
                    <a:pt x="1189147" y="1027603"/>
                  </a:lnTo>
                  <a:cubicBezTo>
                    <a:pt x="1135381" y="997153"/>
                    <a:pt x="1082094" y="966361"/>
                    <a:pt x="1028807" y="935568"/>
                  </a:cubicBezTo>
                  <a:lnTo>
                    <a:pt x="709019" y="750402"/>
                  </a:lnTo>
                  <a:cubicBezTo>
                    <a:pt x="602034" y="688817"/>
                    <a:pt x="495301" y="627095"/>
                    <a:pt x="388819" y="565236"/>
                  </a:cubicBezTo>
                  <a:lnTo>
                    <a:pt x="228959" y="472859"/>
                  </a:lnTo>
                  <a:cubicBezTo>
                    <a:pt x="201527" y="457428"/>
                    <a:pt x="175261" y="441998"/>
                    <a:pt x="148583" y="426636"/>
                  </a:cubicBezTo>
                  <a:cubicBezTo>
                    <a:pt x="135278" y="419093"/>
                    <a:pt x="121974" y="411206"/>
                    <a:pt x="108601" y="403731"/>
                  </a:cubicBezTo>
                  <a:cubicBezTo>
                    <a:pt x="101743" y="399547"/>
                    <a:pt x="95296" y="395775"/>
                    <a:pt x="88644" y="392072"/>
                  </a:cubicBezTo>
                  <a:cubicBezTo>
                    <a:pt x="85284" y="389946"/>
                    <a:pt x="81786" y="388300"/>
                    <a:pt x="78631" y="386242"/>
                  </a:cubicBezTo>
                  <a:cubicBezTo>
                    <a:pt x="75477" y="384185"/>
                    <a:pt x="71773" y="382471"/>
                    <a:pt x="68619" y="380413"/>
                  </a:cubicBezTo>
                  <a:lnTo>
                    <a:pt x="62378" y="376641"/>
                  </a:lnTo>
                  <a:cubicBezTo>
                    <a:pt x="58346" y="374235"/>
                    <a:pt x="54453" y="371602"/>
                    <a:pt x="50719" y="368755"/>
                  </a:cubicBezTo>
                  <a:cubicBezTo>
                    <a:pt x="47016" y="366217"/>
                    <a:pt x="43861" y="363337"/>
                    <a:pt x="40364" y="360800"/>
                  </a:cubicBezTo>
                  <a:cubicBezTo>
                    <a:pt x="33988" y="355393"/>
                    <a:pt x="28133" y="349400"/>
                    <a:pt x="22876" y="342900"/>
                  </a:cubicBezTo>
                  <a:cubicBezTo>
                    <a:pt x="13239" y="331689"/>
                    <a:pt x="6212" y="318478"/>
                    <a:pt x="2302" y="304221"/>
                  </a:cubicBezTo>
                  <a:cubicBezTo>
                    <a:pt x="-1025" y="290669"/>
                    <a:pt x="-741" y="276481"/>
                    <a:pt x="3125" y="263073"/>
                  </a:cubicBezTo>
                  <a:cubicBezTo>
                    <a:pt x="7600" y="249038"/>
                    <a:pt x="15037" y="236129"/>
                    <a:pt x="24933" y="225217"/>
                  </a:cubicBezTo>
                  <a:cubicBezTo>
                    <a:pt x="37471" y="211233"/>
                    <a:pt x="52231" y="199416"/>
                    <a:pt x="68619" y="190241"/>
                  </a:cubicBezTo>
                  <a:cubicBezTo>
                    <a:pt x="85284" y="180640"/>
                    <a:pt x="101537" y="171107"/>
                    <a:pt x="117791" y="161506"/>
                  </a:cubicBezTo>
                  <a:cubicBezTo>
                    <a:pt x="141519" y="148201"/>
                    <a:pt x="164837" y="134074"/>
                    <a:pt x="188565" y="121112"/>
                  </a:cubicBezTo>
                  <a:cubicBezTo>
                    <a:pt x="212294" y="108151"/>
                    <a:pt x="235200" y="94092"/>
                    <a:pt x="258928" y="79964"/>
                  </a:cubicBezTo>
                  <a:lnTo>
                    <a:pt x="397597" y="0"/>
                  </a:lnTo>
                  <a:lnTo>
                    <a:pt x="398009" y="0"/>
                  </a:lnTo>
                  <a:cubicBezTo>
                    <a:pt x="405484" y="10013"/>
                    <a:pt x="413370" y="19614"/>
                    <a:pt x="420914" y="29627"/>
                  </a:cubicBezTo>
                  <a:cubicBezTo>
                    <a:pt x="423383" y="31272"/>
                    <a:pt x="425921" y="32918"/>
                    <a:pt x="428801" y="34564"/>
                  </a:cubicBezTo>
                  <a:cubicBezTo>
                    <a:pt x="323645" y="94960"/>
                    <a:pt x="218855" y="155494"/>
                    <a:pt x="114430" y="216164"/>
                  </a:cubicBezTo>
                  <a:cubicBezTo>
                    <a:pt x="111961" y="217810"/>
                    <a:pt x="111138" y="218221"/>
                    <a:pt x="109424" y="219456"/>
                  </a:cubicBezTo>
                  <a:cubicBezTo>
                    <a:pt x="107709" y="220691"/>
                    <a:pt x="106132" y="221514"/>
                    <a:pt x="104486" y="222405"/>
                  </a:cubicBezTo>
                  <a:cubicBezTo>
                    <a:pt x="101126" y="224874"/>
                    <a:pt x="98177" y="226931"/>
                    <a:pt x="95708" y="229263"/>
                  </a:cubicBezTo>
                  <a:cubicBezTo>
                    <a:pt x="90432" y="233621"/>
                    <a:pt x="85649" y="238542"/>
                    <a:pt x="81443" y="243939"/>
                  </a:cubicBezTo>
                  <a:cubicBezTo>
                    <a:pt x="73964" y="252827"/>
                    <a:pt x="68804" y="263430"/>
                    <a:pt x="66424" y="274800"/>
                  </a:cubicBezTo>
                  <a:cubicBezTo>
                    <a:pt x="62241" y="295991"/>
                    <a:pt x="70196" y="318074"/>
                    <a:pt x="90564" y="336522"/>
                  </a:cubicBezTo>
                  <a:cubicBezTo>
                    <a:pt x="95969" y="341611"/>
                    <a:pt x="101822" y="346201"/>
                    <a:pt x="108052" y="350238"/>
                  </a:cubicBezTo>
                  <a:cubicBezTo>
                    <a:pt x="109698" y="351061"/>
                    <a:pt x="111413" y="352296"/>
                    <a:pt x="113059" y="353119"/>
                  </a:cubicBezTo>
                  <a:cubicBezTo>
                    <a:pt x="115395" y="354774"/>
                    <a:pt x="117901" y="356177"/>
                    <a:pt x="120534" y="357302"/>
                  </a:cubicBezTo>
                  <a:cubicBezTo>
                    <a:pt x="125952" y="360594"/>
                    <a:pt x="131369" y="364160"/>
                    <a:pt x="137199" y="367246"/>
                  </a:cubicBezTo>
                  <a:cubicBezTo>
                    <a:pt x="159281" y="379796"/>
                    <a:pt x="181364" y="392689"/>
                    <a:pt x="203378" y="405582"/>
                  </a:cubicBezTo>
                  <a:cubicBezTo>
                    <a:pt x="247955" y="430957"/>
                    <a:pt x="292235" y="456491"/>
                    <a:pt x="336218" y="482186"/>
                  </a:cubicBezTo>
                  <a:cubicBezTo>
                    <a:pt x="513611" y="584233"/>
                    <a:pt x="690845" y="686531"/>
                    <a:pt x="867919" y="789081"/>
                  </a:cubicBezTo>
                  <a:cubicBezTo>
                    <a:pt x="1044992" y="891631"/>
                    <a:pt x="1221997" y="993998"/>
                    <a:pt x="1398934" y="1096183"/>
                  </a:cubicBezTo>
                  <a:cubicBezTo>
                    <a:pt x="1401471" y="1097966"/>
                    <a:pt x="1404351" y="1099200"/>
                    <a:pt x="1406889" y="1100846"/>
                  </a:cubicBezTo>
                  <a:close/>
                </a:path>
              </a:pathLst>
            </a:custGeom>
            <a:solidFill>
              <a:srgbClr val="39393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4188C839-B0BF-863C-8B5B-5A92C24B7958}"/>
                </a:ext>
              </a:extLst>
            </p:cNvPr>
            <p:cNvSpPr/>
            <p:nvPr/>
          </p:nvSpPr>
          <p:spPr>
            <a:xfrm>
              <a:off x="2872240" y="3221428"/>
              <a:ext cx="277131" cy="171978"/>
            </a:xfrm>
            <a:custGeom>
              <a:avLst/>
              <a:gdLst>
                <a:gd name="connsiteX0" fmla="*/ 277132 w 277131"/>
                <a:gd name="connsiteY0" fmla="*/ 24120 h 171978"/>
                <a:gd name="connsiteX1" fmla="*/ 21260 w 277131"/>
                <a:gd name="connsiteY1" fmla="*/ 171979 h 171978"/>
                <a:gd name="connsiteX2" fmla="*/ 7955 w 277131"/>
                <a:gd name="connsiteY2" fmla="*/ 149484 h 171978"/>
                <a:gd name="connsiteX3" fmla="*/ 0 w 277131"/>
                <a:gd name="connsiteY3" fmla="*/ 148250 h 171978"/>
                <a:gd name="connsiteX4" fmla="*/ 255666 w 277131"/>
                <a:gd name="connsiteY4" fmla="*/ 391 h 171978"/>
                <a:gd name="connsiteX5" fmla="*/ 264033 w 277131"/>
                <a:gd name="connsiteY5" fmla="*/ 2106 h 171978"/>
                <a:gd name="connsiteX6" fmla="*/ 272331 w 277131"/>
                <a:gd name="connsiteY6" fmla="*/ 10404 h 171978"/>
                <a:gd name="connsiteX7" fmla="*/ 273154 w 277131"/>
                <a:gd name="connsiteY7" fmla="*/ 11638 h 171978"/>
                <a:gd name="connsiteX8" fmla="*/ 275280 w 277131"/>
                <a:gd name="connsiteY8" fmla="*/ 15822 h 171978"/>
                <a:gd name="connsiteX9" fmla="*/ 277132 w 277131"/>
                <a:gd name="connsiteY9" fmla="*/ 24120 h 171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7131" h="171978">
                  <a:moveTo>
                    <a:pt x="277132" y="24120"/>
                  </a:moveTo>
                  <a:cubicBezTo>
                    <a:pt x="191773" y="73726"/>
                    <a:pt x="106482" y="123013"/>
                    <a:pt x="21260" y="171979"/>
                  </a:cubicBezTo>
                  <a:cubicBezTo>
                    <a:pt x="20911" y="162714"/>
                    <a:pt x="15906" y="154252"/>
                    <a:pt x="7955" y="149484"/>
                  </a:cubicBezTo>
                  <a:cubicBezTo>
                    <a:pt x="5627" y="147891"/>
                    <a:pt x="2702" y="147437"/>
                    <a:pt x="0" y="148250"/>
                  </a:cubicBezTo>
                  <a:cubicBezTo>
                    <a:pt x="85359" y="99101"/>
                    <a:pt x="170581" y="49815"/>
                    <a:pt x="255666" y="391"/>
                  </a:cubicBezTo>
                  <a:cubicBezTo>
                    <a:pt x="258565" y="-497"/>
                    <a:pt x="261717" y="149"/>
                    <a:pt x="264033" y="2106"/>
                  </a:cubicBezTo>
                  <a:cubicBezTo>
                    <a:pt x="267290" y="4334"/>
                    <a:pt x="270104" y="7148"/>
                    <a:pt x="272331" y="10404"/>
                  </a:cubicBezTo>
                  <a:cubicBezTo>
                    <a:pt x="272743" y="10816"/>
                    <a:pt x="272743" y="11227"/>
                    <a:pt x="273154" y="11638"/>
                  </a:cubicBezTo>
                  <a:cubicBezTo>
                    <a:pt x="274078" y="12913"/>
                    <a:pt x="274795" y="14325"/>
                    <a:pt x="275280" y="15822"/>
                  </a:cubicBezTo>
                  <a:cubicBezTo>
                    <a:pt x="276254" y="18496"/>
                    <a:pt x="276877" y="21285"/>
                    <a:pt x="277132" y="24120"/>
                  </a:cubicBezTo>
                  <a:close/>
                </a:path>
              </a:pathLst>
            </a:custGeom>
            <a:solidFill>
              <a:srgbClr val="363638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AFDD709-B618-57F0-3155-D125BB6C5E2F}"/>
                </a:ext>
              </a:extLst>
            </p:cNvPr>
            <p:cNvSpPr/>
            <p:nvPr/>
          </p:nvSpPr>
          <p:spPr>
            <a:xfrm>
              <a:off x="2872240" y="3369282"/>
              <a:ext cx="21259" cy="24124"/>
            </a:xfrm>
            <a:custGeom>
              <a:avLst/>
              <a:gdLst>
                <a:gd name="connsiteX0" fmla="*/ 21260 w 21259"/>
                <a:gd name="connsiteY0" fmla="*/ 24124 h 24124"/>
                <a:gd name="connsiteX1" fmla="*/ 7955 w 21259"/>
                <a:gd name="connsiteY1" fmla="*/ 16580 h 24124"/>
                <a:gd name="connsiteX2" fmla="*/ 10424 w 21259"/>
                <a:gd name="connsiteY2" fmla="*/ 13700 h 24124"/>
                <a:gd name="connsiteX3" fmla="*/ 0 w 21259"/>
                <a:gd name="connsiteY3" fmla="*/ 396 h 24124"/>
                <a:gd name="connsiteX4" fmla="*/ 7955 w 21259"/>
                <a:gd name="connsiteY4" fmla="*/ 1630 h 24124"/>
                <a:gd name="connsiteX5" fmla="*/ 21260 w 21259"/>
                <a:gd name="connsiteY5" fmla="*/ 24124 h 24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259" h="24124">
                  <a:moveTo>
                    <a:pt x="21260" y="24124"/>
                  </a:moveTo>
                  <a:lnTo>
                    <a:pt x="7955" y="16580"/>
                  </a:lnTo>
                  <a:lnTo>
                    <a:pt x="10424" y="13700"/>
                  </a:lnTo>
                  <a:lnTo>
                    <a:pt x="0" y="396"/>
                  </a:lnTo>
                  <a:cubicBezTo>
                    <a:pt x="2702" y="-417"/>
                    <a:pt x="5627" y="37"/>
                    <a:pt x="7955" y="1630"/>
                  </a:cubicBezTo>
                  <a:cubicBezTo>
                    <a:pt x="15906" y="6398"/>
                    <a:pt x="20911" y="14860"/>
                    <a:pt x="21260" y="24124"/>
                  </a:cubicBez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E8403E9F-A307-8E07-A96C-7E535688732B}"/>
                </a:ext>
              </a:extLst>
            </p:cNvPr>
            <p:cNvSpPr/>
            <p:nvPr/>
          </p:nvSpPr>
          <p:spPr>
            <a:xfrm>
              <a:off x="2720472" y="3382982"/>
              <a:ext cx="162397" cy="95326"/>
            </a:xfrm>
            <a:custGeom>
              <a:avLst/>
              <a:gdLst>
                <a:gd name="connsiteX0" fmla="*/ 162397 w 162397"/>
                <a:gd name="connsiteY0" fmla="*/ 0 h 95326"/>
                <a:gd name="connsiteX1" fmla="*/ 159929 w 162397"/>
                <a:gd name="connsiteY1" fmla="*/ 2880 h 95326"/>
                <a:gd name="connsiteX2" fmla="*/ 0 w 162397"/>
                <a:gd name="connsiteY2" fmla="*/ 95326 h 95326"/>
                <a:gd name="connsiteX3" fmla="*/ 1715 w 162397"/>
                <a:gd name="connsiteY3" fmla="*/ 92857 h 95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397" h="95326">
                  <a:moveTo>
                    <a:pt x="162397" y="0"/>
                  </a:moveTo>
                  <a:lnTo>
                    <a:pt x="159929" y="2880"/>
                  </a:lnTo>
                  <a:cubicBezTo>
                    <a:pt x="106642" y="33741"/>
                    <a:pt x="52875" y="64602"/>
                    <a:pt x="0" y="95326"/>
                  </a:cubicBezTo>
                  <a:lnTo>
                    <a:pt x="1715" y="92857"/>
                  </a:ln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706AD3E-2139-37C9-3FB0-ACA701600114}"/>
                </a:ext>
              </a:extLst>
            </p:cNvPr>
            <p:cNvSpPr/>
            <p:nvPr/>
          </p:nvSpPr>
          <p:spPr>
            <a:xfrm>
              <a:off x="2415703" y="2369096"/>
              <a:ext cx="404690" cy="851077"/>
            </a:xfrm>
            <a:custGeom>
              <a:avLst/>
              <a:gdLst>
                <a:gd name="connsiteX0" fmla="*/ 241950 w 404690"/>
                <a:gd name="connsiteY0" fmla="*/ 0 h 851077"/>
                <a:gd name="connsiteX1" fmla="*/ 404691 w 404690"/>
                <a:gd name="connsiteY1" fmla="*/ 694098 h 851077"/>
                <a:gd name="connsiteX2" fmla="*/ 279395 w 404690"/>
                <a:gd name="connsiteY2" fmla="*/ 766587 h 851077"/>
                <a:gd name="connsiteX3" fmla="*/ 211501 w 404690"/>
                <a:gd name="connsiteY3" fmla="*/ 478002 h 851077"/>
                <a:gd name="connsiteX4" fmla="*/ 208209 w 404690"/>
                <a:gd name="connsiteY4" fmla="*/ 468401 h 851077"/>
                <a:gd name="connsiteX5" fmla="*/ 195727 w 404690"/>
                <a:gd name="connsiteY5" fmla="*/ 453451 h 851077"/>
                <a:gd name="connsiteX6" fmla="*/ 187361 w 404690"/>
                <a:gd name="connsiteY6" fmla="*/ 448856 h 851077"/>
                <a:gd name="connsiteX7" fmla="*/ 175702 w 404690"/>
                <a:gd name="connsiteY7" fmla="*/ 446387 h 851077"/>
                <a:gd name="connsiteX8" fmla="*/ 131605 w 404690"/>
                <a:gd name="connsiteY8" fmla="*/ 472173 h 851077"/>
                <a:gd name="connsiteX9" fmla="*/ 210335 w 404690"/>
                <a:gd name="connsiteY9" fmla="*/ 806501 h 851077"/>
                <a:gd name="connsiteX10" fmla="*/ 203477 w 404690"/>
                <a:gd name="connsiteY10" fmla="*/ 810684 h 851077"/>
                <a:gd name="connsiteX11" fmla="*/ 186812 w 404690"/>
                <a:gd name="connsiteY11" fmla="*/ 823989 h 851077"/>
                <a:gd name="connsiteX12" fmla="*/ 182217 w 404690"/>
                <a:gd name="connsiteY12" fmla="*/ 828995 h 851077"/>
                <a:gd name="connsiteX13" fmla="*/ 180160 w 404690"/>
                <a:gd name="connsiteY13" fmla="*/ 830709 h 851077"/>
                <a:gd name="connsiteX14" fmla="*/ 180160 w 404690"/>
                <a:gd name="connsiteY14" fmla="*/ 831121 h 851077"/>
                <a:gd name="connsiteX15" fmla="*/ 179337 w 404690"/>
                <a:gd name="connsiteY15" fmla="*/ 831944 h 851077"/>
                <a:gd name="connsiteX16" fmla="*/ 179337 w 404690"/>
                <a:gd name="connsiteY16" fmla="*/ 832355 h 851077"/>
                <a:gd name="connsiteX17" fmla="*/ 178925 w 404690"/>
                <a:gd name="connsiteY17" fmla="*/ 832355 h 851077"/>
                <a:gd name="connsiteX18" fmla="*/ 175565 w 404690"/>
                <a:gd name="connsiteY18" fmla="*/ 836950 h 851077"/>
                <a:gd name="connsiteX19" fmla="*/ 174330 w 404690"/>
                <a:gd name="connsiteY19" fmla="*/ 839008 h 851077"/>
                <a:gd name="connsiteX20" fmla="*/ 166855 w 404690"/>
                <a:gd name="connsiteY20" fmla="*/ 851078 h 851077"/>
                <a:gd name="connsiteX21" fmla="*/ 0 w 404690"/>
                <a:gd name="connsiteY21" fmla="*/ 139903 h 851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4690" h="851077">
                  <a:moveTo>
                    <a:pt x="241950" y="0"/>
                  </a:moveTo>
                  <a:lnTo>
                    <a:pt x="404691" y="694098"/>
                  </a:lnTo>
                  <a:cubicBezTo>
                    <a:pt x="363063" y="718238"/>
                    <a:pt x="321023" y="742104"/>
                    <a:pt x="279395" y="766587"/>
                  </a:cubicBezTo>
                  <a:lnTo>
                    <a:pt x="211501" y="478002"/>
                  </a:lnTo>
                  <a:cubicBezTo>
                    <a:pt x="210765" y="474689"/>
                    <a:pt x="209661" y="471469"/>
                    <a:pt x="208209" y="468401"/>
                  </a:cubicBezTo>
                  <a:cubicBezTo>
                    <a:pt x="205234" y="462537"/>
                    <a:pt x="200966" y="457425"/>
                    <a:pt x="195727" y="453451"/>
                  </a:cubicBezTo>
                  <a:cubicBezTo>
                    <a:pt x="193398" y="451201"/>
                    <a:pt x="190509" y="449615"/>
                    <a:pt x="187361" y="448856"/>
                  </a:cubicBezTo>
                  <a:lnTo>
                    <a:pt x="175702" y="446387"/>
                  </a:lnTo>
                  <a:lnTo>
                    <a:pt x="131605" y="472173"/>
                  </a:lnTo>
                  <a:lnTo>
                    <a:pt x="210335" y="806501"/>
                  </a:lnTo>
                  <a:cubicBezTo>
                    <a:pt x="207866" y="807804"/>
                    <a:pt x="205740" y="809450"/>
                    <a:pt x="203477" y="810684"/>
                  </a:cubicBezTo>
                  <a:cubicBezTo>
                    <a:pt x="197237" y="814186"/>
                    <a:pt x="191609" y="818679"/>
                    <a:pt x="186812" y="823989"/>
                  </a:cubicBezTo>
                  <a:cubicBezTo>
                    <a:pt x="184993" y="825369"/>
                    <a:pt x="183437" y="827065"/>
                    <a:pt x="182217" y="828995"/>
                  </a:cubicBezTo>
                  <a:cubicBezTo>
                    <a:pt x="181394" y="829407"/>
                    <a:pt x="180983" y="830298"/>
                    <a:pt x="180160" y="830709"/>
                  </a:cubicBezTo>
                  <a:lnTo>
                    <a:pt x="180160" y="831121"/>
                  </a:lnTo>
                  <a:lnTo>
                    <a:pt x="179337" y="831944"/>
                  </a:lnTo>
                  <a:lnTo>
                    <a:pt x="179337" y="832355"/>
                  </a:lnTo>
                  <a:lnTo>
                    <a:pt x="178925" y="832355"/>
                  </a:lnTo>
                  <a:cubicBezTo>
                    <a:pt x="177622" y="834001"/>
                    <a:pt x="176799" y="835236"/>
                    <a:pt x="175565" y="836950"/>
                  </a:cubicBezTo>
                  <a:cubicBezTo>
                    <a:pt x="175063" y="837578"/>
                    <a:pt x="174648" y="838270"/>
                    <a:pt x="174330" y="839008"/>
                  </a:cubicBezTo>
                  <a:cubicBezTo>
                    <a:pt x="171342" y="842701"/>
                    <a:pt x="168831" y="846757"/>
                    <a:pt x="166855" y="851078"/>
                  </a:cubicBezTo>
                  <a:lnTo>
                    <a:pt x="0" y="139903"/>
                  </a:lnTo>
                  <a:close/>
                </a:path>
              </a:pathLst>
            </a:custGeom>
            <a:solidFill>
              <a:srgbClr val="58585C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0B3668D7-80FF-0198-EE2C-3C3292153669}"/>
                </a:ext>
              </a:extLst>
            </p:cNvPr>
            <p:cNvSpPr/>
            <p:nvPr/>
          </p:nvSpPr>
          <p:spPr>
            <a:xfrm>
              <a:off x="2576377" y="3201451"/>
              <a:ext cx="145809" cy="277268"/>
            </a:xfrm>
            <a:custGeom>
              <a:avLst/>
              <a:gdLst>
                <a:gd name="connsiteX0" fmla="*/ 29635 w 145809"/>
                <a:gd name="connsiteY0" fmla="*/ 124061 h 277268"/>
                <a:gd name="connsiteX1" fmla="*/ 145809 w 145809"/>
                <a:gd name="connsiteY1" fmla="*/ 274388 h 277268"/>
                <a:gd name="connsiteX2" fmla="*/ 144095 w 145809"/>
                <a:gd name="connsiteY2" fmla="*/ 276857 h 277268"/>
                <a:gd name="connsiteX3" fmla="*/ 143683 w 145809"/>
                <a:gd name="connsiteY3" fmla="*/ 277269 h 277268"/>
                <a:gd name="connsiteX4" fmla="*/ 27097 w 145809"/>
                <a:gd name="connsiteY4" fmla="*/ 127010 h 277268"/>
                <a:gd name="connsiteX5" fmla="*/ 6523 w 145809"/>
                <a:gd name="connsiteY5" fmla="*/ 19957 h 277268"/>
                <a:gd name="connsiteX6" fmla="*/ 13381 w 145809"/>
                <a:gd name="connsiteY6" fmla="*/ 6652 h 277268"/>
                <a:gd name="connsiteX7" fmla="*/ 14616 w 145809"/>
                <a:gd name="connsiteY7" fmla="*/ 4595 h 277268"/>
                <a:gd name="connsiteX8" fmla="*/ 17976 w 145809"/>
                <a:gd name="connsiteY8" fmla="*/ 0 h 277268"/>
                <a:gd name="connsiteX9" fmla="*/ 18388 w 145809"/>
                <a:gd name="connsiteY9" fmla="*/ 0 h 277268"/>
                <a:gd name="connsiteX10" fmla="*/ 29635 w 145809"/>
                <a:gd name="connsiteY10" fmla="*/ 124061 h 27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5809" h="277268">
                  <a:moveTo>
                    <a:pt x="29635" y="124061"/>
                  </a:moveTo>
                  <a:cubicBezTo>
                    <a:pt x="68314" y="174056"/>
                    <a:pt x="107062" y="224394"/>
                    <a:pt x="145809" y="274388"/>
                  </a:cubicBezTo>
                  <a:lnTo>
                    <a:pt x="144095" y="276857"/>
                  </a:lnTo>
                  <a:cubicBezTo>
                    <a:pt x="144095" y="277085"/>
                    <a:pt x="143911" y="277269"/>
                    <a:pt x="143683" y="277269"/>
                  </a:cubicBezTo>
                  <a:cubicBezTo>
                    <a:pt x="105004" y="227343"/>
                    <a:pt x="65845" y="176936"/>
                    <a:pt x="27097" y="127010"/>
                  </a:cubicBezTo>
                  <a:cubicBezTo>
                    <a:pt x="77" y="92034"/>
                    <a:pt x="-6644" y="51572"/>
                    <a:pt x="6523" y="19957"/>
                  </a:cubicBezTo>
                  <a:cubicBezTo>
                    <a:pt x="8374" y="15311"/>
                    <a:pt x="10671" y="10855"/>
                    <a:pt x="13381" y="6652"/>
                  </a:cubicBezTo>
                  <a:cubicBezTo>
                    <a:pt x="13699" y="5914"/>
                    <a:pt x="14114" y="5222"/>
                    <a:pt x="14616" y="4595"/>
                  </a:cubicBezTo>
                  <a:cubicBezTo>
                    <a:pt x="15850" y="2880"/>
                    <a:pt x="16673" y="1646"/>
                    <a:pt x="17976" y="0"/>
                  </a:cubicBezTo>
                  <a:lnTo>
                    <a:pt x="18388" y="0"/>
                  </a:lnTo>
                  <a:cubicBezTo>
                    <a:pt x="-5752" y="32438"/>
                    <a:pt x="-2872" y="82022"/>
                    <a:pt x="29635" y="124061"/>
                  </a:cubicBezTo>
                  <a:close/>
                </a:path>
              </a:pathLst>
            </a:custGeom>
            <a:solidFill>
              <a:srgbClr val="50505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34DD19E9-9E29-A461-1CD8-3ACB2DB09A4C}"/>
                </a:ext>
              </a:extLst>
            </p:cNvPr>
            <p:cNvSpPr/>
            <p:nvPr/>
          </p:nvSpPr>
          <p:spPr>
            <a:xfrm>
              <a:off x="2574539" y="3220174"/>
              <a:ext cx="145521" cy="258546"/>
            </a:xfrm>
            <a:custGeom>
              <a:avLst/>
              <a:gdLst>
                <a:gd name="connsiteX0" fmla="*/ 28936 w 145521"/>
                <a:gd name="connsiteY0" fmla="*/ 108288 h 258546"/>
                <a:gd name="connsiteX1" fmla="*/ 145522 w 145521"/>
                <a:gd name="connsiteY1" fmla="*/ 258546 h 258546"/>
                <a:gd name="connsiteX2" fmla="*/ 145110 w 145521"/>
                <a:gd name="connsiteY2" fmla="*/ 258546 h 258546"/>
                <a:gd name="connsiteX3" fmla="*/ 137224 w 145521"/>
                <a:gd name="connsiteY3" fmla="*/ 253609 h 258546"/>
                <a:gd name="connsiteX4" fmla="*/ 114318 w 145521"/>
                <a:gd name="connsiteY4" fmla="*/ 223982 h 258546"/>
                <a:gd name="connsiteX5" fmla="*/ 110546 w 145521"/>
                <a:gd name="connsiteY5" fmla="*/ 219456 h 258546"/>
                <a:gd name="connsiteX6" fmla="*/ 105951 w 145521"/>
                <a:gd name="connsiteY6" fmla="*/ 213626 h 258546"/>
                <a:gd name="connsiteX7" fmla="*/ 26879 w 145521"/>
                <a:gd name="connsiteY7" fmla="*/ 111168 h 258546"/>
                <a:gd name="connsiteX8" fmla="*/ 15220 w 145521"/>
                <a:gd name="connsiteY8" fmla="*/ 93680 h 258546"/>
                <a:gd name="connsiteX9" fmla="*/ 201 w 145521"/>
                <a:gd name="connsiteY9" fmla="*/ 30792 h 258546"/>
                <a:gd name="connsiteX10" fmla="*/ 2738 w 145521"/>
                <a:gd name="connsiteY10" fmla="*/ 15019 h 258546"/>
                <a:gd name="connsiteX11" fmla="*/ 7745 w 145521"/>
                <a:gd name="connsiteY11" fmla="*/ 0 h 258546"/>
                <a:gd name="connsiteX12" fmla="*/ 8156 w 145521"/>
                <a:gd name="connsiteY12" fmla="*/ 1234 h 258546"/>
                <a:gd name="connsiteX13" fmla="*/ 28936 w 145521"/>
                <a:gd name="connsiteY13" fmla="*/ 108288 h 25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5521" h="258546">
                  <a:moveTo>
                    <a:pt x="28936" y="108288"/>
                  </a:moveTo>
                  <a:cubicBezTo>
                    <a:pt x="67684" y="158214"/>
                    <a:pt x="106843" y="208620"/>
                    <a:pt x="145522" y="258546"/>
                  </a:cubicBezTo>
                  <a:lnTo>
                    <a:pt x="145110" y="258546"/>
                  </a:lnTo>
                  <a:cubicBezTo>
                    <a:pt x="142230" y="256901"/>
                    <a:pt x="139693" y="255255"/>
                    <a:pt x="137224" y="253609"/>
                  </a:cubicBezTo>
                  <a:cubicBezTo>
                    <a:pt x="129680" y="243596"/>
                    <a:pt x="121793" y="233995"/>
                    <a:pt x="114318" y="223982"/>
                  </a:cubicBezTo>
                  <a:cubicBezTo>
                    <a:pt x="113084" y="222336"/>
                    <a:pt x="111781" y="221102"/>
                    <a:pt x="110546" y="219456"/>
                  </a:cubicBezTo>
                  <a:cubicBezTo>
                    <a:pt x="109182" y="217386"/>
                    <a:pt x="107645" y="215436"/>
                    <a:pt x="105951" y="213626"/>
                  </a:cubicBezTo>
                  <a:cubicBezTo>
                    <a:pt x="79754" y="179337"/>
                    <a:pt x="53076" y="145047"/>
                    <a:pt x="26879" y="111168"/>
                  </a:cubicBezTo>
                  <a:cubicBezTo>
                    <a:pt x="22593" y="105615"/>
                    <a:pt x="18698" y="99772"/>
                    <a:pt x="15220" y="93680"/>
                  </a:cubicBezTo>
                  <a:cubicBezTo>
                    <a:pt x="4105" y="74664"/>
                    <a:pt x="-1121" y="52779"/>
                    <a:pt x="201" y="30792"/>
                  </a:cubicBezTo>
                  <a:cubicBezTo>
                    <a:pt x="168" y="25430"/>
                    <a:pt x="1025" y="20100"/>
                    <a:pt x="2738" y="15019"/>
                  </a:cubicBezTo>
                  <a:cubicBezTo>
                    <a:pt x="3876" y="9851"/>
                    <a:pt x="5554" y="4817"/>
                    <a:pt x="7745" y="0"/>
                  </a:cubicBezTo>
                  <a:lnTo>
                    <a:pt x="8156" y="1234"/>
                  </a:lnTo>
                  <a:cubicBezTo>
                    <a:pt x="-4805" y="32507"/>
                    <a:pt x="1915" y="73312"/>
                    <a:pt x="28936" y="108288"/>
                  </a:cubicBezTo>
                  <a:close/>
                </a:path>
              </a:pathLst>
            </a:custGeom>
            <a:solidFill>
              <a:srgbClr val="50505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4108D15-0699-DDE5-FCB2-42DA5129EBCF}"/>
                </a:ext>
              </a:extLst>
            </p:cNvPr>
            <p:cNvSpPr/>
            <p:nvPr/>
          </p:nvSpPr>
          <p:spPr>
            <a:xfrm>
              <a:off x="2583106" y="2847098"/>
              <a:ext cx="111991" cy="314370"/>
            </a:xfrm>
            <a:custGeom>
              <a:avLst/>
              <a:gdLst>
                <a:gd name="connsiteX0" fmla="*/ 44097 w 111991"/>
                <a:gd name="connsiteY0" fmla="*/ 0 h 314370"/>
                <a:gd name="connsiteX1" fmla="*/ 111991 w 111991"/>
                <a:gd name="connsiteY1" fmla="*/ 288585 h 314370"/>
                <a:gd name="connsiteX2" fmla="*/ 67826 w 111991"/>
                <a:gd name="connsiteY2" fmla="*/ 314371 h 314370"/>
                <a:gd name="connsiteX3" fmla="*/ 0 w 111991"/>
                <a:gd name="connsiteY3" fmla="*/ 25375 h 314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991" h="314370">
                  <a:moveTo>
                    <a:pt x="44097" y="0"/>
                  </a:moveTo>
                  <a:lnTo>
                    <a:pt x="111991" y="288585"/>
                  </a:lnTo>
                  <a:cubicBezTo>
                    <a:pt x="97384" y="297294"/>
                    <a:pt x="82433" y="305661"/>
                    <a:pt x="67826" y="314371"/>
                  </a:cubicBezTo>
                  <a:lnTo>
                    <a:pt x="0" y="25375"/>
                  </a:lnTo>
                  <a:close/>
                </a:path>
              </a:pathLst>
            </a:custGeom>
            <a:solidFill>
              <a:srgbClr val="40404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8608E57-EB3D-A812-1F7D-F17940C7FAAE}"/>
                </a:ext>
              </a:extLst>
            </p:cNvPr>
            <p:cNvSpPr/>
            <p:nvPr/>
          </p:nvSpPr>
          <p:spPr>
            <a:xfrm>
              <a:off x="2660945" y="3433800"/>
              <a:ext cx="24140" cy="19545"/>
            </a:xfrm>
            <a:custGeom>
              <a:avLst/>
              <a:gdLst>
                <a:gd name="connsiteX0" fmla="*/ 19545 w 24140"/>
                <a:gd name="connsiteY0" fmla="*/ 0 h 19545"/>
                <a:gd name="connsiteX1" fmla="*/ 24140 w 24140"/>
                <a:gd name="connsiteY1" fmla="*/ 5829 h 19545"/>
                <a:gd name="connsiteX2" fmla="*/ 0 w 24140"/>
                <a:gd name="connsiteY2" fmla="*/ 19545 h 19545"/>
                <a:gd name="connsiteX3" fmla="*/ 0 w 24140"/>
                <a:gd name="connsiteY3" fmla="*/ 10836 h 19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140" h="19545">
                  <a:moveTo>
                    <a:pt x="19545" y="0"/>
                  </a:moveTo>
                  <a:cubicBezTo>
                    <a:pt x="21239" y="1810"/>
                    <a:pt x="22776" y="3760"/>
                    <a:pt x="24140" y="5829"/>
                  </a:cubicBezTo>
                  <a:cubicBezTo>
                    <a:pt x="16254" y="10355"/>
                    <a:pt x="7887" y="14950"/>
                    <a:pt x="0" y="19545"/>
                  </a:cubicBezTo>
                  <a:lnTo>
                    <a:pt x="0" y="10836"/>
                  </a:lnTo>
                  <a:close/>
                </a:path>
              </a:pathLst>
            </a:custGeom>
            <a:solidFill>
              <a:srgbClr val="4C4B5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FC1F9D3-9000-DA45-521A-3C73C0876C81}"/>
                </a:ext>
              </a:extLst>
            </p:cNvPr>
            <p:cNvSpPr/>
            <p:nvPr/>
          </p:nvSpPr>
          <p:spPr>
            <a:xfrm>
              <a:off x="2369480" y="3168396"/>
              <a:ext cx="311010" cy="276240"/>
            </a:xfrm>
            <a:custGeom>
              <a:avLst/>
              <a:gdLst>
                <a:gd name="connsiteX0" fmla="*/ 231938 w 311010"/>
                <a:gd name="connsiteY0" fmla="*/ 162946 h 276240"/>
                <a:gd name="connsiteX1" fmla="*/ 311010 w 311010"/>
                <a:gd name="connsiteY1" fmla="*/ 265405 h 276240"/>
                <a:gd name="connsiteX2" fmla="*/ 291465 w 311010"/>
                <a:gd name="connsiteY2" fmla="*/ 276240 h 276240"/>
                <a:gd name="connsiteX3" fmla="*/ 0 w 311010"/>
                <a:gd name="connsiteY3" fmla="*/ 108014 h 276240"/>
                <a:gd name="connsiteX4" fmla="*/ 186126 w 311010"/>
                <a:gd name="connsiteY4" fmla="*/ 0 h 276240"/>
                <a:gd name="connsiteX5" fmla="*/ 186538 w 311010"/>
                <a:gd name="connsiteY5" fmla="*/ 2126 h 276240"/>
                <a:gd name="connsiteX6" fmla="*/ 202380 w 311010"/>
                <a:gd name="connsiteY6" fmla="*/ 69540 h 276240"/>
                <a:gd name="connsiteX7" fmla="*/ 145733 w 311010"/>
                <a:gd name="connsiteY7" fmla="*/ 102047 h 276240"/>
                <a:gd name="connsiteX8" fmla="*/ 220279 w 311010"/>
                <a:gd name="connsiteY8" fmla="*/ 145321 h 276240"/>
                <a:gd name="connsiteX9" fmla="*/ 231938 w 311010"/>
                <a:gd name="connsiteY9" fmla="*/ 162946 h 276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1010" h="276240">
                  <a:moveTo>
                    <a:pt x="231938" y="162946"/>
                  </a:moveTo>
                  <a:cubicBezTo>
                    <a:pt x="258135" y="197236"/>
                    <a:pt x="284813" y="231526"/>
                    <a:pt x="311010" y="265405"/>
                  </a:cubicBezTo>
                  <a:lnTo>
                    <a:pt x="291465" y="276240"/>
                  </a:lnTo>
                  <a:lnTo>
                    <a:pt x="0" y="108014"/>
                  </a:lnTo>
                  <a:lnTo>
                    <a:pt x="186126" y="0"/>
                  </a:lnTo>
                  <a:lnTo>
                    <a:pt x="186538" y="2126"/>
                  </a:lnTo>
                  <a:lnTo>
                    <a:pt x="202380" y="69540"/>
                  </a:lnTo>
                  <a:lnTo>
                    <a:pt x="145733" y="102047"/>
                  </a:lnTo>
                  <a:lnTo>
                    <a:pt x="220279" y="145321"/>
                  </a:lnTo>
                  <a:cubicBezTo>
                    <a:pt x="223752" y="151460"/>
                    <a:pt x="227647" y="157349"/>
                    <a:pt x="231938" y="162946"/>
                  </a:cubicBezTo>
                  <a:close/>
                </a:path>
              </a:pathLst>
            </a:custGeom>
            <a:solidFill>
              <a:srgbClr val="50505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0C4EFBA-449F-0E99-785A-F5AC496C81F7}"/>
                </a:ext>
              </a:extLst>
            </p:cNvPr>
            <p:cNvSpPr/>
            <p:nvPr/>
          </p:nvSpPr>
          <p:spPr>
            <a:xfrm>
              <a:off x="2369480" y="3276409"/>
              <a:ext cx="291465" cy="345163"/>
            </a:xfrm>
            <a:custGeom>
              <a:avLst/>
              <a:gdLst>
                <a:gd name="connsiteX0" fmla="*/ 291465 w 291465"/>
                <a:gd name="connsiteY0" fmla="*/ 176936 h 345163"/>
                <a:gd name="connsiteX1" fmla="*/ 291465 w 291465"/>
                <a:gd name="connsiteY1" fmla="*/ 177348 h 345163"/>
                <a:gd name="connsiteX2" fmla="*/ 186538 w 291465"/>
                <a:gd name="connsiteY2" fmla="*/ 237698 h 345163"/>
                <a:gd name="connsiteX3" fmla="*/ 103282 w 291465"/>
                <a:gd name="connsiteY3" fmla="*/ 286047 h 345163"/>
                <a:gd name="connsiteX4" fmla="*/ 20437 w 291465"/>
                <a:gd name="connsiteY4" fmla="*/ 333505 h 345163"/>
                <a:gd name="connsiteX5" fmla="*/ 823 w 291465"/>
                <a:gd name="connsiteY5" fmla="*/ 344752 h 345163"/>
                <a:gd name="connsiteX6" fmla="*/ 0 w 291465"/>
                <a:gd name="connsiteY6" fmla="*/ 345163 h 345163"/>
                <a:gd name="connsiteX7" fmla="*/ 0 w 291465"/>
                <a:gd name="connsiteY7" fmla="*/ 0 h 345163"/>
                <a:gd name="connsiteX8" fmla="*/ 291465 w 291465"/>
                <a:gd name="connsiteY8" fmla="*/ 168227 h 345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1465" h="345163">
                  <a:moveTo>
                    <a:pt x="291465" y="176936"/>
                  </a:moveTo>
                  <a:lnTo>
                    <a:pt x="291465" y="177348"/>
                  </a:lnTo>
                  <a:cubicBezTo>
                    <a:pt x="256489" y="197373"/>
                    <a:pt x="221513" y="217742"/>
                    <a:pt x="186538" y="237698"/>
                  </a:cubicBezTo>
                  <a:lnTo>
                    <a:pt x="103282" y="286047"/>
                  </a:lnTo>
                  <a:cubicBezTo>
                    <a:pt x="75850" y="301821"/>
                    <a:pt x="48418" y="317663"/>
                    <a:pt x="20437" y="333505"/>
                  </a:cubicBezTo>
                  <a:cubicBezTo>
                    <a:pt x="14196" y="337276"/>
                    <a:pt x="7475" y="340980"/>
                    <a:pt x="823" y="344752"/>
                  </a:cubicBezTo>
                  <a:cubicBezTo>
                    <a:pt x="412" y="345163"/>
                    <a:pt x="412" y="345163"/>
                    <a:pt x="0" y="345163"/>
                  </a:cubicBezTo>
                  <a:lnTo>
                    <a:pt x="0" y="0"/>
                  </a:lnTo>
                  <a:lnTo>
                    <a:pt x="291465" y="168227"/>
                  </a:lnTo>
                  <a:close/>
                </a:path>
              </a:pathLst>
            </a:custGeom>
            <a:solidFill>
              <a:srgbClr val="343436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98F1A0E-EF70-F661-B5DA-D9EEFCE380C1}"/>
                </a:ext>
              </a:extLst>
            </p:cNvPr>
            <p:cNvSpPr/>
            <p:nvPr/>
          </p:nvSpPr>
          <p:spPr>
            <a:xfrm>
              <a:off x="2399861" y="2358260"/>
              <a:ext cx="257723" cy="150738"/>
            </a:xfrm>
            <a:custGeom>
              <a:avLst/>
              <a:gdLst>
                <a:gd name="connsiteX0" fmla="*/ 255666 w 257723"/>
                <a:gd name="connsiteY0" fmla="*/ 1715 h 150738"/>
                <a:gd name="connsiteX1" fmla="*/ 257724 w 257723"/>
                <a:gd name="connsiteY1" fmla="*/ 10836 h 150738"/>
                <a:gd name="connsiteX2" fmla="*/ 15842 w 257723"/>
                <a:gd name="connsiteY2" fmla="*/ 150739 h 150738"/>
                <a:gd name="connsiteX3" fmla="*/ 0 w 257723"/>
                <a:gd name="connsiteY3" fmla="*/ 147447 h 150738"/>
                <a:gd name="connsiteX4" fmla="*/ 255255 w 257723"/>
                <a:gd name="connsiteY4" fmla="*/ 0 h 150738"/>
                <a:gd name="connsiteX5" fmla="*/ 255666 w 257723"/>
                <a:gd name="connsiteY5" fmla="*/ 1715 h 150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7723" h="150738">
                  <a:moveTo>
                    <a:pt x="255666" y="1715"/>
                  </a:moveTo>
                  <a:lnTo>
                    <a:pt x="257724" y="10836"/>
                  </a:lnTo>
                  <a:lnTo>
                    <a:pt x="15842" y="150739"/>
                  </a:lnTo>
                  <a:lnTo>
                    <a:pt x="0" y="147447"/>
                  </a:lnTo>
                  <a:lnTo>
                    <a:pt x="255255" y="0"/>
                  </a:lnTo>
                  <a:lnTo>
                    <a:pt x="255666" y="1715"/>
                  </a:lnTo>
                  <a:close/>
                </a:path>
              </a:pathLst>
            </a:custGeom>
            <a:solidFill>
              <a:srgbClr val="6E6E6E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083B4D95-DDFD-70DC-EAA0-CF7543BA29FA}"/>
                </a:ext>
              </a:extLst>
            </p:cNvPr>
            <p:cNvSpPr/>
            <p:nvPr/>
          </p:nvSpPr>
          <p:spPr>
            <a:xfrm>
              <a:off x="2547308" y="2841269"/>
              <a:ext cx="103624" cy="334396"/>
            </a:xfrm>
            <a:custGeom>
              <a:avLst/>
              <a:gdLst>
                <a:gd name="connsiteX0" fmla="*/ 35799 w 103624"/>
                <a:gd name="connsiteY0" fmla="*/ 31204 h 334396"/>
                <a:gd name="connsiteX1" fmla="*/ 103624 w 103624"/>
                <a:gd name="connsiteY1" fmla="*/ 320269 h 334396"/>
                <a:gd name="connsiteX2" fmla="*/ 78661 w 103624"/>
                <a:gd name="connsiteY2" fmla="*/ 334396 h 334396"/>
                <a:gd name="connsiteX3" fmla="*/ 0 w 103624"/>
                <a:gd name="connsiteY3" fmla="*/ 0 h 334396"/>
                <a:gd name="connsiteX4" fmla="*/ 11659 w 103624"/>
                <a:gd name="connsiteY4" fmla="*/ 2538 h 334396"/>
                <a:gd name="connsiteX5" fmla="*/ 20368 w 103624"/>
                <a:gd name="connsiteY5" fmla="*/ 6652 h 334396"/>
                <a:gd name="connsiteX6" fmla="*/ 32438 w 103624"/>
                <a:gd name="connsiteY6" fmla="*/ 22083 h 334396"/>
                <a:gd name="connsiteX7" fmla="*/ 35799 w 103624"/>
                <a:gd name="connsiteY7" fmla="*/ 31204 h 334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624" h="334396">
                  <a:moveTo>
                    <a:pt x="35799" y="31204"/>
                  </a:moveTo>
                  <a:lnTo>
                    <a:pt x="103624" y="320269"/>
                  </a:lnTo>
                  <a:cubicBezTo>
                    <a:pt x="95326" y="324864"/>
                    <a:pt x="87028" y="329870"/>
                    <a:pt x="78661" y="334396"/>
                  </a:cubicBezTo>
                  <a:lnTo>
                    <a:pt x="0" y="0"/>
                  </a:lnTo>
                  <a:lnTo>
                    <a:pt x="11659" y="2538"/>
                  </a:lnTo>
                  <a:cubicBezTo>
                    <a:pt x="14842" y="3215"/>
                    <a:pt x="17823" y="4624"/>
                    <a:pt x="20368" y="6652"/>
                  </a:cubicBezTo>
                  <a:cubicBezTo>
                    <a:pt x="25499" y="10824"/>
                    <a:pt x="29625" y="16098"/>
                    <a:pt x="32438" y="22083"/>
                  </a:cubicBezTo>
                  <a:cubicBezTo>
                    <a:pt x="33986" y="24948"/>
                    <a:pt x="35117" y="28020"/>
                    <a:pt x="35799" y="31204"/>
                  </a:cubicBez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A6FB2BE-ADDE-24CD-92C9-E42A53CAF1AA}"/>
                </a:ext>
              </a:extLst>
            </p:cNvPr>
            <p:cNvSpPr/>
            <p:nvPr/>
          </p:nvSpPr>
          <p:spPr>
            <a:xfrm>
              <a:off x="2558966" y="2817952"/>
              <a:ext cx="68237" cy="54521"/>
            </a:xfrm>
            <a:custGeom>
              <a:avLst/>
              <a:gdLst>
                <a:gd name="connsiteX0" fmla="*/ 68237 w 68237"/>
                <a:gd name="connsiteY0" fmla="*/ 29147 h 54521"/>
                <a:gd name="connsiteX1" fmla="*/ 24140 w 68237"/>
                <a:gd name="connsiteY1" fmla="*/ 54521 h 54521"/>
                <a:gd name="connsiteX2" fmla="*/ 20780 w 68237"/>
                <a:gd name="connsiteY2" fmla="*/ 45400 h 54521"/>
                <a:gd name="connsiteX3" fmla="*/ 8710 w 68237"/>
                <a:gd name="connsiteY3" fmla="*/ 29970 h 54521"/>
                <a:gd name="connsiteX4" fmla="*/ 0 w 68237"/>
                <a:gd name="connsiteY4" fmla="*/ 25855 h 54521"/>
                <a:gd name="connsiteX5" fmla="*/ 44097 w 68237"/>
                <a:gd name="connsiteY5" fmla="*/ 0 h 54521"/>
                <a:gd name="connsiteX6" fmla="*/ 52464 w 68237"/>
                <a:gd name="connsiteY6" fmla="*/ 4595 h 54521"/>
                <a:gd name="connsiteX7" fmla="*/ 64945 w 68237"/>
                <a:gd name="connsiteY7" fmla="*/ 19545 h 54521"/>
                <a:gd name="connsiteX8" fmla="*/ 68237 w 68237"/>
                <a:gd name="connsiteY8" fmla="*/ 29147 h 5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237" h="54521">
                  <a:moveTo>
                    <a:pt x="68237" y="29147"/>
                  </a:moveTo>
                  <a:lnTo>
                    <a:pt x="24140" y="54521"/>
                  </a:lnTo>
                  <a:cubicBezTo>
                    <a:pt x="23459" y="51337"/>
                    <a:pt x="22327" y="48266"/>
                    <a:pt x="20780" y="45400"/>
                  </a:cubicBezTo>
                  <a:cubicBezTo>
                    <a:pt x="17966" y="39416"/>
                    <a:pt x="13841" y="34141"/>
                    <a:pt x="8710" y="29970"/>
                  </a:cubicBezTo>
                  <a:cubicBezTo>
                    <a:pt x="6165" y="27941"/>
                    <a:pt x="3183" y="26532"/>
                    <a:pt x="0" y="25855"/>
                  </a:cubicBezTo>
                  <a:lnTo>
                    <a:pt x="44097" y="0"/>
                  </a:lnTo>
                  <a:cubicBezTo>
                    <a:pt x="47245" y="759"/>
                    <a:pt x="50134" y="2345"/>
                    <a:pt x="52464" y="4595"/>
                  </a:cubicBezTo>
                  <a:cubicBezTo>
                    <a:pt x="57703" y="8569"/>
                    <a:pt x="61971" y="13681"/>
                    <a:pt x="64945" y="19545"/>
                  </a:cubicBezTo>
                  <a:cubicBezTo>
                    <a:pt x="66397" y="22613"/>
                    <a:pt x="67501" y="25833"/>
                    <a:pt x="68237" y="29147"/>
                  </a:cubicBezTo>
                  <a:close/>
                </a:path>
              </a:pathLst>
            </a:custGeom>
            <a:solidFill>
              <a:srgbClr val="40404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432943B-D3B4-70CE-B1FC-FA8F5D3720A8}"/>
                </a:ext>
              </a:extLst>
            </p:cNvPr>
            <p:cNvSpPr/>
            <p:nvPr/>
          </p:nvSpPr>
          <p:spPr>
            <a:xfrm>
              <a:off x="2571654" y="2824810"/>
              <a:ext cx="47937" cy="38404"/>
            </a:xfrm>
            <a:custGeom>
              <a:avLst/>
              <a:gdLst>
                <a:gd name="connsiteX0" fmla="*/ 13236 w 47937"/>
                <a:gd name="connsiteY0" fmla="*/ 35387 h 38404"/>
                <a:gd name="connsiteX1" fmla="*/ 0 w 47937"/>
                <a:gd name="connsiteY1" fmla="*/ 18585 h 38404"/>
                <a:gd name="connsiteX2" fmla="*/ 31821 w 47937"/>
                <a:gd name="connsiteY2" fmla="*/ 0 h 38404"/>
                <a:gd name="connsiteX3" fmla="*/ 35044 w 47937"/>
                <a:gd name="connsiteY3" fmla="*/ 2195 h 38404"/>
                <a:gd name="connsiteX4" fmla="*/ 46429 w 47937"/>
                <a:gd name="connsiteY4" fmla="*/ 15568 h 38404"/>
                <a:gd name="connsiteX5" fmla="*/ 47937 w 47937"/>
                <a:gd name="connsiteY5" fmla="*/ 19340 h 38404"/>
                <a:gd name="connsiteX6" fmla="*/ 14745 w 47937"/>
                <a:gd name="connsiteY6" fmla="*/ 38405 h 38404"/>
                <a:gd name="connsiteX7" fmla="*/ 13236 w 47937"/>
                <a:gd name="connsiteY7" fmla="*/ 35387 h 3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937" h="38404">
                  <a:moveTo>
                    <a:pt x="13236" y="35387"/>
                  </a:moveTo>
                  <a:cubicBezTo>
                    <a:pt x="10126" y="28874"/>
                    <a:pt x="5604" y="23134"/>
                    <a:pt x="0" y="18585"/>
                  </a:cubicBezTo>
                  <a:lnTo>
                    <a:pt x="31821" y="0"/>
                  </a:lnTo>
                  <a:cubicBezTo>
                    <a:pt x="33043" y="487"/>
                    <a:pt x="34144" y="1236"/>
                    <a:pt x="35044" y="2195"/>
                  </a:cubicBezTo>
                  <a:cubicBezTo>
                    <a:pt x="39835" y="5698"/>
                    <a:pt x="43735" y="10279"/>
                    <a:pt x="46429" y="15568"/>
                  </a:cubicBezTo>
                  <a:cubicBezTo>
                    <a:pt x="47020" y="16788"/>
                    <a:pt x="47524" y="18049"/>
                    <a:pt x="47937" y="19340"/>
                  </a:cubicBezTo>
                  <a:lnTo>
                    <a:pt x="14745" y="38405"/>
                  </a:lnTo>
                  <a:cubicBezTo>
                    <a:pt x="14608" y="37445"/>
                    <a:pt x="14059" y="36416"/>
                    <a:pt x="13236" y="35387"/>
                  </a:cubicBezTo>
                  <a:close/>
                </a:path>
              </a:pathLst>
            </a:custGeom>
            <a:solidFill>
              <a:srgbClr val="4C4C4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25505B6-5BD0-7A1B-1F8F-C44888C20124}"/>
                </a:ext>
              </a:extLst>
            </p:cNvPr>
            <p:cNvSpPr/>
            <p:nvPr/>
          </p:nvSpPr>
          <p:spPr>
            <a:xfrm>
              <a:off x="2547308" y="2815483"/>
              <a:ext cx="55755" cy="28323"/>
            </a:xfrm>
            <a:custGeom>
              <a:avLst/>
              <a:gdLst>
                <a:gd name="connsiteX0" fmla="*/ 55756 w 55755"/>
                <a:gd name="connsiteY0" fmla="*/ 2469 h 28323"/>
                <a:gd name="connsiteX1" fmla="*/ 11659 w 55755"/>
                <a:gd name="connsiteY1" fmla="*/ 28324 h 28323"/>
                <a:gd name="connsiteX2" fmla="*/ 0 w 55755"/>
                <a:gd name="connsiteY2" fmla="*/ 25786 h 28323"/>
                <a:gd name="connsiteX3" fmla="*/ 44097 w 55755"/>
                <a:gd name="connsiteY3" fmla="*/ 0 h 28323"/>
                <a:gd name="connsiteX4" fmla="*/ 55756 w 55755"/>
                <a:gd name="connsiteY4" fmla="*/ 2469 h 2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5" h="28323">
                  <a:moveTo>
                    <a:pt x="55756" y="2469"/>
                  </a:moveTo>
                  <a:lnTo>
                    <a:pt x="11659" y="28324"/>
                  </a:lnTo>
                  <a:lnTo>
                    <a:pt x="0" y="25786"/>
                  </a:lnTo>
                  <a:lnTo>
                    <a:pt x="44097" y="0"/>
                  </a:lnTo>
                  <a:lnTo>
                    <a:pt x="55756" y="2469"/>
                  </a:lnTo>
                  <a:close/>
                </a:path>
              </a:pathLst>
            </a:custGeom>
            <a:solidFill>
              <a:srgbClr val="40404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BAF36BCA-83C0-049C-9D78-546648479AE2}"/>
                </a:ext>
              </a:extLst>
            </p:cNvPr>
            <p:cNvSpPr/>
            <p:nvPr/>
          </p:nvSpPr>
          <p:spPr>
            <a:xfrm>
              <a:off x="2515212" y="3235192"/>
              <a:ext cx="74546" cy="78661"/>
            </a:xfrm>
            <a:custGeom>
              <a:avLst/>
              <a:gdLst>
                <a:gd name="connsiteX0" fmla="*/ 74546 w 74546"/>
                <a:gd name="connsiteY0" fmla="*/ 78661 h 78661"/>
                <a:gd name="connsiteX1" fmla="*/ 0 w 74546"/>
                <a:gd name="connsiteY1" fmla="*/ 35387 h 78661"/>
                <a:gd name="connsiteX2" fmla="*/ 56647 w 74546"/>
                <a:gd name="connsiteY2" fmla="*/ 2880 h 78661"/>
                <a:gd name="connsiteX3" fmla="*/ 61653 w 74546"/>
                <a:gd name="connsiteY3" fmla="*/ 0 h 78661"/>
                <a:gd name="connsiteX4" fmla="*/ 62065 w 74546"/>
                <a:gd name="connsiteY4" fmla="*/ 0 h 78661"/>
                <a:gd name="connsiteX5" fmla="*/ 59527 w 74546"/>
                <a:gd name="connsiteY5" fmla="*/ 15773 h 78661"/>
                <a:gd name="connsiteX6" fmla="*/ 74546 w 74546"/>
                <a:gd name="connsiteY6" fmla="*/ 78661 h 78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546" h="78661">
                  <a:moveTo>
                    <a:pt x="74546" y="78661"/>
                  </a:moveTo>
                  <a:lnTo>
                    <a:pt x="0" y="35387"/>
                  </a:lnTo>
                  <a:lnTo>
                    <a:pt x="56647" y="2880"/>
                  </a:lnTo>
                  <a:lnTo>
                    <a:pt x="61653" y="0"/>
                  </a:lnTo>
                  <a:lnTo>
                    <a:pt x="62065" y="0"/>
                  </a:lnTo>
                  <a:cubicBezTo>
                    <a:pt x="60352" y="5081"/>
                    <a:pt x="59494" y="10411"/>
                    <a:pt x="59527" y="15773"/>
                  </a:cubicBezTo>
                  <a:cubicBezTo>
                    <a:pt x="58205" y="37760"/>
                    <a:pt x="63432" y="59645"/>
                    <a:pt x="74546" y="78661"/>
                  </a:cubicBezTo>
                  <a:close/>
                </a:path>
              </a:pathLst>
            </a:custGeom>
            <a:solidFill>
              <a:srgbClr val="343436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92D3AD2-EFD1-8472-9E69-2A0E95ADFE50}"/>
                </a:ext>
              </a:extLst>
            </p:cNvPr>
            <p:cNvSpPr/>
            <p:nvPr/>
          </p:nvSpPr>
          <p:spPr>
            <a:xfrm>
              <a:off x="2399724" y="2505707"/>
              <a:ext cx="182559" cy="732365"/>
            </a:xfrm>
            <a:custGeom>
              <a:avLst/>
              <a:gdLst>
                <a:gd name="connsiteX0" fmla="*/ 15979 w 182559"/>
                <a:gd name="connsiteY0" fmla="*/ 3292 h 732365"/>
                <a:gd name="connsiteX1" fmla="*/ 182560 w 182559"/>
                <a:gd name="connsiteY1" fmla="*/ 714466 h 732365"/>
                <a:gd name="connsiteX2" fmla="*/ 177554 w 182559"/>
                <a:gd name="connsiteY2" fmla="*/ 729485 h 732365"/>
                <a:gd name="connsiteX3" fmla="*/ 177142 w 182559"/>
                <a:gd name="connsiteY3" fmla="*/ 729485 h 732365"/>
                <a:gd name="connsiteX4" fmla="*/ 172136 w 182559"/>
                <a:gd name="connsiteY4" fmla="*/ 732366 h 732365"/>
                <a:gd name="connsiteX5" fmla="*/ 156294 w 182559"/>
                <a:gd name="connsiteY5" fmla="*/ 664952 h 732365"/>
                <a:gd name="connsiteX6" fmla="*/ 155882 w 182559"/>
                <a:gd name="connsiteY6" fmla="*/ 662826 h 732365"/>
                <a:gd name="connsiteX7" fmla="*/ 0 w 182559"/>
                <a:gd name="connsiteY7" fmla="*/ 0 h 732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2559" h="732365">
                  <a:moveTo>
                    <a:pt x="15979" y="3292"/>
                  </a:moveTo>
                  <a:lnTo>
                    <a:pt x="182560" y="714466"/>
                  </a:lnTo>
                  <a:cubicBezTo>
                    <a:pt x="180369" y="719283"/>
                    <a:pt x="178691" y="724317"/>
                    <a:pt x="177554" y="729485"/>
                  </a:cubicBezTo>
                  <a:lnTo>
                    <a:pt x="177142" y="729485"/>
                  </a:lnTo>
                  <a:lnTo>
                    <a:pt x="172136" y="732366"/>
                  </a:lnTo>
                  <a:lnTo>
                    <a:pt x="156294" y="664952"/>
                  </a:lnTo>
                  <a:lnTo>
                    <a:pt x="155882" y="6628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5A6A6C3-87DF-6AD9-6DF1-0F0FB7AC13D1}"/>
                </a:ext>
              </a:extLst>
            </p:cNvPr>
            <p:cNvSpPr/>
            <p:nvPr/>
          </p:nvSpPr>
          <p:spPr>
            <a:xfrm>
              <a:off x="2419536" y="1674422"/>
              <a:ext cx="1439514" cy="834027"/>
            </a:xfrm>
            <a:custGeom>
              <a:avLst/>
              <a:gdLst>
                <a:gd name="connsiteX0" fmla="*/ 3093 w 1439514"/>
                <a:gd name="connsiteY0" fmla="*/ 834028 h 834027"/>
                <a:gd name="connsiteX1" fmla="*/ 418 w 1439514"/>
                <a:gd name="connsiteY1" fmla="*/ 832519 h 834027"/>
                <a:gd name="connsiteX2" fmla="*/ 1516 w 1439514"/>
                <a:gd name="connsiteY2" fmla="*/ 828199 h 834027"/>
                <a:gd name="connsiteX3" fmla="*/ 1434838 w 1439514"/>
                <a:gd name="connsiteY3" fmla="*/ 438 h 834027"/>
                <a:gd name="connsiteX4" fmla="*/ 1439070 w 1439514"/>
                <a:gd name="connsiteY4" fmla="*/ 1502 h 834027"/>
                <a:gd name="connsiteX5" fmla="*/ 1439089 w 1439514"/>
                <a:gd name="connsiteY5" fmla="*/ 1535 h 834027"/>
                <a:gd name="connsiteX6" fmla="*/ 1437940 w 1439514"/>
                <a:gd name="connsiteY6" fmla="*/ 5846 h 834027"/>
                <a:gd name="connsiteX7" fmla="*/ 1437924 w 1439514"/>
                <a:gd name="connsiteY7" fmla="*/ 5856 h 834027"/>
                <a:gd name="connsiteX8" fmla="*/ 4602 w 1439514"/>
                <a:gd name="connsiteY8" fmla="*/ 833616 h 834027"/>
                <a:gd name="connsiteX9" fmla="*/ 3093 w 1439514"/>
                <a:gd name="connsiteY9" fmla="*/ 834028 h 834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39514" h="834027">
                  <a:moveTo>
                    <a:pt x="3093" y="834028"/>
                  </a:moveTo>
                  <a:cubicBezTo>
                    <a:pt x="2000" y="834022"/>
                    <a:pt x="988" y="833451"/>
                    <a:pt x="418" y="832519"/>
                  </a:cubicBezTo>
                  <a:cubicBezTo>
                    <a:pt x="-431" y="831017"/>
                    <a:pt x="52" y="829113"/>
                    <a:pt x="1516" y="828199"/>
                  </a:cubicBezTo>
                  <a:lnTo>
                    <a:pt x="1434838" y="438"/>
                  </a:lnTo>
                  <a:cubicBezTo>
                    <a:pt x="1436300" y="-437"/>
                    <a:pt x="1438195" y="40"/>
                    <a:pt x="1439070" y="1502"/>
                  </a:cubicBezTo>
                  <a:cubicBezTo>
                    <a:pt x="1439077" y="1513"/>
                    <a:pt x="1439083" y="1524"/>
                    <a:pt x="1439089" y="1535"/>
                  </a:cubicBezTo>
                  <a:cubicBezTo>
                    <a:pt x="1439963" y="3043"/>
                    <a:pt x="1439448" y="4973"/>
                    <a:pt x="1437940" y="5846"/>
                  </a:cubicBezTo>
                  <a:cubicBezTo>
                    <a:pt x="1437935" y="5849"/>
                    <a:pt x="1437929" y="5853"/>
                    <a:pt x="1437924" y="5856"/>
                  </a:cubicBezTo>
                  <a:lnTo>
                    <a:pt x="4602" y="833616"/>
                  </a:lnTo>
                  <a:cubicBezTo>
                    <a:pt x="4141" y="833878"/>
                    <a:pt x="3622" y="834019"/>
                    <a:pt x="3093" y="834028"/>
                  </a:cubicBezTo>
                  <a:close/>
                </a:path>
              </a:pathLst>
            </a:custGeom>
            <a:solidFill>
              <a:srgbClr val="83838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6B72CD-9506-B2EC-E61F-E679DBCA3014}"/>
                </a:ext>
              </a:extLst>
            </p:cNvPr>
            <p:cNvSpPr/>
            <p:nvPr/>
          </p:nvSpPr>
          <p:spPr>
            <a:xfrm>
              <a:off x="2390534" y="1178341"/>
              <a:ext cx="1540649" cy="1969480"/>
            </a:xfrm>
            <a:custGeom>
              <a:avLst/>
              <a:gdLst>
                <a:gd name="connsiteX0" fmla="*/ 1252957 w 1540649"/>
                <a:gd name="connsiteY0" fmla="*/ 0 h 1969480"/>
                <a:gd name="connsiteX1" fmla="*/ 0 w 1540649"/>
                <a:gd name="connsiteY1" fmla="*/ 685114 h 1969480"/>
                <a:gd name="connsiteX2" fmla="*/ 313479 w 1540649"/>
                <a:gd name="connsiteY2" fmla="*/ 1969480 h 1969480"/>
                <a:gd name="connsiteX3" fmla="*/ 1540650 w 1540649"/>
                <a:gd name="connsiteY3" fmla="*/ 1269964 h 1969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0649" h="1969480">
                  <a:moveTo>
                    <a:pt x="1252957" y="0"/>
                  </a:moveTo>
                  <a:lnTo>
                    <a:pt x="0" y="685114"/>
                  </a:lnTo>
                  <a:lnTo>
                    <a:pt x="313479" y="1969480"/>
                  </a:lnTo>
                  <a:cubicBezTo>
                    <a:pt x="634502" y="1784314"/>
                    <a:pt x="1219627" y="1455130"/>
                    <a:pt x="1540650" y="1269964"/>
                  </a:cubicBezTo>
                  <a:close/>
                </a:path>
              </a:pathLst>
            </a:custGeom>
            <a:solidFill>
              <a:srgbClr val="F5F5F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9B743036-DB64-F6E7-26BF-0A3587E67FAF}"/>
                </a:ext>
              </a:extLst>
            </p:cNvPr>
            <p:cNvSpPr/>
            <p:nvPr/>
          </p:nvSpPr>
          <p:spPr>
            <a:xfrm>
              <a:off x="5177968" y="4025028"/>
              <a:ext cx="86548" cy="141069"/>
            </a:xfrm>
            <a:custGeom>
              <a:avLst/>
              <a:gdLst>
                <a:gd name="connsiteX0" fmla="*/ 86548 w 86548"/>
                <a:gd name="connsiteY0" fmla="*/ 0 h 141069"/>
                <a:gd name="connsiteX1" fmla="*/ 84491 w 86548"/>
                <a:gd name="connsiteY1" fmla="*/ 6858 h 141069"/>
                <a:gd name="connsiteX2" fmla="*/ 63231 w 86548"/>
                <a:gd name="connsiteY2" fmla="*/ 75438 h 141069"/>
                <a:gd name="connsiteX3" fmla="*/ 61996 w 86548"/>
                <a:gd name="connsiteY3" fmla="*/ 80033 h 141069"/>
                <a:gd name="connsiteX4" fmla="*/ 61173 w 86548"/>
                <a:gd name="connsiteY4" fmla="*/ 82090 h 141069"/>
                <a:gd name="connsiteX5" fmla="*/ 61173 w 86548"/>
                <a:gd name="connsiteY5" fmla="*/ 82502 h 141069"/>
                <a:gd name="connsiteX6" fmla="*/ 60762 w 86548"/>
                <a:gd name="connsiteY6" fmla="*/ 83736 h 141069"/>
                <a:gd name="connsiteX7" fmla="*/ 59939 w 86548"/>
                <a:gd name="connsiteY7" fmla="*/ 86274 h 141069"/>
                <a:gd name="connsiteX8" fmla="*/ 59528 w 86548"/>
                <a:gd name="connsiteY8" fmla="*/ 88331 h 141069"/>
                <a:gd name="connsiteX9" fmla="*/ 59116 w 86548"/>
                <a:gd name="connsiteY9" fmla="*/ 88331 h 141069"/>
                <a:gd name="connsiteX10" fmla="*/ 58705 w 86548"/>
                <a:gd name="connsiteY10" fmla="*/ 89977 h 141069"/>
                <a:gd name="connsiteX11" fmla="*/ 58705 w 86548"/>
                <a:gd name="connsiteY11" fmla="*/ 90457 h 141069"/>
                <a:gd name="connsiteX12" fmla="*/ 57402 w 86548"/>
                <a:gd name="connsiteY12" fmla="*/ 92515 h 141069"/>
                <a:gd name="connsiteX13" fmla="*/ 56990 w 86548"/>
                <a:gd name="connsiteY13" fmla="*/ 94161 h 141069"/>
                <a:gd name="connsiteX14" fmla="*/ 56579 w 86548"/>
                <a:gd name="connsiteY14" fmla="*/ 94572 h 141069"/>
                <a:gd name="connsiteX15" fmla="*/ 55756 w 86548"/>
                <a:gd name="connsiteY15" fmla="*/ 96698 h 141069"/>
                <a:gd name="connsiteX16" fmla="*/ 54521 w 86548"/>
                <a:gd name="connsiteY16" fmla="*/ 98755 h 141069"/>
                <a:gd name="connsiteX17" fmla="*/ 53698 w 86548"/>
                <a:gd name="connsiteY17" fmla="*/ 100813 h 141069"/>
                <a:gd name="connsiteX18" fmla="*/ 53698 w 86548"/>
                <a:gd name="connsiteY18" fmla="*/ 101224 h 141069"/>
                <a:gd name="connsiteX19" fmla="*/ 52875 w 86548"/>
                <a:gd name="connsiteY19" fmla="*/ 102527 h 141069"/>
                <a:gd name="connsiteX20" fmla="*/ 52464 w 86548"/>
                <a:gd name="connsiteY20" fmla="*/ 102939 h 141069"/>
                <a:gd name="connsiteX21" fmla="*/ 51572 w 86548"/>
                <a:gd name="connsiteY21" fmla="*/ 104585 h 141069"/>
                <a:gd name="connsiteX22" fmla="*/ 51572 w 86548"/>
                <a:gd name="connsiteY22" fmla="*/ 104996 h 141069"/>
                <a:gd name="connsiteX23" fmla="*/ 51161 w 86548"/>
                <a:gd name="connsiteY23" fmla="*/ 104996 h 141069"/>
                <a:gd name="connsiteX24" fmla="*/ 51161 w 86548"/>
                <a:gd name="connsiteY24" fmla="*/ 105408 h 141069"/>
                <a:gd name="connsiteX25" fmla="*/ 50338 w 86548"/>
                <a:gd name="connsiteY25" fmla="*/ 107054 h 141069"/>
                <a:gd name="connsiteX26" fmla="*/ 49103 w 86548"/>
                <a:gd name="connsiteY26" fmla="*/ 109180 h 141069"/>
                <a:gd name="connsiteX27" fmla="*/ 48692 w 86548"/>
                <a:gd name="connsiteY27" fmla="*/ 109591 h 141069"/>
                <a:gd name="connsiteX28" fmla="*/ 47869 w 86548"/>
                <a:gd name="connsiteY28" fmla="*/ 111237 h 141069"/>
                <a:gd name="connsiteX29" fmla="*/ 47252 w 86548"/>
                <a:gd name="connsiteY29" fmla="*/ 111237 h 141069"/>
                <a:gd name="connsiteX30" fmla="*/ 46017 w 86548"/>
                <a:gd name="connsiteY30" fmla="*/ 113294 h 141069"/>
                <a:gd name="connsiteX31" fmla="*/ 45537 w 86548"/>
                <a:gd name="connsiteY31" fmla="*/ 114186 h 141069"/>
                <a:gd name="connsiteX32" fmla="*/ 43480 w 86548"/>
                <a:gd name="connsiteY32" fmla="*/ 116655 h 141069"/>
                <a:gd name="connsiteX33" fmla="*/ 42246 w 86548"/>
                <a:gd name="connsiteY33" fmla="*/ 118712 h 141069"/>
                <a:gd name="connsiteX34" fmla="*/ 41422 w 86548"/>
                <a:gd name="connsiteY34" fmla="*/ 119604 h 141069"/>
                <a:gd name="connsiteX35" fmla="*/ 39296 w 86548"/>
                <a:gd name="connsiteY35" fmla="*/ 122072 h 141069"/>
                <a:gd name="connsiteX36" fmla="*/ 36828 w 86548"/>
                <a:gd name="connsiteY36" fmla="*/ 124542 h 141069"/>
                <a:gd name="connsiteX37" fmla="*/ 34770 w 86548"/>
                <a:gd name="connsiteY37" fmla="*/ 127079 h 141069"/>
                <a:gd name="connsiteX38" fmla="*/ 32233 w 86548"/>
                <a:gd name="connsiteY38" fmla="*/ 129548 h 141069"/>
                <a:gd name="connsiteX39" fmla="*/ 29764 w 86548"/>
                <a:gd name="connsiteY39" fmla="*/ 131674 h 141069"/>
                <a:gd name="connsiteX40" fmla="*/ 29352 w 86548"/>
                <a:gd name="connsiteY40" fmla="*/ 132085 h 141069"/>
                <a:gd name="connsiteX41" fmla="*/ 26815 w 86548"/>
                <a:gd name="connsiteY41" fmla="*/ 134142 h 141069"/>
                <a:gd name="connsiteX42" fmla="*/ 26403 w 86548"/>
                <a:gd name="connsiteY42" fmla="*/ 134966 h 141069"/>
                <a:gd name="connsiteX43" fmla="*/ 23523 w 86548"/>
                <a:gd name="connsiteY43" fmla="*/ 137092 h 141069"/>
                <a:gd name="connsiteX44" fmla="*/ 22700 w 86548"/>
                <a:gd name="connsiteY44" fmla="*/ 137503 h 141069"/>
                <a:gd name="connsiteX45" fmla="*/ 22700 w 86548"/>
                <a:gd name="connsiteY45" fmla="*/ 137777 h 141069"/>
                <a:gd name="connsiteX46" fmla="*/ 21809 w 86548"/>
                <a:gd name="connsiteY46" fmla="*/ 138189 h 141069"/>
                <a:gd name="connsiteX47" fmla="*/ 16871 w 86548"/>
                <a:gd name="connsiteY47" fmla="*/ 141069 h 141069"/>
                <a:gd name="connsiteX48" fmla="*/ 0 w 86548"/>
                <a:gd name="connsiteY48" fmla="*/ 130919 h 141069"/>
                <a:gd name="connsiteX49" fmla="*/ 5829 w 86548"/>
                <a:gd name="connsiteY49" fmla="*/ 127559 h 141069"/>
                <a:gd name="connsiteX50" fmla="*/ 9533 w 86548"/>
                <a:gd name="connsiteY50" fmla="*/ 124610 h 141069"/>
                <a:gd name="connsiteX51" fmla="*/ 12893 w 86548"/>
                <a:gd name="connsiteY51" fmla="*/ 121730 h 141069"/>
                <a:gd name="connsiteX52" fmla="*/ 15362 w 86548"/>
                <a:gd name="connsiteY52" fmla="*/ 119261 h 141069"/>
                <a:gd name="connsiteX53" fmla="*/ 17899 w 86548"/>
                <a:gd name="connsiteY53" fmla="*/ 117135 h 141069"/>
                <a:gd name="connsiteX54" fmla="*/ 19957 w 86548"/>
                <a:gd name="connsiteY54" fmla="*/ 114666 h 141069"/>
                <a:gd name="connsiteX55" fmla="*/ 22014 w 86548"/>
                <a:gd name="connsiteY55" fmla="*/ 112129 h 141069"/>
                <a:gd name="connsiteX56" fmla="*/ 24552 w 86548"/>
                <a:gd name="connsiteY56" fmla="*/ 109248 h 141069"/>
                <a:gd name="connsiteX57" fmla="*/ 26609 w 86548"/>
                <a:gd name="connsiteY57" fmla="*/ 106711 h 141069"/>
                <a:gd name="connsiteX58" fmla="*/ 28735 w 86548"/>
                <a:gd name="connsiteY58" fmla="*/ 103831 h 141069"/>
                <a:gd name="connsiteX59" fmla="*/ 30381 w 86548"/>
                <a:gd name="connsiteY59" fmla="*/ 100881 h 141069"/>
                <a:gd name="connsiteX60" fmla="*/ 32027 w 86548"/>
                <a:gd name="connsiteY60" fmla="*/ 98824 h 141069"/>
                <a:gd name="connsiteX61" fmla="*/ 32850 w 86548"/>
                <a:gd name="connsiteY61" fmla="*/ 96767 h 141069"/>
                <a:gd name="connsiteX62" fmla="*/ 34084 w 86548"/>
                <a:gd name="connsiteY62" fmla="*/ 94641 h 141069"/>
                <a:gd name="connsiteX63" fmla="*/ 35387 w 86548"/>
                <a:gd name="connsiteY63" fmla="*/ 92994 h 141069"/>
                <a:gd name="connsiteX64" fmla="*/ 36622 w 86548"/>
                <a:gd name="connsiteY64" fmla="*/ 90937 h 141069"/>
                <a:gd name="connsiteX65" fmla="*/ 37445 w 86548"/>
                <a:gd name="connsiteY65" fmla="*/ 88811 h 141069"/>
                <a:gd name="connsiteX66" fmla="*/ 38679 w 86548"/>
                <a:gd name="connsiteY66" fmla="*/ 86342 h 141069"/>
                <a:gd name="connsiteX67" fmla="*/ 39502 w 86548"/>
                <a:gd name="connsiteY67" fmla="*/ 84285 h 141069"/>
                <a:gd name="connsiteX68" fmla="*/ 40394 w 86548"/>
                <a:gd name="connsiteY68" fmla="*/ 82159 h 141069"/>
                <a:gd name="connsiteX69" fmla="*/ 41217 w 86548"/>
                <a:gd name="connsiteY69" fmla="*/ 80102 h 141069"/>
                <a:gd name="connsiteX70" fmla="*/ 42040 w 86548"/>
                <a:gd name="connsiteY70" fmla="*/ 77976 h 141069"/>
                <a:gd name="connsiteX71" fmla="*/ 42863 w 86548"/>
                <a:gd name="connsiteY71" fmla="*/ 75919 h 141069"/>
                <a:gd name="connsiteX72" fmla="*/ 43686 w 86548"/>
                <a:gd name="connsiteY72" fmla="*/ 73861 h 141069"/>
                <a:gd name="connsiteX73" fmla="*/ 44097 w 86548"/>
                <a:gd name="connsiteY73" fmla="*/ 72146 h 141069"/>
                <a:gd name="connsiteX74" fmla="*/ 61996 w 86548"/>
                <a:gd name="connsiteY74" fmla="*/ 13853 h 141069"/>
                <a:gd name="connsiteX75" fmla="*/ 86548 w 86548"/>
                <a:gd name="connsiteY75" fmla="*/ 0 h 141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86548" h="141069">
                  <a:moveTo>
                    <a:pt x="86548" y="0"/>
                  </a:moveTo>
                  <a:cubicBezTo>
                    <a:pt x="85725" y="2469"/>
                    <a:pt x="85314" y="4595"/>
                    <a:pt x="84491" y="6858"/>
                  </a:cubicBezTo>
                  <a:cubicBezTo>
                    <a:pt x="77633" y="29764"/>
                    <a:pt x="70363" y="52670"/>
                    <a:pt x="63231" y="75438"/>
                  </a:cubicBezTo>
                  <a:cubicBezTo>
                    <a:pt x="62819" y="77084"/>
                    <a:pt x="62408" y="78319"/>
                    <a:pt x="61996" y="80033"/>
                  </a:cubicBezTo>
                  <a:cubicBezTo>
                    <a:pt x="61585" y="81748"/>
                    <a:pt x="61585" y="81268"/>
                    <a:pt x="61173" y="82090"/>
                  </a:cubicBezTo>
                  <a:lnTo>
                    <a:pt x="61173" y="82502"/>
                  </a:lnTo>
                  <a:cubicBezTo>
                    <a:pt x="61173" y="82913"/>
                    <a:pt x="60762" y="83325"/>
                    <a:pt x="60762" y="83736"/>
                  </a:cubicBezTo>
                  <a:cubicBezTo>
                    <a:pt x="60687" y="84634"/>
                    <a:pt x="60406" y="85503"/>
                    <a:pt x="59939" y="86274"/>
                  </a:cubicBezTo>
                  <a:cubicBezTo>
                    <a:pt x="59762" y="86951"/>
                    <a:pt x="59624" y="87638"/>
                    <a:pt x="59528" y="88331"/>
                  </a:cubicBezTo>
                  <a:lnTo>
                    <a:pt x="59116" y="88331"/>
                  </a:lnTo>
                  <a:cubicBezTo>
                    <a:pt x="59116" y="89154"/>
                    <a:pt x="58705" y="89565"/>
                    <a:pt x="58705" y="89977"/>
                  </a:cubicBezTo>
                  <a:lnTo>
                    <a:pt x="58705" y="90457"/>
                  </a:lnTo>
                  <a:cubicBezTo>
                    <a:pt x="58293" y="91280"/>
                    <a:pt x="57882" y="91692"/>
                    <a:pt x="57402" y="92515"/>
                  </a:cubicBezTo>
                  <a:cubicBezTo>
                    <a:pt x="56922" y="93338"/>
                    <a:pt x="56990" y="93749"/>
                    <a:pt x="56990" y="94161"/>
                  </a:cubicBezTo>
                  <a:cubicBezTo>
                    <a:pt x="56763" y="94161"/>
                    <a:pt x="56579" y="94345"/>
                    <a:pt x="56579" y="94572"/>
                  </a:cubicBezTo>
                  <a:cubicBezTo>
                    <a:pt x="56167" y="95395"/>
                    <a:pt x="56167" y="96287"/>
                    <a:pt x="55756" y="96698"/>
                  </a:cubicBezTo>
                  <a:cubicBezTo>
                    <a:pt x="55438" y="97436"/>
                    <a:pt x="55023" y="98128"/>
                    <a:pt x="54521" y="98755"/>
                  </a:cubicBezTo>
                  <a:cubicBezTo>
                    <a:pt x="54505" y="99518"/>
                    <a:pt x="54212" y="100249"/>
                    <a:pt x="53698" y="100813"/>
                  </a:cubicBezTo>
                  <a:lnTo>
                    <a:pt x="53698" y="101224"/>
                  </a:lnTo>
                  <a:cubicBezTo>
                    <a:pt x="53284" y="101553"/>
                    <a:pt x="52994" y="102012"/>
                    <a:pt x="52875" y="102527"/>
                  </a:cubicBezTo>
                  <a:lnTo>
                    <a:pt x="52464" y="102939"/>
                  </a:lnTo>
                  <a:cubicBezTo>
                    <a:pt x="52052" y="103762"/>
                    <a:pt x="51572" y="104173"/>
                    <a:pt x="51572" y="104585"/>
                  </a:cubicBezTo>
                  <a:lnTo>
                    <a:pt x="51572" y="104996"/>
                  </a:lnTo>
                  <a:lnTo>
                    <a:pt x="51161" y="104996"/>
                  </a:lnTo>
                  <a:lnTo>
                    <a:pt x="51161" y="105408"/>
                  </a:lnTo>
                  <a:cubicBezTo>
                    <a:pt x="51161" y="105819"/>
                    <a:pt x="50749" y="106231"/>
                    <a:pt x="50338" y="107054"/>
                  </a:cubicBezTo>
                  <a:cubicBezTo>
                    <a:pt x="49926" y="107877"/>
                    <a:pt x="49515" y="108357"/>
                    <a:pt x="49103" y="109180"/>
                  </a:cubicBezTo>
                  <a:cubicBezTo>
                    <a:pt x="48876" y="109180"/>
                    <a:pt x="48692" y="109364"/>
                    <a:pt x="48692" y="109591"/>
                  </a:cubicBezTo>
                  <a:cubicBezTo>
                    <a:pt x="48692" y="110003"/>
                    <a:pt x="48280" y="110414"/>
                    <a:pt x="47869" y="111237"/>
                  </a:cubicBezTo>
                  <a:lnTo>
                    <a:pt x="47252" y="111237"/>
                  </a:lnTo>
                  <a:cubicBezTo>
                    <a:pt x="46840" y="112060"/>
                    <a:pt x="46429" y="112471"/>
                    <a:pt x="46017" y="113294"/>
                  </a:cubicBezTo>
                  <a:cubicBezTo>
                    <a:pt x="45768" y="113534"/>
                    <a:pt x="45600" y="113846"/>
                    <a:pt x="45537" y="114186"/>
                  </a:cubicBezTo>
                  <a:cubicBezTo>
                    <a:pt x="44714" y="115009"/>
                    <a:pt x="44303" y="115832"/>
                    <a:pt x="43480" y="116655"/>
                  </a:cubicBezTo>
                  <a:cubicBezTo>
                    <a:pt x="43162" y="117393"/>
                    <a:pt x="42747" y="118085"/>
                    <a:pt x="42246" y="118712"/>
                  </a:cubicBezTo>
                  <a:lnTo>
                    <a:pt x="41422" y="119604"/>
                  </a:lnTo>
                  <a:cubicBezTo>
                    <a:pt x="40599" y="120320"/>
                    <a:pt x="39883" y="121152"/>
                    <a:pt x="39296" y="122072"/>
                  </a:cubicBezTo>
                  <a:lnTo>
                    <a:pt x="36828" y="124542"/>
                  </a:lnTo>
                  <a:cubicBezTo>
                    <a:pt x="36005" y="125433"/>
                    <a:pt x="35593" y="126256"/>
                    <a:pt x="34770" y="127079"/>
                  </a:cubicBezTo>
                  <a:lnTo>
                    <a:pt x="32233" y="129548"/>
                  </a:lnTo>
                  <a:cubicBezTo>
                    <a:pt x="31516" y="130371"/>
                    <a:pt x="30684" y="131087"/>
                    <a:pt x="29764" y="131674"/>
                  </a:cubicBezTo>
                  <a:lnTo>
                    <a:pt x="29352" y="132085"/>
                  </a:lnTo>
                  <a:cubicBezTo>
                    <a:pt x="28612" y="132891"/>
                    <a:pt x="27757" y="133585"/>
                    <a:pt x="26815" y="134142"/>
                  </a:cubicBezTo>
                  <a:cubicBezTo>
                    <a:pt x="26403" y="134554"/>
                    <a:pt x="26403" y="134554"/>
                    <a:pt x="26403" y="134966"/>
                  </a:cubicBezTo>
                  <a:cubicBezTo>
                    <a:pt x="26403" y="135377"/>
                    <a:pt x="24346" y="136200"/>
                    <a:pt x="23523" y="137092"/>
                  </a:cubicBezTo>
                  <a:cubicBezTo>
                    <a:pt x="22700" y="137983"/>
                    <a:pt x="23112" y="137503"/>
                    <a:pt x="22700" y="137503"/>
                  </a:cubicBezTo>
                  <a:lnTo>
                    <a:pt x="22700" y="137777"/>
                  </a:lnTo>
                  <a:cubicBezTo>
                    <a:pt x="22220" y="137777"/>
                    <a:pt x="22220" y="137777"/>
                    <a:pt x="21809" y="138189"/>
                  </a:cubicBezTo>
                  <a:cubicBezTo>
                    <a:pt x="20163" y="139423"/>
                    <a:pt x="18517" y="139835"/>
                    <a:pt x="16871" y="141069"/>
                  </a:cubicBezTo>
                  <a:lnTo>
                    <a:pt x="0" y="130919"/>
                  </a:lnTo>
                  <a:cubicBezTo>
                    <a:pt x="2007" y="129914"/>
                    <a:pt x="3953" y="128792"/>
                    <a:pt x="5829" y="127559"/>
                  </a:cubicBezTo>
                  <a:cubicBezTo>
                    <a:pt x="7064" y="126736"/>
                    <a:pt x="8298" y="125502"/>
                    <a:pt x="9533" y="124610"/>
                  </a:cubicBezTo>
                  <a:cubicBezTo>
                    <a:pt x="10563" y="123550"/>
                    <a:pt x="11688" y="122586"/>
                    <a:pt x="12893" y="121730"/>
                  </a:cubicBezTo>
                  <a:lnTo>
                    <a:pt x="15362" y="119261"/>
                  </a:lnTo>
                  <a:cubicBezTo>
                    <a:pt x="16185" y="118369"/>
                    <a:pt x="17077" y="117958"/>
                    <a:pt x="17899" y="117135"/>
                  </a:cubicBezTo>
                  <a:cubicBezTo>
                    <a:pt x="18460" y="116215"/>
                    <a:pt x="19153" y="115383"/>
                    <a:pt x="19957" y="114666"/>
                  </a:cubicBezTo>
                  <a:cubicBezTo>
                    <a:pt x="20763" y="113926"/>
                    <a:pt x="21456" y="113070"/>
                    <a:pt x="22014" y="112129"/>
                  </a:cubicBezTo>
                  <a:cubicBezTo>
                    <a:pt x="22906" y="111306"/>
                    <a:pt x="23729" y="110071"/>
                    <a:pt x="24552" y="109248"/>
                  </a:cubicBezTo>
                  <a:cubicBezTo>
                    <a:pt x="25127" y="108318"/>
                    <a:pt x="25818" y="107466"/>
                    <a:pt x="26609" y="106711"/>
                  </a:cubicBezTo>
                  <a:cubicBezTo>
                    <a:pt x="27050" y="105579"/>
                    <a:pt x="27784" y="104585"/>
                    <a:pt x="28735" y="103831"/>
                  </a:cubicBezTo>
                  <a:cubicBezTo>
                    <a:pt x="29147" y="103007"/>
                    <a:pt x="29970" y="101773"/>
                    <a:pt x="30381" y="100881"/>
                  </a:cubicBezTo>
                  <a:cubicBezTo>
                    <a:pt x="30793" y="99990"/>
                    <a:pt x="31615" y="99647"/>
                    <a:pt x="32027" y="98824"/>
                  </a:cubicBezTo>
                  <a:cubicBezTo>
                    <a:pt x="32438" y="98001"/>
                    <a:pt x="32850" y="97590"/>
                    <a:pt x="32850" y="96767"/>
                  </a:cubicBezTo>
                  <a:cubicBezTo>
                    <a:pt x="33350" y="96113"/>
                    <a:pt x="33765" y="95399"/>
                    <a:pt x="34084" y="94641"/>
                  </a:cubicBezTo>
                  <a:cubicBezTo>
                    <a:pt x="34564" y="94229"/>
                    <a:pt x="34976" y="93406"/>
                    <a:pt x="35387" y="92994"/>
                  </a:cubicBezTo>
                  <a:cubicBezTo>
                    <a:pt x="35705" y="92257"/>
                    <a:pt x="36120" y="91565"/>
                    <a:pt x="36622" y="90937"/>
                  </a:cubicBezTo>
                  <a:cubicBezTo>
                    <a:pt x="37033" y="90114"/>
                    <a:pt x="37033" y="89223"/>
                    <a:pt x="37445" y="88811"/>
                  </a:cubicBezTo>
                  <a:lnTo>
                    <a:pt x="38679" y="86342"/>
                  </a:lnTo>
                  <a:cubicBezTo>
                    <a:pt x="39091" y="85931"/>
                    <a:pt x="39091" y="85108"/>
                    <a:pt x="39502" y="84285"/>
                  </a:cubicBezTo>
                  <a:cubicBezTo>
                    <a:pt x="40026" y="83694"/>
                    <a:pt x="40340" y="82947"/>
                    <a:pt x="40394" y="82159"/>
                  </a:cubicBezTo>
                  <a:cubicBezTo>
                    <a:pt x="40908" y="81595"/>
                    <a:pt x="41200" y="80864"/>
                    <a:pt x="41217" y="80102"/>
                  </a:cubicBezTo>
                  <a:cubicBezTo>
                    <a:pt x="41676" y="79480"/>
                    <a:pt x="41960" y="78745"/>
                    <a:pt x="42040" y="77976"/>
                  </a:cubicBezTo>
                  <a:cubicBezTo>
                    <a:pt x="42424" y="77339"/>
                    <a:pt x="42702" y="76644"/>
                    <a:pt x="42863" y="75919"/>
                  </a:cubicBezTo>
                  <a:cubicBezTo>
                    <a:pt x="43274" y="75095"/>
                    <a:pt x="43274" y="74272"/>
                    <a:pt x="43686" y="73861"/>
                  </a:cubicBezTo>
                  <a:cubicBezTo>
                    <a:pt x="44097" y="73449"/>
                    <a:pt x="44097" y="72626"/>
                    <a:pt x="44097" y="72146"/>
                  </a:cubicBezTo>
                  <a:cubicBezTo>
                    <a:pt x="49926" y="52601"/>
                    <a:pt x="56167" y="33467"/>
                    <a:pt x="61996" y="13853"/>
                  </a:cubicBezTo>
                  <a:cubicBezTo>
                    <a:pt x="70363" y="9601"/>
                    <a:pt x="78250" y="4595"/>
                    <a:pt x="86548" y="0"/>
                  </a:cubicBezTo>
                  <a:close/>
                </a:path>
              </a:pathLst>
            </a:custGeom>
            <a:solidFill>
              <a:srgbClr val="C9D2D6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2F432774-84B2-5AA4-8E32-0575863A5DCD}"/>
                </a:ext>
              </a:extLst>
            </p:cNvPr>
            <p:cNvSpPr/>
            <p:nvPr/>
          </p:nvSpPr>
          <p:spPr>
            <a:xfrm>
              <a:off x="2704356" y="2838183"/>
              <a:ext cx="506120" cy="637656"/>
            </a:xfrm>
            <a:custGeom>
              <a:avLst/>
              <a:gdLst>
                <a:gd name="connsiteX0" fmla="*/ 142921 w 506120"/>
                <a:gd name="connsiteY0" fmla="*/ 209512 h 637656"/>
                <a:gd name="connsiteX1" fmla="*/ 0 w 506120"/>
                <a:gd name="connsiteY1" fmla="*/ 614614 h 637656"/>
                <a:gd name="connsiteX2" fmla="*/ 17831 w 506120"/>
                <a:gd name="connsiteY2" fmla="*/ 637657 h 637656"/>
                <a:gd name="connsiteX3" fmla="*/ 178514 w 506120"/>
                <a:gd name="connsiteY3" fmla="*/ 544800 h 637656"/>
                <a:gd name="connsiteX4" fmla="*/ 168090 w 506120"/>
                <a:gd name="connsiteY4" fmla="*/ 531495 h 637656"/>
                <a:gd name="connsiteX5" fmla="*/ 337071 w 506120"/>
                <a:gd name="connsiteY5" fmla="*/ 433769 h 637656"/>
                <a:gd name="connsiteX6" fmla="*/ 506120 w 506120"/>
                <a:gd name="connsiteY6" fmla="*/ 0 h 637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6120" h="637656">
                  <a:moveTo>
                    <a:pt x="142921" y="209512"/>
                  </a:moveTo>
                  <a:lnTo>
                    <a:pt x="0" y="614614"/>
                  </a:lnTo>
                  <a:lnTo>
                    <a:pt x="17831" y="637657"/>
                  </a:lnTo>
                  <a:lnTo>
                    <a:pt x="178514" y="544800"/>
                  </a:lnTo>
                  <a:lnTo>
                    <a:pt x="168090" y="531495"/>
                  </a:lnTo>
                  <a:cubicBezTo>
                    <a:pt x="224508" y="498988"/>
                    <a:pt x="280835" y="466412"/>
                    <a:pt x="337071" y="433769"/>
                  </a:cubicBezTo>
                  <a:lnTo>
                    <a:pt x="506120" y="0"/>
                  </a:lnTo>
                  <a:close/>
                </a:path>
              </a:pathLst>
            </a:custGeom>
            <a:solidFill>
              <a:srgbClr val="3F3F4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2B5C49B-A140-C32B-F5B6-CAD6EA7B7E76}"/>
                </a:ext>
              </a:extLst>
            </p:cNvPr>
            <p:cNvSpPr/>
            <p:nvPr/>
          </p:nvSpPr>
          <p:spPr>
            <a:xfrm>
              <a:off x="2579021" y="3047695"/>
              <a:ext cx="268461" cy="405102"/>
            </a:xfrm>
            <a:custGeom>
              <a:avLst/>
              <a:gdLst>
                <a:gd name="connsiteX0" fmla="*/ 241372 w 268461"/>
                <a:gd name="connsiteY0" fmla="*/ 15499 h 405102"/>
                <a:gd name="connsiteX1" fmla="*/ 116077 w 268461"/>
                <a:gd name="connsiteY1" fmla="*/ 87988 h 405102"/>
                <a:gd name="connsiteX2" fmla="*/ 71911 w 268461"/>
                <a:gd name="connsiteY2" fmla="*/ 113774 h 405102"/>
                <a:gd name="connsiteX3" fmla="*/ 46948 w 268461"/>
                <a:gd name="connsiteY3" fmla="*/ 127902 h 405102"/>
                <a:gd name="connsiteX4" fmla="*/ 40090 w 268461"/>
                <a:gd name="connsiteY4" fmla="*/ 132085 h 405102"/>
                <a:gd name="connsiteX5" fmla="*/ 23425 w 268461"/>
                <a:gd name="connsiteY5" fmla="*/ 145390 h 405102"/>
                <a:gd name="connsiteX6" fmla="*/ 18830 w 268461"/>
                <a:gd name="connsiteY6" fmla="*/ 150396 h 405102"/>
                <a:gd name="connsiteX7" fmla="*/ 16773 w 268461"/>
                <a:gd name="connsiteY7" fmla="*/ 152522 h 405102"/>
                <a:gd name="connsiteX8" fmla="*/ 15950 w 268461"/>
                <a:gd name="connsiteY8" fmla="*/ 153345 h 405102"/>
                <a:gd name="connsiteX9" fmla="*/ 15950 w 268461"/>
                <a:gd name="connsiteY9" fmla="*/ 153756 h 405102"/>
                <a:gd name="connsiteX10" fmla="*/ 27197 w 268461"/>
                <a:gd name="connsiteY10" fmla="*/ 277818 h 405102"/>
                <a:gd name="connsiteX11" fmla="*/ 125541 w 268461"/>
                <a:gd name="connsiteY11" fmla="*/ 405102 h 405102"/>
                <a:gd name="connsiteX12" fmla="*/ 268462 w 268461"/>
                <a:gd name="connsiteY12" fmla="*/ 0 h 405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461" h="405102">
                  <a:moveTo>
                    <a:pt x="241372" y="15499"/>
                  </a:moveTo>
                  <a:cubicBezTo>
                    <a:pt x="199744" y="39639"/>
                    <a:pt x="157705" y="63505"/>
                    <a:pt x="116077" y="87988"/>
                  </a:cubicBezTo>
                  <a:cubicBezTo>
                    <a:pt x="101469" y="96698"/>
                    <a:pt x="86519" y="105065"/>
                    <a:pt x="71911" y="113774"/>
                  </a:cubicBezTo>
                  <a:cubicBezTo>
                    <a:pt x="63613" y="118369"/>
                    <a:pt x="55315" y="123376"/>
                    <a:pt x="46948" y="127902"/>
                  </a:cubicBezTo>
                  <a:cubicBezTo>
                    <a:pt x="44479" y="129205"/>
                    <a:pt x="42353" y="130851"/>
                    <a:pt x="40090" y="132085"/>
                  </a:cubicBezTo>
                  <a:cubicBezTo>
                    <a:pt x="33850" y="135587"/>
                    <a:pt x="28222" y="140080"/>
                    <a:pt x="23425" y="145390"/>
                  </a:cubicBezTo>
                  <a:cubicBezTo>
                    <a:pt x="21606" y="146770"/>
                    <a:pt x="20050" y="148466"/>
                    <a:pt x="18830" y="150396"/>
                  </a:cubicBezTo>
                  <a:cubicBezTo>
                    <a:pt x="17951" y="150888"/>
                    <a:pt x="17236" y="151627"/>
                    <a:pt x="16773" y="152522"/>
                  </a:cubicBezTo>
                  <a:lnTo>
                    <a:pt x="15950" y="153345"/>
                  </a:lnTo>
                  <a:lnTo>
                    <a:pt x="15950" y="153756"/>
                  </a:lnTo>
                  <a:cubicBezTo>
                    <a:pt x="-8190" y="186195"/>
                    <a:pt x="-5310" y="236052"/>
                    <a:pt x="27197" y="277818"/>
                  </a:cubicBezTo>
                  <a:cubicBezTo>
                    <a:pt x="59704" y="319583"/>
                    <a:pt x="92760" y="362720"/>
                    <a:pt x="125541" y="405102"/>
                  </a:cubicBezTo>
                  <a:lnTo>
                    <a:pt x="268462" y="0"/>
                  </a:lnTo>
                  <a:close/>
                </a:path>
              </a:pathLst>
            </a:custGeom>
            <a:solidFill>
              <a:srgbClr val="46464D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F028E9E8-66A5-E3B3-D0A2-29E098582038}"/>
                </a:ext>
              </a:extLst>
            </p:cNvPr>
            <p:cNvSpPr/>
            <p:nvPr/>
          </p:nvSpPr>
          <p:spPr>
            <a:xfrm>
              <a:off x="3988585" y="2277510"/>
              <a:ext cx="448787" cy="467404"/>
            </a:xfrm>
            <a:custGeom>
              <a:avLst/>
              <a:gdLst>
                <a:gd name="connsiteX0" fmla="*/ 421561 w 448787"/>
                <a:gd name="connsiteY0" fmla="*/ 172373 h 467404"/>
                <a:gd name="connsiteX1" fmla="*/ 418201 w 448787"/>
                <a:gd name="connsiteY1" fmla="*/ 168190 h 467404"/>
                <a:gd name="connsiteX2" fmla="*/ 332887 w 448787"/>
                <a:gd name="connsiteY2" fmla="*/ 57845 h 467404"/>
                <a:gd name="connsiteX3" fmla="*/ 171724 w 448787"/>
                <a:gd name="connsiteY3" fmla="*/ 12513 h 467404"/>
                <a:gd name="connsiteX4" fmla="*/ 137434 w 448787"/>
                <a:gd name="connsiteY4" fmla="*/ 32058 h 467404"/>
                <a:gd name="connsiteX5" fmla="*/ 134966 w 448787"/>
                <a:gd name="connsiteY5" fmla="*/ 33704 h 467404"/>
                <a:gd name="connsiteX6" fmla="*/ 128107 w 448787"/>
                <a:gd name="connsiteY6" fmla="*/ 37682 h 467404"/>
                <a:gd name="connsiteX7" fmla="*/ 0 w 448787"/>
                <a:gd name="connsiteY7" fmla="*/ 467404 h 467404"/>
                <a:gd name="connsiteX8" fmla="*/ 32919 w 448787"/>
                <a:gd name="connsiteY8" fmla="*/ 448408 h 467404"/>
                <a:gd name="connsiteX9" fmla="*/ 22563 w 448787"/>
                <a:gd name="connsiteY9" fmla="*/ 435103 h 467404"/>
                <a:gd name="connsiteX10" fmla="*/ 277886 w 448787"/>
                <a:gd name="connsiteY10" fmla="*/ 287382 h 467404"/>
                <a:gd name="connsiteX11" fmla="*/ 285842 w 448787"/>
                <a:gd name="connsiteY11" fmla="*/ 288616 h 467404"/>
                <a:gd name="connsiteX12" fmla="*/ 294551 w 448787"/>
                <a:gd name="connsiteY12" fmla="*/ 297326 h 467404"/>
                <a:gd name="connsiteX13" fmla="*/ 445427 w 448787"/>
                <a:gd name="connsiteY13" fmla="*/ 209887 h 467404"/>
                <a:gd name="connsiteX14" fmla="*/ 448788 w 448787"/>
                <a:gd name="connsiteY14" fmla="*/ 207829 h 467404"/>
                <a:gd name="connsiteX15" fmla="*/ 421561 w 448787"/>
                <a:gd name="connsiteY15" fmla="*/ 172373 h 467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8787" h="467404">
                  <a:moveTo>
                    <a:pt x="421561" y="172373"/>
                  </a:moveTo>
                  <a:cubicBezTo>
                    <a:pt x="420573" y="170878"/>
                    <a:pt x="419448" y="169477"/>
                    <a:pt x="418201" y="168190"/>
                  </a:cubicBezTo>
                  <a:cubicBezTo>
                    <a:pt x="389946" y="131568"/>
                    <a:pt x="361211" y="94535"/>
                    <a:pt x="332887" y="57845"/>
                  </a:cubicBezTo>
                  <a:cubicBezTo>
                    <a:pt x="291739" y="4970"/>
                    <a:pt x="219593" y="-15399"/>
                    <a:pt x="171724" y="12513"/>
                  </a:cubicBezTo>
                  <a:cubicBezTo>
                    <a:pt x="160066" y="19371"/>
                    <a:pt x="148819" y="25818"/>
                    <a:pt x="137434" y="32058"/>
                  </a:cubicBezTo>
                  <a:cubicBezTo>
                    <a:pt x="136713" y="32745"/>
                    <a:pt x="135877" y="33302"/>
                    <a:pt x="134966" y="33704"/>
                  </a:cubicBezTo>
                  <a:lnTo>
                    <a:pt x="128107" y="37682"/>
                  </a:lnTo>
                  <a:lnTo>
                    <a:pt x="0" y="467404"/>
                  </a:lnTo>
                  <a:lnTo>
                    <a:pt x="32919" y="448408"/>
                  </a:lnTo>
                  <a:lnTo>
                    <a:pt x="22563" y="435103"/>
                  </a:lnTo>
                  <a:cubicBezTo>
                    <a:pt x="107694" y="385589"/>
                    <a:pt x="192801" y="336348"/>
                    <a:pt x="277886" y="287382"/>
                  </a:cubicBezTo>
                  <a:cubicBezTo>
                    <a:pt x="280586" y="286538"/>
                    <a:pt x="283525" y="286994"/>
                    <a:pt x="285842" y="288616"/>
                  </a:cubicBezTo>
                  <a:cubicBezTo>
                    <a:pt x="289329" y="290869"/>
                    <a:pt x="292298" y="293838"/>
                    <a:pt x="294551" y="297326"/>
                  </a:cubicBezTo>
                  <a:lnTo>
                    <a:pt x="445427" y="209887"/>
                  </a:lnTo>
                  <a:lnTo>
                    <a:pt x="448788" y="207829"/>
                  </a:lnTo>
                  <a:cubicBezTo>
                    <a:pt x="439872" y="196102"/>
                    <a:pt x="430751" y="184032"/>
                    <a:pt x="421561" y="172373"/>
                  </a:cubicBezTo>
                  <a:close/>
                </a:path>
              </a:pathLst>
            </a:custGeom>
            <a:solidFill>
              <a:srgbClr val="46464D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3696C7F6-96C7-A60F-169C-C9F01D707C69}"/>
                </a:ext>
              </a:extLst>
            </p:cNvPr>
            <p:cNvSpPr/>
            <p:nvPr/>
          </p:nvSpPr>
          <p:spPr>
            <a:xfrm>
              <a:off x="3041427" y="2544455"/>
              <a:ext cx="677501" cy="727496"/>
            </a:xfrm>
            <a:custGeom>
              <a:avLst/>
              <a:gdLst>
                <a:gd name="connsiteX0" fmla="*/ 169050 w 677501"/>
                <a:gd name="connsiteY0" fmla="*/ 293728 h 727496"/>
                <a:gd name="connsiteX1" fmla="*/ 0 w 677501"/>
                <a:gd name="connsiteY1" fmla="*/ 727497 h 727496"/>
                <a:gd name="connsiteX2" fmla="*/ 86685 w 677501"/>
                <a:gd name="connsiteY2" fmla="*/ 677365 h 727496"/>
                <a:gd name="connsiteX3" fmla="*/ 95052 w 677501"/>
                <a:gd name="connsiteY3" fmla="*/ 679079 h 727496"/>
                <a:gd name="connsiteX4" fmla="*/ 103350 w 677501"/>
                <a:gd name="connsiteY4" fmla="*/ 687377 h 727496"/>
                <a:gd name="connsiteX5" fmla="*/ 602064 w 677501"/>
                <a:gd name="connsiteY5" fmla="*/ 399341 h 727496"/>
                <a:gd name="connsiteX6" fmla="*/ 677502 w 677501"/>
                <a:gd name="connsiteY6" fmla="*/ 0 h 727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7501" h="727496">
                  <a:moveTo>
                    <a:pt x="169050" y="293728"/>
                  </a:moveTo>
                  <a:lnTo>
                    <a:pt x="0" y="727497"/>
                  </a:lnTo>
                  <a:cubicBezTo>
                    <a:pt x="28872" y="710763"/>
                    <a:pt x="57881" y="694167"/>
                    <a:pt x="86685" y="677365"/>
                  </a:cubicBezTo>
                  <a:cubicBezTo>
                    <a:pt x="89584" y="676476"/>
                    <a:pt x="92736" y="677122"/>
                    <a:pt x="95052" y="679079"/>
                  </a:cubicBezTo>
                  <a:cubicBezTo>
                    <a:pt x="98309" y="681307"/>
                    <a:pt x="101122" y="684121"/>
                    <a:pt x="103350" y="687377"/>
                  </a:cubicBezTo>
                  <a:lnTo>
                    <a:pt x="602064" y="399341"/>
                  </a:lnTo>
                  <a:lnTo>
                    <a:pt x="677502" y="0"/>
                  </a:lnTo>
                  <a:close/>
                </a:path>
              </a:pathLst>
            </a:custGeom>
            <a:solidFill>
              <a:srgbClr val="46464D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88CA225-C665-7BE1-1CE9-C4BDB614DF58}"/>
                </a:ext>
              </a:extLst>
            </p:cNvPr>
            <p:cNvSpPr/>
            <p:nvPr/>
          </p:nvSpPr>
          <p:spPr>
            <a:xfrm>
              <a:off x="3643833" y="2315397"/>
              <a:ext cx="472927" cy="628604"/>
            </a:xfrm>
            <a:custGeom>
              <a:avLst/>
              <a:gdLst>
                <a:gd name="connsiteX0" fmla="*/ 381236 w 472927"/>
                <a:gd name="connsiteY0" fmla="*/ 52464 h 628604"/>
                <a:gd name="connsiteX1" fmla="*/ 356273 w 472927"/>
                <a:gd name="connsiteY1" fmla="*/ 67003 h 628604"/>
                <a:gd name="connsiteX2" fmla="*/ 312108 w 472927"/>
                <a:gd name="connsiteY2" fmla="*/ 92446 h 628604"/>
                <a:gd name="connsiteX3" fmla="*/ 287144 w 472927"/>
                <a:gd name="connsiteY3" fmla="*/ 106985 h 628604"/>
                <a:gd name="connsiteX4" fmla="*/ 140178 w 472927"/>
                <a:gd name="connsiteY4" fmla="*/ 191955 h 628604"/>
                <a:gd name="connsiteX5" fmla="*/ 75438 w 472927"/>
                <a:gd name="connsiteY5" fmla="*/ 229263 h 628604"/>
                <a:gd name="connsiteX6" fmla="*/ 0 w 472927"/>
                <a:gd name="connsiteY6" fmla="*/ 628604 h 628604"/>
                <a:gd name="connsiteX7" fmla="*/ 344820 w 472927"/>
                <a:gd name="connsiteY7" fmla="*/ 429722 h 628604"/>
                <a:gd name="connsiteX8" fmla="*/ 472928 w 472927"/>
                <a:gd name="connsiteY8" fmla="*/ 0 h 628604"/>
                <a:gd name="connsiteX9" fmla="*/ 381236 w 472927"/>
                <a:gd name="connsiteY9" fmla="*/ 52464 h 6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2927" h="628604">
                  <a:moveTo>
                    <a:pt x="381236" y="52464"/>
                  </a:moveTo>
                  <a:cubicBezTo>
                    <a:pt x="372938" y="57470"/>
                    <a:pt x="364571" y="62476"/>
                    <a:pt x="356273" y="67003"/>
                  </a:cubicBezTo>
                  <a:cubicBezTo>
                    <a:pt x="341666" y="75781"/>
                    <a:pt x="326715" y="84079"/>
                    <a:pt x="312108" y="92446"/>
                  </a:cubicBezTo>
                  <a:cubicBezTo>
                    <a:pt x="303809" y="97452"/>
                    <a:pt x="295443" y="101978"/>
                    <a:pt x="287144" y="106985"/>
                  </a:cubicBezTo>
                  <a:cubicBezTo>
                    <a:pt x="237972" y="135308"/>
                    <a:pt x="189281" y="163632"/>
                    <a:pt x="140178" y="191955"/>
                  </a:cubicBezTo>
                  <a:lnTo>
                    <a:pt x="75438" y="229263"/>
                  </a:lnTo>
                  <a:lnTo>
                    <a:pt x="0" y="628604"/>
                  </a:lnTo>
                  <a:lnTo>
                    <a:pt x="344820" y="429722"/>
                  </a:lnTo>
                  <a:lnTo>
                    <a:pt x="472928" y="0"/>
                  </a:lnTo>
                  <a:cubicBezTo>
                    <a:pt x="441998" y="17556"/>
                    <a:pt x="411754" y="35044"/>
                    <a:pt x="381236" y="52464"/>
                  </a:cubicBezTo>
                  <a:close/>
                </a:path>
              </a:pathLst>
            </a:custGeom>
            <a:solidFill>
              <a:srgbClr val="3F3F4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3F52CA8-54B7-A0D4-9F62-A305B2DD7621}"/>
                </a:ext>
              </a:extLst>
            </p:cNvPr>
            <p:cNvSpPr/>
            <p:nvPr/>
          </p:nvSpPr>
          <p:spPr>
            <a:xfrm>
              <a:off x="2270642" y="3175665"/>
              <a:ext cx="4140318" cy="1483934"/>
            </a:xfrm>
            <a:custGeom>
              <a:avLst/>
              <a:gdLst>
                <a:gd name="connsiteX0" fmla="*/ 1583732 w 4140318"/>
                <a:gd name="connsiteY0" fmla="*/ 1483934 h 1483934"/>
                <a:gd name="connsiteX1" fmla="*/ 1543270 w 4140318"/>
                <a:gd name="connsiteY1" fmla="*/ 1482082 h 1483934"/>
                <a:gd name="connsiteX2" fmla="*/ 1470507 w 4140318"/>
                <a:gd name="connsiteY2" fmla="*/ 1468366 h 1483934"/>
                <a:gd name="connsiteX3" fmla="*/ 1404464 w 4140318"/>
                <a:gd name="connsiteY3" fmla="*/ 1440934 h 1483934"/>
                <a:gd name="connsiteX4" fmla="*/ 1275191 w 4140318"/>
                <a:gd name="connsiteY4" fmla="*/ 1366388 h 1483934"/>
                <a:gd name="connsiteX5" fmla="*/ 1195158 w 4140318"/>
                <a:gd name="connsiteY5" fmla="*/ 1320165 h 1483934"/>
                <a:gd name="connsiteX6" fmla="*/ 1035092 w 4140318"/>
                <a:gd name="connsiteY6" fmla="*/ 1227788 h 1483934"/>
                <a:gd name="connsiteX7" fmla="*/ 715098 w 4140318"/>
                <a:gd name="connsiteY7" fmla="*/ 1043033 h 1483934"/>
                <a:gd name="connsiteX8" fmla="*/ 74903 w 4140318"/>
                <a:gd name="connsiteY8" fmla="*/ 673456 h 1483934"/>
                <a:gd name="connsiteX9" fmla="*/ 68045 w 4140318"/>
                <a:gd name="connsiteY9" fmla="*/ 669272 h 1483934"/>
                <a:gd name="connsiteX10" fmla="*/ 55427 w 4140318"/>
                <a:gd name="connsiteY10" fmla="*/ 660837 h 1483934"/>
                <a:gd name="connsiteX11" fmla="*/ 44042 w 4140318"/>
                <a:gd name="connsiteY11" fmla="*/ 651921 h 1483934"/>
                <a:gd name="connsiteX12" fmla="*/ 24840 w 4140318"/>
                <a:gd name="connsiteY12" fmla="*/ 632513 h 1483934"/>
                <a:gd name="connsiteX13" fmla="*/ 2551 w 4140318"/>
                <a:gd name="connsiteY13" fmla="*/ 589719 h 1483934"/>
                <a:gd name="connsiteX14" fmla="*/ 220 w 4140318"/>
                <a:gd name="connsiteY14" fmla="*/ 562287 h 1483934"/>
                <a:gd name="connsiteX15" fmla="*/ 2346 w 4140318"/>
                <a:gd name="connsiteY15" fmla="*/ 560367 h 1483934"/>
                <a:gd name="connsiteX16" fmla="*/ 2346 w 4140318"/>
                <a:gd name="connsiteY16" fmla="*/ 560367 h 1483934"/>
                <a:gd name="connsiteX17" fmla="*/ 4273 w 4140318"/>
                <a:gd name="connsiteY17" fmla="*/ 562547 h 1483934"/>
                <a:gd name="connsiteX18" fmla="*/ 4266 w 4140318"/>
                <a:gd name="connsiteY18" fmla="*/ 562631 h 1483934"/>
                <a:gd name="connsiteX19" fmla="*/ 6461 w 4140318"/>
                <a:gd name="connsiteY19" fmla="*/ 588554 h 1483934"/>
                <a:gd name="connsiteX20" fmla="*/ 27926 w 4140318"/>
                <a:gd name="connsiteY20" fmla="*/ 629702 h 1483934"/>
                <a:gd name="connsiteX21" fmla="*/ 46786 w 4140318"/>
                <a:gd name="connsiteY21" fmla="*/ 648699 h 1483934"/>
                <a:gd name="connsiteX22" fmla="*/ 58033 w 4140318"/>
                <a:gd name="connsiteY22" fmla="*/ 657476 h 1483934"/>
                <a:gd name="connsiteX23" fmla="*/ 70309 w 4140318"/>
                <a:gd name="connsiteY23" fmla="*/ 665775 h 1483934"/>
                <a:gd name="connsiteX24" fmla="*/ 77167 w 4140318"/>
                <a:gd name="connsiteY24" fmla="*/ 669821 h 1483934"/>
                <a:gd name="connsiteX25" fmla="*/ 237164 w 4140318"/>
                <a:gd name="connsiteY25" fmla="*/ 762198 h 1483934"/>
                <a:gd name="connsiteX26" fmla="*/ 717224 w 4140318"/>
                <a:gd name="connsiteY26" fmla="*/ 1039398 h 1483934"/>
                <a:gd name="connsiteX27" fmla="*/ 1037218 w 4140318"/>
                <a:gd name="connsiteY27" fmla="*/ 1224565 h 1483934"/>
                <a:gd name="connsiteX28" fmla="*/ 1197215 w 4140318"/>
                <a:gd name="connsiteY28" fmla="*/ 1316325 h 1483934"/>
                <a:gd name="connsiteX29" fmla="*/ 1277248 w 4140318"/>
                <a:gd name="connsiteY29" fmla="*/ 1362479 h 1483934"/>
                <a:gd name="connsiteX30" fmla="*/ 1406521 w 4140318"/>
                <a:gd name="connsiteY30" fmla="*/ 1437163 h 1483934"/>
                <a:gd name="connsiteX31" fmla="*/ 1471672 w 4140318"/>
                <a:gd name="connsiteY31" fmla="*/ 1464595 h 1483934"/>
                <a:gd name="connsiteX32" fmla="*/ 1543613 w 4140318"/>
                <a:gd name="connsiteY32" fmla="*/ 1478311 h 1483934"/>
                <a:gd name="connsiteX33" fmla="*/ 1619051 w 4140318"/>
                <a:gd name="connsiteY33" fmla="*/ 1478311 h 1483934"/>
                <a:gd name="connsiteX34" fmla="*/ 1691402 w 4140318"/>
                <a:gd name="connsiteY34" fmla="*/ 1465760 h 1483934"/>
                <a:gd name="connsiteX35" fmla="*/ 1724321 w 4140318"/>
                <a:gd name="connsiteY35" fmla="*/ 1454925 h 1483934"/>
                <a:gd name="connsiteX36" fmla="*/ 1739614 w 4140318"/>
                <a:gd name="connsiteY36" fmla="*/ 1448478 h 1483934"/>
                <a:gd name="connsiteX37" fmla="*/ 1753879 w 4140318"/>
                <a:gd name="connsiteY37" fmla="*/ 1441620 h 1483934"/>
                <a:gd name="connsiteX38" fmla="*/ 1760737 w 4140318"/>
                <a:gd name="connsiteY38" fmla="*/ 1437711 h 1483934"/>
                <a:gd name="connsiteX39" fmla="*/ 1796673 w 4140318"/>
                <a:gd name="connsiteY39" fmla="*/ 1417137 h 1483934"/>
                <a:gd name="connsiteX40" fmla="*/ 1832677 w 4140318"/>
                <a:gd name="connsiteY40" fmla="*/ 1396563 h 1483934"/>
                <a:gd name="connsiteX41" fmla="*/ 4063448 w 4140318"/>
                <a:gd name="connsiteY41" fmla="*/ 108151 h 1483934"/>
                <a:gd name="connsiteX42" fmla="*/ 4110219 w 4140318"/>
                <a:gd name="connsiteY42" fmla="*/ 70774 h 1483934"/>
                <a:gd name="connsiteX43" fmla="*/ 4133057 w 4140318"/>
                <a:gd name="connsiteY43" fmla="*/ 29626 h 1483934"/>
                <a:gd name="connsiteX44" fmla="*/ 4136074 w 4140318"/>
                <a:gd name="connsiteY44" fmla="*/ 2194 h 1483934"/>
                <a:gd name="connsiteX45" fmla="*/ 4137989 w 4140318"/>
                <a:gd name="connsiteY45" fmla="*/ 4 h 1483934"/>
                <a:gd name="connsiteX46" fmla="*/ 4138063 w 4140318"/>
                <a:gd name="connsiteY46" fmla="*/ 0 h 1483934"/>
                <a:gd name="connsiteX47" fmla="*/ 4138063 w 4140318"/>
                <a:gd name="connsiteY47" fmla="*/ 0 h 1483934"/>
                <a:gd name="connsiteX48" fmla="*/ 4140189 w 4140318"/>
                <a:gd name="connsiteY48" fmla="*/ 1989 h 1483934"/>
                <a:gd name="connsiteX49" fmla="*/ 4137034 w 4140318"/>
                <a:gd name="connsiteY49" fmla="*/ 30930 h 1483934"/>
                <a:gd name="connsiteX50" fmla="*/ 4113305 w 4140318"/>
                <a:gd name="connsiteY50" fmla="*/ 73449 h 1483934"/>
                <a:gd name="connsiteX51" fmla="*/ 4065299 w 4140318"/>
                <a:gd name="connsiteY51" fmla="*/ 111786 h 1483934"/>
                <a:gd name="connsiteX52" fmla="*/ 1835146 w 4140318"/>
                <a:gd name="connsiteY52" fmla="*/ 1399512 h 1483934"/>
                <a:gd name="connsiteX53" fmla="*/ 1799142 w 4140318"/>
                <a:gd name="connsiteY53" fmla="*/ 1420086 h 1483934"/>
                <a:gd name="connsiteX54" fmla="*/ 1763137 w 4140318"/>
                <a:gd name="connsiteY54" fmla="*/ 1440660 h 1483934"/>
                <a:gd name="connsiteX55" fmla="*/ 1756279 w 4140318"/>
                <a:gd name="connsiteY55" fmla="*/ 1444706 h 1483934"/>
                <a:gd name="connsiteX56" fmla="*/ 1741740 w 4140318"/>
                <a:gd name="connsiteY56" fmla="*/ 1451907 h 1483934"/>
                <a:gd name="connsiteX57" fmla="*/ 1726241 w 4140318"/>
                <a:gd name="connsiteY57" fmla="*/ 1458422 h 1483934"/>
                <a:gd name="connsiteX58" fmla="*/ 1692980 w 4140318"/>
                <a:gd name="connsiteY58" fmla="*/ 1469463 h 1483934"/>
                <a:gd name="connsiteX59" fmla="*/ 1619805 w 4140318"/>
                <a:gd name="connsiteY59" fmla="*/ 1482151 h 1483934"/>
                <a:gd name="connsiteX60" fmla="*/ 1583732 w 4140318"/>
                <a:gd name="connsiteY60" fmla="*/ 1483934 h 1483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140318" h="1483934">
                  <a:moveTo>
                    <a:pt x="1583732" y="1483934"/>
                  </a:moveTo>
                  <a:cubicBezTo>
                    <a:pt x="1570016" y="1483934"/>
                    <a:pt x="1556643" y="1483317"/>
                    <a:pt x="1543270" y="1482082"/>
                  </a:cubicBezTo>
                  <a:cubicBezTo>
                    <a:pt x="1518643" y="1479772"/>
                    <a:pt x="1494284" y="1475180"/>
                    <a:pt x="1470507" y="1468366"/>
                  </a:cubicBezTo>
                  <a:cubicBezTo>
                    <a:pt x="1447502" y="1461818"/>
                    <a:pt x="1425338" y="1452612"/>
                    <a:pt x="1404464" y="1440934"/>
                  </a:cubicBezTo>
                  <a:lnTo>
                    <a:pt x="1275191" y="1366388"/>
                  </a:lnTo>
                  <a:lnTo>
                    <a:pt x="1195158" y="1320165"/>
                  </a:lnTo>
                  <a:lnTo>
                    <a:pt x="1035092" y="1227788"/>
                  </a:lnTo>
                  <a:lnTo>
                    <a:pt x="715098" y="1043033"/>
                  </a:lnTo>
                  <a:lnTo>
                    <a:pt x="74903" y="673456"/>
                  </a:lnTo>
                  <a:lnTo>
                    <a:pt x="68045" y="669272"/>
                  </a:lnTo>
                  <a:cubicBezTo>
                    <a:pt x="63588" y="666529"/>
                    <a:pt x="59336" y="663649"/>
                    <a:pt x="55427" y="660837"/>
                  </a:cubicBezTo>
                  <a:cubicBezTo>
                    <a:pt x="51518" y="658025"/>
                    <a:pt x="47883" y="655145"/>
                    <a:pt x="44042" y="651921"/>
                  </a:cubicBezTo>
                  <a:cubicBezTo>
                    <a:pt x="37084" y="646029"/>
                    <a:pt x="30658" y="639534"/>
                    <a:pt x="24840" y="632513"/>
                  </a:cubicBezTo>
                  <a:cubicBezTo>
                    <a:pt x="14327" y="620079"/>
                    <a:pt x="6714" y="605461"/>
                    <a:pt x="2551" y="589719"/>
                  </a:cubicBezTo>
                  <a:cubicBezTo>
                    <a:pt x="359" y="580751"/>
                    <a:pt x="-428" y="571497"/>
                    <a:pt x="220" y="562287"/>
                  </a:cubicBezTo>
                  <a:cubicBezTo>
                    <a:pt x="326" y="561194"/>
                    <a:pt x="1247" y="560362"/>
                    <a:pt x="2346" y="560367"/>
                  </a:cubicBezTo>
                  <a:lnTo>
                    <a:pt x="2346" y="560367"/>
                  </a:lnTo>
                  <a:cubicBezTo>
                    <a:pt x="3480" y="560437"/>
                    <a:pt x="4343" y="561413"/>
                    <a:pt x="4273" y="562547"/>
                  </a:cubicBezTo>
                  <a:cubicBezTo>
                    <a:pt x="4271" y="562575"/>
                    <a:pt x="4269" y="562603"/>
                    <a:pt x="4266" y="562631"/>
                  </a:cubicBezTo>
                  <a:cubicBezTo>
                    <a:pt x="3657" y="571333"/>
                    <a:pt x="4397" y="580077"/>
                    <a:pt x="6461" y="588554"/>
                  </a:cubicBezTo>
                  <a:cubicBezTo>
                    <a:pt x="10489" y="603687"/>
                    <a:pt x="17820" y="617739"/>
                    <a:pt x="27926" y="629702"/>
                  </a:cubicBezTo>
                  <a:cubicBezTo>
                    <a:pt x="33655" y="636565"/>
                    <a:pt x="39965" y="642920"/>
                    <a:pt x="46786" y="648699"/>
                  </a:cubicBezTo>
                  <a:cubicBezTo>
                    <a:pt x="50558" y="651853"/>
                    <a:pt x="54261" y="654802"/>
                    <a:pt x="58033" y="657476"/>
                  </a:cubicBezTo>
                  <a:cubicBezTo>
                    <a:pt x="61805" y="660151"/>
                    <a:pt x="65919" y="663031"/>
                    <a:pt x="70309" y="665775"/>
                  </a:cubicBezTo>
                  <a:cubicBezTo>
                    <a:pt x="72503" y="667146"/>
                    <a:pt x="74903" y="668586"/>
                    <a:pt x="77167" y="669821"/>
                  </a:cubicBezTo>
                  <a:lnTo>
                    <a:pt x="237164" y="762198"/>
                  </a:lnTo>
                  <a:lnTo>
                    <a:pt x="717224" y="1039398"/>
                  </a:lnTo>
                  <a:lnTo>
                    <a:pt x="1037218" y="1224565"/>
                  </a:lnTo>
                  <a:lnTo>
                    <a:pt x="1197215" y="1316325"/>
                  </a:lnTo>
                  <a:lnTo>
                    <a:pt x="1277248" y="1362479"/>
                  </a:lnTo>
                  <a:lnTo>
                    <a:pt x="1406521" y="1437163"/>
                  </a:lnTo>
                  <a:cubicBezTo>
                    <a:pt x="1427108" y="1448788"/>
                    <a:pt x="1448970" y="1457993"/>
                    <a:pt x="1471672" y="1464595"/>
                  </a:cubicBezTo>
                  <a:cubicBezTo>
                    <a:pt x="1495180" y="1471369"/>
                    <a:pt x="1519262" y="1475961"/>
                    <a:pt x="1543613" y="1478311"/>
                  </a:cubicBezTo>
                  <a:cubicBezTo>
                    <a:pt x="1568711" y="1480497"/>
                    <a:pt x="1593952" y="1480497"/>
                    <a:pt x="1619051" y="1478311"/>
                  </a:cubicBezTo>
                  <a:cubicBezTo>
                    <a:pt x="1643506" y="1476385"/>
                    <a:pt x="1667728" y="1472184"/>
                    <a:pt x="1691402" y="1465760"/>
                  </a:cubicBezTo>
                  <a:cubicBezTo>
                    <a:pt x="1702569" y="1462768"/>
                    <a:pt x="1713560" y="1459150"/>
                    <a:pt x="1724321" y="1454925"/>
                  </a:cubicBezTo>
                  <a:cubicBezTo>
                    <a:pt x="1729464" y="1452936"/>
                    <a:pt x="1734608" y="1450741"/>
                    <a:pt x="1739614" y="1448478"/>
                  </a:cubicBezTo>
                  <a:cubicBezTo>
                    <a:pt x="1744621" y="1446215"/>
                    <a:pt x="1749284" y="1443815"/>
                    <a:pt x="1753879" y="1441620"/>
                  </a:cubicBezTo>
                  <a:lnTo>
                    <a:pt x="1760737" y="1437711"/>
                  </a:lnTo>
                  <a:lnTo>
                    <a:pt x="1796673" y="1417137"/>
                  </a:lnTo>
                  <a:lnTo>
                    <a:pt x="1832677" y="1396563"/>
                  </a:lnTo>
                  <a:lnTo>
                    <a:pt x="4063448" y="108151"/>
                  </a:lnTo>
                  <a:cubicBezTo>
                    <a:pt x="4080971" y="98324"/>
                    <a:pt x="4096770" y="85699"/>
                    <a:pt x="4110219" y="70774"/>
                  </a:cubicBezTo>
                  <a:cubicBezTo>
                    <a:pt x="4120812" y="58938"/>
                    <a:pt x="4128616" y="44877"/>
                    <a:pt x="4133057" y="29626"/>
                  </a:cubicBezTo>
                  <a:cubicBezTo>
                    <a:pt x="4135584" y="20714"/>
                    <a:pt x="4136604" y="11443"/>
                    <a:pt x="4136074" y="2194"/>
                  </a:cubicBezTo>
                  <a:cubicBezTo>
                    <a:pt x="4135998" y="1061"/>
                    <a:pt x="4136855" y="80"/>
                    <a:pt x="4137989" y="4"/>
                  </a:cubicBezTo>
                  <a:cubicBezTo>
                    <a:pt x="4138013" y="2"/>
                    <a:pt x="4138038" y="1"/>
                    <a:pt x="4138063" y="0"/>
                  </a:cubicBezTo>
                  <a:lnTo>
                    <a:pt x="4138063" y="0"/>
                  </a:lnTo>
                  <a:cubicBezTo>
                    <a:pt x="4139172" y="30"/>
                    <a:pt x="4140085" y="884"/>
                    <a:pt x="4140189" y="1989"/>
                  </a:cubicBezTo>
                  <a:cubicBezTo>
                    <a:pt x="4140714" y="11743"/>
                    <a:pt x="4139648" y="21518"/>
                    <a:pt x="4137034" y="30930"/>
                  </a:cubicBezTo>
                  <a:cubicBezTo>
                    <a:pt x="4132387" y="46692"/>
                    <a:pt x="4124280" y="61218"/>
                    <a:pt x="4113305" y="73449"/>
                  </a:cubicBezTo>
                  <a:cubicBezTo>
                    <a:pt x="4099531" y="88793"/>
                    <a:pt x="4083309" y="101747"/>
                    <a:pt x="4065299" y="111786"/>
                  </a:cubicBezTo>
                  <a:lnTo>
                    <a:pt x="1835146" y="1399512"/>
                  </a:lnTo>
                  <a:lnTo>
                    <a:pt x="1799142" y="1420086"/>
                  </a:lnTo>
                  <a:lnTo>
                    <a:pt x="1763137" y="1440660"/>
                  </a:lnTo>
                  <a:lnTo>
                    <a:pt x="1756279" y="1444706"/>
                  </a:lnTo>
                  <a:cubicBezTo>
                    <a:pt x="1751616" y="1447175"/>
                    <a:pt x="1746678" y="1449575"/>
                    <a:pt x="1741740" y="1451907"/>
                  </a:cubicBezTo>
                  <a:cubicBezTo>
                    <a:pt x="1736803" y="1454239"/>
                    <a:pt x="1731453" y="1456433"/>
                    <a:pt x="1726241" y="1458422"/>
                  </a:cubicBezTo>
                  <a:cubicBezTo>
                    <a:pt x="1715364" y="1462707"/>
                    <a:pt x="1704260" y="1466393"/>
                    <a:pt x="1692980" y="1469463"/>
                  </a:cubicBezTo>
                  <a:cubicBezTo>
                    <a:pt x="1669038" y="1475965"/>
                    <a:pt x="1644539" y="1480213"/>
                    <a:pt x="1619805" y="1482151"/>
                  </a:cubicBezTo>
                  <a:cubicBezTo>
                    <a:pt x="1607689" y="1483340"/>
                    <a:pt x="1595665" y="1483934"/>
                    <a:pt x="1583732" y="1483934"/>
                  </a:cubicBezTo>
                  <a:close/>
                </a:path>
              </a:pathLst>
            </a:custGeom>
            <a:solidFill>
              <a:srgbClr val="70707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C49B954-FDC7-83EB-11B8-527327F3950F}"/>
                </a:ext>
              </a:extLst>
            </p:cNvPr>
            <p:cNvSpPr/>
            <p:nvPr/>
          </p:nvSpPr>
          <p:spPr>
            <a:xfrm>
              <a:off x="6333009" y="3293250"/>
              <a:ext cx="78101" cy="113941"/>
            </a:xfrm>
            <a:custGeom>
              <a:avLst/>
              <a:gdLst>
                <a:gd name="connsiteX0" fmla="*/ 2110 w 78101"/>
                <a:gd name="connsiteY0" fmla="*/ 113804 h 113941"/>
                <a:gd name="connsiteX1" fmla="*/ 258 w 78101"/>
                <a:gd name="connsiteY1" fmla="*/ 112776 h 113941"/>
                <a:gd name="connsiteX2" fmla="*/ 1012 w 78101"/>
                <a:gd name="connsiteY2" fmla="*/ 109895 h 113941"/>
                <a:gd name="connsiteX3" fmla="*/ 9173 w 78101"/>
                <a:gd name="connsiteY3" fmla="*/ 104958 h 113941"/>
                <a:gd name="connsiteX4" fmla="*/ 16923 w 78101"/>
                <a:gd name="connsiteY4" fmla="*/ 99883 h 113941"/>
                <a:gd name="connsiteX5" fmla="*/ 24192 w 78101"/>
                <a:gd name="connsiteY5" fmla="*/ 94533 h 113941"/>
                <a:gd name="connsiteX6" fmla="*/ 31050 w 78101"/>
                <a:gd name="connsiteY6" fmla="*/ 89047 h 113941"/>
                <a:gd name="connsiteX7" fmla="*/ 37497 w 78101"/>
                <a:gd name="connsiteY7" fmla="*/ 83355 h 113941"/>
                <a:gd name="connsiteX8" fmla="*/ 43326 w 78101"/>
                <a:gd name="connsiteY8" fmla="*/ 77526 h 113941"/>
                <a:gd name="connsiteX9" fmla="*/ 48744 w 78101"/>
                <a:gd name="connsiteY9" fmla="*/ 71491 h 113941"/>
                <a:gd name="connsiteX10" fmla="*/ 53682 w 78101"/>
                <a:gd name="connsiteY10" fmla="*/ 65387 h 113941"/>
                <a:gd name="connsiteX11" fmla="*/ 58071 w 78101"/>
                <a:gd name="connsiteY11" fmla="*/ 59078 h 113941"/>
                <a:gd name="connsiteX12" fmla="*/ 61911 w 78101"/>
                <a:gd name="connsiteY12" fmla="*/ 52768 h 113941"/>
                <a:gd name="connsiteX13" fmla="*/ 66712 w 78101"/>
                <a:gd name="connsiteY13" fmla="*/ 43030 h 113941"/>
                <a:gd name="connsiteX14" fmla="*/ 70278 w 78101"/>
                <a:gd name="connsiteY14" fmla="*/ 33223 h 113941"/>
                <a:gd name="connsiteX15" fmla="*/ 72678 w 78101"/>
                <a:gd name="connsiteY15" fmla="*/ 23210 h 113941"/>
                <a:gd name="connsiteX16" fmla="*/ 73707 w 78101"/>
                <a:gd name="connsiteY16" fmla="*/ 2636 h 113941"/>
                <a:gd name="connsiteX17" fmla="*/ 75261 w 78101"/>
                <a:gd name="connsiteY17" fmla="*/ 62 h 113941"/>
                <a:gd name="connsiteX18" fmla="*/ 77835 w 78101"/>
                <a:gd name="connsiteY18" fmla="*/ 1617 h 113941"/>
                <a:gd name="connsiteX19" fmla="*/ 77891 w 78101"/>
                <a:gd name="connsiteY19" fmla="*/ 2293 h 113941"/>
                <a:gd name="connsiteX20" fmla="*/ 76794 w 78101"/>
                <a:gd name="connsiteY20" fmla="*/ 24102 h 113941"/>
                <a:gd name="connsiteX21" fmla="*/ 74256 w 78101"/>
                <a:gd name="connsiteY21" fmla="*/ 34526 h 113941"/>
                <a:gd name="connsiteX22" fmla="*/ 70485 w 78101"/>
                <a:gd name="connsiteY22" fmla="*/ 44813 h 113941"/>
                <a:gd name="connsiteX23" fmla="*/ 65478 w 78101"/>
                <a:gd name="connsiteY23" fmla="*/ 54963 h 113941"/>
                <a:gd name="connsiteX24" fmla="*/ 61500 w 78101"/>
                <a:gd name="connsiteY24" fmla="*/ 61821 h 113941"/>
                <a:gd name="connsiteX25" fmla="*/ 56974 w 78101"/>
                <a:gd name="connsiteY25" fmla="*/ 68267 h 113941"/>
                <a:gd name="connsiteX26" fmla="*/ 51898 w 78101"/>
                <a:gd name="connsiteY26" fmla="*/ 74645 h 113941"/>
                <a:gd name="connsiteX27" fmla="*/ 46343 w 78101"/>
                <a:gd name="connsiteY27" fmla="*/ 80749 h 113941"/>
                <a:gd name="connsiteX28" fmla="*/ 40308 w 78101"/>
                <a:gd name="connsiteY28" fmla="*/ 86784 h 113941"/>
                <a:gd name="connsiteX29" fmla="*/ 33450 w 78101"/>
                <a:gd name="connsiteY29" fmla="*/ 92613 h 113941"/>
                <a:gd name="connsiteX30" fmla="*/ 26592 w 78101"/>
                <a:gd name="connsiteY30" fmla="*/ 98237 h 113941"/>
                <a:gd name="connsiteX31" fmla="*/ 19117 w 78101"/>
                <a:gd name="connsiteY31" fmla="*/ 103723 h 113941"/>
                <a:gd name="connsiteX32" fmla="*/ 11231 w 78101"/>
                <a:gd name="connsiteY32" fmla="*/ 108935 h 113941"/>
                <a:gd name="connsiteX33" fmla="*/ 3001 w 78101"/>
                <a:gd name="connsiteY33" fmla="*/ 113942 h 113941"/>
                <a:gd name="connsiteX34" fmla="*/ 2109 w 78101"/>
                <a:gd name="connsiteY34" fmla="*/ 113804 h 1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78101" h="113941">
                  <a:moveTo>
                    <a:pt x="2110" y="113804"/>
                  </a:moveTo>
                  <a:cubicBezTo>
                    <a:pt x="1353" y="113815"/>
                    <a:pt x="648" y="113423"/>
                    <a:pt x="258" y="112776"/>
                  </a:cubicBezTo>
                  <a:cubicBezTo>
                    <a:pt x="-280" y="111766"/>
                    <a:pt x="48" y="110512"/>
                    <a:pt x="1012" y="109895"/>
                  </a:cubicBezTo>
                  <a:cubicBezTo>
                    <a:pt x="3824" y="108318"/>
                    <a:pt x="6499" y="106672"/>
                    <a:pt x="9173" y="104958"/>
                  </a:cubicBezTo>
                  <a:cubicBezTo>
                    <a:pt x="11848" y="103243"/>
                    <a:pt x="14317" y="101597"/>
                    <a:pt x="16923" y="99883"/>
                  </a:cubicBezTo>
                  <a:lnTo>
                    <a:pt x="24192" y="94533"/>
                  </a:lnTo>
                  <a:cubicBezTo>
                    <a:pt x="26456" y="92750"/>
                    <a:pt x="28787" y="90899"/>
                    <a:pt x="31050" y="89047"/>
                  </a:cubicBezTo>
                  <a:cubicBezTo>
                    <a:pt x="33314" y="87195"/>
                    <a:pt x="35439" y="85275"/>
                    <a:pt x="37497" y="83355"/>
                  </a:cubicBezTo>
                  <a:lnTo>
                    <a:pt x="43326" y="77526"/>
                  </a:lnTo>
                  <a:cubicBezTo>
                    <a:pt x="45246" y="75537"/>
                    <a:pt x="47030" y="73548"/>
                    <a:pt x="48744" y="71491"/>
                  </a:cubicBezTo>
                  <a:cubicBezTo>
                    <a:pt x="50459" y="69433"/>
                    <a:pt x="52104" y="67444"/>
                    <a:pt x="53682" y="65387"/>
                  </a:cubicBezTo>
                  <a:cubicBezTo>
                    <a:pt x="55259" y="63329"/>
                    <a:pt x="56630" y="61204"/>
                    <a:pt x="58071" y="59078"/>
                  </a:cubicBezTo>
                  <a:cubicBezTo>
                    <a:pt x="59511" y="56952"/>
                    <a:pt x="60677" y="54894"/>
                    <a:pt x="61911" y="52768"/>
                  </a:cubicBezTo>
                  <a:cubicBezTo>
                    <a:pt x="63676" y="49606"/>
                    <a:pt x="65279" y="46355"/>
                    <a:pt x="66712" y="43030"/>
                  </a:cubicBezTo>
                  <a:cubicBezTo>
                    <a:pt x="68095" y="39835"/>
                    <a:pt x="69286" y="36560"/>
                    <a:pt x="70278" y="33223"/>
                  </a:cubicBezTo>
                  <a:cubicBezTo>
                    <a:pt x="71270" y="29934"/>
                    <a:pt x="72071" y="26591"/>
                    <a:pt x="72678" y="23210"/>
                  </a:cubicBezTo>
                  <a:cubicBezTo>
                    <a:pt x="73864" y="16420"/>
                    <a:pt x="74210" y="9510"/>
                    <a:pt x="73707" y="2636"/>
                  </a:cubicBezTo>
                  <a:cubicBezTo>
                    <a:pt x="73426" y="1496"/>
                    <a:pt x="74122" y="344"/>
                    <a:pt x="75261" y="62"/>
                  </a:cubicBezTo>
                  <a:cubicBezTo>
                    <a:pt x="76401" y="-219"/>
                    <a:pt x="77554" y="477"/>
                    <a:pt x="77835" y="1617"/>
                  </a:cubicBezTo>
                  <a:cubicBezTo>
                    <a:pt x="77890" y="1838"/>
                    <a:pt x="77909" y="2066"/>
                    <a:pt x="77891" y="2293"/>
                  </a:cubicBezTo>
                  <a:cubicBezTo>
                    <a:pt x="78382" y="9581"/>
                    <a:pt x="78013" y="16900"/>
                    <a:pt x="76794" y="24102"/>
                  </a:cubicBezTo>
                  <a:cubicBezTo>
                    <a:pt x="76158" y="27624"/>
                    <a:pt x="75311" y="31105"/>
                    <a:pt x="74256" y="34526"/>
                  </a:cubicBezTo>
                  <a:cubicBezTo>
                    <a:pt x="73207" y="38027"/>
                    <a:pt x="71947" y="41463"/>
                    <a:pt x="70485" y="44813"/>
                  </a:cubicBezTo>
                  <a:cubicBezTo>
                    <a:pt x="69039" y="48301"/>
                    <a:pt x="67366" y="51692"/>
                    <a:pt x="65478" y="54963"/>
                  </a:cubicBezTo>
                  <a:cubicBezTo>
                    <a:pt x="64243" y="57157"/>
                    <a:pt x="62940" y="59352"/>
                    <a:pt x="61500" y="61821"/>
                  </a:cubicBezTo>
                  <a:cubicBezTo>
                    <a:pt x="60059" y="64289"/>
                    <a:pt x="58551" y="66141"/>
                    <a:pt x="56974" y="68267"/>
                  </a:cubicBezTo>
                  <a:cubicBezTo>
                    <a:pt x="55396" y="70393"/>
                    <a:pt x="53682" y="72519"/>
                    <a:pt x="51898" y="74645"/>
                  </a:cubicBezTo>
                  <a:cubicBezTo>
                    <a:pt x="50116" y="76771"/>
                    <a:pt x="48264" y="78760"/>
                    <a:pt x="46343" y="80749"/>
                  </a:cubicBezTo>
                  <a:cubicBezTo>
                    <a:pt x="44423" y="82738"/>
                    <a:pt x="42366" y="84795"/>
                    <a:pt x="40308" y="86784"/>
                  </a:cubicBezTo>
                  <a:cubicBezTo>
                    <a:pt x="38251" y="88773"/>
                    <a:pt x="35988" y="90693"/>
                    <a:pt x="33450" y="92613"/>
                  </a:cubicBezTo>
                  <a:cubicBezTo>
                    <a:pt x="30913" y="94533"/>
                    <a:pt x="28924" y="96385"/>
                    <a:pt x="26592" y="98237"/>
                  </a:cubicBezTo>
                  <a:cubicBezTo>
                    <a:pt x="24261" y="100088"/>
                    <a:pt x="21655" y="101940"/>
                    <a:pt x="19117" y="103723"/>
                  </a:cubicBezTo>
                  <a:cubicBezTo>
                    <a:pt x="16580" y="105506"/>
                    <a:pt x="13974" y="107221"/>
                    <a:pt x="11231" y="108935"/>
                  </a:cubicBezTo>
                  <a:cubicBezTo>
                    <a:pt x="8488" y="110650"/>
                    <a:pt x="5813" y="112295"/>
                    <a:pt x="3001" y="113942"/>
                  </a:cubicBezTo>
                  <a:cubicBezTo>
                    <a:pt x="2698" y="113943"/>
                    <a:pt x="2397" y="113897"/>
                    <a:pt x="2109" y="113804"/>
                  </a:cubicBezTo>
                  <a:close/>
                </a:path>
              </a:pathLst>
            </a:custGeom>
            <a:solidFill>
              <a:srgbClr val="4D525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ADA0D94-085C-6AAE-F5A6-207A2C4339FD}"/>
                </a:ext>
              </a:extLst>
            </p:cNvPr>
            <p:cNvSpPr/>
            <p:nvPr/>
          </p:nvSpPr>
          <p:spPr>
            <a:xfrm>
              <a:off x="2270989" y="3402869"/>
              <a:ext cx="4066193" cy="1376059"/>
            </a:xfrm>
            <a:custGeom>
              <a:avLst/>
              <a:gdLst>
                <a:gd name="connsiteX0" fmla="*/ 1583522 w 4066193"/>
                <a:gd name="connsiteY0" fmla="*/ 1376060 h 1376059"/>
                <a:gd name="connsiteX1" fmla="*/ 1557667 w 4066193"/>
                <a:gd name="connsiteY1" fmla="*/ 1375305 h 1376059"/>
                <a:gd name="connsiteX2" fmla="*/ 1539836 w 4066193"/>
                <a:gd name="connsiteY2" fmla="*/ 1373865 h 1376059"/>
                <a:gd name="connsiteX3" fmla="*/ 1522348 w 4066193"/>
                <a:gd name="connsiteY3" fmla="*/ 1371739 h 1376059"/>
                <a:gd name="connsiteX4" fmla="*/ 1505066 w 4066193"/>
                <a:gd name="connsiteY4" fmla="*/ 1368927 h 1376059"/>
                <a:gd name="connsiteX5" fmla="*/ 1493819 w 4066193"/>
                <a:gd name="connsiteY5" fmla="*/ 1366596 h 1376059"/>
                <a:gd name="connsiteX6" fmla="*/ 1482709 w 4066193"/>
                <a:gd name="connsiteY6" fmla="*/ 1364058 h 1376059"/>
                <a:gd name="connsiteX7" fmla="*/ 1471874 w 4066193"/>
                <a:gd name="connsiteY7" fmla="*/ 1361109 h 1376059"/>
                <a:gd name="connsiteX8" fmla="*/ 1461243 w 4066193"/>
                <a:gd name="connsiteY8" fmla="*/ 1357955 h 1376059"/>
                <a:gd name="connsiteX9" fmla="*/ 1450888 w 4066193"/>
                <a:gd name="connsiteY9" fmla="*/ 1354457 h 1376059"/>
                <a:gd name="connsiteX10" fmla="*/ 1440875 w 4066193"/>
                <a:gd name="connsiteY10" fmla="*/ 1350754 h 1376059"/>
                <a:gd name="connsiteX11" fmla="*/ 1431137 w 4066193"/>
                <a:gd name="connsiteY11" fmla="*/ 1346707 h 1376059"/>
                <a:gd name="connsiteX12" fmla="*/ 1421742 w 4066193"/>
                <a:gd name="connsiteY12" fmla="*/ 1342455 h 1376059"/>
                <a:gd name="connsiteX13" fmla="*/ 1412689 w 4066193"/>
                <a:gd name="connsiteY13" fmla="*/ 1337861 h 1376059"/>
                <a:gd name="connsiteX14" fmla="*/ 1404048 w 4066193"/>
                <a:gd name="connsiteY14" fmla="*/ 1333129 h 1376059"/>
                <a:gd name="connsiteX15" fmla="*/ 1404459 w 4066193"/>
                <a:gd name="connsiteY15" fmla="*/ 1330934 h 1376059"/>
                <a:gd name="connsiteX16" fmla="*/ 1403431 w 4066193"/>
                <a:gd name="connsiteY16" fmla="*/ 1332786 h 1376059"/>
                <a:gd name="connsiteX17" fmla="*/ 1382034 w 4066193"/>
                <a:gd name="connsiteY17" fmla="*/ 1320372 h 1376059"/>
                <a:gd name="connsiteX18" fmla="*/ 72773 w 4066193"/>
                <a:gd name="connsiteY18" fmla="*/ 564484 h 1376059"/>
                <a:gd name="connsiteX19" fmla="*/ 69070 w 4066193"/>
                <a:gd name="connsiteY19" fmla="*/ 562221 h 1376059"/>
                <a:gd name="connsiteX20" fmla="*/ 61046 w 4066193"/>
                <a:gd name="connsiteY20" fmla="*/ 557077 h 1376059"/>
                <a:gd name="connsiteX21" fmla="*/ 53433 w 4066193"/>
                <a:gd name="connsiteY21" fmla="*/ 551728 h 1376059"/>
                <a:gd name="connsiteX22" fmla="*/ 46575 w 4066193"/>
                <a:gd name="connsiteY22" fmla="*/ 546104 h 1376059"/>
                <a:gd name="connsiteX23" fmla="*/ 39717 w 4066193"/>
                <a:gd name="connsiteY23" fmla="*/ 540344 h 1376059"/>
                <a:gd name="connsiteX24" fmla="*/ 33476 w 4066193"/>
                <a:gd name="connsiteY24" fmla="*/ 534308 h 1376059"/>
                <a:gd name="connsiteX25" fmla="*/ 27784 w 4066193"/>
                <a:gd name="connsiteY25" fmla="*/ 528205 h 1376059"/>
                <a:gd name="connsiteX26" fmla="*/ 22504 w 4066193"/>
                <a:gd name="connsiteY26" fmla="*/ 521896 h 1376059"/>
                <a:gd name="connsiteX27" fmla="*/ 17840 w 4066193"/>
                <a:gd name="connsiteY27" fmla="*/ 515449 h 1376059"/>
                <a:gd name="connsiteX28" fmla="*/ 11737 w 4066193"/>
                <a:gd name="connsiteY28" fmla="*/ 505573 h 1376059"/>
                <a:gd name="connsiteX29" fmla="*/ 6867 w 4066193"/>
                <a:gd name="connsiteY29" fmla="*/ 495424 h 1376059"/>
                <a:gd name="connsiteX30" fmla="*/ 3301 w 4066193"/>
                <a:gd name="connsiteY30" fmla="*/ 485068 h 1376059"/>
                <a:gd name="connsiteX31" fmla="*/ 284 w 4066193"/>
                <a:gd name="connsiteY31" fmla="*/ 469295 h 1376059"/>
                <a:gd name="connsiteX32" fmla="*/ 284 w 4066193"/>
                <a:gd name="connsiteY32" fmla="*/ 455167 h 1376059"/>
                <a:gd name="connsiteX33" fmla="*/ 2410 w 4066193"/>
                <a:gd name="connsiteY33" fmla="*/ 453179 h 1376059"/>
                <a:gd name="connsiteX34" fmla="*/ 2410 w 4066193"/>
                <a:gd name="connsiteY34" fmla="*/ 453179 h 1376059"/>
                <a:gd name="connsiteX35" fmla="*/ 4331 w 4066193"/>
                <a:gd name="connsiteY35" fmla="*/ 455364 h 1376059"/>
                <a:gd name="connsiteX36" fmla="*/ 4330 w 4066193"/>
                <a:gd name="connsiteY36" fmla="*/ 455373 h 1376059"/>
                <a:gd name="connsiteX37" fmla="*/ 7485 w 4066193"/>
                <a:gd name="connsiteY37" fmla="*/ 483834 h 1376059"/>
                <a:gd name="connsiteX38" fmla="*/ 10845 w 4066193"/>
                <a:gd name="connsiteY38" fmla="*/ 493710 h 1376059"/>
                <a:gd name="connsiteX39" fmla="*/ 15509 w 4066193"/>
                <a:gd name="connsiteY39" fmla="*/ 503516 h 1376059"/>
                <a:gd name="connsiteX40" fmla="*/ 21063 w 4066193"/>
                <a:gd name="connsiteY40" fmla="*/ 513049 h 1376059"/>
                <a:gd name="connsiteX41" fmla="*/ 25590 w 4066193"/>
                <a:gd name="connsiteY41" fmla="*/ 519289 h 1376059"/>
                <a:gd name="connsiteX42" fmla="*/ 30665 w 4066193"/>
                <a:gd name="connsiteY42" fmla="*/ 525393 h 1376059"/>
                <a:gd name="connsiteX43" fmla="*/ 36288 w 4066193"/>
                <a:gd name="connsiteY43" fmla="*/ 531360 h 1376059"/>
                <a:gd name="connsiteX44" fmla="*/ 42323 w 4066193"/>
                <a:gd name="connsiteY44" fmla="*/ 537189 h 1376059"/>
                <a:gd name="connsiteX45" fmla="*/ 49181 w 4066193"/>
                <a:gd name="connsiteY45" fmla="*/ 542813 h 1376059"/>
                <a:gd name="connsiteX46" fmla="*/ 56039 w 4066193"/>
                <a:gd name="connsiteY46" fmla="*/ 548299 h 1376059"/>
                <a:gd name="connsiteX47" fmla="*/ 63515 w 4066193"/>
                <a:gd name="connsiteY47" fmla="*/ 553579 h 1376059"/>
                <a:gd name="connsiteX48" fmla="*/ 71401 w 4066193"/>
                <a:gd name="connsiteY48" fmla="*/ 558655 h 1376059"/>
                <a:gd name="connsiteX49" fmla="*/ 75036 w 4066193"/>
                <a:gd name="connsiteY49" fmla="*/ 560849 h 1376059"/>
                <a:gd name="connsiteX50" fmla="*/ 76888 w 4066193"/>
                <a:gd name="connsiteY50" fmla="*/ 561946 h 1376059"/>
                <a:gd name="connsiteX51" fmla="*/ 1405488 w 4066193"/>
                <a:gd name="connsiteY51" fmla="*/ 1329151 h 1376059"/>
                <a:gd name="connsiteX52" fmla="*/ 1404939 w 4066193"/>
                <a:gd name="connsiteY52" fmla="*/ 1331208 h 1376059"/>
                <a:gd name="connsiteX53" fmla="*/ 1405968 w 4066193"/>
                <a:gd name="connsiteY53" fmla="*/ 1329425 h 1376059"/>
                <a:gd name="connsiteX54" fmla="*/ 1414678 w 4066193"/>
                <a:gd name="connsiteY54" fmla="*/ 1334226 h 1376059"/>
                <a:gd name="connsiteX55" fmla="*/ 1423524 w 4066193"/>
                <a:gd name="connsiteY55" fmla="*/ 1338684 h 1376059"/>
                <a:gd name="connsiteX56" fmla="*/ 1432783 w 4066193"/>
                <a:gd name="connsiteY56" fmla="*/ 1342867 h 1376059"/>
                <a:gd name="connsiteX57" fmla="*/ 1442384 w 4066193"/>
                <a:gd name="connsiteY57" fmla="*/ 1346845 h 1376059"/>
                <a:gd name="connsiteX58" fmla="*/ 1452328 w 4066193"/>
                <a:gd name="connsiteY58" fmla="*/ 1350548 h 1376059"/>
                <a:gd name="connsiteX59" fmla="*/ 1462547 w 4066193"/>
                <a:gd name="connsiteY59" fmla="*/ 1353977 h 1376059"/>
                <a:gd name="connsiteX60" fmla="*/ 1472971 w 4066193"/>
                <a:gd name="connsiteY60" fmla="*/ 1357132 h 1376059"/>
                <a:gd name="connsiteX61" fmla="*/ 1483738 w 4066193"/>
                <a:gd name="connsiteY61" fmla="*/ 1360012 h 1376059"/>
                <a:gd name="connsiteX62" fmla="*/ 1494711 w 4066193"/>
                <a:gd name="connsiteY62" fmla="*/ 1362549 h 1376059"/>
                <a:gd name="connsiteX63" fmla="*/ 1505820 w 4066193"/>
                <a:gd name="connsiteY63" fmla="*/ 1364813 h 1376059"/>
                <a:gd name="connsiteX64" fmla="*/ 1522897 w 4066193"/>
                <a:gd name="connsiteY64" fmla="*/ 1367624 h 1376059"/>
                <a:gd name="connsiteX65" fmla="*/ 1540248 w 4066193"/>
                <a:gd name="connsiteY65" fmla="*/ 1369750 h 1376059"/>
                <a:gd name="connsiteX66" fmla="*/ 1557873 w 4066193"/>
                <a:gd name="connsiteY66" fmla="*/ 1371122 h 1376059"/>
                <a:gd name="connsiteX67" fmla="*/ 1597855 w 4066193"/>
                <a:gd name="connsiteY67" fmla="*/ 1371671 h 1376059"/>
                <a:gd name="connsiteX68" fmla="*/ 1624327 w 4066193"/>
                <a:gd name="connsiteY68" fmla="*/ 1369956 h 1376059"/>
                <a:gd name="connsiteX69" fmla="*/ 1641815 w 4066193"/>
                <a:gd name="connsiteY69" fmla="*/ 1367967 h 1376059"/>
                <a:gd name="connsiteX70" fmla="*/ 1658960 w 4066193"/>
                <a:gd name="connsiteY70" fmla="*/ 1365224 h 1376059"/>
                <a:gd name="connsiteX71" fmla="*/ 1675693 w 4066193"/>
                <a:gd name="connsiteY71" fmla="*/ 1361795 h 1376059"/>
                <a:gd name="connsiteX72" fmla="*/ 1686597 w 4066193"/>
                <a:gd name="connsiteY72" fmla="*/ 1359120 h 1376059"/>
                <a:gd name="connsiteX73" fmla="*/ 1697296 w 4066193"/>
                <a:gd name="connsiteY73" fmla="*/ 1356171 h 1376059"/>
                <a:gd name="connsiteX74" fmla="*/ 1707720 w 4066193"/>
                <a:gd name="connsiteY74" fmla="*/ 1352880 h 1376059"/>
                <a:gd name="connsiteX75" fmla="*/ 1717870 w 4066193"/>
                <a:gd name="connsiteY75" fmla="*/ 1349382 h 1376059"/>
                <a:gd name="connsiteX76" fmla="*/ 1727677 w 4066193"/>
                <a:gd name="connsiteY76" fmla="*/ 1345610 h 1376059"/>
                <a:gd name="connsiteX77" fmla="*/ 1737210 w 4066193"/>
                <a:gd name="connsiteY77" fmla="*/ 1341495 h 1376059"/>
                <a:gd name="connsiteX78" fmla="*/ 1746399 w 4066193"/>
                <a:gd name="connsiteY78" fmla="*/ 1337175 h 1376059"/>
                <a:gd name="connsiteX79" fmla="*/ 1755177 w 4066193"/>
                <a:gd name="connsiteY79" fmla="*/ 1332649 h 1376059"/>
                <a:gd name="connsiteX80" fmla="*/ 1758949 w 4066193"/>
                <a:gd name="connsiteY80" fmla="*/ 1330523 h 1376059"/>
                <a:gd name="connsiteX81" fmla="*/ 1760938 w 4066193"/>
                <a:gd name="connsiteY81" fmla="*/ 1329151 h 1376059"/>
                <a:gd name="connsiteX82" fmla="*/ 4063100 w 4066193"/>
                <a:gd name="connsiteY82" fmla="*/ 276 h 1376059"/>
                <a:gd name="connsiteX83" fmla="*/ 4065911 w 4066193"/>
                <a:gd name="connsiteY83" fmla="*/ 1029 h 1376059"/>
                <a:gd name="connsiteX84" fmla="*/ 4065912 w 4066193"/>
                <a:gd name="connsiteY84" fmla="*/ 1031 h 1376059"/>
                <a:gd name="connsiteX85" fmla="*/ 4065158 w 4066193"/>
                <a:gd name="connsiteY85" fmla="*/ 3911 h 1376059"/>
                <a:gd name="connsiteX86" fmla="*/ 1760870 w 4066193"/>
                <a:gd name="connsiteY86" fmla="*/ 1334363 h 1376059"/>
                <a:gd name="connsiteX87" fmla="*/ 1757029 w 4066193"/>
                <a:gd name="connsiteY87" fmla="*/ 1336489 h 1376059"/>
                <a:gd name="connsiteX88" fmla="*/ 1748114 w 4066193"/>
                <a:gd name="connsiteY88" fmla="*/ 1341152 h 1376059"/>
                <a:gd name="connsiteX89" fmla="*/ 1738787 w 4066193"/>
                <a:gd name="connsiteY89" fmla="*/ 1345542 h 1376059"/>
                <a:gd name="connsiteX90" fmla="*/ 1729117 w 4066193"/>
                <a:gd name="connsiteY90" fmla="*/ 1349656 h 1376059"/>
                <a:gd name="connsiteX91" fmla="*/ 1719173 w 4066193"/>
                <a:gd name="connsiteY91" fmla="*/ 1353497 h 1376059"/>
                <a:gd name="connsiteX92" fmla="*/ 1708817 w 4066193"/>
                <a:gd name="connsiteY92" fmla="*/ 1357063 h 1376059"/>
                <a:gd name="connsiteX93" fmla="*/ 1698325 w 4066193"/>
                <a:gd name="connsiteY93" fmla="*/ 1360355 h 1376059"/>
                <a:gd name="connsiteX94" fmla="*/ 1687557 w 4066193"/>
                <a:gd name="connsiteY94" fmla="*/ 1363372 h 1376059"/>
                <a:gd name="connsiteX95" fmla="*/ 1676516 w 4066193"/>
                <a:gd name="connsiteY95" fmla="*/ 1366047 h 1376059"/>
                <a:gd name="connsiteX96" fmla="*/ 1659508 w 4066193"/>
                <a:gd name="connsiteY96" fmla="*/ 1369545 h 1376059"/>
                <a:gd name="connsiteX97" fmla="*/ 1642226 w 4066193"/>
                <a:gd name="connsiteY97" fmla="*/ 1372288 h 1376059"/>
                <a:gd name="connsiteX98" fmla="*/ 1624601 w 4066193"/>
                <a:gd name="connsiteY98" fmla="*/ 1374277 h 1376059"/>
                <a:gd name="connsiteX99" fmla="*/ 1597855 w 4066193"/>
                <a:gd name="connsiteY99" fmla="*/ 1375991 h 1376059"/>
                <a:gd name="connsiteX100" fmla="*/ 1583522 w 4066193"/>
                <a:gd name="connsiteY100" fmla="*/ 1376060 h 1376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4066193" h="1376059">
                  <a:moveTo>
                    <a:pt x="1583522" y="1376060"/>
                  </a:moveTo>
                  <a:cubicBezTo>
                    <a:pt x="1574881" y="1376060"/>
                    <a:pt x="1566239" y="1376060"/>
                    <a:pt x="1557667" y="1375305"/>
                  </a:cubicBezTo>
                  <a:cubicBezTo>
                    <a:pt x="1551358" y="1374894"/>
                    <a:pt x="1545528" y="1374482"/>
                    <a:pt x="1539836" y="1373865"/>
                  </a:cubicBezTo>
                  <a:cubicBezTo>
                    <a:pt x="1534144" y="1373248"/>
                    <a:pt x="1528246" y="1372631"/>
                    <a:pt x="1522348" y="1371739"/>
                  </a:cubicBezTo>
                  <a:cubicBezTo>
                    <a:pt x="1516451" y="1370848"/>
                    <a:pt x="1510690" y="1369956"/>
                    <a:pt x="1505066" y="1368927"/>
                  </a:cubicBezTo>
                  <a:lnTo>
                    <a:pt x="1493819" y="1366596"/>
                  </a:lnTo>
                  <a:cubicBezTo>
                    <a:pt x="1490116" y="1365841"/>
                    <a:pt x="1486344" y="1364949"/>
                    <a:pt x="1482709" y="1364058"/>
                  </a:cubicBezTo>
                  <a:lnTo>
                    <a:pt x="1471874" y="1361109"/>
                  </a:lnTo>
                  <a:cubicBezTo>
                    <a:pt x="1468239" y="1360149"/>
                    <a:pt x="1465016" y="1359052"/>
                    <a:pt x="1461243" y="1357955"/>
                  </a:cubicBezTo>
                  <a:cubicBezTo>
                    <a:pt x="1457472" y="1356857"/>
                    <a:pt x="1454385" y="1355691"/>
                    <a:pt x="1450888" y="1354457"/>
                  </a:cubicBezTo>
                  <a:cubicBezTo>
                    <a:pt x="1447390" y="1353223"/>
                    <a:pt x="1444030" y="1352057"/>
                    <a:pt x="1440875" y="1350754"/>
                  </a:cubicBezTo>
                  <a:lnTo>
                    <a:pt x="1431137" y="1346707"/>
                  </a:lnTo>
                  <a:lnTo>
                    <a:pt x="1421742" y="1342455"/>
                  </a:lnTo>
                  <a:lnTo>
                    <a:pt x="1412689" y="1337861"/>
                  </a:lnTo>
                  <a:cubicBezTo>
                    <a:pt x="1409740" y="1336352"/>
                    <a:pt x="1406928" y="1334775"/>
                    <a:pt x="1404048" y="1333129"/>
                  </a:cubicBezTo>
                  <a:lnTo>
                    <a:pt x="1404459" y="1330934"/>
                  </a:lnTo>
                  <a:lnTo>
                    <a:pt x="1403431" y="1332786"/>
                  </a:lnTo>
                  <a:lnTo>
                    <a:pt x="1382034" y="1320372"/>
                  </a:lnTo>
                  <a:lnTo>
                    <a:pt x="72773" y="564484"/>
                  </a:lnTo>
                  <a:lnTo>
                    <a:pt x="69070" y="562221"/>
                  </a:lnTo>
                  <a:cubicBezTo>
                    <a:pt x="66326" y="560575"/>
                    <a:pt x="63652" y="558860"/>
                    <a:pt x="61046" y="557077"/>
                  </a:cubicBezTo>
                  <a:cubicBezTo>
                    <a:pt x="58440" y="555363"/>
                    <a:pt x="55902" y="553511"/>
                    <a:pt x="53433" y="551728"/>
                  </a:cubicBezTo>
                  <a:cubicBezTo>
                    <a:pt x="50964" y="549945"/>
                    <a:pt x="48496" y="548024"/>
                    <a:pt x="46575" y="546104"/>
                  </a:cubicBezTo>
                  <a:cubicBezTo>
                    <a:pt x="44655" y="544184"/>
                    <a:pt x="41980" y="542264"/>
                    <a:pt x="39717" y="540344"/>
                  </a:cubicBezTo>
                  <a:cubicBezTo>
                    <a:pt x="37454" y="538424"/>
                    <a:pt x="35465" y="536366"/>
                    <a:pt x="33476" y="534308"/>
                  </a:cubicBezTo>
                  <a:cubicBezTo>
                    <a:pt x="31488" y="532251"/>
                    <a:pt x="29636" y="530263"/>
                    <a:pt x="27784" y="528205"/>
                  </a:cubicBezTo>
                  <a:cubicBezTo>
                    <a:pt x="25933" y="526147"/>
                    <a:pt x="24150" y="524021"/>
                    <a:pt x="22504" y="521896"/>
                  </a:cubicBezTo>
                  <a:cubicBezTo>
                    <a:pt x="20858" y="519770"/>
                    <a:pt x="19280" y="517575"/>
                    <a:pt x="17840" y="515449"/>
                  </a:cubicBezTo>
                  <a:cubicBezTo>
                    <a:pt x="15641" y="512262"/>
                    <a:pt x="13603" y="508966"/>
                    <a:pt x="11737" y="505573"/>
                  </a:cubicBezTo>
                  <a:cubicBezTo>
                    <a:pt x="9885" y="502144"/>
                    <a:pt x="8308" y="498715"/>
                    <a:pt x="6867" y="495424"/>
                  </a:cubicBezTo>
                  <a:cubicBezTo>
                    <a:pt x="5485" y="492042"/>
                    <a:pt x="4295" y="488584"/>
                    <a:pt x="3301" y="485068"/>
                  </a:cubicBezTo>
                  <a:cubicBezTo>
                    <a:pt x="1828" y="479911"/>
                    <a:pt x="818" y="474632"/>
                    <a:pt x="284" y="469295"/>
                  </a:cubicBezTo>
                  <a:cubicBezTo>
                    <a:pt x="-95" y="464593"/>
                    <a:pt x="-95" y="459869"/>
                    <a:pt x="284" y="455167"/>
                  </a:cubicBezTo>
                  <a:cubicBezTo>
                    <a:pt x="387" y="454062"/>
                    <a:pt x="1300" y="453208"/>
                    <a:pt x="2410" y="453179"/>
                  </a:cubicBezTo>
                  <a:lnTo>
                    <a:pt x="2410" y="453179"/>
                  </a:lnTo>
                  <a:cubicBezTo>
                    <a:pt x="3544" y="453252"/>
                    <a:pt x="4404" y="454230"/>
                    <a:pt x="4331" y="455364"/>
                  </a:cubicBezTo>
                  <a:cubicBezTo>
                    <a:pt x="4330" y="455367"/>
                    <a:pt x="4330" y="455370"/>
                    <a:pt x="4330" y="455373"/>
                  </a:cubicBezTo>
                  <a:cubicBezTo>
                    <a:pt x="3674" y="464973"/>
                    <a:pt x="4742" y="474612"/>
                    <a:pt x="7485" y="483834"/>
                  </a:cubicBezTo>
                  <a:cubicBezTo>
                    <a:pt x="8398" y="487193"/>
                    <a:pt x="9521" y="490491"/>
                    <a:pt x="10845" y="493710"/>
                  </a:cubicBezTo>
                  <a:cubicBezTo>
                    <a:pt x="12217" y="496933"/>
                    <a:pt x="13794" y="500224"/>
                    <a:pt x="15509" y="503516"/>
                  </a:cubicBezTo>
                  <a:cubicBezTo>
                    <a:pt x="17195" y="506787"/>
                    <a:pt x="19049" y="509969"/>
                    <a:pt x="21063" y="513049"/>
                  </a:cubicBezTo>
                  <a:cubicBezTo>
                    <a:pt x="22504" y="515106"/>
                    <a:pt x="24012" y="517232"/>
                    <a:pt x="25590" y="519289"/>
                  </a:cubicBezTo>
                  <a:cubicBezTo>
                    <a:pt x="27167" y="521347"/>
                    <a:pt x="28882" y="523336"/>
                    <a:pt x="30665" y="525393"/>
                  </a:cubicBezTo>
                  <a:cubicBezTo>
                    <a:pt x="32448" y="527450"/>
                    <a:pt x="34299" y="529371"/>
                    <a:pt x="36288" y="531360"/>
                  </a:cubicBezTo>
                  <a:cubicBezTo>
                    <a:pt x="38277" y="533349"/>
                    <a:pt x="40197" y="535269"/>
                    <a:pt x="42323" y="537189"/>
                  </a:cubicBezTo>
                  <a:cubicBezTo>
                    <a:pt x="44449" y="539109"/>
                    <a:pt x="46575" y="540961"/>
                    <a:pt x="49181" y="542813"/>
                  </a:cubicBezTo>
                  <a:cubicBezTo>
                    <a:pt x="51787" y="544664"/>
                    <a:pt x="53776" y="546516"/>
                    <a:pt x="56039" y="548299"/>
                  </a:cubicBezTo>
                  <a:cubicBezTo>
                    <a:pt x="58302" y="550082"/>
                    <a:pt x="60908" y="551865"/>
                    <a:pt x="63515" y="553579"/>
                  </a:cubicBezTo>
                  <a:cubicBezTo>
                    <a:pt x="66121" y="555294"/>
                    <a:pt x="68658" y="557008"/>
                    <a:pt x="71401" y="558655"/>
                  </a:cubicBezTo>
                  <a:lnTo>
                    <a:pt x="75036" y="560849"/>
                  </a:lnTo>
                  <a:lnTo>
                    <a:pt x="76888" y="561946"/>
                  </a:lnTo>
                  <a:lnTo>
                    <a:pt x="1405488" y="1329151"/>
                  </a:lnTo>
                  <a:lnTo>
                    <a:pt x="1404939" y="1331208"/>
                  </a:lnTo>
                  <a:lnTo>
                    <a:pt x="1405968" y="1329425"/>
                  </a:lnTo>
                  <a:cubicBezTo>
                    <a:pt x="1408917" y="1331140"/>
                    <a:pt x="1411729" y="1332717"/>
                    <a:pt x="1414678" y="1334226"/>
                  </a:cubicBezTo>
                  <a:cubicBezTo>
                    <a:pt x="1417627" y="1335735"/>
                    <a:pt x="1420507" y="1337243"/>
                    <a:pt x="1423524" y="1338684"/>
                  </a:cubicBezTo>
                  <a:lnTo>
                    <a:pt x="1432783" y="1342867"/>
                  </a:lnTo>
                  <a:cubicBezTo>
                    <a:pt x="1435937" y="1344239"/>
                    <a:pt x="1439092" y="1345610"/>
                    <a:pt x="1442384" y="1346845"/>
                  </a:cubicBezTo>
                  <a:cubicBezTo>
                    <a:pt x="1445676" y="1348079"/>
                    <a:pt x="1448899" y="1349382"/>
                    <a:pt x="1452328" y="1350548"/>
                  </a:cubicBezTo>
                  <a:cubicBezTo>
                    <a:pt x="1455757" y="1351714"/>
                    <a:pt x="1459186" y="1352880"/>
                    <a:pt x="1462547" y="1353977"/>
                  </a:cubicBezTo>
                  <a:lnTo>
                    <a:pt x="1472971" y="1357132"/>
                  </a:lnTo>
                  <a:cubicBezTo>
                    <a:pt x="1476537" y="1358160"/>
                    <a:pt x="1479829" y="1359052"/>
                    <a:pt x="1483738" y="1360012"/>
                  </a:cubicBezTo>
                  <a:lnTo>
                    <a:pt x="1494711" y="1362549"/>
                  </a:lnTo>
                  <a:cubicBezTo>
                    <a:pt x="1498345" y="1363372"/>
                    <a:pt x="1502117" y="1364127"/>
                    <a:pt x="1505820" y="1364813"/>
                  </a:cubicBezTo>
                  <a:cubicBezTo>
                    <a:pt x="1511375" y="1365841"/>
                    <a:pt x="1517136" y="1366801"/>
                    <a:pt x="1522897" y="1367624"/>
                  </a:cubicBezTo>
                  <a:cubicBezTo>
                    <a:pt x="1528658" y="1368447"/>
                    <a:pt x="1534624" y="1369133"/>
                    <a:pt x="1540248" y="1369750"/>
                  </a:cubicBezTo>
                  <a:cubicBezTo>
                    <a:pt x="1545871" y="1370368"/>
                    <a:pt x="1551701" y="1370779"/>
                    <a:pt x="1557873" y="1371122"/>
                  </a:cubicBezTo>
                  <a:cubicBezTo>
                    <a:pt x="1571177" y="1371876"/>
                    <a:pt x="1584550" y="1372013"/>
                    <a:pt x="1597855" y="1371671"/>
                  </a:cubicBezTo>
                  <a:cubicBezTo>
                    <a:pt x="1606702" y="1371328"/>
                    <a:pt x="1615617" y="1370779"/>
                    <a:pt x="1624327" y="1369956"/>
                  </a:cubicBezTo>
                  <a:cubicBezTo>
                    <a:pt x="1630362" y="1369407"/>
                    <a:pt x="1636191" y="1368722"/>
                    <a:pt x="1641815" y="1367967"/>
                  </a:cubicBezTo>
                  <a:cubicBezTo>
                    <a:pt x="1647438" y="1367213"/>
                    <a:pt x="1653267" y="1366252"/>
                    <a:pt x="1658960" y="1365224"/>
                  </a:cubicBezTo>
                  <a:cubicBezTo>
                    <a:pt x="1664652" y="1364195"/>
                    <a:pt x="1670275" y="1363029"/>
                    <a:pt x="1675693" y="1361795"/>
                  </a:cubicBezTo>
                  <a:cubicBezTo>
                    <a:pt x="1679328" y="1360972"/>
                    <a:pt x="1683031" y="1360081"/>
                    <a:pt x="1686597" y="1359120"/>
                  </a:cubicBezTo>
                  <a:cubicBezTo>
                    <a:pt x="1690164" y="1358160"/>
                    <a:pt x="1693455" y="1357200"/>
                    <a:pt x="1697296" y="1356171"/>
                  </a:cubicBezTo>
                  <a:cubicBezTo>
                    <a:pt x="1701136" y="1355143"/>
                    <a:pt x="1704154" y="1354045"/>
                    <a:pt x="1707720" y="1352880"/>
                  </a:cubicBezTo>
                  <a:cubicBezTo>
                    <a:pt x="1711286" y="1351714"/>
                    <a:pt x="1714578" y="1350616"/>
                    <a:pt x="1717870" y="1349382"/>
                  </a:cubicBezTo>
                  <a:lnTo>
                    <a:pt x="1727677" y="1345610"/>
                  </a:lnTo>
                  <a:lnTo>
                    <a:pt x="1737210" y="1341495"/>
                  </a:lnTo>
                  <a:cubicBezTo>
                    <a:pt x="1740296" y="1340124"/>
                    <a:pt x="1743382" y="1338684"/>
                    <a:pt x="1746399" y="1337175"/>
                  </a:cubicBezTo>
                  <a:cubicBezTo>
                    <a:pt x="1749417" y="1335666"/>
                    <a:pt x="1752366" y="1334157"/>
                    <a:pt x="1755177" y="1332649"/>
                  </a:cubicBezTo>
                  <a:lnTo>
                    <a:pt x="1758949" y="1330523"/>
                  </a:lnTo>
                  <a:lnTo>
                    <a:pt x="1760938" y="1329151"/>
                  </a:lnTo>
                  <a:lnTo>
                    <a:pt x="4063100" y="276"/>
                  </a:lnTo>
                  <a:cubicBezTo>
                    <a:pt x="4064084" y="-292"/>
                    <a:pt x="4065343" y="45"/>
                    <a:pt x="4065911" y="1029"/>
                  </a:cubicBezTo>
                  <a:cubicBezTo>
                    <a:pt x="4065911" y="1029"/>
                    <a:pt x="4065912" y="1030"/>
                    <a:pt x="4065912" y="1031"/>
                  </a:cubicBezTo>
                  <a:cubicBezTo>
                    <a:pt x="4066487" y="2036"/>
                    <a:pt x="4066152" y="3317"/>
                    <a:pt x="4065158" y="3911"/>
                  </a:cubicBezTo>
                  <a:lnTo>
                    <a:pt x="1760870" y="1334363"/>
                  </a:lnTo>
                  <a:cubicBezTo>
                    <a:pt x="1759635" y="1335117"/>
                    <a:pt x="1758332" y="1335803"/>
                    <a:pt x="1757029" y="1336489"/>
                  </a:cubicBezTo>
                  <a:cubicBezTo>
                    <a:pt x="1754080" y="1338066"/>
                    <a:pt x="1751131" y="1339644"/>
                    <a:pt x="1748114" y="1341152"/>
                  </a:cubicBezTo>
                  <a:lnTo>
                    <a:pt x="1738787" y="1345542"/>
                  </a:lnTo>
                  <a:lnTo>
                    <a:pt x="1729117" y="1349656"/>
                  </a:lnTo>
                  <a:lnTo>
                    <a:pt x="1719173" y="1353497"/>
                  </a:lnTo>
                  <a:lnTo>
                    <a:pt x="1708817" y="1357063"/>
                  </a:lnTo>
                  <a:cubicBezTo>
                    <a:pt x="1705388" y="1358252"/>
                    <a:pt x="1701891" y="1359349"/>
                    <a:pt x="1698325" y="1360355"/>
                  </a:cubicBezTo>
                  <a:lnTo>
                    <a:pt x="1687557" y="1363372"/>
                  </a:lnTo>
                  <a:lnTo>
                    <a:pt x="1676516" y="1366047"/>
                  </a:lnTo>
                  <a:cubicBezTo>
                    <a:pt x="1671030" y="1367281"/>
                    <a:pt x="1665338" y="1368447"/>
                    <a:pt x="1659508" y="1369545"/>
                  </a:cubicBezTo>
                  <a:cubicBezTo>
                    <a:pt x="1653679" y="1370642"/>
                    <a:pt x="1647987" y="1371465"/>
                    <a:pt x="1642226" y="1372288"/>
                  </a:cubicBezTo>
                  <a:cubicBezTo>
                    <a:pt x="1636466" y="1373110"/>
                    <a:pt x="1630636" y="1373728"/>
                    <a:pt x="1624601" y="1374277"/>
                  </a:cubicBezTo>
                  <a:cubicBezTo>
                    <a:pt x="1615823" y="1375168"/>
                    <a:pt x="1606839" y="1375717"/>
                    <a:pt x="1597855" y="1375991"/>
                  </a:cubicBezTo>
                  <a:cubicBezTo>
                    <a:pt x="1593192" y="1375991"/>
                    <a:pt x="1588391" y="1376060"/>
                    <a:pt x="1583522" y="1376060"/>
                  </a:cubicBezTo>
                  <a:close/>
                </a:path>
              </a:pathLst>
            </a:custGeom>
            <a:solidFill>
              <a:srgbClr val="4D525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B8831D3-8BFF-FB94-BD23-EA679743D454}"/>
                </a:ext>
              </a:extLst>
            </p:cNvPr>
            <p:cNvSpPr/>
            <p:nvPr/>
          </p:nvSpPr>
          <p:spPr>
            <a:xfrm>
              <a:off x="5293493" y="5178547"/>
              <a:ext cx="151762" cy="89302"/>
            </a:xfrm>
            <a:custGeom>
              <a:avLst/>
              <a:gdLst>
                <a:gd name="connsiteX0" fmla="*/ 2296 w 151762"/>
                <a:gd name="connsiteY0" fmla="*/ 89288 h 89302"/>
                <a:gd name="connsiteX1" fmla="*/ 307 w 151762"/>
                <a:gd name="connsiteY1" fmla="*/ 88396 h 89302"/>
                <a:gd name="connsiteX2" fmla="*/ 977 w 151762"/>
                <a:gd name="connsiteY2" fmla="*/ 85565 h 89302"/>
                <a:gd name="connsiteX3" fmla="*/ 1061 w 151762"/>
                <a:gd name="connsiteY3" fmla="*/ 85516 h 89302"/>
                <a:gd name="connsiteX4" fmla="*/ 148645 w 151762"/>
                <a:gd name="connsiteY4" fmla="*/ 271 h 89302"/>
                <a:gd name="connsiteX5" fmla="*/ 151491 w 151762"/>
                <a:gd name="connsiteY5" fmla="*/ 1060 h 89302"/>
                <a:gd name="connsiteX6" fmla="*/ 150703 w 151762"/>
                <a:gd name="connsiteY6" fmla="*/ 3906 h 89302"/>
                <a:gd name="connsiteX7" fmla="*/ 3118 w 151762"/>
                <a:gd name="connsiteY7" fmla="*/ 89151 h 89302"/>
                <a:gd name="connsiteX8" fmla="*/ 2296 w 151762"/>
                <a:gd name="connsiteY8" fmla="*/ 89288 h 8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1762" h="89302">
                  <a:moveTo>
                    <a:pt x="2296" y="89288"/>
                  </a:moveTo>
                  <a:cubicBezTo>
                    <a:pt x="1519" y="89379"/>
                    <a:pt x="755" y="89037"/>
                    <a:pt x="307" y="88396"/>
                  </a:cubicBezTo>
                  <a:cubicBezTo>
                    <a:pt x="-290" y="87430"/>
                    <a:pt x="10" y="86162"/>
                    <a:pt x="977" y="85565"/>
                  </a:cubicBezTo>
                  <a:cubicBezTo>
                    <a:pt x="1005" y="85548"/>
                    <a:pt x="1033" y="85532"/>
                    <a:pt x="1061" y="85516"/>
                  </a:cubicBezTo>
                  <a:lnTo>
                    <a:pt x="148645" y="271"/>
                  </a:lnTo>
                  <a:cubicBezTo>
                    <a:pt x="149649" y="-297"/>
                    <a:pt x="150923" y="56"/>
                    <a:pt x="151491" y="1060"/>
                  </a:cubicBezTo>
                  <a:cubicBezTo>
                    <a:pt x="152059" y="2064"/>
                    <a:pt x="151706" y="3338"/>
                    <a:pt x="150703" y="3906"/>
                  </a:cubicBezTo>
                  <a:lnTo>
                    <a:pt x="3118" y="89151"/>
                  </a:lnTo>
                  <a:cubicBezTo>
                    <a:pt x="2852" y="89236"/>
                    <a:pt x="2575" y="89282"/>
                    <a:pt x="2296" y="89288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034E17F7-515C-2760-B383-631F38E9E3FE}"/>
                </a:ext>
              </a:extLst>
            </p:cNvPr>
            <p:cNvSpPr/>
            <p:nvPr/>
          </p:nvSpPr>
          <p:spPr>
            <a:xfrm>
              <a:off x="5776681" y="4897090"/>
              <a:ext cx="156970" cy="91007"/>
            </a:xfrm>
            <a:custGeom>
              <a:avLst/>
              <a:gdLst>
                <a:gd name="connsiteX0" fmla="*/ 2116 w 156970"/>
                <a:gd name="connsiteY0" fmla="*/ 91007 h 91007"/>
                <a:gd name="connsiteX1" fmla="*/ 264 w 156970"/>
                <a:gd name="connsiteY1" fmla="*/ 89978 h 91007"/>
                <a:gd name="connsiteX2" fmla="*/ 1087 w 156970"/>
                <a:gd name="connsiteY2" fmla="*/ 87098 h 91007"/>
                <a:gd name="connsiteX3" fmla="*/ 77006 w 156970"/>
                <a:gd name="connsiteY3" fmla="*/ 43961 h 91007"/>
                <a:gd name="connsiteX4" fmla="*/ 153883 w 156970"/>
                <a:gd name="connsiteY4" fmla="*/ 276 h 91007"/>
                <a:gd name="connsiteX5" fmla="*/ 156695 w 156970"/>
                <a:gd name="connsiteY5" fmla="*/ 1030 h 91007"/>
                <a:gd name="connsiteX6" fmla="*/ 155941 w 156970"/>
                <a:gd name="connsiteY6" fmla="*/ 3842 h 91007"/>
                <a:gd name="connsiteX7" fmla="*/ 79063 w 156970"/>
                <a:gd name="connsiteY7" fmla="*/ 47596 h 91007"/>
                <a:gd name="connsiteX8" fmla="*/ 3145 w 156970"/>
                <a:gd name="connsiteY8" fmla="*/ 90733 h 91007"/>
                <a:gd name="connsiteX9" fmla="*/ 2116 w 156970"/>
                <a:gd name="connsiteY9" fmla="*/ 91007 h 91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6970" h="91007">
                  <a:moveTo>
                    <a:pt x="2116" y="91007"/>
                  </a:moveTo>
                  <a:cubicBezTo>
                    <a:pt x="1366" y="90992"/>
                    <a:pt x="673" y="90607"/>
                    <a:pt x="264" y="89978"/>
                  </a:cubicBezTo>
                  <a:cubicBezTo>
                    <a:pt x="-299" y="88955"/>
                    <a:pt x="68" y="87669"/>
                    <a:pt x="1087" y="87098"/>
                  </a:cubicBezTo>
                  <a:cubicBezTo>
                    <a:pt x="27765" y="71736"/>
                    <a:pt x="52797" y="57609"/>
                    <a:pt x="77006" y="43961"/>
                  </a:cubicBezTo>
                  <a:cubicBezTo>
                    <a:pt x="101214" y="30314"/>
                    <a:pt x="126863" y="15912"/>
                    <a:pt x="153883" y="276"/>
                  </a:cubicBezTo>
                  <a:cubicBezTo>
                    <a:pt x="154868" y="-292"/>
                    <a:pt x="156127" y="46"/>
                    <a:pt x="156695" y="1030"/>
                  </a:cubicBezTo>
                  <a:cubicBezTo>
                    <a:pt x="157263" y="2015"/>
                    <a:pt x="156925" y="3274"/>
                    <a:pt x="155941" y="3842"/>
                  </a:cubicBezTo>
                  <a:cubicBezTo>
                    <a:pt x="128921" y="19478"/>
                    <a:pt x="103546" y="33811"/>
                    <a:pt x="79063" y="47596"/>
                  </a:cubicBezTo>
                  <a:cubicBezTo>
                    <a:pt x="54580" y="61381"/>
                    <a:pt x="29822" y="75028"/>
                    <a:pt x="3145" y="90733"/>
                  </a:cubicBezTo>
                  <a:cubicBezTo>
                    <a:pt x="2835" y="90919"/>
                    <a:pt x="2478" y="91014"/>
                    <a:pt x="2116" y="91007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A6838D73-61A3-EB1B-96F1-7BA250CCD172}"/>
                </a:ext>
              </a:extLst>
            </p:cNvPr>
            <p:cNvSpPr/>
            <p:nvPr/>
          </p:nvSpPr>
          <p:spPr>
            <a:xfrm>
              <a:off x="6333003" y="3801288"/>
              <a:ext cx="75480" cy="86305"/>
            </a:xfrm>
            <a:custGeom>
              <a:avLst/>
              <a:gdLst>
                <a:gd name="connsiteX0" fmla="*/ 2116 w 75480"/>
                <a:gd name="connsiteY0" fmla="*/ 86306 h 86305"/>
                <a:gd name="connsiteX1" fmla="*/ 264 w 75480"/>
                <a:gd name="connsiteY1" fmla="*/ 85277 h 86305"/>
                <a:gd name="connsiteX2" fmla="*/ 1087 w 75480"/>
                <a:gd name="connsiteY2" fmla="*/ 82397 h 86305"/>
                <a:gd name="connsiteX3" fmla="*/ 71381 w 75480"/>
                <a:gd name="connsiteY3" fmla="*/ 1541 h 86305"/>
                <a:gd name="connsiteX4" fmla="*/ 73850 w 75480"/>
                <a:gd name="connsiteY4" fmla="*/ 32 h 86305"/>
                <a:gd name="connsiteX5" fmla="*/ 75427 w 75480"/>
                <a:gd name="connsiteY5" fmla="*/ 2570 h 86305"/>
                <a:gd name="connsiteX6" fmla="*/ 3144 w 75480"/>
                <a:gd name="connsiteY6" fmla="*/ 86032 h 86305"/>
                <a:gd name="connsiteX7" fmla="*/ 2115 w 75480"/>
                <a:gd name="connsiteY7" fmla="*/ 86306 h 86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480" h="86305">
                  <a:moveTo>
                    <a:pt x="2116" y="86306"/>
                  </a:moveTo>
                  <a:cubicBezTo>
                    <a:pt x="1366" y="86291"/>
                    <a:pt x="673" y="85906"/>
                    <a:pt x="264" y="85277"/>
                  </a:cubicBezTo>
                  <a:cubicBezTo>
                    <a:pt x="-299" y="84254"/>
                    <a:pt x="68" y="82968"/>
                    <a:pt x="1087" y="82397"/>
                  </a:cubicBezTo>
                  <a:cubicBezTo>
                    <a:pt x="39355" y="60245"/>
                    <a:pt x="63701" y="32333"/>
                    <a:pt x="71381" y="1541"/>
                  </a:cubicBezTo>
                  <a:cubicBezTo>
                    <a:pt x="71710" y="490"/>
                    <a:pt x="72765" y="-156"/>
                    <a:pt x="73850" y="32"/>
                  </a:cubicBezTo>
                  <a:cubicBezTo>
                    <a:pt x="74982" y="304"/>
                    <a:pt x="75685" y="1435"/>
                    <a:pt x="75427" y="2570"/>
                  </a:cubicBezTo>
                  <a:cubicBezTo>
                    <a:pt x="67404" y="34459"/>
                    <a:pt x="42441" y="63332"/>
                    <a:pt x="3144" y="86032"/>
                  </a:cubicBezTo>
                  <a:cubicBezTo>
                    <a:pt x="2822" y="86186"/>
                    <a:pt x="2472" y="86279"/>
                    <a:pt x="2115" y="86306"/>
                  </a:cubicBez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46E08AD6-07B1-AAC5-D6C4-AA4DFD411E6E}"/>
                </a:ext>
              </a:extLst>
            </p:cNvPr>
            <p:cNvSpPr/>
            <p:nvPr/>
          </p:nvSpPr>
          <p:spPr>
            <a:xfrm>
              <a:off x="4362481" y="5053726"/>
              <a:ext cx="355732" cy="205811"/>
            </a:xfrm>
            <a:custGeom>
              <a:avLst/>
              <a:gdLst>
                <a:gd name="connsiteX0" fmla="*/ 2059 w 355732"/>
                <a:gd name="connsiteY0" fmla="*/ 205810 h 205811"/>
                <a:gd name="connsiteX1" fmla="*/ 276 w 355732"/>
                <a:gd name="connsiteY1" fmla="*/ 204781 h 205811"/>
                <a:gd name="connsiteX2" fmla="*/ 1029 w 355732"/>
                <a:gd name="connsiteY2" fmla="*/ 201971 h 205811"/>
                <a:gd name="connsiteX3" fmla="*/ 1031 w 355732"/>
                <a:gd name="connsiteY3" fmla="*/ 201969 h 205811"/>
                <a:gd name="connsiteX4" fmla="*/ 177899 w 355732"/>
                <a:gd name="connsiteY4" fmla="*/ 100472 h 205811"/>
                <a:gd name="connsiteX5" fmla="*/ 352640 w 355732"/>
                <a:gd name="connsiteY5" fmla="*/ 276 h 205811"/>
                <a:gd name="connsiteX6" fmla="*/ 355451 w 355732"/>
                <a:gd name="connsiteY6" fmla="*/ 1029 h 205811"/>
                <a:gd name="connsiteX7" fmla="*/ 355452 w 355732"/>
                <a:gd name="connsiteY7" fmla="*/ 1031 h 205811"/>
                <a:gd name="connsiteX8" fmla="*/ 354698 w 355732"/>
                <a:gd name="connsiteY8" fmla="*/ 3911 h 205811"/>
                <a:gd name="connsiteX9" fmla="*/ 179956 w 355732"/>
                <a:gd name="connsiteY9" fmla="*/ 104106 h 205811"/>
                <a:gd name="connsiteX10" fmla="*/ 3088 w 355732"/>
                <a:gd name="connsiteY10" fmla="*/ 205536 h 205811"/>
                <a:gd name="connsiteX11" fmla="*/ 2059 w 355732"/>
                <a:gd name="connsiteY11" fmla="*/ 205810 h 205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5732" h="205811">
                  <a:moveTo>
                    <a:pt x="2059" y="205810"/>
                  </a:moveTo>
                  <a:cubicBezTo>
                    <a:pt x="1324" y="205811"/>
                    <a:pt x="644" y="205419"/>
                    <a:pt x="276" y="204781"/>
                  </a:cubicBezTo>
                  <a:cubicBezTo>
                    <a:pt x="-292" y="203797"/>
                    <a:pt x="45" y="202539"/>
                    <a:pt x="1029" y="201971"/>
                  </a:cubicBezTo>
                  <a:cubicBezTo>
                    <a:pt x="1029" y="201970"/>
                    <a:pt x="1030" y="201970"/>
                    <a:pt x="1031" y="201969"/>
                  </a:cubicBezTo>
                  <a:cubicBezTo>
                    <a:pt x="61701" y="166857"/>
                    <a:pt x="120657" y="133024"/>
                    <a:pt x="177899" y="100472"/>
                  </a:cubicBezTo>
                  <a:cubicBezTo>
                    <a:pt x="234363" y="68467"/>
                    <a:pt x="292610" y="35069"/>
                    <a:pt x="352640" y="276"/>
                  </a:cubicBezTo>
                  <a:cubicBezTo>
                    <a:pt x="353624" y="-292"/>
                    <a:pt x="354883" y="45"/>
                    <a:pt x="355451" y="1029"/>
                  </a:cubicBezTo>
                  <a:cubicBezTo>
                    <a:pt x="355451" y="1030"/>
                    <a:pt x="355452" y="1030"/>
                    <a:pt x="355452" y="1031"/>
                  </a:cubicBezTo>
                  <a:cubicBezTo>
                    <a:pt x="356027" y="2036"/>
                    <a:pt x="355692" y="3317"/>
                    <a:pt x="354698" y="3911"/>
                  </a:cubicBezTo>
                  <a:cubicBezTo>
                    <a:pt x="294713" y="38521"/>
                    <a:pt x="236466" y="71919"/>
                    <a:pt x="179956" y="104106"/>
                  </a:cubicBezTo>
                  <a:cubicBezTo>
                    <a:pt x="122897" y="136750"/>
                    <a:pt x="63781" y="170492"/>
                    <a:pt x="3088" y="205536"/>
                  </a:cubicBezTo>
                  <a:cubicBezTo>
                    <a:pt x="2781" y="205730"/>
                    <a:pt x="2422" y="205826"/>
                    <a:pt x="2059" y="205810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3A4EFF77-B0BD-E862-FFF5-EE1BCBCBCD6C}"/>
                </a:ext>
              </a:extLst>
            </p:cNvPr>
            <p:cNvSpPr/>
            <p:nvPr/>
          </p:nvSpPr>
          <p:spPr>
            <a:xfrm>
              <a:off x="6333009" y="3285521"/>
              <a:ext cx="78075" cy="121567"/>
            </a:xfrm>
            <a:custGeom>
              <a:avLst/>
              <a:gdLst>
                <a:gd name="connsiteX0" fmla="*/ 2110 w 78075"/>
                <a:gd name="connsiteY0" fmla="*/ 121533 h 121567"/>
                <a:gd name="connsiteX1" fmla="*/ 258 w 78075"/>
                <a:gd name="connsiteY1" fmla="*/ 120504 h 121567"/>
                <a:gd name="connsiteX2" fmla="*/ 1012 w 78075"/>
                <a:gd name="connsiteY2" fmla="*/ 117624 h 121567"/>
                <a:gd name="connsiteX3" fmla="*/ 9173 w 78075"/>
                <a:gd name="connsiteY3" fmla="*/ 112686 h 121567"/>
                <a:gd name="connsiteX4" fmla="*/ 16923 w 78075"/>
                <a:gd name="connsiteY4" fmla="*/ 107611 h 121567"/>
                <a:gd name="connsiteX5" fmla="*/ 24192 w 78075"/>
                <a:gd name="connsiteY5" fmla="*/ 102262 h 121567"/>
                <a:gd name="connsiteX6" fmla="*/ 31050 w 78075"/>
                <a:gd name="connsiteY6" fmla="*/ 96776 h 121567"/>
                <a:gd name="connsiteX7" fmla="*/ 37497 w 78075"/>
                <a:gd name="connsiteY7" fmla="*/ 91083 h 121567"/>
                <a:gd name="connsiteX8" fmla="*/ 43326 w 78075"/>
                <a:gd name="connsiteY8" fmla="*/ 85254 h 121567"/>
                <a:gd name="connsiteX9" fmla="*/ 48744 w 78075"/>
                <a:gd name="connsiteY9" fmla="*/ 79219 h 121567"/>
                <a:gd name="connsiteX10" fmla="*/ 53682 w 78075"/>
                <a:gd name="connsiteY10" fmla="*/ 73115 h 121567"/>
                <a:gd name="connsiteX11" fmla="*/ 58071 w 78075"/>
                <a:gd name="connsiteY11" fmla="*/ 66806 h 121567"/>
                <a:gd name="connsiteX12" fmla="*/ 61911 w 78075"/>
                <a:gd name="connsiteY12" fmla="*/ 60497 h 121567"/>
                <a:gd name="connsiteX13" fmla="*/ 66712 w 78075"/>
                <a:gd name="connsiteY13" fmla="*/ 50758 h 121567"/>
                <a:gd name="connsiteX14" fmla="*/ 70278 w 78075"/>
                <a:gd name="connsiteY14" fmla="*/ 40951 h 121567"/>
                <a:gd name="connsiteX15" fmla="*/ 72678 w 78075"/>
                <a:gd name="connsiteY15" fmla="*/ 30939 h 121567"/>
                <a:gd name="connsiteX16" fmla="*/ 73501 w 78075"/>
                <a:gd name="connsiteY16" fmla="*/ 8307 h 121567"/>
                <a:gd name="connsiteX17" fmla="*/ 72747 w 78075"/>
                <a:gd name="connsiteY17" fmla="*/ 2410 h 121567"/>
                <a:gd name="connsiteX18" fmla="*/ 74405 w 78075"/>
                <a:gd name="connsiteY18" fmla="*/ 19 h 121567"/>
                <a:gd name="connsiteX19" fmla="*/ 74462 w 78075"/>
                <a:gd name="connsiteY19" fmla="*/ 9 h 121567"/>
                <a:gd name="connsiteX20" fmla="*/ 76862 w 78075"/>
                <a:gd name="connsiteY20" fmla="*/ 1724 h 121567"/>
                <a:gd name="connsiteX21" fmla="*/ 77685 w 78075"/>
                <a:gd name="connsiteY21" fmla="*/ 7896 h 121567"/>
                <a:gd name="connsiteX22" fmla="*/ 76793 w 78075"/>
                <a:gd name="connsiteY22" fmla="*/ 31693 h 121567"/>
                <a:gd name="connsiteX23" fmla="*/ 74256 w 78075"/>
                <a:gd name="connsiteY23" fmla="*/ 42117 h 121567"/>
                <a:gd name="connsiteX24" fmla="*/ 70484 w 78075"/>
                <a:gd name="connsiteY24" fmla="*/ 52404 h 121567"/>
                <a:gd name="connsiteX25" fmla="*/ 65478 w 78075"/>
                <a:gd name="connsiteY25" fmla="*/ 62554 h 121567"/>
                <a:gd name="connsiteX26" fmla="*/ 61500 w 78075"/>
                <a:gd name="connsiteY26" fmla="*/ 69412 h 121567"/>
                <a:gd name="connsiteX27" fmla="*/ 56974 w 78075"/>
                <a:gd name="connsiteY27" fmla="*/ 75859 h 121567"/>
                <a:gd name="connsiteX28" fmla="*/ 51898 w 78075"/>
                <a:gd name="connsiteY28" fmla="*/ 82237 h 121567"/>
                <a:gd name="connsiteX29" fmla="*/ 46343 w 78075"/>
                <a:gd name="connsiteY29" fmla="*/ 88340 h 121567"/>
                <a:gd name="connsiteX30" fmla="*/ 40308 w 78075"/>
                <a:gd name="connsiteY30" fmla="*/ 94375 h 121567"/>
                <a:gd name="connsiteX31" fmla="*/ 33450 w 78075"/>
                <a:gd name="connsiteY31" fmla="*/ 100205 h 121567"/>
                <a:gd name="connsiteX32" fmla="*/ 26592 w 78075"/>
                <a:gd name="connsiteY32" fmla="*/ 105828 h 121567"/>
                <a:gd name="connsiteX33" fmla="*/ 19117 w 78075"/>
                <a:gd name="connsiteY33" fmla="*/ 111315 h 121567"/>
                <a:gd name="connsiteX34" fmla="*/ 11231 w 78075"/>
                <a:gd name="connsiteY34" fmla="*/ 116527 h 121567"/>
                <a:gd name="connsiteX35" fmla="*/ 3001 w 78075"/>
                <a:gd name="connsiteY35" fmla="*/ 121533 h 121567"/>
                <a:gd name="connsiteX36" fmla="*/ 2109 w 78075"/>
                <a:gd name="connsiteY36" fmla="*/ 121533 h 121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8075" h="121567">
                  <a:moveTo>
                    <a:pt x="2110" y="121533"/>
                  </a:moveTo>
                  <a:cubicBezTo>
                    <a:pt x="1353" y="121544"/>
                    <a:pt x="648" y="121152"/>
                    <a:pt x="258" y="120504"/>
                  </a:cubicBezTo>
                  <a:cubicBezTo>
                    <a:pt x="-280" y="119494"/>
                    <a:pt x="48" y="118241"/>
                    <a:pt x="1012" y="117624"/>
                  </a:cubicBezTo>
                  <a:cubicBezTo>
                    <a:pt x="3824" y="116047"/>
                    <a:pt x="6499" y="114401"/>
                    <a:pt x="9173" y="112686"/>
                  </a:cubicBezTo>
                  <a:cubicBezTo>
                    <a:pt x="11848" y="110972"/>
                    <a:pt x="14317" y="109326"/>
                    <a:pt x="16923" y="107611"/>
                  </a:cubicBezTo>
                  <a:lnTo>
                    <a:pt x="24192" y="102262"/>
                  </a:lnTo>
                  <a:cubicBezTo>
                    <a:pt x="26456" y="100479"/>
                    <a:pt x="28787" y="98627"/>
                    <a:pt x="31050" y="96776"/>
                  </a:cubicBezTo>
                  <a:cubicBezTo>
                    <a:pt x="33314" y="94924"/>
                    <a:pt x="35439" y="93004"/>
                    <a:pt x="37497" y="91083"/>
                  </a:cubicBezTo>
                  <a:lnTo>
                    <a:pt x="43326" y="85254"/>
                  </a:lnTo>
                  <a:cubicBezTo>
                    <a:pt x="45246" y="83265"/>
                    <a:pt x="47030" y="81277"/>
                    <a:pt x="48744" y="79219"/>
                  </a:cubicBezTo>
                  <a:cubicBezTo>
                    <a:pt x="50459" y="77162"/>
                    <a:pt x="52104" y="75173"/>
                    <a:pt x="53682" y="73115"/>
                  </a:cubicBezTo>
                  <a:cubicBezTo>
                    <a:pt x="55259" y="71058"/>
                    <a:pt x="56630" y="68932"/>
                    <a:pt x="58071" y="66806"/>
                  </a:cubicBezTo>
                  <a:cubicBezTo>
                    <a:pt x="59511" y="64680"/>
                    <a:pt x="60677" y="62623"/>
                    <a:pt x="61911" y="60497"/>
                  </a:cubicBezTo>
                  <a:cubicBezTo>
                    <a:pt x="63676" y="57335"/>
                    <a:pt x="65279" y="54084"/>
                    <a:pt x="66712" y="50758"/>
                  </a:cubicBezTo>
                  <a:cubicBezTo>
                    <a:pt x="68095" y="47563"/>
                    <a:pt x="69286" y="44289"/>
                    <a:pt x="70278" y="40951"/>
                  </a:cubicBezTo>
                  <a:cubicBezTo>
                    <a:pt x="71270" y="37663"/>
                    <a:pt x="72071" y="34320"/>
                    <a:pt x="72678" y="30939"/>
                  </a:cubicBezTo>
                  <a:cubicBezTo>
                    <a:pt x="73982" y="23468"/>
                    <a:pt x="74259" y="15853"/>
                    <a:pt x="73501" y="8307"/>
                  </a:cubicBezTo>
                  <a:cubicBezTo>
                    <a:pt x="73501" y="6387"/>
                    <a:pt x="73090" y="4398"/>
                    <a:pt x="72747" y="2410"/>
                  </a:cubicBezTo>
                  <a:cubicBezTo>
                    <a:pt x="72545" y="1291"/>
                    <a:pt x="73287" y="221"/>
                    <a:pt x="74405" y="19"/>
                  </a:cubicBezTo>
                  <a:cubicBezTo>
                    <a:pt x="74424" y="15"/>
                    <a:pt x="74443" y="12"/>
                    <a:pt x="74462" y="9"/>
                  </a:cubicBezTo>
                  <a:cubicBezTo>
                    <a:pt x="75575" y="-91"/>
                    <a:pt x="76595" y="638"/>
                    <a:pt x="76862" y="1724"/>
                  </a:cubicBezTo>
                  <a:cubicBezTo>
                    <a:pt x="77182" y="3781"/>
                    <a:pt x="77456" y="5839"/>
                    <a:pt x="77685" y="7896"/>
                  </a:cubicBezTo>
                  <a:cubicBezTo>
                    <a:pt x="78418" y="15834"/>
                    <a:pt x="78119" y="23833"/>
                    <a:pt x="76793" y="31693"/>
                  </a:cubicBezTo>
                  <a:cubicBezTo>
                    <a:pt x="76157" y="35216"/>
                    <a:pt x="75310" y="38697"/>
                    <a:pt x="74256" y="42117"/>
                  </a:cubicBezTo>
                  <a:cubicBezTo>
                    <a:pt x="73206" y="45619"/>
                    <a:pt x="71946" y="49054"/>
                    <a:pt x="70484" y="52404"/>
                  </a:cubicBezTo>
                  <a:cubicBezTo>
                    <a:pt x="69038" y="55893"/>
                    <a:pt x="67365" y="59284"/>
                    <a:pt x="65478" y="62554"/>
                  </a:cubicBezTo>
                  <a:cubicBezTo>
                    <a:pt x="64243" y="64749"/>
                    <a:pt x="62940" y="66943"/>
                    <a:pt x="61500" y="69412"/>
                  </a:cubicBezTo>
                  <a:cubicBezTo>
                    <a:pt x="60059" y="71881"/>
                    <a:pt x="58551" y="73733"/>
                    <a:pt x="56974" y="75859"/>
                  </a:cubicBezTo>
                  <a:cubicBezTo>
                    <a:pt x="55396" y="77985"/>
                    <a:pt x="53682" y="80111"/>
                    <a:pt x="51898" y="82237"/>
                  </a:cubicBezTo>
                  <a:cubicBezTo>
                    <a:pt x="50116" y="84363"/>
                    <a:pt x="48264" y="86352"/>
                    <a:pt x="46343" y="88340"/>
                  </a:cubicBezTo>
                  <a:cubicBezTo>
                    <a:pt x="44423" y="90329"/>
                    <a:pt x="42366" y="92386"/>
                    <a:pt x="40308" y="94375"/>
                  </a:cubicBezTo>
                  <a:cubicBezTo>
                    <a:pt x="38251" y="96364"/>
                    <a:pt x="35988" y="98284"/>
                    <a:pt x="33450" y="100205"/>
                  </a:cubicBezTo>
                  <a:cubicBezTo>
                    <a:pt x="30913" y="102125"/>
                    <a:pt x="28924" y="103976"/>
                    <a:pt x="26592" y="105828"/>
                  </a:cubicBezTo>
                  <a:cubicBezTo>
                    <a:pt x="24261" y="107680"/>
                    <a:pt x="21655" y="109531"/>
                    <a:pt x="19117" y="111315"/>
                  </a:cubicBezTo>
                  <a:cubicBezTo>
                    <a:pt x="16580" y="113098"/>
                    <a:pt x="13974" y="114812"/>
                    <a:pt x="11231" y="116527"/>
                  </a:cubicBezTo>
                  <a:cubicBezTo>
                    <a:pt x="8488" y="118241"/>
                    <a:pt x="5813" y="119887"/>
                    <a:pt x="3001" y="121533"/>
                  </a:cubicBezTo>
                  <a:cubicBezTo>
                    <a:pt x="2705" y="121579"/>
                    <a:pt x="2405" y="121579"/>
                    <a:pt x="2109" y="121533"/>
                  </a:cubicBezTo>
                  <a:close/>
                </a:path>
              </a:pathLst>
            </a:custGeom>
            <a:solidFill>
              <a:srgbClr val="4D525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645E872-D364-CFDC-966D-AFE58FD798FD}"/>
                </a:ext>
              </a:extLst>
            </p:cNvPr>
            <p:cNvSpPr/>
            <p:nvPr/>
          </p:nvSpPr>
          <p:spPr>
            <a:xfrm>
              <a:off x="2270863" y="3402869"/>
              <a:ext cx="4066319" cy="1376059"/>
            </a:xfrm>
            <a:custGeom>
              <a:avLst/>
              <a:gdLst>
                <a:gd name="connsiteX0" fmla="*/ 1583648 w 4066319"/>
                <a:gd name="connsiteY0" fmla="*/ 1376060 h 1376059"/>
                <a:gd name="connsiteX1" fmla="*/ 1557793 w 4066319"/>
                <a:gd name="connsiteY1" fmla="*/ 1375305 h 1376059"/>
                <a:gd name="connsiteX2" fmla="*/ 1539962 w 4066319"/>
                <a:gd name="connsiteY2" fmla="*/ 1373865 h 1376059"/>
                <a:gd name="connsiteX3" fmla="*/ 1522474 w 4066319"/>
                <a:gd name="connsiteY3" fmla="*/ 1371739 h 1376059"/>
                <a:gd name="connsiteX4" fmla="*/ 1505192 w 4066319"/>
                <a:gd name="connsiteY4" fmla="*/ 1368927 h 1376059"/>
                <a:gd name="connsiteX5" fmla="*/ 1493945 w 4066319"/>
                <a:gd name="connsiteY5" fmla="*/ 1366596 h 1376059"/>
                <a:gd name="connsiteX6" fmla="*/ 1482835 w 4066319"/>
                <a:gd name="connsiteY6" fmla="*/ 1364058 h 1376059"/>
                <a:gd name="connsiteX7" fmla="*/ 1471999 w 4066319"/>
                <a:gd name="connsiteY7" fmla="*/ 1361109 h 1376059"/>
                <a:gd name="connsiteX8" fmla="*/ 1461369 w 4066319"/>
                <a:gd name="connsiteY8" fmla="*/ 1357955 h 1376059"/>
                <a:gd name="connsiteX9" fmla="*/ 1451014 w 4066319"/>
                <a:gd name="connsiteY9" fmla="*/ 1354457 h 1376059"/>
                <a:gd name="connsiteX10" fmla="*/ 1441001 w 4066319"/>
                <a:gd name="connsiteY10" fmla="*/ 1350754 h 1376059"/>
                <a:gd name="connsiteX11" fmla="*/ 1431263 w 4066319"/>
                <a:gd name="connsiteY11" fmla="*/ 1346707 h 1376059"/>
                <a:gd name="connsiteX12" fmla="*/ 1421867 w 4066319"/>
                <a:gd name="connsiteY12" fmla="*/ 1342455 h 1376059"/>
                <a:gd name="connsiteX13" fmla="*/ 1412815 w 4066319"/>
                <a:gd name="connsiteY13" fmla="*/ 1337861 h 1376059"/>
                <a:gd name="connsiteX14" fmla="*/ 1404174 w 4066319"/>
                <a:gd name="connsiteY14" fmla="*/ 1333129 h 1376059"/>
                <a:gd name="connsiteX15" fmla="*/ 1404585 w 4066319"/>
                <a:gd name="connsiteY15" fmla="*/ 1330934 h 1376059"/>
                <a:gd name="connsiteX16" fmla="*/ 1403557 w 4066319"/>
                <a:gd name="connsiteY16" fmla="*/ 1332786 h 1376059"/>
                <a:gd name="connsiteX17" fmla="*/ 1382160 w 4066319"/>
                <a:gd name="connsiteY17" fmla="*/ 1320372 h 1376059"/>
                <a:gd name="connsiteX18" fmla="*/ 72899 w 4066319"/>
                <a:gd name="connsiteY18" fmla="*/ 564484 h 1376059"/>
                <a:gd name="connsiteX19" fmla="*/ 69195 w 4066319"/>
                <a:gd name="connsiteY19" fmla="*/ 562221 h 1376059"/>
                <a:gd name="connsiteX20" fmla="*/ 61172 w 4066319"/>
                <a:gd name="connsiteY20" fmla="*/ 557077 h 1376059"/>
                <a:gd name="connsiteX21" fmla="*/ 53559 w 4066319"/>
                <a:gd name="connsiteY21" fmla="*/ 551728 h 1376059"/>
                <a:gd name="connsiteX22" fmla="*/ 46701 w 4066319"/>
                <a:gd name="connsiteY22" fmla="*/ 546104 h 1376059"/>
                <a:gd name="connsiteX23" fmla="*/ 39843 w 4066319"/>
                <a:gd name="connsiteY23" fmla="*/ 540344 h 1376059"/>
                <a:gd name="connsiteX24" fmla="*/ 33602 w 4066319"/>
                <a:gd name="connsiteY24" fmla="*/ 534308 h 1376059"/>
                <a:gd name="connsiteX25" fmla="*/ 27910 w 4066319"/>
                <a:gd name="connsiteY25" fmla="*/ 528205 h 1376059"/>
                <a:gd name="connsiteX26" fmla="*/ 22630 w 4066319"/>
                <a:gd name="connsiteY26" fmla="*/ 521896 h 1376059"/>
                <a:gd name="connsiteX27" fmla="*/ 17966 w 4066319"/>
                <a:gd name="connsiteY27" fmla="*/ 515449 h 1376059"/>
                <a:gd name="connsiteX28" fmla="*/ 11863 w 4066319"/>
                <a:gd name="connsiteY28" fmla="*/ 505573 h 1376059"/>
                <a:gd name="connsiteX29" fmla="*/ 6993 w 4066319"/>
                <a:gd name="connsiteY29" fmla="*/ 495424 h 1376059"/>
                <a:gd name="connsiteX30" fmla="*/ 3427 w 4066319"/>
                <a:gd name="connsiteY30" fmla="*/ 485068 h 1376059"/>
                <a:gd name="connsiteX31" fmla="*/ 1096 w 4066319"/>
                <a:gd name="connsiteY31" fmla="*/ 447075 h 1376059"/>
                <a:gd name="connsiteX32" fmla="*/ 3169 w 4066319"/>
                <a:gd name="connsiteY32" fmla="*/ 445321 h 1376059"/>
                <a:gd name="connsiteX33" fmla="*/ 3427 w 4066319"/>
                <a:gd name="connsiteY33" fmla="*/ 445360 h 1376059"/>
                <a:gd name="connsiteX34" fmla="*/ 5215 w 4066319"/>
                <a:gd name="connsiteY34" fmla="*/ 447656 h 1376059"/>
                <a:gd name="connsiteX35" fmla="*/ 5210 w 4066319"/>
                <a:gd name="connsiteY35" fmla="*/ 447692 h 1376059"/>
                <a:gd name="connsiteX36" fmla="*/ 4593 w 4066319"/>
                <a:gd name="connsiteY36" fmla="*/ 468884 h 1376059"/>
                <a:gd name="connsiteX37" fmla="*/ 7474 w 4066319"/>
                <a:gd name="connsiteY37" fmla="*/ 483903 h 1376059"/>
                <a:gd name="connsiteX38" fmla="*/ 10834 w 4066319"/>
                <a:gd name="connsiteY38" fmla="*/ 493778 h 1376059"/>
                <a:gd name="connsiteX39" fmla="*/ 15497 w 4066319"/>
                <a:gd name="connsiteY39" fmla="*/ 503585 h 1376059"/>
                <a:gd name="connsiteX40" fmla="*/ 21189 w 4066319"/>
                <a:gd name="connsiteY40" fmla="*/ 513049 h 1376059"/>
                <a:gd name="connsiteX41" fmla="*/ 25716 w 4066319"/>
                <a:gd name="connsiteY41" fmla="*/ 519289 h 1376059"/>
                <a:gd name="connsiteX42" fmla="*/ 30791 w 4066319"/>
                <a:gd name="connsiteY42" fmla="*/ 525393 h 1376059"/>
                <a:gd name="connsiteX43" fmla="*/ 36414 w 4066319"/>
                <a:gd name="connsiteY43" fmla="*/ 531360 h 1376059"/>
                <a:gd name="connsiteX44" fmla="*/ 42449 w 4066319"/>
                <a:gd name="connsiteY44" fmla="*/ 537189 h 1376059"/>
                <a:gd name="connsiteX45" fmla="*/ 49307 w 4066319"/>
                <a:gd name="connsiteY45" fmla="*/ 542813 h 1376059"/>
                <a:gd name="connsiteX46" fmla="*/ 56165 w 4066319"/>
                <a:gd name="connsiteY46" fmla="*/ 548299 h 1376059"/>
                <a:gd name="connsiteX47" fmla="*/ 63640 w 4066319"/>
                <a:gd name="connsiteY47" fmla="*/ 553579 h 1376059"/>
                <a:gd name="connsiteX48" fmla="*/ 71527 w 4066319"/>
                <a:gd name="connsiteY48" fmla="*/ 558655 h 1376059"/>
                <a:gd name="connsiteX49" fmla="*/ 75162 w 4066319"/>
                <a:gd name="connsiteY49" fmla="*/ 560849 h 1376059"/>
                <a:gd name="connsiteX50" fmla="*/ 77014 w 4066319"/>
                <a:gd name="connsiteY50" fmla="*/ 561946 h 1376059"/>
                <a:gd name="connsiteX51" fmla="*/ 1405614 w 4066319"/>
                <a:gd name="connsiteY51" fmla="*/ 1329151 h 1376059"/>
                <a:gd name="connsiteX52" fmla="*/ 1405065 w 4066319"/>
                <a:gd name="connsiteY52" fmla="*/ 1331208 h 1376059"/>
                <a:gd name="connsiteX53" fmla="*/ 1406094 w 4066319"/>
                <a:gd name="connsiteY53" fmla="*/ 1329425 h 1376059"/>
                <a:gd name="connsiteX54" fmla="*/ 1414804 w 4066319"/>
                <a:gd name="connsiteY54" fmla="*/ 1334226 h 1376059"/>
                <a:gd name="connsiteX55" fmla="*/ 1423650 w 4066319"/>
                <a:gd name="connsiteY55" fmla="*/ 1338684 h 1376059"/>
                <a:gd name="connsiteX56" fmla="*/ 1432909 w 4066319"/>
                <a:gd name="connsiteY56" fmla="*/ 1342867 h 1376059"/>
                <a:gd name="connsiteX57" fmla="*/ 1442510 w 4066319"/>
                <a:gd name="connsiteY57" fmla="*/ 1346845 h 1376059"/>
                <a:gd name="connsiteX58" fmla="*/ 1452454 w 4066319"/>
                <a:gd name="connsiteY58" fmla="*/ 1350548 h 1376059"/>
                <a:gd name="connsiteX59" fmla="*/ 1462672 w 4066319"/>
                <a:gd name="connsiteY59" fmla="*/ 1353977 h 1376059"/>
                <a:gd name="connsiteX60" fmla="*/ 1473097 w 4066319"/>
                <a:gd name="connsiteY60" fmla="*/ 1357132 h 1376059"/>
                <a:gd name="connsiteX61" fmla="*/ 1483864 w 4066319"/>
                <a:gd name="connsiteY61" fmla="*/ 1360012 h 1376059"/>
                <a:gd name="connsiteX62" fmla="*/ 1494837 w 4066319"/>
                <a:gd name="connsiteY62" fmla="*/ 1362549 h 1376059"/>
                <a:gd name="connsiteX63" fmla="*/ 1505946 w 4066319"/>
                <a:gd name="connsiteY63" fmla="*/ 1364813 h 1376059"/>
                <a:gd name="connsiteX64" fmla="*/ 1523023 w 4066319"/>
                <a:gd name="connsiteY64" fmla="*/ 1367624 h 1376059"/>
                <a:gd name="connsiteX65" fmla="*/ 1540374 w 4066319"/>
                <a:gd name="connsiteY65" fmla="*/ 1369750 h 1376059"/>
                <a:gd name="connsiteX66" fmla="*/ 1557999 w 4066319"/>
                <a:gd name="connsiteY66" fmla="*/ 1371122 h 1376059"/>
                <a:gd name="connsiteX67" fmla="*/ 1597981 w 4066319"/>
                <a:gd name="connsiteY67" fmla="*/ 1371671 h 1376059"/>
                <a:gd name="connsiteX68" fmla="*/ 1624453 w 4066319"/>
                <a:gd name="connsiteY68" fmla="*/ 1369956 h 1376059"/>
                <a:gd name="connsiteX69" fmla="*/ 1641941 w 4066319"/>
                <a:gd name="connsiteY69" fmla="*/ 1367967 h 1376059"/>
                <a:gd name="connsiteX70" fmla="*/ 1659086 w 4066319"/>
                <a:gd name="connsiteY70" fmla="*/ 1365224 h 1376059"/>
                <a:gd name="connsiteX71" fmla="*/ 1675819 w 4066319"/>
                <a:gd name="connsiteY71" fmla="*/ 1361795 h 1376059"/>
                <a:gd name="connsiteX72" fmla="*/ 1686723 w 4066319"/>
                <a:gd name="connsiteY72" fmla="*/ 1359120 h 1376059"/>
                <a:gd name="connsiteX73" fmla="*/ 1697422 w 4066319"/>
                <a:gd name="connsiteY73" fmla="*/ 1356171 h 1376059"/>
                <a:gd name="connsiteX74" fmla="*/ 1707846 w 4066319"/>
                <a:gd name="connsiteY74" fmla="*/ 1352880 h 1376059"/>
                <a:gd name="connsiteX75" fmla="*/ 1717996 w 4066319"/>
                <a:gd name="connsiteY75" fmla="*/ 1349382 h 1376059"/>
                <a:gd name="connsiteX76" fmla="*/ 1727803 w 4066319"/>
                <a:gd name="connsiteY76" fmla="*/ 1345610 h 1376059"/>
                <a:gd name="connsiteX77" fmla="*/ 1737335 w 4066319"/>
                <a:gd name="connsiteY77" fmla="*/ 1341495 h 1376059"/>
                <a:gd name="connsiteX78" fmla="*/ 1746525 w 4066319"/>
                <a:gd name="connsiteY78" fmla="*/ 1337175 h 1376059"/>
                <a:gd name="connsiteX79" fmla="*/ 1755303 w 4066319"/>
                <a:gd name="connsiteY79" fmla="*/ 1332649 h 1376059"/>
                <a:gd name="connsiteX80" fmla="*/ 1759075 w 4066319"/>
                <a:gd name="connsiteY80" fmla="*/ 1330523 h 1376059"/>
                <a:gd name="connsiteX81" fmla="*/ 1761064 w 4066319"/>
                <a:gd name="connsiteY81" fmla="*/ 1329151 h 1376059"/>
                <a:gd name="connsiteX82" fmla="*/ 4063226 w 4066319"/>
                <a:gd name="connsiteY82" fmla="*/ 276 h 1376059"/>
                <a:gd name="connsiteX83" fmla="*/ 4066037 w 4066319"/>
                <a:gd name="connsiteY83" fmla="*/ 1029 h 1376059"/>
                <a:gd name="connsiteX84" fmla="*/ 4066038 w 4066319"/>
                <a:gd name="connsiteY84" fmla="*/ 1031 h 1376059"/>
                <a:gd name="connsiteX85" fmla="*/ 4065284 w 4066319"/>
                <a:gd name="connsiteY85" fmla="*/ 3911 h 1376059"/>
                <a:gd name="connsiteX86" fmla="*/ 1760995 w 4066319"/>
                <a:gd name="connsiteY86" fmla="*/ 1334363 h 1376059"/>
                <a:gd name="connsiteX87" fmla="*/ 1757155 w 4066319"/>
                <a:gd name="connsiteY87" fmla="*/ 1336489 h 1376059"/>
                <a:gd name="connsiteX88" fmla="*/ 1748240 w 4066319"/>
                <a:gd name="connsiteY88" fmla="*/ 1341152 h 1376059"/>
                <a:gd name="connsiteX89" fmla="*/ 1738913 w 4066319"/>
                <a:gd name="connsiteY89" fmla="*/ 1345542 h 1376059"/>
                <a:gd name="connsiteX90" fmla="*/ 1729243 w 4066319"/>
                <a:gd name="connsiteY90" fmla="*/ 1349656 h 1376059"/>
                <a:gd name="connsiteX91" fmla="*/ 1719299 w 4066319"/>
                <a:gd name="connsiteY91" fmla="*/ 1353497 h 1376059"/>
                <a:gd name="connsiteX92" fmla="*/ 1708943 w 4066319"/>
                <a:gd name="connsiteY92" fmla="*/ 1357063 h 1376059"/>
                <a:gd name="connsiteX93" fmla="*/ 1698451 w 4066319"/>
                <a:gd name="connsiteY93" fmla="*/ 1360355 h 1376059"/>
                <a:gd name="connsiteX94" fmla="*/ 1687683 w 4066319"/>
                <a:gd name="connsiteY94" fmla="*/ 1363372 h 1376059"/>
                <a:gd name="connsiteX95" fmla="*/ 1676642 w 4066319"/>
                <a:gd name="connsiteY95" fmla="*/ 1366047 h 1376059"/>
                <a:gd name="connsiteX96" fmla="*/ 1659634 w 4066319"/>
                <a:gd name="connsiteY96" fmla="*/ 1369545 h 1376059"/>
                <a:gd name="connsiteX97" fmla="*/ 1642352 w 4066319"/>
                <a:gd name="connsiteY97" fmla="*/ 1372288 h 1376059"/>
                <a:gd name="connsiteX98" fmla="*/ 1624727 w 4066319"/>
                <a:gd name="connsiteY98" fmla="*/ 1374277 h 1376059"/>
                <a:gd name="connsiteX99" fmla="*/ 1597981 w 4066319"/>
                <a:gd name="connsiteY99" fmla="*/ 1375991 h 1376059"/>
                <a:gd name="connsiteX100" fmla="*/ 1583648 w 4066319"/>
                <a:gd name="connsiteY100" fmla="*/ 1376060 h 1376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4066319" h="1376059">
                  <a:moveTo>
                    <a:pt x="1583648" y="1376060"/>
                  </a:moveTo>
                  <a:cubicBezTo>
                    <a:pt x="1575007" y="1376060"/>
                    <a:pt x="1566365" y="1376060"/>
                    <a:pt x="1557793" y="1375305"/>
                  </a:cubicBezTo>
                  <a:cubicBezTo>
                    <a:pt x="1551484" y="1374894"/>
                    <a:pt x="1545654" y="1374482"/>
                    <a:pt x="1539962" y="1373865"/>
                  </a:cubicBezTo>
                  <a:cubicBezTo>
                    <a:pt x="1534270" y="1373248"/>
                    <a:pt x="1528372" y="1372631"/>
                    <a:pt x="1522474" y="1371739"/>
                  </a:cubicBezTo>
                  <a:cubicBezTo>
                    <a:pt x="1516576" y="1370848"/>
                    <a:pt x="1510816" y="1369956"/>
                    <a:pt x="1505192" y="1368927"/>
                  </a:cubicBezTo>
                  <a:lnTo>
                    <a:pt x="1493945" y="1366596"/>
                  </a:lnTo>
                  <a:cubicBezTo>
                    <a:pt x="1490242" y="1365841"/>
                    <a:pt x="1486470" y="1364949"/>
                    <a:pt x="1482835" y="1364058"/>
                  </a:cubicBezTo>
                  <a:lnTo>
                    <a:pt x="1471999" y="1361109"/>
                  </a:lnTo>
                  <a:cubicBezTo>
                    <a:pt x="1468365" y="1360149"/>
                    <a:pt x="1465141" y="1359052"/>
                    <a:pt x="1461369" y="1357955"/>
                  </a:cubicBezTo>
                  <a:cubicBezTo>
                    <a:pt x="1457598" y="1356857"/>
                    <a:pt x="1454511" y="1355691"/>
                    <a:pt x="1451014" y="1354457"/>
                  </a:cubicBezTo>
                  <a:cubicBezTo>
                    <a:pt x="1447516" y="1353223"/>
                    <a:pt x="1444156" y="1352057"/>
                    <a:pt x="1441001" y="1350754"/>
                  </a:cubicBezTo>
                  <a:lnTo>
                    <a:pt x="1431263" y="1346707"/>
                  </a:lnTo>
                  <a:lnTo>
                    <a:pt x="1421867" y="1342455"/>
                  </a:lnTo>
                  <a:lnTo>
                    <a:pt x="1412815" y="1337861"/>
                  </a:lnTo>
                  <a:cubicBezTo>
                    <a:pt x="1409866" y="1336352"/>
                    <a:pt x="1407054" y="1334775"/>
                    <a:pt x="1404174" y="1333129"/>
                  </a:cubicBezTo>
                  <a:lnTo>
                    <a:pt x="1404585" y="1330934"/>
                  </a:lnTo>
                  <a:lnTo>
                    <a:pt x="1403557" y="1332786"/>
                  </a:lnTo>
                  <a:lnTo>
                    <a:pt x="1382160" y="1320372"/>
                  </a:lnTo>
                  <a:lnTo>
                    <a:pt x="72899" y="564484"/>
                  </a:lnTo>
                  <a:lnTo>
                    <a:pt x="69195" y="562221"/>
                  </a:lnTo>
                  <a:cubicBezTo>
                    <a:pt x="66452" y="560575"/>
                    <a:pt x="63778" y="558860"/>
                    <a:pt x="61172" y="557077"/>
                  </a:cubicBezTo>
                  <a:cubicBezTo>
                    <a:pt x="58566" y="555363"/>
                    <a:pt x="56028" y="553511"/>
                    <a:pt x="53559" y="551728"/>
                  </a:cubicBezTo>
                  <a:cubicBezTo>
                    <a:pt x="51090" y="549945"/>
                    <a:pt x="48621" y="548024"/>
                    <a:pt x="46701" y="546104"/>
                  </a:cubicBezTo>
                  <a:cubicBezTo>
                    <a:pt x="44781" y="544184"/>
                    <a:pt x="42106" y="542264"/>
                    <a:pt x="39843" y="540344"/>
                  </a:cubicBezTo>
                  <a:cubicBezTo>
                    <a:pt x="37580" y="538424"/>
                    <a:pt x="35591" y="536366"/>
                    <a:pt x="33602" y="534308"/>
                  </a:cubicBezTo>
                  <a:cubicBezTo>
                    <a:pt x="31614" y="532251"/>
                    <a:pt x="29762" y="530263"/>
                    <a:pt x="27910" y="528205"/>
                  </a:cubicBezTo>
                  <a:cubicBezTo>
                    <a:pt x="26059" y="526147"/>
                    <a:pt x="24276" y="524021"/>
                    <a:pt x="22630" y="521896"/>
                  </a:cubicBezTo>
                  <a:cubicBezTo>
                    <a:pt x="20984" y="519770"/>
                    <a:pt x="19406" y="517575"/>
                    <a:pt x="17966" y="515449"/>
                  </a:cubicBezTo>
                  <a:cubicBezTo>
                    <a:pt x="15767" y="512262"/>
                    <a:pt x="13729" y="508966"/>
                    <a:pt x="11863" y="505573"/>
                  </a:cubicBezTo>
                  <a:cubicBezTo>
                    <a:pt x="10011" y="502144"/>
                    <a:pt x="8434" y="498715"/>
                    <a:pt x="6993" y="495424"/>
                  </a:cubicBezTo>
                  <a:cubicBezTo>
                    <a:pt x="5611" y="492042"/>
                    <a:pt x="4421" y="488584"/>
                    <a:pt x="3427" y="485068"/>
                  </a:cubicBezTo>
                  <a:cubicBezTo>
                    <a:pt x="-137" y="472730"/>
                    <a:pt x="-933" y="459757"/>
                    <a:pt x="1096" y="447075"/>
                  </a:cubicBezTo>
                  <a:cubicBezTo>
                    <a:pt x="1184" y="446018"/>
                    <a:pt x="2112" y="445233"/>
                    <a:pt x="3169" y="445321"/>
                  </a:cubicBezTo>
                  <a:cubicBezTo>
                    <a:pt x="3256" y="445328"/>
                    <a:pt x="3342" y="445342"/>
                    <a:pt x="3427" y="445360"/>
                  </a:cubicBezTo>
                  <a:cubicBezTo>
                    <a:pt x="4555" y="445501"/>
                    <a:pt x="5355" y="446528"/>
                    <a:pt x="5215" y="447656"/>
                  </a:cubicBezTo>
                  <a:cubicBezTo>
                    <a:pt x="5214" y="447668"/>
                    <a:pt x="5212" y="447680"/>
                    <a:pt x="5210" y="447692"/>
                  </a:cubicBezTo>
                  <a:cubicBezTo>
                    <a:pt x="4116" y="454702"/>
                    <a:pt x="3908" y="461822"/>
                    <a:pt x="4593" y="468884"/>
                  </a:cubicBezTo>
                  <a:cubicBezTo>
                    <a:pt x="5082" y="473969"/>
                    <a:pt x="6046" y="478997"/>
                    <a:pt x="7474" y="483903"/>
                  </a:cubicBezTo>
                  <a:cubicBezTo>
                    <a:pt x="8387" y="487261"/>
                    <a:pt x="9510" y="490559"/>
                    <a:pt x="10834" y="493778"/>
                  </a:cubicBezTo>
                  <a:cubicBezTo>
                    <a:pt x="12205" y="497001"/>
                    <a:pt x="13783" y="500293"/>
                    <a:pt x="15497" y="503585"/>
                  </a:cubicBezTo>
                  <a:cubicBezTo>
                    <a:pt x="17231" y="506835"/>
                    <a:pt x="19131" y="509994"/>
                    <a:pt x="21189" y="513049"/>
                  </a:cubicBezTo>
                  <a:cubicBezTo>
                    <a:pt x="22630" y="515106"/>
                    <a:pt x="24138" y="517232"/>
                    <a:pt x="25716" y="519289"/>
                  </a:cubicBezTo>
                  <a:cubicBezTo>
                    <a:pt x="27293" y="521347"/>
                    <a:pt x="29008" y="523336"/>
                    <a:pt x="30791" y="525393"/>
                  </a:cubicBezTo>
                  <a:cubicBezTo>
                    <a:pt x="32574" y="527450"/>
                    <a:pt x="34425" y="529371"/>
                    <a:pt x="36414" y="531360"/>
                  </a:cubicBezTo>
                  <a:cubicBezTo>
                    <a:pt x="38403" y="533349"/>
                    <a:pt x="40323" y="535269"/>
                    <a:pt x="42449" y="537189"/>
                  </a:cubicBezTo>
                  <a:cubicBezTo>
                    <a:pt x="44575" y="539109"/>
                    <a:pt x="46701" y="540961"/>
                    <a:pt x="49307" y="542813"/>
                  </a:cubicBezTo>
                  <a:cubicBezTo>
                    <a:pt x="51913" y="544664"/>
                    <a:pt x="53902" y="546516"/>
                    <a:pt x="56165" y="548299"/>
                  </a:cubicBezTo>
                  <a:cubicBezTo>
                    <a:pt x="58428" y="550082"/>
                    <a:pt x="61034" y="551865"/>
                    <a:pt x="63640" y="553579"/>
                  </a:cubicBezTo>
                  <a:cubicBezTo>
                    <a:pt x="66247" y="555294"/>
                    <a:pt x="68784" y="557008"/>
                    <a:pt x="71527" y="558655"/>
                  </a:cubicBezTo>
                  <a:lnTo>
                    <a:pt x="75162" y="560849"/>
                  </a:lnTo>
                  <a:lnTo>
                    <a:pt x="77014" y="561946"/>
                  </a:lnTo>
                  <a:lnTo>
                    <a:pt x="1405614" y="1329151"/>
                  </a:lnTo>
                  <a:lnTo>
                    <a:pt x="1405065" y="1331208"/>
                  </a:lnTo>
                  <a:lnTo>
                    <a:pt x="1406094" y="1329425"/>
                  </a:lnTo>
                  <a:cubicBezTo>
                    <a:pt x="1409043" y="1331140"/>
                    <a:pt x="1411855" y="1332717"/>
                    <a:pt x="1414804" y="1334226"/>
                  </a:cubicBezTo>
                  <a:cubicBezTo>
                    <a:pt x="1417753" y="1335735"/>
                    <a:pt x="1420633" y="1337243"/>
                    <a:pt x="1423650" y="1338684"/>
                  </a:cubicBezTo>
                  <a:lnTo>
                    <a:pt x="1432909" y="1342867"/>
                  </a:lnTo>
                  <a:cubicBezTo>
                    <a:pt x="1436063" y="1344239"/>
                    <a:pt x="1439218" y="1345610"/>
                    <a:pt x="1442510" y="1346845"/>
                  </a:cubicBezTo>
                  <a:cubicBezTo>
                    <a:pt x="1445802" y="1348079"/>
                    <a:pt x="1449025" y="1349382"/>
                    <a:pt x="1452454" y="1350548"/>
                  </a:cubicBezTo>
                  <a:cubicBezTo>
                    <a:pt x="1455883" y="1351714"/>
                    <a:pt x="1459312" y="1352880"/>
                    <a:pt x="1462672" y="1353977"/>
                  </a:cubicBezTo>
                  <a:lnTo>
                    <a:pt x="1473097" y="1357132"/>
                  </a:lnTo>
                  <a:cubicBezTo>
                    <a:pt x="1476663" y="1358160"/>
                    <a:pt x="1479955" y="1359052"/>
                    <a:pt x="1483864" y="1360012"/>
                  </a:cubicBezTo>
                  <a:lnTo>
                    <a:pt x="1494837" y="1362549"/>
                  </a:lnTo>
                  <a:cubicBezTo>
                    <a:pt x="1498471" y="1363372"/>
                    <a:pt x="1502243" y="1364127"/>
                    <a:pt x="1505946" y="1364813"/>
                  </a:cubicBezTo>
                  <a:cubicBezTo>
                    <a:pt x="1511501" y="1365841"/>
                    <a:pt x="1517262" y="1366801"/>
                    <a:pt x="1523023" y="1367624"/>
                  </a:cubicBezTo>
                  <a:cubicBezTo>
                    <a:pt x="1528784" y="1368447"/>
                    <a:pt x="1534750" y="1369133"/>
                    <a:pt x="1540374" y="1369750"/>
                  </a:cubicBezTo>
                  <a:cubicBezTo>
                    <a:pt x="1545997" y="1370368"/>
                    <a:pt x="1551826" y="1370779"/>
                    <a:pt x="1557999" y="1371122"/>
                  </a:cubicBezTo>
                  <a:cubicBezTo>
                    <a:pt x="1571303" y="1371876"/>
                    <a:pt x="1584676" y="1372013"/>
                    <a:pt x="1597981" y="1371671"/>
                  </a:cubicBezTo>
                  <a:cubicBezTo>
                    <a:pt x="1606828" y="1371328"/>
                    <a:pt x="1615743" y="1370779"/>
                    <a:pt x="1624453" y="1369956"/>
                  </a:cubicBezTo>
                  <a:cubicBezTo>
                    <a:pt x="1630488" y="1369407"/>
                    <a:pt x="1636317" y="1368722"/>
                    <a:pt x="1641941" y="1367967"/>
                  </a:cubicBezTo>
                  <a:cubicBezTo>
                    <a:pt x="1647564" y="1367213"/>
                    <a:pt x="1653393" y="1366252"/>
                    <a:pt x="1659086" y="1365224"/>
                  </a:cubicBezTo>
                  <a:cubicBezTo>
                    <a:pt x="1664778" y="1364195"/>
                    <a:pt x="1670401" y="1363029"/>
                    <a:pt x="1675819" y="1361795"/>
                  </a:cubicBezTo>
                  <a:cubicBezTo>
                    <a:pt x="1679454" y="1360972"/>
                    <a:pt x="1683157" y="1360081"/>
                    <a:pt x="1686723" y="1359120"/>
                  </a:cubicBezTo>
                  <a:cubicBezTo>
                    <a:pt x="1690290" y="1358160"/>
                    <a:pt x="1693581" y="1357200"/>
                    <a:pt x="1697422" y="1356171"/>
                  </a:cubicBezTo>
                  <a:cubicBezTo>
                    <a:pt x="1701262" y="1355143"/>
                    <a:pt x="1704280" y="1354045"/>
                    <a:pt x="1707846" y="1352880"/>
                  </a:cubicBezTo>
                  <a:cubicBezTo>
                    <a:pt x="1711412" y="1351714"/>
                    <a:pt x="1714704" y="1350616"/>
                    <a:pt x="1717996" y="1349382"/>
                  </a:cubicBezTo>
                  <a:lnTo>
                    <a:pt x="1727803" y="1345610"/>
                  </a:lnTo>
                  <a:lnTo>
                    <a:pt x="1737335" y="1341495"/>
                  </a:lnTo>
                  <a:cubicBezTo>
                    <a:pt x="1740421" y="1340124"/>
                    <a:pt x="1743508" y="1338684"/>
                    <a:pt x="1746525" y="1337175"/>
                  </a:cubicBezTo>
                  <a:cubicBezTo>
                    <a:pt x="1749543" y="1335666"/>
                    <a:pt x="1752492" y="1334157"/>
                    <a:pt x="1755303" y="1332649"/>
                  </a:cubicBezTo>
                  <a:lnTo>
                    <a:pt x="1759075" y="1330523"/>
                  </a:lnTo>
                  <a:lnTo>
                    <a:pt x="1761064" y="1329151"/>
                  </a:lnTo>
                  <a:lnTo>
                    <a:pt x="4063226" y="276"/>
                  </a:lnTo>
                  <a:cubicBezTo>
                    <a:pt x="4064210" y="-292"/>
                    <a:pt x="4065469" y="45"/>
                    <a:pt x="4066037" y="1029"/>
                  </a:cubicBezTo>
                  <a:cubicBezTo>
                    <a:pt x="4066037" y="1029"/>
                    <a:pt x="4066038" y="1030"/>
                    <a:pt x="4066038" y="1031"/>
                  </a:cubicBezTo>
                  <a:cubicBezTo>
                    <a:pt x="4066613" y="2036"/>
                    <a:pt x="4066278" y="3317"/>
                    <a:pt x="4065284" y="3911"/>
                  </a:cubicBezTo>
                  <a:lnTo>
                    <a:pt x="1760995" y="1334363"/>
                  </a:lnTo>
                  <a:cubicBezTo>
                    <a:pt x="1759761" y="1335117"/>
                    <a:pt x="1758458" y="1335803"/>
                    <a:pt x="1757155" y="1336489"/>
                  </a:cubicBezTo>
                  <a:cubicBezTo>
                    <a:pt x="1754206" y="1338066"/>
                    <a:pt x="1751257" y="1339644"/>
                    <a:pt x="1748240" y="1341152"/>
                  </a:cubicBezTo>
                  <a:lnTo>
                    <a:pt x="1738913" y="1345542"/>
                  </a:lnTo>
                  <a:lnTo>
                    <a:pt x="1729243" y="1349656"/>
                  </a:lnTo>
                  <a:lnTo>
                    <a:pt x="1719299" y="1353497"/>
                  </a:lnTo>
                  <a:lnTo>
                    <a:pt x="1708943" y="1357063"/>
                  </a:lnTo>
                  <a:cubicBezTo>
                    <a:pt x="1705514" y="1358252"/>
                    <a:pt x="1702017" y="1359349"/>
                    <a:pt x="1698451" y="1360355"/>
                  </a:cubicBezTo>
                  <a:lnTo>
                    <a:pt x="1687683" y="1363372"/>
                  </a:lnTo>
                  <a:lnTo>
                    <a:pt x="1676642" y="1366047"/>
                  </a:lnTo>
                  <a:cubicBezTo>
                    <a:pt x="1671156" y="1367281"/>
                    <a:pt x="1665464" y="1368447"/>
                    <a:pt x="1659634" y="1369545"/>
                  </a:cubicBezTo>
                  <a:cubicBezTo>
                    <a:pt x="1653805" y="1370642"/>
                    <a:pt x="1648113" y="1371465"/>
                    <a:pt x="1642352" y="1372288"/>
                  </a:cubicBezTo>
                  <a:cubicBezTo>
                    <a:pt x="1636591" y="1373110"/>
                    <a:pt x="1630762" y="1373728"/>
                    <a:pt x="1624727" y="1374277"/>
                  </a:cubicBezTo>
                  <a:cubicBezTo>
                    <a:pt x="1615949" y="1375168"/>
                    <a:pt x="1606896" y="1375717"/>
                    <a:pt x="1597981" y="1375991"/>
                  </a:cubicBezTo>
                  <a:cubicBezTo>
                    <a:pt x="1593317" y="1375991"/>
                    <a:pt x="1588517" y="1376060"/>
                    <a:pt x="1583648" y="1376060"/>
                  </a:cubicBezTo>
                  <a:close/>
                </a:path>
              </a:pathLst>
            </a:custGeom>
            <a:solidFill>
              <a:srgbClr val="4D525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9FC9F4C-97A6-224A-CDC1-E958FBB2A001}"/>
                </a:ext>
              </a:extLst>
            </p:cNvPr>
            <p:cNvSpPr/>
            <p:nvPr/>
          </p:nvSpPr>
          <p:spPr>
            <a:xfrm>
              <a:off x="6292202" y="3883409"/>
              <a:ext cx="45323" cy="27708"/>
            </a:xfrm>
            <a:custGeom>
              <a:avLst/>
              <a:gdLst>
                <a:gd name="connsiteX0" fmla="*/ 2112 w 45323"/>
                <a:gd name="connsiteY0" fmla="*/ 27708 h 27708"/>
                <a:gd name="connsiteX1" fmla="*/ 260 w 45323"/>
                <a:gd name="connsiteY1" fmla="*/ 26679 h 27708"/>
                <a:gd name="connsiteX2" fmla="*/ 1058 w 45323"/>
                <a:gd name="connsiteY2" fmla="*/ 23881 h 27708"/>
                <a:gd name="connsiteX3" fmla="*/ 1083 w 45323"/>
                <a:gd name="connsiteY3" fmla="*/ 23867 h 27708"/>
                <a:gd name="connsiteX4" fmla="*/ 42231 w 45323"/>
                <a:gd name="connsiteY4" fmla="*/ 276 h 27708"/>
                <a:gd name="connsiteX5" fmla="*/ 45042 w 45323"/>
                <a:gd name="connsiteY5" fmla="*/ 1029 h 27708"/>
                <a:gd name="connsiteX6" fmla="*/ 45043 w 45323"/>
                <a:gd name="connsiteY6" fmla="*/ 1031 h 27708"/>
                <a:gd name="connsiteX7" fmla="*/ 44289 w 45323"/>
                <a:gd name="connsiteY7" fmla="*/ 3911 h 27708"/>
                <a:gd name="connsiteX8" fmla="*/ 3140 w 45323"/>
                <a:gd name="connsiteY8" fmla="*/ 27434 h 27708"/>
                <a:gd name="connsiteX9" fmla="*/ 2111 w 45323"/>
                <a:gd name="connsiteY9" fmla="*/ 27708 h 27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323" h="27708">
                  <a:moveTo>
                    <a:pt x="2112" y="27708"/>
                  </a:moveTo>
                  <a:cubicBezTo>
                    <a:pt x="1355" y="27719"/>
                    <a:pt x="650" y="27327"/>
                    <a:pt x="260" y="26679"/>
                  </a:cubicBezTo>
                  <a:cubicBezTo>
                    <a:pt x="-293" y="25687"/>
                    <a:pt x="65" y="24434"/>
                    <a:pt x="1058" y="23881"/>
                  </a:cubicBezTo>
                  <a:cubicBezTo>
                    <a:pt x="1066" y="23877"/>
                    <a:pt x="1074" y="23872"/>
                    <a:pt x="1083" y="23867"/>
                  </a:cubicBezTo>
                  <a:lnTo>
                    <a:pt x="42231" y="276"/>
                  </a:lnTo>
                  <a:cubicBezTo>
                    <a:pt x="43215" y="-292"/>
                    <a:pt x="44473" y="45"/>
                    <a:pt x="45042" y="1029"/>
                  </a:cubicBezTo>
                  <a:cubicBezTo>
                    <a:pt x="45042" y="1030"/>
                    <a:pt x="45042" y="1030"/>
                    <a:pt x="45043" y="1031"/>
                  </a:cubicBezTo>
                  <a:cubicBezTo>
                    <a:pt x="45618" y="2036"/>
                    <a:pt x="45283" y="3317"/>
                    <a:pt x="44289" y="3911"/>
                  </a:cubicBezTo>
                  <a:lnTo>
                    <a:pt x="3140" y="27434"/>
                  </a:lnTo>
                  <a:cubicBezTo>
                    <a:pt x="2830" y="27621"/>
                    <a:pt x="2473" y="27716"/>
                    <a:pt x="2111" y="27708"/>
                  </a:cubicBez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61A537BC-1340-1D09-1203-4414DB906CE3}"/>
                </a:ext>
              </a:extLst>
            </p:cNvPr>
            <p:cNvSpPr/>
            <p:nvPr/>
          </p:nvSpPr>
          <p:spPr>
            <a:xfrm>
              <a:off x="2270652" y="4316697"/>
              <a:ext cx="3417146" cy="942634"/>
            </a:xfrm>
            <a:custGeom>
              <a:avLst/>
              <a:gdLst>
                <a:gd name="connsiteX0" fmla="*/ 1583790 w 3417146"/>
                <a:gd name="connsiteY0" fmla="*/ 942634 h 942634"/>
                <a:gd name="connsiteX1" fmla="*/ 1404454 w 3417146"/>
                <a:gd name="connsiteY1" fmla="*/ 899840 h 942634"/>
                <a:gd name="connsiteX2" fmla="*/ 74893 w 3417146"/>
                <a:gd name="connsiteY2" fmla="*/ 132224 h 942634"/>
                <a:gd name="connsiteX3" fmla="*/ 278 w 3417146"/>
                <a:gd name="connsiteY3" fmla="*/ 20576 h 942634"/>
                <a:gd name="connsiteX4" fmla="*/ 2541 w 3417146"/>
                <a:gd name="connsiteY4" fmla="*/ 18656 h 942634"/>
                <a:gd name="connsiteX5" fmla="*/ 4461 w 3417146"/>
                <a:gd name="connsiteY5" fmla="*/ 20919 h 942634"/>
                <a:gd name="connsiteX6" fmla="*/ 76951 w 3417146"/>
                <a:gd name="connsiteY6" fmla="*/ 128658 h 942634"/>
                <a:gd name="connsiteX7" fmla="*/ 1406511 w 3417146"/>
                <a:gd name="connsiteY7" fmla="*/ 896205 h 942634"/>
                <a:gd name="connsiteX8" fmla="*/ 1761138 w 3417146"/>
                <a:gd name="connsiteY8" fmla="*/ 896205 h 942634"/>
                <a:gd name="connsiteX9" fmla="*/ 2085522 w 3417146"/>
                <a:gd name="connsiteY9" fmla="*/ 708914 h 942634"/>
                <a:gd name="connsiteX10" fmla="*/ 2085522 w 3417146"/>
                <a:gd name="connsiteY10" fmla="*/ 767412 h 942634"/>
                <a:gd name="connsiteX11" fmla="*/ 3414053 w 3417146"/>
                <a:gd name="connsiteY11" fmla="*/ 276 h 942634"/>
                <a:gd name="connsiteX12" fmla="*/ 3416864 w 3417146"/>
                <a:gd name="connsiteY12" fmla="*/ 1029 h 942634"/>
                <a:gd name="connsiteX13" fmla="*/ 3416865 w 3417146"/>
                <a:gd name="connsiteY13" fmla="*/ 1031 h 942634"/>
                <a:gd name="connsiteX14" fmla="*/ 3416111 w 3417146"/>
                <a:gd name="connsiteY14" fmla="*/ 3911 h 942634"/>
                <a:gd name="connsiteX15" fmla="*/ 2081338 w 3417146"/>
                <a:gd name="connsiteY15" fmla="*/ 774613 h 942634"/>
                <a:gd name="connsiteX16" fmla="*/ 2081338 w 3417146"/>
                <a:gd name="connsiteY16" fmla="*/ 716114 h 942634"/>
                <a:gd name="connsiteX17" fmla="*/ 1763127 w 3417146"/>
                <a:gd name="connsiteY17" fmla="*/ 899840 h 942634"/>
                <a:gd name="connsiteX18" fmla="*/ 1583790 w 3417146"/>
                <a:gd name="connsiteY18" fmla="*/ 942634 h 942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7146" h="942634">
                  <a:moveTo>
                    <a:pt x="1583790" y="942634"/>
                  </a:moveTo>
                  <a:cubicBezTo>
                    <a:pt x="1518845" y="942634"/>
                    <a:pt x="1453900" y="928370"/>
                    <a:pt x="1404454" y="899840"/>
                  </a:cubicBezTo>
                  <a:lnTo>
                    <a:pt x="74893" y="132224"/>
                  </a:lnTo>
                  <a:cubicBezTo>
                    <a:pt x="24144" y="102941"/>
                    <a:pt x="-3082" y="62204"/>
                    <a:pt x="278" y="20576"/>
                  </a:cubicBezTo>
                  <a:cubicBezTo>
                    <a:pt x="387" y="19428"/>
                    <a:pt x="1391" y="18576"/>
                    <a:pt x="2541" y="18656"/>
                  </a:cubicBezTo>
                  <a:cubicBezTo>
                    <a:pt x="3672" y="18797"/>
                    <a:pt x="4506" y="19780"/>
                    <a:pt x="4461" y="20919"/>
                  </a:cubicBezTo>
                  <a:cubicBezTo>
                    <a:pt x="1238" y="60901"/>
                    <a:pt x="27710" y="100197"/>
                    <a:pt x="76951" y="128658"/>
                  </a:cubicBezTo>
                  <a:lnTo>
                    <a:pt x="1406511" y="896205"/>
                  </a:lnTo>
                  <a:cubicBezTo>
                    <a:pt x="1504237" y="952647"/>
                    <a:pt x="1663274" y="952715"/>
                    <a:pt x="1761138" y="896205"/>
                  </a:cubicBezTo>
                  <a:lnTo>
                    <a:pt x="2085522" y="708914"/>
                  </a:lnTo>
                  <a:lnTo>
                    <a:pt x="2085522" y="767412"/>
                  </a:lnTo>
                  <a:lnTo>
                    <a:pt x="3414053" y="276"/>
                  </a:lnTo>
                  <a:cubicBezTo>
                    <a:pt x="3415038" y="-292"/>
                    <a:pt x="3416296" y="45"/>
                    <a:pt x="3416864" y="1029"/>
                  </a:cubicBezTo>
                  <a:cubicBezTo>
                    <a:pt x="3416865" y="1030"/>
                    <a:pt x="3416865" y="1030"/>
                    <a:pt x="3416865" y="1031"/>
                  </a:cubicBezTo>
                  <a:cubicBezTo>
                    <a:pt x="3417441" y="2036"/>
                    <a:pt x="3417105" y="3317"/>
                    <a:pt x="3416111" y="3911"/>
                  </a:cubicBezTo>
                  <a:lnTo>
                    <a:pt x="2081338" y="774613"/>
                  </a:lnTo>
                  <a:lnTo>
                    <a:pt x="2081338" y="716114"/>
                  </a:lnTo>
                  <a:lnTo>
                    <a:pt x="1763127" y="899840"/>
                  </a:lnTo>
                  <a:cubicBezTo>
                    <a:pt x="1713749" y="928370"/>
                    <a:pt x="1648736" y="942634"/>
                    <a:pt x="1583790" y="942634"/>
                  </a:cubicBez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9B13A355-1D72-3EC3-0560-7EF6E2E70F47}"/>
                </a:ext>
              </a:extLst>
            </p:cNvPr>
            <p:cNvSpPr/>
            <p:nvPr/>
          </p:nvSpPr>
          <p:spPr>
            <a:xfrm>
              <a:off x="5690275" y="4117679"/>
              <a:ext cx="243925" cy="199528"/>
            </a:xfrm>
            <a:custGeom>
              <a:avLst/>
              <a:gdLst>
                <a:gd name="connsiteX0" fmla="*/ 2112 w 243925"/>
                <a:gd name="connsiteY0" fmla="*/ 199501 h 199528"/>
                <a:gd name="connsiteX1" fmla="*/ 260 w 243925"/>
                <a:gd name="connsiteY1" fmla="*/ 198403 h 199528"/>
                <a:gd name="connsiteX2" fmla="*/ 1058 w 243925"/>
                <a:gd name="connsiteY2" fmla="*/ 195605 h 199528"/>
                <a:gd name="connsiteX3" fmla="*/ 1083 w 243925"/>
                <a:gd name="connsiteY3" fmla="*/ 195591 h 199528"/>
                <a:gd name="connsiteX4" fmla="*/ 144072 w 243925"/>
                <a:gd name="connsiteY4" fmla="*/ 113295 h 199528"/>
                <a:gd name="connsiteX5" fmla="*/ 144072 w 243925"/>
                <a:gd name="connsiteY5" fmla="*/ 54796 h 199528"/>
                <a:gd name="connsiteX6" fmla="*/ 145169 w 243925"/>
                <a:gd name="connsiteY6" fmla="*/ 54180 h 199528"/>
                <a:gd name="connsiteX7" fmla="*/ 193175 w 243925"/>
                <a:gd name="connsiteY7" fmla="*/ 27159 h 199528"/>
                <a:gd name="connsiteX8" fmla="*/ 240839 w 243925"/>
                <a:gd name="connsiteY8" fmla="*/ 276 h 199528"/>
                <a:gd name="connsiteX9" fmla="*/ 243650 w 243925"/>
                <a:gd name="connsiteY9" fmla="*/ 1030 h 199528"/>
                <a:gd name="connsiteX10" fmla="*/ 242896 w 243925"/>
                <a:gd name="connsiteY10" fmla="*/ 3842 h 199528"/>
                <a:gd name="connsiteX11" fmla="*/ 194890 w 243925"/>
                <a:gd name="connsiteY11" fmla="*/ 30793 h 199528"/>
                <a:gd name="connsiteX12" fmla="*/ 148187 w 243925"/>
                <a:gd name="connsiteY12" fmla="*/ 57197 h 199528"/>
                <a:gd name="connsiteX13" fmla="*/ 148187 w 243925"/>
                <a:gd name="connsiteY13" fmla="*/ 115696 h 199528"/>
                <a:gd name="connsiteX14" fmla="*/ 147090 w 243925"/>
                <a:gd name="connsiteY14" fmla="*/ 116313 h 199528"/>
                <a:gd name="connsiteX15" fmla="*/ 3072 w 243925"/>
                <a:gd name="connsiteY15" fmla="*/ 199432 h 199528"/>
                <a:gd name="connsiteX16" fmla="*/ 2112 w 243925"/>
                <a:gd name="connsiteY16" fmla="*/ 199501 h 19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3925" h="199528">
                  <a:moveTo>
                    <a:pt x="2112" y="199501"/>
                  </a:moveTo>
                  <a:cubicBezTo>
                    <a:pt x="1345" y="199483"/>
                    <a:pt x="643" y="199067"/>
                    <a:pt x="260" y="198403"/>
                  </a:cubicBezTo>
                  <a:cubicBezTo>
                    <a:pt x="-293" y="197411"/>
                    <a:pt x="65" y="196158"/>
                    <a:pt x="1058" y="195605"/>
                  </a:cubicBezTo>
                  <a:cubicBezTo>
                    <a:pt x="1066" y="195601"/>
                    <a:pt x="1074" y="195596"/>
                    <a:pt x="1083" y="195591"/>
                  </a:cubicBezTo>
                  <a:lnTo>
                    <a:pt x="144072" y="113295"/>
                  </a:lnTo>
                  <a:lnTo>
                    <a:pt x="144072" y="54796"/>
                  </a:lnTo>
                  <a:lnTo>
                    <a:pt x="145169" y="54180"/>
                  </a:lnTo>
                  <a:cubicBezTo>
                    <a:pt x="161492" y="44715"/>
                    <a:pt x="177471" y="35800"/>
                    <a:pt x="193175" y="27159"/>
                  </a:cubicBezTo>
                  <a:cubicBezTo>
                    <a:pt x="208881" y="18518"/>
                    <a:pt x="224517" y="9671"/>
                    <a:pt x="240839" y="276"/>
                  </a:cubicBezTo>
                  <a:cubicBezTo>
                    <a:pt x="241824" y="-292"/>
                    <a:pt x="243082" y="46"/>
                    <a:pt x="243650" y="1030"/>
                  </a:cubicBezTo>
                  <a:cubicBezTo>
                    <a:pt x="244218" y="2015"/>
                    <a:pt x="243880" y="3274"/>
                    <a:pt x="242896" y="3842"/>
                  </a:cubicBezTo>
                  <a:cubicBezTo>
                    <a:pt x="226574" y="13306"/>
                    <a:pt x="210595" y="22221"/>
                    <a:pt x="194890" y="30793"/>
                  </a:cubicBezTo>
                  <a:cubicBezTo>
                    <a:pt x="179185" y="39366"/>
                    <a:pt x="164166" y="47938"/>
                    <a:pt x="148187" y="57197"/>
                  </a:cubicBezTo>
                  <a:lnTo>
                    <a:pt x="148187" y="115696"/>
                  </a:lnTo>
                  <a:lnTo>
                    <a:pt x="147090" y="116313"/>
                  </a:lnTo>
                  <a:lnTo>
                    <a:pt x="3072" y="199432"/>
                  </a:lnTo>
                  <a:cubicBezTo>
                    <a:pt x="2762" y="199530"/>
                    <a:pt x="2433" y="199554"/>
                    <a:pt x="2112" y="199501"/>
                  </a:cubicBez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D64ED67-B5FF-BB88-5AB4-8498B2FB555F}"/>
                </a:ext>
              </a:extLst>
            </p:cNvPr>
            <p:cNvSpPr/>
            <p:nvPr/>
          </p:nvSpPr>
          <p:spPr>
            <a:xfrm>
              <a:off x="5487094" y="4410994"/>
              <a:ext cx="347049" cy="201010"/>
            </a:xfrm>
            <a:custGeom>
              <a:avLst/>
              <a:gdLst>
                <a:gd name="connsiteX0" fmla="*/ 2090 w 347049"/>
                <a:gd name="connsiteY0" fmla="*/ 201010 h 201010"/>
                <a:gd name="connsiteX1" fmla="*/ 307 w 347049"/>
                <a:gd name="connsiteY1" fmla="*/ 199981 h 201010"/>
                <a:gd name="connsiteX2" fmla="*/ 977 w 347049"/>
                <a:gd name="connsiteY2" fmla="*/ 197150 h 201010"/>
                <a:gd name="connsiteX3" fmla="*/ 1061 w 347049"/>
                <a:gd name="connsiteY3" fmla="*/ 197101 h 201010"/>
                <a:gd name="connsiteX4" fmla="*/ 172512 w 347049"/>
                <a:gd name="connsiteY4" fmla="*/ 98689 h 201010"/>
                <a:gd name="connsiteX5" fmla="*/ 343962 w 347049"/>
                <a:gd name="connsiteY5" fmla="*/ 276 h 201010"/>
                <a:gd name="connsiteX6" fmla="*/ 346772 w 347049"/>
                <a:gd name="connsiteY6" fmla="*/ 1029 h 201010"/>
                <a:gd name="connsiteX7" fmla="*/ 346774 w 347049"/>
                <a:gd name="connsiteY7" fmla="*/ 1031 h 201010"/>
                <a:gd name="connsiteX8" fmla="*/ 346021 w 347049"/>
                <a:gd name="connsiteY8" fmla="*/ 3842 h 201010"/>
                <a:gd name="connsiteX9" fmla="*/ 346019 w 347049"/>
                <a:gd name="connsiteY9" fmla="*/ 3843 h 201010"/>
                <a:gd name="connsiteX10" fmla="*/ 174569 w 347049"/>
                <a:gd name="connsiteY10" fmla="*/ 102323 h 201010"/>
                <a:gd name="connsiteX11" fmla="*/ 3119 w 347049"/>
                <a:gd name="connsiteY11" fmla="*/ 200736 h 201010"/>
                <a:gd name="connsiteX12" fmla="*/ 2090 w 347049"/>
                <a:gd name="connsiteY12" fmla="*/ 201010 h 20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7049" h="201010">
                  <a:moveTo>
                    <a:pt x="2090" y="201010"/>
                  </a:moveTo>
                  <a:cubicBezTo>
                    <a:pt x="1351" y="201026"/>
                    <a:pt x="664" y="200629"/>
                    <a:pt x="307" y="199981"/>
                  </a:cubicBezTo>
                  <a:cubicBezTo>
                    <a:pt x="-290" y="199014"/>
                    <a:pt x="10" y="197746"/>
                    <a:pt x="977" y="197150"/>
                  </a:cubicBezTo>
                  <a:cubicBezTo>
                    <a:pt x="1005" y="197133"/>
                    <a:pt x="1033" y="197116"/>
                    <a:pt x="1061" y="197101"/>
                  </a:cubicBezTo>
                  <a:cubicBezTo>
                    <a:pt x="59812" y="163222"/>
                    <a:pt x="116961" y="130418"/>
                    <a:pt x="172512" y="98689"/>
                  </a:cubicBezTo>
                  <a:cubicBezTo>
                    <a:pt x="227924" y="66936"/>
                    <a:pt x="285325" y="34155"/>
                    <a:pt x="343962" y="276"/>
                  </a:cubicBezTo>
                  <a:cubicBezTo>
                    <a:pt x="344946" y="-292"/>
                    <a:pt x="346204" y="45"/>
                    <a:pt x="346772" y="1029"/>
                  </a:cubicBezTo>
                  <a:cubicBezTo>
                    <a:pt x="346773" y="1030"/>
                    <a:pt x="346773" y="1030"/>
                    <a:pt x="346774" y="1031"/>
                  </a:cubicBezTo>
                  <a:cubicBezTo>
                    <a:pt x="347342" y="2015"/>
                    <a:pt x="347005" y="3273"/>
                    <a:pt x="346021" y="3842"/>
                  </a:cubicBezTo>
                  <a:cubicBezTo>
                    <a:pt x="346020" y="3842"/>
                    <a:pt x="346020" y="3843"/>
                    <a:pt x="346019" y="3843"/>
                  </a:cubicBezTo>
                  <a:cubicBezTo>
                    <a:pt x="287269" y="37813"/>
                    <a:pt x="230119" y="70639"/>
                    <a:pt x="174569" y="102323"/>
                  </a:cubicBezTo>
                  <a:cubicBezTo>
                    <a:pt x="119019" y="134007"/>
                    <a:pt x="61869" y="166811"/>
                    <a:pt x="3119" y="200736"/>
                  </a:cubicBezTo>
                  <a:cubicBezTo>
                    <a:pt x="2809" y="200923"/>
                    <a:pt x="2452" y="201018"/>
                    <a:pt x="2090" y="201010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29DBA19-5AF4-9589-DB6B-FA145CFC31ED}"/>
                </a:ext>
              </a:extLst>
            </p:cNvPr>
            <p:cNvSpPr/>
            <p:nvPr/>
          </p:nvSpPr>
          <p:spPr>
            <a:xfrm>
              <a:off x="4714034" y="4984529"/>
              <a:ext cx="124057" cy="73382"/>
            </a:xfrm>
            <a:custGeom>
              <a:avLst/>
              <a:gdLst>
                <a:gd name="connsiteX0" fmla="*/ 2116 w 124057"/>
                <a:gd name="connsiteY0" fmla="*/ 73383 h 73382"/>
                <a:gd name="connsiteX1" fmla="*/ 264 w 124057"/>
                <a:gd name="connsiteY1" fmla="*/ 72354 h 73382"/>
                <a:gd name="connsiteX2" fmla="*/ 1087 w 124057"/>
                <a:gd name="connsiteY2" fmla="*/ 69474 h 73382"/>
                <a:gd name="connsiteX3" fmla="*/ 120965 w 124057"/>
                <a:gd name="connsiteY3" fmla="*/ 276 h 73382"/>
                <a:gd name="connsiteX4" fmla="*/ 123776 w 124057"/>
                <a:gd name="connsiteY4" fmla="*/ 1029 h 73382"/>
                <a:gd name="connsiteX5" fmla="*/ 123777 w 124057"/>
                <a:gd name="connsiteY5" fmla="*/ 1031 h 73382"/>
                <a:gd name="connsiteX6" fmla="*/ 123022 w 124057"/>
                <a:gd name="connsiteY6" fmla="*/ 3911 h 73382"/>
                <a:gd name="connsiteX7" fmla="*/ 3145 w 124057"/>
                <a:gd name="connsiteY7" fmla="*/ 73108 h 73382"/>
                <a:gd name="connsiteX8" fmla="*/ 2116 w 124057"/>
                <a:gd name="connsiteY8" fmla="*/ 73382 h 7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057" h="73382">
                  <a:moveTo>
                    <a:pt x="2116" y="73383"/>
                  </a:moveTo>
                  <a:cubicBezTo>
                    <a:pt x="1360" y="73394"/>
                    <a:pt x="654" y="73002"/>
                    <a:pt x="264" y="72354"/>
                  </a:cubicBezTo>
                  <a:cubicBezTo>
                    <a:pt x="-299" y="71331"/>
                    <a:pt x="68" y="70045"/>
                    <a:pt x="1087" y="69474"/>
                  </a:cubicBezTo>
                  <a:lnTo>
                    <a:pt x="120965" y="276"/>
                  </a:lnTo>
                  <a:cubicBezTo>
                    <a:pt x="121949" y="-292"/>
                    <a:pt x="123207" y="45"/>
                    <a:pt x="123776" y="1029"/>
                  </a:cubicBezTo>
                  <a:cubicBezTo>
                    <a:pt x="123776" y="1030"/>
                    <a:pt x="123776" y="1030"/>
                    <a:pt x="123777" y="1031"/>
                  </a:cubicBezTo>
                  <a:cubicBezTo>
                    <a:pt x="124352" y="2036"/>
                    <a:pt x="124016" y="3317"/>
                    <a:pt x="123022" y="3911"/>
                  </a:cubicBezTo>
                  <a:lnTo>
                    <a:pt x="3145" y="73108"/>
                  </a:lnTo>
                  <a:cubicBezTo>
                    <a:pt x="2834" y="73295"/>
                    <a:pt x="2478" y="73390"/>
                    <a:pt x="2116" y="73382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4A922C01-A9BC-54B8-F9EB-15B860945847}"/>
                </a:ext>
              </a:extLst>
            </p:cNvPr>
            <p:cNvSpPr/>
            <p:nvPr/>
          </p:nvSpPr>
          <p:spPr>
            <a:xfrm>
              <a:off x="4690516" y="4902519"/>
              <a:ext cx="147547" cy="86270"/>
            </a:xfrm>
            <a:custGeom>
              <a:avLst/>
              <a:gdLst>
                <a:gd name="connsiteX0" fmla="*/ 145512 w 147547"/>
                <a:gd name="connsiteY0" fmla="*/ 86195 h 86270"/>
                <a:gd name="connsiteX1" fmla="*/ 144484 w 147547"/>
                <a:gd name="connsiteY1" fmla="*/ 86195 h 86270"/>
                <a:gd name="connsiteX2" fmla="*/ 1083 w 147547"/>
                <a:gd name="connsiteY2" fmla="*/ 3899 h 86270"/>
                <a:gd name="connsiteX3" fmla="*/ 246 w 147547"/>
                <a:gd name="connsiteY3" fmla="*/ 1112 h 86270"/>
                <a:gd name="connsiteX4" fmla="*/ 260 w 147547"/>
                <a:gd name="connsiteY4" fmla="*/ 1087 h 86270"/>
                <a:gd name="connsiteX5" fmla="*/ 3140 w 147547"/>
                <a:gd name="connsiteY5" fmla="*/ 264 h 86270"/>
                <a:gd name="connsiteX6" fmla="*/ 146541 w 147547"/>
                <a:gd name="connsiteY6" fmla="*/ 82561 h 86270"/>
                <a:gd name="connsiteX7" fmla="*/ 147295 w 147547"/>
                <a:gd name="connsiteY7" fmla="*/ 85372 h 86270"/>
                <a:gd name="connsiteX8" fmla="*/ 145512 w 147547"/>
                <a:gd name="connsiteY8" fmla="*/ 86195 h 86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7547" h="86270">
                  <a:moveTo>
                    <a:pt x="145512" y="86195"/>
                  </a:moveTo>
                  <a:cubicBezTo>
                    <a:pt x="145177" y="86296"/>
                    <a:pt x="144819" y="86296"/>
                    <a:pt x="144484" y="86195"/>
                  </a:cubicBezTo>
                  <a:lnTo>
                    <a:pt x="1083" y="3899"/>
                  </a:lnTo>
                  <a:cubicBezTo>
                    <a:pt x="82" y="3361"/>
                    <a:pt x="-292" y="2113"/>
                    <a:pt x="246" y="1112"/>
                  </a:cubicBezTo>
                  <a:cubicBezTo>
                    <a:pt x="251" y="1104"/>
                    <a:pt x="255" y="1095"/>
                    <a:pt x="260" y="1087"/>
                  </a:cubicBezTo>
                  <a:cubicBezTo>
                    <a:pt x="831" y="68"/>
                    <a:pt x="2117" y="-299"/>
                    <a:pt x="3140" y="264"/>
                  </a:cubicBezTo>
                  <a:lnTo>
                    <a:pt x="146541" y="82561"/>
                  </a:lnTo>
                  <a:cubicBezTo>
                    <a:pt x="147495" y="83152"/>
                    <a:pt x="147826" y="84383"/>
                    <a:pt x="147295" y="85372"/>
                  </a:cubicBezTo>
                  <a:cubicBezTo>
                    <a:pt x="146871" y="85921"/>
                    <a:pt x="146205" y="86228"/>
                    <a:pt x="145512" y="86195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B38A896-16D3-95C5-59AB-EAC83D6A395B}"/>
                </a:ext>
              </a:extLst>
            </p:cNvPr>
            <p:cNvSpPr/>
            <p:nvPr/>
          </p:nvSpPr>
          <p:spPr>
            <a:xfrm>
              <a:off x="5109594" y="4164106"/>
              <a:ext cx="87582" cy="52740"/>
            </a:xfrm>
            <a:custGeom>
              <a:avLst/>
              <a:gdLst>
                <a:gd name="connsiteX0" fmla="*/ 2057 w 87582"/>
                <a:gd name="connsiteY0" fmla="*/ 52740 h 52740"/>
                <a:gd name="connsiteX1" fmla="*/ 0 w 87582"/>
                <a:gd name="connsiteY1" fmla="*/ 49105 h 52740"/>
                <a:gd name="connsiteX2" fmla="*/ 0 w 87582"/>
                <a:gd name="connsiteY2" fmla="*/ 49105 h 52740"/>
                <a:gd name="connsiteX3" fmla="*/ 84490 w 87582"/>
                <a:gd name="connsiteY3" fmla="*/ 276 h 52740"/>
                <a:gd name="connsiteX4" fmla="*/ 87301 w 87582"/>
                <a:gd name="connsiteY4" fmla="*/ 1029 h 52740"/>
                <a:gd name="connsiteX5" fmla="*/ 87302 w 87582"/>
                <a:gd name="connsiteY5" fmla="*/ 1031 h 52740"/>
                <a:gd name="connsiteX6" fmla="*/ 86548 w 87582"/>
                <a:gd name="connsiteY6" fmla="*/ 3911 h 52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7582" h="52740">
                  <a:moveTo>
                    <a:pt x="2057" y="52740"/>
                  </a:moveTo>
                  <a:lnTo>
                    <a:pt x="0" y="49105"/>
                  </a:lnTo>
                  <a:lnTo>
                    <a:pt x="0" y="49105"/>
                  </a:lnTo>
                  <a:lnTo>
                    <a:pt x="84490" y="276"/>
                  </a:lnTo>
                  <a:cubicBezTo>
                    <a:pt x="85474" y="-292"/>
                    <a:pt x="86733" y="45"/>
                    <a:pt x="87301" y="1029"/>
                  </a:cubicBezTo>
                  <a:cubicBezTo>
                    <a:pt x="87301" y="1030"/>
                    <a:pt x="87302" y="1030"/>
                    <a:pt x="87302" y="1031"/>
                  </a:cubicBezTo>
                  <a:cubicBezTo>
                    <a:pt x="87877" y="2036"/>
                    <a:pt x="87542" y="3317"/>
                    <a:pt x="86548" y="3911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92AC163-0146-080C-A193-4C7467BDE20E}"/>
                </a:ext>
              </a:extLst>
            </p:cNvPr>
            <p:cNvSpPr/>
            <p:nvPr/>
          </p:nvSpPr>
          <p:spPr>
            <a:xfrm>
              <a:off x="4713462" y="4487052"/>
              <a:ext cx="87139" cy="136473"/>
            </a:xfrm>
            <a:custGeom>
              <a:avLst/>
              <a:gdLst>
                <a:gd name="connsiteX0" fmla="*/ 14 w 87139"/>
                <a:gd name="connsiteY0" fmla="*/ 124953 h 136473"/>
                <a:gd name="connsiteX1" fmla="*/ 631 w 87139"/>
                <a:gd name="connsiteY1" fmla="*/ 129685 h 136473"/>
                <a:gd name="connsiteX2" fmla="*/ 2208 w 87139"/>
                <a:gd name="connsiteY2" fmla="*/ 133114 h 136473"/>
                <a:gd name="connsiteX3" fmla="*/ 4266 w 87139"/>
                <a:gd name="connsiteY3" fmla="*/ 135171 h 136473"/>
                <a:gd name="connsiteX4" fmla="*/ 6872 w 87139"/>
                <a:gd name="connsiteY4" fmla="*/ 136268 h 136473"/>
                <a:gd name="connsiteX5" fmla="*/ 10644 w 87139"/>
                <a:gd name="connsiteY5" fmla="*/ 136268 h 136473"/>
                <a:gd name="connsiteX6" fmla="*/ 20313 w 87139"/>
                <a:gd name="connsiteY6" fmla="*/ 131742 h 136473"/>
                <a:gd name="connsiteX7" fmla="*/ 35058 w 87139"/>
                <a:gd name="connsiteY7" fmla="*/ 123307 h 136473"/>
                <a:gd name="connsiteX8" fmla="*/ 51655 w 87139"/>
                <a:gd name="connsiteY8" fmla="*/ 113774 h 136473"/>
                <a:gd name="connsiteX9" fmla="*/ 64890 w 87139"/>
                <a:gd name="connsiteY9" fmla="*/ 106093 h 136473"/>
                <a:gd name="connsiteX10" fmla="*/ 73051 w 87139"/>
                <a:gd name="connsiteY10" fmla="*/ 101156 h 136473"/>
                <a:gd name="connsiteX11" fmla="*/ 78538 w 87139"/>
                <a:gd name="connsiteY11" fmla="*/ 95875 h 136473"/>
                <a:gd name="connsiteX12" fmla="*/ 81830 w 87139"/>
                <a:gd name="connsiteY12" fmla="*/ 91143 h 136473"/>
                <a:gd name="connsiteX13" fmla="*/ 84436 w 87139"/>
                <a:gd name="connsiteY13" fmla="*/ 85999 h 136473"/>
                <a:gd name="connsiteX14" fmla="*/ 86150 w 87139"/>
                <a:gd name="connsiteY14" fmla="*/ 80582 h 136473"/>
                <a:gd name="connsiteX15" fmla="*/ 86905 w 87139"/>
                <a:gd name="connsiteY15" fmla="*/ 74889 h 136473"/>
                <a:gd name="connsiteX16" fmla="*/ 86905 w 87139"/>
                <a:gd name="connsiteY16" fmla="*/ 67277 h 136473"/>
                <a:gd name="connsiteX17" fmla="*/ 86905 w 87139"/>
                <a:gd name="connsiteY17" fmla="*/ 53561 h 136473"/>
                <a:gd name="connsiteX18" fmla="*/ 86905 w 87139"/>
                <a:gd name="connsiteY18" fmla="*/ 34427 h 136473"/>
                <a:gd name="connsiteX19" fmla="*/ 86905 w 87139"/>
                <a:gd name="connsiteY19" fmla="*/ 17419 h 136473"/>
                <a:gd name="connsiteX20" fmla="*/ 86493 w 87139"/>
                <a:gd name="connsiteY20" fmla="*/ 6789 h 136473"/>
                <a:gd name="connsiteX21" fmla="*/ 84847 w 87139"/>
                <a:gd name="connsiteY21" fmla="*/ 3360 h 136473"/>
                <a:gd name="connsiteX22" fmla="*/ 82858 w 87139"/>
                <a:gd name="connsiteY22" fmla="*/ 1303 h 136473"/>
                <a:gd name="connsiteX23" fmla="*/ 80252 w 87139"/>
                <a:gd name="connsiteY23" fmla="*/ 206 h 136473"/>
                <a:gd name="connsiteX24" fmla="*/ 76412 w 87139"/>
                <a:gd name="connsiteY24" fmla="*/ 206 h 136473"/>
                <a:gd name="connsiteX25" fmla="*/ 66811 w 87139"/>
                <a:gd name="connsiteY25" fmla="*/ 4732 h 136473"/>
                <a:gd name="connsiteX26" fmla="*/ 51997 w 87139"/>
                <a:gd name="connsiteY26" fmla="*/ 13167 h 136473"/>
                <a:gd name="connsiteX27" fmla="*/ 35470 w 87139"/>
                <a:gd name="connsiteY27" fmla="*/ 22700 h 136473"/>
                <a:gd name="connsiteX28" fmla="*/ 22234 w 87139"/>
                <a:gd name="connsiteY28" fmla="*/ 30381 h 136473"/>
                <a:gd name="connsiteX29" fmla="*/ 14004 w 87139"/>
                <a:gd name="connsiteY29" fmla="*/ 35318 h 136473"/>
                <a:gd name="connsiteX30" fmla="*/ 8586 w 87139"/>
                <a:gd name="connsiteY30" fmla="*/ 40599 h 136473"/>
                <a:gd name="connsiteX31" fmla="*/ 5294 w 87139"/>
                <a:gd name="connsiteY31" fmla="*/ 45331 h 136473"/>
                <a:gd name="connsiteX32" fmla="*/ 2688 w 87139"/>
                <a:gd name="connsiteY32" fmla="*/ 50406 h 136473"/>
                <a:gd name="connsiteX33" fmla="*/ 905 w 87139"/>
                <a:gd name="connsiteY33" fmla="*/ 55892 h 136473"/>
                <a:gd name="connsiteX34" fmla="*/ 219 w 87139"/>
                <a:gd name="connsiteY34" fmla="*/ 61585 h 136473"/>
                <a:gd name="connsiteX35" fmla="*/ 220 w 87139"/>
                <a:gd name="connsiteY35" fmla="*/ 69197 h 136473"/>
                <a:gd name="connsiteX36" fmla="*/ 220 w 87139"/>
                <a:gd name="connsiteY36" fmla="*/ 82913 h 136473"/>
                <a:gd name="connsiteX37" fmla="*/ 220 w 87139"/>
                <a:gd name="connsiteY37" fmla="*/ 102047 h 136473"/>
                <a:gd name="connsiteX38" fmla="*/ 220 w 87139"/>
                <a:gd name="connsiteY38" fmla="*/ 119055 h 136473"/>
                <a:gd name="connsiteX39" fmla="*/ 14 w 87139"/>
                <a:gd name="connsiteY39" fmla="*/ 124953 h 136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7139" h="136473">
                  <a:moveTo>
                    <a:pt x="14" y="124953"/>
                  </a:moveTo>
                  <a:cubicBezTo>
                    <a:pt x="7" y="126550"/>
                    <a:pt x="215" y="128142"/>
                    <a:pt x="631" y="129685"/>
                  </a:cubicBezTo>
                  <a:cubicBezTo>
                    <a:pt x="944" y="130914"/>
                    <a:pt x="1478" y="132076"/>
                    <a:pt x="2208" y="133114"/>
                  </a:cubicBezTo>
                  <a:cubicBezTo>
                    <a:pt x="2750" y="133930"/>
                    <a:pt x="3450" y="134629"/>
                    <a:pt x="4266" y="135171"/>
                  </a:cubicBezTo>
                  <a:cubicBezTo>
                    <a:pt x="5063" y="135687"/>
                    <a:pt x="5946" y="136058"/>
                    <a:pt x="6872" y="136268"/>
                  </a:cubicBezTo>
                  <a:cubicBezTo>
                    <a:pt x="8114" y="136541"/>
                    <a:pt x="9401" y="136541"/>
                    <a:pt x="10644" y="136268"/>
                  </a:cubicBezTo>
                  <a:cubicBezTo>
                    <a:pt x="14132" y="135407"/>
                    <a:pt x="17418" y="133869"/>
                    <a:pt x="20313" y="131742"/>
                  </a:cubicBezTo>
                  <a:cubicBezTo>
                    <a:pt x="25320" y="128656"/>
                    <a:pt x="30120" y="126050"/>
                    <a:pt x="35058" y="123307"/>
                  </a:cubicBezTo>
                  <a:cubicBezTo>
                    <a:pt x="39996" y="120563"/>
                    <a:pt x="46168" y="116997"/>
                    <a:pt x="51655" y="113774"/>
                  </a:cubicBezTo>
                  <a:cubicBezTo>
                    <a:pt x="56044" y="111168"/>
                    <a:pt x="60364" y="108562"/>
                    <a:pt x="64890" y="106093"/>
                  </a:cubicBezTo>
                  <a:cubicBezTo>
                    <a:pt x="67734" y="104660"/>
                    <a:pt x="70463" y="103009"/>
                    <a:pt x="73051" y="101156"/>
                  </a:cubicBezTo>
                  <a:cubicBezTo>
                    <a:pt x="75091" y="99629"/>
                    <a:pt x="76934" y="97855"/>
                    <a:pt x="78538" y="95875"/>
                  </a:cubicBezTo>
                  <a:cubicBezTo>
                    <a:pt x="79758" y="94387"/>
                    <a:pt x="80859" y="92804"/>
                    <a:pt x="81830" y="91143"/>
                  </a:cubicBezTo>
                  <a:cubicBezTo>
                    <a:pt x="82807" y="89486"/>
                    <a:pt x="83678" y="87767"/>
                    <a:pt x="84436" y="85999"/>
                  </a:cubicBezTo>
                  <a:cubicBezTo>
                    <a:pt x="85151" y="84242"/>
                    <a:pt x="85724" y="82430"/>
                    <a:pt x="86150" y="80582"/>
                  </a:cubicBezTo>
                  <a:cubicBezTo>
                    <a:pt x="86541" y="78705"/>
                    <a:pt x="86793" y="76803"/>
                    <a:pt x="86905" y="74889"/>
                  </a:cubicBezTo>
                  <a:cubicBezTo>
                    <a:pt x="86905" y="72352"/>
                    <a:pt x="86905" y="69814"/>
                    <a:pt x="86905" y="67277"/>
                  </a:cubicBezTo>
                  <a:cubicBezTo>
                    <a:pt x="86905" y="62750"/>
                    <a:pt x="86905" y="58293"/>
                    <a:pt x="86905" y="53561"/>
                  </a:cubicBezTo>
                  <a:cubicBezTo>
                    <a:pt x="86905" y="47183"/>
                    <a:pt x="86905" y="40736"/>
                    <a:pt x="86905" y="34427"/>
                  </a:cubicBezTo>
                  <a:cubicBezTo>
                    <a:pt x="86905" y="28118"/>
                    <a:pt x="86425" y="23248"/>
                    <a:pt x="86905" y="17419"/>
                  </a:cubicBezTo>
                  <a:cubicBezTo>
                    <a:pt x="87321" y="13876"/>
                    <a:pt x="87182" y="10290"/>
                    <a:pt x="86493" y="6789"/>
                  </a:cubicBezTo>
                  <a:cubicBezTo>
                    <a:pt x="86157" y="5556"/>
                    <a:pt x="85599" y="4394"/>
                    <a:pt x="84847" y="3360"/>
                  </a:cubicBezTo>
                  <a:cubicBezTo>
                    <a:pt x="84312" y="2562"/>
                    <a:pt x="83638" y="1865"/>
                    <a:pt x="82858" y="1303"/>
                  </a:cubicBezTo>
                  <a:cubicBezTo>
                    <a:pt x="82049" y="811"/>
                    <a:pt x="81170" y="441"/>
                    <a:pt x="80252" y="206"/>
                  </a:cubicBezTo>
                  <a:cubicBezTo>
                    <a:pt x="78987" y="-69"/>
                    <a:pt x="77677" y="-69"/>
                    <a:pt x="76412" y="206"/>
                  </a:cubicBezTo>
                  <a:cubicBezTo>
                    <a:pt x="72942" y="1060"/>
                    <a:pt x="69678" y="2599"/>
                    <a:pt x="66811" y="4732"/>
                  </a:cubicBezTo>
                  <a:cubicBezTo>
                    <a:pt x="61804" y="7818"/>
                    <a:pt x="56935" y="10424"/>
                    <a:pt x="51997" y="13167"/>
                  </a:cubicBezTo>
                  <a:lnTo>
                    <a:pt x="35470" y="22700"/>
                  </a:lnTo>
                  <a:cubicBezTo>
                    <a:pt x="31081" y="25306"/>
                    <a:pt x="26691" y="27912"/>
                    <a:pt x="22234" y="30381"/>
                  </a:cubicBezTo>
                  <a:cubicBezTo>
                    <a:pt x="19367" y="31813"/>
                    <a:pt x="16616" y="33463"/>
                    <a:pt x="14004" y="35318"/>
                  </a:cubicBezTo>
                  <a:cubicBezTo>
                    <a:pt x="12001" y="36865"/>
                    <a:pt x="10183" y="38637"/>
                    <a:pt x="8586" y="40599"/>
                  </a:cubicBezTo>
                  <a:cubicBezTo>
                    <a:pt x="7366" y="42087"/>
                    <a:pt x="6265" y="43670"/>
                    <a:pt x="5294" y="45331"/>
                  </a:cubicBezTo>
                  <a:cubicBezTo>
                    <a:pt x="4304" y="46958"/>
                    <a:pt x="3433" y="48654"/>
                    <a:pt x="2688" y="50406"/>
                  </a:cubicBezTo>
                  <a:cubicBezTo>
                    <a:pt x="1930" y="52178"/>
                    <a:pt x="1333" y="54014"/>
                    <a:pt x="905" y="55892"/>
                  </a:cubicBezTo>
                  <a:cubicBezTo>
                    <a:pt x="504" y="57765"/>
                    <a:pt x="274" y="59670"/>
                    <a:pt x="219" y="61585"/>
                  </a:cubicBezTo>
                  <a:cubicBezTo>
                    <a:pt x="220" y="64122"/>
                    <a:pt x="220" y="66660"/>
                    <a:pt x="220" y="69197"/>
                  </a:cubicBezTo>
                  <a:cubicBezTo>
                    <a:pt x="220" y="73655"/>
                    <a:pt x="220" y="78181"/>
                    <a:pt x="220" y="82913"/>
                  </a:cubicBezTo>
                  <a:cubicBezTo>
                    <a:pt x="220" y="89291"/>
                    <a:pt x="220" y="95737"/>
                    <a:pt x="220" y="102047"/>
                  </a:cubicBezTo>
                  <a:cubicBezTo>
                    <a:pt x="220" y="108356"/>
                    <a:pt x="700" y="113225"/>
                    <a:pt x="220" y="119055"/>
                  </a:cubicBezTo>
                  <a:cubicBezTo>
                    <a:pt x="151" y="121043"/>
                    <a:pt x="-55" y="123032"/>
                    <a:pt x="14" y="124953"/>
                  </a:cubicBezTo>
                  <a:close/>
                </a:path>
              </a:pathLst>
            </a:custGeom>
            <a:solidFill>
              <a:srgbClr val="7B7B7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7EB7BD1-824A-BFD3-B320-615DAB5E3581}"/>
                </a:ext>
              </a:extLst>
            </p:cNvPr>
            <p:cNvSpPr/>
            <p:nvPr/>
          </p:nvSpPr>
          <p:spPr>
            <a:xfrm>
              <a:off x="4824013" y="4427345"/>
              <a:ext cx="87189" cy="136422"/>
            </a:xfrm>
            <a:custGeom>
              <a:avLst/>
              <a:gdLst>
                <a:gd name="connsiteX0" fmla="*/ 14 w 87189"/>
                <a:gd name="connsiteY0" fmla="*/ 124858 h 136422"/>
                <a:gd name="connsiteX1" fmla="*/ 631 w 87189"/>
                <a:gd name="connsiteY1" fmla="*/ 129590 h 136422"/>
                <a:gd name="connsiteX2" fmla="*/ 2208 w 87189"/>
                <a:gd name="connsiteY2" fmla="*/ 133088 h 136422"/>
                <a:gd name="connsiteX3" fmla="*/ 6872 w 87189"/>
                <a:gd name="connsiteY3" fmla="*/ 136242 h 136422"/>
                <a:gd name="connsiteX4" fmla="*/ 10643 w 87189"/>
                <a:gd name="connsiteY4" fmla="*/ 136242 h 136422"/>
                <a:gd name="connsiteX5" fmla="*/ 20313 w 87189"/>
                <a:gd name="connsiteY5" fmla="*/ 131785 h 136422"/>
                <a:gd name="connsiteX6" fmla="*/ 35058 w 87189"/>
                <a:gd name="connsiteY6" fmla="*/ 123280 h 136422"/>
                <a:gd name="connsiteX7" fmla="*/ 51654 w 87189"/>
                <a:gd name="connsiteY7" fmla="*/ 113748 h 136422"/>
                <a:gd name="connsiteX8" fmla="*/ 64890 w 87189"/>
                <a:gd name="connsiteY8" fmla="*/ 106067 h 136422"/>
                <a:gd name="connsiteX9" fmla="*/ 73051 w 87189"/>
                <a:gd name="connsiteY9" fmla="*/ 101129 h 136422"/>
                <a:gd name="connsiteX10" fmla="*/ 78538 w 87189"/>
                <a:gd name="connsiteY10" fmla="*/ 95848 h 136422"/>
                <a:gd name="connsiteX11" fmla="*/ 81830 w 87189"/>
                <a:gd name="connsiteY11" fmla="*/ 91116 h 136422"/>
                <a:gd name="connsiteX12" fmla="*/ 84436 w 87189"/>
                <a:gd name="connsiteY12" fmla="*/ 86041 h 136422"/>
                <a:gd name="connsiteX13" fmla="*/ 86904 w 87189"/>
                <a:gd name="connsiteY13" fmla="*/ 74863 h 136422"/>
                <a:gd name="connsiteX14" fmla="*/ 86905 w 87189"/>
                <a:gd name="connsiteY14" fmla="*/ 67251 h 136422"/>
                <a:gd name="connsiteX15" fmla="*/ 86905 w 87189"/>
                <a:gd name="connsiteY15" fmla="*/ 53535 h 136422"/>
                <a:gd name="connsiteX16" fmla="*/ 86905 w 87189"/>
                <a:gd name="connsiteY16" fmla="*/ 34469 h 136422"/>
                <a:gd name="connsiteX17" fmla="*/ 86905 w 87189"/>
                <a:gd name="connsiteY17" fmla="*/ 17393 h 136422"/>
                <a:gd name="connsiteX18" fmla="*/ 86562 w 87189"/>
                <a:gd name="connsiteY18" fmla="*/ 6763 h 136422"/>
                <a:gd name="connsiteX19" fmla="*/ 84916 w 87189"/>
                <a:gd name="connsiteY19" fmla="*/ 3334 h 136422"/>
                <a:gd name="connsiteX20" fmla="*/ 82927 w 87189"/>
                <a:gd name="connsiteY20" fmla="*/ 1345 h 136422"/>
                <a:gd name="connsiteX21" fmla="*/ 80321 w 87189"/>
                <a:gd name="connsiteY21" fmla="*/ 180 h 136422"/>
                <a:gd name="connsiteX22" fmla="*/ 76481 w 87189"/>
                <a:gd name="connsiteY22" fmla="*/ 180 h 136422"/>
                <a:gd name="connsiteX23" fmla="*/ 66879 w 87189"/>
                <a:gd name="connsiteY23" fmla="*/ 4706 h 136422"/>
                <a:gd name="connsiteX24" fmla="*/ 52066 w 87189"/>
                <a:gd name="connsiteY24" fmla="*/ 13141 h 136422"/>
                <a:gd name="connsiteX25" fmla="*/ 35538 w 87189"/>
                <a:gd name="connsiteY25" fmla="*/ 22674 h 136422"/>
                <a:gd name="connsiteX26" fmla="*/ 22302 w 87189"/>
                <a:gd name="connsiteY26" fmla="*/ 30355 h 136422"/>
                <a:gd name="connsiteX27" fmla="*/ 14072 w 87189"/>
                <a:gd name="connsiteY27" fmla="*/ 35292 h 136422"/>
                <a:gd name="connsiteX28" fmla="*/ 8586 w 87189"/>
                <a:gd name="connsiteY28" fmla="*/ 40642 h 136422"/>
                <a:gd name="connsiteX29" fmla="*/ 5294 w 87189"/>
                <a:gd name="connsiteY29" fmla="*/ 45305 h 136422"/>
                <a:gd name="connsiteX30" fmla="*/ 2757 w 87189"/>
                <a:gd name="connsiteY30" fmla="*/ 50448 h 136422"/>
                <a:gd name="connsiteX31" fmla="*/ 974 w 87189"/>
                <a:gd name="connsiteY31" fmla="*/ 55866 h 136422"/>
                <a:gd name="connsiteX32" fmla="*/ 288 w 87189"/>
                <a:gd name="connsiteY32" fmla="*/ 61558 h 136422"/>
                <a:gd name="connsiteX33" fmla="*/ 288 w 87189"/>
                <a:gd name="connsiteY33" fmla="*/ 69239 h 136422"/>
                <a:gd name="connsiteX34" fmla="*/ 288 w 87189"/>
                <a:gd name="connsiteY34" fmla="*/ 82612 h 136422"/>
                <a:gd name="connsiteX35" fmla="*/ 288 w 87189"/>
                <a:gd name="connsiteY35" fmla="*/ 101746 h 136422"/>
                <a:gd name="connsiteX36" fmla="*/ 288 w 87189"/>
                <a:gd name="connsiteY36" fmla="*/ 118823 h 136422"/>
                <a:gd name="connsiteX37" fmla="*/ 14 w 87189"/>
                <a:gd name="connsiteY37" fmla="*/ 124858 h 136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87189" h="136422">
                  <a:moveTo>
                    <a:pt x="14" y="124858"/>
                  </a:moveTo>
                  <a:cubicBezTo>
                    <a:pt x="-27" y="126458"/>
                    <a:pt x="181" y="128054"/>
                    <a:pt x="631" y="129590"/>
                  </a:cubicBezTo>
                  <a:cubicBezTo>
                    <a:pt x="943" y="130841"/>
                    <a:pt x="1477" y="132026"/>
                    <a:pt x="2208" y="133088"/>
                  </a:cubicBezTo>
                  <a:cubicBezTo>
                    <a:pt x="3343" y="134655"/>
                    <a:pt x="4995" y="135772"/>
                    <a:pt x="6872" y="136242"/>
                  </a:cubicBezTo>
                  <a:cubicBezTo>
                    <a:pt x="8117" y="136483"/>
                    <a:pt x="9398" y="136483"/>
                    <a:pt x="10643" y="136242"/>
                  </a:cubicBezTo>
                  <a:cubicBezTo>
                    <a:pt x="14121" y="135386"/>
                    <a:pt x="17403" y="133873"/>
                    <a:pt x="20313" y="131785"/>
                  </a:cubicBezTo>
                  <a:cubicBezTo>
                    <a:pt x="25320" y="128698"/>
                    <a:pt x="30120" y="126024"/>
                    <a:pt x="35058" y="123280"/>
                  </a:cubicBezTo>
                  <a:cubicBezTo>
                    <a:pt x="39996" y="120537"/>
                    <a:pt x="46168" y="117040"/>
                    <a:pt x="51654" y="113748"/>
                  </a:cubicBezTo>
                  <a:cubicBezTo>
                    <a:pt x="56044" y="111142"/>
                    <a:pt x="60364" y="108536"/>
                    <a:pt x="64890" y="106067"/>
                  </a:cubicBezTo>
                  <a:cubicBezTo>
                    <a:pt x="67734" y="104634"/>
                    <a:pt x="70462" y="102983"/>
                    <a:pt x="73051" y="101129"/>
                  </a:cubicBezTo>
                  <a:cubicBezTo>
                    <a:pt x="75092" y="99603"/>
                    <a:pt x="76935" y="97829"/>
                    <a:pt x="78538" y="95848"/>
                  </a:cubicBezTo>
                  <a:cubicBezTo>
                    <a:pt x="79758" y="94360"/>
                    <a:pt x="80858" y="92778"/>
                    <a:pt x="81830" y="91116"/>
                  </a:cubicBezTo>
                  <a:cubicBezTo>
                    <a:pt x="82807" y="89483"/>
                    <a:pt x="83677" y="87787"/>
                    <a:pt x="84436" y="86041"/>
                  </a:cubicBezTo>
                  <a:cubicBezTo>
                    <a:pt x="85892" y="82484"/>
                    <a:pt x="86727" y="78703"/>
                    <a:pt x="86904" y="74863"/>
                  </a:cubicBezTo>
                  <a:cubicBezTo>
                    <a:pt x="86905" y="72325"/>
                    <a:pt x="86905" y="69788"/>
                    <a:pt x="86905" y="67251"/>
                  </a:cubicBezTo>
                  <a:cubicBezTo>
                    <a:pt x="86905" y="62793"/>
                    <a:pt x="86905" y="58335"/>
                    <a:pt x="86905" y="53535"/>
                  </a:cubicBezTo>
                  <a:cubicBezTo>
                    <a:pt x="86905" y="47157"/>
                    <a:pt x="86905" y="40779"/>
                    <a:pt x="86905" y="34469"/>
                  </a:cubicBezTo>
                  <a:cubicBezTo>
                    <a:pt x="86905" y="28160"/>
                    <a:pt x="86356" y="23222"/>
                    <a:pt x="86905" y="17393"/>
                  </a:cubicBezTo>
                  <a:cubicBezTo>
                    <a:pt x="87377" y="13855"/>
                    <a:pt x="87261" y="10263"/>
                    <a:pt x="86562" y="6763"/>
                  </a:cubicBezTo>
                  <a:cubicBezTo>
                    <a:pt x="86225" y="5530"/>
                    <a:pt x="85667" y="4368"/>
                    <a:pt x="84916" y="3334"/>
                  </a:cubicBezTo>
                  <a:cubicBezTo>
                    <a:pt x="84360" y="2572"/>
                    <a:pt x="83689" y="1901"/>
                    <a:pt x="82927" y="1345"/>
                  </a:cubicBezTo>
                  <a:cubicBezTo>
                    <a:pt x="82135" y="804"/>
                    <a:pt x="81252" y="409"/>
                    <a:pt x="80321" y="180"/>
                  </a:cubicBezTo>
                  <a:cubicBezTo>
                    <a:pt x="79052" y="-60"/>
                    <a:pt x="77749" y="-60"/>
                    <a:pt x="76481" y="180"/>
                  </a:cubicBezTo>
                  <a:cubicBezTo>
                    <a:pt x="73010" y="1033"/>
                    <a:pt x="69746" y="2573"/>
                    <a:pt x="66879" y="4706"/>
                  </a:cubicBezTo>
                  <a:cubicBezTo>
                    <a:pt x="61873" y="7792"/>
                    <a:pt x="57004" y="10398"/>
                    <a:pt x="52066" y="13141"/>
                  </a:cubicBezTo>
                  <a:cubicBezTo>
                    <a:pt x="47128" y="15884"/>
                    <a:pt x="41025" y="19450"/>
                    <a:pt x="35538" y="22674"/>
                  </a:cubicBezTo>
                  <a:cubicBezTo>
                    <a:pt x="31080" y="25280"/>
                    <a:pt x="26760" y="27886"/>
                    <a:pt x="22302" y="30355"/>
                  </a:cubicBezTo>
                  <a:cubicBezTo>
                    <a:pt x="19450" y="31812"/>
                    <a:pt x="16701" y="33462"/>
                    <a:pt x="14072" y="35292"/>
                  </a:cubicBezTo>
                  <a:cubicBezTo>
                    <a:pt x="12062" y="36879"/>
                    <a:pt x="10223" y="38672"/>
                    <a:pt x="8586" y="40642"/>
                  </a:cubicBezTo>
                  <a:cubicBezTo>
                    <a:pt x="7396" y="42128"/>
                    <a:pt x="6296" y="43685"/>
                    <a:pt x="5294" y="45305"/>
                  </a:cubicBezTo>
                  <a:cubicBezTo>
                    <a:pt x="4339" y="46963"/>
                    <a:pt x="3492" y="48682"/>
                    <a:pt x="2757" y="50448"/>
                  </a:cubicBezTo>
                  <a:cubicBezTo>
                    <a:pt x="1999" y="52196"/>
                    <a:pt x="1402" y="54010"/>
                    <a:pt x="974" y="55866"/>
                  </a:cubicBezTo>
                  <a:cubicBezTo>
                    <a:pt x="576" y="57739"/>
                    <a:pt x="347" y="59644"/>
                    <a:pt x="288" y="61558"/>
                  </a:cubicBezTo>
                  <a:cubicBezTo>
                    <a:pt x="288" y="64096"/>
                    <a:pt x="288" y="66702"/>
                    <a:pt x="288" y="69239"/>
                  </a:cubicBezTo>
                  <a:cubicBezTo>
                    <a:pt x="288" y="73697"/>
                    <a:pt x="288" y="78155"/>
                    <a:pt x="288" y="82612"/>
                  </a:cubicBezTo>
                  <a:cubicBezTo>
                    <a:pt x="288" y="88990"/>
                    <a:pt x="288" y="95437"/>
                    <a:pt x="288" y="101746"/>
                  </a:cubicBezTo>
                  <a:cubicBezTo>
                    <a:pt x="288" y="108056"/>
                    <a:pt x="768" y="112993"/>
                    <a:pt x="288" y="118823"/>
                  </a:cubicBezTo>
                  <a:cubicBezTo>
                    <a:pt x="151" y="120949"/>
                    <a:pt x="-55" y="122938"/>
                    <a:pt x="14" y="124858"/>
                  </a:cubicBezTo>
                  <a:close/>
                </a:path>
              </a:pathLst>
            </a:custGeom>
            <a:solidFill>
              <a:srgbClr val="7B7B7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83134F4E-DCDC-44E9-6DAF-92C555F23282}"/>
                </a:ext>
              </a:extLst>
            </p:cNvPr>
            <p:cNvSpPr/>
            <p:nvPr/>
          </p:nvSpPr>
          <p:spPr>
            <a:xfrm>
              <a:off x="4987178" y="4329343"/>
              <a:ext cx="87463" cy="136121"/>
            </a:xfrm>
            <a:custGeom>
              <a:avLst/>
              <a:gdLst>
                <a:gd name="connsiteX0" fmla="*/ 0 w 87463"/>
                <a:gd name="connsiteY0" fmla="*/ 124653 h 136121"/>
                <a:gd name="connsiteX1" fmla="*/ 618 w 87463"/>
                <a:gd name="connsiteY1" fmla="*/ 129385 h 136121"/>
                <a:gd name="connsiteX2" fmla="*/ 2195 w 87463"/>
                <a:gd name="connsiteY2" fmla="*/ 132814 h 136121"/>
                <a:gd name="connsiteX3" fmla="*/ 4252 w 87463"/>
                <a:gd name="connsiteY3" fmla="*/ 134803 h 136121"/>
                <a:gd name="connsiteX4" fmla="*/ 6858 w 87463"/>
                <a:gd name="connsiteY4" fmla="*/ 135968 h 136121"/>
                <a:gd name="connsiteX5" fmla="*/ 10630 w 87463"/>
                <a:gd name="connsiteY5" fmla="*/ 135968 h 136121"/>
                <a:gd name="connsiteX6" fmla="*/ 20300 w 87463"/>
                <a:gd name="connsiteY6" fmla="*/ 131442 h 136121"/>
                <a:gd name="connsiteX7" fmla="*/ 35045 w 87463"/>
                <a:gd name="connsiteY7" fmla="*/ 123007 h 136121"/>
                <a:gd name="connsiteX8" fmla="*/ 51641 w 87463"/>
                <a:gd name="connsiteY8" fmla="*/ 113474 h 136121"/>
                <a:gd name="connsiteX9" fmla="*/ 64877 w 87463"/>
                <a:gd name="connsiteY9" fmla="*/ 105793 h 136121"/>
                <a:gd name="connsiteX10" fmla="*/ 73450 w 87463"/>
                <a:gd name="connsiteY10" fmla="*/ 100924 h 136121"/>
                <a:gd name="connsiteX11" fmla="*/ 78867 w 87463"/>
                <a:gd name="connsiteY11" fmla="*/ 95575 h 136121"/>
                <a:gd name="connsiteX12" fmla="*/ 82159 w 87463"/>
                <a:gd name="connsiteY12" fmla="*/ 90911 h 136121"/>
                <a:gd name="connsiteX13" fmla="*/ 84765 w 87463"/>
                <a:gd name="connsiteY13" fmla="*/ 85768 h 136121"/>
                <a:gd name="connsiteX14" fmla="*/ 86480 w 87463"/>
                <a:gd name="connsiteY14" fmla="*/ 80350 h 136121"/>
                <a:gd name="connsiteX15" fmla="*/ 87234 w 87463"/>
                <a:gd name="connsiteY15" fmla="*/ 74658 h 136121"/>
                <a:gd name="connsiteX16" fmla="*/ 87234 w 87463"/>
                <a:gd name="connsiteY16" fmla="*/ 66977 h 136121"/>
                <a:gd name="connsiteX17" fmla="*/ 87234 w 87463"/>
                <a:gd name="connsiteY17" fmla="*/ 53604 h 136121"/>
                <a:gd name="connsiteX18" fmla="*/ 87234 w 87463"/>
                <a:gd name="connsiteY18" fmla="*/ 34470 h 136121"/>
                <a:gd name="connsiteX19" fmla="*/ 87234 w 87463"/>
                <a:gd name="connsiteY19" fmla="*/ 17394 h 136121"/>
                <a:gd name="connsiteX20" fmla="*/ 86823 w 87463"/>
                <a:gd name="connsiteY20" fmla="*/ 6833 h 136121"/>
                <a:gd name="connsiteX21" fmla="*/ 85245 w 87463"/>
                <a:gd name="connsiteY21" fmla="*/ 3335 h 136121"/>
                <a:gd name="connsiteX22" fmla="*/ 83188 w 87463"/>
                <a:gd name="connsiteY22" fmla="*/ 1346 h 136121"/>
                <a:gd name="connsiteX23" fmla="*/ 80582 w 87463"/>
                <a:gd name="connsiteY23" fmla="*/ 181 h 136121"/>
                <a:gd name="connsiteX24" fmla="*/ 76810 w 87463"/>
                <a:gd name="connsiteY24" fmla="*/ 181 h 136121"/>
                <a:gd name="connsiteX25" fmla="*/ 66592 w 87463"/>
                <a:gd name="connsiteY25" fmla="*/ 4913 h 136121"/>
                <a:gd name="connsiteX26" fmla="*/ 51847 w 87463"/>
                <a:gd name="connsiteY26" fmla="*/ 13416 h 136121"/>
                <a:gd name="connsiteX27" fmla="*/ 35250 w 87463"/>
                <a:gd name="connsiteY27" fmla="*/ 22949 h 136121"/>
                <a:gd name="connsiteX28" fmla="*/ 22015 w 87463"/>
                <a:gd name="connsiteY28" fmla="*/ 30630 h 136121"/>
                <a:gd name="connsiteX29" fmla="*/ 13785 w 87463"/>
                <a:gd name="connsiteY29" fmla="*/ 35567 h 136121"/>
                <a:gd name="connsiteX30" fmla="*/ 8367 w 87463"/>
                <a:gd name="connsiteY30" fmla="*/ 40848 h 136121"/>
                <a:gd name="connsiteX31" fmla="*/ 5075 w 87463"/>
                <a:gd name="connsiteY31" fmla="*/ 45580 h 136121"/>
                <a:gd name="connsiteX32" fmla="*/ 686 w 87463"/>
                <a:gd name="connsiteY32" fmla="*/ 56141 h 136121"/>
                <a:gd name="connsiteX33" fmla="*/ 0 w 87463"/>
                <a:gd name="connsiteY33" fmla="*/ 61833 h 136121"/>
                <a:gd name="connsiteX34" fmla="*/ 0 w 87463"/>
                <a:gd name="connsiteY34" fmla="*/ 69446 h 136121"/>
                <a:gd name="connsiteX35" fmla="*/ 0 w 87463"/>
                <a:gd name="connsiteY35" fmla="*/ 83162 h 136121"/>
                <a:gd name="connsiteX36" fmla="*/ 0 w 87463"/>
                <a:gd name="connsiteY36" fmla="*/ 102296 h 136121"/>
                <a:gd name="connsiteX37" fmla="*/ 0 w 87463"/>
                <a:gd name="connsiteY37" fmla="*/ 119372 h 136121"/>
                <a:gd name="connsiteX38" fmla="*/ 0 w 87463"/>
                <a:gd name="connsiteY38" fmla="*/ 124653 h 136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7463" h="136121">
                  <a:moveTo>
                    <a:pt x="0" y="124653"/>
                  </a:moveTo>
                  <a:cubicBezTo>
                    <a:pt x="-1" y="126251"/>
                    <a:pt x="206" y="127841"/>
                    <a:pt x="618" y="129385"/>
                  </a:cubicBezTo>
                  <a:cubicBezTo>
                    <a:pt x="959" y="130604"/>
                    <a:pt x="1492" y="131761"/>
                    <a:pt x="2195" y="132814"/>
                  </a:cubicBezTo>
                  <a:cubicBezTo>
                    <a:pt x="2776" y="133577"/>
                    <a:pt x="3470" y="134248"/>
                    <a:pt x="4252" y="134803"/>
                  </a:cubicBezTo>
                  <a:cubicBezTo>
                    <a:pt x="5037" y="135356"/>
                    <a:pt x="5922" y="135752"/>
                    <a:pt x="6858" y="135968"/>
                  </a:cubicBezTo>
                  <a:cubicBezTo>
                    <a:pt x="8107" y="136173"/>
                    <a:pt x="9381" y="136173"/>
                    <a:pt x="10630" y="135968"/>
                  </a:cubicBezTo>
                  <a:cubicBezTo>
                    <a:pt x="14119" y="135107"/>
                    <a:pt x="17404" y="133570"/>
                    <a:pt x="20300" y="131442"/>
                  </a:cubicBezTo>
                  <a:cubicBezTo>
                    <a:pt x="25306" y="128356"/>
                    <a:pt x="30107" y="125750"/>
                    <a:pt x="35045" y="123007"/>
                  </a:cubicBezTo>
                  <a:cubicBezTo>
                    <a:pt x="39982" y="120264"/>
                    <a:pt x="46155" y="116697"/>
                    <a:pt x="51641" y="113474"/>
                  </a:cubicBezTo>
                  <a:cubicBezTo>
                    <a:pt x="56030" y="110868"/>
                    <a:pt x="60419" y="108262"/>
                    <a:pt x="64877" y="105793"/>
                  </a:cubicBezTo>
                  <a:cubicBezTo>
                    <a:pt x="67845" y="104372"/>
                    <a:pt x="70709" y="102745"/>
                    <a:pt x="73450" y="100924"/>
                  </a:cubicBezTo>
                  <a:cubicBezTo>
                    <a:pt x="75454" y="99354"/>
                    <a:pt x="77272" y="97559"/>
                    <a:pt x="78867" y="95575"/>
                  </a:cubicBezTo>
                  <a:cubicBezTo>
                    <a:pt x="80102" y="94122"/>
                    <a:pt x="81204" y="92561"/>
                    <a:pt x="82159" y="90911"/>
                  </a:cubicBezTo>
                  <a:cubicBezTo>
                    <a:pt x="83163" y="89269"/>
                    <a:pt x="84035" y="87549"/>
                    <a:pt x="84765" y="85768"/>
                  </a:cubicBezTo>
                  <a:cubicBezTo>
                    <a:pt x="85502" y="84018"/>
                    <a:pt x="86076" y="82204"/>
                    <a:pt x="86480" y="80350"/>
                  </a:cubicBezTo>
                  <a:cubicBezTo>
                    <a:pt x="86900" y="78479"/>
                    <a:pt x="87152" y="76574"/>
                    <a:pt x="87234" y="74658"/>
                  </a:cubicBezTo>
                  <a:cubicBezTo>
                    <a:pt x="87234" y="72120"/>
                    <a:pt x="87234" y="69514"/>
                    <a:pt x="87234" y="66977"/>
                  </a:cubicBezTo>
                  <a:cubicBezTo>
                    <a:pt x="87234" y="62519"/>
                    <a:pt x="87234" y="58062"/>
                    <a:pt x="87234" y="53604"/>
                  </a:cubicBezTo>
                  <a:cubicBezTo>
                    <a:pt x="87234" y="47226"/>
                    <a:pt x="87234" y="40779"/>
                    <a:pt x="87234" y="34470"/>
                  </a:cubicBezTo>
                  <a:cubicBezTo>
                    <a:pt x="87234" y="28161"/>
                    <a:pt x="86754" y="23223"/>
                    <a:pt x="87234" y="17394"/>
                  </a:cubicBezTo>
                  <a:cubicBezTo>
                    <a:pt x="87644" y="13873"/>
                    <a:pt x="87505" y="10311"/>
                    <a:pt x="86823" y="6833"/>
                  </a:cubicBezTo>
                  <a:cubicBezTo>
                    <a:pt x="86481" y="5592"/>
                    <a:pt x="85949" y="4412"/>
                    <a:pt x="85245" y="3335"/>
                  </a:cubicBezTo>
                  <a:cubicBezTo>
                    <a:pt x="84647" y="2587"/>
                    <a:pt x="83956" y="1919"/>
                    <a:pt x="83188" y="1346"/>
                  </a:cubicBezTo>
                  <a:cubicBezTo>
                    <a:pt x="82381" y="833"/>
                    <a:pt x="81503" y="440"/>
                    <a:pt x="80582" y="181"/>
                  </a:cubicBezTo>
                  <a:cubicBezTo>
                    <a:pt x="79336" y="-60"/>
                    <a:pt x="78056" y="-60"/>
                    <a:pt x="76810" y="181"/>
                  </a:cubicBezTo>
                  <a:cubicBezTo>
                    <a:pt x="73113" y="1034"/>
                    <a:pt x="69634" y="2646"/>
                    <a:pt x="66592" y="4913"/>
                  </a:cubicBezTo>
                  <a:cubicBezTo>
                    <a:pt x="61585" y="7998"/>
                    <a:pt x="56716" y="10673"/>
                    <a:pt x="51847" y="13416"/>
                  </a:cubicBezTo>
                  <a:cubicBezTo>
                    <a:pt x="46978" y="16159"/>
                    <a:pt x="40737" y="19657"/>
                    <a:pt x="35250" y="22949"/>
                  </a:cubicBezTo>
                  <a:cubicBezTo>
                    <a:pt x="30861" y="25555"/>
                    <a:pt x="26472" y="28161"/>
                    <a:pt x="22015" y="30630"/>
                  </a:cubicBezTo>
                  <a:cubicBezTo>
                    <a:pt x="19148" y="32062"/>
                    <a:pt x="16397" y="33712"/>
                    <a:pt x="13785" y="35567"/>
                  </a:cubicBezTo>
                  <a:cubicBezTo>
                    <a:pt x="11766" y="37095"/>
                    <a:pt x="9946" y="38869"/>
                    <a:pt x="8367" y="40848"/>
                  </a:cubicBezTo>
                  <a:cubicBezTo>
                    <a:pt x="7147" y="42336"/>
                    <a:pt x="6046" y="43918"/>
                    <a:pt x="5075" y="45580"/>
                  </a:cubicBezTo>
                  <a:cubicBezTo>
                    <a:pt x="3056" y="48843"/>
                    <a:pt x="1575" y="52409"/>
                    <a:pt x="686" y="56141"/>
                  </a:cubicBezTo>
                  <a:cubicBezTo>
                    <a:pt x="285" y="58014"/>
                    <a:pt x="55" y="59919"/>
                    <a:pt x="0" y="61833"/>
                  </a:cubicBezTo>
                  <a:cubicBezTo>
                    <a:pt x="0" y="64371"/>
                    <a:pt x="0" y="66908"/>
                    <a:pt x="0" y="69446"/>
                  </a:cubicBezTo>
                  <a:cubicBezTo>
                    <a:pt x="0" y="73904"/>
                    <a:pt x="0" y="78361"/>
                    <a:pt x="0" y="83162"/>
                  </a:cubicBezTo>
                  <a:cubicBezTo>
                    <a:pt x="0" y="89608"/>
                    <a:pt x="0" y="95987"/>
                    <a:pt x="0" y="102296"/>
                  </a:cubicBezTo>
                  <a:cubicBezTo>
                    <a:pt x="0" y="108605"/>
                    <a:pt x="480" y="113543"/>
                    <a:pt x="0" y="119372"/>
                  </a:cubicBezTo>
                  <a:cubicBezTo>
                    <a:pt x="138" y="120744"/>
                    <a:pt x="0" y="122664"/>
                    <a:pt x="0" y="124653"/>
                  </a:cubicBezTo>
                  <a:close/>
                </a:path>
              </a:pathLst>
            </a:custGeom>
            <a:solidFill>
              <a:srgbClr val="7B7B7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E49A8074-0A27-CB7E-F924-C7AD57B5CA89}"/>
                </a:ext>
              </a:extLst>
            </p:cNvPr>
            <p:cNvSpPr/>
            <p:nvPr/>
          </p:nvSpPr>
          <p:spPr>
            <a:xfrm>
              <a:off x="5322946" y="4135399"/>
              <a:ext cx="87120" cy="136243"/>
            </a:xfrm>
            <a:custGeom>
              <a:avLst/>
              <a:gdLst>
                <a:gd name="connsiteX0" fmla="*/ 0 w 87120"/>
                <a:gd name="connsiteY0" fmla="*/ 124722 h 136243"/>
                <a:gd name="connsiteX1" fmla="*/ 617 w 87120"/>
                <a:gd name="connsiteY1" fmla="*/ 129454 h 136243"/>
                <a:gd name="connsiteX2" fmla="*/ 2263 w 87120"/>
                <a:gd name="connsiteY2" fmla="*/ 132883 h 136243"/>
                <a:gd name="connsiteX3" fmla="*/ 4252 w 87120"/>
                <a:gd name="connsiteY3" fmla="*/ 134872 h 136243"/>
                <a:gd name="connsiteX4" fmla="*/ 6858 w 87120"/>
                <a:gd name="connsiteY4" fmla="*/ 136037 h 136243"/>
                <a:gd name="connsiteX5" fmla="*/ 10698 w 87120"/>
                <a:gd name="connsiteY5" fmla="*/ 136037 h 136243"/>
                <a:gd name="connsiteX6" fmla="*/ 20300 w 87120"/>
                <a:gd name="connsiteY6" fmla="*/ 131511 h 136243"/>
                <a:gd name="connsiteX7" fmla="*/ 35113 w 87120"/>
                <a:gd name="connsiteY7" fmla="*/ 123076 h 136243"/>
                <a:gd name="connsiteX8" fmla="*/ 51641 w 87120"/>
                <a:gd name="connsiteY8" fmla="*/ 113543 h 136243"/>
                <a:gd name="connsiteX9" fmla="*/ 64877 w 87120"/>
                <a:gd name="connsiteY9" fmla="*/ 105863 h 136243"/>
                <a:gd name="connsiteX10" fmla="*/ 73107 w 87120"/>
                <a:gd name="connsiteY10" fmla="*/ 100925 h 136243"/>
                <a:gd name="connsiteX11" fmla="*/ 78593 w 87120"/>
                <a:gd name="connsiteY11" fmla="*/ 95576 h 136243"/>
                <a:gd name="connsiteX12" fmla="*/ 81885 w 87120"/>
                <a:gd name="connsiteY12" fmla="*/ 90912 h 136243"/>
                <a:gd name="connsiteX13" fmla="*/ 84422 w 87120"/>
                <a:gd name="connsiteY13" fmla="*/ 85769 h 136243"/>
                <a:gd name="connsiteX14" fmla="*/ 86205 w 87120"/>
                <a:gd name="connsiteY14" fmla="*/ 80351 h 136243"/>
                <a:gd name="connsiteX15" fmla="*/ 86891 w 87120"/>
                <a:gd name="connsiteY15" fmla="*/ 74659 h 136243"/>
                <a:gd name="connsiteX16" fmla="*/ 86891 w 87120"/>
                <a:gd name="connsiteY16" fmla="*/ 66978 h 136243"/>
                <a:gd name="connsiteX17" fmla="*/ 86891 w 87120"/>
                <a:gd name="connsiteY17" fmla="*/ 53605 h 136243"/>
                <a:gd name="connsiteX18" fmla="*/ 86891 w 87120"/>
                <a:gd name="connsiteY18" fmla="*/ 34471 h 136243"/>
                <a:gd name="connsiteX19" fmla="*/ 86891 w 87120"/>
                <a:gd name="connsiteY19" fmla="*/ 17394 h 136243"/>
                <a:gd name="connsiteX20" fmla="*/ 86479 w 87120"/>
                <a:gd name="connsiteY20" fmla="*/ 6833 h 136243"/>
                <a:gd name="connsiteX21" fmla="*/ 84902 w 87120"/>
                <a:gd name="connsiteY21" fmla="*/ 3335 h 136243"/>
                <a:gd name="connsiteX22" fmla="*/ 80239 w 87120"/>
                <a:gd name="connsiteY22" fmla="*/ 181 h 136243"/>
                <a:gd name="connsiteX23" fmla="*/ 76467 w 87120"/>
                <a:gd name="connsiteY23" fmla="*/ 181 h 136243"/>
                <a:gd name="connsiteX24" fmla="*/ 66797 w 87120"/>
                <a:gd name="connsiteY24" fmla="*/ 4638 h 136243"/>
                <a:gd name="connsiteX25" fmla="*/ 52052 w 87120"/>
                <a:gd name="connsiteY25" fmla="*/ 13142 h 136243"/>
                <a:gd name="connsiteX26" fmla="*/ 35456 w 87120"/>
                <a:gd name="connsiteY26" fmla="*/ 22675 h 136243"/>
                <a:gd name="connsiteX27" fmla="*/ 22220 w 87120"/>
                <a:gd name="connsiteY27" fmla="*/ 30356 h 136243"/>
                <a:gd name="connsiteX28" fmla="*/ 14059 w 87120"/>
                <a:gd name="connsiteY28" fmla="*/ 35293 h 136243"/>
                <a:gd name="connsiteX29" fmla="*/ 8573 w 87120"/>
                <a:gd name="connsiteY29" fmla="*/ 40574 h 136243"/>
                <a:gd name="connsiteX30" fmla="*/ 5281 w 87120"/>
                <a:gd name="connsiteY30" fmla="*/ 45306 h 136243"/>
                <a:gd name="connsiteX31" fmla="*/ 2675 w 87120"/>
                <a:gd name="connsiteY31" fmla="*/ 50381 h 136243"/>
                <a:gd name="connsiteX32" fmla="*/ 206 w 87120"/>
                <a:gd name="connsiteY32" fmla="*/ 61560 h 136243"/>
                <a:gd name="connsiteX33" fmla="*/ 206 w 87120"/>
                <a:gd name="connsiteY33" fmla="*/ 69172 h 136243"/>
                <a:gd name="connsiteX34" fmla="*/ 206 w 87120"/>
                <a:gd name="connsiteY34" fmla="*/ 82888 h 136243"/>
                <a:gd name="connsiteX35" fmla="*/ 206 w 87120"/>
                <a:gd name="connsiteY35" fmla="*/ 101953 h 136243"/>
                <a:gd name="connsiteX36" fmla="*/ 206 w 87120"/>
                <a:gd name="connsiteY36" fmla="*/ 119030 h 136243"/>
                <a:gd name="connsiteX37" fmla="*/ 0 w 87120"/>
                <a:gd name="connsiteY37" fmla="*/ 124722 h 13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87120" h="136243">
                  <a:moveTo>
                    <a:pt x="0" y="124722"/>
                  </a:moveTo>
                  <a:cubicBezTo>
                    <a:pt x="28" y="126318"/>
                    <a:pt x="234" y="127905"/>
                    <a:pt x="617" y="129454"/>
                  </a:cubicBezTo>
                  <a:cubicBezTo>
                    <a:pt x="954" y="130687"/>
                    <a:pt x="1511" y="131849"/>
                    <a:pt x="2263" y="132883"/>
                  </a:cubicBezTo>
                  <a:cubicBezTo>
                    <a:pt x="2801" y="133661"/>
                    <a:pt x="3474" y="134335"/>
                    <a:pt x="4252" y="134872"/>
                  </a:cubicBezTo>
                  <a:cubicBezTo>
                    <a:pt x="5044" y="135413"/>
                    <a:pt x="5927" y="135808"/>
                    <a:pt x="6858" y="136037"/>
                  </a:cubicBezTo>
                  <a:cubicBezTo>
                    <a:pt x="8123" y="136312"/>
                    <a:pt x="9433" y="136312"/>
                    <a:pt x="10698" y="136037"/>
                  </a:cubicBezTo>
                  <a:cubicBezTo>
                    <a:pt x="14168" y="135184"/>
                    <a:pt x="17433" y="133644"/>
                    <a:pt x="20300" y="131511"/>
                  </a:cubicBezTo>
                  <a:cubicBezTo>
                    <a:pt x="25306" y="128425"/>
                    <a:pt x="30175" y="125819"/>
                    <a:pt x="35113" y="123076"/>
                  </a:cubicBezTo>
                  <a:cubicBezTo>
                    <a:pt x="40051" y="120333"/>
                    <a:pt x="46154" y="116767"/>
                    <a:pt x="51641" y="113543"/>
                  </a:cubicBezTo>
                  <a:cubicBezTo>
                    <a:pt x="57127" y="110320"/>
                    <a:pt x="60419" y="108331"/>
                    <a:pt x="64877" y="105863"/>
                  </a:cubicBezTo>
                  <a:cubicBezTo>
                    <a:pt x="67729" y="104405"/>
                    <a:pt x="70478" y="102755"/>
                    <a:pt x="73107" y="100925"/>
                  </a:cubicBezTo>
                  <a:cubicBezTo>
                    <a:pt x="75133" y="99357"/>
                    <a:pt x="76974" y="97562"/>
                    <a:pt x="78593" y="95576"/>
                  </a:cubicBezTo>
                  <a:cubicBezTo>
                    <a:pt x="79783" y="94089"/>
                    <a:pt x="80882" y="92532"/>
                    <a:pt x="81885" y="90912"/>
                  </a:cubicBezTo>
                  <a:cubicBezTo>
                    <a:pt x="82839" y="89254"/>
                    <a:pt x="83687" y="87535"/>
                    <a:pt x="84422" y="85769"/>
                  </a:cubicBezTo>
                  <a:cubicBezTo>
                    <a:pt x="85190" y="84024"/>
                    <a:pt x="85787" y="82210"/>
                    <a:pt x="86205" y="80351"/>
                  </a:cubicBezTo>
                  <a:cubicBezTo>
                    <a:pt x="86607" y="78478"/>
                    <a:pt x="86836" y="76573"/>
                    <a:pt x="86891" y="74659"/>
                  </a:cubicBezTo>
                  <a:cubicBezTo>
                    <a:pt x="86891" y="72121"/>
                    <a:pt x="86891" y="69584"/>
                    <a:pt x="86891" y="66978"/>
                  </a:cubicBezTo>
                  <a:cubicBezTo>
                    <a:pt x="86891" y="62520"/>
                    <a:pt x="86891" y="58062"/>
                    <a:pt x="86891" y="53605"/>
                  </a:cubicBezTo>
                  <a:cubicBezTo>
                    <a:pt x="86891" y="47227"/>
                    <a:pt x="86891" y="40780"/>
                    <a:pt x="86891" y="34471"/>
                  </a:cubicBezTo>
                  <a:cubicBezTo>
                    <a:pt x="86891" y="28161"/>
                    <a:pt x="86411" y="23292"/>
                    <a:pt x="86891" y="17394"/>
                  </a:cubicBezTo>
                  <a:cubicBezTo>
                    <a:pt x="87300" y="13873"/>
                    <a:pt x="87162" y="10311"/>
                    <a:pt x="86479" y="6833"/>
                  </a:cubicBezTo>
                  <a:cubicBezTo>
                    <a:pt x="86154" y="5587"/>
                    <a:pt x="85621" y="4404"/>
                    <a:pt x="84902" y="3335"/>
                  </a:cubicBezTo>
                  <a:cubicBezTo>
                    <a:pt x="83767" y="1768"/>
                    <a:pt x="82116" y="651"/>
                    <a:pt x="80239" y="181"/>
                  </a:cubicBezTo>
                  <a:cubicBezTo>
                    <a:pt x="78993" y="-60"/>
                    <a:pt x="77713" y="-60"/>
                    <a:pt x="76467" y="181"/>
                  </a:cubicBezTo>
                  <a:cubicBezTo>
                    <a:pt x="72989" y="1037"/>
                    <a:pt x="69707" y="2550"/>
                    <a:pt x="66797" y="4638"/>
                  </a:cubicBezTo>
                  <a:cubicBezTo>
                    <a:pt x="61791" y="7793"/>
                    <a:pt x="56990" y="10399"/>
                    <a:pt x="52052" y="13142"/>
                  </a:cubicBezTo>
                  <a:cubicBezTo>
                    <a:pt x="47114" y="15886"/>
                    <a:pt x="40942" y="19383"/>
                    <a:pt x="35456" y="22675"/>
                  </a:cubicBezTo>
                  <a:cubicBezTo>
                    <a:pt x="31067" y="25281"/>
                    <a:pt x="26746" y="27887"/>
                    <a:pt x="22220" y="30356"/>
                  </a:cubicBezTo>
                  <a:cubicBezTo>
                    <a:pt x="19376" y="31789"/>
                    <a:pt x="16648" y="33440"/>
                    <a:pt x="14059" y="35293"/>
                  </a:cubicBezTo>
                  <a:cubicBezTo>
                    <a:pt x="12034" y="36838"/>
                    <a:pt x="10194" y="38610"/>
                    <a:pt x="8573" y="40574"/>
                  </a:cubicBezTo>
                  <a:cubicBezTo>
                    <a:pt x="7352" y="42062"/>
                    <a:pt x="6251" y="43645"/>
                    <a:pt x="5281" y="45306"/>
                  </a:cubicBezTo>
                  <a:cubicBezTo>
                    <a:pt x="4318" y="46948"/>
                    <a:pt x="3447" y="48642"/>
                    <a:pt x="2675" y="50381"/>
                  </a:cubicBezTo>
                  <a:cubicBezTo>
                    <a:pt x="1218" y="53939"/>
                    <a:pt x="383" y="57720"/>
                    <a:pt x="206" y="61560"/>
                  </a:cubicBezTo>
                  <a:cubicBezTo>
                    <a:pt x="206" y="64097"/>
                    <a:pt x="206" y="66635"/>
                    <a:pt x="206" y="69172"/>
                  </a:cubicBezTo>
                  <a:cubicBezTo>
                    <a:pt x="206" y="73630"/>
                    <a:pt x="206" y="78088"/>
                    <a:pt x="206" y="82888"/>
                  </a:cubicBezTo>
                  <a:cubicBezTo>
                    <a:pt x="206" y="89266"/>
                    <a:pt x="206" y="95644"/>
                    <a:pt x="206" y="101953"/>
                  </a:cubicBezTo>
                  <a:cubicBezTo>
                    <a:pt x="206" y="108263"/>
                    <a:pt x="754" y="113201"/>
                    <a:pt x="206" y="119030"/>
                  </a:cubicBezTo>
                  <a:cubicBezTo>
                    <a:pt x="137" y="120813"/>
                    <a:pt x="0" y="122802"/>
                    <a:pt x="0" y="124722"/>
                  </a:cubicBezTo>
                  <a:close/>
                </a:path>
              </a:pathLst>
            </a:custGeom>
            <a:solidFill>
              <a:srgbClr val="7B7B7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2F6FA400-4791-6AF1-C5BA-9F67850C010B}"/>
                </a:ext>
              </a:extLst>
            </p:cNvPr>
            <p:cNvSpPr/>
            <p:nvPr/>
          </p:nvSpPr>
          <p:spPr>
            <a:xfrm>
              <a:off x="5094918" y="4266843"/>
              <a:ext cx="87149" cy="136473"/>
            </a:xfrm>
            <a:custGeom>
              <a:avLst/>
              <a:gdLst>
                <a:gd name="connsiteX0" fmla="*/ 0 w 87149"/>
                <a:gd name="connsiteY0" fmla="*/ 124952 h 136473"/>
                <a:gd name="connsiteX1" fmla="*/ 617 w 87149"/>
                <a:gd name="connsiteY1" fmla="*/ 129684 h 136473"/>
                <a:gd name="connsiteX2" fmla="*/ 2263 w 87149"/>
                <a:gd name="connsiteY2" fmla="*/ 133113 h 136473"/>
                <a:gd name="connsiteX3" fmla="*/ 4252 w 87149"/>
                <a:gd name="connsiteY3" fmla="*/ 135170 h 136473"/>
                <a:gd name="connsiteX4" fmla="*/ 6858 w 87149"/>
                <a:gd name="connsiteY4" fmla="*/ 136267 h 136473"/>
                <a:gd name="connsiteX5" fmla="*/ 10698 w 87149"/>
                <a:gd name="connsiteY5" fmla="*/ 136267 h 136473"/>
                <a:gd name="connsiteX6" fmla="*/ 20300 w 87149"/>
                <a:gd name="connsiteY6" fmla="*/ 131741 h 136473"/>
                <a:gd name="connsiteX7" fmla="*/ 35113 w 87149"/>
                <a:gd name="connsiteY7" fmla="*/ 123306 h 136473"/>
                <a:gd name="connsiteX8" fmla="*/ 51641 w 87149"/>
                <a:gd name="connsiteY8" fmla="*/ 113773 h 136473"/>
                <a:gd name="connsiteX9" fmla="*/ 64877 w 87149"/>
                <a:gd name="connsiteY9" fmla="*/ 106092 h 136473"/>
                <a:gd name="connsiteX10" fmla="*/ 73106 w 87149"/>
                <a:gd name="connsiteY10" fmla="*/ 101155 h 136473"/>
                <a:gd name="connsiteX11" fmla="*/ 78593 w 87149"/>
                <a:gd name="connsiteY11" fmla="*/ 95874 h 136473"/>
                <a:gd name="connsiteX12" fmla="*/ 81885 w 87149"/>
                <a:gd name="connsiteY12" fmla="*/ 91142 h 136473"/>
                <a:gd name="connsiteX13" fmla="*/ 84422 w 87149"/>
                <a:gd name="connsiteY13" fmla="*/ 86067 h 136473"/>
                <a:gd name="connsiteX14" fmla="*/ 86205 w 87149"/>
                <a:gd name="connsiteY14" fmla="*/ 80581 h 136473"/>
                <a:gd name="connsiteX15" fmla="*/ 86891 w 87149"/>
                <a:gd name="connsiteY15" fmla="*/ 74888 h 136473"/>
                <a:gd name="connsiteX16" fmla="*/ 86891 w 87149"/>
                <a:gd name="connsiteY16" fmla="*/ 67276 h 136473"/>
                <a:gd name="connsiteX17" fmla="*/ 86891 w 87149"/>
                <a:gd name="connsiteY17" fmla="*/ 53560 h 136473"/>
                <a:gd name="connsiteX18" fmla="*/ 86891 w 87149"/>
                <a:gd name="connsiteY18" fmla="*/ 34495 h 136473"/>
                <a:gd name="connsiteX19" fmla="*/ 86891 w 87149"/>
                <a:gd name="connsiteY19" fmla="*/ 17418 h 136473"/>
                <a:gd name="connsiteX20" fmla="*/ 86479 w 87149"/>
                <a:gd name="connsiteY20" fmla="*/ 6788 h 136473"/>
                <a:gd name="connsiteX21" fmla="*/ 84902 w 87149"/>
                <a:gd name="connsiteY21" fmla="*/ 3359 h 136473"/>
                <a:gd name="connsiteX22" fmla="*/ 82845 w 87149"/>
                <a:gd name="connsiteY22" fmla="*/ 1302 h 136473"/>
                <a:gd name="connsiteX23" fmla="*/ 80239 w 87149"/>
                <a:gd name="connsiteY23" fmla="*/ 205 h 136473"/>
                <a:gd name="connsiteX24" fmla="*/ 76467 w 87149"/>
                <a:gd name="connsiteY24" fmla="*/ 205 h 136473"/>
                <a:gd name="connsiteX25" fmla="*/ 66797 w 87149"/>
                <a:gd name="connsiteY25" fmla="*/ 4731 h 136473"/>
                <a:gd name="connsiteX26" fmla="*/ 52052 w 87149"/>
                <a:gd name="connsiteY26" fmla="*/ 13166 h 136473"/>
                <a:gd name="connsiteX27" fmla="*/ 35456 w 87149"/>
                <a:gd name="connsiteY27" fmla="*/ 22699 h 136473"/>
                <a:gd name="connsiteX28" fmla="*/ 22220 w 87149"/>
                <a:gd name="connsiteY28" fmla="*/ 30380 h 136473"/>
                <a:gd name="connsiteX29" fmla="*/ 14059 w 87149"/>
                <a:gd name="connsiteY29" fmla="*/ 35317 h 136473"/>
                <a:gd name="connsiteX30" fmla="*/ 8573 w 87149"/>
                <a:gd name="connsiteY30" fmla="*/ 40667 h 136473"/>
                <a:gd name="connsiteX31" fmla="*/ 5281 w 87149"/>
                <a:gd name="connsiteY31" fmla="*/ 45330 h 136473"/>
                <a:gd name="connsiteX32" fmla="*/ 2675 w 87149"/>
                <a:gd name="connsiteY32" fmla="*/ 50473 h 136473"/>
                <a:gd name="connsiteX33" fmla="*/ 960 w 87149"/>
                <a:gd name="connsiteY33" fmla="*/ 55891 h 136473"/>
                <a:gd name="connsiteX34" fmla="*/ 206 w 87149"/>
                <a:gd name="connsiteY34" fmla="*/ 61583 h 136473"/>
                <a:gd name="connsiteX35" fmla="*/ 206 w 87149"/>
                <a:gd name="connsiteY35" fmla="*/ 69196 h 136473"/>
                <a:gd name="connsiteX36" fmla="*/ 206 w 87149"/>
                <a:gd name="connsiteY36" fmla="*/ 82912 h 136473"/>
                <a:gd name="connsiteX37" fmla="*/ 206 w 87149"/>
                <a:gd name="connsiteY37" fmla="*/ 102046 h 136473"/>
                <a:gd name="connsiteX38" fmla="*/ 206 w 87149"/>
                <a:gd name="connsiteY38" fmla="*/ 119054 h 136473"/>
                <a:gd name="connsiteX39" fmla="*/ 0 w 87149"/>
                <a:gd name="connsiteY39" fmla="*/ 124952 h 136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7149" h="136473">
                  <a:moveTo>
                    <a:pt x="0" y="124952"/>
                  </a:moveTo>
                  <a:cubicBezTo>
                    <a:pt x="27" y="126547"/>
                    <a:pt x="235" y="128134"/>
                    <a:pt x="617" y="129684"/>
                  </a:cubicBezTo>
                  <a:cubicBezTo>
                    <a:pt x="954" y="130917"/>
                    <a:pt x="1511" y="132079"/>
                    <a:pt x="2263" y="133113"/>
                  </a:cubicBezTo>
                  <a:cubicBezTo>
                    <a:pt x="2798" y="133911"/>
                    <a:pt x="3472" y="134608"/>
                    <a:pt x="4252" y="135170"/>
                  </a:cubicBezTo>
                  <a:cubicBezTo>
                    <a:pt x="5047" y="135691"/>
                    <a:pt x="5930" y="136063"/>
                    <a:pt x="6858" y="136267"/>
                  </a:cubicBezTo>
                  <a:cubicBezTo>
                    <a:pt x="8123" y="136542"/>
                    <a:pt x="9433" y="136542"/>
                    <a:pt x="10698" y="136267"/>
                  </a:cubicBezTo>
                  <a:cubicBezTo>
                    <a:pt x="14168" y="135413"/>
                    <a:pt x="17433" y="133874"/>
                    <a:pt x="20300" y="131741"/>
                  </a:cubicBezTo>
                  <a:cubicBezTo>
                    <a:pt x="25306" y="128655"/>
                    <a:pt x="30175" y="126049"/>
                    <a:pt x="35113" y="123306"/>
                  </a:cubicBezTo>
                  <a:cubicBezTo>
                    <a:pt x="40051" y="120562"/>
                    <a:pt x="46154" y="116996"/>
                    <a:pt x="51641" y="113773"/>
                  </a:cubicBezTo>
                  <a:cubicBezTo>
                    <a:pt x="57127" y="110550"/>
                    <a:pt x="60419" y="108561"/>
                    <a:pt x="64877" y="106092"/>
                  </a:cubicBezTo>
                  <a:cubicBezTo>
                    <a:pt x="67743" y="104660"/>
                    <a:pt x="70494" y="103010"/>
                    <a:pt x="73106" y="101155"/>
                  </a:cubicBezTo>
                  <a:cubicBezTo>
                    <a:pt x="75115" y="99592"/>
                    <a:pt x="76954" y="97822"/>
                    <a:pt x="78593" y="95874"/>
                  </a:cubicBezTo>
                  <a:cubicBezTo>
                    <a:pt x="79781" y="94365"/>
                    <a:pt x="80879" y="92788"/>
                    <a:pt x="81885" y="91142"/>
                  </a:cubicBezTo>
                  <a:cubicBezTo>
                    <a:pt x="82826" y="89500"/>
                    <a:pt x="83673" y="87805"/>
                    <a:pt x="84422" y="86067"/>
                  </a:cubicBezTo>
                  <a:cubicBezTo>
                    <a:pt x="85180" y="84295"/>
                    <a:pt x="85777" y="82459"/>
                    <a:pt x="86205" y="80581"/>
                  </a:cubicBezTo>
                  <a:cubicBezTo>
                    <a:pt x="86606" y="78708"/>
                    <a:pt x="86836" y="76803"/>
                    <a:pt x="86891" y="74888"/>
                  </a:cubicBezTo>
                  <a:cubicBezTo>
                    <a:pt x="86891" y="72350"/>
                    <a:pt x="86891" y="69813"/>
                    <a:pt x="86891" y="67276"/>
                  </a:cubicBezTo>
                  <a:cubicBezTo>
                    <a:pt x="86891" y="62818"/>
                    <a:pt x="86891" y="58360"/>
                    <a:pt x="86891" y="53560"/>
                  </a:cubicBezTo>
                  <a:cubicBezTo>
                    <a:pt x="86891" y="47182"/>
                    <a:pt x="86891" y="40735"/>
                    <a:pt x="86891" y="34495"/>
                  </a:cubicBezTo>
                  <a:cubicBezTo>
                    <a:pt x="86891" y="28254"/>
                    <a:pt x="86411" y="23247"/>
                    <a:pt x="86891" y="17418"/>
                  </a:cubicBezTo>
                  <a:cubicBezTo>
                    <a:pt x="87341" y="13877"/>
                    <a:pt x="87202" y="10285"/>
                    <a:pt x="86479" y="6788"/>
                  </a:cubicBezTo>
                  <a:cubicBezTo>
                    <a:pt x="86167" y="5559"/>
                    <a:pt x="85632" y="4397"/>
                    <a:pt x="84902" y="3359"/>
                  </a:cubicBezTo>
                  <a:cubicBezTo>
                    <a:pt x="84360" y="2543"/>
                    <a:pt x="83661" y="1844"/>
                    <a:pt x="82845" y="1302"/>
                  </a:cubicBezTo>
                  <a:cubicBezTo>
                    <a:pt x="82047" y="786"/>
                    <a:pt x="81165" y="415"/>
                    <a:pt x="80239" y="205"/>
                  </a:cubicBezTo>
                  <a:cubicBezTo>
                    <a:pt x="78996" y="-68"/>
                    <a:pt x="77709" y="-68"/>
                    <a:pt x="76467" y="205"/>
                  </a:cubicBezTo>
                  <a:cubicBezTo>
                    <a:pt x="72978" y="1066"/>
                    <a:pt x="69693" y="2604"/>
                    <a:pt x="66797" y="4731"/>
                  </a:cubicBezTo>
                  <a:cubicBezTo>
                    <a:pt x="61791" y="7817"/>
                    <a:pt x="56990" y="10423"/>
                    <a:pt x="52052" y="13166"/>
                  </a:cubicBezTo>
                  <a:cubicBezTo>
                    <a:pt x="47114" y="15909"/>
                    <a:pt x="40942" y="19476"/>
                    <a:pt x="35456" y="22699"/>
                  </a:cubicBezTo>
                  <a:cubicBezTo>
                    <a:pt x="31067" y="25305"/>
                    <a:pt x="26746" y="27911"/>
                    <a:pt x="22220" y="30380"/>
                  </a:cubicBezTo>
                  <a:cubicBezTo>
                    <a:pt x="19376" y="31812"/>
                    <a:pt x="16648" y="33463"/>
                    <a:pt x="14059" y="35317"/>
                  </a:cubicBezTo>
                  <a:cubicBezTo>
                    <a:pt x="12017" y="36868"/>
                    <a:pt x="10174" y="38664"/>
                    <a:pt x="8573" y="40667"/>
                  </a:cubicBezTo>
                  <a:cubicBezTo>
                    <a:pt x="7337" y="42119"/>
                    <a:pt x="6236" y="43680"/>
                    <a:pt x="5281" y="45330"/>
                  </a:cubicBezTo>
                  <a:cubicBezTo>
                    <a:pt x="4303" y="46987"/>
                    <a:pt x="3433" y="48705"/>
                    <a:pt x="2675" y="50473"/>
                  </a:cubicBezTo>
                  <a:cubicBezTo>
                    <a:pt x="1960" y="52231"/>
                    <a:pt x="1386" y="54043"/>
                    <a:pt x="960" y="55891"/>
                  </a:cubicBezTo>
                  <a:cubicBezTo>
                    <a:pt x="570" y="57768"/>
                    <a:pt x="317" y="59670"/>
                    <a:pt x="206" y="61583"/>
                  </a:cubicBezTo>
                  <a:cubicBezTo>
                    <a:pt x="206" y="64121"/>
                    <a:pt x="206" y="66659"/>
                    <a:pt x="206" y="69196"/>
                  </a:cubicBezTo>
                  <a:cubicBezTo>
                    <a:pt x="206" y="73722"/>
                    <a:pt x="206" y="78180"/>
                    <a:pt x="206" y="82912"/>
                  </a:cubicBezTo>
                  <a:cubicBezTo>
                    <a:pt x="206" y="89290"/>
                    <a:pt x="206" y="95736"/>
                    <a:pt x="206" y="102046"/>
                  </a:cubicBezTo>
                  <a:cubicBezTo>
                    <a:pt x="206" y="108355"/>
                    <a:pt x="754" y="113224"/>
                    <a:pt x="206" y="119054"/>
                  </a:cubicBezTo>
                  <a:cubicBezTo>
                    <a:pt x="0" y="121043"/>
                    <a:pt x="0" y="123031"/>
                    <a:pt x="0" y="124952"/>
                  </a:cubicBezTo>
                  <a:close/>
                </a:path>
              </a:pathLst>
            </a:custGeom>
            <a:solidFill>
              <a:srgbClr val="7B7B7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79AD6814-37E0-098A-3A65-B5DBB25DD177}"/>
                </a:ext>
              </a:extLst>
            </p:cNvPr>
            <p:cNvSpPr/>
            <p:nvPr/>
          </p:nvSpPr>
          <p:spPr>
            <a:xfrm>
              <a:off x="4865246" y="4027962"/>
              <a:ext cx="400125" cy="297035"/>
            </a:xfrm>
            <a:custGeom>
              <a:avLst/>
              <a:gdLst>
                <a:gd name="connsiteX0" fmla="*/ 48141 w 400125"/>
                <a:gd name="connsiteY0" fmla="*/ 297035 h 297035"/>
                <a:gd name="connsiteX1" fmla="*/ 45809 w 400125"/>
                <a:gd name="connsiteY1" fmla="*/ 297035 h 297035"/>
                <a:gd name="connsiteX2" fmla="*/ 43408 w 400125"/>
                <a:gd name="connsiteY2" fmla="*/ 297035 h 297035"/>
                <a:gd name="connsiteX3" fmla="*/ 41968 w 400125"/>
                <a:gd name="connsiteY3" fmla="*/ 296692 h 297035"/>
                <a:gd name="connsiteX4" fmla="*/ 40871 w 400125"/>
                <a:gd name="connsiteY4" fmla="*/ 296692 h 297035"/>
                <a:gd name="connsiteX5" fmla="*/ 39088 w 400125"/>
                <a:gd name="connsiteY5" fmla="*/ 296144 h 297035"/>
                <a:gd name="connsiteX6" fmla="*/ 37648 w 400125"/>
                <a:gd name="connsiteY6" fmla="*/ 295664 h 297035"/>
                <a:gd name="connsiteX7" fmla="*/ 34013 w 400125"/>
                <a:gd name="connsiteY7" fmla="*/ 293675 h 297035"/>
                <a:gd name="connsiteX8" fmla="*/ 32504 w 400125"/>
                <a:gd name="connsiteY8" fmla="*/ 292715 h 297035"/>
                <a:gd name="connsiteX9" fmla="*/ 31338 w 400125"/>
                <a:gd name="connsiteY9" fmla="*/ 291755 h 297035"/>
                <a:gd name="connsiteX10" fmla="*/ 30173 w 400125"/>
                <a:gd name="connsiteY10" fmla="*/ 290726 h 297035"/>
                <a:gd name="connsiteX11" fmla="*/ 29144 w 400125"/>
                <a:gd name="connsiteY11" fmla="*/ 289697 h 297035"/>
                <a:gd name="connsiteX12" fmla="*/ 28115 w 400125"/>
                <a:gd name="connsiteY12" fmla="*/ 288531 h 297035"/>
                <a:gd name="connsiteX13" fmla="*/ 27155 w 400125"/>
                <a:gd name="connsiteY13" fmla="*/ 287365 h 297035"/>
                <a:gd name="connsiteX14" fmla="*/ 26469 w 400125"/>
                <a:gd name="connsiteY14" fmla="*/ 286337 h 297035"/>
                <a:gd name="connsiteX15" fmla="*/ 25441 w 400125"/>
                <a:gd name="connsiteY15" fmla="*/ 284691 h 297035"/>
                <a:gd name="connsiteX16" fmla="*/ 24755 w 400125"/>
                <a:gd name="connsiteY16" fmla="*/ 283525 h 297035"/>
                <a:gd name="connsiteX17" fmla="*/ 23040 w 400125"/>
                <a:gd name="connsiteY17" fmla="*/ 280027 h 297035"/>
                <a:gd name="connsiteX18" fmla="*/ 15565 w 400125"/>
                <a:gd name="connsiteY18" fmla="*/ 264323 h 297035"/>
                <a:gd name="connsiteX19" fmla="*/ 7815 w 400125"/>
                <a:gd name="connsiteY19" fmla="*/ 248000 h 297035"/>
                <a:gd name="connsiteX20" fmla="*/ 203 w 400125"/>
                <a:gd name="connsiteY20" fmla="*/ 231747 h 297035"/>
                <a:gd name="connsiteX21" fmla="*/ 1163 w 400125"/>
                <a:gd name="connsiteY21" fmla="*/ 229004 h 297035"/>
                <a:gd name="connsiteX22" fmla="*/ 3975 w 400125"/>
                <a:gd name="connsiteY22" fmla="*/ 229964 h 297035"/>
                <a:gd name="connsiteX23" fmla="*/ 11656 w 400125"/>
                <a:gd name="connsiteY23" fmla="*/ 246286 h 297035"/>
                <a:gd name="connsiteX24" fmla="*/ 19268 w 400125"/>
                <a:gd name="connsiteY24" fmla="*/ 262539 h 297035"/>
                <a:gd name="connsiteX25" fmla="*/ 26812 w 400125"/>
                <a:gd name="connsiteY25" fmla="*/ 278244 h 297035"/>
                <a:gd name="connsiteX26" fmla="*/ 27704 w 400125"/>
                <a:gd name="connsiteY26" fmla="*/ 280233 h 297035"/>
                <a:gd name="connsiteX27" fmla="*/ 27704 w 400125"/>
                <a:gd name="connsiteY27" fmla="*/ 280233 h 297035"/>
                <a:gd name="connsiteX28" fmla="*/ 28321 w 400125"/>
                <a:gd name="connsiteY28" fmla="*/ 281468 h 297035"/>
                <a:gd name="connsiteX29" fmla="*/ 29007 w 400125"/>
                <a:gd name="connsiteY29" fmla="*/ 282633 h 297035"/>
                <a:gd name="connsiteX30" fmla="*/ 29761 w 400125"/>
                <a:gd name="connsiteY30" fmla="*/ 283799 h 297035"/>
                <a:gd name="connsiteX31" fmla="*/ 30447 w 400125"/>
                <a:gd name="connsiteY31" fmla="*/ 284897 h 297035"/>
                <a:gd name="connsiteX32" fmla="*/ 31338 w 400125"/>
                <a:gd name="connsiteY32" fmla="*/ 285925 h 297035"/>
                <a:gd name="connsiteX33" fmla="*/ 32024 w 400125"/>
                <a:gd name="connsiteY33" fmla="*/ 286680 h 297035"/>
                <a:gd name="connsiteX34" fmla="*/ 33053 w 400125"/>
                <a:gd name="connsiteY34" fmla="*/ 287777 h 297035"/>
                <a:gd name="connsiteX35" fmla="*/ 34013 w 400125"/>
                <a:gd name="connsiteY35" fmla="*/ 288600 h 297035"/>
                <a:gd name="connsiteX36" fmla="*/ 35042 w 400125"/>
                <a:gd name="connsiteY36" fmla="*/ 289423 h 297035"/>
                <a:gd name="connsiteX37" fmla="*/ 36070 w 400125"/>
                <a:gd name="connsiteY37" fmla="*/ 290109 h 297035"/>
                <a:gd name="connsiteX38" fmla="*/ 39362 w 400125"/>
                <a:gd name="connsiteY38" fmla="*/ 291892 h 297035"/>
                <a:gd name="connsiteX39" fmla="*/ 40460 w 400125"/>
                <a:gd name="connsiteY39" fmla="*/ 292235 h 297035"/>
                <a:gd name="connsiteX40" fmla="*/ 41626 w 400125"/>
                <a:gd name="connsiteY40" fmla="*/ 292646 h 297035"/>
                <a:gd name="connsiteX41" fmla="*/ 42860 w 400125"/>
                <a:gd name="connsiteY41" fmla="*/ 292989 h 297035"/>
                <a:gd name="connsiteX42" fmla="*/ 44094 w 400125"/>
                <a:gd name="connsiteY42" fmla="*/ 292989 h 297035"/>
                <a:gd name="connsiteX43" fmla="*/ 46152 w 400125"/>
                <a:gd name="connsiteY43" fmla="*/ 292989 h 297035"/>
                <a:gd name="connsiteX44" fmla="*/ 50266 w 400125"/>
                <a:gd name="connsiteY44" fmla="*/ 292989 h 297035"/>
                <a:gd name="connsiteX45" fmla="*/ 52392 w 400125"/>
                <a:gd name="connsiteY45" fmla="*/ 292989 h 297035"/>
                <a:gd name="connsiteX46" fmla="*/ 54587 w 400125"/>
                <a:gd name="connsiteY46" fmla="*/ 292577 h 297035"/>
                <a:gd name="connsiteX47" fmla="*/ 56850 w 400125"/>
                <a:gd name="connsiteY47" fmla="*/ 292097 h 297035"/>
                <a:gd name="connsiteX48" fmla="*/ 59182 w 400125"/>
                <a:gd name="connsiteY48" fmla="*/ 291412 h 297035"/>
                <a:gd name="connsiteX49" fmla="*/ 61514 w 400125"/>
                <a:gd name="connsiteY49" fmla="*/ 290520 h 297035"/>
                <a:gd name="connsiteX50" fmla="*/ 65148 w 400125"/>
                <a:gd name="connsiteY50" fmla="*/ 288942 h 297035"/>
                <a:gd name="connsiteX51" fmla="*/ 67686 w 400125"/>
                <a:gd name="connsiteY51" fmla="*/ 287640 h 297035"/>
                <a:gd name="connsiteX52" fmla="*/ 67686 w 400125"/>
                <a:gd name="connsiteY52" fmla="*/ 287640 h 297035"/>
                <a:gd name="connsiteX53" fmla="*/ 68920 w 400125"/>
                <a:gd name="connsiteY53" fmla="*/ 287022 h 297035"/>
                <a:gd name="connsiteX54" fmla="*/ 328907 w 400125"/>
                <a:gd name="connsiteY54" fmla="*/ 136901 h 297035"/>
                <a:gd name="connsiteX55" fmla="*/ 334325 w 400125"/>
                <a:gd name="connsiteY55" fmla="*/ 133403 h 297035"/>
                <a:gd name="connsiteX56" fmla="*/ 337891 w 400125"/>
                <a:gd name="connsiteY56" fmla="*/ 130729 h 297035"/>
                <a:gd name="connsiteX57" fmla="*/ 341457 w 400125"/>
                <a:gd name="connsiteY57" fmla="*/ 127711 h 297035"/>
                <a:gd name="connsiteX58" fmla="*/ 343789 w 400125"/>
                <a:gd name="connsiteY58" fmla="*/ 125517 h 297035"/>
                <a:gd name="connsiteX59" fmla="*/ 346052 w 400125"/>
                <a:gd name="connsiteY59" fmla="*/ 123253 h 297035"/>
                <a:gd name="connsiteX60" fmla="*/ 348315 w 400125"/>
                <a:gd name="connsiteY60" fmla="*/ 120853 h 297035"/>
                <a:gd name="connsiteX61" fmla="*/ 350510 w 400125"/>
                <a:gd name="connsiteY61" fmla="*/ 118384 h 297035"/>
                <a:gd name="connsiteX62" fmla="*/ 352636 w 400125"/>
                <a:gd name="connsiteY62" fmla="*/ 115710 h 297035"/>
                <a:gd name="connsiteX63" fmla="*/ 354556 w 400125"/>
                <a:gd name="connsiteY63" fmla="*/ 113241 h 297035"/>
                <a:gd name="connsiteX64" fmla="*/ 356682 w 400125"/>
                <a:gd name="connsiteY64" fmla="*/ 110292 h 297035"/>
                <a:gd name="connsiteX65" fmla="*/ 358671 w 400125"/>
                <a:gd name="connsiteY65" fmla="*/ 107411 h 297035"/>
                <a:gd name="connsiteX66" fmla="*/ 362305 w 400125"/>
                <a:gd name="connsiteY66" fmla="*/ 101514 h 297035"/>
                <a:gd name="connsiteX67" fmla="*/ 363403 w 400125"/>
                <a:gd name="connsiteY67" fmla="*/ 99525 h 297035"/>
                <a:gd name="connsiteX68" fmla="*/ 364500 w 400125"/>
                <a:gd name="connsiteY68" fmla="*/ 97467 h 297035"/>
                <a:gd name="connsiteX69" fmla="*/ 366557 w 400125"/>
                <a:gd name="connsiteY69" fmla="*/ 93353 h 297035"/>
                <a:gd name="connsiteX70" fmla="*/ 367243 w 400125"/>
                <a:gd name="connsiteY70" fmla="*/ 91844 h 297035"/>
                <a:gd name="connsiteX71" fmla="*/ 367243 w 400125"/>
                <a:gd name="connsiteY71" fmla="*/ 91227 h 297035"/>
                <a:gd name="connsiteX72" fmla="*/ 368135 w 400125"/>
                <a:gd name="connsiteY72" fmla="*/ 89169 h 297035"/>
                <a:gd name="connsiteX73" fmla="*/ 370604 w 400125"/>
                <a:gd name="connsiteY73" fmla="*/ 82860 h 297035"/>
                <a:gd name="connsiteX74" fmla="*/ 371289 w 400125"/>
                <a:gd name="connsiteY74" fmla="*/ 80802 h 297035"/>
                <a:gd name="connsiteX75" fmla="*/ 371632 w 400125"/>
                <a:gd name="connsiteY75" fmla="*/ 79637 h 297035"/>
                <a:gd name="connsiteX76" fmla="*/ 371632 w 400125"/>
                <a:gd name="connsiteY76" fmla="*/ 78951 h 297035"/>
                <a:gd name="connsiteX77" fmla="*/ 383840 w 400125"/>
                <a:gd name="connsiteY77" fmla="*/ 40066 h 297035"/>
                <a:gd name="connsiteX78" fmla="*/ 396047 w 400125"/>
                <a:gd name="connsiteY78" fmla="*/ 1455 h 297035"/>
                <a:gd name="connsiteX79" fmla="*/ 398653 w 400125"/>
                <a:gd name="connsiteY79" fmla="*/ 84 h 297035"/>
                <a:gd name="connsiteX80" fmla="*/ 400040 w 400125"/>
                <a:gd name="connsiteY80" fmla="*/ 2641 h 297035"/>
                <a:gd name="connsiteX81" fmla="*/ 400025 w 400125"/>
                <a:gd name="connsiteY81" fmla="*/ 2690 h 297035"/>
                <a:gd name="connsiteX82" fmla="*/ 387817 w 400125"/>
                <a:gd name="connsiteY82" fmla="*/ 41369 h 297035"/>
                <a:gd name="connsiteX83" fmla="*/ 375679 w 400125"/>
                <a:gd name="connsiteY83" fmla="*/ 80048 h 297035"/>
                <a:gd name="connsiteX84" fmla="*/ 375679 w 400125"/>
                <a:gd name="connsiteY84" fmla="*/ 80802 h 297035"/>
                <a:gd name="connsiteX85" fmla="*/ 375267 w 400125"/>
                <a:gd name="connsiteY85" fmla="*/ 82105 h 297035"/>
                <a:gd name="connsiteX86" fmla="*/ 374581 w 400125"/>
                <a:gd name="connsiteY86" fmla="*/ 84231 h 297035"/>
                <a:gd name="connsiteX87" fmla="*/ 372044 w 400125"/>
                <a:gd name="connsiteY87" fmla="*/ 91089 h 297035"/>
                <a:gd name="connsiteX88" fmla="*/ 371084 w 400125"/>
                <a:gd name="connsiteY88" fmla="*/ 93284 h 297035"/>
                <a:gd name="connsiteX89" fmla="*/ 371084 w 400125"/>
                <a:gd name="connsiteY89" fmla="*/ 93901 h 297035"/>
                <a:gd name="connsiteX90" fmla="*/ 370329 w 400125"/>
                <a:gd name="connsiteY90" fmla="*/ 95547 h 297035"/>
                <a:gd name="connsiteX91" fmla="*/ 368272 w 400125"/>
                <a:gd name="connsiteY91" fmla="*/ 99730 h 297035"/>
                <a:gd name="connsiteX92" fmla="*/ 367106 w 400125"/>
                <a:gd name="connsiteY92" fmla="*/ 101856 h 297035"/>
                <a:gd name="connsiteX93" fmla="*/ 365940 w 400125"/>
                <a:gd name="connsiteY93" fmla="*/ 103914 h 297035"/>
                <a:gd name="connsiteX94" fmla="*/ 362237 w 400125"/>
                <a:gd name="connsiteY94" fmla="*/ 110017 h 297035"/>
                <a:gd name="connsiteX95" fmla="*/ 360180 w 400125"/>
                <a:gd name="connsiteY95" fmla="*/ 113035 h 297035"/>
                <a:gd name="connsiteX96" fmla="*/ 358122 w 400125"/>
                <a:gd name="connsiteY96" fmla="*/ 115915 h 297035"/>
                <a:gd name="connsiteX97" fmla="*/ 355996 w 400125"/>
                <a:gd name="connsiteY97" fmla="*/ 118659 h 297035"/>
                <a:gd name="connsiteX98" fmla="*/ 353733 w 400125"/>
                <a:gd name="connsiteY98" fmla="*/ 121402 h 297035"/>
                <a:gd name="connsiteX99" fmla="*/ 351607 w 400125"/>
                <a:gd name="connsiteY99" fmla="*/ 123802 h 297035"/>
                <a:gd name="connsiteX100" fmla="*/ 349138 w 400125"/>
                <a:gd name="connsiteY100" fmla="*/ 126477 h 297035"/>
                <a:gd name="connsiteX101" fmla="*/ 346738 w 400125"/>
                <a:gd name="connsiteY101" fmla="*/ 128877 h 297035"/>
                <a:gd name="connsiteX102" fmla="*/ 344338 w 400125"/>
                <a:gd name="connsiteY102" fmla="*/ 131140 h 297035"/>
                <a:gd name="connsiteX103" fmla="*/ 340566 w 400125"/>
                <a:gd name="connsiteY103" fmla="*/ 134295 h 297035"/>
                <a:gd name="connsiteX104" fmla="*/ 336794 w 400125"/>
                <a:gd name="connsiteY104" fmla="*/ 137175 h 297035"/>
                <a:gd name="connsiteX105" fmla="*/ 331033 w 400125"/>
                <a:gd name="connsiteY105" fmla="*/ 140878 h 297035"/>
                <a:gd name="connsiteX106" fmla="*/ 71938 w 400125"/>
                <a:gd name="connsiteY106" fmla="*/ 289629 h 297035"/>
                <a:gd name="connsiteX107" fmla="*/ 70909 w 400125"/>
                <a:gd name="connsiteY107" fmla="*/ 290246 h 297035"/>
                <a:gd name="connsiteX108" fmla="*/ 67000 w 400125"/>
                <a:gd name="connsiteY108" fmla="*/ 292303 h 297035"/>
                <a:gd name="connsiteX109" fmla="*/ 63160 w 400125"/>
                <a:gd name="connsiteY109" fmla="*/ 294018 h 297035"/>
                <a:gd name="connsiteX110" fmla="*/ 60553 w 400125"/>
                <a:gd name="connsiteY110" fmla="*/ 294909 h 297035"/>
                <a:gd name="connsiteX111" fmla="*/ 58016 w 400125"/>
                <a:gd name="connsiteY111" fmla="*/ 295664 h 297035"/>
                <a:gd name="connsiteX112" fmla="*/ 55479 w 400125"/>
                <a:gd name="connsiteY112" fmla="*/ 296281 h 297035"/>
                <a:gd name="connsiteX113" fmla="*/ 53010 w 400125"/>
                <a:gd name="connsiteY113" fmla="*/ 296692 h 297035"/>
                <a:gd name="connsiteX114" fmla="*/ 50609 w 400125"/>
                <a:gd name="connsiteY114" fmla="*/ 296692 h 29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400125" h="297035">
                  <a:moveTo>
                    <a:pt x="48141" y="297035"/>
                  </a:moveTo>
                  <a:lnTo>
                    <a:pt x="45809" y="297035"/>
                  </a:lnTo>
                  <a:lnTo>
                    <a:pt x="43408" y="297035"/>
                  </a:lnTo>
                  <a:lnTo>
                    <a:pt x="41968" y="296692"/>
                  </a:lnTo>
                  <a:lnTo>
                    <a:pt x="40871" y="296692"/>
                  </a:lnTo>
                  <a:lnTo>
                    <a:pt x="39088" y="296144"/>
                  </a:lnTo>
                  <a:lnTo>
                    <a:pt x="37648" y="295664"/>
                  </a:lnTo>
                  <a:lnTo>
                    <a:pt x="34013" y="293675"/>
                  </a:lnTo>
                  <a:lnTo>
                    <a:pt x="32504" y="292715"/>
                  </a:lnTo>
                  <a:lnTo>
                    <a:pt x="31338" y="291755"/>
                  </a:lnTo>
                  <a:lnTo>
                    <a:pt x="30173" y="290726"/>
                  </a:lnTo>
                  <a:lnTo>
                    <a:pt x="29144" y="289697"/>
                  </a:lnTo>
                  <a:lnTo>
                    <a:pt x="28115" y="288531"/>
                  </a:lnTo>
                  <a:lnTo>
                    <a:pt x="27155" y="287365"/>
                  </a:lnTo>
                  <a:cubicBezTo>
                    <a:pt x="27155" y="287365"/>
                    <a:pt x="26744" y="286680"/>
                    <a:pt x="26469" y="286337"/>
                  </a:cubicBezTo>
                  <a:cubicBezTo>
                    <a:pt x="26083" y="285816"/>
                    <a:pt x="25739" y="285266"/>
                    <a:pt x="25441" y="284691"/>
                  </a:cubicBezTo>
                  <a:cubicBezTo>
                    <a:pt x="25167" y="284330"/>
                    <a:pt x="24937" y="283939"/>
                    <a:pt x="24755" y="283525"/>
                  </a:cubicBezTo>
                  <a:lnTo>
                    <a:pt x="23040" y="280027"/>
                  </a:lnTo>
                  <a:cubicBezTo>
                    <a:pt x="20503" y="274815"/>
                    <a:pt x="18034" y="269535"/>
                    <a:pt x="15565" y="264323"/>
                  </a:cubicBezTo>
                  <a:cubicBezTo>
                    <a:pt x="13096" y="259110"/>
                    <a:pt x="10284" y="253213"/>
                    <a:pt x="7815" y="248000"/>
                  </a:cubicBezTo>
                  <a:cubicBezTo>
                    <a:pt x="5347" y="242788"/>
                    <a:pt x="3015" y="237645"/>
                    <a:pt x="203" y="231747"/>
                  </a:cubicBezTo>
                  <a:cubicBezTo>
                    <a:pt x="-288" y="230724"/>
                    <a:pt x="142" y="229497"/>
                    <a:pt x="1163" y="229004"/>
                  </a:cubicBezTo>
                  <a:cubicBezTo>
                    <a:pt x="2206" y="228507"/>
                    <a:pt x="3454" y="228933"/>
                    <a:pt x="3975" y="229964"/>
                  </a:cubicBezTo>
                  <a:cubicBezTo>
                    <a:pt x="6787" y="235862"/>
                    <a:pt x="9187" y="241074"/>
                    <a:pt x="11656" y="246286"/>
                  </a:cubicBezTo>
                  <a:lnTo>
                    <a:pt x="19268" y="262539"/>
                  </a:lnTo>
                  <a:cubicBezTo>
                    <a:pt x="21737" y="267820"/>
                    <a:pt x="24275" y="273032"/>
                    <a:pt x="26812" y="278244"/>
                  </a:cubicBezTo>
                  <a:lnTo>
                    <a:pt x="27704" y="280233"/>
                  </a:lnTo>
                  <a:lnTo>
                    <a:pt x="27704" y="280233"/>
                  </a:lnTo>
                  <a:lnTo>
                    <a:pt x="28321" y="281468"/>
                  </a:lnTo>
                  <a:cubicBezTo>
                    <a:pt x="28530" y="281868"/>
                    <a:pt x="28759" y="282257"/>
                    <a:pt x="29007" y="282633"/>
                  </a:cubicBezTo>
                  <a:cubicBezTo>
                    <a:pt x="29227" y="283041"/>
                    <a:pt x="29479" y="283431"/>
                    <a:pt x="29761" y="283799"/>
                  </a:cubicBezTo>
                  <a:lnTo>
                    <a:pt x="30447" y="284897"/>
                  </a:lnTo>
                  <a:lnTo>
                    <a:pt x="31338" y="285925"/>
                  </a:lnTo>
                  <a:cubicBezTo>
                    <a:pt x="31532" y="286207"/>
                    <a:pt x="31762" y="286460"/>
                    <a:pt x="32024" y="286680"/>
                  </a:cubicBezTo>
                  <a:lnTo>
                    <a:pt x="33053" y="287777"/>
                  </a:lnTo>
                  <a:cubicBezTo>
                    <a:pt x="33338" y="288089"/>
                    <a:pt x="33660" y="288366"/>
                    <a:pt x="34013" y="288600"/>
                  </a:cubicBezTo>
                  <a:cubicBezTo>
                    <a:pt x="34339" y="288895"/>
                    <a:pt x="34683" y="289169"/>
                    <a:pt x="35042" y="289423"/>
                  </a:cubicBezTo>
                  <a:lnTo>
                    <a:pt x="36070" y="290109"/>
                  </a:lnTo>
                  <a:lnTo>
                    <a:pt x="39362" y="291892"/>
                  </a:lnTo>
                  <a:lnTo>
                    <a:pt x="40460" y="292235"/>
                  </a:lnTo>
                  <a:cubicBezTo>
                    <a:pt x="40824" y="292432"/>
                    <a:pt x="41218" y="292571"/>
                    <a:pt x="41626" y="292646"/>
                  </a:cubicBezTo>
                  <a:lnTo>
                    <a:pt x="42860" y="292989"/>
                  </a:lnTo>
                  <a:lnTo>
                    <a:pt x="44094" y="292989"/>
                  </a:lnTo>
                  <a:lnTo>
                    <a:pt x="46152" y="292989"/>
                  </a:lnTo>
                  <a:cubicBezTo>
                    <a:pt x="47520" y="293129"/>
                    <a:pt x="48898" y="293129"/>
                    <a:pt x="50266" y="292989"/>
                  </a:cubicBezTo>
                  <a:lnTo>
                    <a:pt x="52392" y="292989"/>
                  </a:lnTo>
                  <a:lnTo>
                    <a:pt x="54587" y="292577"/>
                  </a:lnTo>
                  <a:lnTo>
                    <a:pt x="56850" y="292097"/>
                  </a:lnTo>
                  <a:lnTo>
                    <a:pt x="59182" y="291412"/>
                  </a:lnTo>
                  <a:lnTo>
                    <a:pt x="61514" y="290520"/>
                  </a:lnTo>
                  <a:cubicBezTo>
                    <a:pt x="62748" y="290040"/>
                    <a:pt x="63914" y="289560"/>
                    <a:pt x="65148" y="288942"/>
                  </a:cubicBezTo>
                  <a:lnTo>
                    <a:pt x="67686" y="287640"/>
                  </a:lnTo>
                  <a:lnTo>
                    <a:pt x="67686" y="287640"/>
                  </a:lnTo>
                  <a:lnTo>
                    <a:pt x="68920" y="287022"/>
                  </a:lnTo>
                  <a:lnTo>
                    <a:pt x="328907" y="136901"/>
                  </a:lnTo>
                  <a:cubicBezTo>
                    <a:pt x="330690" y="135872"/>
                    <a:pt x="332473" y="134706"/>
                    <a:pt x="334325" y="133403"/>
                  </a:cubicBezTo>
                  <a:cubicBezTo>
                    <a:pt x="336177" y="132100"/>
                    <a:pt x="336725" y="131689"/>
                    <a:pt x="337891" y="130729"/>
                  </a:cubicBezTo>
                  <a:lnTo>
                    <a:pt x="341457" y="127711"/>
                  </a:lnTo>
                  <a:lnTo>
                    <a:pt x="343789" y="125517"/>
                  </a:lnTo>
                  <a:lnTo>
                    <a:pt x="346052" y="123253"/>
                  </a:lnTo>
                  <a:lnTo>
                    <a:pt x="348315" y="120853"/>
                  </a:lnTo>
                  <a:lnTo>
                    <a:pt x="350510" y="118384"/>
                  </a:lnTo>
                  <a:cubicBezTo>
                    <a:pt x="351264" y="117492"/>
                    <a:pt x="352018" y="116601"/>
                    <a:pt x="352636" y="115710"/>
                  </a:cubicBezTo>
                  <a:cubicBezTo>
                    <a:pt x="353253" y="114818"/>
                    <a:pt x="353939" y="114063"/>
                    <a:pt x="354556" y="113241"/>
                  </a:cubicBezTo>
                  <a:cubicBezTo>
                    <a:pt x="355173" y="112418"/>
                    <a:pt x="356065" y="111183"/>
                    <a:pt x="356682" y="110292"/>
                  </a:cubicBezTo>
                  <a:cubicBezTo>
                    <a:pt x="357299" y="109400"/>
                    <a:pt x="358054" y="108372"/>
                    <a:pt x="358671" y="107411"/>
                  </a:cubicBezTo>
                  <a:lnTo>
                    <a:pt x="362305" y="101514"/>
                  </a:lnTo>
                  <a:lnTo>
                    <a:pt x="363403" y="99525"/>
                  </a:lnTo>
                  <a:cubicBezTo>
                    <a:pt x="363814" y="98839"/>
                    <a:pt x="364157" y="98153"/>
                    <a:pt x="364500" y="97467"/>
                  </a:cubicBezTo>
                  <a:lnTo>
                    <a:pt x="366557" y="93353"/>
                  </a:lnTo>
                  <a:cubicBezTo>
                    <a:pt x="366557" y="92804"/>
                    <a:pt x="367038" y="92324"/>
                    <a:pt x="367243" y="91844"/>
                  </a:cubicBezTo>
                  <a:lnTo>
                    <a:pt x="367243" y="91227"/>
                  </a:lnTo>
                  <a:lnTo>
                    <a:pt x="368135" y="89169"/>
                  </a:lnTo>
                  <a:lnTo>
                    <a:pt x="370604" y="82860"/>
                  </a:lnTo>
                  <a:cubicBezTo>
                    <a:pt x="370604" y="82174"/>
                    <a:pt x="371015" y="81488"/>
                    <a:pt x="371289" y="80802"/>
                  </a:cubicBezTo>
                  <a:cubicBezTo>
                    <a:pt x="371564" y="80117"/>
                    <a:pt x="371289" y="79979"/>
                    <a:pt x="371632" y="79637"/>
                  </a:cubicBezTo>
                  <a:lnTo>
                    <a:pt x="371632" y="78951"/>
                  </a:lnTo>
                  <a:cubicBezTo>
                    <a:pt x="375816" y="65235"/>
                    <a:pt x="379862" y="52685"/>
                    <a:pt x="383840" y="40066"/>
                  </a:cubicBezTo>
                  <a:cubicBezTo>
                    <a:pt x="387817" y="27447"/>
                    <a:pt x="391863" y="15103"/>
                    <a:pt x="396047" y="1455"/>
                  </a:cubicBezTo>
                  <a:cubicBezTo>
                    <a:pt x="396407" y="373"/>
                    <a:pt x="397557" y="-232"/>
                    <a:pt x="398653" y="84"/>
                  </a:cubicBezTo>
                  <a:cubicBezTo>
                    <a:pt x="399742" y="407"/>
                    <a:pt x="400363" y="1552"/>
                    <a:pt x="400040" y="2641"/>
                  </a:cubicBezTo>
                  <a:cubicBezTo>
                    <a:pt x="400035" y="2657"/>
                    <a:pt x="400030" y="2674"/>
                    <a:pt x="400025" y="2690"/>
                  </a:cubicBezTo>
                  <a:cubicBezTo>
                    <a:pt x="395841" y="16406"/>
                    <a:pt x="391863" y="28819"/>
                    <a:pt x="387817" y="41369"/>
                  </a:cubicBezTo>
                  <a:cubicBezTo>
                    <a:pt x="383771" y="53919"/>
                    <a:pt x="379862" y="66401"/>
                    <a:pt x="375679" y="80048"/>
                  </a:cubicBezTo>
                  <a:lnTo>
                    <a:pt x="375679" y="80802"/>
                  </a:lnTo>
                  <a:cubicBezTo>
                    <a:pt x="375572" y="81246"/>
                    <a:pt x="375434" y="81681"/>
                    <a:pt x="375267" y="82105"/>
                  </a:cubicBezTo>
                  <a:cubicBezTo>
                    <a:pt x="375267" y="82723"/>
                    <a:pt x="374856" y="83546"/>
                    <a:pt x="374581" y="84231"/>
                  </a:cubicBezTo>
                  <a:lnTo>
                    <a:pt x="372044" y="91089"/>
                  </a:lnTo>
                  <a:cubicBezTo>
                    <a:pt x="371766" y="91838"/>
                    <a:pt x="371445" y="92571"/>
                    <a:pt x="371084" y="93284"/>
                  </a:cubicBezTo>
                  <a:lnTo>
                    <a:pt x="371084" y="93901"/>
                  </a:lnTo>
                  <a:cubicBezTo>
                    <a:pt x="370861" y="94463"/>
                    <a:pt x="370609" y="95012"/>
                    <a:pt x="370329" y="95547"/>
                  </a:cubicBezTo>
                  <a:lnTo>
                    <a:pt x="368272" y="99730"/>
                  </a:lnTo>
                  <a:lnTo>
                    <a:pt x="367106" y="101856"/>
                  </a:lnTo>
                  <a:lnTo>
                    <a:pt x="365940" y="103914"/>
                  </a:lnTo>
                  <a:lnTo>
                    <a:pt x="362237" y="110017"/>
                  </a:lnTo>
                  <a:lnTo>
                    <a:pt x="360180" y="113035"/>
                  </a:lnTo>
                  <a:lnTo>
                    <a:pt x="358122" y="115915"/>
                  </a:lnTo>
                  <a:lnTo>
                    <a:pt x="355996" y="118659"/>
                  </a:lnTo>
                  <a:lnTo>
                    <a:pt x="353733" y="121402"/>
                  </a:lnTo>
                  <a:lnTo>
                    <a:pt x="351607" y="123802"/>
                  </a:lnTo>
                  <a:lnTo>
                    <a:pt x="349138" y="126477"/>
                  </a:lnTo>
                  <a:lnTo>
                    <a:pt x="346738" y="128877"/>
                  </a:lnTo>
                  <a:lnTo>
                    <a:pt x="344338" y="131140"/>
                  </a:lnTo>
                  <a:lnTo>
                    <a:pt x="340566" y="134295"/>
                  </a:lnTo>
                  <a:cubicBezTo>
                    <a:pt x="339331" y="135324"/>
                    <a:pt x="338097" y="136284"/>
                    <a:pt x="336794" y="137175"/>
                  </a:cubicBezTo>
                  <a:cubicBezTo>
                    <a:pt x="334948" y="138521"/>
                    <a:pt x="333024" y="139758"/>
                    <a:pt x="331033" y="140878"/>
                  </a:cubicBezTo>
                  <a:lnTo>
                    <a:pt x="71938" y="289629"/>
                  </a:lnTo>
                  <a:lnTo>
                    <a:pt x="70909" y="290246"/>
                  </a:lnTo>
                  <a:lnTo>
                    <a:pt x="67000" y="292303"/>
                  </a:lnTo>
                  <a:cubicBezTo>
                    <a:pt x="65697" y="292920"/>
                    <a:pt x="64463" y="293538"/>
                    <a:pt x="63160" y="294018"/>
                  </a:cubicBezTo>
                  <a:lnTo>
                    <a:pt x="60553" y="294909"/>
                  </a:lnTo>
                  <a:cubicBezTo>
                    <a:pt x="59728" y="295224"/>
                    <a:pt x="58879" y="295476"/>
                    <a:pt x="58016" y="295664"/>
                  </a:cubicBezTo>
                  <a:cubicBezTo>
                    <a:pt x="57190" y="295942"/>
                    <a:pt x="56340" y="296148"/>
                    <a:pt x="55479" y="296281"/>
                  </a:cubicBezTo>
                  <a:lnTo>
                    <a:pt x="53010" y="296692"/>
                  </a:lnTo>
                  <a:cubicBezTo>
                    <a:pt x="52211" y="296762"/>
                    <a:pt x="51408" y="296762"/>
                    <a:pt x="50609" y="296692"/>
                  </a:cubicBezTo>
                  <a:close/>
                </a:path>
              </a:pathLst>
            </a:custGeom>
            <a:solidFill>
              <a:srgbClr val="CBD1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38" name="Graphic 9">
              <a:extLst>
                <a:ext uri="{FF2B5EF4-FFF2-40B4-BE49-F238E27FC236}">
                  <a16:creationId xmlns:a16="http://schemas.microsoft.com/office/drawing/2014/main" id="{2809D067-EBFD-2C74-CABA-6922402FF490}"/>
                </a:ext>
              </a:extLst>
            </p:cNvPr>
            <p:cNvGrpSpPr/>
            <p:nvPr/>
          </p:nvGrpSpPr>
          <p:grpSpPr>
            <a:xfrm>
              <a:off x="4805373" y="4475530"/>
              <a:ext cx="3027532" cy="1715391"/>
              <a:chOff x="4805373" y="4475530"/>
              <a:chExt cx="3027532" cy="1715391"/>
            </a:xfrm>
          </p:grpSpPr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F1710070-2230-A0E9-8094-D1E277C6610B}"/>
                  </a:ext>
                </a:extLst>
              </p:cNvPr>
              <p:cNvSpPr/>
              <p:nvPr/>
            </p:nvSpPr>
            <p:spPr>
              <a:xfrm>
                <a:off x="4869426" y="4479919"/>
                <a:ext cx="2963478" cy="1711002"/>
              </a:xfrm>
              <a:custGeom>
                <a:avLst/>
                <a:gdLst>
                  <a:gd name="connsiteX0" fmla="*/ 2963479 w 2963478"/>
                  <a:gd name="connsiteY0" fmla="*/ 1002297 h 1711002"/>
                  <a:gd name="connsiteX1" fmla="*/ 1735966 w 2963478"/>
                  <a:gd name="connsiteY1" fmla="*/ 1711002 h 1711002"/>
                  <a:gd name="connsiteX2" fmla="*/ 0 w 2963478"/>
                  <a:gd name="connsiteY2" fmla="*/ 708706 h 1711002"/>
                  <a:gd name="connsiteX3" fmla="*/ 1227445 w 2963478"/>
                  <a:gd name="connsiteY3" fmla="*/ 0 h 1711002"/>
                  <a:gd name="connsiteX4" fmla="*/ 2963479 w 2963478"/>
                  <a:gd name="connsiteY4" fmla="*/ 1002297 h 1711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63478" h="1711002">
                    <a:moveTo>
                      <a:pt x="2963479" y="1002297"/>
                    </a:moveTo>
                    <a:lnTo>
                      <a:pt x="1735966" y="1711002"/>
                    </a:lnTo>
                    <a:lnTo>
                      <a:pt x="0" y="708706"/>
                    </a:lnTo>
                    <a:lnTo>
                      <a:pt x="1227445" y="0"/>
                    </a:lnTo>
                    <a:lnTo>
                      <a:pt x="2963479" y="1002297"/>
                    </a:lnTo>
                    <a:close/>
                  </a:path>
                </a:pathLst>
              </a:custGeom>
              <a:solidFill>
                <a:srgbClr val="9EBAEF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12748A65-8B33-2F26-9039-0AB8F48A7694}"/>
                  </a:ext>
                </a:extLst>
              </p:cNvPr>
              <p:cNvSpPr/>
              <p:nvPr/>
            </p:nvSpPr>
            <p:spPr>
              <a:xfrm>
                <a:off x="4805373" y="4475530"/>
                <a:ext cx="2963547" cy="1711002"/>
              </a:xfrm>
              <a:custGeom>
                <a:avLst/>
                <a:gdLst>
                  <a:gd name="connsiteX0" fmla="*/ 2963547 w 2963547"/>
                  <a:gd name="connsiteY0" fmla="*/ 1002297 h 1711002"/>
                  <a:gd name="connsiteX1" fmla="*/ 1736034 w 2963547"/>
                  <a:gd name="connsiteY1" fmla="*/ 1711003 h 1711002"/>
                  <a:gd name="connsiteX2" fmla="*/ 0 w 2963547"/>
                  <a:gd name="connsiteY2" fmla="*/ 708706 h 1711002"/>
                  <a:gd name="connsiteX3" fmla="*/ 1227514 w 2963547"/>
                  <a:gd name="connsiteY3" fmla="*/ 0 h 1711002"/>
                  <a:gd name="connsiteX4" fmla="*/ 2963547 w 2963547"/>
                  <a:gd name="connsiteY4" fmla="*/ 1002297 h 1711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63547" h="1711002">
                    <a:moveTo>
                      <a:pt x="2963547" y="1002297"/>
                    </a:moveTo>
                    <a:lnTo>
                      <a:pt x="1736034" y="1711003"/>
                    </a:lnTo>
                    <a:lnTo>
                      <a:pt x="0" y="708706"/>
                    </a:lnTo>
                    <a:lnTo>
                      <a:pt x="1227514" y="0"/>
                    </a:lnTo>
                    <a:lnTo>
                      <a:pt x="2963547" y="1002297"/>
                    </a:lnTo>
                    <a:close/>
                  </a:path>
                </a:pathLst>
              </a:custGeom>
              <a:solidFill>
                <a:srgbClr val="F5F5F5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92FB767C-A650-4B5A-77BC-C79108E1215F}"/>
                  </a:ext>
                </a:extLst>
              </p:cNvPr>
              <p:cNvSpPr/>
              <p:nvPr/>
            </p:nvSpPr>
            <p:spPr>
              <a:xfrm>
                <a:off x="5513873" y="4621400"/>
                <a:ext cx="642937" cy="371223"/>
              </a:xfrm>
              <a:custGeom>
                <a:avLst/>
                <a:gdLst>
                  <a:gd name="connsiteX0" fmla="*/ 642938 w 642937"/>
                  <a:gd name="connsiteY0" fmla="*/ 18037 h 371223"/>
                  <a:gd name="connsiteX1" fmla="*/ 31135 w 642937"/>
                  <a:gd name="connsiteY1" fmla="*/ 371224 h 371223"/>
                  <a:gd name="connsiteX2" fmla="*/ 0 w 642937"/>
                  <a:gd name="connsiteY2" fmla="*/ 353256 h 371223"/>
                  <a:gd name="connsiteX3" fmla="*/ 611733 w 642937"/>
                  <a:gd name="connsiteY3" fmla="*/ 0 h 371223"/>
                  <a:gd name="connsiteX4" fmla="*/ 642938 w 642937"/>
                  <a:gd name="connsiteY4" fmla="*/ 18037 h 371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2937" h="371223">
                    <a:moveTo>
                      <a:pt x="642938" y="18037"/>
                    </a:moveTo>
                    <a:lnTo>
                      <a:pt x="31135" y="371224"/>
                    </a:lnTo>
                    <a:lnTo>
                      <a:pt x="0" y="353256"/>
                    </a:lnTo>
                    <a:lnTo>
                      <a:pt x="611733" y="0"/>
                    </a:lnTo>
                    <a:lnTo>
                      <a:pt x="642938" y="180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1982D243-980E-3F2E-66CC-DE028D1582E6}"/>
                  </a:ext>
                </a:extLst>
              </p:cNvPr>
              <p:cNvSpPr/>
              <p:nvPr/>
            </p:nvSpPr>
            <p:spPr>
              <a:xfrm>
                <a:off x="5892366" y="5091927"/>
                <a:ext cx="240304" cy="138737"/>
              </a:xfrm>
              <a:custGeom>
                <a:avLst/>
                <a:gdLst>
                  <a:gd name="connsiteX0" fmla="*/ 240304 w 240304"/>
                  <a:gd name="connsiteY0" fmla="*/ 18037 h 138737"/>
                  <a:gd name="connsiteX1" fmla="*/ 31204 w 240304"/>
                  <a:gd name="connsiteY1" fmla="*/ 138738 h 138737"/>
                  <a:gd name="connsiteX2" fmla="*/ 0 w 240304"/>
                  <a:gd name="connsiteY2" fmla="*/ 120770 h 138737"/>
                  <a:gd name="connsiteX3" fmla="*/ 209169 w 240304"/>
                  <a:gd name="connsiteY3" fmla="*/ 0 h 138737"/>
                  <a:gd name="connsiteX4" fmla="*/ 240304 w 240304"/>
                  <a:gd name="connsiteY4" fmla="*/ 18037 h 138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304" h="138737">
                    <a:moveTo>
                      <a:pt x="240304" y="18037"/>
                    </a:moveTo>
                    <a:lnTo>
                      <a:pt x="31204" y="138738"/>
                    </a:lnTo>
                    <a:lnTo>
                      <a:pt x="0" y="120770"/>
                    </a:lnTo>
                    <a:lnTo>
                      <a:pt x="209169" y="0"/>
                    </a:lnTo>
                    <a:lnTo>
                      <a:pt x="240304" y="18037"/>
                    </a:lnTo>
                    <a:close/>
                  </a:path>
                </a:pathLst>
              </a:custGeom>
              <a:solidFill>
                <a:srgbClr val="C7CE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8D29B5D6-BC14-44E0-7F55-19EC9613C075}"/>
                  </a:ext>
                </a:extLst>
              </p:cNvPr>
              <p:cNvSpPr/>
              <p:nvPr/>
            </p:nvSpPr>
            <p:spPr>
              <a:xfrm>
                <a:off x="6873128" y="5658192"/>
                <a:ext cx="234543" cy="135376"/>
              </a:xfrm>
              <a:custGeom>
                <a:avLst/>
                <a:gdLst>
                  <a:gd name="connsiteX0" fmla="*/ 234544 w 234543"/>
                  <a:gd name="connsiteY0" fmla="*/ 14676 h 135376"/>
                  <a:gd name="connsiteX1" fmla="*/ 25443 w 234543"/>
                  <a:gd name="connsiteY1" fmla="*/ 135377 h 135376"/>
                  <a:gd name="connsiteX2" fmla="*/ 0 w 234543"/>
                  <a:gd name="connsiteY2" fmla="*/ 120701 h 135376"/>
                  <a:gd name="connsiteX3" fmla="*/ 209101 w 234543"/>
                  <a:gd name="connsiteY3" fmla="*/ 0 h 135376"/>
                  <a:gd name="connsiteX4" fmla="*/ 234544 w 234543"/>
                  <a:gd name="connsiteY4" fmla="*/ 14676 h 135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4543" h="135376">
                    <a:moveTo>
                      <a:pt x="234544" y="14676"/>
                    </a:moveTo>
                    <a:lnTo>
                      <a:pt x="25443" y="135377"/>
                    </a:lnTo>
                    <a:lnTo>
                      <a:pt x="0" y="120701"/>
                    </a:lnTo>
                    <a:lnTo>
                      <a:pt x="209101" y="0"/>
                    </a:lnTo>
                    <a:lnTo>
                      <a:pt x="234544" y="14676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B90AF92B-9C68-7F5E-1E6D-68DCA70A2CAC}"/>
                  </a:ext>
                </a:extLst>
              </p:cNvPr>
              <p:cNvSpPr/>
              <p:nvPr/>
            </p:nvSpPr>
            <p:spPr>
              <a:xfrm>
                <a:off x="5888594" y="4547882"/>
                <a:ext cx="125227" cy="72283"/>
              </a:xfrm>
              <a:custGeom>
                <a:avLst/>
                <a:gdLst>
                  <a:gd name="connsiteX0" fmla="*/ 125227 w 125227"/>
                  <a:gd name="connsiteY0" fmla="*/ 8984 h 72283"/>
                  <a:gd name="connsiteX1" fmla="*/ 15568 w 125227"/>
                  <a:gd name="connsiteY1" fmla="*/ 72283 h 72283"/>
                  <a:gd name="connsiteX2" fmla="*/ 0 w 125227"/>
                  <a:gd name="connsiteY2" fmla="*/ 63299 h 72283"/>
                  <a:gd name="connsiteX3" fmla="*/ 109659 w 125227"/>
                  <a:gd name="connsiteY3" fmla="*/ 0 h 72283"/>
                  <a:gd name="connsiteX4" fmla="*/ 125227 w 125227"/>
                  <a:gd name="connsiteY4" fmla="*/ 8984 h 72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227" h="72283">
                    <a:moveTo>
                      <a:pt x="125227" y="8984"/>
                    </a:moveTo>
                    <a:lnTo>
                      <a:pt x="15568" y="72283"/>
                    </a:lnTo>
                    <a:lnTo>
                      <a:pt x="0" y="63299"/>
                    </a:lnTo>
                    <a:lnTo>
                      <a:pt x="109659" y="0"/>
                    </a:lnTo>
                    <a:lnTo>
                      <a:pt x="125227" y="8984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7FE04E21-F098-6AA5-C8E7-2809440948D1}"/>
                  </a:ext>
                </a:extLst>
              </p:cNvPr>
              <p:cNvSpPr/>
              <p:nvPr/>
            </p:nvSpPr>
            <p:spPr>
              <a:xfrm>
                <a:off x="5581355" y="4660422"/>
                <a:ext cx="643006" cy="371223"/>
              </a:xfrm>
              <a:custGeom>
                <a:avLst/>
                <a:gdLst>
                  <a:gd name="connsiteX0" fmla="*/ 643006 w 643006"/>
                  <a:gd name="connsiteY0" fmla="*/ 17968 h 371223"/>
                  <a:gd name="connsiteX1" fmla="*/ 31204 w 643006"/>
                  <a:gd name="connsiteY1" fmla="*/ 371224 h 371223"/>
                  <a:gd name="connsiteX2" fmla="*/ 0 w 643006"/>
                  <a:gd name="connsiteY2" fmla="*/ 353256 h 371223"/>
                  <a:gd name="connsiteX3" fmla="*/ 611802 w 643006"/>
                  <a:gd name="connsiteY3" fmla="*/ 0 h 371223"/>
                  <a:gd name="connsiteX4" fmla="*/ 643006 w 643006"/>
                  <a:gd name="connsiteY4" fmla="*/ 17968 h 371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3006" h="371223">
                    <a:moveTo>
                      <a:pt x="643006" y="17968"/>
                    </a:moveTo>
                    <a:lnTo>
                      <a:pt x="31204" y="371224"/>
                    </a:lnTo>
                    <a:lnTo>
                      <a:pt x="0" y="353256"/>
                    </a:lnTo>
                    <a:lnTo>
                      <a:pt x="611802" y="0"/>
                    </a:lnTo>
                    <a:lnTo>
                      <a:pt x="643006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56F1EB0-6D82-5B7D-8676-EC46BFCAF421}"/>
                  </a:ext>
                </a:extLst>
              </p:cNvPr>
              <p:cNvSpPr/>
              <p:nvPr/>
            </p:nvSpPr>
            <p:spPr>
              <a:xfrm>
                <a:off x="6296988" y="4997081"/>
                <a:ext cx="510509" cy="294756"/>
              </a:xfrm>
              <a:custGeom>
                <a:avLst/>
                <a:gdLst>
                  <a:gd name="connsiteX0" fmla="*/ 510509 w 510509"/>
                  <a:gd name="connsiteY0" fmla="*/ 17968 h 294756"/>
                  <a:gd name="connsiteX1" fmla="*/ 31204 w 510509"/>
                  <a:gd name="connsiteY1" fmla="*/ 294757 h 294756"/>
                  <a:gd name="connsiteX2" fmla="*/ 0 w 510509"/>
                  <a:gd name="connsiteY2" fmla="*/ 276720 h 294756"/>
                  <a:gd name="connsiteX3" fmla="*/ 479305 w 510509"/>
                  <a:gd name="connsiteY3" fmla="*/ 0 h 294756"/>
                  <a:gd name="connsiteX4" fmla="*/ 510509 w 510509"/>
                  <a:gd name="connsiteY4" fmla="*/ 17968 h 294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0509" h="294756">
                    <a:moveTo>
                      <a:pt x="510509" y="17968"/>
                    </a:moveTo>
                    <a:lnTo>
                      <a:pt x="31204" y="294757"/>
                    </a:lnTo>
                    <a:lnTo>
                      <a:pt x="0" y="276720"/>
                    </a:lnTo>
                    <a:lnTo>
                      <a:pt x="479305" y="0"/>
                    </a:lnTo>
                    <a:lnTo>
                      <a:pt x="510509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158485C0-24EE-3DD7-D80A-7359509F0C24}"/>
                  </a:ext>
                </a:extLst>
              </p:cNvPr>
              <p:cNvSpPr/>
              <p:nvPr/>
            </p:nvSpPr>
            <p:spPr>
              <a:xfrm>
                <a:off x="6359327" y="5033086"/>
                <a:ext cx="510509" cy="294756"/>
              </a:xfrm>
              <a:custGeom>
                <a:avLst/>
                <a:gdLst>
                  <a:gd name="connsiteX0" fmla="*/ 510510 w 510509"/>
                  <a:gd name="connsiteY0" fmla="*/ 17968 h 294756"/>
                  <a:gd name="connsiteX1" fmla="*/ 31204 w 510509"/>
                  <a:gd name="connsiteY1" fmla="*/ 294757 h 294756"/>
                  <a:gd name="connsiteX2" fmla="*/ 0 w 510509"/>
                  <a:gd name="connsiteY2" fmla="*/ 276720 h 294756"/>
                  <a:gd name="connsiteX3" fmla="*/ 479306 w 510509"/>
                  <a:gd name="connsiteY3" fmla="*/ 0 h 294756"/>
                  <a:gd name="connsiteX4" fmla="*/ 510510 w 510509"/>
                  <a:gd name="connsiteY4" fmla="*/ 17968 h 294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0509" h="294756">
                    <a:moveTo>
                      <a:pt x="510510" y="17968"/>
                    </a:moveTo>
                    <a:lnTo>
                      <a:pt x="31204" y="294757"/>
                    </a:lnTo>
                    <a:lnTo>
                      <a:pt x="0" y="276720"/>
                    </a:lnTo>
                    <a:lnTo>
                      <a:pt x="479306" y="0"/>
                    </a:lnTo>
                    <a:lnTo>
                      <a:pt x="510510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F852F072-AA9D-8B4A-4067-870409C7F407}"/>
                  </a:ext>
                </a:extLst>
              </p:cNvPr>
              <p:cNvSpPr/>
              <p:nvPr/>
            </p:nvSpPr>
            <p:spPr>
              <a:xfrm>
                <a:off x="6421735" y="5069090"/>
                <a:ext cx="510441" cy="294688"/>
              </a:xfrm>
              <a:custGeom>
                <a:avLst/>
                <a:gdLst>
                  <a:gd name="connsiteX0" fmla="*/ 510441 w 510441"/>
                  <a:gd name="connsiteY0" fmla="*/ 17968 h 294688"/>
                  <a:gd name="connsiteX1" fmla="*/ 31136 w 510441"/>
                  <a:gd name="connsiteY1" fmla="*/ 294688 h 294688"/>
                  <a:gd name="connsiteX2" fmla="*/ 0 w 510441"/>
                  <a:gd name="connsiteY2" fmla="*/ 276720 h 294688"/>
                  <a:gd name="connsiteX3" fmla="*/ 479306 w 510441"/>
                  <a:gd name="connsiteY3" fmla="*/ 0 h 294688"/>
                  <a:gd name="connsiteX4" fmla="*/ 510441 w 510441"/>
                  <a:gd name="connsiteY4" fmla="*/ 17968 h 29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0441" h="294688">
                    <a:moveTo>
                      <a:pt x="510441" y="17968"/>
                    </a:moveTo>
                    <a:lnTo>
                      <a:pt x="31136" y="294688"/>
                    </a:lnTo>
                    <a:lnTo>
                      <a:pt x="0" y="276720"/>
                    </a:lnTo>
                    <a:lnTo>
                      <a:pt x="479306" y="0"/>
                    </a:lnTo>
                    <a:lnTo>
                      <a:pt x="510441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127BC740-0DB5-4F15-8CEB-90438780DB59}"/>
                  </a:ext>
                </a:extLst>
              </p:cNvPr>
              <p:cNvSpPr/>
              <p:nvPr/>
            </p:nvSpPr>
            <p:spPr>
              <a:xfrm>
                <a:off x="6092894" y="5189722"/>
                <a:ext cx="1048176" cy="605149"/>
              </a:xfrm>
              <a:custGeom>
                <a:avLst/>
                <a:gdLst>
                  <a:gd name="connsiteX0" fmla="*/ 1048177 w 1048176"/>
                  <a:gd name="connsiteY0" fmla="*/ 17968 h 605149"/>
                  <a:gd name="connsiteX1" fmla="*/ 31135 w 1048176"/>
                  <a:gd name="connsiteY1" fmla="*/ 605150 h 605149"/>
                  <a:gd name="connsiteX2" fmla="*/ 0 w 1048176"/>
                  <a:gd name="connsiteY2" fmla="*/ 587182 h 605149"/>
                  <a:gd name="connsiteX3" fmla="*/ 1017041 w 1048176"/>
                  <a:gd name="connsiteY3" fmla="*/ 0 h 605149"/>
                  <a:gd name="connsiteX4" fmla="*/ 1048177 w 1048176"/>
                  <a:gd name="connsiteY4" fmla="*/ 17968 h 605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8176" h="605149">
                    <a:moveTo>
                      <a:pt x="1048177" y="17968"/>
                    </a:moveTo>
                    <a:lnTo>
                      <a:pt x="31135" y="605150"/>
                    </a:lnTo>
                    <a:lnTo>
                      <a:pt x="0" y="587182"/>
                    </a:lnTo>
                    <a:lnTo>
                      <a:pt x="1017041" y="0"/>
                    </a:lnTo>
                    <a:lnTo>
                      <a:pt x="1048177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8EF7B25D-8D11-6E1F-36C7-E5E63F5805FA}"/>
                  </a:ext>
                </a:extLst>
              </p:cNvPr>
              <p:cNvSpPr/>
              <p:nvPr/>
            </p:nvSpPr>
            <p:spPr>
              <a:xfrm>
                <a:off x="6155233" y="5225658"/>
                <a:ext cx="1048176" cy="605218"/>
              </a:xfrm>
              <a:custGeom>
                <a:avLst/>
                <a:gdLst>
                  <a:gd name="connsiteX0" fmla="*/ 1048177 w 1048176"/>
                  <a:gd name="connsiteY0" fmla="*/ 18037 h 605218"/>
                  <a:gd name="connsiteX1" fmla="*/ 31136 w 1048176"/>
                  <a:gd name="connsiteY1" fmla="*/ 605219 h 605218"/>
                  <a:gd name="connsiteX2" fmla="*/ 0 w 1048176"/>
                  <a:gd name="connsiteY2" fmla="*/ 587251 h 605218"/>
                  <a:gd name="connsiteX3" fmla="*/ 1017041 w 1048176"/>
                  <a:gd name="connsiteY3" fmla="*/ 0 h 605218"/>
                  <a:gd name="connsiteX4" fmla="*/ 1048177 w 1048176"/>
                  <a:gd name="connsiteY4" fmla="*/ 18037 h 605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8176" h="605218">
                    <a:moveTo>
                      <a:pt x="1048177" y="18037"/>
                    </a:moveTo>
                    <a:lnTo>
                      <a:pt x="31136" y="605219"/>
                    </a:lnTo>
                    <a:lnTo>
                      <a:pt x="0" y="587251"/>
                    </a:lnTo>
                    <a:lnTo>
                      <a:pt x="1017041" y="0"/>
                    </a:lnTo>
                    <a:lnTo>
                      <a:pt x="1048177" y="180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4CFE4E6A-C1FC-D857-9DBD-55361C1B4443}"/>
                  </a:ext>
                </a:extLst>
              </p:cNvPr>
              <p:cNvSpPr/>
              <p:nvPr/>
            </p:nvSpPr>
            <p:spPr>
              <a:xfrm>
                <a:off x="6713337" y="5322836"/>
                <a:ext cx="661316" cy="381853"/>
              </a:xfrm>
              <a:custGeom>
                <a:avLst/>
                <a:gdLst>
                  <a:gd name="connsiteX0" fmla="*/ 661317 w 661316"/>
                  <a:gd name="connsiteY0" fmla="*/ 18037 h 381853"/>
                  <a:gd name="connsiteX1" fmla="*/ 31204 w 661316"/>
                  <a:gd name="connsiteY1" fmla="*/ 381853 h 381853"/>
                  <a:gd name="connsiteX2" fmla="*/ 0 w 661316"/>
                  <a:gd name="connsiteY2" fmla="*/ 363817 h 381853"/>
                  <a:gd name="connsiteX3" fmla="*/ 630182 w 661316"/>
                  <a:gd name="connsiteY3" fmla="*/ 0 h 381853"/>
                  <a:gd name="connsiteX4" fmla="*/ 661317 w 661316"/>
                  <a:gd name="connsiteY4" fmla="*/ 18037 h 381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1316" h="381853">
                    <a:moveTo>
                      <a:pt x="661317" y="18037"/>
                    </a:moveTo>
                    <a:lnTo>
                      <a:pt x="31204" y="381853"/>
                    </a:lnTo>
                    <a:lnTo>
                      <a:pt x="0" y="363817"/>
                    </a:lnTo>
                    <a:lnTo>
                      <a:pt x="630182" y="0"/>
                    </a:lnTo>
                    <a:lnTo>
                      <a:pt x="661317" y="180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8272290E-86CF-E9F3-4F91-942C5C4A5750}"/>
                  </a:ext>
                </a:extLst>
              </p:cNvPr>
              <p:cNvSpPr/>
              <p:nvPr/>
            </p:nvSpPr>
            <p:spPr>
              <a:xfrm>
                <a:off x="6765663" y="5353080"/>
                <a:ext cx="661316" cy="381784"/>
              </a:xfrm>
              <a:custGeom>
                <a:avLst/>
                <a:gdLst>
                  <a:gd name="connsiteX0" fmla="*/ 661317 w 661316"/>
                  <a:gd name="connsiteY0" fmla="*/ 17968 h 381784"/>
                  <a:gd name="connsiteX1" fmla="*/ 31204 w 661316"/>
                  <a:gd name="connsiteY1" fmla="*/ 381785 h 381784"/>
                  <a:gd name="connsiteX2" fmla="*/ 0 w 661316"/>
                  <a:gd name="connsiteY2" fmla="*/ 363817 h 381784"/>
                  <a:gd name="connsiteX3" fmla="*/ 630182 w 661316"/>
                  <a:gd name="connsiteY3" fmla="*/ 0 h 381784"/>
                  <a:gd name="connsiteX4" fmla="*/ 661317 w 661316"/>
                  <a:gd name="connsiteY4" fmla="*/ 17968 h 381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1316" h="381784">
                    <a:moveTo>
                      <a:pt x="661317" y="17968"/>
                    </a:moveTo>
                    <a:lnTo>
                      <a:pt x="31204" y="381785"/>
                    </a:lnTo>
                    <a:lnTo>
                      <a:pt x="0" y="363817"/>
                    </a:lnTo>
                    <a:lnTo>
                      <a:pt x="630182" y="0"/>
                    </a:lnTo>
                    <a:lnTo>
                      <a:pt x="661317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D95F0C4A-15D6-A926-AC8B-6345A7BA71ED}"/>
                  </a:ext>
                </a:extLst>
              </p:cNvPr>
              <p:cNvSpPr/>
              <p:nvPr/>
            </p:nvSpPr>
            <p:spPr>
              <a:xfrm>
                <a:off x="6817990" y="5383255"/>
                <a:ext cx="661316" cy="381853"/>
              </a:xfrm>
              <a:custGeom>
                <a:avLst/>
                <a:gdLst>
                  <a:gd name="connsiteX0" fmla="*/ 661317 w 661316"/>
                  <a:gd name="connsiteY0" fmla="*/ 18037 h 381853"/>
                  <a:gd name="connsiteX1" fmla="*/ 31204 w 661316"/>
                  <a:gd name="connsiteY1" fmla="*/ 381853 h 381853"/>
                  <a:gd name="connsiteX2" fmla="*/ 0 w 661316"/>
                  <a:gd name="connsiteY2" fmla="*/ 363817 h 381853"/>
                  <a:gd name="connsiteX3" fmla="*/ 630182 w 661316"/>
                  <a:gd name="connsiteY3" fmla="*/ 0 h 381853"/>
                  <a:gd name="connsiteX4" fmla="*/ 661317 w 661316"/>
                  <a:gd name="connsiteY4" fmla="*/ 18037 h 381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1316" h="381853">
                    <a:moveTo>
                      <a:pt x="661317" y="18037"/>
                    </a:moveTo>
                    <a:lnTo>
                      <a:pt x="31204" y="381853"/>
                    </a:lnTo>
                    <a:lnTo>
                      <a:pt x="0" y="363817"/>
                    </a:lnTo>
                    <a:lnTo>
                      <a:pt x="630182" y="0"/>
                    </a:lnTo>
                    <a:lnTo>
                      <a:pt x="661317" y="180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8EE51250-B2F4-A64C-784F-A2E0C419F2D3}"/>
                  </a:ext>
                </a:extLst>
              </p:cNvPr>
              <p:cNvSpPr/>
              <p:nvPr/>
            </p:nvSpPr>
            <p:spPr>
              <a:xfrm>
                <a:off x="6217572" y="5261663"/>
                <a:ext cx="1048176" cy="605218"/>
              </a:xfrm>
              <a:custGeom>
                <a:avLst/>
                <a:gdLst>
                  <a:gd name="connsiteX0" fmla="*/ 1048177 w 1048176"/>
                  <a:gd name="connsiteY0" fmla="*/ 18037 h 605218"/>
                  <a:gd name="connsiteX1" fmla="*/ 31135 w 1048176"/>
                  <a:gd name="connsiteY1" fmla="*/ 605219 h 605218"/>
                  <a:gd name="connsiteX2" fmla="*/ 0 w 1048176"/>
                  <a:gd name="connsiteY2" fmla="*/ 587182 h 605218"/>
                  <a:gd name="connsiteX3" fmla="*/ 1017041 w 1048176"/>
                  <a:gd name="connsiteY3" fmla="*/ 0 h 605218"/>
                  <a:gd name="connsiteX4" fmla="*/ 1048177 w 1048176"/>
                  <a:gd name="connsiteY4" fmla="*/ 18037 h 605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8176" h="605218">
                    <a:moveTo>
                      <a:pt x="1048177" y="18037"/>
                    </a:moveTo>
                    <a:lnTo>
                      <a:pt x="31135" y="605219"/>
                    </a:lnTo>
                    <a:lnTo>
                      <a:pt x="0" y="587182"/>
                    </a:lnTo>
                    <a:lnTo>
                      <a:pt x="1017041" y="0"/>
                    </a:lnTo>
                    <a:lnTo>
                      <a:pt x="1048177" y="180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D25F5724-3E80-74CA-1EB4-C38B6BDEFEDB}"/>
                  </a:ext>
                </a:extLst>
              </p:cNvPr>
              <p:cNvSpPr/>
              <p:nvPr/>
            </p:nvSpPr>
            <p:spPr>
              <a:xfrm>
                <a:off x="5754040" y="5012100"/>
                <a:ext cx="643006" cy="371223"/>
              </a:xfrm>
              <a:custGeom>
                <a:avLst/>
                <a:gdLst>
                  <a:gd name="connsiteX0" fmla="*/ 643006 w 643006"/>
                  <a:gd name="connsiteY0" fmla="*/ 17968 h 371223"/>
                  <a:gd name="connsiteX1" fmla="*/ 31204 w 643006"/>
                  <a:gd name="connsiteY1" fmla="*/ 371223 h 371223"/>
                  <a:gd name="connsiteX2" fmla="*/ 0 w 643006"/>
                  <a:gd name="connsiteY2" fmla="*/ 353187 h 371223"/>
                  <a:gd name="connsiteX3" fmla="*/ 611802 w 643006"/>
                  <a:gd name="connsiteY3" fmla="*/ 0 h 371223"/>
                  <a:gd name="connsiteX4" fmla="*/ 643006 w 643006"/>
                  <a:gd name="connsiteY4" fmla="*/ 17968 h 371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3006" h="371223">
                    <a:moveTo>
                      <a:pt x="643006" y="17968"/>
                    </a:moveTo>
                    <a:lnTo>
                      <a:pt x="31204" y="371223"/>
                    </a:lnTo>
                    <a:lnTo>
                      <a:pt x="0" y="353187"/>
                    </a:lnTo>
                    <a:lnTo>
                      <a:pt x="611802" y="0"/>
                    </a:lnTo>
                    <a:lnTo>
                      <a:pt x="643006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370C6D72-23AB-0000-3C87-24FDB29BCA22}"/>
                  </a:ext>
                </a:extLst>
              </p:cNvPr>
              <p:cNvSpPr/>
              <p:nvPr/>
            </p:nvSpPr>
            <p:spPr>
              <a:xfrm>
                <a:off x="5648907" y="4699444"/>
                <a:ext cx="643005" cy="371223"/>
              </a:xfrm>
              <a:custGeom>
                <a:avLst/>
                <a:gdLst>
                  <a:gd name="connsiteX0" fmla="*/ 643006 w 643005"/>
                  <a:gd name="connsiteY0" fmla="*/ 17968 h 371223"/>
                  <a:gd name="connsiteX1" fmla="*/ 31204 w 643005"/>
                  <a:gd name="connsiteY1" fmla="*/ 371224 h 371223"/>
                  <a:gd name="connsiteX2" fmla="*/ 0 w 643005"/>
                  <a:gd name="connsiteY2" fmla="*/ 353187 h 371223"/>
                  <a:gd name="connsiteX3" fmla="*/ 611802 w 643005"/>
                  <a:gd name="connsiteY3" fmla="*/ 0 h 371223"/>
                  <a:gd name="connsiteX4" fmla="*/ 643006 w 643005"/>
                  <a:gd name="connsiteY4" fmla="*/ 17968 h 371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3005" h="371223">
                    <a:moveTo>
                      <a:pt x="643006" y="17968"/>
                    </a:moveTo>
                    <a:lnTo>
                      <a:pt x="31204" y="371224"/>
                    </a:lnTo>
                    <a:lnTo>
                      <a:pt x="0" y="353187"/>
                    </a:lnTo>
                    <a:lnTo>
                      <a:pt x="611802" y="0"/>
                    </a:lnTo>
                    <a:lnTo>
                      <a:pt x="643006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907D03E8-850A-8CBF-D9F6-7E05407038FB}"/>
                  </a:ext>
                </a:extLst>
              </p:cNvPr>
              <p:cNvSpPr/>
              <p:nvPr/>
            </p:nvSpPr>
            <p:spPr>
              <a:xfrm>
                <a:off x="5713646" y="5475358"/>
                <a:ext cx="551109" cy="197921"/>
              </a:xfrm>
              <a:custGeom>
                <a:avLst/>
                <a:gdLst>
                  <a:gd name="connsiteX0" fmla="*/ 217193 w 551109"/>
                  <a:gd name="connsiteY0" fmla="*/ 197922 h 197921"/>
                  <a:gd name="connsiteX1" fmla="*/ 215753 w 551109"/>
                  <a:gd name="connsiteY1" fmla="*/ 197030 h 197921"/>
                  <a:gd name="connsiteX2" fmla="*/ 0 w 551109"/>
                  <a:gd name="connsiteY2" fmla="*/ 72489 h 197921"/>
                  <a:gd name="connsiteX3" fmla="*/ 2881 w 551109"/>
                  <a:gd name="connsiteY3" fmla="*/ 67414 h 197921"/>
                  <a:gd name="connsiteX4" fmla="*/ 217193 w 551109"/>
                  <a:gd name="connsiteY4" fmla="*/ 191132 h 197921"/>
                  <a:gd name="connsiteX5" fmla="*/ 548160 w 551109"/>
                  <a:gd name="connsiteY5" fmla="*/ 0 h 197921"/>
                  <a:gd name="connsiteX6" fmla="*/ 551109 w 551109"/>
                  <a:gd name="connsiteY6" fmla="*/ 5075 h 197921"/>
                  <a:gd name="connsiteX7" fmla="*/ 217193 w 551109"/>
                  <a:gd name="connsiteY7" fmla="*/ 197922 h 197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51109" h="197921">
                    <a:moveTo>
                      <a:pt x="217193" y="197922"/>
                    </a:moveTo>
                    <a:lnTo>
                      <a:pt x="215753" y="197030"/>
                    </a:lnTo>
                    <a:lnTo>
                      <a:pt x="0" y="72489"/>
                    </a:lnTo>
                    <a:lnTo>
                      <a:pt x="2881" y="67414"/>
                    </a:lnTo>
                    <a:lnTo>
                      <a:pt x="217193" y="191132"/>
                    </a:lnTo>
                    <a:lnTo>
                      <a:pt x="548160" y="0"/>
                    </a:lnTo>
                    <a:lnTo>
                      <a:pt x="551109" y="5075"/>
                    </a:lnTo>
                    <a:lnTo>
                      <a:pt x="217193" y="197922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9A51D0A7-4C19-0B0F-58E2-111C28AC50DE}"/>
                  </a:ext>
                </a:extLst>
              </p:cNvPr>
              <p:cNvSpPr/>
              <p:nvPr/>
            </p:nvSpPr>
            <p:spPr>
              <a:xfrm>
                <a:off x="5697050" y="5534886"/>
                <a:ext cx="29146" cy="25237"/>
              </a:xfrm>
              <a:custGeom>
                <a:avLst/>
                <a:gdLst>
                  <a:gd name="connsiteX0" fmla="*/ 14539 w 29146"/>
                  <a:gd name="connsiteY0" fmla="*/ 25237 h 25237"/>
                  <a:gd name="connsiteX1" fmla="*/ 0 w 29146"/>
                  <a:gd name="connsiteY1" fmla="*/ 0 h 25237"/>
                  <a:gd name="connsiteX2" fmla="*/ 29147 w 29146"/>
                  <a:gd name="connsiteY2" fmla="*/ 0 h 25237"/>
                  <a:gd name="connsiteX3" fmla="*/ 14539 w 29146"/>
                  <a:gd name="connsiteY3" fmla="*/ 25237 h 25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146" h="25237">
                    <a:moveTo>
                      <a:pt x="14539" y="25237"/>
                    </a:moveTo>
                    <a:lnTo>
                      <a:pt x="0" y="0"/>
                    </a:lnTo>
                    <a:lnTo>
                      <a:pt x="29147" y="0"/>
                    </a:lnTo>
                    <a:lnTo>
                      <a:pt x="14539" y="252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83FBF8-570B-170C-B756-FEED4128A558}"/>
                  </a:ext>
                </a:extLst>
              </p:cNvPr>
              <p:cNvSpPr/>
              <p:nvPr/>
            </p:nvSpPr>
            <p:spPr>
              <a:xfrm>
                <a:off x="6252411" y="5467403"/>
                <a:ext cx="29146" cy="25237"/>
              </a:xfrm>
              <a:custGeom>
                <a:avLst/>
                <a:gdLst>
                  <a:gd name="connsiteX0" fmla="*/ 14607 w 29146"/>
                  <a:gd name="connsiteY0" fmla="*/ 25237 h 25237"/>
                  <a:gd name="connsiteX1" fmla="*/ 29147 w 29146"/>
                  <a:gd name="connsiteY1" fmla="*/ 0 h 25237"/>
                  <a:gd name="connsiteX2" fmla="*/ 0 w 29146"/>
                  <a:gd name="connsiteY2" fmla="*/ 0 h 25237"/>
                  <a:gd name="connsiteX3" fmla="*/ 14607 w 29146"/>
                  <a:gd name="connsiteY3" fmla="*/ 25237 h 25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146" h="25237">
                    <a:moveTo>
                      <a:pt x="14607" y="25237"/>
                    </a:moveTo>
                    <a:lnTo>
                      <a:pt x="29147" y="0"/>
                    </a:lnTo>
                    <a:lnTo>
                      <a:pt x="0" y="0"/>
                    </a:lnTo>
                    <a:lnTo>
                      <a:pt x="14607" y="252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419987AA-CBE2-5960-E58E-243C22E3145D}"/>
                  </a:ext>
                </a:extLst>
              </p:cNvPr>
              <p:cNvSpPr/>
              <p:nvPr/>
            </p:nvSpPr>
            <p:spPr>
              <a:xfrm>
                <a:off x="5918289" y="5561975"/>
                <a:ext cx="92651" cy="63161"/>
              </a:xfrm>
              <a:custGeom>
                <a:avLst/>
                <a:gdLst>
                  <a:gd name="connsiteX0" fmla="*/ 0 w 92651"/>
                  <a:gd name="connsiteY0" fmla="*/ 35730 h 63161"/>
                  <a:gd name="connsiteX1" fmla="*/ 48006 w 92651"/>
                  <a:gd name="connsiteY1" fmla="*/ 63162 h 63161"/>
                  <a:gd name="connsiteX2" fmla="*/ 92652 w 92651"/>
                  <a:gd name="connsiteY2" fmla="*/ 37444 h 63161"/>
                  <a:gd name="connsiteX3" fmla="*/ 27843 w 92651"/>
                  <a:gd name="connsiteY3" fmla="*/ 0 h 63161"/>
                  <a:gd name="connsiteX4" fmla="*/ 0 w 92651"/>
                  <a:gd name="connsiteY4" fmla="*/ 35730 h 63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651" h="63161">
                    <a:moveTo>
                      <a:pt x="0" y="35730"/>
                    </a:moveTo>
                    <a:lnTo>
                      <a:pt x="48006" y="63162"/>
                    </a:lnTo>
                    <a:lnTo>
                      <a:pt x="92652" y="37444"/>
                    </a:lnTo>
                    <a:lnTo>
                      <a:pt x="27843" y="0"/>
                    </a:lnTo>
                    <a:cubicBezTo>
                      <a:pt x="19235" y="12420"/>
                      <a:pt x="9940" y="24348"/>
                      <a:pt x="0" y="35730"/>
                    </a:cubicBezTo>
                    <a:close/>
                  </a:path>
                </a:pathLst>
              </a:custGeom>
              <a:solidFill>
                <a:srgbClr val="0E5C8A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80E39C82-D45F-5B4A-AABA-7A41C40ADB92}"/>
                  </a:ext>
                </a:extLst>
              </p:cNvPr>
              <p:cNvSpPr/>
              <p:nvPr/>
            </p:nvSpPr>
            <p:spPr>
              <a:xfrm>
                <a:off x="5980834" y="5456430"/>
                <a:ext cx="145801" cy="102115"/>
              </a:xfrm>
              <a:custGeom>
                <a:avLst/>
                <a:gdLst>
                  <a:gd name="connsiteX0" fmla="*/ 0 w 145801"/>
                  <a:gd name="connsiteY0" fmla="*/ 43685 h 102115"/>
                  <a:gd name="connsiteX1" fmla="*/ 101156 w 145801"/>
                  <a:gd name="connsiteY1" fmla="*/ 102116 h 102115"/>
                  <a:gd name="connsiteX2" fmla="*/ 145801 w 145801"/>
                  <a:gd name="connsiteY2" fmla="*/ 76398 h 102115"/>
                  <a:gd name="connsiteX3" fmla="*/ 13510 w 145801"/>
                  <a:gd name="connsiteY3" fmla="*/ 0 h 102115"/>
                  <a:gd name="connsiteX4" fmla="*/ 0 w 145801"/>
                  <a:gd name="connsiteY4" fmla="*/ 43685 h 10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801" h="102115">
                    <a:moveTo>
                      <a:pt x="0" y="43685"/>
                    </a:moveTo>
                    <a:lnTo>
                      <a:pt x="101156" y="102116"/>
                    </a:lnTo>
                    <a:lnTo>
                      <a:pt x="145801" y="76398"/>
                    </a:lnTo>
                    <a:lnTo>
                      <a:pt x="13510" y="0"/>
                    </a:lnTo>
                    <a:cubicBezTo>
                      <a:pt x="10541" y="14993"/>
                      <a:pt x="6012" y="29634"/>
                      <a:pt x="0" y="43685"/>
                    </a:cubicBezTo>
                    <a:close/>
                  </a:path>
                </a:pathLst>
              </a:custGeom>
              <a:solidFill>
                <a:srgbClr val="FFCA5A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25C6D06F-F221-729C-5AFD-B6417572C3E9}"/>
                  </a:ext>
                </a:extLst>
              </p:cNvPr>
              <p:cNvSpPr/>
              <p:nvPr/>
            </p:nvSpPr>
            <p:spPr>
              <a:xfrm>
                <a:off x="5984400" y="5383941"/>
                <a:ext cx="200047" cy="141274"/>
              </a:xfrm>
              <a:custGeom>
                <a:avLst/>
                <a:gdLst>
                  <a:gd name="connsiteX0" fmla="*/ 12002 w 200047"/>
                  <a:gd name="connsiteY0" fmla="*/ 58430 h 141274"/>
                  <a:gd name="connsiteX1" fmla="*/ 155471 w 200047"/>
                  <a:gd name="connsiteY1" fmla="*/ 141275 h 141274"/>
                  <a:gd name="connsiteX2" fmla="*/ 200048 w 200047"/>
                  <a:gd name="connsiteY2" fmla="*/ 115557 h 141274"/>
                  <a:gd name="connsiteX3" fmla="*/ 0 w 200047"/>
                  <a:gd name="connsiteY3" fmla="*/ 0 h 141274"/>
                  <a:gd name="connsiteX4" fmla="*/ 12002 w 200047"/>
                  <a:gd name="connsiteY4" fmla="*/ 58430 h 141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047" h="141274">
                    <a:moveTo>
                      <a:pt x="12002" y="58430"/>
                    </a:moveTo>
                    <a:lnTo>
                      <a:pt x="155471" y="141275"/>
                    </a:lnTo>
                    <a:lnTo>
                      <a:pt x="200048" y="115557"/>
                    </a:lnTo>
                    <a:lnTo>
                      <a:pt x="0" y="0"/>
                    </a:lnTo>
                    <a:cubicBezTo>
                      <a:pt x="10623" y="17508"/>
                      <a:pt x="14863" y="38152"/>
                      <a:pt x="12002" y="58430"/>
                    </a:cubicBezTo>
                    <a:close/>
                  </a:path>
                </a:pathLst>
              </a:custGeom>
              <a:solidFill>
                <a:srgbClr val="E34856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283D4972-B6C5-4626-13BF-D7A41CB79D29}"/>
                  </a:ext>
                </a:extLst>
              </p:cNvPr>
              <p:cNvSpPr/>
              <p:nvPr/>
            </p:nvSpPr>
            <p:spPr>
              <a:xfrm>
                <a:off x="5953539" y="5512323"/>
                <a:ext cx="115214" cy="79689"/>
              </a:xfrm>
              <a:custGeom>
                <a:avLst/>
                <a:gdLst>
                  <a:gd name="connsiteX0" fmla="*/ 0 w 115214"/>
                  <a:gd name="connsiteY0" fmla="*/ 38885 h 79689"/>
                  <a:gd name="connsiteX1" fmla="*/ 70637 w 115214"/>
                  <a:gd name="connsiteY1" fmla="*/ 79690 h 79689"/>
                  <a:gd name="connsiteX2" fmla="*/ 115214 w 115214"/>
                  <a:gd name="connsiteY2" fmla="*/ 53972 h 79689"/>
                  <a:gd name="connsiteX3" fmla="*/ 21808 w 115214"/>
                  <a:gd name="connsiteY3" fmla="*/ 0 h 79689"/>
                  <a:gd name="connsiteX4" fmla="*/ 0 w 115214"/>
                  <a:gd name="connsiteY4" fmla="*/ 38885 h 79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214" h="79689">
                    <a:moveTo>
                      <a:pt x="0" y="38885"/>
                    </a:moveTo>
                    <a:lnTo>
                      <a:pt x="70637" y="79690"/>
                    </a:lnTo>
                    <a:lnTo>
                      <a:pt x="115214" y="53972"/>
                    </a:lnTo>
                    <a:lnTo>
                      <a:pt x="21808" y="0"/>
                    </a:lnTo>
                    <a:cubicBezTo>
                      <a:pt x="15414" y="13433"/>
                      <a:pt x="8129" y="26424"/>
                      <a:pt x="0" y="38885"/>
                    </a:cubicBezTo>
                    <a:close/>
                  </a:path>
                </a:pathLst>
              </a:custGeom>
              <a:solidFill>
                <a:srgbClr val="34B2E4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3BF9D457-0836-81BD-D821-C4CBA14E4526}"/>
                  </a:ext>
                </a:extLst>
              </p:cNvPr>
              <p:cNvSpPr/>
              <p:nvPr/>
            </p:nvSpPr>
            <p:spPr>
              <a:xfrm>
                <a:off x="5198405" y="5203987"/>
                <a:ext cx="121797" cy="80650"/>
              </a:xfrm>
              <a:custGeom>
                <a:avLst/>
                <a:gdLst>
                  <a:gd name="connsiteX0" fmla="*/ 121798 w 121797"/>
                  <a:gd name="connsiteY0" fmla="*/ 0 h 80650"/>
                  <a:gd name="connsiteX1" fmla="*/ 91074 w 121797"/>
                  <a:gd name="connsiteY1" fmla="*/ 80650 h 80650"/>
                  <a:gd name="connsiteX2" fmla="*/ 20574 w 121797"/>
                  <a:gd name="connsiteY2" fmla="*/ 58362 h 80650"/>
                  <a:gd name="connsiteX3" fmla="*/ 0 w 121797"/>
                  <a:gd name="connsiteY3" fmla="*/ 43274 h 80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797" h="80650">
                    <a:moveTo>
                      <a:pt x="121798" y="0"/>
                    </a:moveTo>
                    <a:lnTo>
                      <a:pt x="91074" y="80650"/>
                    </a:lnTo>
                    <a:cubicBezTo>
                      <a:pt x="66341" y="77912"/>
                      <a:pt x="42387" y="70338"/>
                      <a:pt x="20574" y="58362"/>
                    </a:cubicBezTo>
                    <a:cubicBezTo>
                      <a:pt x="13153" y="54149"/>
                      <a:pt x="6248" y="49086"/>
                      <a:pt x="0" y="43274"/>
                    </a:cubicBezTo>
                    <a:close/>
                  </a:path>
                </a:pathLst>
              </a:custGeom>
              <a:solidFill>
                <a:srgbClr val="FE912A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F746929-B7AF-9F4F-C01C-076B4F2436FE}"/>
                  </a:ext>
                </a:extLst>
              </p:cNvPr>
              <p:cNvSpPr/>
              <p:nvPr/>
            </p:nvSpPr>
            <p:spPr>
              <a:xfrm>
                <a:off x="5264447" y="5109176"/>
                <a:ext cx="219078" cy="188687"/>
              </a:xfrm>
              <a:custGeom>
                <a:avLst/>
                <a:gdLst>
                  <a:gd name="connsiteX0" fmla="*/ 55755 w 219078"/>
                  <a:gd name="connsiteY0" fmla="*/ 94811 h 188687"/>
                  <a:gd name="connsiteX1" fmla="*/ 51298 w 219078"/>
                  <a:gd name="connsiteY1" fmla="*/ 33 h 188687"/>
                  <a:gd name="connsiteX2" fmla="*/ 171450 w 219078"/>
                  <a:gd name="connsiteY2" fmla="*/ 27465 h 188687"/>
                  <a:gd name="connsiteX3" fmla="*/ 171450 w 219078"/>
                  <a:gd name="connsiteY3" fmla="*/ 161127 h 188687"/>
                  <a:gd name="connsiteX4" fmla="*/ 0 w 219078"/>
                  <a:gd name="connsiteY4" fmla="*/ 183142 h 188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9078" h="188687">
                    <a:moveTo>
                      <a:pt x="55755" y="94811"/>
                    </a:moveTo>
                    <a:lnTo>
                      <a:pt x="51298" y="33"/>
                    </a:lnTo>
                    <a:cubicBezTo>
                      <a:pt x="96218" y="-653"/>
                      <a:pt x="139698" y="9360"/>
                      <a:pt x="171450" y="27465"/>
                    </a:cubicBezTo>
                    <a:cubicBezTo>
                      <a:pt x="234955" y="64155"/>
                      <a:pt x="234955" y="124437"/>
                      <a:pt x="171450" y="161127"/>
                    </a:cubicBezTo>
                    <a:cubicBezTo>
                      <a:pt x="126667" y="186982"/>
                      <a:pt x="59733" y="195417"/>
                      <a:pt x="0" y="183142"/>
                    </a:cubicBezTo>
                    <a:close/>
                  </a:path>
                </a:pathLst>
              </a:custGeom>
              <a:solidFill>
                <a:srgbClr val="00B7F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9979C480-DDC9-A03A-937D-8782EFA0F2F7}"/>
                  </a:ext>
                </a:extLst>
              </p:cNvPr>
              <p:cNvSpPr/>
              <p:nvPr/>
            </p:nvSpPr>
            <p:spPr>
              <a:xfrm>
                <a:off x="5128887" y="5093728"/>
                <a:ext cx="326418" cy="150447"/>
              </a:xfrm>
              <a:custGeom>
                <a:avLst/>
                <a:gdLst>
                  <a:gd name="connsiteX0" fmla="*/ 191315 w 326418"/>
                  <a:gd name="connsiteY0" fmla="*/ 110260 h 150447"/>
                  <a:gd name="connsiteX1" fmla="*/ 13008 w 326418"/>
                  <a:gd name="connsiteY1" fmla="*/ 150447 h 150447"/>
                  <a:gd name="connsiteX2" fmla="*/ 55870 w 326418"/>
                  <a:gd name="connsiteY2" fmla="*/ 32147 h 150447"/>
                  <a:gd name="connsiteX3" fmla="*/ 326418 w 326418"/>
                  <a:gd name="connsiteY3" fmla="*/ 32147 h 150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6418" h="150447">
                    <a:moveTo>
                      <a:pt x="191315" y="110260"/>
                    </a:moveTo>
                    <a:lnTo>
                      <a:pt x="13008" y="150447"/>
                    </a:lnTo>
                    <a:cubicBezTo>
                      <a:pt x="-14424" y="109642"/>
                      <a:pt x="2309" y="63077"/>
                      <a:pt x="55870" y="32147"/>
                    </a:cubicBezTo>
                    <a:cubicBezTo>
                      <a:pt x="130074" y="-10716"/>
                      <a:pt x="252215" y="-10716"/>
                      <a:pt x="326418" y="32147"/>
                    </a:cubicBezTo>
                    <a:close/>
                  </a:path>
                </a:pathLst>
              </a:custGeom>
              <a:solidFill>
                <a:srgbClr val="FFCA5A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59F1002A-870D-C69B-95A9-4DC9673DA977}"/>
                  </a:ext>
                </a:extLst>
              </p:cNvPr>
              <p:cNvSpPr/>
              <p:nvPr/>
            </p:nvSpPr>
            <p:spPr>
              <a:xfrm>
                <a:off x="5314374" y="5080488"/>
                <a:ext cx="157117" cy="123498"/>
              </a:xfrm>
              <a:custGeom>
                <a:avLst/>
                <a:gdLst>
                  <a:gd name="connsiteX0" fmla="*/ 5829 w 157117"/>
                  <a:gd name="connsiteY0" fmla="*/ 123499 h 123498"/>
                  <a:gd name="connsiteX1" fmla="*/ 0 w 157117"/>
                  <a:gd name="connsiteY1" fmla="*/ 55 h 123498"/>
                  <a:gd name="connsiteX2" fmla="*/ 84971 w 157117"/>
                  <a:gd name="connsiteY2" fmla="*/ 8765 h 123498"/>
                  <a:gd name="connsiteX3" fmla="*/ 157117 w 157117"/>
                  <a:gd name="connsiteY3" fmla="*/ 36197 h 12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117" h="123498">
                    <a:moveTo>
                      <a:pt x="5829" y="123499"/>
                    </a:moveTo>
                    <a:lnTo>
                      <a:pt x="0" y="55"/>
                    </a:lnTo>
                    <a:cubicBezTo>
                      <a:pt x="28570" y="-445"/>
                      <a:pt x="57097" y="2479"/>
                      <a:pt x="84971" y="8765"/>
                    </a:cubicBezTo>
                    <a:cubicBezTo>
                      <a:pt x="110233" y="14326"/>
                      <a:pt x="134541" y="23569"/>
                      <a:pt x="157117" y="36197"/>
                    </a:cubicBezTo>
                    <a:close/>
                  </a:path>
                </a:pathLst>
              </a:custGeom>
              <a:solidFill>
                <a:srgbClr val="E34856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8B863386-9C89-52FB-8073-459E6D0262D8}"/>
                  </a:ext>
                </a:extLst>
              </p:cNvPr>
              <p:cNvSpPr/>
              <p:nvPr/>
            </p:nvSpPr>
            <p:spPr>
              <a:xfrm>
                <a:off x="6360904" y="5916533"/>
                <a:ext cx="90525" cy="48074"/>
              </a:xfrm>
              <a:custGeom>
                <a:avLst/>
                <a:gdLst>
                  <a:gd name="connsiteX0" fmla="*/ 71735 w 90525"/>
                  <a:gd name="connsiteY0" fmla="*/ 0 h 48074"/>
                  <a:gd name="connsiteX1" fmla="*/ 0 w 90525"/>
                  <a:gd name="connsiteY1" fmla="*/ 15088 h 48074"/>
                  <a:gd name="connsiteX2" fmla="*/ 36553 w 90525"/>
                  <a:gd name="connsiteY2" fmla="*/ 48075 h 48074"/>
                  <a:gd name="connsiteX3" fmla="*/ 90526 w 90525"/>
                  <a:gd name="connsiteY3" fmla="*/ 16939 h 48074"/>
                  <a:gd name="connsiteX4" fmla="*/ 71735 w 90525"/>
                  <a:gd name="connsiteY4" fmla="*/ 0 h 48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25" h="48074">
                    <a:moveTo>
                      <a:pt x="71735" y="0"/>
                    </a:moveTo>
                    <a:lnTo>
                      <a:pt x="0" y="15088"/>
                    </a:lnTo>
                    <a:cubicBezTo>
                      <a:pt x="9363" y="28855"/>
                      <a:pt x="21900" y="40169"/>
                      <a:pt x="36553" y="48075"/>
                    </a:cubicBezTo>
                    <a:lnTo>
                      <a:pt x="90526" y="16939"/>
                    </a:lnTo>
                    <a:cubicBezTo>
                      <a:pt x="83005" y="12866"/>
                      <a:pt x="76564" y="7059"/>
                      <a:pt x="71735" y="0"/>
                    </a:cubicBezTo>
                    <a:close/>
                  </a:path>
                </a:pathLst>
              </a:custGeom>
              <a:solidFill>
                <a:srgbClr val="E34856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865F6B1F-DDAB-942F-33C1-0435DB64FC3D}"/>
                  </a:ext>
                </a:extLst>
              </p:cNvPr>
              <p:cNvSpPr/>
              <p:nvPr/>
            </p:nvSpPr>
            <p:spPr>
              <a:xfrm>
                <a:off x="6567193" y="5835471"/>
                <a:ext cx="90937" cy="48692"/>
              </a:xfrm>
              <a:custGeom>
                <a:avLst/>
                <a:gdLst>
                  <a:gd name="connsiteX0" fmla="*/ 0 w 90937"/>
                  <a:gd name="connsiteY0" fmla="*/ 31136 h 48692"/>
                  <a:gd name="connsiteX1" fmla="*/ 19134 w 90937"/>
                  <a:gd name="connsiteY1" fmla="*/ 48692 h 48692"/>
                  <a:gd name="connsiteX2" fmla="*/ 90937 w 90937"/>
                  <a:gd name="connsiteY2" fmla="*/ 33604 h 48692"/>
                  <a:gd name="connsiteX3" fmla="*/ 53972 w 90937"/>
                  <a:gd name="connsiteY3" fmla="*/ 0 h 48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937" h="48692">
                    <a:moveTo>
                      <a:pt x="0" y="31136"/>
                    </a:moveTo>
                    <a:cubicBezTo>
                      <a:pt x="7740" y="35304"/>
                      <a:pt x="14317" y="41338"/>
                      <a:pt x="19134" y="48692"/>
                    </a:cubicBezTo>
                    <a:lnTo>
                      <a:pt x="90937" y="33604"/>
                    </a:lnTo>
                    <a:cubicBezTo>
                      <a:pt x="81564" y="19536"/>
                      <a:pt x="68868" y="7994"/>
                      <a:pt x="53972" y="0"/>
                    </a:cubicBezTo>
                    <a:close/>
                  </a:path>
                </a:pathLst>
              </a:custGeom>
              <a:solidFill>
                <a:srgbClr val="65D9B4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2488AB81-F20F-8DD0-4669-BB0B28E778CD}"/>
                  </a:ext>
                </a:extLst>
              </p:cNvPr>
              <p:cNvSpPr/>
              <p:nvPr/>
            </p:nvSpPr>
            <p:spPr>
              <a:xfrm>
                <a:off x="6449715" y="5808725"/>
                <a:ext cx="171450" cy="57881"/>
              </a:xfrm>
              <a:custGeom>
                <a:avLst/>
                <a:gdLst>
                  <a:gd name="connsiteX0" fmla="*/ 117478 w 171450"/>
                  <a:gd name="connsiteY0" fmla="*/ 57882 h 57881"/>
                  <a:gd name="connsiteX1" fmla="*/ 171450 w 171450"/>
                  <a:gd name="connsiteY1" fmla="*/ 26747 h 57881"/>
                  <a:gd name="connsiteX2" fmla="*/ 0 w 171450"/>
                  <a:gd name="connsiteY2" fmla="*/ 6789 h 57881"/>
                  <a:gd name="connsiteX3" fmla="*/ 28324 w 171450"/>
                  <a:gd name="connsiteY3" fmla="*/ 47937 h 57881"/>
                  <a:gd name="connsiteX4" fmla="*/ 117478 w 171450"/>
                  <a:gd name="connsiteY4" fmla="*/ 57882 h 57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57881">
                    <a:moveTo>
                      <a:pt x="117478" y="57882"/>
                    </a:moveTo>
                    <a:lnTo>
                      <a:pt x="171450" y="26747"/>
                    </a:lnTo>
                    <a:cubicBezTo>
                      <a:pt x="125022" y="-69"/>
                      <a:pt x="56853" y="-6721"/>
                      <a:pt x="0" y="6789"/>
                    </a:cubicBezTo>
                    <a:lnTo>
                      <a:pt x="28324" y="47937"/>
                    </a:lnTo>
                    <a:cubicBezTo>
                      <a:pt x="57950" y="40531"/>
                      <a:pt x="93269" y="43960"/>
                      <a:pt x="117478" y="57882"/>
                    </a:cubicBezTo>
                    <a:close/>
                  </a:path>
                </a:pathLst>
              </a:custGeom>
              <a:solidFill>
                <a:srgbClr val="65D9B4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11773542-CF78-886B-FA99-102D1A2874C4}"/>
                  </a:ext>
                </a:extLst>
              </p:cNvPr>
              <p:cNvSpPr/>
              <p:nvPr/>
            </p:nvSpPr>
            <p:spPr>
              <a:xfrm>
                <a:off x="6538527" y="5869213"/>
                <a:ext cx="128940" cy="116105"/>
              </a:xfrm>
              <a:custGeom>
                <a:avLst/>
                <a:gdLst>
                  <a:gd name="connsiteX0" fmla="*/ 28666 w 128940"/>
                  <a:gd name="connsiteY0" fmla="*/ 64259 h 116105"/>
                  <a:gd name="connsiteX1" fmla="*/ 0 w 128940"/>
                  <a:gd name="connsiteY1" fmla="*/ 74958 h 116105"/>
                  <a:gd name="connsiteX2" fmla="*/ 28324 w 128940"/>
                  <a:gd name="connsiteY2" fmla="*/ 116106 h 116105"/>
                  <a:gd name="connsiteX3" fmla="*/ 82639 w 128940"/>
                  <a:gd name="connsiteY3" fmla="*/ 95532 h 116105"/>
                  <a:gd name="connsiteX4" fmla="*/ 119604 w 128940"/>
                  <a:gd name="connsiteY4" fmla="*/ 0 h 116105"/>
                  <a:gd name="connsiteX5" fmla="*/ 47800 w 128940"/>
                  <a:gd name="connsiteY5" fmla="*/ 14950 h 116105"/>
                  <a:gd name="connsiteX6" fmla="*/ 28666 w 128940"/>
                  <a:gd name="connsiteY6" fmla="*/ 64259 h 116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940" h="116105">
                    <a:moveTo>
                      <a:pt x="28666" y="64259"/>
                    </a:moveTo>
                    <a:cubicBezTo>
                      <a:pt x="19703" y="69245"/>
                      <a:pt x="10038" y="72852"/>
                      <a:pt x="0" y="74958"/>
                    </a:cubicBezTo>
                    <a:lnTo>
                      <a:pt x="28324" y="116106"/>
                    </a:lnTo>
                    <a:cubicBezTo>
                      <a:pt x="47362" y="112025"/>
                      <a:pt x="65675" y="105089"/>
                      <a:pt x="82639" y="95532"/>
                    </a:cubicBezTo>
                    <a:cubicBezTo>
                      <a:pt x="127353" y="69746"/>
                      <a:pt x="139697" y="32233"/>
                      <a:pt x="119604" y="0"/>
                    </a:cubicBezTo>
                    <a:lnTo>
                      <a:pt x="47800" y="14950"/>
                    </a:lnTo>
                    <a:cubicBezTo>
                      <a:pt x="58293" y="31615"/>
                      <a:pt x="51778" y="50955"/>
                      <a:pt x="28666" y="64259"/>
                    </a:cubicBezTo>
                    <a:close/>
                  </a:path>
                </a:pathLst>
              </a:custGeom>
              <a:solidFill>
                <a:srgbClr val="00B7F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4EA38EBA-4486-44FB-161A-24C8F876BB8D}"/>
                  </a:ext>
                </a:extLst>
              </p:cNvPr>
              <p:cNvSpPr/>
              <p:nvPr/>
            </p:nvSpPr>
            <p:spPr>
              <a:xfrm>
                <a:off x="6351159" y="5815309"/>
                <a:ext cx="126536" cy="115968"/>
              </a:xfrm>
              <a:custGeom>
                <a:avLst/>
                <a:gdLst>
                  <a:gd name="connsiteX0" fmla="*/ 100270 w 126536"/>
                  <a:gd name="connsiteY0" fmla="*/ 51298 h 115968"/>
                  <a:gd name="connsiteX1" fmla="*/ 126537 w 126536"/>
                  <a:gd name="connsiteY1" fmla="*/ 41148 h 115968"/>
                  <a:gd name="connsiteX2" fmla="*/ 98213 w 126536"/>
                  <a:gd name="connsiteY2" fmla="*/ 0 h 115968"/>
                  <a:gd name="connsiteX3" fmla="*/ 46298 w 126536"/>
                  <a:gd name="connsiteY3" fmla="*/ 19957 h 115968"/>
                  <a:gd name="connsiteX4" fmla="*/ 9745 w 126536"/>
                  <a:gd name="connsiteY4" fmla="*/ 115969 h 115968"/>
                  <a:gd name="connsiteX5" fmla="*/ 81479 w 126536"/>
                  <a:gd name="connsiteY5" fmla="*/ 100881 h 115968"/>
                  <a:gd name="connsiteX6" fmla="*/ 100270 w 126536"/>
                  <a:gd name="connsiteY6" fmla="*/ 51298 h 115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6536" h="115968">
                    <a:moveTo>
                      <a:pt x="100270" y="51298"/>
                    </a:moveTo>
                    <a:cubicBezTo>
                      <a:pt x="108509" y="46705"/>
                      <a:pt x="117350" y="43289"/>
                      <a:pt x="126537" y="41148"/>
                    </a:cubicBezTo>
                    <a:lnTo>
                      <a:pt x="98213" y="0"/>
                    </a:lnTo>
                    <a:cubicBezTo>
                      <a:pt x="80037" y="4119"/>
                      <a:pt x="62552" y="10840"/>
                      <a:pt x="46298" y="19957"/>
                    </a:cubicBezTo>
                    <a:cubicBezTo>
                      <a:pt x="1241" y="45948"/>
                      <a:pt x="-10898" y="83736"/>
                      <a:pt x="9745" y="115969"/>
                    </a:cubicBezTo>
                    <a:lnTo>
                      <a:pt x="81479" y="100881"/>
                    </a:lnTo>
                    <a:cubicBezTo>
                      <a:pt x="70712" y="84422"/>
                      <a:pt x="76885" y="64808"/>
                      <a:pt x="100270" y="51298"/>
                    </a:cubicBezTo>
                    <a:close/>
                  </a:path>
                </a:pathLst>
              </a:custGeom>
              <a:solidFill>
                <a:srgbClr val="FFCA5A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D60A7FD1-6790-A3F4-BB62-85DE37F0F567}"/>
                  </a:ext>
                </a:extLst>
              </p:cNvPr>
              <p:cNvSpPr/>
              <p:nvPr/>
            </p:nvSpPr>
            <p:spPr>
              <a:xfrm>
                <a:off x="6397457" y="5933473"/>
                <a:ext cx="169392" cy="57900"/>
              </a:xfrm>
              <a:custGeom>
                <a:avLst/>
                <a:gdLst>
                  <a:gd name="connsiteX0" fmla="*/ 53972 w 169392"/>
                  <a:gd name="connsiteY0" fmla="*/ 0 h 57900"/>
                  <a:gd name="connsiteX1" fmla="*/ 0 w 169392"/>
                  <a:gd name="connsiteY1" fmla="*/ 31135 h 57900"/>
                  <a:gd name="connsiteX2" fmla="*/ 169393 w 169392"/>
                  <a:gd name="connsiteY2" fmla="*/ 51709 h 57900"/>
                  <a:gd name="connsiteX3" fmla="*/ 141069 w 169392"/>
                  <a:gd name="connsiteY3" fmla="*/ 10561 h 57900"/>
                  <a:gd name="connsiteX4" fmla="*/ 53972 w 169392"/>
                  <a:gd name="connsiteY4" fmla="*/ 0 h 57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392" h="57900">
                    <a:moveTo>
                      <a:pt x="53972" y="0"/>
                    </a:moveTo>
                    <a:lnTo>
                      <a:pt x="0" y="31135"/>
                    </a:lnTo>
                    <a:cubicBezTo>
                      <a:pt x="45811" y="57607"/>
                      <a:pt x="112677" y="64397"/>
                      <a:pt x="169393" y="51709"/>
                    </a:cubicBezTo>
                    <a:lnTo>
                      <a:pt x="141069" y="10561"/>
                    </a:lnTo>
                    <a:cubicBezTo>
                      <a:pt x="111854" y="17145"/>
                      <a:pt x="77495" y="13579"/>
                      <a:pt x="53972" y="0"/>
                    </a:cubicBezTo>
                    <a:close/>
                  </a:path>
                </a:pathLst>
              </a:custGeom>
              <a:solidFill>
                <a:srgbClr val="00B7F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74" name="TextBox 173">
            <a:extLst>
              <a:ext uri="{FF2B5EF4-FFF2-40B4-BE49-F238E27FC236}">
                <a16:creationId xmlns:a16="http://schemas.microsoft.com/office/drawing/2014/main" id="{B9A896D4-D7D9-8EA7-A29B-05F395E88108}"/>
              </a:ext>
            </a:extLst>
          </p:cNvPr>
          <p:cNvSpPr txBox="1"/>
          <p:nvPr/>
        </p:nvSpPr>
        <p:spPr>
          <a:xfrm>
            <a:off x="220675" y="976562"/>
            <a:ext cx="7951938" cy="1000274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Inject printers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force tiny droplets of liquid ink though very fine nozzles onto a sheet of paper to replicate a digital document or image.</a:t>
            </a:r>
          </a:p>
        </p:txBody>
      </p:sp>
    </p:spTree>
    <p:extLst>
      <p:ext uri="{BB962C8B-B14F-4D97-AF65-F5344CB8AC3E}">
        <p14:creationId xmlns:p14="http://schemas.microsoft.com/office/powerpoint/2010/main" val="997524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Inkjet printer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picture containing LEGO, toy, vector graphics&#10;&#10;Description automatically generated">
            <a:extLst>
              <a:ext uri="{FF2B5EF4-FFF2-40B4-BE49-F238E27FC236}">
                <a16:creationId xmlns:a16="http://schemas.microsoft.com/office/drawing/2014/main" id="{6709F284-2DB6-5B76-EAF8-236F5FCB9C4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2796" y="448531"/>
            <a:ext cx="4040156" cy="4040156"/>
          </a:xfrm>
          <a:prstGeom prst="rect">
            <a:avLst/>
          </a:prstGeom>
        </p:spPr>
      </p:pic>
      <p:grpSp>
        <p:nvGrpSpPr>
          <p:cNvPr id="265" name="Group 264">
            <a:extLst>
              <a:ext uri="{FF2B5EF4-FFF2-40B4-BE49-F238E27FC236}">
                <a16:creationId xmlns:a16="http://schemas.microsoft.com/office/drawing/2014/main" id="{9B79D3F2-1D83-CD60-450B-1F926C89C82B}"/>
              </a:ext>
            </a:extLst>
          </p:cNvPr>
          <p:cNvGrpSpPr/>
          <p:nvPr/>
        </p:nvGrpSpPr>
        <p:grpSpPr>
          <a:xfrm>
            <a:off x="6363124" y="2469519"/>
            <a:ext cx="4646998" cy="4139796"/>
            <a:chOff x="2206191" y="1178341"/>
            <a:chExt cx="5626714" cy="5012580"/>
          </a:xfrm>
        </p:grpSpPr>
        <p:grpSp>
          <p:nvGrpSpPr>
            <p:cNvPr id="13" name="Graphic 9">
              <a:extLst>
                <a:ext uri="{FF2B5EF4-FFF2-40B4-BE49-F238E27FC236}">
                  <a16:creationId xmlns:a16="http://schemas.microsoft.com/office/drawing/2014/main" id="{D852B2F2-EDAB-2226-721F-C846141EB730}"/>
                </a:ext>
              </a:extLst>
            </p:cNvPr>
            <p:cNvGrpSpPr/>
            <p:nvPr/>
          </p:nvGrpSpPr>
          <p:grpSpPr>
            <a:xfrm>
              <a:off x="2206191" y="3263036"/>
              <a:ext cx="4354898" cy="2315535"/>
              <a:chOff x="2206191" y="3263036"/>
              <a:chExt cx="4354898" cy="2315535"/>
            </a:xfrm>
            <a:solidFill>
              <a:srgbClr val="9EBAEF"/>
            </a:solidFill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A6A17531-1DF5-A694-9111-1AF286A8C762}"/>
                  </a:ext>
                </a:extLst>
              </p:cNvPr>
              <p:cNvSpPr/>
              <p:nvPr/>
            </p:nvSpPr>
            <p:spPr>
              <a:xfrm>
                <a:off x="4201457" y="3263036"/>
                <a:ext cx="2359631" cy="1778965"/>
              </a:xfrm>
              <a:custGeom>
                <a:avLst/>
                <a:gdLst>
                  <a:gd name="connsiteX0" fmla="*/ 1440729 w 2359631"/>
                  <a:gd name="connsiteY0" fmla="*/ 1778965 h 1778965"/>
                  <a:gd name="connsiteX1" fmla="*/ 1449301 w 2359631"/>
                  <a:gd name="connsiteY1" fmla="*/ 1773753 h 1778965"/>
                  <a:gd name="connsiteX2" fmla="*/ 1451907 w 2359631"/>
                  <a:gd name="connsiteY2" fmla="*/ 1772656 h 1778965"/>
                  <a:gd name="connsiteX3" fmla="*/ 0 w 2359631"/>
                  <a:gd name="connsiteY3" fmla="*/ 0 h 1778965"/>
                  <a:gd name="connsiteX4" fmla="*/ 2880 w 2359631"/>
                  <a:gd name="connsiteY4" fmla="*/ 617 h 1778965"/>
                  <a:gd name="connsiteX5" fmla="*/ 1920 w 2359631"/>
                  <a:gd name="connsiteY5" fmla="*/ 1372 h 1778965"/>
                  <a:gd name="connsiteX6" fmla="*/ 2359632 w 2359631"/>
                  <a:gd name="connsiteY6" fmla="*/ 709254 h 1778965"/>
                  <a:gd name="connsiteX7" fmla="*/ 2359632 w 2359631"/>
                  <a:gd name="connsiteY7" fmla="*/ 709254 h 1778965"/>
                  <a:gd name="connsiteX8" fmla="*/ 2358672 w 2359631"/>
                  <a:gd name="connsiteY8" fmla="*/ 708157 h 1778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59631" h="1778965">
                    <a:moveTo>
                      <a:pt x="1440729" y="1778965"/>
                    </a:moveTo>
                    <a:lnTo>
                      <a:pt x="1449301" y="1773753"/>
                    </a:lnTo>
                    <a:lnTo>
                      <a:pt x="1451907" y="1772656"/>
                    </a:lnTo>
                    <a:close/>
                    <a:moveTo>
                      <a:pt x="0" y="0"/>
                    </a:moveTo>
                    <a:lnTo>
                      <a:pt x="2880" y="617"/>
                    </a:lnTo>
                    <a:lnTo>
                      <a:pt x="1920" y="1372"/>
                    </a:lnTo>
                    <a:close/>
                    <a:moveTo>
                      <a:pt x="2359632" y="709254"/>
                    </a:moveTo>
                    <a:lnTo>
                      <a:pt x="2359632" y="709254"/>
                    </a:lnTo>
                    <a:cubicBezTo>
                      <a:pt x="2359632" y="708843"/>
                      <a:pt x="2358946" y="708500"/>
                      <a:pt x="2358672" y="708157"/>
                    </a:cubicBezTo>
                    <a:close/>
                  </a:path>
                </a:pathLst>
              </a:custGeom>
              <a:solidFill>
                <a:srgbClr val="9EBAEF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D5BB75A-74AC-7A91-EFD4-F3BBF03AF8BC}"/>
                  </a:ext>
                </a:extLst>
              </p:cNvPr>
              <p:cNvSpPr/>
              <p:nvPr/>
            </p:nvSpPr>
            <p:spPr>
              <a:xfrm>
                <a:off x="3695268" y="5577405"/>
                <a:ext cx="2194" cy="1165"/>
              </a:xfrm>
              <a:custGeom>
                <a:avLst/>
                <a:gdLst>
                  <a:gd name="connsiteX0" fmla="*/ 2195 w 2194"/>
                  <a:gd name="connsiteY0" fmla="*/ 1166 h 1165"/>
                  <a:gd name="connsiteX1" fmla="*/ 2195 w 2194"/>
                  <a:gd name="connsiteY1" fmla="*/ 1166 h 1165"/>
                  <a:gd name="connsiteX2" fmla="*/ 0 w 2194"/>
                  <a:gd name="connsiteY2" fmla="*/ 0 h 1165"/>
                  <a:gd name="connsiteX3" fmla="*/ 2195 w 2194"/>
                  <a:gd name="connsiteY3" fmla="*/ 1166 h 1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94" h="1165">
                    <a:moveTo>
                      <a:pt x="2195" y="1166"/>
                    </a:moveTo>
                    <a:lnTo>
                      <a:pt x="2195" y="1166"/>
                    </a:lnTo>
                    <a:lnTo>
                      <a:pt x="0" y="0"/>
                    </a:lnTo>
                    <a:cubicBezTo>
                      <a:pt x="677" y="484"/>
                      <a:pt x="1415" y="876"/>
                      <a:pt x="2195" y="1166"/>
                    </a:cubicBezTo>
                    <a:close/>
                  </a:path>
                </a:pathLst>
              </a:custGeom>
              <a:solidFill>
                <a:srgbClr val="9EBAEF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B4AF8C4-11DE-5C3C-E268-74601BC40E74}"/>
                  </a:ext>
                </a:extLst>
              </p:cNvPr>
              <p:cNvSpPr/>
              <p:nvPr/>
            </p:nvSpPr>
            <p:spPr>
              <a:xfrm>
                <a:off x="2206191" y="4691626"/>
                <a:ext cx="7475" cy="12687"/>
              </a:xfrm>
              <a:custGeom>
                <a:avLst/>
                <a:gdLst>
                  <a:gd name="connsiteX0" fmla="*/ 0 w 7475"/>
                  <a:gd name="connsiteY0" fmla="*/ 0 h 12687"/>
                  <a:gd name="connsiteX1" fmla="*/ 754 w 7475"/>
                  <a:gd name="connsiteY1" fmla="*/ 1852 h 12687"/>
                  <a:gd name="connsiteX2" fmla="*/ 5624 w 7475"/>
                  <a:gd name="connsiteY2" fmla="*/ 9670 h 12687"/>
                  <a:gd name="connsiteX3" fmla="*/ 7064 w 7475"/>
                  <a:gd name="connsiteY3" fmla="*/ 12276 h 12687"/>
                  <a:gd name="connsiteX4" fmla="*/ 7475 w 7475"/>
                  <a:gd name="connsiteY4" fmla="*/ 12688 h 12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75" h="12687">
                    <a:moveTo>
                      <a:pt x="0" y="0"/>
                    </a:moveTo>
                    <a:cubicBezTo>
                      <a:pt x="0" y="754"/>
                      <a:pt x="411" y="1098"/>
                      <a:pt x="754" y="1852"/>
                    </a:cubicBezTo>
                    <a:cubicBezTo>
                      <a:pt x="2263" y="4458"/>
                      <a:pt x="3772" y="7064"/>
                      <a:pt x="5624" y="9670"/>
                    </a:cubicBezTo>
                    <a:cubicBezTo>
                      <a:pt x="5969" y="10606"/>
                      <a:pt x="6455" y="11485"/>
                      <a:pt x="7064" y="12276"/>
                    </a:cubicBezTo>
                    <a:lnTo>
                      <a:pt x="7475" y="12688"/>
                    </a:lnTo>
                    <a:close/>
                  </a:path>
                </a:pathLst>
              </a:custGeom>
              <a:solidFill>
                <a:srgbClr val="9EBAEF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8620D3E0-2B5F-0137-7A77-3A66BB81BF06}"/>
                  </a:ext>
                </a:extLst>
              </p:cNvPr>
              <p:cNvSpPr/>
              <p:nvPr/>
            </p:nvSpPr>
            <p:spPr>
              <a:xfrm>
                <a:off x="2227451" y="4572091"/>
                <a:ext cx="685" cy="754"/>
              </a:xfrm>
              <a:custGeom>
                <a:avLst/>
                <a:gdLst>
                  <a:gd name="connsiteX0" fmla="*/ 343 w 685"/>
                  <a:gd name="connsiteY0" fmla="*/ 0 h 754"/>
                  <a:gd name="connsiteX1" fmla="*/ 0 w 685"/>
                  <a:gd name="connsiteY1" fmla="*/ 754 h 754"/>
                  <a:gd name="connsiteX2" fmla="*/ 686 w 685"/>
                  <a:gd name="connsiteY2" fmla="*/ 0 h 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85" h="754">
                    <a:moveTo>
                      <a:pt x="343" y="0"/>
                    </a:moveTo>
                    <a:cubicBezTo>
                      <a:pt x="0" y="411"/>
                      <a:pt x="0" y="411"/>
                      <a:pt x="0" y="754"/>
                    </a:cubicBezTo>
                    <a:lnTo>
                      <a:pt x="686" y="0"/>
                    </a:lnTo>
                    <a:close/>
                  </a:path>
                </a:pathLst>
              </a:custGeom>
              <a:solidFill>
                <a:srgbClr val="9EBAEF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B9EE451-05BA-1EE4-6899-89CB9A560A00}"/>
                </a:ext>
              </a:extLst>
            </p:cNvPr>
            <p:cNvSpPr/>
            <p:nvPr/>
          </p:nvSpPr>
          <p:spPr>
            <a:xfrm>
              <a:off x="3984813" y="3308436"/>
              <a:ext cx="2424577" cy="1927852"/>
            </a:xfrm>
            <a:custGeom>
              <a:avLst/>
              <a:gdLst>
                <a:gd name="connsiteX0" fmla="*/ 2423549 w 2424577"/>
                <a:gd name="connsiteY0" fmla="*/ 823 h 1927852"/>
                <a:gd name="connsiteX1" fmla="*/ 2422657 w 2424577"/>
                <a:gd name="connsiteY1" fmla="*/ 8367 h 1927852"/>
                <a:gd name="connsiteX2" fmla="*/ 2420600 w 2424577"/>
                <a:gd name="connsiteY2" fmla="*/ 18722 h 1927852"/>
                <a:gd name="connsiteX3" fmla="*/ 2416828 w 2424577"/>
                <a:gd name="connsiteY3" fmla="*/ 28735 h 1927852"/>
                <a:gd name="connsiteX4" fmla="*/ 2411890 w 2424577"/>
                <a:gd name="connsiteY4" fmla="*/ 38748 h 1927852"/>
                <a:gd name="connsiteX5" fmla="*/ 2407707 w 2424577"/>
                <a:gd name="connsiteY5" fmla="*/ 44988 h 1927852"/>
                <a:gd name="connsiteX6" fmla="*/ 2403524 w 2424577"/>
                <a:gd name="connsiteY6" fmla="*/ 51229 h 1927852"/>
                <a:gd name="connsiteX7" fmla="*/ 2398517 w 2424577"/>
                <a:gd name="connsiteY7" fmla="*/ 57470 h 1927852"/>
                <a:gd name="connsiteX8" fmla="*/ 2393099 w 2424577"/>
                <a:gd name="connsiteY8" fmla="*/ 63711 h 1927852"/>
                <a:gd name="connsiteX9" fmla="*/ 2373760 w 2424577"/>
                <a:gd name="connsiteY9" fmla="*/ 81199 h 1927852"/>
                <a:gd name="connsiteX10" fmla="*/ 2366284 w 2424577"/>
                <a:gd name="connsiteY10" fmla="*/ 86205 h 1927852"/>
                <a:gd name="connsiteX11" fmla="*/ 2358741 w 2424577"/>
                <a:gd name="connsiteY11" fmla="*/ 91623 h 1927852"/>
                <a:gd name="connsiteX12" fmla="*/ 2350442 w 2424577"/>
                <a:gd name="connsiteY12" fmla="*/ 96629 h 1927852"/>
                <a:gd name="connsiteX13" fmla="*/ 1256180 w 2424577"/>
                <a:gd name="connsiteY13" fmla="*/ 728251 h 1927852"/>
                <a:gd name="connsiteX14" fmla="*/ 48280 w 2424577"/>
                <a:gd name="connsiteY14" fmla="*/ 1425710 h 1927852"/>
                <a:gd name="connsiteX15" fmla="*/ 47869 w 2424577"/>
                <a:gd name="connsiteY15" fmla="*/ 1425710 h 1927852"/>
                <a:gd name="connsiteX16" fmla="*/ 46223 w 2424577"/>
                <a:gd name="connsiteY16" fmla="*/ 1426944 h 1927852"/>
                <a:gd name="connsiteX17" fmla="*/ 42451 w 2424577"/>
                <a:gd name="connsiteY17" fmla="*/ 1429001 h 1927852"/>
                <a:gd name="connsiteX18" fmla="*/ 33741 w 2424577"/>
                <a:gd name="connsiteY18" fmla="*/ 1433596 h 1927852"/>
                <a:gd name="connsiteX19" fmla="*/ 24552 w 2424577"/>
                <a:gd name="connsiteY19" fmla="*/ 1437780 h 1927852"/>
                <a:gd name="connsiteX20" fmla="*/ 15019 w 2424577"/>
                <a:gd name="connsiteY20" fmla="*/ 1441894 h 1927852"/>
                <a:gd name="connsiteX21" fmla="*/ 5006 w 2424577"/>
                <a:gd name="connsiteY21" fmla="*/ 1445666 h 1927852"/>
                <a:gd name="connsiteX22" fmla="*/ 0 w 2424577"/>
                <a:gd name="connsiteY22" fmla="*/ 1447312 h 1927852"/>
                <a:gd name="connsiteX23" fmla="*/ 0 w 2424577"/>
                <a:gd name="connsiteY23" fmla="*/ 1927853 h 1927852"/>
                <a:gd name="connsiteX24" fmla="*/ 48006 w 2424577"/>
                <a:gd name="connsiteY24" fmla="*/ 1906181 h 1927852"/>
                <a:gd name="connsiteX25" fmla="*/ 369029 w 2424577"/>
                <a:gd name="connsiteY25" fmla="*/ 1721015 h 1927852"/>
                <a:gd name="connsiteX26" fmla="*/ 369029 w 2424577"/>
                <a:gd name="connsiteY26" fmla="*/ 1779308 h 1927852"/>
                <a:gd name="connsiteX27" fmla="*/ 697596 w 2424577"/>
                <a:gd name="connsiteY27" fmla="*/ 1589890 h 1927852"/>
                <a:gd name="connsiteX28" fmla="*/ 1325446 w 2424577"/>
                <a:gd name="connsiteY28" fmla="*/ 1227239 h 1927852"/>
                <a:gd name="connsiteX29" fmla="*/ 1345471 w 2424577"/>
                <a:gd name="connsiteY29" fmla="*/ 1215580 h 1927852"/>
                <a:gd name="connsiteX30" fmla="*/ 1698178 w 2424577"/>
                <a:gd name="connsiteY30" fmla="*/ 1012104 h 1927852"/>
                <a:gd name="connsiteX31" fmla="*/ 1851386 w 2424577"/>
                <a:gd name="connsiteY31" fmla="*/ 923841 h 1927852"/>
                <a:gd name="connsiteX32" fmla="*/ 1851386 w 2424577"/>
                <a:gd name="connsiteY32" fmla="*/ 865068 h 1927852"/>
                <a:gd name="connsiteX33" fmla="*/ 1949661 w 2424577"/>
                <a:gd name="connsiteY33" fmla="*/ 808490 h 1927852"/>
                <a:gd name="connsiteX34" fmla="*/ 1949661 w 2424577"/>
                <a:gd name="connsiteY34" fmla="*/ 689778 h 1927852"/>
                <a:gd name="connsiteX35" fmla="*/ 1949661 w 2424577"/>
                <a:gd name="connsiteY35" fmla="*/ 644035 h 1927852"/>
                <a:gd name="connsiteX36" fmla="*/ 1949661 w 2424577"/>
                <a:gd name="connsiteY36" fmla="*/ 611939 h 1927852"/>
                <a:gd name="connsiteX37" fmla="*/ 1949661 w 2424577"/>
                <a:gd name="connsiteY37" fmla="*/ 590679 h 1927852"/>
                <a:gd name="connsiteX38" fmla="*/ 1950072 w 2424577"/>
                <a:gd name="connsiteY38" fmla="*/ 589445 h 1927852"/>
                <a:gd name="connsiteX39" fmla="*/ 1950072 w 2424577"/>
                <a:gd name="connsiteY39" fmla="*/ 587799 h 1927852"/>
                <a:gd name="connsiteX40" fmla="*/ 1950484 w 2424577"/>
                <a:gd name="connsiteY40" fmla="*/ 586976 h 1927852"/>
                <a:gd name="connsiteX41" fmla="*/ 1950484 w 2424577"/>
                <a:gd name="connsiteY41" fmla="*/ 584850 h 1927852"/>
                <a:gd name="connsiteX42" fmla="*/ 1950964 w 2424577"/>
                <a:gd name="connsiteY42" fmla="*/ 583616 h 1927852"/>
                <a:gd name="connsiteX43" fmla="*/ 1951375 w 2424577"/>
                <a:gd name="connsiteY43" fmla="*/ 582381 h 1927852"/>
                <a:gd name="connsiteX44" fmla="*/ 1952610 w 2424577"/>
                <a:gd name="connsiteY44" fmla="*/ 577786 h 1927852"/>
                <a:gd name="connsiteX45" fmla="*/ 1953021 w 2424577"/>
                <a:gd name="connsiteY45" fmla="*/ 576552 h 1927852"/>
                <a:gd name="connsiteX46" fmla="*/ 1953433 w 2424577"/>
                <a:gd name="connsiteY46" fmla="*/ 574906 h 1927852"/>
                <a:gd name="connsiteX47" fmla="*/ 1953844 w 2424577"/>
                <a:gd name="connsiteY47" fmla="*/ 573603 h 1927852"/>
                <a:gd name="connsiteX48" fmla="*/ 1954667 w 2424577"/>
                <a:gd name="connsiteY48" fmla="*/ 572369 h 1927852"/>
                <a:gd name="connsiteX49" fmla="*/ 1956793 w 2424577"/>
                <a:gd name="connsiteY49" fmla="*/ 566951 h 1927852"/>
                <a:gd name="connsiteX50" fmla="*/ 1958028 w 2424577"/>
                <a:gd name="connsiteY50" fmla="*/ 564894 h 1927852"/>
                <a:gd name="connsiteX51" fmla="*/ 1958439 w 2424577"/>
                <a:gd name="connsiteY51" fmla="*/ 563659 h 1927852"/>
                <a:gd name="connsiteX52" fmla="*/ 1959262 w 2424577"/>
                <a:gd name="connsiteY52" fmla="*/ 562424 h 1927852"/>
                <a:gd name="connsiteX53" fmla="*/ 1960496 w 2424577"/>
                <a:gd name="connsiteY53" fmla="*/ 560299 h 1927852"/>
                <a:gd name="connsiteX54" fmla="*/ 1961731 w 2424577"/>
                <a:gd name="connsiteY54" fmla="*/ 558653 h 1927852"/>
                <a:gd name="connsiteX55" fmla="*/ 1963034 w 2424577"/>
                <a:gd name="connsiteY55" fmla="*/ 556595 h 1927852"/>
                <a:gd name="connsiteX56" fmla="*/ 1964268 w 2424577"/>
                <a:gd name="connsiteY56" fmla="*/ 555292 h 1927852"/>
                <a:gd name="connsiteX57" fmla="*/ 1964680 w 2424577"/>
                <a:gd name="connsiteY57" fmla="*/ 554469 h 1927852"/>
                <a:gd name="connsiteX58" fmla="*/ 1967560 w 2424577"/>
                <a:gd name="connsiteY58" fmla="*/ 551177 h 1927852"/>
                <a:gd name="connsiteX59" fmla="*/ 1970509 w 2424577"/>
                <a:gd name="connsiteY59" fmla="*/ 547817 h 1927852"/>
                <a:gd name="connsiteX60" fmla="*/ 1971744 w 2424577"/>
                <a:gd name="connsiteY60" fmla="*/ 546583 h 1927852"/>
                <a:gd name="connsiteX61" fmla="*/ 1978602 w 2424577"/>
                <a:gd name="connsiteY61" fmla="*/ 540753 h 1927852"/>
                <a:gd name="connsiteX62" fmla="*/ 1981070 w 2424577"/>
                <a:gd name="connsiteY62" fmla="*/ 538902 h 1927852"/>
                <a:gd name="connsiteX63" fmla="*/ 1982305 w 2424577"/>
                <a:gd name="connsiteY63" fmla="*/ 538490 h 1927852"/>
                <a:gd name="connsiteX64" fmla="*/ 1990603 w 2424577"/>
                <a:gd name="connsiteY64" fmla="*/ 533484 h 1927852"/>
                <a:gd name="connsiteX65" fmla="*/ 2008502 w 2424577"/>
                <a:gd name="connsiteY65" fmla="*/ 523060 h 1927852"/>
                <a:gd name="connsiteX66" fmla="*/ 2039775 w 2424577"/>
                <a:gd name="connsiteY66" fmla="*/ 505160 h 1927852"/>
                <a:gd name="connsiteX67" fmla="*/ 2040598 w 2424577"/>
                <a:gd name="connsiteY67" fmla="*/ 504749 h 1927852"/>
                <a:gd name="connsiteX68" fmla="*/ 2080169 w 2424577"/>
                <a:gd name="connsiteY68" fmla="*/ 481843 h 1927852"/>
                <a:gd name="connsiteX69" fmla="*/ 2128175 w 2424577"/>
                <a:gd name="connsiteY69" fmla="*/ 454411 h 1927852"/>
                <a:gd name="connsiteX70" fmla="*/ 2129821 w 2424577"/>
                <a:gd name="connsiteY70" fmla="*/ 453177 h 1927852"/>
                <a:gd name="connsiteX71" fmla="*/ 2176043 w 2424577"/>
                <a:gd name="connsiteY71" fmla="*/ 426499 h 1927852"/>
                <a:gd name="connsiteX72" fmla="*/ 2215614 w 2424577"/>
                <a:gd name="connsiteY72" fmla="*/ 403593 h 1927852"/>
                <a:gd name="connsiteX73" fmla="*/ 2219798 w 2424577"/>
                <a:gd name="connsiteY73" fmla="*/ 401536 h 1927852"/>
                <a:gd name="connsiteX74" fmla="*/ 2247641 w 2424577"/>
                <a:gd name="connsiteY74" fmla="*/ 385282 h 1927852"/>
                <a:gd name="connsiteX75" fmla="*/ 2249355 w 2424577"/>
                <a:gd name="connsiteY75" fmla="*/ 384459 h 1927852"/>
                <a:gd name="connsiteX76" fmla="*/ 2267255 w 2424577"/>
                <a:gd name="connsiteY76" fmla="*/ 374035 h 1927852"/>
                <a:gd name="connsiteX77" fmla="*/ 2277199 w 2424577"/>
                <a:gd name="connsiteY77" fmla="*/ 368206 h 1927852"/>
                <a:gd name="connsiteX78" fmla="*/ 2281382 w 2424577"/>
                <a:gd name="connsiteY78" fmla="*/ 366149 h 1927852"/>
                <a:gd name="connsiteX79" fmla="*/ 2284331 w 2424577"/>
                <a:gd name="connsiteY79" fmla="*/ 365326 h 1927852"/>
                <a:gd name="connsiteX80" fmla="*/ 2285977 w 2424577"/>
                <a:gd name="connsiteY80" fmla="*/ 364503 h 1927852"/>
                <a:gd name="connsiteX81" fmla="*/ 2287212 w 2424577"/>
                <a:gd name="connsiteY81" fmla="*/ 364503 h 1927852"/>
                <a:gd name="connsiteX82" fmla="*/ 2290161 w 2424577"/>
                <a:gd name="connsiteY82" fmla="*/ 363611 h 1927852"/>
                <a:gd name="connsiteX83" fmla="*/ 2295990 w 2424577"/>
                <a:gd name="connsiteY83" fmla="*/ 364091 h 1927852"/>
                <a:gd name="connsiteX84" fmla="*/ 2300104 w 2424577"/>
                <a:gd name="connsiteY84" fmla="*/ 365737 h 1927852"/>
                <a:gd name="connsiteX85" fmla="*/ 2303876 w 2424577"/>
                <a:gd name="connsiteY85" fmla="*/ 368617 h 1927852"/>
                <a:gd name="connsiteX86" fmla="*/ 2307237 w 2424577"/>
                <a:gd name="connsiteY86" fmla="*/ 373624 h 1927852"/>
                <a:gd name="connsiteX87" fmla="*/ 2309294 w 2424577"/>
                <a:gd name="connsiteY87" fmla="*/ 379864 h 1927852"/>
                <a:gd name="connsiteX88" fmla="*/ 2309705 w 2424577"/>
                <a:gd name="connsiteY88" fmla="*/ 386722 h 1927852"/>
                <a:gd name="connsiteX89" fmla="*/ 2309706 w 2424577"/>
                <a:gd name="connsiteY89" fmla="*/ 600624 h 1927852"/>
                <a:gd name="connsiteX90" fmla="*/ 2350854 w 2424577"/>
                <a:gd name="connsiteY90" fmla="*/ 577306 h 1927852"/>
                <a:gd name="connsiteX91" fmla="*/ 2424577 w 2424577"/>
                <a:gd name="connsiteY91" fmla="*/ 475328 h 1927852"/>
                <a:gd name="connsiteX92" fmla="*/ 2424577 w 2424577"/>
                <a:gd name="connsiteY92" fmla="*/ 0 h 1927852"/>
                <a:gd name="connsiteX93" fmla="*/ 2423548 w 2424577"/>
                <a:gd name="connsiteY93" fmla="*/ 823 h 1927852"/>
                <a:gd name="connsiteX94" fmla="*/ 1216061 w 2424577"/>
                <a:gd name="connsiteY94" fmla="*/ 854370 h 1927852"/>
                <a:gd name="connsiteX95" fmla="*/ 1215169 w 2424577"/>
                <a:gd name="connsiteY95" fmla="*/ 854781 h 1927852"/>
                <a:gd name="connsiteX96" fmla="*/ 1210231 w 2424577"/>
                <a:gd name="connsiteY96" fmla="*/ 857661 h 1927852"/>
                <a:gd name="connsiteX97" fmla="*/ 1146109 w 2424577"/>
                <a:gd name="connsiteY97" fmla="*/ 894763 h 1927852"/>
                <a:gd name="connsiteX98" fmla="*/ 1139251 w 2424577"/>
                <a:gd name="connsiteY98" fmla="*/ 898878 h 1927852"/>
                <a:gd name="connsiteX99" fmla="*/ 1125946 w 2424577"/>
                <a:gd name="connsiteY99" fmla="*/ 906422 h 1927852"/>
                <a:gd name="connsiteX100" fmla="*/ 1086787 w 2424577"/>
                <a:gd name="connsiteY100" fmla="*/ 929327 h 1927852"/>
                <a:gd name="connsiteX101" fmla="*/ 1076020 w 2424577"/>
                <a:gd name="connsiteY101" fmla="*/ 935568 h 1927852"/>
                <a:gd name="connsiteX102" fmla="*/ 1063059 w 2424577"/>
                <a:gd name="connsiteY102" fmla="*/ 943043 h 1927852"/>
                <a:gd name="connsiteX103" fmla="*/ 1045571 w 2424577"/>
                <a:gd name="connsiteY103" fmla="*/ 953056 h 1927852"/>
                <a:gd name="connsiteX104" fmla="*/ 1043513 w 2424577"/>
                <a:gd name="connsiteY104" fmla="*/ 954291 h 1927852"/>
                <a:gd name="connsiteX105" fmla="*/ 1041044 w 2424577"/>
                <a:gd name="connsiteY105" fmla="*/ 955525 h 1927852"/>
                <a:gd name="connsiteX106" fmla="*/ 1031855 w 2424577"/>
                <a:gd name="connsiteY106" fmla="*/ 960943 h 1927852"/>
                <a:gd name="connsiteX107" fmla="*/ 1017247 w 2424577"/>
                <a:gd name="connsiteY107" fmla="*/ 969653 h 1927852"/>
                <a:gd name="connsiteX108" fmla="*/ 995233 w 2424577"/>
                <a:gd name="connsiteY108" fmla="*/ 982203 h 1927852"/>
                <a:gd name="connsiteX109" fmla="*/ 994821 w 2424577"/>
                <a:gd name="connsiteY109" fmla="*/ 982203 h 1927852"/>
                <a:gd name="connsiteX110" fmla="*/ 972739 w 2424577"/>
                <a:gd name="connsiteY110" fmla="*/ 995096 h 1927852"/>
                <a:gd name="connsiteX111" fmla="*/ 963960 w 2424577"/>
                <a:gd name="connsiteY111" fmla="*/ 1000102 h 1927852"/>
                <a:gd name="connsiteX112" fmla="*/ 960669 w 2424577"/>
                <a:gd name="connsiteY112" fmla="*/ 1002159 h 1927852"/>
                <a:gd name="connsiteX113" fmla="*/ 952302 w 2424577"/>
                <a:gd name="connsiteY113" fmla="*/ 1006754 h 1927852"/>
                <a:gd name="connsiteX114" fmla="*/ 950656 w 2424577"/>
                <a:gd name="connsiteY114" fmla="*/ 1007989 h 1927852"/>
                <a:gd name="connsiteX115" fmla="*/ 946884 w 2424577"/>
                <a:gd name="connsiteY115" fmla="*/ 1010046 h 1927852"/>
                <a:gd name="connsiteX116" fmla="*/ 944415 w 2424577"/>
                <a:gd name="connsiteY116" fmla="*/ 1010938 h 1927852"/>
                <a:gd name="connsiteX117" fmla="*/ 943181 w 2424577"/>
                <a:gd name="connsiteY117" fmla="*/ 1011349 h 1927852"/>
                <a:gd name="connsiteX118" fmla="*/ 942358 w 2424577"/>
                <a:gd name="connsiteY118" fmla="*/ 1011761 h 1927852"/>
                <a:gd name="connsiteX119" fmla="*/ 940643 w 2424577"/>
                <a:gd name="connsiteY119" fmla="*/ 1012584 h 1927852"/>
                <a:gd name="connsiteX120" fmla="*/ 938174 w 2424577"/>
                <a:gd name="connsiteY120" fmla="*/ 1012995 h 1927852"/>
                <a:gd name="connsiteX121" fmla="*/ 936940 w 2424577"/>
                <a:gd name="connsiteY121" fmla="*/ 1013407 h 1927852"/>
                <a:gd name="connsiteX122" fmla="*/ 935637 w 2424577"/>
                <a:gd name="connsiteY122" fmla="*/ 1013818 h 1927852"/>
                <a:gd name="connsiteX123" fmla="*/ 933580 w 2424577"/>
                <a:gd name="connsiteY123" fmla="*/ 1014230 h 1927852"/>
                <a:gd name="connsiteX124" fmla="*/ 924938 w 2424577"/>
                <a:gd name="connsiteY124" fmla="*/ 1014230 h 1927852"/>
                <a:gd name="connsiteX125" fmla="*/ 924527 w 2424577"/>
                <a:gd name="connsiteY125" fmla="*/ 1013818 h 1927852"/>
                <a:gd name="connsiteX126" fmla="*/ 922812 w 2424577"/>
                <a:gd name="connsiteY126" fmla="*/ 1013818 h 1927852"/>
                <a:gd name="connsiteX127" fmla="*/ 921578 w 2424577"/>
                <a:gd name="connsiteY127" fmla="*/ 1013407 h 1927852"/>
                <a:gd name="connsiteX128" fmla="*/ 920344 w 2424577"/>
                <a:gd name="connsiteY128" fmla="*/ 1012995 h 1927852"/>
                <a:gd name="connsiteX129" fmla="*/ 918698 w 2424577"/>
                <a:gd name="connsiteY129" fmla="*/ 1012584 h 1927852"/>
                <a:gd name="connsiteX130" fmla="*/ 918080 w 2424577"/>
                <a:gd name="connsiteY130" fmla="*/ 1012104 h 1927852"/>
                <a:gd name="connsiteX131" fmla="*/ 918080 w 2424577"/>
                <a:gd name="connsiteY131" fmla="*/ 1012104 h 1927852"/>
                <a:gd name="connsiteX132" fmla="*/ 917669 w 2424577"/>
                <a:gd name="connsiteY132" fmla="*/ 1011692 h 1927852"/>
                <a:gd name="connsiteX133" fmla="*/ 916846 w 2424577"/>
                <a:gd name="connsiteY133" fmla="*/ 1011281 h 1927852"/>
                <a:gd name="connsiteX134" fmla="*/ 916435 w 2424577"/>
                <a:gd name="connsiteY134" fmla="*/ 1011281 h 1927852"/>
                <a:gd name="connsiteX135" fmla="*/ 916023 w 2424577"/>
                <a:gd name="connsiteY135" fmla="*/ 1010869 h 1927852"/>
                <a:gd name="connsiteX136" fmla="*/ 915612 w 2424577"/>
                <a:gd name="connsiteY136" fmla="*/ 1010389 h 1927852"/>
                <a:gd name="connsiteX137" fmla="*/ 914789 w 2424577"/>
                <a:gd name="connsiteY137" fmla="*/ 1009978 h 1927852"/>
                <a:gd name="connsiteX138" fmla="*/ 914377 w 2424577"/>
                <a:gd name="connsiteY138" fmla="*/ 1009566 h 1927852"/>
                <a:gd name="connsiteX139" fmla="*/ 913554 w 2424577"/>
                <a:gd name="connsiteY139" fmla="*/ 1009155 h 1927852"/>
                <a:gd name="connsiteX140" fmla="*/ 913143 w 2424577"/>
                <a:gd name="connsiteY140" fmla="*/ 1008743 h 1927852"/>
                <a:gd name="connsiteX141" fmla="*/ 912731 w 2424577"/>
                <a:gd name="connsiteY141" fmla="*/ 1008743 h 1927852"/>
                <a:gd name="connsiteX142" fmla="*/ 912731 w 2424577"/>
                <a:gd name="connsiteY142" fmla="*/ 1008332 h 1927852"/>
                <a:gd name="connsiteX143" fmla="*/ 912251 w 2424577"/>
                <a:gd name="connsiteY143" fmla="*/ 1007920 h 1927852"/>
                <a:gd name="connsiteX144" fmla="*/ 911428 w 2424577"/>
                <a:gd name="connsiteY144" fmla="*/ 1007097 h 1927852"/>
                <a:gd name="connsiteX145" fmla="*/ 910194 w 2424577"/>
                <a:gd name="connsiteY145" fmla="*/ 1005863 h 1927852"/>
                <a:gd name="connsiteX146" fmla="*/ 909371 w 2424577"/>
                <a:gd name="connsiteY146" fmla="*/ 1004560 h 1927852"/>
                <a:gd name="connsiteX147" fmla="*/ 908959 w 2424577"/>
                <a:gd name="connsiteY147" fmla="*/ 1004148 h 1927852"/>
                <a:gd name="connsiteX148" fmla="*/ 908548 w 2424577"/>
                <a:gd name="connsiteY148" fmla="*/ 1003737 h 1927852"/>
                <a:gd name="connsiteX149" fmla="*/ 907725 w 2424577"/>
                <a:gd name="connsiteY149" fmla="*/ 1002502 h 1927852"/>
                <a:gd name="connsiteX150" fmla="*/ 907313 w 2424577"/>
                <a:gd name="connsiteY150" fmla="*/ 1001268 h 1927852"/>
                <a:gd name="connsiteX151" fmla="*/ 906902 w 2424577"/>
                <a:gd name="connsiteY151" fmla="*/ 1000856 h 1927852"/>
                <a:gd name="connsiteX152" fmla="*/ 906422 w 2424577"/>
                <a:gd name="connsiteY152" fmla="*/ 1000033 h 1927852"/>
                <a:gd name="connsiteX153" fmla="*/ 906422 w 2424577"/>
                <a:gd name="connsiteY153" fmla="*/ 999622 h 1927852"/>
                <a:gd name="connsiteX154" fmla="*/ 906010 w 2424577"/>
                <a:gd name="connsiteY154" fmla="*/ 999211 h 1927852"/>
                <a:gd name="connsiteX155" fmla="*/ 906010 w 2424577"/>
                <a:gd name="connsiteY155" fmla="*/ 998730 h 1927852"/>
                <a:gd name="connsiteX156" fmla="*/ 905599 w 2424577"/>
                <a:gd name="connsiteY156" fmla="*/ 998319 h 1927852"/>
                <a:gd name="connsiteX157" fmla="*/ 905599 w 2424577"/>
                <a:gd name="connsiteY157" fmla="*/ 998388 h 1927852"/>
                <a:gd name="connsiteX158" fmla="*/ 898124 w 2424577"/>
                <a:gd name="connsiteY158" fmla="*/ 982614 h 1927852"/>
                <a:gd name="connsiteX159" fmla="*/ 881047 w 2424577"/>
                <a:gd name="connsiteY159" fmla="*/ 947227 h 1927852"/>
                <a:gd name="connsiteX160" fmla="*/ 1056338 w 2424577"/>
                <a:gd name="connsiteY160" fmla="*/ 846003 h 1927852"/>
                <a:gd name="connsiteX161" fmla="*/ 1255220 w 2424577"/>
                <a:gd name="connsiteY161" fmla="*/ 731063 h 1927852"/>
                <a:gd name="connsiteX162" fmla="*/ 1279771 w 2424577"/>
                <a:gd name="connsiteY162" fmla="*/ 716935 h 1927852"/>
                <a:gd name="connsiteX163" fmla="*/ 1277714 w 2424577"/>
                <a:gd name="connsiteY163" fmla="*/ 723793 h 1927852"/>
                <a:gd name="connsiteX164" fmla="*/ 1263175 w 2424577"/>
                <a:gd name="connsiteY164" fmla="*/ 771799 h 1927852"/>
                <a:gd name="connsiteX165" fmla="*/ 1256317 w 2424577"/>
                <a:gd name="connsiteY165" fmla="*/ 792373 h 1927852"/>
                <a:gd name="connsiteX166" fmla="*/ 1255083 w 2424577"/>
                <a:gd name="connsiteY166" fmla="*/ 796968 h 1927852"/>
                <a:gd name="connsiteX167" fmla="*/ 1254260 w 2424577"/>
                <a:gd name="connsiteY167" fmla="*/ 799025 h 1927852"/>
                <a:gd name="connsiteX168" fmla="*/ 1254260 w 2424577"/>
                <a:gd name="connsiteY168" fmla="*/ 799437 h 1927852"/>
                <a:gd name="connsiteX169" fmla="*/ 1253848 w 2424577"/>
                <a:gd name="connsiteY169" fmla="*/ 800671 h 1927852"/>
                <a:gd name="connsiteX170" fmla="*/ 1253025 w 2424577"/>
                <a:gd name="connsiteY170" fmla="*/ 803209 h 1927852"/>
                <a:gd name="connsiteX171" fmla="*/ 1252614 w 2424577"/>
                <a:gd name="connsiteY171" fmla="*/ 805266 h 1927852"/>
                <a:gd name="connsiteX172" fmla="*/ 1251791 w 2424577"/>
                <a:gd name="connsiteY172" fmla="*/ 806912 h 1927852"/>
                <a:gd name="connsiteX173" fmla="*/ 1251791 w 2424577"/>
                <a:gd name="connsiteY173" fmla="*/ 807392 h 1927852"/>
                <a:gd name="connsiteX174" fmla="*/ 1250488 w 2424577"/>
                <a:gd name="connsiteY174" fmla="*/ 809450 h 1927852"/>
                <a:gd name="connsiteX175" fmla="*/ 1250076 w 2424577"/>
                <a:gd name="connsiteY175" fmla="*/ 811096 h 1927852"/>
                <a:gd name="connsiteX176" fmla="*/ 1249665 w 2424577"/>
                <a:gd name="connsiteY176" fmla="*/ 811507 h 1927852"/>
                <a:gd name="connsiteX177" fmla="*/ 1248842 w 2424577"/>
                <a:gd name="connsiteY177" fmla="*/ 813633 h 1927852"/>
                <a:gd name="connsiteX178" fmla="*/ 1247608 w 2424577"/>
                <a:gd name="connsiteY178" fmla="*/ 815690 h 1927852"/>
                <a:gd name="connsiteX179" fmla="*/ 1246785 w 2424577"/>
                <a:gd name="connsiteY179" fmla="*/ 817748 h 1927852"/>
                <a:gd name="connsiteX180" fmla="*/ 1246784 w 2424577"/>
                <a:gd name="connsiteY180" fmla="*/ 818159 h 1927852"/>
                <a:gd name="connsiteX181" fmla="*/ 1245961 w 2424577"/>
                <a:gd name="connsiteY181" fmla="*/ 819462 h 1927852"/>
                <a:gd name="connsiteX182" fmla="*/ 1245550 w 2424577"/>
                <a:gd name="connsiteY182" fmla="*/ 819874 h 1927852"/>
                <a:gd name="connsiteX183" fmla="*/ 1244658 w 2424577"/>
                <a:gd name="connsiteY183" fmla="*/ 821520 h 1927852"/>
                <a:gd name="connsiteX184" fmla="*/ 1244658 w 2424577"/>
                <a:gd name="connsiteY184" fmla="*/ 821931 h 1927852"/>
                <a:gd name="connsiteX185" fmla="*/ 1244247 w 2424577"/>
                <a:gd name="connsiteY185" fmla="*/ 822343 h 1927852"/>
                <a:gd name="connsiteX186" fmla="*/ 1243424 w 2424577"/>
                <a:gd name="connsiteY186" fmla="*/ 823989 h 1927852"/>
                <a:gd name="connsiteX187" fmla="*/ 1242190 w 2424577"/>
                <a:gd name="connsiteY187" fmla="*/ 826115 h 1927852"/>
                <a:gd name="connsiteX188" fmla="*/ 1241778 w 2424577"/>
                <a:gd name="connsiteY188" fmla="*/ 826526 h 1927852"/>
                <a:gd name="connsiteX189" fmla="*/ 1240955 w 2424577"/>
                <a:gd name="connsiteY189" fmla="*/ 828172 h 1927852"/>
                <a:gd name="connsiteX190" fmla="*/ 1239309 w 2424577"/>
                <a:gd name="connsiteY190" fmla="*/ 830229 h 1927852"/>
                <a:gd name="connsiteX191" fmla="*/ 1238829 w 2424577"/>
                <a:gd name="connsiteY191" fmla="*/ 831121 h 1927852"/>
                <a:gd name="connsiteX192" fmla="*/ 1236772 w 2424577"/>
                <a:gd name="connsiteY192" fmla="*/ 833590 h 1927852"/>
                <a:gd name="connsiteX193" fmla="*/ 1235537 w 2424577"/>
                <a:gd name="connsiteY193" fmla="*/ 835647 h 1927852"/>
                <a:gd name="connsiteX194" fmla="*/ 1234714 w 2424577"/>
                <a:gd name="connsiteY194" fmla="*/ 836539 h 1927852"/>
                <a:gd name="connsiteX195" fmla="*/ 1232588 w 2424577"/>
                <a:gd name="connsiteY195" fmla="*/ 839008 h 1927852"/>
                <a:gd name="connsiteX196" fmla="*/ 1230119 w 2424577"/>
                <a:gd name="connsiteY196" fmla="*/ 841477 h 1927852"/>
                <a:gd name="connsiteX197" fmla="*/ 1228062 w 2424577"/>
                <a:gd name="connsiteY197" fmla="*/ 844014 h 1927852"/>
                <a:gd name="connsiteX198" fmla="*/ 1225525 w 2424577"/>
                <a:gd name="connsiteY198" fmla="*/ 846483 h 1927852"/>
                <a:gd name="connsiteX199" fmla="*/ 1223056 w 2424577"/>
                <a:gd name="connsiteY199" fmla="*/ 848609 h 1927852"/>
                <a:gd name="connsiteX200" fmla="*/ 1222644 w 2424577"/>
                <a:gd name="connsiteY200" fmla="*/ 849020 h 1927852"/>
                <a:gd name="connsiteX201" fmla="*/ 1219695 w 2424577"/>
                <a:gd name="connsiteY201" fmla="*/ 851900 h 1927852"/>
                <a:gd name="connsiteX202" fmla="*/ 1216815 w 2424577"/>
                <a:gd name="connsiteY202" fmla="*/ 854027 h 1927852"/>
                <a:gd name="connsiteX203" fmla="*/ 1216061 w 2424577"/>
                <a:gd name="connsiteY203" fmla="*/ 854370 h 1927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</a:cxnLst>
              <a:rect l="l" t="t" r="r" b="b"/>
              <a:pathLst>
                <a:path w="2424577" h="1927852">
                  <a:moveTo>
                    <a:pt x="2423549" y="823"/>
                  </a:moveTo>
                  <a:cubicBezTo>
                    <a:pt x="2423489" y="3360"/>
                    <a:pt x="2423191" y="5886"/>
                    <a:pt x="2422657" y="8367"/>
                  </a:cubicBezTo>
                  <a:cubicBezTo>
                    <a:pt x="2422170" y="11855"/>
                    <a:pt x="2421483" y="15313"/>
                    <a:pt x="2420600" y="18722"/>
                  </a:cubicBezTo>
                  <a:cubicBezTo>
                    <a:pt x="2419365" y="22083"/>
                    <a:pt x="2418131" y="25580"/>
                    <a:pt x="2416828" y="28735"/>
                  </a:cubicBezTo>
                  <a:lnTo>
                    <a:pt x="2411890" y="38748"/>
                  </a:lnTo>
                  <a:cubicBezTo>
                    <a:pt x="2410615" y="40905"/>
                    <a:pt x="2409218" y="42989"/>
                    <a:pt x="2407707" y="44988"/>
                  </a:cubicBezTo>
                  <a:cubicBezTo>
                    <a:pt x="2406457" y="47162"/>
                    <a:pt x="2405059" y="49247"/>
                    <a:pt x="2403524" y="51229"/>
                  </a:cubicBezTo>
                  <a:cubicBezTo>
                    <a:pt x="2402082" y="53482"/>
                    <a:pt x="2400404" y="55574"/>
                    <a:pt x="2398517" y="57470"/>
                  </a:cubicBezTo>
                  <a:cubicBezTo>
                    <a:pt x="2396871" y="59527"/>
                    <a:pt x="2394814" y="61653"/>
                    <a:pt x="2393099" y="63711"/>
                  </a:cubicBezTo>
                  <a:lnTo>
                    <a:pt x="2373760" y="81199"/>
                  </a:lnTo>
                  <a:cubicBezTo>
                    <a:pt x="2371291" y="82845"/>
                    <a:pt x="2369165" y="84559"/>
                    <a:pt x="2366284" y="86205"/>
                  </a:cubicBezTo>
                  <a:cubicBezTo>
                    <a:pt x="2363869" y="88145"/>
                    <a:pt x="2361351" y="89954"/>
                    <a:pt x="2358741" y="91623"/>
                  </a:cubicBezTo>
                  <a:cubicBezTo>
                    <a:pt x="2355860" y="93269"/>
                    <a:pt x="2353391" y="94915"/>
                    <a:pt x="2350442" y="96629"/>
                  </a:cubicBezTo>
                  <a:lnTo>
                    <a:pt x="1256180" y="728251"/>
                  </a:lnTo>
                  <a:cubicBezTo>
                    <a:pt x="124061" y="1381956"/>
                    <a:pt x="86205" y="1403627"/>
                    <a:pt x="48280" y="1425710"/>
                  </a:cubicBezTo>
                  <a:lnTo>
                    <a:pt x="47869" y="1425710"/>
                  </a:lnTo>
                  <a:cubicBezTo>
                    <a:pt x="47400" y="1426218"/>
                    <a:pt x="46842" y="1426636"/>
                    <a:pt x="46223" y="1426944"/>
                  </a:cubicBezTo>
                  <a:cubicBezTo>
                    <a:pt x="44891" y="1427483"/>
                    <a:pt x="43625" y="1428174"/>
                    <a:pt x="42451" y="1429001"/>
                  </a:cubicBezTo>
                  <a:cubicBezTo>
                    <a:pt x="39465" y="1430371"/>
                    <a:pt x="36558" y="1431905"/>
                    <a:pt x="33741" y="1433596"/>
                  </a:cubicBezTo>
                  <a:cubicBezTo>
                    <a:pt x="30792" y="1434831"/>
                    <a:pt x="27501" y="1436477"/>
                    <a:pt x="24552" y="1437780"/>
                  </a:cubicBezTo>
                  <a:cubicBezTo>
                    <a:pt x="21603" y="1439083"/>
                    <a:pt x="17694" y="1440660"/>
                    <a:pt x="15019" y="1441894"/>
                  </a:cubicBezTo>
                  <a:lnTo>
                    <a:pt x="5006" y="1445666"/>
                  </a:lnTo>
                  <a:cubicBezTo>
                    <a:pt x="3360" y="1446078"/>
                    <a:pt x="1646" y="1446901"/>
                    <a:pt x="0" y="1447312"/>
                  </a:cubicBezTo>
                  <a:lnTo>
                    <a:pt x="0" y="1927853"/>
                  </a:lnTo>
                  <a:cubicBezTo>
                    <a:pt x="16669" y="1922208"/>
                    <a:pt x="32748" y="1914950"/>
                    <a:pt x="48006" y="1906181"/>
                  </a:cubicBezTo>
                  <a:cubicBezTo>
                    <a:pt x="155082" y="1844505"/>
                    <a:pt x="262090" y="1782783"/>
                    <a:pt x="369029" y="1721015"/>
                  </a:cubicBezTo>
                  <a:lnTo>
                    <a:pt x="369029" y="1779308"/>
                  </a:lnTo>
                  <a:cubicBezTo>
                    <a:pt x="478757" y="1715986"/>
                    <a:pt x="588279" y="1652847"/>
                    <a:pt x="697596" y="1589890"/>
                  </a:cubicBezTo>
                  <a:cubicBezTo>
                    <a:pt x="907039" y="1468686"/>
                    <a:pt x="1116322" y="1347803"/>
                    <a:pt x="1325446" y="1227239"/>
                  </a:cubicBezTo>
                  <a:cubicBezTo>
                    <a:pt x="1332304" y="1223467"/>
                    <a:pt x="1339162" y="1219695"/>
                    <a:pt x="1345471" y="1215580"/>
                  </a:cubicBezTo>
                  <a:cubicBezTo>
                    <a:pt x="1463337" y="1147595"/>
                    <a:pt x="1580906" y="1079769"/>
                    <a:pt x="1698178" y="1012104"/>
                  </a:cubicBezTo>
                  <a:cubicBezTo>
                    <a:pt x="1749407" y="982957"/>
                    <a:pt x="1800225" y="953399"/>
                    <a:pt x="1851386" y="923841"/>
                  </a:cubicBezTo>
                  <a:lnTo>
                    <a:pt x="1851386" y="865068"/>
                  </a:lnTo>
                  <a:cubicBezTo>
                    <a:pt x="1884304" y="846346"/>
                    <a:pt x="1917223" y="827623"/>
                    <a:pt x="1949661" y="808490"/>
                  </a:cubicBezTo>
                  <a:lnTo>
                    <a:pt x="1949661" y="689778"/>
                  </a:lnTo>
                  <a:cubicBezTo>
                    <a:pt x="1949661" y="674827"/>
                    <a:pt x="1949249" y="659397"/>
                    <a:pt x="1949661" y="644035"/>
                  </a:cubicBezTo>
                  <a:cubicBezTo>
                    <a:pt x="1949661" y="633199"/>
                    <a:pt x="1950072" y="622363"/>
                    <a:pt x="1949661" y="611939"/>
                  </a:cubicBezTo>
                  <a:lnTo>
                    <a:pt x="1949661" y="590679"/>
                  </a:lnTo>
                  <a:cubicBezTo>
                    <a:pt x="1949978" y="590351"/>
                    <a:pt x="1950129" y="589897"/>
                    <a:pt x="1950072" y="589445"/>
                  </a:cubicBezTo>
                  <a:lnTo>
                    <a:pt x="1950072" y="587799"/>
                  </a:lnTo>
                  <a:cubicBezTo>
                    <a:pt x="1950072" y="587388"/>
                    <a:pt x="1950072" y="587388"/>
                    <a:pt x="1950484" y="586976"/>
                  </a:cubicBezTo>
                  <a:lnTo>
                    <a:pt x="1950484" y="584850"/>
                  </a:lnTo>
                  <a:cubicBezTo>
                    <a:pt x="1950845" y="584548"/>
                    <a:pt x="1951026" y="584083"/>
                    <a:pt x="1950964" y="583616"/>
                  </a:cubicBezTo>
                  <a:cubicBezTo>
                    <a:pt x="1950964" y="583204"/>
                    <a:pt x="1951375" y="582793"/>
                    <a:pt x="1951375" y="582381"/>
                  </a:cubicBezTo>
                  <a:cubicBezTo>
                    <a:pt x="1951787" y="580735"/>
                    <a:pt x="1952198" y="579432"/>
                    <a:pt x="1952610" y="577786"/>
                  </a:cubicBezTo>
                  <a:cubicBezTo>
                    <a:pt x="1952610" y="577375"/>
                    <a:pt x="1953021" y="576963"/>
                    <a:pt x="1953021" y="576552"/>
                  </a:cubicBezTo>
                  <a:cubicBezTo>
                    <a:pt x="1953021" y="576140"/>
                    <a:pt x="1953433" y="575318"/>
                    <a:pt x="1953433" y="574906"/>
                  </a:cubicBezTo>
                  <a:cubicBezTo>
                    <a:pt x="1953433" y="574495"/>
                    <a:pt x="1953844" y="574083"/>
                    <a:pt x="1953844" y="573603"/>
                  </a:cubicBezTo>
                  <a:cubicBezTo>
                    <a:pt x="1953844" y="573123"/>
                    <a:pt x="1954256" y="572780"/>
                    <a:pt x="1954667" y="572369"/>
                  </a:cubicBezTo>
                  <a:cubicBezTo>
                    <a:pt x="1955106" y="570468"/>
                    <a:pt x="1955822" y="568642"/>
                    <a:pt x="1956793" y="566951"/>
                  </a:cubicBezTo>
                  <a:cubicBezTo>
                    <a:pt x="1957111" y="566213"/>
                    <a:pt x="1957526" y="565521"/>
                    <a:pt x="1958028" y="564894"/>
                  </a:cubicBezTo>
                  <a:cubicBezTo>
                    <a:pt x="1958028" y="564482"/>
                    <a:pt x="1958439" y="564070"/>
                    <a:pt x="1958439" y="563659"/>
                  </a:cubicBezTo>
                  <a:cubicBezTo>
                    <a:pt x="1958439" y="563247"/>
                    <a:pt x="1959262" y="562836"/>
                    <a:pt x="1959262" y="562424"/>
                  </a:cubicBezTo>
                  <a:cubicBezTo>
                    <a:pt x="1959262" y="562013"/>
                    <a:pt x="1960085" y="561121"/>
                    <a:pt x="1960496" y="560299"/>
                  </a:cubicBezTo>
                  <a:cubicBezTo>
                    <a:pt x="1960908" y="559476"/>
                    <a:pt x="1961319" y="559064"/>
                    <a:pt x="1961731" y="558653"/>
                  </a:cubicBezTo>
                  <a:cubicBezTo>
                    <a:pt x="1962095" y="557925"/>
                    <a:pt x="1962531" y="557235"/>
                    <a:pt x="1963034" y="556595"/>
                  </a:cubicBezTo>
                  <a:lnTo>
                    <a:pt x="1964268" y="555292"/>
                  </a:lnTo>
                  <a:cubicBezTo>
                    <a:pt x="1964268" y="554881"/>
                    <a:pt x="1964680" y="554881"/>
                    <a:pt x="1964680" y="554469"/>
                  </a:cubicBezTo>
                  <a:cubicBezTo>
                    <a:pt x="1964680" y="554058"/>
                    <a:pt x="1966737" y="552412"/>
                    <a:pt x="1967560" y="551177"/>
                  </a:cubicBezTo>
                  <a:cubicBezTo>
                    <a:pt x="1968383" y="549943"/>
                    <a:pt x="1969686" y="549051"/>
                    <a:pt x="1970509" y="547817"/>
                  </a:cubicBezTo>
                  <a:lnTo>
                    <a:pt x="1971744" y="546583"/>
                  </a:lnTo>
                  <a:cubicBezTo>
                    <a:pt x="1973826" y="544412"/>
                    <a:pt x="1976124" y="542459"/>
                    <a:pt x="1978602" y="540753"/>
                  </a:cubicBezTo>
                  <a:cubicBezTo>
                    <a:pt x="1979546" y="540316"/>
                    <a:pt x="1980387" y="539686"/>
                    <a:pt x="1981070" y="538902"/>
                  </a:cubicBezTo>
                  <a:cubicBezTo>
                    <a:pt x="1981482" y="538902"/>
                    <a:pt x="1981893" y="538490"/>
                    <a:pt x="1982305" y="538490"/>
                  </a:cubicBezTo>
                  <a:cubicBezTo>
                    <a:pt x="1985185" y="536776"/>
                    <a:pt x="1988134" y="535130"/>
                    <a:pt x="1990603" y="533484"/>
                  </a:cubicBezTo>
                  <a:cubicBezTo>
                    <a:pt x="1996844" y="530123"/>
                    <a:pt x="2002673" y="526626"/>
                    <a:pt x="2008502" y="523060"/>
                  </a:cubicBezTo>
                  <a:cubicBezTo>
                    <a:pt x="2018515" y="516819"/>
                    <a:pt x="2029076" y="511401"/>
                    <a:pt x="2039775" y="505160"/>
                  </a:cubicBezTo>
                  <a:cubicBezTo>
                    <a:pt x="2040186" y="505160"/>
                    <a:pt x="2040186" y="504749"/>
                    <a:pt x="2040598" y="504749"/>
                  </a:cubicBezTo>
                  <a:cubicBezTo>
                    <a:pt x="2053902" y="497205"/>
                    <a:pt x="2066795" y="489318"/>
                    <a:pt x="2080169" y="481843"/>
                  </a:cubicBezTo>
                  <a:cubicBezTo>
                    <a:pt x="2095942" y="472653"/>
                    <a:pt x="2112195" y="463532"/>
                    <a:pt x="2128175" y="454411"/>
                  </a:cubicBezTo>
                  <a:cubicBezTo>
                    <a:pt x="2128586" y="453999"/>
                    <a:pt x="2129409" y="453588"/>
                    <a:pt x="2129821" y="453177"/>
                  </a:cubicBezTo>
                  <a:cubicBezTo>
                    <a:pt x="2145251" y="444398"/>
                    <a:pt x="2160201" y="435277"/>
                    <a:pt x="2176043" y="426499"/>
                  </a:cubicBezTo>
                  <a:cubicBezTo>
                    <a:pt x="2188937" y="419024"/>
                    <a:pt x="2202310" y="411548"/>
                    <a:pt x="2215614" y="403593"/>
                  </a:cubicBezTo>
                  <a:cubicBezTo>
                    <a:pt x="2216915" y="402731"/>
                    <a:pt x="2218321" y="402039"/>
                    <a:pt x="2219798" y="401536"/>
                  </a:cubicBezTo>
                  <a:cubicBezTo>
                    <a:pt x="2228919" y="396118"/>
                    <a:pt x="2238108" y="390289"/>
                    <a:pt x="2247641" y="385282"/>
                  </a:cubicBezTo>
                  <a:cubicBezTo>
                    <a:pt x="2248052" y="384871"/>
                    <a:pt x="2248944" y="384871"/>
                    <a:pt x="2249355" y="384459"/>
                  </a:cubicBezTo>
                  <a:cubicBezTo>
                    <a:pt x="2255596" y="381168"/>
                    <a:pt x="2261426" y="377601"/>
                    <a:pt x="2267255" y="374035"/>
                  </a:cubicBezTo>
                  <a:cubicBezTo>
                    <a:pt x="2270547" y="371978"/>
                    <a:pt x="2274113" y="369920"/>
                    <a:pt x="2277199" y="368206"/>
                  </a:cubicBezTo>
                  <a:cubicBezTo>
                    <a:pt x="2278466" y="367286"/>
                    <a:pt x="2279881" y="366591"/>
                    <a:pt x="2281382" y="366149"/>
                  </a:cubicBezTo>
                  <a:cubicBezTo>
                    <a:pt x="2282303" y="365686"/>
                    <a:pt x="2283304" y="365406"/>
                    <a:pt x="2284331" y="365326"/>
                  </a:cubicBezTo>
                  <a:cubicBezTo>
                    <a:pt x="2284743" y="364914"/>
                    <a:pt x="2285566" y="364914"/>
                    <a:pt x="2285977" y="364503"/>
                  </a:cubicBezTo>
                  <a:lnTo>
                    <a:pt x="2287212" y="364503"/>
                  </a:lnTo>
                  <a:cubicBezTo>
                    <a:pt x="2288128" y="364019"/>
                    <a:pt x="2289130" y="363717"/>
                    <a:pt x="2290161" y="363611"/>
                  </a:cubicBezTo>
                  <a:cubicBezTo>
                    <a:pt x="2292116" y="363517"/>
                    <a:pt x="2294076" y="363679"/>
                    <a:pt x="2295990" y="364091"/>
                  </a:cubicBezTo>
                  <a:cubicBezTo>
                    <a:pt x="2297389" y="364568"/>
                    <a:pt x="2298762" y="365118"/>
                    <a:pt x="2300104" y="365737"/>
                  </a:cubicBezTo>
                  <a:cubicBezTo>
                    <a:pt x="2301469" y="366548"/>
                    <a:pt x="2302734" y="367515"/>
                    <a:pt x="2303876" y="368617"/>
                  </a:cubicBezTo>
                  <a:cubicBezTo>
                    <a:pt x="2305190" y="370148"/>
                    <a:pt x="2306318" y="371828"/>
                    <a:pt x="2307237" y="373624"/>
                  </a:cubicBezTo>
                  <a:cubicBezTo>
                    <a:pt x="2308097" y="375642"/>
                    <a:pt x="2308785" y="377730"/>
                    <a:pt x="2309294" y="379864"/>
                  </a:cubicBezTo>
                  <a:cubicBezTo>
                    <a:pt x="2309610" y="382136"/>
                    <a:pt x="2309747" y="384429"/>
                    <a:pt x="2309705" y="386722"/>
                  </a:cubicBezTo>
                  <a:lnTo>
                    <a:pt x="2309706" y="600624"/>
                  </a:lnTo>
                  <a:cubicBezTo>
                    <a:pt x="2323422" y="593148"/>
                    <a:pt x="2337138" y="585262"/>
                    <a:pt x="2350854" y="577306"/>
                  </a:cubicBezTo>
                  <a:cubicBezTo>
                    <a:pt x="2399546" y="548983"/>
                    <a:pt x="2424166" y="512361"/>
                    <a:pt x="2424577" y="475328"/>
                  </a:cubicBezTo>
                  <a:lnTo>
                    <a:pt x="2424577" y="0"/>
                  </a:lnTo>
                  <a:cubicBezTo>
                    <a:pt x="2424409" y="440"/>
                    <a:pt x="2424015" y="755"/>
                    <a:pt x="2423548" y="823"/>
                  </a:cubicBezTo>
                  <a:close/>
                  <a:moveTo>
                    <a:pt x="1216061" y="854370"/>
                  </a:moveTo>
                  <a:cubicBezTo>
                    <a:pt x="1215581" y="854370"/>
                    <a:pt x="1215581" y="854370"/>
                    <a:pt x="1215169" y="854781"/>
                  </a:cubicBezTo>
                  <a:cubicBezTo>
                    <a:pt x="1213523" y="856015"/>
                    <a:pt x="1211877" y="856427"/>
                    <a:pt x="1210231" y="857661"/>
                  </a:cubicBezTo>
                  <a:lnTo>
                    <a:pt x="1146109" y="894763"/>
                  </a:lnTo>
                  <a:lnTo>
                    <a:pt x="1139251" y="898878"/>
                  </a:lnTo>
                  <a:lnTo>
                    <a:pt x="1125946" y="906422"/>
                  </a:lnTo>
                  <a:lnTo>
                    <a:pt x="1086787" y="929327"/>
                  </a:lnTo>
                  <a:lnTo>
                    <a:pt x="1076020" y="935568"/>
                  </a:lnTo>
                  <a:lnTo>
                    <a:pt x="1063059" y="943043"/>
                  </a:lnTo>
                  <a:lnTo>
                    <a:pt x="1045571" y="953056"/>
                  </a:lnTo>
                  <a:cubicBezTo>
                    <a:pt x="1044748" y="953468"/>
                    <a:pt x="1044336" y="953879"/>
                    <a:pt x="1043513" y="954291"/>
                  </a:cubicBezTo>
                  <a:lnTo>
                    <a:pt x="1041044" y="955525"/>
                  </a:lnTo>
                  <a:lnTo>
                    <a:pt x="1031855" y="960943"/>
                  </a:lnTo>
                  <a:cubicBezTo>
                    <a:pt x="1026848" y="963823"/>
                    <a:pt x="1022253" y="966361"/>
                    <a:pt x="1017247" y="969653"/>
                  </a:cubicBezTo>
                  <a:lnTo>
                    <a:pt x="995233" y="982203"/>
                  </a:lnTo>
                  <a:lnTo>
                    <a:pt x="994821" y="982203"/>
                  </a:lnTo>
                  <a:lnTo>
                    <a:pt x="972739" y="995096"/>
                  </a:lnTo>
                  <a:lnTo>
                    <a:pt x="963960" y="1000102"/>
                  </a:lnTo>
                  <a:lnTo>
                    <a:pt x="960669" y="1002159"/>
                  </a:lnTo>
                  <a:cubicBezTo>
                    <a:pt x="957795" y="1003532"/>
                    <a:pt x="955002" y="1005066"/>
                    <a:pt x="952302" y="1006754"/>
                  </a:cubicBezTo>
                  <a:cubicBezTo>
                    <a:pt x="951890" y="1007166"/>
                    <a:pt x="951067" y="1007577"/>
                    <a:pt x="950656" y="1007989"/>
                  </a:cubicBezTo>
                  <a:cubicBezTo>
                    <a:pt x="950244" y="1008400"/>
                    <a:pt x="948187" y="1009223"/>
                    <a:pt x="946884" y="1010046"/>
                  </a:cubicBezTo>
                  <a:cubicBezTo>
                    <a:pt x="945581" y="1010869"/>
                    <a:pt x="945238" y="1010458"/>
                    <a:pt x="944415" y="1010938"/>
                  </a:cubicBezTo>
                  <a:cubicBezTo>
                    <a:pt x="943592" y="1011418"/>
                    <a:pt x="943592" y="1011349"/>
                    <a:pt x="943181" y="1011349"/>
                  </a:cubicBezTo>
                  <a:cubicBezTo>
                    <a:pt x="942769" y="1011349"/>
                    <a:pt x="942769" y="1011761"/>
                    <a:pt x="942358" y="1011761"/>
                  </a:cubicBezTo>
                  <a:cubicBezTo>
                    <a:pt x="941946" y="1011761"/>
                    <a:pt x="941055" y="1012172"/>
                    <a:pt x="940643" y="1012584"/>
                  </a:cubicBezTo>
                  <a:cubicBezTo>
                    <a:pt x="940232" y="1012995"/>
                    <a:pt x="938997" y="1012995"/>
                    <a:pt x="938174" y="1012995"/>
                  </a:cubicBezTo>
                  <a:cubicBezTo>
                    <a:pt x="937846" y="1013312"/>
                    <a:pt x="937392" y="1013463"/>
                    <a:pt x="936940" y="1013407"/>
                  </a:cubicBezTo>
                  <a:cubicBezTo>
                    <a:pt x="936467" y="1013357"/>
                    <a:pt x="935995" y="1013506"/>
                    <a:pt x="935637" y="1013818"/>
                  </a:cubicBezTo>
                  <a:cubicBezTo>
                    <a:pt x="934924" y="1013711"/>
                    <a:pt x="934196" y="1013856"/>
                    <a:pt x="933580" y="1014230"/>
                  </a:cubicBezTo>
                  <a:lnTo>
                    <a:pt x="924938" y="1014230"/>
                  </a:lnTo>
                  <a:lnTo>
                    <a:pt x="924527" y="1013818"/>
                  </a:lnTo>
                  <a:lnTo>
                    <a:pt x="922812" y="1013818"/>
                  </a:lnTo>
                  <a:cubicBezTo>
                    <a:pt x="922401" y="1013818"/>
                    <a:pt x="921990" y="1013407"/>
                    <a:pt x="921578" y="1013407"/>
                  </a:cubicBezTo>
                  <a:cubicBezTo>
                    <a:pt x="921167" y="1013407"/>
                    <a:pt x="920755" y="1012995"/>
                    <a:pt x="920344" y="1012995"/>
                  </a:cubicBezTo>
                  <a:cubicBezTo>
                    <a:pt x="919932" y="1012995"/>
                    <a:pt x="919109" y="1012584"/>
                    <a:pt x="918698" y="1012584"/>
                  </a:cubicBezTo>
                  <a:lnTo>
                    <a:pt x="918080" y="1012104"/>
                  </a:lnTo>
                  <a:lnTo>
                    <a:pt x="918080" y="1012104"/>
                  </a:lnTo>
                  <a:cubicBezTo>
                    <a:pt x="918080" y="1011876"/>
                    <a:pt x="917896" y="1011692"/>
                    <a:pt x="917669" y="1011692"/>
                  </a:cubicBezTo>
                  <a:cubicBezTo>
                    <a:pt x="917258" y="1011692"/>
                    <a:pt x="917258" y="1011281"/>
                    <a:pt x="916846" y="1011281"/>
                  </a:cubicBezTo>
                  <a:lnTo>
                    <a:pt x="916435" y="1011281"/>
                  </a:lnTo>
                  <a:lnTo>
                    <a:pt x="916023" y="1010869"/>
                  </a:lnTo>
                  <a:lnTo>
                    <a:pt x="915612" y="1010389"/>
                  </a:lnTo>
                  <a:cubicBezTo>
                    <a:pt x="915296" y="1010356"/>
                    <a:pt x="915004" y="1010210"/>
                    <a:pt x="914789" y="1009978"/>
                  </a:cubicBezTo>
                  <a:lnTo>
                    <a:pt x="914377" y="1009566"/>
                  </a:lnTo>
                  <a:cubicBezTo>
                    <a:pt x="914065" y="1009523"/>
                    <a:pt x="913776" y="1009378"/>
                    <a:pt x="913554" y="1009155"/>
                  </a:cubicBezTo>
                  <a:lnTo>
                    <a:pt x="913143" y="1008743"/>
                  </a:lnTo>
                  <a:cubicBezTo>
                    <a:pt x="913143" y="1008743"/>
                    <a:pt x="912731" y="1009155"/>
                    <a:pt x="912731" y="1008743"/>
                  </a:cubicBezTo>
                  <a:lnTo>
                    <a:pt x="912731" y="1008332"/>
                  </a:lnTo>
                  <a:lnTo>
                    <a:pt x="912251" y="1007920"/>
                  </a:lnTo>
                  <a:lnTo>
                    <a:pt x="911428" y="1007097"/>
                  </a:lnTo>
                  <a:lnTo>
                    <a:pt x="910194" y="1005863"/>
                  </a:lnTo>
                  <a:lnTo>
                    <a:pt x="909371" y="1004560"/>
                  </a:lnTo>
                  <a:lnTo>
                    <a:pt x="908959" y="1004148"/>
                  </a:lnTo>
                  <a:lnTo>
                    <a:pt x="908548" y="1003737"/>
                  </a:lnTo>
                  <a:cubicBezTo>
                    <a:pt x="908548" y="1003325"/>
                    <a:pt x="908136" y="1002914"/>
                    <a:pt x="907725" y="1002502"/>
                  </a:cubicBezTo>
                  <a:cubicBezTo>
                    <a:pt x="907313" y="1002091"/>
                    <a:pt x="907313" y="1001679"/>
                    <a:pt x="907313" y="1001268"/>
                  </a:cubicBezTo>
                  <a:lnTo>
                    <a:pt x="906902" y="1000856"/>
                  </a:lnTo>
                  <a:cubicBezTo>
                    <a:pt x="906866" y="1000526"/>
                    <a:pt x="906692" y="1000227"/>
                    <a:pt x="906422" y="1000033"/>
                  </a:cubicBezTo>
                  <a:lnTo>
                    <a:pt x="906422" y="999622"/>
                  </a:lnTo>
                  <a:lnTo>
                    <a:pt x="906010" y="999211"/>
                  </a:lnTo>
                  <a:lnTo>
                    <a:pt x="906010" y="998730"/>
                  </a:lnTo>
                  <a:lnTo>
                    <a:pt x="905599" y="998319"/>
                  </a:lnTo>
                  <a:lnTo>
                    <a:pt x="905599" y="998388"/>
                  </a:lnTo>
                  <a:cubicBezTo>
                    <a:pt x="903130" y="992970"/>
                    <a:pt x="900593" y="988032"/>
                    <a:pt x="898124" y="982614"/>
                  </a:cubicBezTo>
                  <a:cubicBezTo>
                    <a:pt x="892294" y="970956"/>
                    <a:pt x="886877" y="958885"/>
                    <a:pt x="881047" y="947227"/>
                  </a:cubicBezTo>
                  <a:cubicBezTo>
                    <a:pt x="939752" y="913486"/>
                    <a:pt x="998182" y="879744"/>
                    <a:pt x="1056338" y="846003"/>
                  </a:cubicBezTo>
                  <a:cubicBezTo>
                    <a:pt x="1122998" y="807735"/>
                    <a:pt x="1189291" y="769422"/>
                    <a:pt x="1255220" y="731063"/>
                  </a:cubicBezTo>
                  <a:cubicBezTo>
                    <a:pt x="1263587" y="726536"/>
                    <a:pt x="1271473" y="721530"/>
                    <a:pt x="1279771" y="716935"/>
                  </a:cubicBezTo>
                  <a:cubicBezTo>
                    <a:pt x="1278948" y="719473"/>
                    <a:pt x="1278537" y="721530"/>
                    <a:pt x="1277714" y="723793"/>
                  </a:cubicBezTo>
                  <a:cubicBezTo>
                    <a:pt x="1272708" y="739635"/>
                    <a:pt x="1267701" y="755889"/>
                    <a:pt x="1263175" y="771799"/>
                  </a:cubicBezTo>
                  <a:cubicBezTo>
                    <a:pt x="1261049" y="778657"/>
                    <a:pt x="1258992" y="785515"/>
                    <a:pt x="1256317" y="792373"/>
                  </a:cubicBezTo>
                  <a:cubicBezTo>
                    <a:pt x="1255906" y="794019"/>
                    <a:pt x="1255494" y="795254"/>
                    <a:pt x="1255083" y="796968"/>
                  </a:cubicBezTo>
                  <a:cubicBezTo>
                    <a:pt x="1254671" y="798683"/>
                    <a:pt x="1254671" y="798203"/>
                    <a:pt x="1254260" y="799025"/>
                  </a:cubicBezTo>
                  <a:lnTo>
                    <a:pt x="1254260" y="799437"/>
                  </a:lnTo>
                  <a:cubicBezTo>
                    <a:pt x="1254260" y="799848"/>
                    <a:pt x="1253848" y="800260"/>
                    <a:pt x="1253848" y="800671"/>
                  </a:cubicBezTo>
                  <a:cubicBezTo>
                    <a:pt x="1253774" y="801569"/>
                    <a:pt x="1253492" y="802438"/>
                    <a:pt x="1253025" y="803209"/>
                  </a:cubicBezTo>
                  <a:cubicBezTo>
                    <a:pt x="1252848" y="803886"/>
                    <a:pt x="1252710" y="804573"/>
                    <a:pt x="1252614" y="805266"/>
                  </a:cubicBezTo>
                  <a:cubicBezTo>
                    <a:pt x="1252104" y="805661"/>
                    <a:pt x="1251801" y="806267"/>
                    <a:pt x="1251791" y="806912"/>
                  </a:cubicBezTo>
                  <a:lnTo>
                    <a:pt x="1251791" y="807392"/>
                  </a:lnTo>
                  <a:cubicBezTo>
                    <a:pt x="1251379" y="808215"/>
                    <a:pt x="1250968" y="808627"/>
                    <a:pt x="1250488" y="809450"/>
                  </a:cubicBezTo>
                  <a:cubicBezTo>
                    <a:pt x="1250008" y="810273"/>
                    <a:pt x="1250076" y="810684"/>
                    <a:pt x="1250076" y="811096"/>
                  </a:cubicBezTo>
                  <a:cubicBezTo>
                    <a:pt x="1249849" y="811096"/>
                    <a:pt x="1249665" y="811280"/>
                    <a:pt x="1249665" y="811507"/>
                  </a:cubicBezTo>
                  <a:cubicBezTo>
                    <a:pt x="1249253" y="812330"/>
                    <a:pt x="1249253" y="813222"/>
                    <a:pt x="1248842" y="813633"/>
                  </a:cubicBezTo>
                  <a:cubicBezTo>
                    <a:pt x="1248524" y="814371"/>
                    <a:pt x="1248109" y="815063"/>
                    <a:pt x="1247608" y="815690"/>
                  </a:cubicBezTo>
                  <a:cubicBezTo>
                    <a:pt x="1247591" y="816453"/>
                    <a:pt x="1247299" y="817184"/>
                    <a:pt x="1246785" y="817748"/>
                  </a:cubicBezTo>
                  <a:lnTo>
                    <a:pt x="1246784" y="818159"/>
                  </a:lnTo>
                  <a:cubicBezTo>
                    <a:pt x="1246370" y="818488"/>
                    <a:pt x="1246080" y="818947"/>
                    <a:pt x="1245961" y="819462"/>
                  </a:cubicBezTo>
                  <a:lnTo>
                    <a:pt x="1245550" y="819874"/>
                  </a:lnTo>
                  <a:cubicBezTo>
                    <a:pt x="1245139" y="820697"/>
                    <a:pt x="1244658" y="821108"/>
                    <a:pt x="1244658" y="821520"/>
                  </a:cubicBezTo>
                  <a:lnTo>
                    <a:pt x="1244658" y="821931"/>
                  </a:lnTo>
                  <a:lnTo>
                    <a:pt x="1244247" y="822343"/>
                  </a:lnTo>
                  <a:cubicBezTo>
                    <a:pt x="1244247" y="822754"/>
                    <a:pt x="1243835" y="823166"/>
                    <a:pt x="1243424" y="823989"/>
                  </a:cubicBezTo>
                  <a:cubicBezTo>
                    <a:pt x="1243013" y="824812"/>
                    <a:pt x="1242601" y="825292"/>
                    <a:pt x="1242190" y="826115"/>
                  </a:cubicBezTo>
                  <a:cubicBezTo>
                    <a:pt x="1241962" y="826115"/>
                    <a:pt x="1241778" y="826299"/>
                    <a:pt x="1241778" y="826526"/>
                  </a:cubicBezTo>
                  <a:cubicBezTo>
                    <a:pt x="1241778" y="826938"/>
                    <a:pt x="1241367" y="827349"/>
                    <a:pt x="1240955" y="828172"/>
                  </a:cubicBezTo>
                  <a:cubicBezTo>
                    <a:pt x="1240308" y="828773"/>
                    <a:pt x="1239754" y="829466"/>
                    <a:pt x="1239309" y="830229"/>
                  </a:cubicBezTo>
                  <a:cubicBezTo>
                    <a:pt x="1239060" y="830469"/>
                    <a:pt x="1238891" y="830781"/>
                    <a:pt x="1238829" y="831121"/>
                  </a:cubicBezTo>
                  <a:cubicBezTo>
                    <a:pt x="1238006" y="831944"/>
                    <a:pt x="1237595" y="832767"/>
                    <a:pt x="1236772" y="833590"/>
                  </a:cubicBezTo>
                  <a:cubicBezTo>
                    <a:pt x="1236454" y="834328"/>
                    <a:pt x="1236039" y="835020"/>
                    <a:pt x="1235537" y="835647"/>
                  </a:cubicBezTo>
                  <a:lnTo>
                    <a:pt x="1234714" y="836539"/>
                  </a:lnTo>
                  <a:cubicBezTo>
                    <a:pt x="1233891" y="837256"/>
                    <a:pt x="1233175" y="838087"/>
                    <a:pt x="1232588" y="839008"/>
                  </a:cubicBezTo>
                  <a:lnTo>
                    <a:pt x="1230119" y="841477"/>
                  </a:lnTo>
                  <a:cubicBezTo>
                    <a:pt x="1229297" y="842368"/>
                    <a:pt x="1228885" y="843191"/>
                    <a:pt x="1228062" y="844014"/>
                  </a:cubicBezTo>
                  <a:lnTo>
                    <a:pt x="1225525" y="846483"/>
                  </a:lnTo>
                  <a:cubicBezTo>
                    <a:pt x="1224808" y="847306"/>
                    <a:pt x="1223976" y="848022"/>
                    <a:pt x="1223056" y="848609"/>
                  </a:cubicBezTo>
                  <a:lnTo>
                    <a:pt x="1222644" y="849020"/>
                  </a:lnTo>
                  <a:cubicBezTo>
                    <a:pt x="1221765" y="850081"/>
                    <a:pt x="1220776" y="851046"/>
                    <a:pt x="1219695" y="851900"/>
                  </a:cubicBezTo>
                  <a:cubicBezTo>
                    <a:pt x="1218872" y="852724"/>
                    <a:pt x="1217638" y="853135"/>
                    <a:pt x="1216815" y="854027"/>
                  </a:cubicBezTo>
                  <a:cubicBezTo>
                    <a:pt x="1215992" y="854918"/>
                    <a:pt x="1216472" y="854370"/>
                    <a:pt x="1216061" y="85437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64C8616-2546-8082-0BE2-54E6059D510B}"/>
                </a:ext>
              </a:extLst>
            </p:cNvPr>
            <p:cNvSpPr/>
            <p:nvPr/>
          </p:nvSpPr>
          <p:spPr>
            <a:xfrm>
              <a:off x="4395402" y="3798989"/>
              <a:ext cx="1394985" cy="1070876"/>
            </a:xfrm>
            <a:custGeom>
              <a:avLst/>
              <a:gdLst>
                <a:gd name="connsiteX0" fmla="*/ 0 w 1394985"/>
                <a:gd name="connsiteY0" fmla="*/ 804992 h 1070876"/>
                <a:gd name="connsiteX1" fmla="*/ 463738 w 1394985"/>
                <a:gd name="connsiteY1" fmla="*/ 537530 h 1070876"/>
                <a:gd name="connsiteX2" fmla="*/ 466687 w 1394985"/>
                <a:gd name="connsiteY2" fmla="*/ 541507 h 1070876"/>
                <a:gd name="connsiteX3" fmla="*/ 470802 w 1394985"/>
                <a:gd name="connsiteY3" fmla="*/ 546308 h 1070876"/>
                <a:gd name="connsiteX4" fmla="*/ 476768 w 1394985"/>
                <a:gd name="connsiteY4" fmla="*/ 551589 h 1070876"/>
                <a:gd name="connsiteX5" fmla="*/ 484518 w 1394985"/>
                <a:gd name="connsiteY5" fmla="*/ 556870 h 1070876"/>
                <a:gd name="connsiteX6" fmla="*/ 488633 w 1394985"/>
                <a:gd name="connsiteY6" fmla="*/ 559064 h 1070876"/>
                <a:gd name="connsiteX7" fmla="*/ 492610 w 1394985"/>
                <a:gd name="connsiteY7" fmla="*/ 560916 h 1070876"/>
                <a:gd name="connsiteX8" fmla="*/ 499948 w 1394985"/>
                <a:gd name="connsiteY8" fmla="*/ 563453 h 1070876"/>
                <a:gd name="connsiteX9" fmla="*/ 504612 w 1394985"/>
                <a:gd name="connsiteY9" fmla="*/ 564482 h 1070876"/>
                <a:gd name="connsiteX10" fmla="*/ 513253 w 1394985"/>
                <a:gd name="connsiteY10" fmla="*/ 565716 h 1070876"/>
                <a:gd name="connsiteX11" fmla="*/ 524363 w 1394985"/>
                <a:gd name="connsiteY11" fmla="*/ 565716 h 1070876"/>
                <a:gd name="connsiteX12" fmla="*/ 529781 w 1394985"/>
                <a:gd name="connsiteY12" fmla="*/ 564962 h 1070876"/>
                <a:gd name="connsiteX13" fmla="*/ 539039 w 1394985"/>
                <a:gd name="connsiteY13" fmla="*/ 562973 h 1070876"/>
                <a:gd name="connsiteX14" fmla="*/ 549051 w 1394985"/>
                <a:gd name="connsiteY14" fmla="*/ 559407 h 1070876"/>
                <a:gd name="connsiteX15" fmla="*/ 550629 w 1394985"/>
                <a:gd name="connsiteY15" fmla="*/ 559407 h 1070876"/>
                <a:gd name="connsiteX16" fmla="*/ 820423 w 1394985"/>
                <a:gd name="connsiteY16" fmla="*/ 403662 h 1070876"/>
                <a:gd name="connsiteX17" fmla="*/ 829269 w 1394985"/>
                <a:gd name="connsiteY17" fmla="*/ 397970 h 1070876"/>
                <a:gd name="connsiteX18" fmla="*/ 834893 w 1394985"/>
                <a:gd name="connsiteY18" fmla="*/ 393786 h 1070876"/>
                <a:gd name="connsiteX19" fmla="*/ 843534 w 1394985"/>
                <a:gd name="connsiteY19" fmla="*/ 386105 h 1070876"/>
                <a:gd name="connsiteX20" fmla="*/ 847786 w 1394985"/>
                <a:gd name="connsiteY20" fmla="*/ 381922 h 1070876"/>
                <a:gd name="connsiteX21" fmla="*/ 855810 w 1394985"/>
                <a:gd name="connsiteY21" fmla="*/ 372732 h 1070876"/>
                <a:gd name="connsiteX22" fmla="*/ 862668 w 1394985"/>
                <a:gd name="connsiteY22" fmla="*/ 363474 h 1070876"/>
                <a:gd name="connsiteX23" fmla="*/ 869046 w 1394985"/>
                <a:gd name="connsiteY23" fmla="*/ 353461 h 1070876"/>
                <a:gd name="connsiteX24" fmla="*/ 877070 w 1394985"/>
                <a:gd name="connsiteY24" fmla="*/ 337825 h 1070876"/>
                <a:gd name="connsiteX25" fmla="*/ 879607 w 1394985"/>
                <a:gd name="connsiteY25" fmla="*/ 331721 h 1070876"/>
                <a:gd name="connsiteX26" fmla="*/ 882282 w 1394985"/>
                <a:gd name="connsiteY26" fmla="*/ 323835 h 1070876"/>
                <a:gd name="connsiteX27" fmla="*/ 885231 w 1394985"/>
                <a:gd name="connsiteY27" fmla="*/ 315125 h 1070876"/>
                <a:gd name="connsiteX28" fmla="*/ 893392 w 1394985"/>
                <a:gd name="connsiteY28" fmla="*/ 289545 h 1070876"/>
                <a:gd name="connsiteX29" fmla="*/ 1394986 w 1394985"/>
                <a:gd name="connsiteY29" fmla="*/ 0 h 1070876"/>
                <a:gd name="connsiteX30" fmla="*/ 1394986 w 1394985"/>
                <a:gd name="connsiteY30" fmla="*/ 265884 h 1070876"/>
                <a:gd name="connsiteX31" fmla="*/ 0 w 1394985"/>
                <a:gd name="connsiteY31" fmla="*/ 1070877 h 1070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94985" h="1070876">
                  <a:moveTo>
                    <a:pt x="0" y="804992"/>
                  </a:moveTo>
                  <a:lnTo>
                    <a:pt x="463738" y="537530"/>
                  </a:lnTo>
                  <a:lnTo>
                    <a:pt x="466687" y="541507"/>
                  </a:lnTo>
                  <a:lnTo>
                    <a:pt x="470802" y="546308"/>
                  </a:lnTo>
                  <a:cubicBezTo>
                    <a:pt x="470802" y="546308"/>
                    <a:pt x="475054" y="550286"/>
                    <a:pt x="476768" y="551589"/>
                  </a:cubicBezTo>
                  <a:lnTo>
                    <a:pt x="484518" y="556870"/>
                  </a:lnTo>
                  <a:lnTo>
                    <a:pt x="488633" y="559064"/>
                  </a:lnTo>
                  <a:lnTo>
                    <a:pt x="492610" y="560916"/>
                  </a:lnTo>
                  <a:lnTo>
                    <a:pt x="499948" y="563453"/>
                  </a:lnTo>
                  <a:lnTo>
                    <a:pt x="504612" y="564482"/>
                  </a:lnTo>
                  <a:lnTo>
                    <a:pt x="513253" y="565716"/>
                  </a:lnTo>
                  <a:lnTo>
                    <a:pt x="524363" y="565716"/>
                  </a:lnTo>
                  <a:lnTo>
                    <a:pt x="529781" y="564962"/>
                  </a:lnTo>
                  <a:lnTo>
                    <a:pt x="539039" y="562973"/>
                  </a:lnTo>
                  <a:cubicBezTo>
                    <a:pt x="539039" y="562973"/>
                    <a:pt x="548503" y="559681"/>
                    <a:pt x="549051" y="559407"/>
                  </a:cubicBezTo>
                  <a:lnTo>
                    <a:pt x="550629" y="559407"/>
                  </a:lnTo>
                  <a:lnTo>
                    <a:pt x="820423" y="403662"/>
                  </a:lnTo>
                  <a:cubicBezTo>
                    <a:pt x="823166" y="402085"/>
                    <a:pt x="826252" y="400096"/>
                    <a:pt x="829269" y="397970"/>
                  </a:cubicBezTo>
                  <a:lnTo>
                    <a:pt x="834893" y="393786"/>
                  </a:lnTo>
                  <a:lnTo>
                    <a:pt x="843534" y="386105"/>
                  </a:lnTo>
                  <a:lnTo>
                    <a:pt x="847786" y="381922"/>
                  </a:lnTo>
                  <a:lnTo>
                    <a:pt x="855810" y="372732"/>
                  </a:lnTo>
                  <a:lnTo>
                    <a:pt x="862668" y="363474"/>
                  </a:lnTo>
                  <a:lnTo>
                    <a:pt x="869046" y="353461"/>
                  </a:lnTo>
                  <a:lnTo>
                    <a:pt x="877070" y="337825"/>
                  </a:lnTo>
                  <a:lnTo>
                    <a:pt x="879607" y="331721"/>
                  </a:lnTo>
                  <a:lnTo>
                    <a:pt x="882282" y="323835"/>
                  </a:lnTo>
                  <a:lnTo>
                    <a:pt x="885231" y="315125"/>
                  </a:lnTo>
                  <a:lnTo>
                    <a:pt x="893392" y="289545"/>
                  </a:lnTo>
                  <a:lnTo>
                    <a:pt x="1394986" y="0"/>
                  </a:lnTo>
                  <a:lnTo>
                    <a:pt x="1394986" y="265884"/>
                  </a:lnTo>
                  <a:lnTo>
                    <a:pt x="0" y="1070877"/>
                  </a:lnTo>
                  <a:close/>
                </a:path>
              </a:pathLst>
            </a:custGeom>
            <a:solidFill>
              <a:srgbClr val="3E3E4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FE608AE-3FB9-8CFA-93C7-F03676FF94ED}"/>
                </a:ext>
              </a:extLst>
            </p:cNvPr>
            <p:cNvSpPr/>
            <p:nvPr/>
          </p:nvSpPr>
          <p:spPr>
            <a:xfrm>
              <a:off x="6335050" y="3783558"/>
              <a:ext cx="73723" cy="391522"/>
            </a:xfrm>
            <a:custGeom>
              <a:avLst/>
              <a:gdLst>
                <a:gd name="connsiteX0" fmla="*/ 73724 w 73723"/>
                <a:gd name="connsiteY0" fmla="*/ 283235 h 391522"/>
                <a:gd name="connsiteX1" fmla="*/ 73724 w 73723"/>
                <a:gd name="connsiteY1" fmla="*/ 288653 h 391522"/>
                <a:gd name="connsiteX2" fmla="*/ 0 w 73723"/>
                <a:gd name="connsiteY2" fmla="*/ 391523 h 391522"/>
                <a:gd name="connsiteX3" fmla="*/ 0 w 73723"/>
                <a:gd name="connsiteY3" fmla="*/ 101978 h 391522"/>
                <a:gd name="connsiteX4" fmla="*/ 73724 w 73723"/>
                <a:gd name="connsiteY4" fmla="*/ 0 h 391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23" h="391522">
                  <a:moveTo>
                    <a:pt x="73724" y="283235"/>
                  </a:moveTo>
                  <a:lnTo>
                    <a:pt x="73724" y="288653"/>
                  </a:lnTo>
                  <a:cubicBezTo>
                    <a:pt x="73724" y="326166"/>
                    <a:pt x="49103" y="362788"/>
                    <a:pt x="0" y="391523"/>
                  </a:cubicBezTo>
                  <a:lnTo>
                    <a:pt x="0" y="101978"/>
                  </a:lnTo>
                  <a:cubicBezTo>
                    <a:pt x="48692" y="73655"/>
                    <a:pt x="73312" y="37033"/>
                    <a:pt x="73724" y="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9A2DBAB-7D37-5FF2-40A2-30D54129DAA3}"/>
                </a:ext>
              </a:extLst>
            </p:cNvPr>
            <p:cNvSpPr/>
            <p:nvPr/>
          </p:nvSpPr>
          <p:spPr>
            <a:xfrm>
              <a:off x="6408362" y="3303430"/>
              <a:ext cx="429" cy="5006"/>
            </a:xfrm>
            <a:custGeom>
              <a:avLst/>
              <a:gdLst>
                <a:gd name="connsiteX0" fmla="*/ 411 w 429"/>
                <a:gd name="connsiteY0" fmla="*/ 0 h 5006"/>
                <a:gd name="connsiteX1" fmla="*/ 411 w 429"/>
                <a:gd name="connsiteY1" fmla="*/ 5006 h 5006"/>
                <a:gd name="connsiteX2" fmla="*/ 0 w 429"/>
                <a:gd name="connsiteY2" fmla="*/ 3772 h 5006"/>
                <a:gd name="connsiteX3" fmla="*/ 411 w 429"/>
                <a:gd name="connsiteY3" fmla="*/ 0 h 5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" h="5006">
                  <a:moveTo>
                    <a:pt x="411" y="0"/>
                  </a:moveTo>
                  <a:lnTo>
                    <a:pt x="411" y="5006"/>
                  </a:lnTo>
                  <a:cubicBezTo>
                    <a:pt x="468" y="4554"/>
                    <a:pt x="316" y="4100"/>
                    <a:pt x="0" y="3772"/>
                  </a:cubicBezTo>
                  <a:cubicBezTo>
                    <a:pt x="343" y="2546"/>
                    <a:pt x="483" y="1271"/>
                    <a:pt x="411" y="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BCADC68-1B01-F811-696A-314A867A38EC}"/>
                </a:ext>
              </a:extLst>
            </p:cNvPr>
            <p:cNvSpPr/>
            <p:nvPr/>
          </p:nvSpPr>
          <p:spPr>
            <a:xfrm>
              <a:off x="3984813" y="3184923"/>
              <a:ext cx="2424234" cy="1570825"/>
            </a:xfrm>
            <a:custGeom>
              <a:avLst/>
              <a:gdLst>
                <a:gd name="connsiteX0" fmla="*/ 2423960 w 2424234"/>
                <a:gd name="connsiteY0" fmla="*/ 116860 h 1570825"/>
                <a:gd name="connsiteX1" fmla="*/ 2423960 w 2424234"/>
                <a:gd name="connsiteY1" fmla="*/ 118506 h 1570825"/>
                <a:gd name="connsiteX2" fmla="*/ 2423549 w 2424234"/>
                <a:gd name="connsiteY2" fmla="*/ 122278 h 1570825"/>
                <a:gd name="connsiteX3" fmla="*/ 2423549 w 2424234"/>
                <a:gd name="connsiteY3" fmla="*/ 124336 h 1570825"/>
                <a:gd name="connsiteX4" fmla="*/ 2422657 w 2424234"/>
                <a:gd name="connsiteY4" fmla="*/ 131879 h 1570825"/>
                <a:gd name="connsiteX5" fmla="*/ 2420600 w 2424234"/>
                <a:gd name="connsiteY5" fmla="*/ 142235 h 1570825"/>
                <a:gd name="connsiteX6" fmla="*/ 2416828 w 2424234"/>
                <a:gd name="connsiteY6" fmla="*/ 152247 h 1570825"/>
                <a:gd name="connsiteX7" fmla="*/ 2411890 w 2424234"/>
                <a:gd name="connsiteY7" fmla="*/ 162260 h 1570825"/>
                <a:gd name="connsiteX8" fmla="*/ 2407707 w 2424234"/>
                <a:gd name="connsiteY8" fmla="*/ 168501 h 1570825"/>
                <a:gd name="connsiteX9" fmla="*/ 2403524 w 2424234"/>
                <a:gd name="connsiteY9" fmla="*/ 174742 h 1570825"/>
                <a:gd name="connsiteX10" fmla="*/ 2398517 w 2424234"/>
                <a:gd name="connsiteY10" fmla="*/ 180983 h 1570825"/>
                <a:gd name="connsiteX11" fmla="*/ 2393099 w 2424234"/>
                <a:gd name="connsiteY11" fmla="*/ 187223 h 1570825"/>
                <a:gd name="connsiteX12" fmla="*/ 2373760 w 2424234"/>
                <a:gd name="connsiteY12" fmla="*/ 204711 h 1570825"/>
                <a:gd name="connsiteX13" fmla="*/ 2366284 w 2424234"/>
                <a:gd name="connsiteY13" fmla="*/ 209718 h 1570825"/>
                <a:gd name="connsiteX14" fmla="*/ 2358741 w 2424234"/>
                <a:gd name="connsiteY14" fmla="*/ 215135 h 1570825"/>
                <a:gd name="connsiteX15" fmla="*/ 2350442 w 2424234"/>
                <a:gd name="connsiteY15" fmla="*/ 220142 h 1570825"/>
                <a:gd name="connsiteX16" fmla="*/ 1256180 w 2424234"/>
                <a:gd name="connsiteY16" fmla="*/ 851764 h 1570825"/>
                <a:gd name="connsiteX17" fmla="*/ 48280 w 2424234"/>
                <a:gd name="connsiteY17" fmla="*/ 1549222 h 1570825"/>
                <a:gd name="connsiteX18" fmla="*/ 47869 w 2424234"/>
                <a:gd name="connsiteY18" fmla="*/ 1549222 h 1570825"/>
                <a:gd name="connsiteX19" fmla="*/ 46223 w 2424234"/>
                <a:gd name="connsiteY19" fmla="*/ 1550457 h 1570825"/>
                <a:gd name="connsiteX20" fmla="*/ 42451 w 2424234"/>
                <a:gd name="connsiteY20" fmla="*/ 1552514 h 1570825"/>
                <a:gd name="connsiteX21" fmla="*/ 33741 w 2424234"/>
                <a:gd name="connsiteY21" fmla="*/ 1557109 h 1570825"/>
                <a:gd name="connsiteX22" fmla="*/ 24552 w 2424234"/>
                <a:gd name="connsiteY22" fmla="*/ 1561292 h 1570825"/>
                <a:gd name="connsiteX23" fmla="*/ 15019 w 2424234"/>
                <a:gd name="connsiteY23" fmla="*/ 1565407 h 1570825"/>
                <a:gd name="connsiteX24" fmla="*/ 5006 w 2424234"/>
                <a:gd name="connsiteY24" fmla="*/ 1569179 h 1570825"/>
                <a:gd name="connsiteX25" fmla="*/ 0 w 2424234"/>
                <a:gd name="connsiteY25" fmla="*/ 1570825 h 1570825"/>
                <a:gd name="connsiteX26" fmla="*/ 0 w 2424234"/>
                <a:gd name="connsiteY26" fmla="*/ 1451770 h 1570825"/>
                <a:gd name="connsiteX27" fmla="*/ 11247 w 2424234"/>
                <a:gd name="connsiteY27" fmla="*/ 1447587 h 1570825"/>
                <a:gd name="connsiteX28" fmla="*/ 26678 w 2424234"/>
                <a:gd name="connsiteY28" fmla="*/ 1440729 h 1570825"/>
                <a:gd name="connsiteX29" fmla="*/ 41217 w 2424234"/>
                <a:gd name="connsiteY29" fmla="*/ 1433871 h 1570825"/>
                <a:gd name="connsiteX30" fmla="*/ 48075 w 2424234"/>
                <a:gd name="connsiteY30" fmla="*/ 1430099 h 1570825"/>
                <a:gd name="connsiteX31" fmla="*/ 65974 w 2424234"/>
                <a:gd name="connsiteY31" fmla="*/ 1419675 h 1570825"/>
                <a:gd name="connsiteX32" fmla="*/ 83873 w 2424234"/>
                <a:gd name="connsiteY32" fmla="*/ 1409319 h 1570825"/>
                <a:gd name="connsiteX33" fmla="*/ 120152 w 2424234"/>
                <a:gd name="connsiteY33" fmla="*/ 1388745 h 1570825"/>
                <a:gd name="connsiteX34" fmla="*/ 191750 w 2424234"/>
                <a:gd name="connsiteY34" fmla="*/ 1347117 h 1570825"/>
                <a:gd name="connsiteX35" fmla="*/ 335768 w 2424234"/>
                <a:gd name="connsiteY35" fmla="*/ 1264272 h 1570825"/>
                <a:gd name="connsiteX36" fmla="*/ 623461 w 2424234"/>
                <a:gd name="connsiteY36" fmla="*/ 1098103 h 1570825"/>
                <a:gd name="connsiteX37" fmla="*/ 1199258 w 2424234"/>
                <a:gd name="connsiteY37" fmla="*/ 765284 h 1570825"/>
                <a:gd name="connsiteX38" fmla="*/ 2350511 w 2424234"/>
                <a:gd name="connsiteY38" fmla="*/ 100744 h 1570825"/>
                <a:gd name="connsiteX39" fmla="*/ 2397968 w 2424234"/>
                <a:gd name="connsiteY39" fmla="*/ 62888 h 1570825"/>
                <a:gd name="connsiteX40" fmla="*/ 2421286 w 2424234"/>
                <a:gd name="connsiteY40" fmla="*/ 21260 h 1570825"/>
                <a:gd name="connsiteX41" fmla="*/ 2422931 w 2424234"/>
                <a:gd name="connsiteY41" fmla="*/ 12893 h 1570825"/>
                <a:gd name="connsiteX42" fmla="*/ 2423412 w 2424234"/>
                <a:gd name="connsiteY42" fmla="*/ 9601 h 1570825"/>
                <a:gd name="connsiteX43" fmla="*/ 2424234 w 2424234"/>
                <a:gd name="connsiteY43" fmla="*/ 0 h 1570825"/>
                <a:gd name="connsiteX44" fmla="*/ 2424234 w 2424234"/>
                <a:gd name="connsiteY44" fmla="*/ 116997 h 157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424234" h="1570825">
                  <a:moveTo>
                    <a:pt x="2423960" y="116860"/>
                  </a:moveTo>
                  <a:lnTo>
                    <a:pt x="2423960" y="118506"/>
                  </a:lnTo>
                  <a:cubicBezTo>
                    <a:pt x="2424031" y="119778"/>
                    <a:pt x="2423892" y="121052"/>
                    <a:pt x="2423549" y="122278"/>
                  </a:cubicBezTo>
                  <a:lnTo>
                    <a:pt x="2423549" y="124336"/>
                  </a:lnTo>
                  <a:cubicBezTo>
                    <a:pt x="2423489" y="126873"/>
                    <a:pt x="2423191" y="129398"/>
                    <a:pt x="2422657" y="131879"/>
                  </a:cubicBezTo>
                  <a:cubicBezTo>
                    <a:pt x="2422170" y="135368"/>
                    <a:pt x="2421483" y="138825"/>
                    <a:pt x="2420600" y="142235"/>
                  </a:cubicBezTo>
                  <a:cubicBezTo>
                    <a:pt x="2419365" y="145595"/>
                    <a:pt x="2418131" y="149093"/>
                    <a:pt x="2416828" y="152247"/>
                  </a:cubicBezTo>
                  <a:lnTo>
                    <a:pt x="2411890" y="162260"/>
                  </a:lnTo>
                  <a:cubicBezTo>
                    <a:pt x="2410615" y="164418"/>
                    <a:pt x="2409218" y="166502"/>
                    <a:pt x="2407707" y="168501"/>
                  </a:cubicBezTo>
                  <a:cubicBezTo>
                    <a:pt x="2406457" y="170675"/>
                    <a:pt x="2405059" y="172760"/>
                    <a:pt x="2403524" y="174742"/>
                  </a:cubicBezTo>
                  <a:cubicBezTo>
                    <a:pt x="2402082" y="176995"/>
                    <a:pt x="2400404" y="179087"/>
                    <a:pt x="2398517" y="180983"/>
                  </a:cubicBezTo>
                  <a:cubicBezTo>
                    <a:pt x="2396871" y="183040"/>
                    <a:pt x="2394814" y="185166"/>
                    <a:pt x="2393099" y="187223"/>
                  </a:cubicBezTo>
                  <a:lnTo>
                    <a:pt x="2373760" y="204711"/>
                  </a:lnTo>
                  <a:cubicBezTo>
                    <a:pt x="2371291" y="206357"/>
                    <a:pt x="2369165" y="208072"/>
                    <a:pt x="2366284" y="209718"/>
                  </a:cubicBezTo>
                  <a:cubicBezTo>
                    <a:pt x="2363869" y="211658"/>
                    <a:pt x="2361351" y="213467"/>
                    <a:pt x="2358741" y="215135"/>
                  </a:cubicBezTo>
                  <a:cubicBezTo>
                    <a:pt x="2355860" y="216781"/>
                    <a:pt x="2353323" y="218427"/>
                    <a:pt x="2350442" y="220142"/>
                  </a:cubicBezTo>
                  <a:lnTo>
                    <a:pt x="1256180" y="851764"/>
                  </a:lnTo>
                  <a:cubicBezTo>
                    <a:pt x="124061" y="1505468"/>
                    <a:pt x="86205" y="1527140"/>
                    <a:pt x="48280" y="1549222"/>
                  </a:cubicBezTo>
                  <a:lnTo>
                    <a:pt x="47869" y="1549222"/>
                  </a:lnTo>
                  <a:cubicBezTo>
                    <a:pt x="47400" y="1549730"/>
                    <a:pt x="46842" y="1550149"/>
                    <a:pt x="46223" y="1550457"/>
                  </a:cubicBezTo>
                  <a:cubicBezTo>
                    <a:pt x="44891" y="1550996"/>
                    <a:pt x="43625" y="1551686"/>
                    <a:pt x="42451" y="1552514"/>
                  </a:cubicBezTo>
                  <a:cubicBezTo>
                    <a:pt x="39465" y="1553884"/>
                    <a:pt x="36558" y="1555418"/>
                    <a:pt x="33741" y="1557109"/>
                  </a:cubicBezTo>
                  <a:cubicBezTo>
                    <a:pt x="30792" y="1558343"/>
                    <a:pt x="27501" y="1559989"/>
                    <a:pt x="24552" y="1561292"/>
                  </a:cubicBezTo>
                  <a:cubicBezTo>
                    <a:pt x="21603" y="1562595"/>
                    <a:pt x="17694" y="1564173"/>
                    <a:pt x="15019" y="1565407"/>
                  </a:cubicBezTo>
                  <a:lnTo>
                    <a:pt x="5006" y="1569179"/>
                  </a:lnTo>
                  <a:cubicBezTo>
                    <a:pt x="3360" y="1569591"/>
                    <a:pt x="1646" y="1570414"/>
                    <a:pt x="0" y="1570825"/>
                  </a:cubicBezTo>
                  <a:lnTo>
                    <a:pt x="0" y="1451770"/>
                  </a:lnTo>
                  <a:cubicBezTo>
                    <a:pt x="3772" y="1450536"/>
                    <a:pt x="7475" y="1448821"/>
                    <a:pt x="11247" y="1447587"/>
                  </a:cubicBezTo>
                  <a:cubicBezTo>
                    <a:pt x="16510" y="1445581"/>
                    <a:pt x="21662" y="1443292"/>
                    <a:pt x="26678" y="1440729"/>
                  </a:cubicBezTo>
                  <a:cubicBezTo>
                    <a:pt x="31615" y="1438671"/>
                    <a:pt x="36210" y="1436134"/>
                    <a:pt x="41217" y="1433871"/>
                  </a:cubicBezTo>
                  <a:cubicBezTo>
                    <a:pt x="43274" y="1432636"/>
                    <a:pt x="46223" y="1431333"/>
                    <a:pt x="48075" y="1430099"/>
                  </a:cubicBezTo>
                  <a:cubicBezTo>
                    <a:pt x="53904" y="1426396"/>
                    <a:pt x="60145" y="1423241"/>
                    <a:pt x="65974" y="1419675"/>
                  </a:cubicBezTo>
                  <a:cubicBezTo>
                    <a:pt x="71803" y="1416109"/>
                    <a:pt x="78044" y="1412817"/>
                    <a:pt x="83873" y="1409319"/>
                  </a:cubicBezTo>
                  <a:cubicBezTo>
                    <a:pt x="96012" y="1402461"/>
                    <a:pt x="108082" y="1395123"/>
                    <a:pt x="120152" y="1388745"/>
                  </a:cubicBezTo>
                  <a:cubicBezTo>
                    <a:pt x="143881" y="1375029"/>
                    <a:pt x="168158" y="1360833"/>
                    <a:pt x="191750" y="1347117"/>
                  </a:cubicBezTo>
                  <a:cubicBezTo>
                    <a:pt x="239756" y="1319685"/>
                    <a:pt x="287762" y="1291704"/>
                    <a:pt x="335768" y="1264272"/>
                  </a:cubicBezTo>
                  <a:cubicBezTo>
                    <a:pt x="431780" y="1208860"/>
                    <a:pt x="527792" y="1153516"/>
                    <a:pt x="623461" y="1098103"/>
                  </a:cubicBezTo>
                  <a:cubicBezTo>
                    <a:pt x="815302" y="987186"/>
                    <a:pt x="1007234" y="876247"/>
                    <a:pt x="1199258" y="765284"/>
                  </a:cubicBezTo>
                  <a:cubicBezTo>
                    <a:pt x="1583306" y="543771"/>
                    <a:pt x="1967057" y="322257"/>
                    <a:pt x="2350511" y="100744"/>
                  </a:cubicBezTo>
                  <a:cubicBezTo>
                    <a:pt x="2368392" y="90952"/>
                    <a:pt x="2384447" y="78145"/>
                    <a:pt x="2397968" y="62888"/>
                  </a:cubicBezTo>
                  <a:cubicBezTo>
                    <a:pt x="2408689" y="50882"/>
                    <a:pt x="2416648" y="36673"/>
                    <a:pt x="2421286" y="21260"/>
                  </a:cubicBezTo>
                  <a:cubicBezTo>
                    <a:pt x="2422032" y="18513"/>
                    <a:pt x="2422582" y="15717"/>
                    <a:pt x="2422931" y="12893"/>
                  </a:cubicBezTo>
                  <a:cubicBezTo>
                    <a:pt x="2423324" y="11842"/>
                    <a:pt x="2423487" y="10720"/>
                    <a:pt x="2423412" y="9601"/>
                  </a:cubicBezTo>
                  <a:cubicBezTo>
                    <a:pt x="2423890" y="6422"/>
                    <a:pt x="2424165" y="3215"/>
                    <a:pt x="2424234" y="0"/>
                  </a:cubicBezTo>
                  <a:lnTo>
                    <a:pt x="2424234" y="116997"/>
                  </a:lnTo>
                  <a:close/>
                </a:path>
              </a:pathLst>
            </a:custGeom>
            <a:solidFill>
              <a:srgbClr val="3E3E4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2EB9A6B-5531-118E-39B0-C0DC8490D15C}"/>
                </a:ext>
              </a:extLst>
            </p:cNvPr>
            <p:cNvSpPr/>
            <p:nvPr/>
          </p:nvSpPr>
          <p:spPr>
            <a:xfrm>
              <a:off x="3985156" y="2261526"/>
              <a:ext cx="2423617" cy="2375030"/>
            </a:xfrm>
            <a:custGeom>
              <a:avLst/>
              <a:gdLst>
                <a:gd name="connsiteX0" fmla="*/ 2423617 w 2423617"/>
                <a:gd name="connsiteY0" fmla="*/ 921203 h 2375030"/>
                <a:gd name="connsiteX1" fmla="*/ 2423617 w 2423617"/>
                <a:gd name="connsiteY1" fmla="*/ 923261 h 2375030"/>
                <a:gd name="connsiteX2" fmla="*/ 2422795 w 2423617"/>
                <a:gd name="connsiteY2" fmla="*/ 932862 h 2375030"/>
                <a:gd name="connsiteX3" fmla="*/ 2422314 w 2423617"/>
                <a:gd name="connsiteY3" fmla="*/ 936154 h 2375030"/>
                <a:gd name="connsiteX4" fmla="*/ 2420669 w 2423617"/>
                <a:gd name="connsiteY4" fmla="*/ 944520 h 2375030"/>
                <a:gd name="connsiteX5" fmla="*/ 2397351 w 2423617"/>
                <a:gd name="connsiteY5" fmla="*/ 986148 h 2375030"/>
                <a:gd name="connsiteX6" fmla="*/ 2349894 w 2423617"/>
                <a:gd name="connsiteY6" fmla="*/ 1024005 h 2375030"/>
                <a:gd name="connsiteX7" fmla="*/ 1198916 w 2423617"/>
                <a:gd name="connsiteY7" fmla="*/ 1688682 h 2375030"/>
                <a:gd name="connsiteX8" fmla="*/ 623461 w 2423617"/>
                <a:gd name="connsiteY8" fmla="*/ 2021363 h 2375030"/>
                <a:gd name="connsiteX9" fmla="*/ 335768 w 2423617"/>
                <a:gd name="connsiteY9" fmla="*/ 2187533 h 2375030"/>
                <a:gd name="connsiteX10" fmla="*/ 191750 w 2423617"/>
                <a:gd name="connsiteY10" fmla="*/ 2270377 h 2375030"/>
                <a:gd name="connsiteX11" fmla="*/ 120152 w 2423617"/>
                <a:gd name="connsiteY11" fmla="*/ 2312006 h 2375030"/>
                <a:gd name="connsiteX12" fmla="*/ 83873 w 2423617"/>
                <a:gd name="connsiteY12" fmla="*/ 2332580 h 2375030"/>
                <a:gd name="connsiteX13" fmla="*/ 65974 w 2423617"/>
                <a:gd name="connsiteY13" fmla="*/ 2342935 h 2375030"/>
                <a:gd name="connsiteX14" fmla="*/ 48075 w 2423617"/>
                <a:gd name="connsiteY14" fmla="*/ 2353359 h 2375030"/>
                <a:gd name="connsiteX15" fmla="*/ 41217 w 2423617"/>
                <a:gd name="connsiteY15" fmla="*/ 2357131 h 2375030"/>
                <a:gd name="connsiteX16" fmla="*/ 26678 w 2423617"/>
                <a:gd name="connsiteY16" fmla="*/ 2363989 h 2375030"/>
                <a:gd name="connsiteX17" fmla="*/ 11247 w 2423617"/>
                <a:gd name="connsiteY17" fmla="*/ 2370847 h 2375030"/>
                <a:gd name="connsiteX18" fmla="*/ 0 w 2423617"/>
                <a:gd name="connsiteY18" fmla="*/ 2375031 h 2375030"/>
                <a:gd name="connsiteX19" fmla="*/ 0 w 2423617"/>
                <a:gd name="connsiteY19" fmla="*/ 2347599 h 2375030"/>
                <a:gd name="connsiteX20" fmla="*/ 823 w 2423617"/>
                <a:gd name="connsiteY20" fmla="*/ 2347187 h 2375030"/>
                <a:gd name="connsiteX21" fmla="*/ 28735 w 2423617"/>
                <a:gd name="connsiteY21" fmla="*/ 2334294 h 2375030"/>
                <a:gd name="connsiteX22" fmla="*/ 35593 w 2423617"/>
                <a:gd name="connsiteY22" fmla="*/ 2330934 h 2375030"/>
                <a:gd name="connsiteX23" fmla="*/ 53493 w 2423617"/>
                <a:gd name="connsiteY23" fmla="*/ 2320578 h 2375030"/>
                <a:gd name="connsiteX24" fmla="*/ 71392 w 2423617"/>
                <a:gd name="connsiteY24" fmla="*/ 2310154 h 2375030"/>
                <a:gd name="connsiteX25" fmla="*/ 107191 w 2423617"/>
                <a:gd name="connsiteY25" fmla="*/ 2289580 h 2375030"/>
                <a:gd name="connsiteX26" fmla="*/ 179268 w 2423617"/>
                <a:gd name="connsiteY26" fmla="*/ 2247952 h 2375030"/>
                <a:gd name="connsiteX27" fmla="*/ 323286 w 2423617"/>
                <a:gd name="connsiteY27" fmla="*/ 2165107 h 2375030"/>
                <a:gd name="connsiteX28" fmla="*/ 611322 w 2423617"/>
                <a:gd name="connsiteY28" fmla="*/ 1998938 h 2375030"/>
                <a:gd name="connsiteX29" fmla="*/ 1186708 w 2423617"/>
                <a:gd name="connsiteY29" fmla="*/ 1666256 h 2375030"/>
                <a:gd name="connsiteX30" fmla="*/ 2337344 w 2423617"/>
                <a:gd name="connsiteY30" fmla="*/ 1001510 h 2375030"/>
                <a:gd name="connsiteX31" fmla="*/ 2381029 w 2423617"/>
                <a:gd name="connsiteY31" fmla="*/ 966534 h 2375030"/>
                <a:gd name="connsiteX32" fmla="*/ 2402700 w 2423617"/>
                <a:gd name="connsiteY32" fmla="*/ 927855 h 2375030"/>
                <a:gd name="connsiteX33" fmla="*/ 2403523 w 2423617"/>
                <a:gd name="connsiteY33" fmla="*/ 887050 h 2375030"/>
                <a:gd name="connsiteX34" fmla="*/ 2382949 w 2423617"/>
                <a:gd name="connsiteY34" fmla="*/ 848302 h 2375030"/>
                <a:gd name="connsiteX35" fmla="*/ 2365461 w 2423617"/>
                <a:gd name="connsiteY35" fmla="*/ 830403 h 2375030"/>
                <a:gd name="connsiteX36" fmla="*/ 2355037 w 2423617"/>
                <a:gd name="connsiteY36" fmla="*/ 822105 h 2375030"/>
                <a:gd name="connsiteX37" fmla="*/ 2343379 w 2423617"/>
                <a:gd name="connsiteY37" fmla="*/ 814561 h 2375030"/>
                <a:gd name="connsiteX38" fmla="*/ 2337344 w 2423617"/>
                <a:gd name="connsiteY38" fmla="*/ 810858 h 2375030"/>
                <a:gd name="connsiteX39" fmla="*/ 2326919 w 2423617"/>
                <a:gd name="connsiteY39" fmla="*/ 804617 h 2375030"/>
                <a:gd name="connsiteX40" fmla="*/ 2316496 w 2423617"/>
                <a:gd name="connsiteY40" fmla="*/ 798788 h 2375030"/>
                <a:gd name="connsiteX41" fmla="*/ 2295922 w 2423617"/>
                <a:gd name="connsiteY41" fmla="*/ 786718 h 2375030"/>
                <a:gd name="connsiteX42" fmla="*/ 2254293 w 2423617"/>
                <a:gd name="connsiteY42" fmla="*/ 762989 h 2375030"/>
                <a:gd name="connsiteX43" fmla="*/ 2171997 w 2423617"/>
                <a:gd name="connsiteY43" fmla="*/ 714983 h 2375030"/>
                <a:gd name="connsiteX44" fmla="*/ 2006719 w 2423617"/>
                <a:gd name="connsiteY44" fmla="*/ 619657 h 2375030"/>
                <a:gd name="connsiteX45" fmla="*/ 1675684 w 2423617"/>
                <a:gd name="connsiteY45" fmla="*/ 428524 h 2375030"/>
                <a:gd name="connsiteX46" fmla="*/ 1345128 w 2423617"/>
                <a:gd name="connsiteY46" fmla="*/ 237803 h 2375030"/>
                <a:gd name="connsiteX47" fmla="*/ 1179782 w 2423617"/>
                <a:gd name="connsiteY47" fmla="*/ 141791 h 2375030"/>
                <a:gd name="connsiteX48" fmla="*/ 1096937 w 2423617"/>
                <a:gd name="connsiteY48" fmla="*/ 94334 h 2375030"/>
                <a:gd name="connsiteX49" fmla="*/ 1055789 w 2423617"/>
                <a:gd name="connsiteY49" fmla="*/ 70605 h 2375030"/>
                <a:gd name="connsiteX50" fmla="*/ 1035215 w 2423617"/>
                <a:gd name="connsiteY50" fmla="*/ 58535 h 2375030"/>
                <a:gd name="connsiteX51" fmla="*/ 1024791 w 2423617"/>
                <a:gd name="connsiteY51" fmla="*/ 52706 h 2375030"/>
                <a:gd name="connsiteX52" fmla="*/ 1014367 w 2423617"/>
                <a:gd name="connsiteY52" fmla="*/ 46465 h 2375030"/>
                <a:gd name="connsiteX53" fmla="*/ 1008126 w 2423617"/>
                <a:gd name="connsiteY53" fmla="*/ 42693 h 2375030"/>
                <a:gd name="connsiteX54" fmla="*/ 994410 w 2423617"/>
                <a:gd name="connsiteY54" fmla="*/ 35218 h 2375030"/>
                <a:gd name="connsiteX55" fmla="*/ 979391 w 2423617"/>
                <a:gd name="connsiteY55" fmla="*/ 28360 h 2375030"/>
                <a:gd name="connsiteX56" fmla="*/ 947296 w 2423617"/>
                <a:gd name="connsiteY56" fmla="*/ 17113 h 2375030"/>
                <a:gd name="connsiteX57" fmla="*/ 880293 w 2423617"/>
                <a:gd name="connsiteY57" fmla="*/ 4631 h 2375030"/>
                <a:gd name="connsiteX58" fmla="*/ 809930 w 2423617"/>
                <a:gd name="connsiteY58" fmla="*/ 4151 h 2375030"/>
                <a:gd name="connsiteX59" fmla="*/ 742036 w 2423617"/>
                <a:gd name="connsiteY59" fmla="*/ 16290 h 2375030"/>
                <a:gd name="connsiteX60" fmla="*/ 711655 w 2423617"/>
                <a:gd name="connsiteY60" fmla="*/ 26234 h 2375030"/>
                <a:gd name="connsiteX61" fmla="*/ 697527 w 2423617"/>
                <a:gd name="connsiteY61" fmla="*/ 32063 h 2375030"/>
                <a:gd name="connsiteX62" fmla="*/ 683811 w 2423617"/>
                <a:gd name="connsiteY62" fmla="*/ 38921 h 2375030"/>
                <a:gd name="connsiteX63" fmla="*/ 677571 w 2423617"/>
                <a:gd name="connsiteY63" fmla="*/ 42693 h 2375030"/>
                <a:gd name="connsiteX64" fmla="*/ 659671 w 2423617"/>
                <a:gd name="connsiteY64" fmla="*/ 53117 h 2375030"/>
                <a:gd name="connsiteX65" fmla="*/ 641497 w 2423617"/>
                <a:gd name="connsiteY65" fmla="*/ 63336 h 2375030"/>
                <a:gd name="connsiteX66" fmla="*/ 606110 w 2423617"/>
                <a:gd name="connsiteY66" fmla="*/ 83910 h 2375030"/>
                <a:gd name="connsiteX67" fmla="*/ 535747 w 2423617"/>
                <a:gd name="connsiteY67" fmla="*/ 124303 h 2375030"/>
                <a:gd name="connsiteX68" fmla="*/ 424990 w 2423617"/>
                <a:gd name="connsiteY68" fmla="*/ 188426 h 2375030"/>
                <a:gd name="connsiteX69" fmla="*/ 421630 w 2423617"/>
                <a:gd name="connsiteY69" fmla="*/ 184242 h 2375030"/>
                <a:gd name="connsiteX70" fmla="*/ 562836 w 2423617"/>
                <a:gd name="connsiteY70" fmla="*/ 102632 h 2375030"/>
                <a:gd name="connsiteX71" fmla="*/ 646092 w 2423617"/>
                <a:gd name="connsiteY71" fmla="*/ 54626 h 2375030"/>
                <a:gd name="connsiteX72" fmla="*/ 666049 w 2423617"/>
                <a:gd name="connsiteY72" fmla="*/ 42967 h 2375030"/>
                <a:gd name="connsiteX73" fmla="*/ 688543 w 2423617"/>
                <a:gd name="connsiteY73" fmla="*/ 31309 h 2375030"/>
                <a:gd name="connsiteX74" fmla="*/ 738950 w 2423617"/>
                <a:gd name="connsiteY74" fmla="*/ 13410 h 2375030"/>
                <a:gd name="connsiteX75" fmla="*/ 794705 w 2423617"/>
                <a:gd name="connsiteY75" fmla="*/ 2574 h 2375030"/>
                <a:gd name="connsiteX76" fmla="*/ 853410 w 2423617"/>
                <a:gd name="connsiteY76" fmla="*/ 105 h 2375030"/>
                <a:gd name="connsiteX77" fmla="*/ 910880 w 2423617"/>
                <a:gd name="connsiteY77" fmla="*/ 5935 h 2375030"/>
                <a:gd name="connsiteX78" fmla="*/ 965058 w 2423617"/>
                <a:gd name="connsiteY78" fmla="*/ 19239 h 2375030"/>
                <a:gd name="connsiteX79" fmla="*/ 989610 w 2423617"/>
                <a:gd name="connsiteY79" fmla="*/ 28429 h 2375030"/>
                <a:gd name="connsiteX80" fmla="*/ 1012515 w 2423617"/>
                <a:gd name="connsiteY80" fmla="*/ 40087 h 2375030"/>
                <a:gd name="connsiteX81" fmla="*/ 1023351 w 2423617"/>
                <a:gd name="connsiteY81" fmla="*/ 45916 h 2375030"/>
                <a:gd name="connsiteX82" fmla="*/ 1033706 w 2423617"/>
                <a:gd name="connsiteY82" fmla="*/ 52157 h 2375030"/>
                <a:gd name="connsiteX83" fmla="*/ 1075335 w 2423617"/>
                <a:gd name="connsiteY83" fmla="*/ 75886 h 2375030"/>
                <a:gd name="connsiteX84" fmla="*/ 1158248 w 2423617"/>
                <a:gd name="connsiteY84" fmla="*/ 123892 h 2375030"/>
                <a:gd name="connsiteX85" fmla="*/ 1324348 w 2423617"/>
                <a:gd name="connsiteY85" fmla="*/ 219904 h 2375030"/>
                <a:gd name="connsiteX86" fmla="*/ 1656207 w 2423617"/>
                <a:gd name="connsiteY86" fmla="*/ 411448 h 2375030"/>
                <a:gd name="connsiteX87" fmla="*/ 2319925 w 2423617"/>
                <a:gd name="connsiteY87" fmla="*/ 794536 h 2375030"/>
                <a:gd name="connsiteX88" fmla="*/ 2340499 w 2423617"/>
                <a:gd name="connsiteY88" fmla="*/ 806606 h 2375030"/>
                <a:gd name="connsiteX89" fmla="*/ 2361073 w 2423617"/>
                <a:gd name="connsiteY89" fmla="*/ 819087 h 2375030"/>
                <a:gd name="connsiteX90" fmla="*/ 2394814 w 2423617"/>
                <a:gd name="connsiteY90" fmla="*/ 848645 h 2375030"/>
                <a:gd name="connsiteX91" fmla="*/ 2416005 w 2423617"/>
                <a:gd name="connsiteY91" fmla="*/ 882935 h 2375030"/>
                <a:gd name="connsiteX92" fmla="*/ 2423549 w 2423617"/>
                <a:gd name="connsiteY92" fmla="*/ 920449 h 2375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423617" h="2375030">
                  <a:moveTo>
                    <a:pt x="2423617" y="921203"/>
                  </a:moveTo>
                  <a:lnTo>
                    <a:pt x="2423617" y="923261"/>
                  </a:lnTo>
                  <a:cubicBezTo>
                    <a:pt x="2423548" y="926475"/>
                    <a:pt x="2423273" y="929682"/>
                    <a:pt x="2422795" y="932862"/>
                  </a:cubicBezTo>
                  <a:cubicBezTo>
                    <a:pt x="2422870" y="933981"/>
                    <a:pt x="2422707" y="935103"/>
                    <a:pt x="2422314" y="936154"/>
                  </a:cubicBezTo>
                  <a:cubicBezTo>
                    <a:pt x="2421965" y="938978"/>
                    <a:pt x="2421415" y="941774"/>
                    <a:pt x="2420669" y="944520"/>
                  </a:cubicBezTo>
                  <a:cubicBezTo>
                    <a:pt x="2416031" y="959933"/>
                    <a:pt x="2408072" y="974143"/>
                    <a:pt x="2397351" y="986148"/>
                  </a:cubicBezTo>
                  <a:cubicBezTo>
                    <a:pt x="2383830" y="1001406"/>
                    <a:pt x="2367775" y="1014213"/>
                    <a:pt x="2349894" y="1024005"/>
                  </a:cubicBezTo>
                  <a:cubicBezTo>
                    <a:pt x="1966395" y="1245518"/>
                    <a:pt x="1582735" y="1467077"/>
                    <a:pt x="1198916" y="1688682"/>
                  </a:cubicBezTo>
                  <a:cubicBezTo>
                    <a:pt x="1007349" y="1799416"/>
                    <a:pt x="815531" y="1910309"/>
                    <a:pt x="623461" y="2021363"/>
                  </a:cubicBezTo>
                  <a:cubicBezTo>
                    <a:pt x="527449" y="2076776"/>
                    <a:pt x="431437" y="2132120"/>
                    <a:pt x="335768" y="2187533"/>
                  </a:cubicBezTo>
                  <a:cubicBezTo>
                    <a:pt x="287762" y="2214965"/>
                    <a:pt x="239756" y="2242877"/>
                    <a:pt x="191750" y="2270377"/>
                  </a:cubicBezTo>
                  <a:cubicBezTo>
                    <a:pt x="168021" y="2284093"/>
                    <a:pt x="143744" y="2298290"/>
                    <a:pt x="120152" y="2312006"/>
                  </a:cubicBezTo>
                  <a:cubicBezTo>
                    <a:pt x="108082" y="2318864"/>
                    <a:pt x="96012" y="2325722"/>
                    <a:pt x="83873" y="2332580"/>
                  </a:cubicBezTo>
                  <a:cubicBezTo>
                    <a:pt x="78044" y="2335871"/>
                    <a:pt x="71803" y="2339438"/>
                    <a:pt x="65974" y="2342935"/>
                  </a:cubicBezTo>
                  <a:cubicBezTo>
                    <a:pt x="60145" y="2346432"/>
                    <a:pt x="53904" y="2349793"/>
                    <a:pt x="48075" y="2353359"/>
                  </a:cubicBezTo>
                  <a:cubicBezTo>
                    <a:pt x="46017" y="2354594"/>
                    <a:pt x="43068" y="2355897"/>
                    <a:pt x="41217" y="2357131"/>
                  </a:cubicBezTo>
                  <a:cubicBezTo>
                    <a:pt x="36210" y="2359600"/>
                    <a:pt x="31615" y="2362138"/>
                    <a:pt x="26678" y="2363989"/>
                  </a:cubicBezTo>
                  <a:cubicBezTo>
                    <a:pt x="21662" y="2366552"/>
                    <a:pt x="16511" y="2368841"/>
                    <a:pt x="11247" y="2370847"/>
                  </a:cubicBezTo>
                  <a:cubicBezTo>
                    <a:pt x="7475" y="2372082"/>
                    <a:pt x="3772" y="2373796"/>
                    <a:pt x="0" y="2375031"/>
                  </a:cubicBezTo>
                  <a:lnTo>
                    <a:pt x="0" y="2347599"/>
                  </a:lnTo>
                  <a:cubicBezTo>
                    <a:pt x="411" y="2347187"/>
                    <a:pt x="411" y="2347187"/>
                    <a:pt x="823" y="2347187"/>
                  </a:cubicBezTo>
                  <a:cubicBezTo>
                    <a:pt x="10284" y="2343239"/>
                    <a:pt x="19595" y="2338938"/>
                    <a:pt x="28735" y="2334294"/>
                  </a:cubicBezTo>
                  <a:cubicBezTo>
                    <a:pt x="30793" y="2333471"/>
                    <a:pt x="32919" y="2332237"/>
                    <a:pt x="35593" y="2330934"/>
                  </a:cubicBezTo>
                  <a:cubicBezTo>
                    <a:pt x="41422" y="2327230"/>
                    <a:pt x="47252" y="2324076"/>
                    <a:pt x="53493" y="2320578"/>
                  </a:cubicBezTo>
                  <a:cubicBezTo>
                    <a:pt x="59733" y="2317080"/>
                    <a:pt x="65562" y="2313720"/>
                    <a:pt x="71392" y="2310154"/>
                  </a:cubicBezTo>
                  <a:cubicBezTo>
                    <a:pt x="83462" y="2303296"/>
                    <a:pt x="95532" y="2296438"/>
                    <a:pt x="107191" y="2289580"/>
                  </a:cubicBezTo>
                  <a:cubicBezTo>
                    <a:pt x="131399" y="2275864"/>
                    <a:pt x="155539" y="2261668"/>
                    <a:pt x="179268" y="2247952"/>
                  </a:cubicBezTo>
                  <a:lnTo>
                    <a:pt x="323286" y="2165107"/>
                  </a:lnTo>
                  <a:cubicBezTo>
                    <a:pt x="419298" y="2109695"/>
                    <a:pt x="515310" y="2054305"/>
                    <a:pt x="611322" y="1998938"/>
                  </a:cubicBezTo>
                  <a:cubicBezTo>
                    <a:pt x="803346" y="1888158"/>
                    <a:pt x="995141" y="1777264"/>
                    <a:pt x="1186708" y="1666256"/>
                  </a:cubicBezTo>
                  <a:cubicBezTo>
                    <a:pt x="1569751" y="1444605"/>
                    <a:pt x="1953296" y="1223024"/>
                    <a:pt x="2337344" y="1001510"/>
                  </a:cubicBezTo>
                  <a:cubicBezTo>
                    <a:pt x="2353834" y="992488"/>
                    <a:pt x="2368618" y="980651"/>
                    <a:pt x="2381029" y="966534"/>
                  </a:cubicBezTo>
                  <a:cubicBezTo>
                    <a:pt x="2391115" y="955467"/>
                    <a:pt x="2398529" y="942235"/>
                    <a:pt x="2402700" y="927855"/>
                  </a:cubicBezTo>
                  <a:cubicBezTo>
                    <a:pt x="2406534" y="914559"/>
                    <a:pt x="2406818" y="900490"/>
                    <a:pt x="2403523" y="887050"/>
                  </a:cubicBezTo>
                  <a:cubicBezTo>
                    <a:pt x="2399620" y="872769"/>
                    <a:pt x="2392593" y="859535"/>
                    <a:pt x="2382949" y="848302"/>
                  </a:cubicBezTo>
                  <a:cubicBezTo>
                    <a:pt x="2377655" y="841835"/>
                    <a:pt x="2371804" y="835845"/>
                    <a:pt x="2365461" y="830403"/>
                  </a:cubicBezTo>
                  <a:cubicBezTo>
                    <a:pt x="2362101" y="827523"/>
                    <a:pt x="2358603" y="824985"/>
                    <a:pt x="2355037" y="822105"/>
                  </a:cubicBezTo>
                  <a:cubicBezTo>
                    <a:pt x="2351471" y="819225"/>
                    <a:pt x="2347562" y="817099"/>
                    <a:pt x="2343379" y="814561"/>
                  </a:cubicBezTo>
                  <a:lnTo>
                    <a:pt x="2337344" y="810858"/>
                  </a:lnTo>
                  <a:cubicBezTo>
                    <a:pt x="2333983" y="808732"/>
                    <a:pt x="2330486" y="806675"/>
                    <a:pt x="2326919" y="804617"/>
                  </a:cubicBezTo>
                  <a:cubicBezTo>
                    <a:pt x="2323354" y="802560"/>
                    <a:pt x="2320061" y="800845"/>
                    <a:pt x="2316496" y="798788"/>
                  </a:cubicBezTo>
                  <a:cubicBezTo>
                    <a:pt x="2309638" y="794604"/>
                    <a:pt x="2302780" y="790832"/>
                    <a:pt x="2295922" y="786718"/>
                  </a:cubicBezTo>
                  <a:cubicBezTo>
                    <a:pt x="2282206" y="778762"/>
                    <a:pt x="2268009" y="770876"/>
                    <a:pt x="2254293" y="762989"/>
                  </a:cubicBezTo>
                  <a:cubicBezTo>
                    <a:pt x="2226861" y="747147"/>
                    <a:pt x="2199429" y="731305"/>
                    <a:pt x="2171997" y="714983"/>
                  </a:cubicBezTo>
                  <a:cubicBezTo>
                    <a:pt x="2116653" y="683368"/>
                    <a:pt x="2061721" y="651272"/>
                    <a:pt x="2006719" y="619657"/>
                  </a:cubicBezTo>
                  <a:lnTo>
                    <a:pt x="1675684" y="428524"/>
                  </a:lnTo>
                  <a:cubicBezTo>
                    <a:pt x="1565339" y="365225"/>
                    <a:pt x="1455473" y="301514"/>
                    <a:pt x="1345128" y="237803"/>
                  </a:cubicBezTo>
                  <a:cubicBezTo>
                    <a:pt x="1289716" y="205776"/>
                    <a:pt x="1234783" y="174161"/>
                    <a:pt x="1179782" y="141791"/>
                  </a:cubicBezTo>
                  <a:cubicBezTo>
                    <a:pt x="1151938" y="125949"/>
                    <a:pt x="1124438" y="110176"/>
                    <a:pt x="1096937" y="94334"/>
                  </a:cubicBezTo>
                  <a:lnTo>
                    <a:pt x="1055789" y="70605"/>
                  </a:lnTo>
                  <a:cubicBezTo>
                    <a:pt x="1048931" y="66422"/>
                    <a:pt x="1042073" y="62238"/>
                    <a:pt x="1035215" y="58535"/>
                  </a:cubicBezTo>
                  <a:cubicBezTo>
                    <a:pt x="1031888" y="56339"/>
                    <a:pt x="1028404" y="54390"/>
                    <a:pt x="1024791" y="52706"/>
                  </a:cubicBezTo>
                  <a:cubicBezTo>
                    <a:pt x="1021431" y="50580"/>
                    <a:pt x="1017933" y="48522"/>
                    <a:pt x="1014367" y="46465"/>
                  </a:cubicBezTo>
                  <a:lnTo>
                    <a:pt x="1008126" y="42693"/>
                  </a:lnTo>
                  <a:lnTo>
                    <a:pt x="994410" y="35218"/>
                  </a:lnTo>
                  <a:cubicBezTo>
                    <a:pt x="989404" y="33092"/>
                    <a:pt x="984397" y="30623"/>
                    <a:pt x="979391" y="28360"/>
                  </a:cubicBezTo>
                  <a:cubicBezTo>
                    <a:pt x="968907" y="24024"/>
                    <a:pt x="958193" y="20269"/>
                    <a:pt x="947296" y="17113"/>
                  </a:cubicBezTo>
                  <a:cubicBezTo>
                    <a:pt x="925328" y="11180"/>
                    <a:pt x="902923" y="7007"/>
                    <a:pt x="880293" y="4631"/>
                  </a:cubicBezTo>
                  <a:cubicBezTo>
                    <a:pt x="856889" y="2588"/>
                    <a:pt x="833359" y="2428"/>
                    <a:pt x="809930" y="4151"/>
                  </a:cubicBezTo>
                  <a:cubicBezTo>
                    <a:pt x="786989" y="6216"/>
                    <a:pt x="764271" y="10278"/>
                    <a:pt x="742036" y="16290"/>
                  </a:cubicBezTo>
                  <a:cubicBezTo>
                    <a:pt x="731611" y="19170"/>
                    <a:pt x="721462" y="22531"/>
                    <a:pt x="711655" y="26234"/>
                  </a:cubicBezTo>
                  <a:cubicBezTo>
                    <a:pt x="706648" y="27948"/>
                    <a:pt x="702053" y="30006"/>
                    <a:pt x="697527" y="32063"/>
                  </a:cubicBezTo>
                  <a:cubicBezTo>
                    <a:pt x="693001" y="34121"/>
                    <a:pt x="688337" y="36658"/>
                    <a:pt x="683811" y="38921"/>
                  </a:cubicBezTo>
                  <a:lnTo>
                    <a:pt x="677571" y="42693"/>
                  </a:lnTo>
                  <a:cubicBezTo>
                    <a:pt x="671330" y="46054"/>
                    <a:pt x="665500" y="49551"/>
                    <a:pt x="659671" y="53117"/>
                  </a:cubicBezTo>
                  <a:lnTo>
                    <a:pt x="641497" y="63336"/>
                  </a:lnTo>
                  <a:cubicBezTo>
                    <a:pt x="629839" y="70194"/>
                    <a:pt x="618180" y="77052"/>
                    <a:pt x="606110" y="83910"/>
                  </a:cubicBezTo>
                  <a:cubicBezTo>
                    <a:pt x="582793" y="97214"/>
                    <a:pt x="559476" y="110999"/>
                    <a:pt x="535747" y="124303"/>
                  </a:cubicBezTo>
                  <a:cubicBezTo>
                    <a:pt x="499125" y="145975"/>
                    <a:pt x="462023" y="167166"/>
                    <a:pt x="424990" y="188426"/>
                  </a:cubicBezTo>
                  <a:cubicBezTo>
                    <a:pt x="424002" y="186930"/>
                    <a:pt x="422877" y="185530"/>
                    <a:pt x="421630" y="184242"/>
                  </a:cubicBezTo>
                  <a:cubicBezTo>
                    <a:pt x="468676" y="157222"/>
                    <a:pt x="515790" y="129721"/>
                    <a:pt x="562836" y="102632"/>
                  </a:cubicBezTo>
                  <a:cubicBezTo>
                    <a:pt x="590680" y="86859"/>
                    <a:pt x="618592" y="70605"/>
                    <a:pt x="646092" y="54626"/>
                  </a:cubicBezTo>
                  <a:cubicBezTo>
                    <a:pt x="652950" y="50443"/>
                    <a:pt x="659397" y="46739"/>
                    <a:pt x="666049" y="42967"/>
                  </a:cubicBezTo>
                  <a:cubicBezTo>
                    <a:pt x="672701" y="39196"/>
                    <a:pt x="680657" y="35081"/>
                    <a:pt x="688543" y="31309"/>
                  </a:cubicBezTo>
                  <a:cubicBezTo>
                    <a:pt x="704785" y="23868"/>
                    <a:pt x="721653" y="17878"/>
                    <a:pt x="738950" y="13410"/>
                  </a:cubicBezTo>
                  <a:cubicBezTo>
                    <a:pt x="757258" y="8496"/>
                    <a:pt x="775889" y="4875"/>
                    <a:pt x="794705" y="2574"/>
                  </a:cubicBezTo>
                  <a:cubicBezTo>
                    <a:pt x="814201" y="512"/>
                    <a:pt x="833809" y="-312"/>
                    <a:pt x="853410" y="105"/>
                  </a:cubicBezTo>
                  <a:cubicBezTo>
                    <a:pt x="872675" y="766"/>
                    <a:pt x="891874" y="2714"/>
                    <a:pt x="910880" y="5935"/>
                  </a:cubicBezTo>
                  <a:cubicBezTo>
                    <a:pt x="929294" y="8771"/>
                    <a:pt x="947424" y="13223"/>
                    <a:pt x="965058" y="19239"/>
                  </a:cubicBezTo>
                  <a:cubicBezTo>
                    <a:pt x="973356" y="22188"/>
                    <a:pt x="981654" y="25068"/>
                    <a:pt x="989610" y="28429"/>
                  </a:cubicBezTo>
                  <a:cubicBezTo>
                    <a:pt x="997565" y="31789"/>
                    <a:pt x="1005452" y="35904"/>
                    <a:pt x="1012515" y="40087"/>
                  </a:cubicBezTo>
                  <a:cubicBezTo>
                    <a:pt x="1016261" y="41770"/>
                    <a:pt x="1019882" y="43718"/>
                    <a:pt x="1023351" y="45916"/>
                  </a:cubicBezTo>
                  <a:cubicBezTo>
                    <a:pt x="1026643" y="47974"/>
                    <a:pt x="1030209" y="50031"/>
                    <a:pt x="1033706" y="52157"/>
                  </a:cubicBezTo>
                  <a:cubicBezTo>
                    <a:pt x="1047422" y="60044"/>
                    <a:pt x="1061138" y="67931"/>
                    <a:pt x="1075335" y="75886"/>
                  </a:cubicBezTo>
                  <a:cubicBezTo>
                    <a:pt x="1102767" y="92139"/>
                    <a:pt x="1130199" y="107913"/>
                    <a:pt x="1158248" y="123892"/>
                  </a:cubicBezTo>
                  <a:lnTo>
                    <a:pt x="1324348" y="219904"/>
                  </a:lnTo>
                  <a:cubicBezTo>
                    <a:pt x="1434671" y="283638"/>
                    <a:pt x="1545290" y="347485"/>
                    <a:pt x="1656207" y="411448"/>
                  </a:cubicBezTo>
                  <a:cubicBezTo>
                    <a:pt x="1877720" y="539464"/>
                    <a:pt x="2098960" y="667160"/>
                    <a:pt x="2319925" y="794536"/>
                  </a:cubicBezTo>
                  <a:cubicBezTo>
                    <a:pt x="2326783" y="798719"/>
                    <a:pt x="2334052" y="802834"/>
                    <a:pt x="2340499" y="806606"/>
                  </a:cubicBezTo>
                  <a:cubicBezTo>
                    <a:pt x="2346945" y="810378"/>
                    <a:pt x="2354215" y="814493"/>
                    <a:pt x="2361073" y="819087"/>
                  </a:cubicBezTo>
                  <a:cubicBezTo>
                    <a:pt x="2373501" y="827504"/>
                    <a:pt x="2384835" y="837433"/>
                    <a:pt x="2394814" y="848645"/>
                  </a:cubicBezTo>
                  <a:cubicBezTo>
                    <a:pt x="2403747" y="858809"/>
                    <a:pt x="2410910" y="870400"/>
                    <a:pt x="2416005" y="882935"/>
                  </a:cubicBezTo>
                  <a:cubicBezTo>
                    <a:pt x="2420948" y="894826"/>
                    <a:pt x="2423511" y="907571"/>
                    <a:pt x="2423549" y="920449"/>
                  </a:cubicBezTo>
                  <a:close/>
                </a:path>
              </a:pathLst>
            </a:custGeom>
            <a:solidFill>
              <a:srgbClr val="4C4B5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CE91216-37BB-72EA-CE76-3E4B3F61CDE7}"/>
                </a:ext>
              </a:extLst>
            </p:cNvPr>
            <p:cNvSpPr/>
            <p:nvPr/>
          </p:nvSpPr>
          <p:spPr>
            <a:xfrm>
              <a:off x="3984127" y="2264632"/>
              <a:ext cx="2406486" cy="2344286"/>
            </a:xfrm>
            <a:custGeom>
              <a:avLst/>
              <a:gdLst>
                <a:gd name="connsiteX0" fmla="*/ 2404209 w 2406486"/>
                <a:gd name="connsiteY0" fmla="*/ 883944 h 2344286"/>
                <a:gd name="connsiteX1" fmla="*/ 2403386 w 2406486"/>
                <a:gd name="connsiteY1" fmla="*/ 924749 h 2344286"/>
                <a:gd name="connsiteX2" fmla="*/ 2381715 w 2406486"/>
                <a:gd name="connsiteY2" fmla="*/ 963428 h 2344286"/>
                <a:gd name="connsiteX3" fmla="*/ 2338030 w 2406486"/>
                <a:gd name="connsiteY3" fmla="*/ 998404 h 2344286"/>
                <a:gd name="connsiteX4" fmla="*/ 1186708 w 2406486"/>
                <a:gd name="connsiteY4" fmla="*/ 1662944 h 2344286"/>
                <a:gd name="connsiteX5" fmla="*/ 611322 w 2406486"/>
                <a:gd name="connsiteY5" fmla="*/ 1995626 h 2344286"/>
                <a:gd name="connsiteX6" fmla="*/ 323286 w 2406486"/>
                <a:gd name="connsiteY6" fmla="*/ 2161795 h 2344286"/>
                <a:gd name="connsiteX7" fmla="*/ 179268 w 2406486"/>
                <a:gd name="connsiteY7" fmla="*/ 2244640 h 2344286"/>
                <a:gd name="connsiteX8" fmla="*/ 107191 w 2406486"/>
                <a:gd name="connsiteY8" fmla="*/ 2286268 h 2344286"/>
                <a:gd name="connsiteX9" fmla="*/ 71392 w 2406486"/>
                <a:gd name="connsiteY9" fmla="*/ 2306842 h 2344286"/>
                <a:gd name="connsiteX10" fmla="*/ 53492 w 2406486"/>
                <a:gd name="connsiteY10" fmla="*/ 2317266 h 2344286"/>
                <a:gd name="connsiteX11" fmla="*/ 35593 w 2406486"/>
                <a:gd name="connsiteY11" fmla="*/ 2327622 h 2344286"/>
                <a:gd name="connsiteX12" fmla="*/ 28735 w 2406486"/>
                <a:gd name="connsiteY12" fmla="*/ 2330982 h 2344286"/>
                <a:gd name="connsiteX13" fmla="*/ 823 w 2406486"/>
                <a:gd name="connsiteY13" fmla="*/ 2343875 h 2344286"/>
                <a:gd name="connsiteX14" fmla="*/ 0 w 2406486"/>
                <a:gd name="connsiteY14" fmla="*/ 2344287 h 2344286"/>
                <a:gd name="connsiteX15" fmla="*/ 0 w 2406486"/>
                <a:gd name="connsiteY15" fmla="*/ 2295184 h 2344286"/>
                <a:gd name="connsiteX16" fmla="*/ 32918 w 2406486"/>
                <a:gd name="connsiteY16" fmla="*/ 2276050 h 2344286"/>
                <a:gd name="connsiteX17" fmla="*/ 165689 w 2406486"/>
                <a:gd name="connsiteY17" fmla="*/ 2198966 h 2344286"/>
                <a:gd name="connsiteX18" fmla="*/ 2291669 w 2406486"/>
                <a:gd name="connsiteY18" fmla="*/ 971932 h 2344286"/>
                <a:gd name="connsiteX19" fmla="*/ 2324999 w 2406486"/>
                <a:gd name="connsiteY19" fmla="*/ 944500 h 2344286"/>
                <a:gd name="connsiteX20" fmla="*/ 2339950 w 2406486"/>
                <a:gd name="connsiteY20" fmla="*/ 913708 h 2344286"/>
                <a:gd name="connsiteX21" fmla="*/ 2315810 w 2406486"/>
                <a:gd name="connsiteY21" fmla="*/ 851643 h 2344286"/>
                <a:gd name="connsiteX22" fmla="*/ 2298322 w 2406486"/>
                <a:gd name="connsiteY22" fmla="*/ 837927 h 2344286"/>
                <a:gd name="connsiteX23" fmla="*/ 2293315 w 2406486"/>
                <a:gd name="connsiteY23" fmla="*/ 834978 h 2344286"/>
                <a:gd name="connsiteX24" fmla="*/ 2285840 w 2406486"/>
                <a:gd name="connsiteY24" fmla="*/ 830452 h 2344286"/>
                <a:gd name="connsiteX25" fmla="*/ 2269175 w 2406486"/>
                <a:gd name="connsiteY25" fmla="*/ 820851 h 2344286"/>
                <a:gd name="connsiteX26" fmla="*/ 2202996 w 2406486"/>
                <a:gd name="connsiteY26" fmla="*/ 782514 h 2344286"/>
                <a:gd name="connsiteX27" fmla="*/ 2070156 w 2406486"/>
                <a:gd name="connsiteY27" fmla="*/ 705910 h 2344286"/>
                <a:gd name="connsiteX28" fmla="*/ 1538455 w 2406486"/>
                <a:gd name="connsiteY28" fmla="*/ 399084 h 2344286"/>
                <a:gd name="connsiteX29" fmla="*/ 1007920 w 2406486"/>
                <a:gd name="connsiteY29" fmla="*/ 92394 h 2344286"/>
                <a:gd name="connsiteX30" fmla="*/ 974591 w 2406486"/>
                <a:gd name="connsiteY30" fmla="*/ 73260 h 2344286"/>
                <a:gd name="connsiteX31" fmla="*/ 966292 w 2406486"/>
                <a:gd name="connsiteY31" fmla="*/ 68665 h 2344286"/>
                <a:gd name="connsiteX32" fmla="*/ 959434 w 2406486"/>
                <a:gd name="connsiteY32" fmla="*/ 64893 h 2344286"/>
                <a:gd name="connsiteX33" fmla="*/ 948667 w 2406486"/>
                <a:gd name="connsiteY33" fmla="*/ 59064 h 2344286"/>
                <a:gd name="connsiteX34" fmla="*/ 898672 w 2406486"/>
                <a:gd name="connsiteY34" fmla="*/ 43290 h 2344286"/>
                <a:gd name="connsiteX35" fmla="*/ 788944 w 2406486"/>
                <a:gd name="connsiteY35" fmla="*/ 42879 h 2344286"/>
                <a:gd name="connsiteX36" fmla="*/ 739018 w 2406486"/>
                <a:gd name="connsiteY36" fmla="*/ 58652 h 2344286"/>
                <a:gd name="connsiteX37" fmla="*/ 727771 w 2406486"/>
                <a:gd name="connsiteY37" fmla="*/ 64070 h 2344286"/>
                <a:gd name="connsiteX38" fmla="*/ 721942 w 2406486"/>
                <a:gd name="connsiteY38" fmla="*/ 67842 h 2344286"/>
                <a:gd name="connsiteX39" fmla="*/ 713575 w 2406486"/>
                <a:gd name="connsiteY39" fmla="*/ 72437 h 2344286"/>
                <a:gd name="connsiteX40" fmla="*/ 680314 w 2406486"/>
                <a:gd name="connsiteY40" fmla="*/ 91571 h 2344286"/>
                <a:gd name="connsiteX41" fmla="*/ 547474 w 2406486"/>
                <a:gd name="connsiteY41" fmla="*/ 168175 h 2344286"/>
                <a:gd name="connsiteX42" fmla="*/ 451462 w 2406486"/>
                <a:gd name="connsiteY42" fmla="*/ 223587 h 2344286"/>
                <a:gd name="connsiteX43" fmla="*/ 454000 w 2406486"/>
                <a:gd name="connsiteY43" fmla="*/ 220638 h 2344286"/>
                <a:gd name="connsiteX44" fmla="*/ 426568 w 2406486"/>
                <a:gd name="connsiteY44" fmla="*/ 185251 h 2344286"/>
                <a:gd name="connsiteX45" fmla="*/ 537324 w 2406486"/>
                <a:gd name="connsiteY45" fmla="*/ 121129 h 2344286"/>
                <a:gd name="connsiteX46" fmla="*/ 607688 w 2406486"/>
                <a:gd name="connsiteY46" fmla="*/ 80735 h 2344286"/>
                <a:gd name="connsiteX47" fmla="*/ 643075 w 2406486"/>
                <a:gd name="connsiteY47" fmla="*/ 60161 h 2344286"/>
                <a:gd name="connsiteX48" fmla="*/ 660563 w 2406486"/>
                <a:gd name="connsiteY48" fmla="*/ 50148 h 2344286"/>
                <a:gd name="connsiteX49" fmla="*/ 678462 w 2406486"/>
                <a:gd name="connsiteY49" fmla="*/ 39724 h 2344286"/>
                <a:gd name="connsiteX50" fmla="*/ 684703 w 2406486"/>
                <a:gd name="connsiteY50" fmla="*/ 35952 h 2344286"/>
                <a:gd name="connsiteX51" fmla="*/ 698419 w 2406486"/>
                <a:gd name="connsiteY51" fmla="*/ 29094 h 2344286"/>
                <a:gd name="connsiteX52" fmla="*/ 712546 w 2406486"/>
                <a:gd name="connsiteY52" fmla="*/ 23265 h 2344286"/>
                <a:gd name="connsiteX53" fmla="*/ 742927 w 2406486"/>
                <a:gd name="connsiteY53" fmla="*/ 13321 h 2344286"/>
                <a:gd name="connsiteX54" fmla="*/ 810821 w 2406486"/>
                <a:gd name="connsiteY54" fmla="*/ 1182 h 2344286"/>
                <a:gd name="connsiteX55" fmla="*/ 881184 w 2406486"/>
                <a:gd name="connsiteY55" fmla="*/ 1663 h 2344286"/>
                <a:gd name="connsiteX56" fmla="*/ 948187 w 2406486"/>
                <a:gd name="connsiteY56" fmla="*/ 14144 h 2344286"/>
                <a:gd name="connsiteX57" fmla="*/ 979802 w 2406486"/>
                <a:gd name="connsiteY57" fmla="*/ 25940 h 2344286"/>
                <a:gd name="connsiteX58" fmla="*/ 994821 w 2406486"/>
                <a:gd name="connsiteY58" fmla="*/ 32798 h 2344286"/>
                <a:gd name="connsiteX59" fmla="*/ 1008537 w 2406486"/>
                <a:gd name="connsiteY59" fmla="*/ 40273 h 2344286"/>
                <a:gd name="connsiteX60" fmla="*/ 1014778 w 2406486"/>
                <a:gd name="connsiteY60" fmla="*/ 44045 h 2344286"/>
                <a:gd name="connsiteX61" fmla="*/ 1025202 w 2406486"/>
                <a:gd name="connsiteY61" fmla="*/ 50286 h 2344286"/>
                <a:gd name="connsiteX62" fmla="*/ 1035626 w 2406486"/>
                <a:gd name="connsiteY62" fmla="*/ 56115 h 2344286"/>
                <a:gd name="connsiteX63" fmla="*/ 1056201 w 2406486"/>
                <a:gd name="connsiteY63" fmla="*/ 68185 h 2344286"/>
                <a:gd name="connsiteX64" fmla="*/ 1097349 w 2406486"/>
                <a:gd name="connsiteY64" fmla="*/ 91914 h 2344286"/>
                <a:gd name="connsiteX65" fmla="*/ 1180193 w 2406486"/>
                <a:gd name="connsiteY65" fmla="*/ 139371 h 2344286"/>
                <a:gd name="connsiteX66" fmla="*/ 1345540 w 2406486"/>
                <a:gd name="connsiteY66" fmla="*/ 235383 h 2344286"/>
                <a:gd name="connsiteX67" fmla="*/ 1676095 w 2406486"/>
                <a:gd name="connsiteY67" fmla="*/ 426104 h 2344286"/>
                <a:gd name="connsiteX68" fmla="*/ 2007131 w 2406486"/>
                <a:gd name="connsiteY68" fmla="*/ 617237 h 2344286"/>
                <a:gd name="connsiteX69" fmla="*/ 2172409 w 2406486"/>
                <a:gd name="connsiteY69" fmla="*/ 712563 h 2344286"/>
                <a:gd name="connsiteX70" fmla="*/ 2254705 w 2406486"/>
                <a:gd name="connsiteY70" fmla="*/ 760569 h 2344286"/>
                <a:gd name="connsiteX71" fmla="*/ 2296333 w 2406486"/>
                <a:gd name="connsiteY71" fmla="*/ 784297 h 2344286"/>
                <a:gd name="connsiteX72" fmla="*/ 2316907 w 2406486"/>
                <a:gd name="connsiteY72" fmla="*/ 796367 h 2344286"/>
                <a:gd name="connsiteX73" fmla="*/ 2327331 w 2406486"/>
                <a:gd name="connsiteY73" fmla="*/ 802197 h 2344286"/>
                <a:gd name="connsiteX74" fmla="*/ 2337755 w 2406486"/>
                <a:gd name="connsiteY74" fmla="*/ 808438 h 2344286"/>
                <a:gd name="connsiteX75" fmla="*/ 2343996 w 2406486"/>
                <a:gd name="connsiteY75" fmla="*/ 812141 h 2344286"/>
                <a:gd name="connsiteX76" fmla="*/ 2355655 w 2406486"/>
                <a:gd name="connsiteY76" fmla="*/ 819685 h 2344286"/>
                <a:gd name="connsiteX77" fmla="*/ 2366079 w 2406486"/>
                <a:gd name="connsiteY77" fmla="*/ 827983 h 2344286"/>
                <a:gd name="connsiteX78" fmla="*/ 2383566 w 2406486"/>
                <a:gd name="connsiteY78" fmla="*/ 845882 h 2344286"/>
                <a:gd name="connsiteX79" fmla="*/ 2404209 w 2406486"/>
                <a:gd name="connsiteY79" fmla="*/ 883944 h 2344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2406486" h="2344286">
                  <a:moveTo>
                    <a:pt x="2404209" y="883944"/>
                  </a:moveTo>
                  <a:cubicBezTo>
                    <a:pt x="2407504" y="897384"/>
                    <a:pt x="2407220" y="911453"/>
                    <a:pt x="2403386" y="924749"/>
                  </a:cubicBezTo>
                  <a:cubicBezTo>
                    <a:pt x="2399214" y="939130"/>
                    <a:pt x="2391801" y="952362"/>
                    <a:pt x="2381715" y="963428"/>
                  </a:cubicBezTo>
                  <a:cubicBezTo>
                    <a:pt x="2369304" y="977545"/>
                    <a:pt x="2354520" y="989382"/>
                    <a:pt x="2338030" y="998404"/>
                  </a:cubicBezTo>
                  <a:cubicBezTo>
                    <a:pt x="1953982" y="1219918"/>
                    <a:pt x="1570208" y="1441431"/>
                    <a:pt x="1186708" y="1662944"/>
                  </a:cubicBezTo>
                  <a:cubicBezTo>
                    <a:pt x="994684" y="1774090"/>
                    <a:pt x="802889" y="1884984"/>
                    <a:pt x="611322" y="1995626"/>
                  </a:cubicBezTo>
                  <a:cubicBezTo>
                    <a:pt x="515310" y="2051038"/>
                    <a:pt x="419298" y="2106428"/>
                    <a:pt x="323286" y="2161795"/>
                  </a:cubicBezTo>
                  <a:lnTo>
                    <a:pt x="179268" y="2244640"/>
                  </a:lnTo>
                  <a:cubicBezTo>
                    <a:pt x="155539" y="2258356"/>
                    <a:pt x="131262" y="2272552"/>
                    <a:pt x="107191" y="2286268"/>
                  </a:cubicBezTo>
                  <a:cubicBezTo>
                    <a:pt x="95532" y="2293126"/>
                    <a:pt x="83462" y="2299984"/>
                    <a:pt x="71392" y="2306842"/>
                  </a:cubicBezTo>
                  <a:cubicBezTo>
                    <a:pt x="65562" y="2310134"/>
                    <a:pt x="59322" y="2313700"/>
                    <a:pt x="53492" y="2317266"/>
                  </a:cubicBezTo>
                  <a:cubicBezTo>
                    <a:pt x="47663" y="2320832"/>
                    <a:pt x="41422" y="2324124"/>
                    <a:pt x="35593" y="2327622"/>
                  </a:cubicBezTo>
                  <a:cubicBezTo>
                    <a:pt x="33124" y="2328925"/>
                    <a:pt x="30998" y="2330159"/>
                    <a:pt x="28735" y="2330982"/>
                  </a:cubicBezTo>
                  <a:cubicBezTo>
                    <a:pt x="19595" y="2335626"/>
                    <a:pt x="10284" y="2339927"/>
                    <a:pt x="823" y="2343875"/>
                  </a:cubicBezTo>
                  <a:cubicBezTo>
                    <a:pt x="411" y="2343875"/>
                    <a:pt x="411" y="2343875"/>
                    <a:pt x="0" y="2344287"/>
                  </a:cubicBezTo>
                  <a:lnTo>
                    <a:pt x="0" y="2295184"/>
                  </a:lnTo>
                  <a:cubicBezTo>
                    <a:pt x="10836" y="2288326"/>
                    <a:pt x="22083" y="2282291"/>
                    <a:pt x="32918" y="2276050"/>
                  </a:cubicBezTo>
                  <a:cubicBezTo>
                    <a:pt x="77427" y="2250195"/>
                    <a:pt x="121592" y="2224820"/>
                    <a:pt x="165689" y="2198966"/>
                  </a:cubicBezTo>
                  <a:cubicBezTo>
                    <a:pt x="874349" y="1790092"/>
                    <a:pt x="1583010" y="1381080"/>
                    <a:pt x="2291669" y="971932"/>
                  </a:cubicBezTo>
                  <a:cubicBezTo>
                    <a:pt x="2304358" y="964896"/>
                    <a:pt x="2315654" y="955599"/>
                    <a:pt x="2324999" y="944500"/>
                  </a:cubicBezTo>
                  <a:cubicBezTo>
                    <a:pt x="2332602" y="935728"/>
                    <a:pt x="2337759" y="925108"/>
                    <a:pt x="2339950" y="913708"/>
                  </a:cubicBezTo>
                  <a:cubicBezTo>
                    <a:pt x="2344133" y="892037"/>
                    <a:pt x="2336246" y="870434"/>
                    <a:pt x="2315810" y="851643"/>
                  </a:cubicBezTo>
                  <a:cubicBezTo>
                    <a:pt x="2310513" y="846431"/>
                    <a:pt x="2304646" y="841830"/>
                    <a:pt x="2298322" y="837927"/>
                  </a:cubicBezTo>
                  <a:cubicBezTo>
                    <a:pt x="2296676" y="837104"/>
                    <a:pt x="2295030" y="835870"/>
                    <a:pt x="2293315" y="834978"/>
                  </a:cubicBezTo>
                  <a:cubicBezTo>
                    <a:pt x="2291601" y="834086"/>
                    <a:pt x="2288721" y="832098"/>
                    <a:pt x="2285840" y="830452"/>
                  </a:cubicBezTo>
                  <a:cubicBezTo>
                    <a:pt x="2280422" y="827503"/>
                    <a:pt x="2275005" y="824211"/>
                    <a:pt x="2269175" y="820851"/>
                  </a:cubicBezTo>
                  <a:cubicBezTo>
                    <a:pt x="2247092" y="808369"/>
                    <a:pt x="2225078" y="795476"/>
                    <a:pt x="2202996" y="782514"/>
                  </a:cubicBezTo>
                  <a:cubicBezTo>
                    <a:pt x="2158830" y="757140"/>
                    <a:pt x="2114322" y="731354"/>
                    <a:pt x="2070156" y="705910"/>
                  </a:cubicBezTo>
                  <a:lnTo>
                    <a:pt x="1538455" y="399084"/>
                  </a:lnTo>
                  <a:cubicBezTo>
                    <a:pt x="1361839" y="296625"/>
                    <a:pt x="1184994" y="194395"/>
                    <a:pt x="1007920" y="92394"/>
                  </a:cubicBezTo>
                  <a:cubicBezTo>
                    <a:pt x="996673" y="86153"/>
                    <a:pt x="985838" y="79501"/>
                    <a:pt x="974591" y="73260"/>
                  </a:cubicBezTo>
                  <a:cubicBezTo>
                    <a:pt x="971965" y="71487"/>
                    <a:pt x="969189" y="69949"/>
                    <a:pt x="966292" y="68665"/>
                  </a:cubicBezTo>
                  <a:cubicBezTo>
                    <a:pt x="964141" y="67176"/>
                    <a:pt x="961843" y="65913"/>
                    <a:pt x="959434" y="64893"/>
                  </a:cubicBezTo>
                  <a:cubicBezTo>
                    <a:pt x="955967" y="62733"/>
                    <a:pt x="952372" y="60786"/>
                    <a:pt x="948667" y="59064"/>
                  </a:cubicBezTo>
                  <a:cubicBezTo>
                    <a:pt x="932697" y="51814"/>
                    <a:pt x="915911" y="46518"/>
                    <a:pt x="898672" y="43290"/>
                  </a:cubicBezTo>
                  <a:cubicBezTo>
                    <a:pt x="862448" y="36254"/>
                    <a:pt x="825221" y="36114"/>
                    <a:pt x="788944" y="42879"/>
                  </a:cubicBezTo>
                  <a:cubicBezTo>
                    <a:pt x="771773" y="46287"/>
                    <a:pt x="755031" y="51577"/>
                    <a:pt x="739018" y="58652"/>
                  </a:cubicBezTo>
                  <a:cubicBezTo>
                    <a:pt x="735246" y="60367"/>
                    <a:pt x="731474" y="62424"/>
                    <a:pt x="727771" y="64070"/>
                  </a:cubicBezTo>
                  <a:cubicBezTo>
                    <a:pt x="726056" y="65305"/>
                    <a:pt x="724411" y="66196"/>
                    <a:pt x="721942" y="67842"/>
                  </a:cubicBezTo>
                  <a:cubicBezTo>
                    <a:pt x="719010" y="69099"/>
                    <a:pt x="716208" y="70638"/>
                    <a:pt x="713575" y="72437"/>
                  </a:cubicBezTo>
                  <a:cubicBezTo>
                    <a:pt x="702328" y="78678"/>
                    <a:pt x="691081" y="85330"/>
                    <a:pt x="680314" y="91571"/>
                  </a:cubicBezTo>
                  <a:cubicBezTo>
                    <a:pt x="635737" y="117357"/>
                    <a:pt x="591457" y="142892"/>
                    <a:pt x="547474" y="168175"/>
                  </a:cubicBezTo>
                  <a:cubicBezTo>
                    <a:pt x="515379" y="186897"/>
                    <a:pt x="483352" y="205208"/>
                    <a:pt x="451462" y="223587"/>
                  </a:cubicBezTo>
                  <a:lnTo>
                    <a:pt x="454000" y="220638"/>
                  </a:lnTo>
                  <a:cubicBezTo>
                    <a:pt x="444810" y="208980"/>
                    <a:pt x="435689" y="196910"/>
                    <a:pt x="426568" y="185251"/>
                  </a:cubicBezTo>
                  <a:cubicBezTo>
                    <a:pt x="463601" y="163991"/>
                    <a:pt x="500703" y="142800"/>
                    <a:pt x="537324" y="121129"/>
                  </a:cubicBezTo>
                  <a:cubicBezTo>
                    <a:pt x="561053" y="107824"/>
                    <a:pt x="584370" y="94040"/>
                    <a:pt x="607688" y="80735"/>
                  </a:cubicBezTo>
                  <a:cubicBezTo>
                    <a:pt x="619757" y="73877"/>
                    <a:pt x="631416" y="67019"/>
                    <a:pt x="643075" y="60161"/>
                  </a:cubicBezTo>
                  <a:lnTo>
                    <a:pt x="660563" y="50148"/>
                  </a:lnTo>
                  <a:cubicBezTo>
                    <a:pt x="666392" y="46377"/>
                    <a:pt x="672221" y="43290"/>
                    <a:pt x="678462" y="39724"/>
                  </a:cubicBezTo>
                  <a:lnTo>
                    <a:pt x="684703" y="35952"/>
                  </a:lnTo>
                  <a:cubicBezTo>
                    <a:pt x="689298" y="33895"/>
                    <a:pt x="693892" y="31426"/>
                    <a:pt x="698419" y="29094"/>
                  </a:cubicBezTo>
                  <a:cubicBezTo>
                    <a:pt x="702945" y="26763"/>
                    <a:pt x="707540" y="24980"/>
                    <a:pt x="712546" y="23265"/>
                  </a:cubicBezTo>
                  <a:cubicBezTo>
                    <a:pt x="722147" y="19562"/>
                    <a:pt x="732503" y="16407"/>
                    <a:pt x="742927" y="13321"/>
                  </a:cubicBezTo>
                  <a:cubicBezTo>
                    <a:pt x="765163" y="7310"/>
                    <a:pt x="787880" y="3248"/>
                    <a:pt x="810821" y="1182"/>
                  </a:cubicBezTo>
                  <a:cubicBezTo>
                    <a:pt x="834251" y="-541"/>
                    <a:pt x="857781" y="-380"/>
                    <a:pt x="881184" y="1663"/>
                  </a:cubicBezTo>
                  <a:cubicBezTo>
                    <a:pt x="903814" y="4038"/>
                    <a:pt x="926220" y="8212"/>
                    <a:pt x="948187" y="14144"/>
                  </a:cubicBezTo>
                  <a:cubicBezTo>
                    <a:pt x="958933" y="17497"/>
                    <a:pt x="969487" y="21434"/>
                    <a:pt x="979802" y="25940"/>
                  </a:cubicBezTo>
                  <a:cubicBezTo>
                    <a:pt x="984809" y="27997"/>
                    <a:pt x="989815" y="30466"/>
                    <a:pt x="994821" y="32798"/>
                  </a:cubicBezTo>
                  <a:lnTo>
                    <a:pt x="1008537" y="40273"/>
                  </a:lnTo>
                  <a:lnTo>
                    <a:pt x="1014778" y="44045"/>
                  </a:lnTo>
                  <a:cubicBezTo>
                    <a:pt x="1018550" y="46102"/>
                    <a:pt x="1021636" y="48160"/>
                    <a:pt x="1025202" y="50286"/>
                  </a:cubicBezTo>
                  <a:cubicBezTo>
                    <a:pt x="1028816" y="51970"/>
                    <a:pt x="1032300" y="53918"/>
                    <a:pt x="1035626" y="56115"/>
                  </a:cubicBezTo>
                  <a:cubicBezTo>
                    <a:pt x="1042485" y="59818"/>
                    <a:pt x="1049343" y="64002"/>
                    <a:pt x="1056201" y="68185"/>
                  </a:cubicBezTo>
                  <a:lnTo>
                    <a:pt x="1097349" y="91914"/>
                  </a:lnTo>
                  <a:cubicBezTo>
                    <a:pt x="1124781" y="107756"/>
                    <a:pt x="1152213" y="123529"/>
                    <a:pt x="1180193" y="139371"/>
                  </a:cubicBezTo>
                  <a:cubicBezTo>
                    <a:pt x="1235057" y="171467"/>
                    <a:pt x="1289921" y="203082"/>
                    <a:pt x="1345540" y="235383"/>
                  </a:cubicBezTo>
                  <a:cubicBezTo>
                    <a:pt x="1455885" y="299094"/>
                    <a:pt x="1565750" y="362805"/>
                    <a:pt x="1676095" y="426104"/>
                  </a:cubicBezTo>
                  <a:lnTo>
                    <a:pt x="2007131" y="617237"/>
                  </a:lnTo>
                  <a:cubicBezTo>
                    <a:pt x="2061995" y="648852"/>
                    <a:pt x="2116859" y="680947"/>
                    <a:pt x="2172409" y="712563"/>
                  </a:cubicBezTo>
                  <a:cubicBezTo>
                    <a:pt x="2199841" y="728816"/>
                    <a:pt x="2227273" y="744658"/>
                    <a:pt x="2254705" y="760569"/>
                  </a:cubicBezTo>
                  <a:cubicBezTo>
                    <a:pt x="2268421" y="768455"/>
                    <a:pt x="2282548" y="776342"/>
                    <a:pt x="2296333" y="784297"/>
                  </a:cubicBezTo>
                  <a:cubicBezTo>
                    <a:pt x="2303191" y="788412"/>
                    <a:pt x="2310049" y="792184"/>
                    <a:pt x="2316907" y="796367"/>
                  </a:cubicBezTo>
                  <a:cubicBezTo>
                    <a:pt x="2320679" y="798425"/>
                    <a:pt x="2323765" y="800482"/>
                    <a:pt x="2327331" y="802197"/>
                  </a:cubicBezTo>
                  <a:cubicBezTo>
                    <a:pt x="2330897" y="803911"/>
                    <a:pt x="2334189" y="806312"/>
                    <a:pt x="2337755" y="808438"/>
                  </a:cubicBezTo>
                  <a:lnTo>
                    <a:pt x="2343996" y="812141"/>
                  </a:lnTo>
                  <a:cubicBezTo>
                    <a:pt x="2348179" y="814678"/>
                    <a:pt x="2351882" y="817147"/>
                    <a:pt x="2355655" y="819685"/>
                  </a:cubicBezTo>
                  <a:cubicBezTo>
                    <a:pt x="2359427" y="822222"/>
                    <a:pt x="2362513" y="825103"/>
                    <a:pt x="2366079" y="827983"/>
                  </a:cubicBezTo>
                  <a:cubicBezTo>
                    <a:pt x="2372421" y="833426"/>
                    <a:pt x="2378273" y="839415"/>
                    <a:pt x="2383566" y="845882"/>
                  </a:cubicBezTo>
                  <a:cubicBezTo>
                    <a:pt x="2393146" y="856908"/>
                    <a:pt x="2400193" y="869901"/>
                    <a:pt x="2404209" y="883944"/>
                  </a:cubicBezTo>
                  <a:close/>
                </a:path>
              </a:pathLst>
            </a:custGeom>
            <a:solidFill>
              <a:srgbClr val="45454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7D91BE8-8444-F45F-4481-F2D8E0F2819D}"/>
                </a:ext>
              </a:extLst>
            </p:cNvPr>
            <p:cNvSpPr/>
            <p:nvPr/>
          </p:nvSpPr>
          <p:spPr>
            <a:xfrm>
              <a:off x="5484178" y="3884645"/>
              <a:ext cx="851077" cy="765764"/>
            </a:xfrm>
            <a:custGeom>
              <a:avLst/>
              <a:gdLst>
                <a:gd name="connsiteX0" fmla="*/ 851078 w 851077"/>
                <a:gd name="connsiteY0" fmla="*/ 0 h 765764"/>
                <a:gd name="connsiteX1" fmla="*/ 851078 w 851077"/>
                <a:gd name="connsiteY1" fmla="*/ 289819 h 765764"/>
                <a:gd name="connsiteX2" fmla="*/ 496313 w 851077"/>
                <a:gd name="connsiteY2" fmla="*/ 494668 h 765764"/>
                <a:gd name="connsiteX3" fmla="*/ 492199 w 851077"/>
                <a:gd name="connsiteY3" fmla="*/ 497205 h 765764"/>
                <a:gd name="connsiteX4" fmla="*/ 27089 w 851077"/>
                <a:gd name="connsiteY4" fmla="*/ 765764 h 765764"/>
                <a:gd name="connsiteX5" fmla="*/ 26678 w 851077"/>
                <a:gd name="connsiteY5" fmla="*/ 765764 h 765764"/>
                <a:gd name="connsiteX6" fmla="*/ 0 w 851077"/>
                <a:gd name="connsiteY6" fmla="*/ 750334 h 765764"/>
                <a:gd name="connsiteX7" fmla="*/ 0 w 851077"/>
                <a:gd name="connsiteY7" fmla="*/ 727017 h 765764"/>
                <a:gd name="connsiteX8" fmla="*/ 352295 w 851077"/>
                <a:gd name="connsiteY8" fmla="*/ 523403 h 765764"/>
                <a:gd name="connsiteX9" fmla="*/ 352295 w 851077"/>
                <a:gd name="connsiteY9" fmla="*/ 287762 h 765764"/>
                <a:gd name="connsiteX10" fmla="*/ 450502 w 851077"/>
                <a:gd name="connsiteY10" fmla="*/ 231115 h 765764"/>
                <a:gd name="connsiteX11" fmla="*/ 450502 w 851077"/>
                <a:gd name="connsiteY11" fmla="*/ 416281 h 765764"/>
                <a:gd name="connsiteX12" fmla="*/ 450502 w 851077"/>
                <a:gd name="connsiteY12" fmla="*/ 436855 h 765764"/>
                <a:gd name="connsiteX13" fmla="*/ 450502 w 851077"/>
                <a:gd name="connsiteY13" fmla="*/ 447279 h 765764"/>
                <a:gd name="connsiteX14" fmla="*/ 450982 w 851077"/>
                <a:gd name="connsiteY14" fmla="*/ 448102 h 765764"/>
                <a:gd name="connsiteX15" fmla="*/ 450982 w 851077"/>
                <a:gd name="connsiteY15" fmla="*/ 450639 h 765764"/>
                <a:gd name="connsiteX16" fmla="*/ 451805 w 851077"/>
                <a:gd name="connsiteY16" fmla="*/ 453108 h 765764"/>
                <a:gd name="connsiteX17" fmla="*/ 451805 w 851077"/>
                <a:gd name="connsiteY17" fmla="*/ 453931 h 765764"/>
                <a:gd name="connsiteX18" fmla="*/ 452217 w 851077"/>
                <a:gd name="connsiteY18" fmla="*/ 455165 h 765764"/>
                <a:gd name="connsiteX19" fmla="*/ 452628 w 851077"/>
                <a:gd name="connsiteY19" fmla="*/ 456057 h 765764"/>
                <a:gd name="connsiteX20" fmla="*/ 453039 w 851077"/>
                <a:gd name="connsiteY20" fmla="*/ 456880 h 765764"/>
                <a:gd name="connsiteX21" fmla="*/ 453451 w 851077"/>
                <a:gd name="connsiteY21" fmla="*/ 457703 h 765764"/>
                <a:gd name="connsiteX22" fmla="*/ 453451 w 851077"/>
                <a:gd name="connsiteY22" fmla="*/ 458114 h 765764"/>
                <a:gd name="connsiteX23" fmla="*/ 453862 w 851077"/>
                <a:gd name="connsiteY23" fmla="*/ 458937 h 765764"/>
                <a:gd name="connsiteX24" fmla="*/ 454685 w 851077"/>
                <a:gd name="connsiteY24" fmla="*/ 459760 h 765764"/>
                <a:gd name="connsiteX25" fmla="*/ 455097 w 851077"/>
                <a:gd name="connsiteY25" fmla="*/ 460583 h 765764"/>
                <a:gd name="connsiteX26" fmla="*/ 455508 w 851077"/>
                <a:gd name="connsiteY26" fmla="*/ 460995 h 765764"/>
                <a:gd name="connsiteX27" fmla="*/ 456400 w 851077"/>
                <a:gd name="connsiteY27" fmla="*/ 461886 h 765764"/>
                <a:gd name="connsiteX28" fmla="*/ 457223 w 851077"/>
                <a:gd name="connsiteY28" fmla="*/ 462709 h 765764"/>
                <a:gd name="connsiteX29" fmla="*/ 457223 w 851077"/>
                <a:gd name="connsiteY29" fmla="*/ 463121 h 765764"/>
                <a:gd name="connsiteX30" fmla="*/ 457634 w 851077"/>
                <a:gd name="connsiteY30" fmla="*/ 463532 h 765764"/>
                <a:gd name="connsiteX31" fmla="*/ 458046 w 851077"/>
                <a:gd name="connsiteY31" fmla="*/ 463532 h 765764"/>
                <a:gd name="connsiteX32" fmla="*/ 458869 w 851077"/>
                <a:gd name="connsiteY32" fmla="*/ 463944 h 765764"/>
                <a:gd name="connsiteX33" fmla="*/ 459280 w 851077"/>
                <a:gd name="connsiteY33" fmla="*/ 464355 h 765764"/>
                <a:gd name="connsiteX34" fmla="*/ 460103 w 851077"/>
                <a:gd name="connsiteY34" fmla="*/ 464767 h 765764"/>
                <a:gd name="connsiteX35" fmla="*/ 460514 w 851077"/>
                <a:gd name="connsiteY35" fmla="*/ 465178 h 765764"/>
                <a:gd name="connsiteX36" fmla="*/ 462640 w 851077"/>
                <a:gd name="connsiteY36" fmla="*/ 466001 h 765764"/>
                <a:gd name="connsiteX37" fmla="*/ 463052 w 851077"/>
                <a:gd name="connsiteY37" fmla="*/ 466413 h 765764"/>
                <a:gd name="connsiteX38" fmla="*/ 464698 w 851077"/>
                <a:gd name="connsiteY38" fmla="*/ 466413 h 765764"/>
                <a:gd name="connsiteX39" fmla="*/ 465933 w 851077"/>
                <a:gd name="connsiteY39" fmla="*/ 466824 h 765764"/>
                <a:gd name="connsiteX40" fmla="*/ 467167 w 851077"/>
                <a:gd name="connsiteY40" fmla="*/ 466824 h 765764"/>
                <a:gd name="connsiteX41" fmla="*/ 470116 w 851077"/>
                <a:gd name="connsiteY41" fmla="*/ 466824 h 765764"/>
                <a:gd name="connsiteX42" fmla="*/ 478826 w 851077"/>
                <a:gd name="connsiteY42" fmla="*/ 464767 h 765764"/>
                <a:gd name="connsiteX43" fmla="*/ 483009 w 851077"/>
                <a:gd name="connsiteY43" fmla="*/ 462709 h 765764"/>
                <a:gd name="connsiteX44" fmla="*/ 493022 w 851077"/>
                <a:gd name="connsiteY44" fmla="*/ 456880 h 765764"/>
                <a:gd name="connsiteX45" fmla="*/ 512978 w 851077"/>
                <a:gd name="connsiteY45" fmla="*/ 445221 h 765764"/>
                <a:gd name="connsiteX46" fmla="*/ 540410 w 851077"/>
                <a:gd name="connsiteY46" fmla="*/ 429379 h 765764"/>
                <a:gd name="connsiteX47" fmla="*/ 544594 w 851077"/>
                <a:gd name="connsiteY47" fmla="*/ 426911 h 765764"/>
                <a:gd name="connsiteX48" fmla="*/ 584576 w 851077"/>
                <a:gd name="connsiteY48" fmla="*/ 404005 h 765764"/>
                <a:gd name="connsiteX49" fmla="*/ 630319 w 851077"/>
                <a:gd name="connsiteY49" fmla="*/ 377327 h 765764"/>
                <a:gd name="connsiteX50" fmla="*/ 632033 w 851077"/>
                <a:gd name="connsiteY50" fmla="*/ 376504 h 765764"/>
                <a:gd name="connsiteX51" fmla="*/ 680039 w 851077"/>
                <a:gd name="connsiteY51" fmla="*/ 349072 h 765764"/>
                <a:gd name="connsiteX52" fmla="*/ 688749 w 851077"/>
                <a:gd name="connsiteY52" fmla="*/ 344066 h 765764"/>
                <a:gd name="connsiteX53" fmla="*/ 720433 w 851077"/>
                <a:gd name="connsiteY53" fmla="*/ 325755 h 765764"/>
                <a:gd name="connsiteX54" fmla="*/ 728731 w 851077"/>
                <a:gd name="connsiteY54" fmla="*/ 320749 h 765764"/>
                <a:gd name="connsiteX55" fmla="*/ 751637 w 851077"/>
                <a:gd name="connsiteY55" fmla="*/ 307444 h 765764"/>
                <a:gd name="connsiteX56" fmla="*/ 769536 w 851077"/>
                <a:gd name="connsiteY56" fmla="*/ 297020 h 765764"/>
                <a:gd name="connsiteX57" fmla="*/ 777903 w 851077"/>
                <a:gd name="connsiteY57" fmla="*/ 292425 h 765764"/>
                <a:gd name="connsiteX58" fmla="*/ 781195 w 851077"/>
                <a:gd name="connsiteY58" fmla="*/ 290368 h 765764"/>
                <a:gd name="connsiteX59" fmla="*/ 788053 w 851077"/>
                <a:gd name="connsiteY59" fmla="*/ 284539 h 765764"/>
                <a:gd name="connsiteX60" fmla="*/ 794293 w 851077"/>
                <a:gd name="connsiteY60" fmla="*/ 277681 h 765764"/>
                <a:gd name="connsiteX61" fmla="*/ 796008 w 851077"/>
                <a:gd name="connsiteY61" fmla="*/ 276035 h 765764"/>
                <a:gd name="connsiteX62" fmla="*/ 797243 w 851077"/>
                <a:gd name="connsiteY62" fmla="*/ 273909 h 765764"/>
                <a:gd name="connsiteX63" fmla="*/ 801837 w 851077"/>
                <a:gd name="connsiteY63" fmla="*/ 266022 h 765764"/>
                <a:gd name="connsiteX64" fmla="*/ 802660 w 851077"/>
                <a:gd name="connsiteY64" fmla="*/ 264787 h 765764"/>
                <a:gd name="connsiteX65" fmla="*/ 803072 w 851077"/>
                <a:gd name="connsiteY65" fmla="*/ 264376 h 765764"/>
                <a:gd name="connsiteX66" fmla="*/ 805129 w 851077"/>
                <a:gd name="connsiteY66" fmla="*/ 258958 h 765764"/>
                <a:gd name="connsiteX67" fmla="*/ 806432 w 851077"/>
                <a:gd name="connsiteY67" fmla="*/ 256421 h 765764"/>
                <a:gd name="connsiteX68" fmla="*/ 807255 w 851077"/>
                <a:gd name="connsiteY68" fmla="*/ 253540 h 765764"/>
                <a:gd name="connsiteX69" fmla="*/ 808490 w 851077"/>
                <a:gd name="connsiteY69" fmla="*/ 248945 h 765764"/>
                <a:gd name="connsiteX70" fmla="*/ 808901 w 851077"/>
                <a:gd name="connsiteY70" fmla="*/ 247711 h 765764"/>
                <a:gd name="connsiteX71" fmla="*/ 809313 w 851077"/>
                <a:gd name="connsiteY71" fmla="*/ 246477 h 765764"/>
                <a:gd name="connsiteX72" fmla="*/ 809313 w 851077"/>
                <a:gd name="connsiteY72" fmla="*/ 243870 h 765764"/>
                <a:gd name="connsiteX73" fmla="*/ 809724 w 851077"/>
                <a:gd name="connsiteY73" fmla="*/ 241402 h 765764"/>
                <a:gd name="connsiteX74" fmla="*/ 810136 w 851077"/>
                <a:gd name="connsiteY74" fmla="*/ 239756 h 765764"/>
                <a:gd name="connsiteX75" fmla="*/ 810136 w 851077"/>
                <a:gd name="connsiteY75" fmla="*/ 234749 h 765764"/>
                <a:gd name="connsiteX76" fmla="*/ 810136 w 851077"/>
                <a:gd name="connsiteY76" fmla="*/ 218496 h 765764"/>
                <a:gd name="connsiteX77" fmla="*/ 810136 w 851077"/>
                <a:gd name="connsiteY77" fmla="*/ 186400 h 765764"/>
                <a:gd name="connsiteX78" fmla="*/ 810136 w 851077"/>
                <a:gd name="connsiteY78" fmla="*/ 140246 h 765764"/>
                <a:gd name="connsiteX79" fmla="*/ 810136 w 851077"/>
                <a:gd name="connsiteY79" fmla="*/ 23317 h 765764"/>
                <a:gd name="connsiteX80" fmla="*/ 851078 w 851077"/>
                <a:gd name="connsiteY80" fmla="*/ 0 h 76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851077" h="765764">
                  <a:moveTo>
                    <a:pt x="851078" y="0"/>
                  </a:moveTo>
                  <a:lnTo>
                    <a:pt x="851078" y="289819"/>
                  </a:lnTo>
                  <a:cubicBezTo>
                    <a:pt x="732846" y="358125"/>
                    <a:pt x="614591" y="426407"/>
                    <a:pt x="496313" y="494668"/>
                  </a:cubicBezTo>
                  <a:lnTo>
                    <a:pt x="492199" y="497205"/>
                  </a:lnTo>
                  <a:cubicBezTo>
                    <a:pt x="337276" y="586359"/>
                    <a:pt x="181943" y="675513"/>
                    <a:pt x="27089" y="765764"/>
                  </a:cubicBezTo>
                  <a:lnTo>
                    <a:pt x="26678" y="765764"/>
                  </a:lnTo>
                  <a:lnTo>
                    <a:pt x="0" y="750334"/>
                  </a:lnTo>
                  <a:lnTo>
                    <a:pt x="0" y="727017"/>
                  </a:lnTo>
                  <a:lnTo>
                    <a:pt x="352295" y="523403"/>
                  </a:lnTo>
                  <a:lnTo>
                    <a:pt x="352295" y="287762"/>
                  </a:lnTo>
                  <a:cubicBezTo>
                    <a:pt x="385145" y="269039"/>
                    <a:pt x="418063" y="250248"/>
                    <a:pt x="450502" y="231115"/>
                  </a:cubicBezTo>
                  <a:lnTo>
                    <a:pt x="450502" y="416281"/>
                  </a:lnTo>
                  <a:cubicBezTo>
                    <a:pt x="450502" y="423139"/>
                    <a:pt x="450982" y="429997"/>
                    <a:pt x="450502" y="436855"/>
                  </a:cubicBezTo>
                  <a:lnTo>
                    <a:pt x="450502" y="447279"/>
                  </a:lnTo>
                  <a:cubicBezTo>
                    <a:pt x="450502" y="447690"/>
                    <a:pt x="450502" y="447690"/>
                    <a:pt x="450982" y="448102"/>
                  </a:cubicBezTo>
                  <a:cubicBezTo>
                    <a:pt x="451462" y="448513"/>
                    <a:pt x="450982" y="449748"/>
                    <a:pt x="450982" y="450639"/>
                  </a:cubicBezTo>
                  <a:cubicBezTo>
                    <a:pt x="451067" y="451514"/>
                    <a:pt x="451348" y="452358"/>
                    <a:pt x="451805" y="453108"/>
                  </a:cubicBezTo>
                  <a:lnTo>
                    <a:pt x="451805" y="453931"/>
                  </a:lnTo>
                  <a:cubicBezTo>
                    <a:pt x="452122" y="454259"/>
                    <a:pt x="452273" y="454713"/>
                    <a:pt x="452217" y="455165"/>
                  </a:cubicBezTo>
                  <a:cubicBezTo>
                    <a:pt x="452628" y="455577"/>
                    <a:pt x="452628" y="455577"/>
                    <a:pt x="452628" y="456057"/>
                  </a:cubicBezTo>
                  <a:cubicBezTo>
                    <a:pt x="452861" y="456272"/>
                    <a:pt x="453007" y="456565"/>
                    <a:pt x="453039" y="456880"/>
                  </a:cubicBezTo>
                  <a:cubicBezTo>
                    <a:pt x="453451" y="457291"/>
                    <a:pt x="453451" y="457291"/>
                    <a:pt x="453451" y="457703"/>
                  </a:cubicBezTo>
                  <a:lnTo>
                    <a:pt x="453451" y="458114"/>
                  </a:lnTo>
                  <a:cubicBezTo>
                    <a:pt x="453862" y="458114"/>
                    <a:pt x="453862" y="458526"/>
                    <a:pt x="453862" y="458937"/>
                  </a:cubicBezTo>
                  <a:cubicBezTo>
                    <a:pt x="453862" y="459349"/>
                    <a:pt x="454274" y="459349"/>
                    <a:pt x="454685" y="459760"/>
                  </a:cubicBezTo>
                  <a:cubicBezTo>
                    <a:pt x="454909" y="459982"/>
                    <a:pt x="455053" y="460271"/>
                    <a:pt x="455097" y="460583"/>
                  </a:cubicBezTo>
                  <a:lnTo>
                    <a:pt x="455508" y="460995"/>
                  </a:lnTo>
                  <a:cubicBezTo>
                    <a:pt x="455920" y="461406"/>
                    <a:pt x="455920" y="461886"/>
                    <a:pt x="456400" y="461886"/>
                  </a:cubicBezTo>
                  <a:cubicBezTo>
                    <a:pt x="456880" y="461886"/>
                    <a:pt x="456811" y="462709"/>
                    <a:pt x="457223" y="462709"/>
                  </a:cubicBezTo>
                  <a:lnTo>
                    <a:pt x="457223" y="463121"/>
                  </a:lnTo>
                  <a:cubicBezTo>
                    <a:pt x="457223" y="463348"/>
                    <a:pt x="457407" y="463532"/>
                    <a:pt x="457634" y="463532"/>
                  </a:cubicBezTo>
                  <a:lnTo>
                    <a:pt x="458046" y="463532"/>
                  </a:lnTo>
                  <a:cubicBezTo>
                    <a:pt x="458457" y="463944"/>
                    <a:pt x="458457" y="463944"/>
                    <a:pt x="458869" y="463944"/>
                  </a:cubicBezTo>
                  <a:lnTo>
                    <a:pt x="459280" y="464355"/>
                  </a:lnTo>
                  <a:cubicBezTo>
                    <a:pt x="459692" y="464355"/>
                    <a:pt x="459692" y="464767"/>
                    <a:pt x="460103" y="464767"/>
                  </a:cubicBezTo>
                  <a:lnTo>
                    <a:pt x="460514" y="465178"/>
                  </a:lnTo>
                  <a:cubicBezTo>
                    <a:pt x="461096" y="465708"/>
                    <a:pt x="461854" y="466002"/>
                    <a:pt x="462640" y="466001"/>
                  </a:cubicBezTo>
                  <a:lnTo>
                    <a:pt x="463052" y="466413"/>
                  </a:lnTo>
                  <a:lnTo>
                    <a:pt x="464698" y="466413"/>
                  </a:lnTo>
                  <a:cubicBezTo>
                    <a:pt x="465026" y="466730"/>
                    <a:pt x="465480" y="466881"/>
                    <a:pt x="465933" y="466824"/>
                  </a:cubicBezTo>
                  <a:lnTo>
                    <a:pt x="467167" y="466824"/>
                  </a:lnTo>
                  <a:cubicBezTo>
                    <a:pt x="468138" y="467038"/>
                    <a:pt x="469145" y="467038"/>
                    <a:pt x="470116" y="466824"/>
                  </a:cubicBezTo>
                  <a:cubicBezTo>
                    <a:pt x="473128" y="466730"/>
                    <a:pt x="476090" y="466031"/>
                    <a:pt x="478826" y="464767"/>
                  </a:cubicBezTo>
                  <a:cubicBezTo>
                    <a:pt x="480336" y="464348"/>
                    <a:pt x="481755" y="463650"/>
                    <a:pt x="483009" y="462709"/>
                  </a:cubicBezTo>
                  <a:cubicBezTo>
                    <a:pt x="486239" y="460589"/>
                    <a:pt x="489582" y="458643"/>
                    <a:pt x="493022" y="456880"/>
                  </a:cubicBezTo>
                  <a:cubicBezTo>
                    <a:pt x="499262" y="452697"/>
                    <a:pt x="506326" y="448925"/>
                    <a:pt x="512978" y="445221"/>
                  </a:cubicBezTo>
                  <a:cubicBezTo>
                    <a:pt x="522168" y="440215"/>
                    <a:pt x="531289" y="434797"/>
                    <a:pt x="540410" y="429379"/>
                  </a:cubicBezTo>
                  <a:cubicBezTo>
                    <a:pt x="541645" y="428556"/>
                    <a:pt x="543291" y="427733"/>
                    <a:pt x="544594" y="426911"/>
                  </a:cubicBezTo>
                  <a:cubicBezTo>
                    <a:pt x="557898" y="419367"/>
                    <a:pt x="571203" y="411480"/>
                    <a:pt x="584576" y="404005"/>
                  </a:cubicBezTo>
                  <a:cubicBezTo>
                    <a:pt x="599938" y="395227"/>
                    <a:pt x="614957" y="386517"/>
                    <a:pt x="630319" y="377327"/>
                  </a:cubicBezTo>
                  <a:cubicBezTo>
                    <a:pt x="630959" y="377228"/>
                    <a:pt x="631555" y="376941"/>
                    <a:pt x="632033" y="376504"/>
                  </a:cubicBezTo>
                  <a:cubicBezTo>
                    <a:pt x="648218" y="367314"/>
                    <a:pt x="664060" y="358193"/>
                    <a:pt x="680039" y="349072"/>
                  </a:cubicBezTo>
                  <a:lnTo>
                    <a:pt x="688749" y="344066"/>
                  </a:lnTo>
                  <a:cubicBezTo>
                    <a:pt x="699173" y="337825"/>
                    <a:pt x="710009" y="331584"/>
                    <a:pt x="720433" y="325755"/>
                  </a:cubicBezTo>
                  <a:cubicBezTo>
                    <a:pt x="723313" y="324109"/>
                    <a:pt x="725851" y="322463"/>
                    <a:pt x="728731" y="320749"/>
                  </a:cubicBezTo>
                  <a:cubicBezTo>
                    <a:pt x="736686" y="316634"/>
                    <a:pt x="744162" y="312039"/>
                    <a:pt x="751637" y="307444"/>
                  </a:cubicBezTo>
                  <a:cubicBezTo>
                    <a:pt x="757466" y="304152"/>
                    <a:pt x="763295" y="300586"/>
                    <a:pt x="769536" y="297020"/>
                  </a:cubicBezTo>
                  <a:cubicBezTo>
                    <a:pt x="772074" y="295374"/>
                    <a:pt x="774954" y="294140"/>
                    <a:pt x="777903" y="292425"/>
                  </a:cubicBezTo>
                  <a:lnTo>
                    <a:pt x="781195" y="290368"/>
                  </a:lnTo>
                  <a:cubicBezTo>
                    <a:pt x="783654" y="288638"/>
                    <a:pt x="785949" y="286687"/>
                    <a:pt x="788053" y="284539"/>
                  </a:cubicBezTo>
                  <a:cubicBezTo>
                    <a:pt x="790367" y="282477"/>
                    <a:pt x="792458" y="280178"/>
                    <a:pt x="794293" y="277681"/>
                  </a:cubicBezTo>
                  <a:cubicBezTo>
                    <a:pt x="794974" y="277259"/>
                    <a:pt x="795559" y="276698"/>
                    <a:pt x="796008" y="276035"/>
                  </a:cubicBezTo>
                  <a:cubicBezTo>
                    <a:pt x="796420" y="275212"/>
                    <a:pt x="796831" y="274731"/>
                    <a:pt x="797243" y="273909"/>
                  </a:cubicBezTo>
                  <a:cubicBezTo>
                    <a:pt x="798926" y="271372"/>
                    <a:pt x="800461" y="268738"/>
                    <a:pt x="801837" y="266022"/>
                  </a:cubicBezTo>
                  <a:cubicBezTo>
                    <a:pt x="802249" y="265610"/>
                    <a:pt x="802660" y="265199"/>
                    <a:pt x="802660" y="264787"/>
                  </a:cubicBezTo>
                  <a:cubicBezTo>
                    <a:pt x="802887" y="264787"/>
                    <a:pt x="803072" y="264603"/>
                    <a:pt x="803072" y="264376"/>
                  </a:cubicBezTo>
                  <a:cubicBezTo>
                    <a:pt x="803858" y="262609"/>
                    <a:pt x="804545" y="260801"/>
                    <a:pt x="805129" y="258958"/>
                  </a:cubicBezTo>
                  <a:cubicBezTo>
                    <a:pt x="805540" y="258135"/>
                    <a:pt x="805952" y="257244"/>
                    <a:pt x="806432" y="256421"/>
                  </a:cubicBezTo>
                  <a:cubicBezTo>
                    <a:pt x="806513" y="255416"/>
                    <a:pt x="806792" y="254437"/>
                    <a:pt x="807255" y="253540"/>
                  </a:cubicBezTo>
                  <a:cubicBezTo>
                    <a:pt x="807667" y="251826"/>
                    <a:pt x="808078" y="250591"/>
                    <a:pt x="808490" y="248945"/>
                  </a:cubicBezTo>
                  <a:cubicBezTo>
                    <a:pt x="808490" y="248534"/>
                    <a:pt x="808901" y="248122"/>
                    <a:pt x="808901" y="247711"/>
                  </a:cubicBezTo>
                  <a:cubicBezTo>
                    <a:pt x="808845" y="247258"/>
                    <a:pt x="808996" y="246805"/>
                    <a:pt x="809313" y="246477"/>
                  </a:cubicBezTo>
                  <a:lnTo>
                    <a:pt x="809313" y="243870"/>
                  </a:lnTo>
                  <a:cubicBezTo>
                    <a:pt x="809648" y="243093"/>
                    <a:pt x="809789" y="242246"/>
                    <a:pt x="809724" y="241402"/>
                  </a:cubicBezTo>
                  <a:cubicBezTo>
                    <a:pt x="809724" y="240579"/>
                    <a:pt x="809724" y="240167"/>
                    <a:pt x="810136" y="239756"/>
                  </a:cubicBezTo>
                  <a:lnTo>
                    <a:pt x="810136" y="234749"/>
                  </a:lnTo>
                  <a:cubicBezTo>
                    <a:pt x="810547" y="229332"/>
                    <a:pt x="810136" y="223914"/>
                    <a:pt x="810136" y="218496"/>
                  </a:cubicBezTo>
                  <a:cubicBezTo>
                    <a:pt x="809724" y="207660"/>
                    <a:pt x="810136" y="196825"/>
                    <a:pt x="810136" y="186400"/>
                  </a:cubicBezTo>
                  <a:cubicBezTo>
                    <a:pt x="810547" y="171039"/>
                    <a:pt x="810136" y="155608"/>
                    <a:pt x="810136" y="140246"/>
                  </a:cubicBezTo>
                  <a:lnTo>
                    <a:pt x="810136" y="23317"/>
                  </a:lnTo>
                  <a:cubicBezTo>
                    <a:pt x="824057" y="15842"/>
                    <a:pt x="837362" y="7955"/>
                    <a:pt x="851078" y="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FEE393C-2458-BBA7-250A-716BA43DF0BC}"/>
                </a:ext>
              </a:extLst>
            </p:cNvPr>
            <p:cNvSpPr/>
            <p:nvPr/>
          </p:nvSpPr>
          <p:spPr>
            <a:xfrm>
              <a:off x="4283890" y="2302539"/>
              <a:ext cx="1112779" cy="288481"/>
            </a:xfrm>
            <a:custGeom>
              <a:avLst/>
              <a:gdLst>
                <a:gd name="connsiteX0" fmla="*/ 708157 w 1112779"/>
                <a:gd name="connsiteY0" fmla="*/ 54487 h 288481"/>
                <a:gd name="connsiteX1" fmla="*/ 674827 w 1112779"/>
                <a:gd name="connsiteY1" fmla="*/ 35353 h 288481"/>
                <a:gd name="connsiteX2" fmla="*/ 666529 w 1112779"/>
                <a:gd name="connsiteY2" fmla="*/ 30758 h 288481"/>
                <a:gd name="connsiteX3" fmla="*/ 659671 w 1112779"/>
                <a:gd name="connsiteY3" fmla="*/ 26986 h 288481"/>
                <a:gd name="connsiteX4" fmla="*/ 648904 w 1112779"/>
                <a:gd name="connsiteY4" fmla="*/ 21157 h 288481"/>
                <a:gd name="connsiteX5" fmla="*/ 598909 w 1112779"/>
                <a:gd name="connsiteY5" fmla="*/ 5383 h 288481"/>
                <a:gd name="connsiteX6" fmla="*/ 489181 w 1112779"/>
                <a:gd name="connsiteY6" fmla="*/ 4972 h 288481"/>
                <a:gd name="connsiteX7" fmla="*/ 439255 w 1112779"/>
                <a:gd name="connsiteY7" fmla="*/ 20745 h 288481"/>
                <a:gd name="connsiteX8" fmla="*/ 428008 w 1112779"/>
                <a:gd name="connsiteY8" fmla="*/ 26163 h 288481"/>
                <a:gd name="connsiteX9" fmla="*/ 422178 w 1112779"/>
                <a:gd name="connsiteY9" fmla="*/ 29935 h 288481"/>
                <a:gd name="connsiteX10" fmla="*/ 413812 w 1112779"/>
                <a:gd name="connsiteY10" fmla="*/ 34530 h 288481"/>
                <a:gd name="connsiteX11" fmla="*/ 380551 w 1112779"/>
                <a:gd name="connsiteY11" fmla="*/ 53664 h 288481"/>
                <a:gd name="connsiteX12" fmla="*/ 247711 w 1112779"/>
                <a:gd name="connsiteY12" fmla="*/ 130268 h 288481"/>
                <a:gd name="connsiteX13" fmla="*/ 151699 w 1112779"/>
                <a:gd name="connsiteY13" fmla="*/ 185680 h 288481"/>
                <a:gd name="connsiteX14" fmla="*/ 137 w 1112779"/>
                <a:gd name="connsiteY14" fmla="*/ 273531 h 288481"/>
                <a:gd name="connsiteX15" fmla="*/ 2675 w 1112779"/>
                <a:gd name="connsiteY15" fmla="*/ 277646 h 288481"/>
                <a:gd name="connsiteX16" fmla="*/ 4321 w 1112779"/>
                <a:gd name="connsiteY16" fmla="*/ 286013 h 288481"/>
                <a:gd name="connsiteX17" fmla="*/ 0 w 1112779"/>
                <a:gd name="connsiteY17" fmla="*/ 288482 h 288481"/>
                <a:gd name="connsiteX18" fmla="*/ 1112779 w 1112779"/>
                <a:gd name="connsiteY18" fmla="*/ 288482 h 28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12779" h="288481">
                  <a:moveTo>
                    <a:pt x="708157" y="54487"/>
                  </a:moveTo>
                  <a:cubicBezTo>
                    <a:pt x="696910" y="48246"/>
                    <a:pt x="686074" y="41594"/>
                    <a:pt x="674827" y="35353"/>
                  </a:cubicBezTo>
                  <a:cubicBezTo>
                    <a:pt x="672202" y="33580"/>
                    <a:pt x="669425" y="32042"/>
                    <a:pt x="666529" y="30758"/>
                  </a:cubicBezTo>
                  <a:cubicBezTo>
                    <a:pt x="664378" y="29269"/>
                    <a:pt x="662080" y="28006"/>
                    <a:pt x="659671" y="26986"/>
                  </a:cubicBezTo>
                  <a:cubicBezTo>
                    <a:pt x="656204" y="24826"/>
                    <a:pt x="652608" y="22879"/>
                    <a:pt x="648904" y="21157"/>
                  </a:cubicBezTo>
                  <a:cubicBezTo>
                    <a:pt x="632934" y="13907"/>
                    <a:pt x="616148" y="8611"/>
                    <a:pt x="598909" y="5383"/>
                  </a:cubicBezTo>
                  <a:cubicBezTo>
                    <a:pt x="562685" y="-1653"/>
                    <a:pt x="525458" y="-1793"/>
                    <a:pt x="489181" y="4972"/>
                  </a:cubicBezTo>
                  <a:cubicBezTo>
                    <a:pt x="472010" y="8380"/>
                    <a:pt x="455267" y="13670"/>
                    <a:pt x="439255" y="20745"/>
                  </a:cubicBezTo>
                  <a:cubicBezTo>
                    <a:pt x="435483" y="22460"/>
                    <a:pt x="431711" y="24517"/>
                    <a:pt x="428008" y="26163"/>
                  </a:cubicBezTo>
                  <a:cubicBezTo>
                    <a:pt x="426293" y="27398"/>
                    <a:pt x="424647" y="28289"/>
                    <a:pt x="422178" y="29935"/>
                  </a:cubicBezTo>
                  <a:cubicBezTo>
                    <a:pt x="419247" y="31192"/>
                    <a:pt x="416445" y="32730"/>
                    <a:pt x="413812" y="34530"/>
                  </a:cubicBezTo>
                  <a:cubicBezTo>
                    <a:pt x="402565" y="40771"/>
                    <a:pt x="391317" y="47423"/>
                    <a:pt x="380551" y="53664"/>
                  </a:cubicBezTo>
                  <a:cubicBezTo>
                    <a:pt x="335974" y="79450"/>
                    <a:pt x="291694" y="104985"/>
                    <a:pt x="247711" y="130268"/>
                  </a:cubicBezTo>
                  <a:cubicBezTo>
                    <a:pt x="215616" y="148990"/>
                    <a:pt x="183589" y="167301"/>
                    <a:pt x="151699" y="185680"/>
                  </a:cubicBezTo>
                  <a:cubicBezTo>
                    <a:pt x="101361" y="214827"/>
                    <a:pt x="50955" y="243973"/>
                    <a:pt x="137" y="273531"/>
                  </a:cubicBezTo>
                  <a:cubicBezTo>
                    <a:pt x="1379" y="274615"/>
                    <a:pt x="2264" y="276050"/>
                    <a:pt x="2675" y="277646"/>
                  </a:cubicBezTo>
                  <a:cubicBezTo>
                    <a:pt x="3656" y="280332"/>
                    <a:pt x="4212" y="283155"/>
                    <a:pt x="4321" y="286013"/>
                  </a:cubicBezTo>
                  <a:lnTo>
                    <a:pt x="0" y="288482"/>
                  </a:lnTo>
                  <a:lnTo>
                    <a:pt x="1112779" y="288482"/>
                  </a:ln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A2F181C-4C4B-852C-99D0-72BEE7FE43EA}"/>
                </a:ext>
              </a:extLst>
            </p:cNvPr>
            <p:cNvSpPr/>
            <p:nvPr/>
          </p:nvSpPr>
          <p:spPr>
            <a:xfrm>
              <a:off x="2814152" y="4034492"/>
              <a:ext cx="2080168" cy="560016"/>
            </a:xfrm>
            <a:custGeom>
              <a:avLst/>
              <a:gdLst>
                <a:gd name="connsiteX0" fmla="*/ 344340 w 2080168"/>
                <a:gd name="connsiteY0" fmla="*/ 198745 h 560016"/>
                <a:gd name="connsiteX1" fmla="*/ 875629 w 2080168"/>
                <a:gd name="connsiteY1" fmla="*/ 505572 h 560016"/>
                <a:gd name="connsiteX2" fmla="*/ 883585 w 2080168"/>
                <a:gd name="connsiteY2" fmla="*/ 510167 h 560016"/>
                <a:gd name="connsiteX3" fmla="*/ 908959 w 2080168"/>
                <a:gd name="connsiteY3" fmla="*/ 524774 h 560016"/>
                <a:gd name="connsiteX4" fmla="*/ 917326 w 2080168"/>
                <a:gd name="connsiteY4" fmla="*/ 529300 h 560016"/>
                <a:gd name="connsiteX5" fmla="*/ 924184 w 2080168"/>
                <a:gd name="connsiteY5" fmla="*/ 533072 h 560016"/>
                <a:gd name="connsiteX6" fmla="*/ 935431 w 2080168"/>
                <a:gd name="connsiteY6" fmla="*/ 538901 h 560016"/>
                <a:gd name="connsiteX7" fmla="*/ 984946 w 2080168"/>
                <a:gd name="connsiteY7" fmla="*/ 554743 h 560016"/>
                <a:gd name="connsiteX8" fmla="*/ 1094674 w 2080168"/>
                <a:gd name="connsiteY8" fmla="*/ 554743 h 560016"/>
                <a:gd name="connsiteX9" fmla="*/ 1144669 w 2080168"/>
                <a:gd name="connsiteY9" fmla="*/ 539313 h 560016"/>
                <a:gd name="connsiteX10" fmla="*/ 1155916 w 2080168"/>
                <a:gd name="connsiteY10" fmla="*/ 533896 h 560016"/>
                <a:gd name="connsiteX11" fmla="*/ 1162157 w 2080168"/>
                <a:gd name="connsiteY11" fmla="*/ 530192 h 560016"/>
                <a:gd name="connsiteX12" fmla="*/ 1170455 w 2080168"/>
                <a:gd name="connsiteY12" fmla="*/ 525597 h 560016"/>
                <a:gd name="connsiteX13" fmla="*/ 1203373 w 2080168"/>
                <a:gd name="connsiteY13" fmla="*/ 506464 h 560016"/>
                <a:gd name="connsiteX14" fmla="*/ 1336144 w 2080168"/>
                <a:gd name="connsiteY14" fmla="*/ 429380 h 560016"/>
                <a:gd name="connsiteX15" fmla="*/ 2080169 w 2080168"/>
                <a:gd name="connsiteY15" fmla="*/ 0 h 560016"/>
                <a:gd name="connsiteX16" fmla="*/ 0 w 2080168"/>
                <a:gd name="connsiteY16" fmla="*/ 0 h 560016"/>
                <a:gd name="connsiteX17" fmla="*/ 344340 w 2080168"/>
                <a:gd name="connsiteY17" fmla="*/ 198745 h 560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80168" h="560016">
                  <a:moveTo>
                    <a:pt x="344340" y="198745"/>
                  </a:moveTo>
                  <a:cubicBezTo>
                    <a:pt x="521368" y="300746"/>
                    <a:pt x="698465" y="403022"/>
                    <a:pt x="875629" y="505572"/>
                  </a:cubicBezTo>
                  <a:cubicBezTo>
                    <a:pt x="878167" y="507286"/>
                    <a:pt x="881047" y="508521"/>
                    <a:pt x="883585" y="510167"/>
                  </a:cubicBezTo>
                  <a:cubicBezTo>
                    <a:pt x="891883" y="514761"/>
                    <a:pt x="900250" y="519768"/>
                    <a:pt x="908959" y="524774"/>
                  </a:cubicBezTo>
                  <a:cubicBezTo>
                    <a:pt x="911497" y="526420"/>
                    <a:pt x="914377" y="527655"/>
                    <a:pt x="917326" y="529300"/>
                  </a:cubicBezTo>
                  <a:cubicBezTo>
                    <a:pt x="919450" y="530833"/>
                    <a:pt x="921753" y="532099"/>
                    <a:pt x="924184" y="533072"/>
                  </a:cubicBezTo>
                  <a:cubicBezTo>
                    <a:pt x="927747" y="535356"/>
                    <a:pt x="931512" y="537307"/>
                    <a:pt x="935431" y="538901"/>
                  </a:cubicBezTo>
                  <a:cubicBezTo>
                    <a:pt x="951288" y="546027"/>
                    <a:pt x="967898" y="551342"/>
                    <a:pt x="984946" y="554743"/>
                  </a:cubicBezTo>
                  <a:cubicBezTo>
                    <a:pt x="1021184" y="561775"/>
                    <a:pt x="1058436" y="561775"/>
                    <a:pt x="1094674" y="554743"/>
                  </a:cubicBezTo>
                  <a:cubicBezTo>
                    <a:pt x="1111892" y="551599"/>
                    <a:pt x="1128674" y="546419"/>
                    <a:pt x="1144669" y="539313"/>
                  </a:cubicBezTo>
                  <a:cubicBezTo>
                    <a:pt x="1148372" y="537667"/>
                    <a:pt x="1152144" y="535610"/>
                    <a:pt x="1155916" y="533896"/>
                  </a:cubicBezTo>
                  <a:cubicBezTo>
                    <a:pt x="1157913" y="532526"/>
                    <a:pt x="1159998" y="531289"/>
                    <a:pt x="1162157" y="530192"/>
                  </a:cubicBezTo>
                  <a:cubicBezTo>
                    <a:pt x="1164626" y="528477"/>
                    <a:pt x="1167575" y="527243"/>
                    <a:pt x="1170455" y="525597"/>
                  </a:cubicBezTo>
                  <a:cubicBezTo>
                    <a:pt x="1181291" y="518739"/>
                    <a:pt x="1192538" y="512704"/>
                    <a:pt x="1203373" y="506464"/>
                  </a:cubicBezTo>
                  <a:cubicBezTo>
                    <a:pt x="1247882" y="480609"/>
                    <a:pt x="1292047" y="455234"/>
                    <a:pt x="1336144" y="429380"/>
                  </a:cubicBezTo>
                  <a:cubicBezTo>
                    <a:pt x="1584221" y="286322"/>
                    <a:pt x="1832229" y="143195"/>
                    <a:pt x="2080169" y="0"/>
                  </a:cubicBezTo>
                  <a:lnTo>
                    <a:pt x="0" y="0"/>
                  </a:lnTo>
                  <a:cubicBezTo>
                    <a:pt x="114712" y="66202"/>
                    <a:pt x="229492" y="132451"/>
                    <a:pt x="344340" y="198745"/>
                  </a:cubicBezTo>
                  <a:close/>
                </a:path>
              </a:pathLst>
            </a:custGeom>
            <a:solidFill>
              <a:srgbClr val="4F4F5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396A395-3322-2006-0306-C5EA7D5F6679}"/>
                </a:ext>
              </a:extLst>
            </p:cNvPr>
            <p:cNvSpPr/>
            <p:nvPr/>
          </p:nvSpPr>
          <p:spPr>
            <a:xfrm>
              <a:off x="2356193" y="3666355"/>
              <a:ext cx="3175442" cy="367794"/>
            </a:xfrm>
            <a:custGeom>
              <a:avLst/>
              <a:gdLst>
                <a:gd name="connsiteX0" fmla="*/ 30364 w 3175442"/>
                <a:gd name="connsiteY0" fmla="*/ 6858 h 367794"/>
                <a:gd name="connsiteX1" fmla="*/ 16099 w 3175442"/>
                <a:gd name="connsiteY1" fmla="*/ 21397 h 367794"/>
                <a:gd name="connsiteX2" fmla="*/ 1080 w 3175442"/>
                <a:gd name="connsiteY2" fmla="*/ 52189 h 367794"/>
                <a:gd name="connsiteX3" fmla="*/ 25220 w 3175442"/>
                <a:gd name="connsiteY3" fmla="*/ 113911 h 367794"/>
                <a:gd name="connsiteX4" fmla="*/ 42708 w 3175442"/>
                <a:gd name="connsiteY4" fmla="*/ 127627 h 367794"/>
                <a:gd name="connsiteX5" fmla="*/ 47714 w 3175442"/>
                <a:gd name="connsiteY5" fmla="*/ 130577 h 367794"/>
                <a:gd name="connsiteX6" fmla="*/ 55190 w 3175442"/>
                <a:gd name="connsiteY6" fmla="*/ 134760 h 367794"/>
                <a:gd name="connsiteX7" fmla="*/ 71854 w 3175442"/>
                <a:gd name="connsiteY7" fmla="*/ 144704 h 367794"/>
                <a:gd name="connsiteX8" fmla="*/ 138034 w 3175442"/>
                <a:gd name="connsiteY8" fmla="*/ 183040 h 367794"/>
                <a:gd name="connsiteX9" fmla="*/ 270874 w 3175442"/>
                <a:gd name="connsiteY9" fmla="*/ 259644 h 367794"/>
                <a:gd name="connsiteX10" fmla="*/ 458234 w 3175442"/>
                <a:gd name="connsiteY10" fmla="*/ 367795 h 367794"/>
                <a:gd name="connsiteX11" fmla="*/ 2538129 w 3175442"/>
                <a:gd name="connsiteY11" fmla="*/ 367795 h 367794"/>
                <a:gd name="connsiteX12" fmla="*/ 3175442 w 3175442"/>
                <a:gd name="connsiteY12" fmla="*/ 0 h 367794"/>
                <a:gd name="connsiteX13" fmla="*/ 38936 w 3175442"/>
                <a:gd name="connsiteY13" fmla="*/ 0 h 367794"/>
                <a:gd name="connsiteX14" fmla="*/ 30364 w 3175442"/>
                <a:gd name="connsiteY14" fmla="*/ 6858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75442" h="367794">
                  <a:moveTo>
                    <a:pt x="30364" y="6858"/>
                  </a:moveTo>
                  <a:cubicBezTo>
                    <a:pt x="25096" y="11173"/>
                    <a:pt x="20313" y="16047"/>
                    <a:pt x="16099" y="21397"/>
                  </a:cubicBezTo>
                  <a:cubicBezTo>
                    <a:pt x="8634" y="30268"/>
                    <a:pt x="3476" y="40845"/>
                    <a:pt x="1080" y="52189"/>
                  </a:cubicBezTo>
                  <a:cubicBezTo>
                    <a:pt x="-3103" y="73449"/>
                    <a:pt x="4852" y="95532"/>
                    <a:pt x="25220" y="113911"/>
                  </a:cubicBezTo>
                  <a:cubicBezTo>
                    <a:pt x="30606" y="119022"/>
                    <a:pt x="36461" y="123614"/>
                    <a:pt x="42708" y="127627"/>
                  </a:cubicBezTo>
                  <a:cubicBezTo>
                    <a:pt x="44354" y="128519"/>
                    <a:pt x="46068" y="129754"/>
                    <a:pt x="47714" y="130577"/>
                  </a:cubicBezTo>
                  <a:cubicBezTo>
                    <a:pt x="50050" y="132232"/>
                    <a:pt x="52556" y="133635"/>
                    <a:pt x="55190" y="134760"/>
                  </a:cubicBezTo>
                  <a:cubicBezTo>
                    <a:pt x="60607" y="138052"/>
                    <a:pt x="66025" y="141618"/>
                    <a:pt x="71854" y="144704"/>
                  </a:cubicBezTo>
                  <a:cubicBezTo>
                    <a:pt x="93937" y="157254"/>
                    <a:pt x="116020" y="170147"/>
                    <a:pt x="138034" y="183040"/>
                  </a:cubicBezTo>
                  <a:cubicBezTo>
                    <a:pt x="182611" y="208415"/>
                    <a:pt x="226891" y="233949"/>
                    <a:pt x="270874" y="259644"/>
                  </a:cubicBezTo>
                  <a:cubicBezTo>
                    <a:pt x="333419" y="295580"/>
                    <a:pt x="395872" y="331630"/>
                    <a:pt x="458234" y="367795"/>
                  </a:cubicBezTo>
                  <a:lnTo>
                    <a:pt x="2538129" y="367795"/>
                  </a:lnTo>
                  <a:lnTo>
                    <a:pt x="3175442" y="0"/>
                  </a:lnTo>
                  <a:lnTo>
                    <a:pt x="38936" y="0"/>
                  </a:lnTo>
                  <a:cubicBezTo>
                    <a:pt x="35713" y="2675"/>
                    <a:pt x="32832" y="4801"/>
                    <a:pt x="30364" y="6858"/>
                  </a:cubicBez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63A2B69-6356-5D02-E4E8-C31BC35E7F0E}"/>
                </a:ext>
              </a:extLst>
            </p:cNvPr>
            <p:cNvSpPr/>
            <p:nvPr/>
          </p:nvSpPr>
          <p:spPr>
            <a:xfrm>
              <a:off x="2395129" y="3195005"/>
              <a:ext cx="3924010" cy="471556"/>
            </a:xfrm>
            <a:custGeom>
              <a:avLst/>
              <a:gdLst>
                <a:gd name="connsiteX0" fmla="*/ 3914547 w 3924010"/>
                <a:gd name="connsiteY0" fmla="*/ 14539 h 471556"/>
                <a:gd name="connsiteX1" fmla="*/ 3924011 w 3924010"/>
                <a:gd name="connsiteY1" fmla="*/ 0 h 471556"/>
                <a:gd name="connsiteX2" fmla="*/ 816856 w 3924010"/>
                <a:gd name="connsiteY2" fmla="*/ 0 h 471556"/>
                <a:gd name="connsiteX3" fmla="*/ 750471 w 3924010"/>
                <a:gd name="connsiteY3" fmla="*/ 38268 h 471556"/>
                <a:gd name="connsiteX4" fmla="*/ 752597 w 3924010"/>
                <a:gd name="connsiteY4" fmla="*/ 42451 h 471556"/>
                <a:gd name="connsiteX5" fmla="*/ 754243 w 3924010"/>
                <a:gd name="connsiteY5" fmla="*/ 50749 h 471556"/>
                <a:gd name="connsiteX6" fmla="*/ 498371 w 3924010"/>
                <a:gd name="connsiteY6" fmla="*/ 198402 h 471556"/>
                <a:gd name="connsiteX7" fmla="*/ 485066 w 3924010"/>
                <a:gd name="connsiteY7" fmla="*/ 190858 h 471556"/>
                <a:gd name="connsiteX8" fmla="*/ 325138 w 3924010"/>
                <a:gd name="connsiteY8" fmla="*/ 283304 h 471556"/>
                <a:gd name="connsiteX9" fmla="*/ 324726 w 3924010"/>
                <a:gd name="connsiteY9" fmla="*/ 283715 h 471556"/>
                <a:gd name="connsiteX10" fmla="*/ 324315 w 3924010"/>
                <a:gd name="connsiteY10" fmla="*/ 283715 h 471556"/>
                <a:gd name="connsiteX11" fmla="*/ 9944 w 3924010"/>
                <a:gd name="connsiteY11" fmla="*/ 465315 h 471556"/>
                <a:gd name="connsiteX12" fmla="*/ 4938 w 3924010"/>
                <a:gd name="connsiteY12" fmla="*/ 468607 h 471556"/>
                <a:gd name="connsiteX13" fmla="*/ 0 w 3924010"/>
                <a:gd name="connsiteY13" fmla="*/ 471556 h 471556"/>
                <a:gd name="connsiteX14" fmla="*/ 0 w 3924010"/>
                <a:gd name="connsiteY14" fmla="*/ 471556 h 471556"/>
                <a:gd name="connsiteX15" fmla="*/ 3136506 w 3924010"/>
                <a:gd name="connsiteY15" fmla="*/ 471556 h 471556"/>
                <a:gd name="connsiteX16" fmla="*/ 3881217 w 3924010"/>
                <a:gd name="connsiteY16" fmla="*/ 41971 h 471556"/>
                <a:gd name="connsiteX17" fmla="*/ 3914547 w 3924010"/>
                <a:gd name="connsiteY17" fmla="*/ 14539 h 471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924010" h="471556">
                  <a:moveTo>
                    <a:pt x="3914547" y="14539"/>
                  </a:moveTo>
                  <a:cubicBezTo>
                    <a:pt x="3918243" y="10068"/>
                    <a:pt x="3921418" y="5190"/>
                    <a:pt x="3924011" y="0"/>
                  </a:cubicBezTo>
                  <a:lnTo>
                    <a:pt x="816856" y="0"/>
                  </a:lnTo>
                  <a:lnTo>
                    <a:pt x="750471" y="38268"/>
                  </a:lnTo>
                  <a:cubicBezTo>
                    <a:pt x="751394" y="39542"/>
                    <a:pt x="752112" y="40954"/>
                    <a:pt x="752597" y="42451"/>
                  </a:cubicBezTo>
                  <a:cubicBezTo>
                    <a:pt x="753501" y="45134"/>
                    <a:pt x="754054" y="47924"/>
                    <a:pt x="754243" y="50749"/>
                  </a:cubicBezTo>
                  <a:cubicBezTo>
                    <a:pt x="668884" y="100218"/>
                    <a:pt x="583593" y="149436"/>
                    <a:pt x="498371" y="198402"/>
                  </a:cubicBezTo>
                  <a:lnTo>
                    <a:pt x="485066" y="190858"/>
                  </a:lnTo>
                  <a:cubicBezTo>
                    <a:pt x="431780" y="221719"/>
                    <a:pt x="378013" y="252580"/>
                    <a:pt x="325138" y="283304"/>
                  </a:cubicBezTo>
                  <a:cubicBezTo>
                    <a:pt x="325138" y="283531"/>
                    <a:pt x="324954" y="283715"/>
                    <a:pt x="324726" y="283715"/>
                  </a:cubicBezTo>
                  <a:lnTo>
                    <a:pt x="324315" y="283715"/>
                  </a:lnTo>
                  <a:cubicBezTo>
                    <a:pt x="219159" y="344111"/>
                    <a:pt x="114369" y="404645"/>
                    <a:pt x="9944" y="465315"/>
                  </a:cubicBezTo>
                  <a:cubicBezTo>
                    <a:pt x="7475" y="466961"/>
                    <a:pt x="6652" y="467373"/>
                    <a:pt x="4938" y="468607"/>
                  </a:cubicBezTo>
                  <a:cubicBezTo>
                    <a:pt x="3223" y="469842"/>
                    <a:pt x="1646" y="470665"/>
                    <a:pt x="0" y="471556"/>
                  </a:cubicBezTo>
                  <a:lnTo>
                    <a:pt x="0" y="471556"/>
                  </a:lnTo>
                  <a:lnTo>
                    <a:pt x="3136506" y="471556"/>
                  </a:lnTo>
                  <a:cubicBezTo>
                    <a:pt x="3384857" y="328315"/>
                    <a:pt x="3633094" y="185120"/>
                    <a:pt x="3881217" y="41971"/>
                  </a:cubicBezTo>
                  <a:cubicBezTo>
                    <a:pt x="3893906" y="34934"/>
                    <a:pt x="3905201" y="25638"/>
                    <a:pt x="3914547" y="14539"/>
                  </a:cubicBezTo>
                  <a:close/>
                </a:path>
              </a:pathLst>
            </a:custGeom>
            <a:solidFill>
              <a:srgbClr val="4F4F5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45F127A-3691-E803-1EE6-62097AE13D45}"/>
                </a:ext>
              </a:extLst>
            </p:cNvPr>
            <p:cNvSpPr/>
            <p:nvPr/>
          </p:nvSpPr>
          <p:spPr>
            <a:xfrm>
              <a:off x="3910952" y="2591020"/>
              <a:ext cx="1954530" cy="270616"/>
            </a:xfrm>
            <a:custGeom>
              <a:avLst/>
              <a:gdLst>
                <a:gd name="connsiteX0" fmla="*/ 1612179 w 1954530"/>
                <a:gd name="connsiteY0" fmla="*/ 72901 h 270616"/>
                <a:gd name="connsiteX1" fmla="*/ 1485717 w 1954530"/>
                <a:gd name="connsiteY1" fmla="*/ 0 h 270616"/>
                <a:gd name="connsiteX2" fmla="*/ 372458 w 1954530"/>
                <a:gd name="connsiteY2" fmla="*/ 0 h 270616"/>
                <a:gd name="connsiteX3" fmla="*/ 120975 w 1954530"/>
                <a:gd name="connsiteY3" fmla="*/ 145321 h 270616"/>
                <a:gd name="connsiteX4" fmla="*/ 108082 w 1954530"/>
                <a:gd name="connsiteY4" fmla="*/ 137846 h 270616"/>
                <a:gd name="connsiteX5" fmla="*/ 0 w 1954530"/>
                <a:gd name="connsiteY5" fmla="*/ 200185 h 270616"/>
                <a:gd name="connsiteX6" fmla="*/ 1954530 w 1954530"/>
                <a:gd name="connsiteY6" fmla="*/ 270617 h 270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4530" h="270616">
                  <a:moveTo>
                    <a:pt x="1612179" y="72901"/>
                  </a:moveTo>
                  <a:lnTo>
                    <a:pt x="1485717" y="0"/>
                  </a:lnTo>
                  <a:lnTo>
                    <a:pt x="372458" y="0"/>
                  </a:lnTo>
                  <a:cubicBezTo>
                    <a:pt x="288516" y="48372"/>
                    <a:pt x="204689" y="96812"/>
                    <a:pt x="120975" y="145321"/>
                  </a:cubicBezTo>
                  <a:lnTo>
                    <a:pt x="108082" y="137846"/>
                  </a:lnTo>
                  <a:lnTo>
                    <a:pt x="0" y="200185"/>
                  </a:lnTo>
                  <a:lnTo>
                    <a:pt x="1954530" y="270617"/>
                  </a:lnTo>
                  <a:close/>
                </a:path>
              </a:pathLst>
            </a:custGeom>
            <a:solidFill>
              <a:srgbClr val="4A4A4D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E444F19-566F-3456-FCE9-10E093F57CAD}"/>
                </a:ext>
              </a:extLst>
            </p:cNvPr>
            <p:cNvSpPr/>
            <p:nvPr/>
          </p:nvSpPr>
          <p:spPr>
            <a:xfrm>
              <a:off x="3211985" y="2791206"/>
              <a:ext cx="3113725" cy="403661"/>
            </a:xfrm>
            <a:custGeom>
              <a:avLst/>
              <a:gdLst>
                <a:gd name="connsiteX0" fmla="*/ 3071012 w 3113725"/>
                <a:gd name="connsiteY0" fmla="*/ 311559 h 403661"/>
                <a:gd name="connsiteX1" fmla="*/ 3066006 w 3113725"/>
                <a:gd name="connsiteY1" fmla="*/ 308610 h 403661"/>
                <a:gd name="connsiteX2" fmla="*/ 3058531 w 3113725"/>
                <a:gd name="connsiteY2" fmla="*/ 304084 h 403661"/>
                <a:gd name="connsiteX3" fmla="*/ 3041866 w 3113725"/>
                <a:gd name="connsiteY3" fmla="*/ 294483 h 403661"/>
                <a:gd name="connsiteX4" fmla="*/ 2975686 w 3113725"/>
                <a:gd name="connsiteY4" fmla="*/ 256146 h 403661"/>
                <a:gd name="connsiteX5" fmla="*/ 2842847 w 3113725"/>
                <a:gd name="connsiteY5" fmla="*/ 179542 h 403661"/>
                <a:gd name="connsiteX6" fmla="*/ 2653703 w 3113725"/>
                <a:gd name="connsiteY6" fmla="*/ 70363 h 403661"/>
                <a:gd name="connsiteX7" fmla="*/ 698967 w 3113725"/>
                <a:gd name="connsiteY7" fmla="*/ 0 h 403661"/>
                <a:gd name="connsiteX8" fmla="*/ 0 w 3113725"/>
                <a:gd name="connsiteY8" fmla="*/ 403662 h 403661"/>
                <a:gd name="connsiteX9" fmla="*/ 3107154 w 3113725"/>
                <a:gd name="connsiteY9" fmla="*/ 403662 h 403661"/>
                <a:gd name="connsiteX10" fmla="*/ 3112641 w 3113725"/>
                <a:gd name="connsiteY10" fmla="*/ 387408 h 403661"/>
                <a:gd name="connsiteX11" fmla="*/ 3088500 w 3113725"/>
                <a:gd name="connsiteY11" fmla="*/ 325344 h 403661"/>
                <a:gd name="connsiteX12" fmla="*/ 3071012 w 3113725"/>
                <a:gd name="connsiteY12" fmla="*/ 311559 h 40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13725" h="403661">
                  <a:moveTo>
                    <a:pt x="3071012" y="311559"/>
                  </a:moveTo>
                  <a:cubicBezTo>
                    <a:pt x="3069367" y="310736"/>
                    <a:pt x="3067721" y="309502"/>
                    <a:pt x="3066006" y="308610"/>
                  </a:cubicBezTo>
                  <a:cubicBezTo>
                    <a:pt x="3064292" y="307718"/>
                    <a:pt x="3061411" y="305730"/>
                    <a:pt x="3058531" y="304084"/>
                  </a:cubicBezTo>
                  <a:cubicBezTo>
                    <a:pt x="3053113" y="301135"/>
                    <a:pt x="3047695" y="297843"/>
                    <a:pt x="3041866" y="294483"/>
                  </a:cubicBezTo>
                  <a:cubicBezTo>
                    <a:pt x="3019783" y="282001"/>
                    <a:pt x="2997769" y="269108"/>
                    <a:pt x="2975686" y="256146"/>
                  </a:cubicBezTo>
                  <a:cubicBezTo>
                    <a:pt x="2931521" y="230772"/>
                    <a:pt x="2887012" y="204986"/>
                    <a:pt x="2842847" y="179542"/>
                  </a:cubicBezTo>
                  <a:lnTo>
                    <a:pt x="2653703" y="70363"/>
                  </a:lnTo>
                  <a:lnTo>
                    <a:pt x="698967" y="0"/>
                  </a:lnTo>
                  <a:cubicBezTo>
                    <a:pt x="465795" y="134508"/>
                    <a:pt x="232806" y="269062"/>
                    <a:pt x="0" y="403662"/>
                  </a:cubicBezTo>
                  <a:lnTo>
                    <a:pt x="3107154" y="403662"/>
                  </a:lnTo>
                  <a:cubicBezTo>
                    <a:pt x="3109794" y="398552"/>
                    <a:pt x="3111643" y="393072"/>
                    <a:pt x="3112641" y="387408"/>
                  </a:cubicBezTo>
                  <a:cubicBezTo>
                    <a:pt x="3116824" y="365737"/>
                    <a:pt x="3108937" y="344134"/>
                    <a:pt x="3088500" y="325344"/>
                  </a:cubicBezTo>
                  <a:cubicBezTo>
                    <a:pt x="3083206" y="320107"/>
                    <a:pt x="3077341" y="315483"/>
                    <a:pt x="3071012" y="311559"/>
                  </a:cubicBezTo>
                  <a:close/>
                </a:path>
              </a:pathLst>
            </a:custGeom>
            <a:solidFill>
              <a:srgbClr val="43434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40246EC-34F2-E3EF-B8C3-96F145815AB7}"/>
                </a:ext>
              </a:extLst>
            </p:cNvPr>
            <p:cNvSpPr/>
            <p:nvPr/>
          </p:nvSpPr>
          <p:spPr>
            <a:xfrm>
              <a:off x="6204542" y="3908854"/>
              <a:ext cx="90091" cy="301272"/>
            </a:xfrm>
            <a:custGeom>
              <a:avLst/>
              <a:gdLst>
                <a:gd name="connsiteX0" fmla="*/ 89703 w 90091"/>
                <a:gd name="connsiteY0" fmla="*/ 212392 h 301272"/>
                <a:gd name="connsiteX1" fmla="*/ 89703 w 90091"/>
                <a:gd name="connsiteY1" fmla="*/ 215273 h 301272"/>
                <a:gd name="connsiteX2" fmla="*/ 89291 w 90091"/>
                <a:gd name="connsiteY2" fmla="*/ 218222 h 301272"/>
                <a:gd name="connsiteX3" fmla="*/ 88880 w 90091"/>
                <a:gd name="connsiteY3" fmla="*/ 220690 h 301272"/>
                <a:gd name="connsiteX4" fmla="*/ 88468 w 90091"/>
                <a:gd name="connsiteY4" fmla="*/ 223571 h 301272"/>
                <a:gd name="connsiteX5" fmla="*/ 88057 w 90091"/>
                <a:gd name="connsiteY5" fmla="*/ 224874 h 301272"/>
                <a:gd name="connsiteX6" fmla="*/ 86754 w 90091"/>
                <a:gd name="connsiteY6" fmla="*/ 229400 h 301272"/>
                <a:gd name="connsiteX7" fmla="*/ 85931 w 90091"/>
                <a:gd name="connsiteY7" fmla="*/ 232349 h 301272"/>
                <a:gd name="connsiteX8" fmla="*/ 84697 w 90091"/>
                <a:gd name="connsiteY8" fmla="*/ 234818 h 301272"/>
                <a:gd name="connsiteX9" fmla="*/ 82639 w 90091"/>
                <a:gd name="connsiteY9" fmla="*/ 240236 h 301272"/>
                <a:gd name="connsiteX10" fmla="*/ 82228 w 90091"/>
                <a:gd name="connsiteY10" fmla="*/ 240647 h 301272"/>
                <a:gd name="connsiteX11" fmla="*/ 81405 w 90091"/>
                <a:gd name="connsiteY11" fmla="*/ 241950 h 301272"/>
                <a:gd name="connsiteX12" fmla="*/ 76810 w 90091"/>
                <a:gd name="connsiteY12" fmla="*/ 249837 h 301272"/>
                <a:gd name="connsiteX13" fmla="*/ 75164 w 90091"/>
                <a:gd name="connsiteY13" fmla="*/ 251895 h 301272"/>
                <a:gd name="connsiteX14" fmla="*/ 73861 w 90091"/>
                <a:gd name="connsiteY14" fmla="*/ 253609 h 301272"/>
                <a:gd name="connsiteX15" fmla="*/ 67620 w 90091"/>
                <a:gd name="connsiteY15" fmla="*/ 260467 h 301272"/>
                <a:gd name="connsiteX16" fmla="*/ 60762 w 90091"/>
                <a:gd name="connsiteY16" fmla="*/ 266296 h 301272"/>
                <a:gd name="connsiteX17" fmla="*/ 57401 w 90091"/>
                <a:gd name="connsiteY17" fmla="*/ 268354 h 301272"/>
                <a:gd name="connsiteX18" fmla="*/ 49104 w 90091"/>
                <a:gd name="connsiteY18" fmla="*/ 272949 h 301272"/>
                <a:gd name="connsiteX19" fmla="*/ 31204 w 90091"/>
                <a:gd name="connsiteY19" fmla="*/ 283373 h 301272"/>
                <a:gd name="connsiteX20" fmla="*/ 8298 w 90091"/>
                <a:gd name="connsiteY20" fmla="*/ 296677 h 301272"/>
                <a:gd name="connsiteX21" fmla="*/ 0 w 90091"/>
                <a:gd name="connsiteY21" fmla="*/ 301272 h 301272"/>
                <a:gd name="connsiteX22" fmla="*/ 0 w 90091"/>
                <a:gd name="connsiteY22" fmla="*/ 52052 h 301272"/>
                <a:gd name="connsiteX23" fmla="*/ 89908 w 90091"/>
                <a:gd name="connsiteY23" fmla="*/ 0 h 301272"/>
                <a:gd name="connsiteX24" fmla="*/ 89908 w 90091"/>
                <a:gd name="connsiteY24" fmla="*/ 116792 h 301272"/>
                <a:gd name="connsiteX25" fmla="*/ 89908 w 90091"/>
                <a:gd name="connsiteY25" fmla="*/ 163015 h 301272"/>
                <a:gd name="connsiteX26" fmla="*/ 89908 w 90091"/>
                <a:gd name="connsiteY26" fmla="*/ 195110 h 301272"/>
                <a:gd name="connsiteX27" fmla="*/ 89908 w 90091"/>
                <a:gd name="connsiteY27" fmla="*/ 211295 h 301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0091" h="301272">
                  <a:moveTo>
                    <a:pt x="89703" y="212392"/>
                  </a:moveTo>
                  <a:lnTo>
                    <a:pt x="89703" y="215273"/>
                  </a:lnTo>
                  <a:cubicBezTo>
                    <a:pt x="89703" y="216096"/>
                    <a:pt x="89291" y="217330"/>
                    <a:pt x="89291" y="218222"/>
                  </a:cubicBezTo>
                  <a:cubicBezTo>
                    <a:pt x="89357" y="219066"/>
                    <a:pt x="89216" y="219913"/>
                    <a:pt x="88880" y="220690"/>
                  </a:cubicBezTo>
                  <a:cubicBezTo>
                    <a:pt x="88950" y="221669"/>
                    <a:pt x="88810" y="222651"/>
                    <a:pt x="88468" y="223571"/>
                  </a:cubicBezTo>
                  <a:cubicBezTo>
                    <a:pt x="88468" y="224051"/>
                    <a:pt x="88057" y="224463"/>
                    <a:pt x="88057" y="224874"/>
                  </a:cubicBezTo>
                  <a:cubicBezTo>
                    <a:pt x="87645" y="226520"/>
                    <a:pt x="87234" y="227754"/>
                    <a:pt x="86754" y="229400"/>
                  </a:cubicBezTo>
                  <a:cubicBezTo>
                    <a:pt x="86299" y="230324"/>
                    <a:pt x="86020" y="231324"/>
                    <a:pt x="85931" y="232349"/>
                  </a:cubicBezTo>
                  <a:lnTo>
                    <a:pt x="84697" y="234818"/>
                  </a:lnTo>
                  <a:cubicBezTo>
                    <a:pt x="84135" y="236669"/>
                    <a:pt x="83448" y="238479"/>
                    <a:pt x="82639" y="240236"/>
                  </a:cubicBezTo>
                  <a:cubicBezTo>
                    <a:pt x="82639" y="240463"/>
                    <a:pt x="82455" y="240647"/>
                    <a:pt x="82228" y="240647"/>
                  </a:cubicBezTo>
                  <a:cubicBezTo>
                    <a:pt x="82109" y="241162"/>
                    <a:pt x="81819" y="241622"/>
                    <a:pt x="81405" y="241950"/>
                  </a:cubicBezTo>
                  <a:cubicBezTo>
                    <a:pt x="80101" y="244419"/>
                    <a:pt x="78456" y="247368"/>
                    <a:pt x="76810" y="249837"/>
                  </a:cubicBezTo>
                  <a:cubicBezTo>
                    <a:pt x="76139" y="250416"/>
                    <a:pt x="75581" y="251114"/>
                    <a:pt x="75164" y="251895"/>
                  </a:cubicBezTo>
                  <a:cubicBezTo>
                    <a:pt x="74810" y="252523"/>
                    <a:pt x="74371" y="253100"/>
                    <a:pt x="73861" y="253609"/>
                  </a:cubicBezTo>
                  <a:cubicBezTo>
                    <a:pt x="72009" y="256093"/>
                    <a:pt x="69919" y="258390"/>
                    <a:pt x="67620" y="260467"/>
                  </a:cubicBezTo>
                  <a:cubicBezTo>
                    <a:pt x="65500" y="262597"/>
                    <a:pt x="63206" y="264547"/>
                    <a:pt x="60762" y="266296"/>
                  </a:cubicBezTo>
                  <a:lnTo>
                    <a:pt x="57401" y="268354"/>
                  </a:lnTo>
                  <a:cubicBezTo>
                    <a:pt x="54521" y="270000"/>
                    <a:pt x="51572" y="271303"/>
                    <a:pt x="49104" y="272949"/>
                  </a:cubicBezTo>
                  <a:cubicBezTo>
                    <a:pt x="42863" y="276309"/>
                    <a:pt x="37033" y="279807"/>
                    <a:pt x="31204" y="283373"/>
                  </a:cubicBezTo>
                  <a:cubicBezTo>
                    <a:pt x="23729" y="287968"/>
                    <a:pt x="16185" y="292494"/>
                    <a:pt x="8298" y="296677"/>
                  </a:cubicBezTo>
                  <a:lnTo>
                    <a:pt x="0" y="301272"/>
                  </a:lnTo>
                  <a:lnTo>
                    <a:pt x="0" y="52052"/>
                  </a:lnTo>
                  <a:cubicBezTo>
                    <a:pt x="29969" y="34976"/>
                    <a:pt x="59939" y="17762"/>
                    <a:pt x="89908" y="0"/>
                  </a:cubicBezTo>
                  <a:lnTo>
                    <a:pt x="89908" y="116792"/>
                  </a:lnTo>
                  <a:cubicBezTo>
                    <a:pt x="89908" y="132222"/>
                    <a:pt x="90320" y="147584"/>
                    <a:pt x="89908" y="163015"/>
                  </a:cubicBezTo>
                  <a:cubicBezTo>
                    <a:pt x="89908" y="173439"/>
                    <a:pt x="89497" y="184275"/>
                    <a:pt x="89908" y="195110"/>
                  </a:cubicBezTo>
                  <a:cubicBezTo>
                    <a:pt x="89908" y="200528"/>
                    <a:pt x="90320" y="205877"/>
                    <a:pt x="89908" y="211295"/>
                  </a:cubicBezTo>
                  <a:close/>
                </a:path>
              </a:pathLst>
            </a:custGeom>
            <a:solidFill>
              <a:srgbClr val="1B2E4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2D12F63-1ADB-0E99-24DD-EE8FFEECE0F4}"/>
                </a:ext>
              </a:extLst>
            </p:cNvPr>
            <p:cNvSpPr/>
            <p:nvPr/>
          </p:nvSpPr>
          <p:spPr>
            <a:xfrm>
              <a:off x="6214417" y="3926959"/>
              <a:ext cx="69402" cy="265747"/>
            </a:xfrm>
            <a:custGeom>
              <a:avLst/>
              <a:gdLst>
                <a:gd name="connsiteX0" fmla="*/ 275 w 69402"/>
                <a:gd name="connsiteY0" fmla="*/ 39982 h 265747"/>
                <a:gd name="connsiteX1" fmla="*/ 69403 w 69402"/>
                <a:gd name="connsiteY1" fmla="*/ 0 h 265747"/>
                <a:gd name="connsiteX2" fmla="*/ 69403 w 69402"/>
                <a:gd name="connsiteY2" fmla="*/ 114391 h 265747"/>
                <a:gd name="connsiteX3" fmla="*/ 69403 w 69402"/>
                <a:gd name="connsiteY3" fmla="*/ 144841 h 265747"/>
                <a:gd name="connsiteX4" fmla="*/ 69403 w 69402"/>
                <a:gd name="connsiteY4" fmla="*/ 155403 h 265747"/>
                <a:gd name="connsiteX5" fmla="*/ 69403 w 69402"/>
                <a:gd name="connsiteY5" fmla="*/ 177622 h 265747"/>
                <a:gd name="connsiteX6" fmla="*/ 69403 w 69402"/>
                <a:gd name="connsiteY6" fmla="*/ 182903 h 265747"/>
                <a:gd name="connsiteX7" fmla="*/ 69403 w 69402"/>
                <a:gd name="connsiteY7" fmla="*/ 192573 h 265747"/>
                <a:gd name="connsiteX8" fmla="*/ 69403 w 69402"/>
                <a:gd name="connsiteY8" fmla="*/ 197168 h 265747"/>
                <a:gd name="connsiteX9" fmla="*/ 68306 w 69402"/>
                <a:gd name="connsiteY9" fmla="*/ 199362 h 265747"/>
                <a:gd name="connsiteX10" fmla="*/ 68306 w 69402"/>
                <a:gd name="connsiteY10" fmla="*/ 202517 h 265747"/>
                <a:gd name="connsiteX11" fmla="*/ 67483 w 69402"/>
                <a:gd name="connsiteY11" fmla="*/ 206769 h 265747"/>
                <a:gd name="connsiteX12" fmla="*/ 65905 w 69402"/>
                <a:gd name="connsiteY12" fmla="*/ 212187 h 265747"/>
                <a:gd name="connsiteX13" fmla="*/ 66385 w 69402"/>
                <a:gd name="connsiteY13" fmla="*/ 209786 h 265747"/>
                <a:gd name="connsiteX14" fmla="*/ 65288 w 69402"/>
                <a:gd name="connsiteY14" fmla="*/ 212187 h 265747"/>
                <a:gd name="connsiteX15" fmla="*/ 63848 w 69402"/>
                <a:gd name="connsiteY15" fmla="*/ 216438 h 265747"/>
                <a:gd name="connsiteX16" fmla="*/ 61653 w 69402"/>
                <a:gd name="connsiteY16" fmla="*/ 220073 h 265747"/>
                <a:gd name="connsiteX17" fmla="*/ 57950 w 69402"/>
                <a:gd name="connsiteY17" fmla="*/ 225971 h 265747"/>
                <a:gd name="connsiteX18" fmla="*/ 55618 w 69402"/>
                <a:gd name="connsiteY18" fmla="*/ 229332 h 265747"/>
                <a:gd name="connsiteX19" fmla="*/ 50132 w 69402"/>
                <a:gd name="connsiteY19" fmla="*/ 235161 h 265747"/>
                <a:gd name="connsiteX20" fmla="*/ 44371 w 69402"/>
                <a:gd name="connsiteY20" fmla="*/ 239893 h 265747"/>
                <a:gd name="connsiteX21" fmla="*/ 38953 w 69402"/>
                <a:gd name="connsiteY21" fmla="*/ 243048 h 265747"/>
                <a:gd name="connsiteX22" fmla="*/ 32918 w 69402"/>
                <a:gd name="connsiteY22" fmla="*/ 246408 h 265747"/>
                <a:gd name="connsiteX23" fmla="*/ 22357 w 69402"/>
                <a:gd name="connsiteY23" fmla="*/ 252512 h 265747"/>
                <a:gd name="connsiteX24" fmla="*/ 0 w 69402"/>
                <a:gd name="connsiteY24" fmla="*/ 265748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402" h="265747">
                  <a:moveTo>
                    <a:pt x="275" y="39982"/>
                  </a:moveTo>
                  <a:cubicBezTo>
                    <a:pt x="23134" y="26815"/>
                    <a:pt x="46177" y="13487"/>
                    <a:pt x="69403" y="0"/>
                  </a:cubicBezTo>
                  <a:lnTo>
                    <a:pt x="69403" y="114391"/>
                  </a:lnTo>
                  <a:cubicBezTo>
                    <a:pt x="69403" y="124542"/>
                    <a:pt x="69403" y="134965"/>
                    <a:pt x="69403" y="144841"/>
                  </a:cubicBezTo>
                  <a:lnTo>
                    <a:pt x="69403" y="155403"/>
                  </a:lnTo>
                  <a:cubicBezTo>
                    <a:pt x="69403" y="162741"/>
                    <a:pt x="69403" y="170147"/>
                    <a:pt x="69403" y="177622"/>
                  </a:cubicBezTo>
                  <a:lnTo>
                    <a:pt x="69403" y="182903"/>
                  </a:lnTo>
                  <a:cubicBezTo>
                    <a:pt x="69403" y="186126"/>
                    <a:pt x="69403" y="189349"/>
                    <a:pt x="69403" y="192573"/>
                  </a:cubicBezTo>
                  <a:lnTo>
                    <a:pt x="69403" y="197168"/>
                  </a:lnTo>
                  <a:lnTo>
                    <a:pt x="68306" y="199362"/>
                  </a:lnTo>
                  <a:lnTo>
                    <a:pt x="68306" y="202517"/>
                  </a:lnTo>
                  <a:cubicBezTo>
                    <a:pt x="67743" y="203863"/>
                    <a:pt x="67462" y="205310"/>
                    <a:pt x="67483" y="206769"/>
                  </a:cubicBezTo>
                  <a:lnTo>
                    <a:pt x="65905" y="212187"/>
                  </a:lnTo>
                  <a:lnTo>
                    <a:pt x="66385" y="209786"/>
                  </a:lnTo>
                  <a:lnTo>
                    <a:pt x="65288" y="212187"/>
                  </a:lnTo>
                  <a:lnTo>
                    <a:pt x="63848" y="216438"/>
                  </a:lnTo>
                  <a:lnTo>
                    <a:pt x="61653" y="220073"/>
                  </a:lnTo>
                  <a:lnTo>
                    <a:pt x="57950" y="225971"/>
                  </a:lnTo>
                  <a:lnTo>
                    <a:pt x="55618" y="229332"/>
                  </a:lnTo>
                  <a:cubicBezTo>
                    <a:pt x="53912" y="231386"/>
                    <a:pt x="52080" y="233334"/>
                    <a:pt x="50132" y="235161"/>
                  </a:cubicBezTo>
                  <a:cubicBezTo>
                    <a:pt x="48357" y="236907"/>
                    <a:pt x="46429" y="238491"/>
                    <a:pt x="44371" y="239893"/>
                  </a:cubicBezTo>
                  <a:lnTo>
                    <a:pt x="38953" y="243048"/>
                  </a:lnTo>
                  <a:cubicBezTo>
                    <a:pt x="36881" y="244056"/>
                    <a:pt x="34867" y="245178"/>
                    <a:pt x="32918" y="246408"/>
                  </a:cubicBezTo>
                  <a:cubicBezTo>
                    <a:pt x="29901" y="247986"/>
                    <a:pt x="26060" y="250248"/>
                    <a:pt x="22357" y="252512"/>
                  </a:cubicBezTo>
                  <a:cubicBezTo>
                    <a:pt x="22357" y="252512"/>
                    <a:pt x="4938" y="262936"/>
                    <a:pt x="0" y="265748"/>
                  </a:cubicBezTo>
                  <a:close/>
                </a:path>
              </a:pathLst>
            </a:custGeom>
            <a:solidFill>
              <a:srgbClr val="68809D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7B5755E-C687-DBCB-D2A7-3655C45105A2}"/>
                </a:ext>
              </a:extLst>
            </p:cNvPr>
            <p:cNvSpPr/>
            <p:nvPr/>
          </p:nvSpPr>
          <p:spPr>
            <a:xfrm>
              <a:off x="6204336" y="3672300"/>
              <a:ext cx="89914" cy="288332"/>
            </a:xfrm>
            <a:custGeom>
              <a:avLst/>
              <a:gdLst>
                <a:gd name="connsiteX0" fmla="*/ 89908 w 89914"/>
                <a:gd name="connsiteY0" fmla="*/ 188274 h 288332"/>
                <a:gd name="connsiteX1" fmla="*/ 89908 w 89914"/>
                <a:gd name="connsiteY1" fmla="*/ 236280 h 288332"/>
                <a:gd name="connsiteX2" fmla="*/ 0 w 89914"/>
                <a:gd name="connsiteY2" fmla="*/ 288332 h 288332"/>
                <a:gd name="connsiteX3" fmla="*/ 0 w 89914"/>
                <a:gd name="connsiteY3" fmla="*/ 37878 h 288332"/>
                <a:gd name="connsiteX4" fmla="*/ 27843 w 89914"/>
                <a:gd name="connsiteY4" fmla="*/ 21624 h 288332"/>
                <a:gd name="connsiteX5" fmla="*/ 29558 w 89914"/>
                <a:gd name="connsiteY5" fmla="*/ 20802 h 288332"/>
                <a:gd name="connsiteX6" fmla="*/ 47457 w 89914"/>
                <a:gd name="connsiteY6" fmla="*/ 10377 h 288332"/>
                <a:gd name="connsiteX7" fmla="*/ 57401 w 89914"/>
                <a:gd name="connsiteY7" fmla="*/ 4548 h 288332"/>
                <a:gd name="connsiteX8" fmla="*/ 61585 w 89914"/>
                <a:gd name="connsiteY8" fmla="*/ 2491 h 288332"/>
                <a:gd name="connsiteX9" fmla="*/ 64534 w 89914"/>
                <a:gd name="connsiteY9" fmla="*/ 1668 h 288332"/>
                <a:gd name="connsiteX10" fmla="*/ 67414 w 89914"/>
                <a:gd name="connsiteY10" fmla="*/ 845 h 288332"/>
                <a:gd name="connsiteX11" fmla="*/ 70363 w 89914"/>
                <a:gd name="connsiteY11" fmla="*/ 22 h 288332"/>
                <a:gd name="connsiteX12" fmla="*/ 76192 w 89914"/>
                <a:gd name="connsiteY12" fmla="*/ 433 h 288332"/>
                <a:gd name="connsiteX13" fmla="*/ 80306 w 89914"/>
                <a:gd name="connsiteY13" fmla="*/ 2079 h 288332"/>
                <a:gd name="connsiteX14" fmla="*/ 84078 w 89914"/>
                <a:gd name="connsiteY14" fmla="*/ 4960 h 288332"/>
                <a:gd name="connsiteX15" fmla="*/ 87439 w 89914"/>
                <a:gd name="connsiteY15" fmla="*/ 9966 h 288332"/>
                <a:gd name="connsiteX16" fmla="*/ 89496 w 89914"/>
                <a:gd name="connsiteY16" fmla="*/ 16206 h 288332"/>
                <a:gd name="connsiteX17" fmla="*/ 89907 w 89914"/>
                <a:gd name="connsiteY17" fmla="*/ 23064 h 288332"/>
                <a:gd name="connsiteX18" fmla="*/ 89908 w 89914"/>
                <a:gd name="connsiteY18" fmla="*/ 188342 h 288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9914" h="288332">
                  <a:moveTo>
                    <a:pt x="89908" y="188274"/>
                  </a:moveTo>
                  <a:lnTo>
                    <a:pt x="89908" y="236280"/>
                  </a:lnTo>
                  <a:cubicBezTo>
                    <a:pt x="59939" y="253768"/>
                    <a:pt x="29969" y="271256"/>
                    <a:pt x="0" y="288332"/>
                  </a:cubicBezTo>
                  <a:lnTo>
                    <a:pt x="0" y="37878"/>
                  </a:lnTo>
                  <a:cubicBezTo>
                    <a:pt x="9121" y="32460"/>
                    <a:pt x="18311" y="26631"/>
                    <a:pt x="27843" y="21624"/>
                  </a:cubicBezTo>
                  <a:cubicBezTo>
                    <a:pt x="28255" y="21213"/>
                    <a:pt x="29147" y="21213"/>
                    <a:pt x="29558" y="20802"/>
                  </a:cubicBezTo>
                  <a:cubicBezTo>
                    <a:pt x="35799" y="17510"/>
                    <a:pt x="41628" y="13944"/>
                    <a:pt x="47457" y="10377"/>
                  </a:cubicBezTo>
                  <a:cubicBezTo>
                    <a:pt x="50749" y="8320"/>
                    <a:pt x="54315" y="6263"/>
                    <a:pt x="57401" y="4548"/>
                  </a:cubicBezTo>
                  <a:cubicBezTo>
                    <a:pt x="58668" y="3629"/>
                    <a:pt x="60083" y="2933"/>
                    <a:pt x="61585" y="2491"/>
                  </a:cubicBezTo>
                  <a:cubicBezTo>
                    <a:pt x="62505" y="2028"/>
                    <a:pt x="63507" y="1749"/>
                    <a:pt x="64534" y="1668"/>
                  </a:cubicBezTo>
                  <a:cubicBezTo>
                    <a:pt x="65430" y="1205"/>
                    <a:pt x="66409" y="926"/>
                    <a:pt x="67414" y="845"/>
                  </a:cubicBezTo>
                  <a:cubicBezTo>
                    <a:pt x="68334" y="382"/>
                    <a:pt x="69336" y="103"/>
                    <a:pt x="70363" y="22"/>
                  </a:cubicBezTo>
                  <a:cubicBezTo>
                    <a:pt x="72315" y="-58"/>
                    <a:pt x="74270" y="80"/>
                    <a:pt x="76192" y="433"/>
                  </a:cubicBezTo>
                  <a:cubicBezTo>
                    <a:pt x="77591" y="910"/>
                    <a:pt x="78965" y="1460"/>
                    <a:pt x="80306" y="2079"/>
                  </a:cubicBezTo>
                  <a:cubicBezTo>
                    <a:pt x="81671" y="2891"/>
                    <a:pt x="82936" y="3857"/>
                    <a:pt x="84078" y="4960"/>
                  </a:cubicBezTo>
                  <a:cubicBezTo>
                    <a:pt x="85392" y="6490"/>
                    <a:pt x="86520" y="8171"/>
                    <a:pt x="87439" y="9966"/>
                  </a:cubicBezTo>
                  <a:cubicBezTo>
                    <a:pt x="88299" y="11985"/>
                    <a:pt x="88987" y="14072"/>
                    <a:pt x="89496" y="16206"/>
                  </a:cubicBezTo>
                  <a:cubicBezTo>
                    <a:pt x="89812" y="18478"/>
                    <a:pt x="89949" y="20771"/>
                    <a:pt x="89907" y="23064"/>
                  </a:cubicBezTo>
                  <a:lnTo>
                    <a:pt x="89908" y="188342"/>
                  </a:lnTo>
                  <a:close/>
                </a:path>
              </a:pathLst>
            </a:custGeom>
            <a:solidFill>
              <a:srgbClr val="3C433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7BF5B1-11B3-1891-5B8A-95249867ACDE}"/>
                </a:ext>
              </a:extLst>
            </p:cNvPr>
            <p:cNvSpPr/>
            <p:nvPr/>
          </p:nvSpPr>
          <p:spPr>
            <a:xfrm>
              <a:off x="6114291" y="3960906"/>
              <a:ext cx="90045" cy="301409"/>
            </a:xfrm>
            <a:custGeom>
              <a:avLst/>
              <a:gdLst>
                <a:gd name="connsiteX0" fmla="*/ 90046 w 90045"/>
                <a:gd name="connsiteY0" fmla="*/ 0 h 301409"/>
                <a:gd name="connsiteX1" fmla="*/ 90046 w 90045"/>
                <a:gd name="connsiteY1" fmla="*/ 249425 h 301409"/>
                <a:gd name="connsiteX2" fmla="*/ 89634 w 90045"/>
                <a:gd name="connsiteY2" fmla="*/ 249425 h 301409"/>
                <a:gd name="connsiteX3" fmla="*/ 89154 w 90045"/>
                <a:gd name="connsiteY3" fmla="*/ 249837 h 301409"/>
                <a:gd name="connsiteX4" fmla="*/ 58362 w 90045"/>
                <a:gd name="connsiteY4" fmla="*/ 268148 h 301409"/>
                <a:gd name="connsiteX5" fmla="*/ 49652 w 90045"/>
                <a:gd name="connsiteY5" fmla="*/ 273154 h 301409"/>
                <a:gd name="connsiteX6" fmla="*/ 1646 w 90045"/>
                <a:gd name="connsiteY6" fmla="*/ 300586 h 301409"/>
                <a:gd name="connsiteX7" fmla="*/ 0 w 90045"/>
                <a:gd name="connsiteY7" fmla="*/ 301409 h 301409"/>
                <a:gd name="connsiteX8" fmla="*/ 0 w 90045"/>
                <a:gd name="connsiteY8" fmla="*/ 52052 h 301409"/>
                <a:gd name="connsiteX9" fmla="*/ 90046 w 90045"/>
                <a:gd name="connsiteY9" fmla="*/ 0 h 301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045" h="301409">
                  <a:moveTo>
                    <a:pt x="90046" y="0"/>
                  </a:moveTo>
                  <a:lnTo>
                    <a:pt x="90046" y="249425"/>
                  </a:lnTo>
                  <a:lnTo>
                    <a:pt x="89634" y="249425"/>
                  </a:lnTo>
                  <a:cubicBezTo>
                    <a:pt x="89634" y="249837"/>
                    <a:pt x="89154" y="249837"/>
                    <a:pt x="89154" y="249837"/>
                  </a:cubicBezTo>
                  <a:cubicBezTo>
                    <a:pt x="78798" y="256078"/>
                    <a:pt x="68580" y="261907"/>
                    <a:pt x="58362" y="268148"/>
                  </a:cubicBezTo>
                  <a:lnTo>
                    <a:pt x="49652" y="273154"/>
                  </a:lnTo>
                  <a:cubicBezTo>
                    <a:pt x="33810" y="282275"/>
                    <a:pt x="17968" y="291465"/>
                    <a:pt x="1646" y="300586"/>
                  </a:cubicBezTo>
                  <a:cubicBezTo>
                    <a:pt x="1194" y="301022"/>
                    <a:pt x="619" y="301309"/>
                    <a:pt x="0" y="301409"/>
                  </a:cubicBezTo>
                  <a:lnTo>
                    <a:pt x="0" y="52052"/>
                  </a:lnTo>
                  <a:cubicBezTo>
                    <a:pt x="29901" y="34564"/>
                    <a:pt x="60008" y="17488"/>
                    <a:pt x="90046" y="0"/>
                  </a:cubicBezTo>
                  <a:close/>
                </a:path>
              </a:pathLst>
            </a:custGeom>
            <a:solidFill>
              <a:srgbClr val="3A102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4177851-04BE-535F-B063-BD9DB6903AA0}"/>
                </a:ext>
              </a:extLst>
            </p:cNvPr>
            <p:cNvSpPr/>
            <p:nvPr/>
          </p:nvSpPr>
          <p:spPr>
            <a:xfrm>
              <a:off x="6124783" y="3978737"/>
              <a:ext cx="69128" cy="265679"/>
            </a:xfrm>
            <a:custGeom>
              <a:avLst/>
              <a:gdLst>
                <a:gd name="connsiteX0" fmla="*/ 0 w 69128"/>
                <a:gd name="connsiteY0" fmla="*/ 40051 h 265679"/>
                <a:gd name="connsiteX1" fmla="*/ 69129 w 69128"/>
                <a:gd name="connsiteY1" fmla="*/ 0 h 265679"/>
                <a:gd name="connsiteX2" fmla="*/ 69129 w 69128"/>
                <a:gd name="connsiteY2" fmla="*/ 220965 h 265679"/>
                <a:gd name="connsiteX3" fmla="*/ 69129 w 69128"/>
                <a:gd name="connsiteY3" fmla="*/ 225491 h 265679"/>
                <a:gd name="connsiteX4" fmla="*/ 42726 w 69128"/>
                <a:gd name="connsiteY4" fmla="*/ 241196 h 265679"/>
                <a:gd name="connsiteX5" fmla="*/ 206 w 69128"/>
                <a:gd name="connsiteY5" fmla="*/ 265679 h 26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9128" h="265679">
                  <a:moveTo>
                    <a:pt x="0" y="40051"/>
                  </a:moveTo>
                  <a:lnTo>
                    <a:pt x="69129" y="0"/>
                  </a:lnTo>
                  <a:lnTo>
                    <a:pt x="69129" y="220965"/>
                  </a:lnTo>
                  <a:lnTo>
                    <a:pt x="69129" y="225491"/>
                  </a:lnTo>
                  <a:lnTo>
                    <a:pt x="42726" y="241196"/>
                  </a:lnTo>
                  <a:lnTo>
                    <a:pt x="206" y="265679"/>
                  </a:lnTo>
                  <a:close/>
                </a:path>
              </a:pathLst>
            </a:custGeom>
            <a:solidFill>
              <a:srgbClr val="804A6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98987D4-3BB4-44AE-2770-2ED581005BA1}"/>
                </a:ext>
              </a:extLst>
            </p:cNvPr>
            <p:cNvSpPr/>
            <p:nvPr/>
          </p:nvSpPr>
          <p:spPr>
            <a:xfrm>
              <a:off x="6114359" y="3710178"/>
              <a:ext cx="89976" cy="303123"/>
            </a:xfrm>
            <a:custGeom>
              <a:avLst/>
              <a:gdLst>
                <a:gd name="connsiteX0" fmla="*/ 89977 w 89976"/>
                <a:gd name="connsiteY0" fmla="*/ 0 h 303123"/>
                <a:gd name="connsiteX1" fmla="*/ 89977 w 89976"/>
                <a:gd name="connsiteY1" fmla="*/ 251071 h 303123"/>
                <a:gd name="connsiteX2" fmla="*/ 0 w 89976"/>
                <a:gd name="connsiteY2" fmla="*/ 303124 h 303123"/>
                <a:gd name="connsiteX3" fmla="*/ 0 w 89976"/>
                <a:gd name="connsiteY3" fmla="*/ 51298 h 303123"/>
                <a:gd name="connsiteX4" fmla="*/ 46223 w 89976"/>
                <a:gd name="connsiteY4" fmla="*/ 24620 h 303123"/>
                <a:gd name="connsiteX5" fmla="*/ 85793 w 89976"/>
                <a:gd name="connsiteY5" fmla="*/ 1715 h 303123"/>
                <a:gd name="connsiteX6" fmla="*/ 89977 w 89976"/>
                <a:gd name="connsiteY6" fmla="*/ 0 h 303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976" h="303123">
                  <a:moveTo>
                    <a:pt x="89977" y="0"/>
                  </a:moveTo>
                  <a:lnTo>
                    <a:pt x="89977" y="251071"/>
                  </a:lnTo>
                  <a:cubicBezTo>
                    <a:pt x="59939" y="268559"/>
                    <a:pt x="29969" y="285361"/>
                    <a:pt x="0" y="303124"/>
                  </a:cubicBezTo>
                  <a:lnTo>
                    <a:pt x="0" y="51298"/>
                  </a:lnTo>
                  <a:cubicBezTo>
                    <a:pt x="15431" y="42520"/>
                    <a:pt x="30381" y="33398"/>
                    <a:pt x="46223" y="24620"/>
                  </a:cubicBezTo>
                  <a:cubicBezTo>
                    <a:pt x="59116" y="17145"/>
                    <a:pt x="72489" y="9670"/>
                    <a:pt x="85793" y="1715"/>
                  </a:cubicBezTo>
                  <a:cubicBezTo>
                    <a:pt x="87111" y="971"/>
                    <a:pt x="88516" y="395"/>
                    <a:pt x="89977" y="0"/>
                  </a:cubicBezTo>
                  <a:close/>
                </a:path>
              </a:pathLst>
            </a:custGeom>
            <a:solidFill>
              <a:srgbClr val="3C433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2973A57-3385-4F06-05A7-7CACD10C90D8}"/>
                </a:ext>
              </a:extLst>
            </p:cNvPr>
            <p:cNvSpPr/>
            <p:nvPr/>
          </p:nvSpPr>
          <p:spPr>
            <a:xfrm>
              <a:off x="6024451" y="4012958"/>
              <a:ext cx="89908" cy="301477"/>
            </a:xfrm>
            <a:custGeom>
              <a:avLst/>
              <a:gdLst>
                <a:gd name="connsiteX0" fmla="*/ 89909 w 89908"/>
                <a:gd name="connsiteY0" fmla="*/ 0 h 301477"/>
                <a:gd name="connsiteX1" fmla="*/ 89909 w 89908"/>
                <a:gd name="connsiteY1" fmla="*/ 249425 h 301477"/>
                <a:gd name="connsiteX2" fmla="*/ 44097 w 89908"/>
                <a:gd name="connsiteY2" fmla="*/ 276035 h 301477"/>
                <a:gd name="connsiteX3" fmla="*/ 4115 w 89908"/>
                <a:gd name="connsiteY3" fmla="*/ 298940 h 301477"/>
                <a:gd name="connsiteX4" fmla="*/ 0 w 89908"/>
                <a:gd name="connsiteY4" fmla="*/ 301477 h 301477"/>
                <a:gd name="connsiteX5" fmla="*/ 0 w 89908"/>
                <a:gd name="connsiteY5" fmla="*/ 52052 h 301477"/>
                <a:gd name="connsiteX6" fmla="*/ 89909 w 89908"/>
                <a:gd name="connsiteY6" fmla="*/ 0 h 30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908" h="301477">
                  <a:moveTo>
                    <a:pt x="89909" y="0"/>
                  </a:moveTo>
                  <a:lnTo>
                    <a:pt x="89909" y="249425"/>
                  </a:lnTo>
                  <a:cubicBezTo>
                    <a:pt x="74546" y="258546"/>
                    <a:pt x="59527" y="267325"/>
                    <a:pt x="44097" y="276035"/>
                  </a:cubicBezTo>
                  <a:cubicBezTo>
                    <a:pt x="30793" y="283578"/>
                    <a:pt x="17488" y="291465"/>
                    <a:pt x="4115" y="298940"/>
                  </a:cubicBezTo>
                  <a:lnTo>
                    <a:pt x="0" y="301477"/>
                  </a:lnTo>
                  <a:lnTo>
                    <a:pt x="0" y="52052"/>
                  </a:lnTo>
                  <a:cubicBezTo>
                    <a:pt x="29969" y="34564"/>
                    <a:pt x="59939" y="17076"/>
                    <a:pt x="89909" y="0"/>
                  </a:cubicBezTo>
                  <a:close/>
                </a:path>
              </a:pathLst>
            </a:custGeom>
            <a:solidFill>
              <a:srgbClr val="433B1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3F51D83-7391-5F4B-922B-0F037FBB6C56}"/>
                </a:ext>
              </a:extLst>
            </p:cNvPr>
            <p:cNvSpPr/>
            <p:nvPr/>
          </p:nvSpPr>
          <p:spPr>
            <a:xfrm>
              <a:off x="6034875" y="4030858"/>
              <a:ext cx="69128" cy="265472"/>
            </a:xfrm>
            <a:custGeom>
              <a:avLst/>
              <a:gdLst>
                <a:gd name="connsiteX0" fmla="*/ 0 w 69128"/>
                <a:gd name="connsiteY0" fmla="*/ 40119 h 265472"/>
                <a:gd name="connsiteX1" fmla="*/ 69129 w 69128"/>
                <a:gd name="connsiteY1" fmla="*/ 0 h 265472"/>
                <a:gd name="connsiteX2" fmla="*/ 69129 w 69128"/>
                <a:gd name="connsiteY2" fmla="*/ 225560 h 265472"/>
                <a:gd name="connsiteX3" fmla="*/ 28598 w 69128"/>
                <a:gd name="connsiteY3" fmla="*/ 249083 h 265472"/>
                <a:gd name="connsiteX4" fmla="*/ 0 w 69128"/>
                <a:gd name="connsiteY4" fmla="*/ 265473 h 265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28" h="265472">
                  <a:moveTo>
                    <a:pt x="0" y="40119"/>
                  </a:moveTo>
                  <a:cubicBezTo>
                    <a:pt x="22974" y="26403"/>
                    <a:pt x="46017" y="13236"/>
                    <a:pt x="69129" y="0"/>
                  </a:cubicBezTo>
                  <a:lnTo>
                    <a:pt x="69129" y="225560"/>
                  </a:lnTo>
                  <a:cubicBezTo>
                    <a:pt x="55413" y="233652"/>
                    <a:pt x="42177" y="241333"/>
                    <a:pt x="28598" y="249083"/>
                  </a:cubicBezTo>
                  <a:lnTo>
                    <a:pt x="0" y="265473"/>
                  </a:lnTo>
                  <a:close/>
                </a:path>
              </a:pathLst>
            </a:custGeom>
            <a:solidFill>
              <a:srgbClr val="9B916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EBFCF47-1C2D-8A52-04DF-83A23AF266D0}"/>
                </a:ext>
              </a:extLst>
            </p:cNvPr>
            <p:cNvSpPr/>
            <p:nvPr/>
          </p:nvSpPr>
          <p:spPr>
            <a:xfrm>
              <a:off x="6024451" y="3761887"/>
              <a:ext cx="89908" cy="303123"/>
            </a:xfrm>
            <a:custGeom>
              <a:avLst/>
              <a:gdLst>
                <a:gd name="connsiteX0" fmla="*/ 89909 w 89908"/>
                <a:gd name="connsiteY0" fmla="*/ 0 h 303123"/>
                <a:gd name="connsiteX1" fmla="*/ 89909 w 89908"/>
                <a:gd name="connsiteY1" fmla="*/ 251072 h 303123"/>
                <a:gd name="connsiteX2" fmla="*/ 0 w 89908"/>
                <a:gd name="connsiteY2" fmla="*/ 303124 h 303123"/>
                <a:gd name="connsiteX3" fmla="*/ 0 w 89908"/>
                <a:gd name="connsiteY3" fmla="*/ 51641 h 303123"/>
                <a:gd name="connsiteX4" fmla="*/ 823 w 89908"/>
                <a:gd name="connsiteY4" fmla="*/ 51229 h 303123"/>
                <a:gd name="connsiteX5" fmla="*/ 40394 w 89908"/>
                <a:gd name="connsiteY5" fmla="*/ 28324 h 303123"/>
                <a:gd name="connsiteX6" fmla="*/ 88400 w 89908"/>
                <a:gd name="connsiteY6" fmla="*/ 892 h 303123"/>
                <a:gd name="connsiteX7" fmla="*/ 89908 w 89908"/>
                <a:gd name="connsiteY7" fmla="*/ 0 h 303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908" h="303123">
                  <a:moveTo>
                    <a:pt x="89909" y="0"/>
                  </a:moveTo>
                  <a:lnTo>
                    <a:pt x="89909" y="251072"/>
                  </a:lnTo>
                  <a:cubicBezTo>
                    <a:pt x="59939" y="268148"/>
                    <a:pt x="29969" y="285362"/>
                    <a:pt x="0" y="303124"/>
                  </a:cubicBezTo>
                  <a:lnTo>
                    <a:pt x="0" y="51641"/>
                  </a:lnTo>
                  <a:cubicBezTo>
                    <a:pt x="411" y="51641"/>
                    <a:pt x="411" y="51229"/>
                    <a:pt x="823" y="51229"/>
                  </a:cubicBezTo>
                  <a:cubicBezTo>
                    <a:pt x="14127" y="43685"/>
                    <a:pt x="27021" y="35799"/>
                    <a:pt x="40394" y="28324"/>
                  </a:cubicBezTo>
                  <a:cubicBezTo>
                    <a:pt x="56167" y="19134"/>
                    <a:pt x="72420" y="10013"/>
                    <a:pt x="88400" y="892"/>
                  </a:cubicBezTo>
                  <a:cubicBezTo>
                    <a:pt x="88806" y="455"/>
                    <a:pt x="89330" y="145"/>
                    <a:pt x="89908" y="0"/>
                  </a:cubicBezTo>
                  <a:close/>
                </a:path>
              </a:pathLst>
            </a:custGeom>
            <a:solidFill>
              <a:srgbClr val="3C433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66A7D0F-C472-65BE-F575-15463C31C0BB}"/>
                </a:ext>
              </a:extLst>
            </p:cNvPr>
            <p:cNvSpPr/>
            <p:nvPr/>
          </p:nvSpPr>
          <p:spPr>
            <a:xfrm>
              <a:off x="5934542" y="4065010"/>
              <a:ext cx="89908" cy="287030"/>
            </a:xfrm>
            <a:custGeom>
              <a:avLst/>
              <a:gdLst>
                <a:gd name="connsiteX0" fmla="*/ 89908 w 89908"/>
                <a:gd name="connsiteY0" fmla="*/ 0 h 287030"/>
                <a:gd name="connsiteX1" fmla="*/ 89908 w 89908"/>
                <a:gd name="connsiteY1" fmla="*/ 249425 h 287030"/>
                <a:gd name="connsiteX2" fmla="*/ 62476 w 89908"/>
                <a:gd name="connsiteY2" fmla="*/ 265199 h 287030"/>
                <a:gd name="connsiteX3" fmla="*/ 42520 w 89908"/>
                <a:gd name="connsiteY3" fmla="*/ 276857 h 287030"/>
                <a:gd name="connsiteX4" fmla="*/ 32507 w 89908"/>
                <a:gd name="connsiteY4" fmla="*/ 282687 h 287030"/>
                <a:gd name="connsiteX5" fmla="*/ 28324 w 89908"/>
                <a:gd name="connsiteY5" fmla="*/ 284813 h 287030"/>
                <a:gd name="connsiteX6" fmla="*/ 19614 w 89908"/>
                <a:gd name="connsiteY6" fmla="*/ 286870 h 287030"/>
                <a:gd name="connsiteX7" fmla="*/ 16665 w 89908"/>
                <a:gd name="connsiteY7" fmla="*/ 286870 h 287030"/>
                <a:gd name="connsiteX8" fmla="*/ 15431 w 89908"/>
                <a:gd name="connsiteY8" fmla="*/ 286870 h 287030"/>
                <a:gd name="connsiteX9" fmla="*/ 14196 w 89908"/>
                <a:gd name="connsiteY9" fmla="*/ 286459 h 287030"/>
                <a:gd name="connsiteX10" fmla="*/ 12550 w 89908"/>
                <a:gd name="connsiteY10" fmla="*/ 286459 h 287030"/>
                <a:gd name="connsiteX11" fmla="*/ 12070 w 89908"/>
                <a:gd name="connsiteY11" fmla="*/ 286047 h 287030"/>
                <a:gd name="connsiteX12" fmla="*/ 10013 w 89908"/>
                <a:gd name="connsiteY12" fmla="*/ 285224 h 287030"/>
                <a:gd name="connsiteX13" fmla="*/ 9601 w 89908"/>
                <a:gd name="connsiteY13" fmla="*/ 284813 h 287030"/>
                <a:gd name="connsiteX14" fmla="*/ 8778 w 89908"/>
                <a:gd name="connsiteY14" fmla="*/ 284401 h 287030"/>
                <a:gd name="connsiteX15" fmla="*/ 8367 w 89908"/>
                <a:gd name="connsiteY15" fmla="*/ 283990 h 287030"/>
                <a:gd name="connsiteX16" fmla="*/ 7544 w 89908"/>
                <a:gd name="connsiteY16" fmla="*/ 283579 h 287030"/>
                <a:gd name="connsiteX17" fmla="*/ 7132 w 89908"/>
                <a:gd name="connsiteY17" fmla="*/ 283579 h 287030"/>
                <a:gd name="connsiteX18" fmla="*/ 7132 w 89908"/>
                <a:gd name="connsiteY18" fmla="*/ 282961 h 287030"/>
                <a:gd name="connsiteX19" fmla="*/ 6652 w 89908"/>
                <a:gd name="connsiteY19" fmla="*/ 282961 h 287030"/>
                <a:gd name="connsiteX20" fmla="*/ 6652 w 89908"/>
                <a:gd name="connsiteY20" fmla="*/ 282961 h 287030"/>
                <a:gd name="connsiteX21" fmla="*/ 5830 w 89908"/>
                <a:gd name="connsiteY21" fmla="*/ 282138 h 287030"/>
                <a:gd name="connsiteX22" fmla="*/ 5006 w 89908"/>
                <a:gd name="connsiteY22" fmla="*/ 281315 h 287030"/>
                <a:gd name="connsiteX23" fmla="*/ 4595 w 89908"/>
                <a:gd name="connsiteY23" fmla="*/ 280904 h 287030"/>
                <a:gd name="connsiteX24" fmla="*/ 4183 w 89908"/>
                <a:gd name="connsiteY24" fmla="*/ 280081 h 287030"/>
                <a:gd name="connsiteX25" fmla="*/ 3360 w 89908"/>
                <a:gd name="connsiteY25" fmla="*/ 279258 h 287030"/>
                <a:gd name="connsiteX26" fmla="*/ 2949 w 89908"/>
                <a:gd name="connsiteY26" fmla="*/ 278435 h 287030"/>
                <a:gd name="connsiteX27" fmla="*/ 2949 w 89908"/>
                <a:gd name="connsiteY27" fmla="*/ 278024 h 287030"/>
                <a:gd name="connsiteX28" fmla="*/ 2537 w 89908"/>
                <a:gd name="connsiteY28" fmla="*/ 277132 h 287030"/>
                <a:gd name="connsiteX29" fmla="*/ 2126 w 89908"/>
                <a:gd name="connsiteY29" fmla="*/ 276309 h 287030"/>
                <a:gd name="connsiteX30" fmla="*/ 1715 w 89908"/>
                <a:gd name="connsiteY30" fmla="*/ 275486 h 287030"/>
                <a:gd name="connsiteX31" fmla="*/ 1303 w 89908"/>
                <a:gd name="connsiteY31" fmla="*/ 274251 h 287030"/>
                <a:gd name="connsiteX32" fmla="*/ 1303 w 89908"/>
                <a:gd name="connsiteY32" fmla="*/ 273428 h 287030"/>
                <a:gd name="connsiteX33" fmla="*/ 411 w 89908"/>
                <a:gd name="connsiteY33" fmla="*/ 270891 h 287030"/>
                <a:gd name="connsiteX34" fmla="*/ 411 w 89908"/>
                <a:gd name="connsiteY34" fmla="*/ 268422 h 287030"/>
                <a:gd name="connsiteX35" fmla="*/ 0 w 89908"/>
                <a:gd name="connsiteY35" fmla="*/ 267599 h 287030"/>
                <a:gd name="connsiteX36" fmla="*/ 0 w 89908"/>
                <a:gd name="connsiteY36" fmla="*/ 256901 h 287030"/>
                <a:gd name="connsiteX37" fmla="*/ 0 w 89908"/>
                <a:gd name="connsiteY37" fmla="*/ 236327 h 287030"/>
                <a:gd name="connsiteX38" fmla="*/ 0 w 89908"/>
                <a:gd name="connsiteY38" fmla="*/ 51161 h 287030"/>
                <a:gd name="connsiteX39" fmla="*/ 89908 w 89908"/>
                <a:gd name="connsiteY39" fmla="*/ 0 h 28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9908" h="287030">
                  <a:moveTo>
                    <a:pt x="89908" y="0"/>
                  </a:moveTo>
                  <a:lnTo>
                    <a:pt x="89908" y="249425"/>
                  </a:lnTo>
                  <a:cubicBezTo>
                    <a:pt x="80719" y="254844"/>
                    <a:pt x="71598" y="260261"/>
                    <a:pt x="62476" y="265199"/>
                  </a:cubicBezTo>
                  <a:cubicBezTo>
                    <a:pt x="55618" y="268971"/>
                    <a:pt x="48760" y="272743"/>
                    <a:pt x="42520" y="276857"/>
                  </a:cubicBezTo>
                  <a:cubicBezTo>
                    <a:pt x="39159" y="278572"/>
                    <a:pt x="35662" y="280629"/>
                    <a:pt x="32507" y="282687"/>
                  </a:cubicBezTo>
                  <a:cubicBezTo>
                    <a:pt x="31265" y="283663"/>
                    <a:pt x="29843" y="284385"/>
                    <a:pt x="28324" y="284813"/>
                  </a:cubicBezTo>
                  <a:cubicBezTo>
                    <a:pt x="25588" y="286077"/>
                    <a:pt x="22626" y="286777"/>
                    <a:pt x="19614" y="286870"/>
                  </a:cubicBezTo>
                  <a:cubicBezTo>
                    <a:pt x="18642" y="287084"/>
                    <a:pt x="17636" y="287084"/>
                    <a:pt x="16665" y="286870"/>
                  </a:cubicBezTo>
                  <a:lnTo>
                    <a:pt x="15431" y="286870"/>
                  </a:lnTo>
                  <a:cubicBezTo>
                    <a:pt x="14978" y="286927"/>
                    <a:pt x="14524" y="286775"/>
                    <a:pt x="14196" y="286459"/>
                  </a:cubicBezTo>
                  <a:lnTo>
                    <a:pt x="12550" y="286459"/>
                  </a:lnTo>
                  <a:lnTo>
                    <a:pt x="12070" y="286047"/>
                  </a:lnTo>
                  <a:cubicBezTo>
                    <a:pt x="11307" y="286031"/>
                    <a:pt x="10577" y="285738"/>
                    <a:pt x="10013" y="285224"/>
                  </a:cubicBezTo>
                  <a:lnTo>
                    <a:pt x="9601" y="284813"/>
                  </a:lnTo>
                  <a:cubicBezTo>
                    <a:pt x="9190" y="284813"/>
                    <a:pt x="9190" y="284401"/>
                    <a:pt x="8778" y="284401"/>
                  </a:cubicBezTo>
                  <a:lnTo>
                    <a:pt x="8367" y="283990"/>
                  </a:lnTo>
                  <a:cubicBezTo>
                    <a:pt x="7956" y="283990"/>
                    <a:pt x="7956" y="283990"/>
                    <a:pt x="7544" y="283579"/>
                  </a:cubicBezTo>
                  <a:lnTo>
                    <a:pt x="7132" y="283579"/>
                  </a:lnTo>
                  <a:lnTo>
                    <a:pt x="7132" y="282961"/>
                  </a:lnTo>
                  <a:lnTo>
                    <a:pt x="6652" y="282961"/>
                  </a:lnTo>
                  <a:lnTo>
                    <a:pt x="6652" y="282961"/>
                  </a:lnTo>
                  <a:cubicBezTo>
                    <a:pt x="6241" y="282961"/>
                    <a:pt x="6241" y="282550"/>
                    <a:pt x="5830" y="282138"/>
                  </a:cubicBezTo>
                  <a:cubicBezTo>
                    <a:pt x="5418" y="281727"/>
                    <a:pt x="5418" y="281727"/>
                    <a:pt x="5006" y="281315"/>
                  </a:cubicBezTo>
                  <a:lnTo>
                    <a:pt x="4595" y="280904"/>
                  </a:lnTo>
                  <a:cubicBezTo>
                    <a:pt x="4551" y="280592"/>
                    <a:pt x="4407" y="280303"/>
                    <a:pt x="4183" y="280081"/>
                  </a:cubicBezTo>
                  <a:cubicBezTo>
                    <a:pt x="3772" y="279669"/>
                    <a:pt x="3772" y="279258"/>
                    <a:pt x="3360" y="279258"/>
                  </a:cubicBezTo>
                  <a:cubicBezTo>
                    <a:pt x="2949" y="279258"/>
                    <a:pt x="3360" y="278435"/>
                    <a:pt x="2949" y="278435"/>
                  </a:cubicBezTo>
                  <a:lnTo>
                    <a:pt x="2949" y="278024"/>
                  </a:lnTo>
                  <a:cubicBezTo>
                    <a:pt x="2949" y="277543"/>
                    <a:pt x="2949" y="277543"/>
                    <a:pt x="2537" y="277132"/>
                  </a:cubicBezTo>
                  <a:cubicBezTo>
                    <a:pt x="2505" y="276817"/>
                    <a:pt x="2359" y="276524"/>
                    <a:pt x="2126" y="276309"/>
                  </a:cubicBezTo>
                  <a:cubicBezTo>
                    <a:pt x="2126" y="275897"/>
                    <a:pt x="2126" y="275897"/>
                    <a:pt x="1715" y="275486"/>
                  </a:cubicBezTo>
                  <a:cubicBezTo>
                    <a:pt x="1771" y="275033"/>
                    <a:pt x="1619" y="274580"/>
                    <a:pt x="1303" y="274251"/>
                  </a:cubicBezTo>
                  <a:lnTo>
                    <a:pt x="1303" y="273428"/>
                  </a:lnTo>
                  <a:cubicBezTo>
                    <a:pt x="797" y="272671"/>
                    <a:pt x="491" y="271798"/>
                    <a:pt x="411" y="270891"/>
                  </a:cubicBezTo>
                  <a:cubicBezTo>
                    <a:pt x="411" y="270068"/>
                    <a:pt x="0" y="269245"/>
                    <a:pt x="411" y="268422"/>
                  </a:cubicBezTo>
                  <a:cubicBezTo>
                    <a:pt x="823" y="267599"/>
                    <a:pt x="0" y="268011"/>
                    <a:pt x="0" y="267599"/>
                  </a:cubicBezTo>
                  <a:lnTo>
                    <a:pt x="0" y="256901"/>
                  </a:lnTo>
                  <a:cubicBezTo>
                    <a:pt x="411" y="250043"/>
                    <a:pt x="0" y="243185"/>
                    <a:pt x="0" y="236327"/>
                  </a:cubicBezTo>
                  <a:lnTo>
                    <a:pt x="0" y="51161"/>
                  </a:lnTo>
                  <a:cubicBezTo>
                    <a:pt x="29901" y="34565"/>
                    <a:pt x="59939" y="17076"/>
                    <a:pt x="89908" y="0"/>
                  </a:cubicBezTo>
                  <a:close/>
                </a:path>
              </a:pathLst>
            </a:custGeom>
            <a:solidFill>
              <a:srgbClr val="10101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F8CB305-A11B-F977-5F2C-CA0BD35F6AC2}"/>
                </a:ext>
              </a:extLst>
            </p:cNvPr>
            <p:cNvSpPr/>
            <p:nvPr/>
          </p:nvSpPr>
          <p:spPr>
            <a:xfrm>
              <a:off x="5945104" y="4082978"/>
              <a:ext cx="68785" cy="258546"/>
            </a:xfrm>
            <a:custGeom>
              <a:avLst/>
              <a:gdLst>
                <a:gd name="connsiteX0" fmla="*/ 7064 w 68785"/>
                <a:gd name="connsiteY0" fmla="*/ 256832 h 258546"/>
                <a:gd name="connsiteX1" fmla="*/ 7064 w 68785"/>
                <a:gd name="connsiteY1" fmla="*/ 255186 h 258546"/>
                <a:gd name="connsiteX2" fmla="*/ 6652 w 68785"/>
                <a:gd name="connsiteY2" fmla="*/ 255186 h 258546"/>
                <a:gd name="connsiteX3" fmla="*/ 6652 w 68785"/>
                <a:gd name="connsiteY3" fmla="*/ 254706 h 258546"/>
                <a:gd name="connsiteX4" fmla="*/ 3361 w 68785"/>
                <a:gd name="connsiteY4" fmla="*/ 254706 h 258546"/>
                <a:gd name="connsiteX5" fmla="*/ 3361 w 68785"/>
                <a:gd name="connsiteY5" fmla="*/ 250660 h 258546"/>
                <a:gd name="connsiteX6" fmla="*/ 1509 w 68785"/>
                <a:gd name="connsiteY6" fmla="*/ 250660 h 258546"/>
                <a:gd name="connsiteX7" fmla="*/ 2469 w 68785"/>
                <a:gd name="connsiteY7" fmla="*/ 248671 h 258546"/>
                <a:gd name="connsiteX8" fmla="*/ 0 w 68785"/>
                <a:gd name="connsiteY8" fmla="*/ 245928 h 258546"/>
                <a:gd name="connsiteX9" fmla="*/ 0 w 68785"/>
                <a:gd name="connsiteY9" fmla="*/ 239070 h 258546"/>
                <a:gd name="connsiteX10" fmla="*/ 0 w 68785"/>
                <a:gd name="connsiteY10" fmla="*/ 225354 h 258546"/>
                <a:gd name="connsiteX11" fmla="*/ 0 w 68785"/>
                <a:gd name="connsiteY11" fmla="*/ 40188 h 258546"/>
                <a:gd name="connsiteX12" fmla="*/ 68786 w 68785"/>
                <a:gd name="connsiteY12" fmla="*/ 0 h 258546"/>
                <a:gd name="connsiteX13" fmla="*/ 68786 w 68785"/>
                <a:gd name="connsiteY13" fmla="*/ 225491 h 258546"/>
                <a:gd name="connsiteX14" fmla="*/ 46703 w 68785"/>
                <a:gd name="connsiteY14" fmla="*/ 238110 h 258546"/>
                <a:gd name="connsiteX15" fmla="*/ 42588 w 68785"/>
                <a:gd name="connsiteY15" fmla="*/ 240441 h 258546"/>
                <a:gd name="connsiteX16" fmla="*/ 25923 w 68785"/>
                <a:gd name="connsiteY16" fmla="*/ 250248 h 258546"/>
                <a:gd name="connsiteX17" fmla="*/ 16802 w 68785"/>
                <a:gd name="connsiteY17" fmla="*/ 255529 h 258546"/>
                <a:gd name="connsiteX18" fmla="*/ 8847 w 68785"/>
                <a:gd name="connsiteY18" fmla="*/ 258547 h 258546"/>
                <a:gd name="connsiteX19" fmla="*/ 8298 w 68785"/>
                <a:gd name="connsiteY19" fmla="*/ 258547 h 25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8785" h="258546">
                  <a:moveTo>
                    <a:pt x="7064" y="256832"/>
                  </a:moveTo>
                  <a:lnTo>
                    <a:pt x="7064" y="255186"/>
                  </a:lnTo>
                  <a:lnTo>
                    <a:pt x="6652" y="255186"/>
                  </a:lnTo>
                  <a:lnTo>
                    <a:pt x="6652" y="254706"/>
                  </a:lnTo>
                  <a:lnTo>
                    <a:pt x="3361" y="254706"/>
                  </a:lnTo>
                  <a:lnTo>
                    <a:pt x="3361" y="250660"/>
                  </a:lnTo>
                  <a:lnTo>
                    <a:pt x="1509" y="250660"/>
                  </a:lnTo>
                  <a:lnTo>
                    <a:pt x="2469" y="248671"/>
                  </a:lnTo>
                  <a:lnTo>
                    <a:pt x="0" y="245928"/>
                  </a:lnTo>
                  <a:lnTo>
                    <a:pt x="0" y="239070"/>
                  </a:lnTo>
                  <a:cubicBezTo>
                    <a:pt x="0" y="234955"/>
                    <a:pt x="0" y="230018"/>
                    <a:pt x="0" y="225354"/>
                  </a:cubicBezTo>
                  <a:lnTo>
                    <a:pt x="0" y="40188"/>
                  </a:lnTo>
                  <a:lnTo>
                    <a:pt x="68786" y="0"/>
                  </a:lnTo>
                  <a:lnTo>
                    <a:pt x="68786" y="225491"/>
                  </a:lnTo>
                  <a:cubicBezTo>
                    <a:pt x="60899" y="230154"/>
                    <a:pt x="53767" y="234270"/>
                    <a:pt x="46703" y="238110"/>
                  </a:cubicBezTo>
                  <a:lnTo>
                    <a:pt x="42588" y="240441"/>
                  </a:lnTo>
                  <a:cubicBezTo>
                    <a:pt x="36896" y="243528"/>
                    <a:pt x="31136" y="246751"/>
                    <a:pt x="25923" y="250248"/>
                  </a:cubicBezTo>
                  <a:cubicBezTo>
                    <a:pt x="23592" y="251346"/>
                    <a:pt x="20231" y="253403"/>
                    <a:pt x="16802" y="255529"/>
                  </a:cubicBezTo>
                  <a:cubicBezTo>
                    <a:pt x="14384" y="257068"/>
                    <a:pt x="11677" y="258095"/>
                    <a:pt x="8847" y="258547"/>
                  </a:cubicBezTo>
                  <a:lnTo>
                    <a:pt x="8298" y="258547"/>
                  </a:lnTo>
                  <a:close/>
                </a:path>
              </a:pathLst>
            </a:custGeom>
            <a:solidFill>
              <a:srgbClr val="2B2B2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204DB69-C3FE-323A-D355-28B9BE059EDB}"/>
                </a:ext>
              </a:extLst>
            </p:cNvPr>
            <p:cNvSpPr/>
            <p:nvPr/>
          </p:nvSpPr>
          <p:spPr>
            <a:xfrm>
              <a:off x="5934291" y="3813528"/>
              <a:ext cx="90159" cy="303123"/>
            </a:xfrm>
            <a:custGeom>
              <a:avLst/>
              <a:gdLst>
                <a:gd name="connsiteX0" fmla="*/ 90160 w 90159"/>
                <a:gd name="connsiteY0" fmla="*/ 0 h 303123"/>
                <a:gd name="connsiteX1" fmla="*/ 90160 w 90159"/>
                <a:gd name="connsiteY1" fmla="*/ 251483 h 303123"/>
                <a:gd name="connsiteX2" fmla="*/ 183 w 90159"/>
                <a:gd name="connsiteY2" fmla="*/ 303124 h 303123"/>
                <a:gd name="connsiteX3" fmla="*/ 183 w 90159"/>
                <a:gd name="connsiteY3" fmla="*/ 184686 h 303123"/>
                <a:gd name="connsiteX4" fmla="*/ 183 w 90159"/>
                <a:gd name="connsiteY4" fmla="*/ 138943 h 303123"/>
                <a:gd name="connsiteX5" fmla="*/ 183 w 90159"/>
                <a:gd name="connsiteY5" fmla="*/ 106848 h 303123"/>
                <a:gd name="connsiteX6" fmla="*/ 183 w 90159"/>
                <a:gd name="connsiteY6" fmla="*/ 87714 h 303123"/>
                <a:gd name="connsiteX7" fmla="*/ 594 w 90159"/>
                <a:gd name="connsiteY7" fmla="*/ 84353 h 303123"/>
                <a:gd name="connsiteX8" fmla="*/ 594 w 90159"/>
                <a:gd name="connsiteY8" fmla="*/ 83530 h 303123"/>
                <a:gd name="connsiteX9" fmla="*/ 1006 w 90159"/>
                <a:gd name="connsiteY9" fmla="*/ 81885 h 303123"/>
                <a:gd name="connsiteX10" fmla="*/ 1006 w 90159"/>
                <a:gd name="connsiteY10" fmla="*/ 81062 h 303123"/>
                <a:gd name="connsiteX11" fmla="*/ 1486 w 90159"/>
                <a:gd name="connsiteY11" fmla="*/ 78524 h 303123"/>
                <a:gd name="connsiteX12" fmla="*/ 1897 w 90159"/>
                <a:gd name="connsiteY12" fmla="*/ 77290 h 303123"/>
                <a:gd name="connsiteX13" fmla="*/ 3132 w 90159"/>
                <a:gd name="connsiteY13" fmla="*/ 72695 h 303123"/>
                <a:gd name="connsiteX14" fmla="*/ 3543 w 90159"/>
                <a:gd name="connsiteY14" fmla="*/ 71460 h 303123"/>
                <a:gd name="connsiteX15" fmla="*/ 3955 w 90159"/>
                <a:gd name="connsiteY15" fmla="*/ 69814 h 303123"/>
                <a:gd name="connsiteX16" fmla="*/ 5189 w 90159"/>
                <a:gd name="connsiteY16" fmla="*/ 67277 h 303123"/>
                <a:gd name="connsiteX17" fmla="*/ 7315 w 90159"/>
                <a:gd name="connsiteY17" fmla="*/ 61859 h 303123"/>
                <a:gd name="connsiteX18" fmla="*/ 8550 w 90159"/>
                <a:gd name="connsiteY18" fmla="*/ 59802 h 303123"/>
                <a:gd name="connsiteX19" fmla="*/ 12253 w 90159"/>
                <a:gd name="connsiteY19" fmla="*/ 53561 h 303123"/>
                <a:gd name="connsiteX20" fmla="*/ 14790 w 90159"/>
                <a:gd name="connsiteY20" fmla="*/ 50201 h 303123"/>
                <a:gd name="connsiteX21" fmla="*/ 15202 w 90159"/>
                <a:gd name="connsiteY21" fmla="*/ 49378 h 303123"/>
                <a:gd name="connsiteX22" fmla="*/ 18083 w 90159"/>
                <a:gd name="connsiteY22" fmla="*/ 46086 h 303123"/>
                <a:gd name="connsiteX23" fmla="*/ 21031 w 90159"/>
                <a:gd name="connsiteY23" fmla="*/ 42725 h 303123"/>
                <a:gd name="connsiteX24" fmla="*/ 22266 w 90159"/>
                <a:gd name="connsiteY24" fmla="*/ 41491 h 303123"/>
                <a:gd name="connsiteX25" fmla="*/ 29124 w 90159"/>
                <a:gd name="connsiteY25" fmla="*/ 35662 h 303123"/>
                <a:gd name="connsiteX26" fmla="*/ 32484 w 90159"/>
                <a:gd name="connsiteY26" fmla="*/ 33604 h 303123"/>
                <a:gd name="connsiteX27" fmla="*/ 40783 w 90159"/>
                <a:gd name="connsiteY27" fmla="*/ 28598 h 303123"/>
                <a:gd name="connsiteX28" fmla="*/ 58682 w 90159"/>
                <a:gd name="connsiteY28" fmla="*/ 18173 h 303123"/>
                <a:gd name="connsiteX29" fmla="*/ 90160 w 90159"/>
                <a:gd name="connsiteY29" fmla="*/ 0 h 303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0159" h="303123">
                  <a:moveTo>
                    <a:pt x="90160" y="0"/>
                  </a:moveTo>
                  <a:lnTo>
                    <a:pt x="90160" y="251483"/>
                  </a:lnTo>
                  <a:cubicBezTo>
                    <a:pt x="60190" y="268559"/>
                    <a:pt x="30152" y="285773"/>
                    <a:pt x="183" y="303124"/>
                  </a:cubicBezTo>
                  <a:lnTo>
                    <a:pt x="183" y="184686"/>
                  </a:lnTo>
                  <a:cubicBezTo>
                    <a:pt x="183" y="169736"/>
                    <a:pt x="-229" y="154305"/>
                    <a:pt x="183" y="138943"/>
                  </a:cubicBezTo>
                  <a:cubicBezTo>
                    <a:pt x="183" y="128107"/>
                    <a:pt x="594" y="117272"/>
                    <a:pt x="183" y="106848"/>
                  </a:cubicBezTo>
                  <a:lnTo>
                    <a:pt x="183" y="87714"/>
                  </a:lnTo>
                  <a:cubicBezTo>
                    <a:pt x="498" y="86623"/>
                    <a:pt x="637" y="85488"/>
                    <a:pt x="594" y="84353"/>
                  </a:cubicBezTo>
                  <a:lnTo>
                    <a:pt x="594" y="83530"/>
                  </a:lnTo>
                  <a:cubicBezTo>
                    <a:pt x="922" y="83048"/>
                    <a:pt x="1067" y="82465"/>
                    <a:pt x="1006" y="81885"/>
                  </a:cubicBezTo>
                  <a:lnTo>
                    <a:pt x="1006" y="81062"/>
                  </a:lnTo>
                  <a:cubicBezTo>
                    <a:pt x="1395" y="80276"/>
                    <a:pt x="1560" y="79398"/>
                    <a:pt x="1486" y="78524"/>
                  </a:cubicBezTo>
                  <a:cubicBezTo>
                    <a:pt x="1486" y="78113"/>
                    <a:pt x="1897" y="77701"/>
                    <a:pt x="1897" y="77290"/>
                  </a:cubicBezTo>
                  <a:cubicBezTo>
                    <a:pt x="2309" y="75644"/>
                    <a:pt x="2720" y="74409"/>
                    <a:pt x="3132" y="72695"/>
                  </a:cubicBezTo>
                  <a:cubicBezTo>
                    <a:pt x="3132" y="72283"/>
                    <a:pt x="3543" y="71872"/>
                    <a:pt x="3543" y="71460"/>
                  </a:cubicBezTo>
                  <a:cubicBezTo>
                    <a:pt x="3543" y="71049"/>
                    <a:pt x="3955" y="70226"/>
                    <a:pt x="3955" y="69814"/>
                  </a:cubicBezTo>
                  <a:lnTo>
                    <a:pt x="5189" y="67277"/>
                  </a:lnTo>
                  <a:cubicBezTo>
                    <a:pt x="5628" y="65376"/>
                    <a:pt x="6344" y="63551"/>
                    <a:pt x="7315" y="61859"/>
                  </a:cubicBezTo>
                  <a:cubicBezTo>
                    <a:pt x="7633" y="61121"/>
                    <a:pt x="8048" y="60429"/>
                    <a:pt x="8550" y="59802"/>
                  </a:cubicBezTo>
                  <a:lnTo>
                    <a:pt x="12253" y="53561"/>
                  </a:lnTo>
                  <a:cubicBezTo>
                    <a:pt x="13037" y="52396"/>
                    <a:pt x="13885" y="51274"/>
                    <a:pt x="14790" y="50201"/>
                  </a:cubicBezTo>
                  <a:cubicBezTo>
                    <a:pt x="14790" y="49789"/>
                    <a:pt x="15202" y="49789"/>
                    <a:pt x="15202" y="49378"/>
                  </a:cubicBezTo>
                  <a:cubicBezTo>
                    <a:pt x="15202" y="48966"/>
                    <a:pt x="17259" y="47320"/>
                    <a:pt x="18083" y="46086"/>
                  </a:cubicBezTo>
                  <a:cubicBezTo>
                    <a:pt x="18905" y="44851"/>
                    <a:pt x="20209" y="43960"/>
                    <a:pt x="21031" y="42725"/>
                  </a:cubicBezTo>
                  <a:lnTo>
                    <a:pt x="22266" y="41491"/>
                  </a:lnTo>
                  <a:cubicBezTo>
                    <a:pt x="24348" y="39320"/>
                    <a:pt x="26646" y="37367"/>
                    <a:pt x="29124" y="35662"/>
                  </a:cubicBezTo>
                  <a:lnTo>
                    <a:pt x="32484" y="33604"/>
                  </a:lnTo>
                  <a:cubicBezTo>
                    <a:pt x="35364" y="31889"/>
                    <a:pt x="38313" y="30244"/>
                    <a:pt x="40783" y="28598"/>
                  </a:cubicBezTo>
                  <a:cubicBezTo>
                    <a:pt x="47023" y="25237"/>
                    <a:pt x="52852" y="21740"/>
                    <a:pt x="58682" y="18173"/>
                  </a:cubicBezTo>
                  <a:cubicBezTo>
                    <a:pt x="68900" y="11659"/>
                    <a:pt x="79599" y="6378"/>
                    <a:pt x="90160" y="0"/>
                  </a:cubicBezTo>
                  <a:close/>
                </a:path>
              </a:pathLst>
            </a:custGeom>
            <a:solidFill>
              <a:srgbClr val="3C433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60F432B-CD7A-348A-E57B-C030A547E287}"/>
                </a:ext>
              </a:extLst>
            </p:cNvPr>
            <p:cNvSpPr/>
            <p:nvPr/>
          </p:nvSpPr>
          <p:spPr>
            <a:xfrm>
              <a:off x="5945995" y="3682197"/>
              <a:ext cx="338236" cy="658642"/>
            </a:xfrm>
            <a:custGeom>
              <a:avLst/>
              <a:gdLst>
                <a:gd name="connsiteX0" fmla="*/ 337825 w 338236"/>
                <a:gd name="connsiteY0" fmla="*/ 13099 h 658642"/>
                <a:gd name="connsiteX1" fmla="*/ 337825 w 338236"/>
                <a:gd name="connsiteY1" fmla="*/ 7681 h 658642"/>
                <a:gd name="connsiteX2" fmla="*/ 335356 w 338236"/>
                <a:gd name="connsiteY2" fmla="*/ 2263 h 658642"/>
                <a:gd name="connsiteX3" fmla="*/ 330487 w 338236"/>
                <a:gd name="connsiteY3" fmla="*/ 0 h 658642"/>
                <a:gd name="connsiteX4" fmla="*/ 327195 w 338236"/>
                <a:gd name="connsiteY4" fmla="*/ 1578 h 658642"/>
                <a:gd name="connsiteX5" fmla="*/ 324863 w 338236"/>
                <a:gd name="connsiteY5" fmla="*/ 1578 h 658642"/>
                <a:gd name="connsiteX6" fmla="*/ 321846 w 338236"/>
                <a:gd name="connsiteY6" fmla="*/ 3360 h 658642"/>
                <a:gd name="connsiteX7" fmla="*/ 320680 w 338236"/>
                <a:gd name="connsiteY7" fmla="*/ 3360 h 658642"/>
                <a:gd name="connsiteX8" fmla="*/ 311696 w 338236"/>
                <a:gd name="connsiteY8" fmla="*/ 8710 h 658642"/>
                <a:gd name="connsiteX9" fmla="*/ 295511 w 338236"/>
                <a:gd name="connsiteY9" fmla="*/ 17694 h 658642"/>
                <a:gd name="connsiteX10" fmla="*/ 293660 w 338236"/>
                <a:gd name="connsiteY10" fmla="*/ 19614 h 658642"/>
                <a:gd name="connsiteX11" fmla="*/ 291328 w 338236"/>
                <a:gd name="connsiteY11" fmla="*/ 20368 h 658642"/>
                <a:gd name="connsiteX12" fmla="*/ 271783 w 338236"/>
                <a:gd name="connsiteY12" fmla="*/ 31547 h 658642"/>
                <a:gd name="connsiteX13" fmla="*/ 263827 w 338236"/>
                <a:gd name="connsiteY13" fmla="*/ 36347 h 658642"/>
                <a:gd name="connsiteX14" fmla="*/ 259712 w 338236"/>
                <a:gd name="connsiteY14" fmla="*/ 38405 h 658642"/>
                <a:gd name="connsiteX15" fmla="*/ 219867 w 338236"/>
                <a:gd name="connsiteY15" fmla="*/ 61448 h 658642"/>
                <a:gd name="connsiteX16" fmla="*/ 192847 w 338236"/>
                <a:gd name="connsiteY16" fmla="*/ 77016 h 658642"/>
                <a:gd name="connsiteX17" fmla="*/ 180777 w 338236"/>
                <a:gd name="connsiteY17" fmla="*/ 83874 h 658642"/>
                <a:gd name="connsiteX18" fmla="*/ 182629 w 338236"/>
                <a:gd name="connsiteY18" fmla="*/ 89154 h 658642"/>
                <a:gd name="connsiteX19" fmla="*/ 172205 w 338236"/>
                <a:gd name="connsiteY19" fmla="*/ 89154 h 658642"/>
                <a:gd name="connsiteX20" fmla="*/ 85245 w 338236"/>
                <a:gd name="connsiteY20" fmla="*/ 139217 h 658642"/>
                <a:gd name="connsiteX21" fmla="*/ 83051 w 338236"/>
                <a:gd name="connsiteY21" fmla="*/ 141275 h 658642"/>
                <a:gd name="connsiteX22" fmla="*/ 81610 w 338236"/>
                <a:gd name="connsiteY22" fmla="*/ 141275 h 658642"/>
                <a:gd name="connsiteX23" fmla="*/ 69540 w 338236"/>
                <a:gd name="connsiteY23" fmla="*/ 148133 h 658642"/>
                <a:gd name="connsiteX24" fmla="*/ 53150 w 338236"/>
                <a:gd name="connsiteY24" fmla="*/ 157597 h 658642"/>
                <a:gd name="connsiteX25" fmla="*/ 35319 w 338236"/>
                <a:gd name="connsiteY25" fmla="*/ 167952 h 658642"/>
                <a:gd name="connsiteX26" fmla="*/ 27364 w 338236"/>
                <a:gd name="connsiteY26" fmla="*/ 172753 h 658642"/>
                <a:gd name="connsiteX27" fmla="*/ 23729 w 338236"/>
                <a:gd name="connsiteY27" fmla="*/ 175016 h 658642"/>
                <a:gd name="connsiteX28" fmla="*/ 18311 w 338236"/>
                <a:gd name="connsiteY28" fmla="*/ 179474 h 658642"/>
                <a:gd name="connsiteX29" fmla="*/ 14127 w 338236"/>
                <a:gd name="connsiteY29" fmla="*/ 184000 h 658642"/>
                <a:gd name="connsiteX30" fmla="*/ 14127 w 338236"/>
                <a:gd name="connsiteY30" fmla="*/ 185029 h 658642"/>
                <a:gd name="connsiteX31" fmla="*/ 13099 w 338236"/>
                <a:gd name="connsiteY31" fmla="*/ 186058 h 658642"/>
                <a:gd name="connsiteX32" fmla="*/ 13099 w 338236"/>
                <a:gd name="connsiteY32" fmla="*/ 186538 h 658642"/>
                <a:gd name="connsiteX33" fmla="*/ 10013 w 338236"/>
                <a:gd name="connsiteY33" fmla="*/ 189624 h 658642"/>
                <a:gd name="connsiteX34" fmla="*/ 5349 w 338236"/>
                <a:gd name="connsiteY34" fmla="*/ 197442 h 658642"/>
                <a:gd name="connsiteX35" fmla="*/ 2401 w 338236"/>
                <a:gd name="connsiteY35" fmla="*/ 203340 h 658642"/>
                <a:gd name="connsiteX36" fmla="*/ 1098 w 338236"/>
                <a:gd name="connsiteY36" fmla="*/ 207935 h 658642"/>
                <a:gd name="connsiteX37" fmla="*/ 1098 w 338236"/>
                <a:gd name="connsiteY37" fmla="*/ 211021 h 658642"/>
                <a:gd name="connsiteX38" fmla="*/ 411 w 338236"/>
                <a:gd name="connsiteY38" fmla="*/ 213696 h 658642"/>
                <a:gd name="connsiteX39" fmla="*/ 411 w 338236"/>
                <a:gd name="connsiteY39" fmla="*/ 218496 h 658642"/>
                <a:gd name="connsiteX40" fmla="*/ 0 w 338236"/>
                <a:gd name="connsiteY40" fmla="*/ 221239 h 658642"/>
                <a:gd name="connsiteX41" fmla="*/ 0 w 338236"/>
                <a:gd name="connsiteY41" fmla="*/ 237081 h 658642"/>
                <a:gd name="connsiteX42" fmla="*/ 0 w 338236"/>
                <a:gd name="connsiteY42" fmla="*/ 258821 h 658642"/>
                <a:gd name="connsiteX43" fmla="*/ 0 w 338236"/>
                <a:gd name="connsiteY43" fmla="*/ 269863 h 658642"/>
                <a:gd name="connsiteX44" fmla="*/ 0 w 338236"/>
                <a:gd name="connsiteY44" fmla="*/ 300243 h 658642"/>
                <a:gd name="connsiteX45" fmla="*/ 0 w 338236"/>
                <a:gd name="connsiteY45" fmla="*/ 625381 h 658642"/>
                <a:gd name="connsiteX46" fmla="*/ 0 w 338236"/>
                <a:gd name="connsiteY46" fmla="*/ 639097 h 658642"/>
                <a:gd name="connsiteX47" fmla="*/ 0 w 338236"/>
                <a:gd name="connsiteY47" fmla="*/ 645955 h 658642"/>
                <a:gd name="connsiteX48" fmla="*/ 2469 w 338236"/>
                <a:gd name="connsiteY48" fmla="*/ 648698 h 658642"/>
                <a:gd name="connsiteX49" fmla="*/ 1509 w 338236"/>
                <a:gd name="connsiteY49" fmla="*/ 650687 h 658642"/>
                <a:gd name="connsiteX50" fmla="*/ 3361 w 338236"/>
                <a:gd name="connsiteY50" fmla="*/ 650687 h 658642"/>
                <a:gd name="connsiteX51" fmla="*/ 3361 w 338236"/>
                <a:gd name="connsiteY51" fmla="*/ 654734 h 658642"/>
                <a:gd name="connsiteX52" fmla="*/ 6652 w 338236"/>
                <a:gd name="connsiteY52" fmla="*/ 654734 h 658642"/>
                <a:gd name="connsiteX53" fmla="*/ 6652 w 338236"/>
                <a:gd name="connsiteY53" fmla="*/ 655214 h 658642"/>
                <a:gd name="connsiteX54" fmla="*/ 6172 w 338236"/>
                <a:gd name="connsiteY54" fmla="*/ 655214 h 658642"/>
                <a:gd name="connsiteX55" fmla="*/ 6172 w 338236"/>
                <a:gd name="connsiteY55" fmla="*/ 656859 h 658642"/>
                <a:gd name="connsiteX56" fmla="*/ 7750 w 338236"/>
                <a:gd name="connsiteY56" fmla="*/ 658643 h 658642"/>
                <a:gd name="connsiteX57" fmla="*/ 8298 w 338236"/>
                <a:gd name="connsiteY57" fmla="*/ 658643 h 658642"/>
                <a:gd name="connsiteX58" fmla="*/ 16253 w 338236"/>
                <a:gd name="connsiteY58" fmla="*/ 655625 h 658642"/>
                <a:gd name="connsiteX59" fmla="*/ 25375 w 338236"/>
                <a:gd name="connsiteY59" fmla="*/ 650344 h 658642"/>
                <a:gd name="connsiteX60" fmla="*/ 42040 w 338236"/>
                <a:gd name="connsiteY60" fmla="*/ 640469 h 658642"/>
                <a:gd name="connsiteX61" fmla="*/ 46155 w 338236"/>
                <a:gd name="connsiteY61" fmla="*/ 638205 h 658642"/>
                <a:gd name="connsiteX62" fmla="*/ 73587 w 338236"/>
                <a:gd name="connsiteY62" fmla="*/ 622569 h 658642"/>
                <a:gd name="connsiteX63" fmla="*/ 102322 w 338236"/>
                <a:gd name="connsiteY63" fmla="*/ 605973 h 658642"/>
                <a:gd name="connsiteX64" fmla="*/ 338237 w 338236"/>
                <a:gd name="connsiteY64" fmla="*/ 42314 h 658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338236" h="658642">
                  <a:moveTo>
                    <a:pt x="337825" y="13099"/>
                  </a:moveTo>
                  <a:cubicBezTo>
                    <a:pt x="337990" y="11297"/>
                    <a:pt x="337990" y="9483"/>
                    <a:pt x="337825" y="7681"/>
                  </a:cubicBezTo>
                  <a:lnTo>
                    <a:pt x="335356" y="2263"/>
                  </a:lnTo>
                  <a:lnTo>
                    <a:pt x="330487" y="0"/>
                  </a:lnTo>
                  <a:lnTo>
                    <a:pt x="327195" y="1578"/>
                  </a:lnTo>
                  <a:lnTo>
                    <a:pt x="324863" y="1578"/>
                  </a:lnTo>
                  <a:lnTo>
                    <a:pt x="321846" y="3360"/>
                  </a:lnTo>
                  <a:lnTo>
                    <a:pt x="320680" y="3360"/>
                  </a:lnTo>
                  <a:cubicBezTo>
                    <a:pt x="317597" y="4990"/>
                    <a:pt x="314598" y="6776"/>
                    <a:pt x="311696" y="8710"/>
                  </a:cubicBezTo>
                  <a:cubicBezTo>
                    <a:pt x="306527" y="12094"/>
                    <a:pt x="301117" y="15096"/>
                    <a:pt x="295511" y="17694"/>
                  </a:cubicBezTo>
                  <a:lnTo>
                    <a:pt x="293660" y="19614"/>
                  </a:lnTo>
                  <a:lnTo>
                    <a:pt x="291328" y="20368"/>
                  </a:lnTo>
                  <a:cubicBezTo>
                    <a:pt x="284470" y="23866"/>
                    <a:pt x="278229" y="27707"/>
                    <a:pt x="271783" y="31547"/>
                  </a:cubicBezTo>
                  <a:lnTo>
                    <a:pt x="263827" y="36347"/>
                  </a:lnTo>
                  <a:lnTo>
                    <a:pt x="259712" y="38405"/>
                  </a:lnTo>
                  <a:lnTo>
                    <a:pt x="219867" y="61448"/>
                  </a:lnTo>
                  <a:cubicBezTo>
                    <a:pt x="210678" y="66523"/>
                    <a:pt x="201763" y="71803"/>
                    <a:pt x="192847" y="77016"/>
                  </a:cubicBezTo>
                  <a:lnTo>
                    <a:pt x="180777" y="83874"/>
                  </a:lnTo>
                  <a:lnTo>
                    <a:pt x="182629" y="89154"/>
                  </a:lnTo>
                  <a:lnTo>
                    <a:pt x="172205" y="89154"/>
                  </a:lnTo>
                  <a:cubicBezTo>
                    <a:pt x="172205" y="89154"/>
                    <a:pt x="91760" y="135583"/>
                    <a:pt x="85245" y="139217"/>
                  </a:cubicBezTo>
                  <a:lnTo>
                    <a:pt x="83051" y="141275"/>
                  </a:lnTo>
                  <a:lnTo>
                    <a:pt x="81610" y="141275"/>
                  </a:lnTo>
                  <a:cubicBezTo>
                    <a:pt x="77633" y="143675"/>
                    <a:pt x="73587" y="145870"/>
                    <a:pt x="69540" y="148133"/>
                  </a:cubicBezTo>
                  <a:cubicBezTo>
                    <a:pt x="63917" y="151219"/>
                    <a:pt x="58430" y="154305"/>
                    <a:pt x="53150" y="157597"/>
                  </a:cubicBezTo>
                  <a:cubicBezTo>
                    <a:pt x="47869" y="160889"/>
                    <a:pt x="41011" y="165003"/>
                    <a:pt x="35319" y="167952"/>
                  </a:cubicBezTo>
                  <a:cubicBezTo>
                    <a:pt x="32987" y="169530"/>
                    <a:pt x="30175" y="171107"/>
                    <a:pt x="27364" y="172753"/>
                  </a:cubicBezTo>
                  <a:lnTo>
                    <a:pt x="23729" y="175016"/>
                  </a:lnTo>
                  <a:cubicBezTo>
                    <a:pt x="21775" y="176313"/>
                    <a:pt x="19960" y="177807"/>
                    <a:pt x="18311" y="179474"/>
                  </a:cubicBezTo>
                  <a:lnTo>
                    <a:pt x="14127" y="184000"/>
                  </a:lnTo>
                  <a:lnTo>
                    <a:pt x="14127" y="185029"/>
                  </a:lnTo>
                  <a:lnTo>
                    <a:pt x="13099" y="186058"/>
                  </a:lnTo>
                  <a:lnTo>
                    <a:pt x="13099" y="186538"/>
                  </a:lnTo>
                  <a:lnTo>
                    <a:pt x="10013" y="189624"/>
                  </a:lnTo>
                  <a:lnTo>
                    <a:pt x="5349" y="197442"/>
                  </a:lnTo>
                  <a:lnTo>
                    <a:pt x="2401" y="203340"/>
                  </a:lnTo>
                  <a:lnTo>
                    <a:pt x="1098" y="207935"/>
                  </a:lnTo>
                  <a:lnTo>
                    <a:pt x="1098" y="211021"/>
                  </a:lnTo>
                  <a:cubicBezTo>
                    <a:pt x="1098" y="211021"/>
                    <a:pt x="617" y="213009"/>
                    <a:pt x="411" y="213696"/>
                  </a:cubicBezTo>
                  <a:lnTo>
                    <a:pt x="411" y="218496"/>
                  </a:lnTo>
                  <a:cubicBezTo>
                    <a:pt x="411" y="218496"/>
                    <a:pt x="411" y="220348"/>
                    <a:pt x="0" y="221239"/>
                  </a:cubicBezTo>
                  <a:lnTo>
                    <a:pt x="0" y="237081"/>
                  </a:lnTo>
                  <a:cubicBezTo>
                    <a:pt x="0" y="243939"/>
                    <a:pt x="0" y="251483"/>
                    <a:pt x="0" y="258821"/>
                  </a:cubicBezTo>
                  <a:lnTo>
                    <a:pt x="0" y="269863"/>
                  </a:lnTo>
                  <a:cubicBezTo>
                    <a:pt x="0" y="280012"/>
                    <a:pt x="0" y="290437"/>
                    <a:pt x="0" y="300243"/>
                  </a:cubicBezTo>
                  <a:lnTo>
                    <a:pt x="0" y="625381"/>
                  </a:lnTo>
                  <a:cubicBezTo>
                    <a:pt x="0" y="630250"/>
                    <a:pt x="0" y="635188"/>
                    <a:pt x="0" y="639097"/>
                  </a:cubicBezTo>
                  <a:lnTo>
                    <a:pt x="0" y="645955"/>
                  </a:lnTo>
                  <a:lnTo>
                    <a:pt x="2469" y="648698"/>
                  </a:lnTo>
                  <a:lnTo>
                    <a:pt x="1509" y="650687"/>
                  </a:lnTo>
                  <a:lnTo>
                    <a:pt x="3361" y="650687"/>
                  </a:lnTo>
                  <a:lnTo>
                    <a:pt x="3361" y="654734"/>
                  </a:lnTo>
                  <a:lnTo>
                    <a:pt x="6652" y="654734"/>
                  </a:lnTo>
                  <a:lnTo>
                    <a:pt x="6652" y="655214"/>
                  </a:lnTo>
                  <a:lnTo>
                    <a:pt x="6172" y="655214"/>
                  </a:lnTo>
                  <a:lnTo>
                    <a:pt x="6172" y="656859"/>
                  </a:lnTo>
                  <a:lnTo>
                    <a:pt x="7750" y="658643"/>
                  </a:lnTo>
                  <a:lnTo>
                    <a:pt x="8298" y="658643"/>
                  </a:lnTo>
                  <a:cubicBezTo>
                    <a:pt x="11128" y="658191"/>
                    <a:pt x="13836" y="657164"/>
                    <a:pt x="16253" y="655625"/>
                  </a:cubicBezTo>
                  <a:cubicBezTo>
                    <a:pt x="19682" y="653499"/>
                    <a:pt x="23111" y="651441"/>
                    <a:pt x="25375" y="650344"/>
                  </a:cubicBezTo>
                  <a:cubicBezTo>
                    <a:pt x="30655" y="646847"/>
                    <a:pt x="36416" y="643486"/>
                    <a:pt x="42040" y="640469"/>
                  </a:cubicBezTo>
                  <a:lnTo>
                    <a:pt x="46155" y="638205"/>
                  </a:lnTo>
                  <a:cubicBezTo>
                    <a:pt x="54727" y="633542"/>
                    <a:pt x="63300" y="628536"/>
                    <a:pt x="73587" y="622569"/>
                  </a:cubicBezTo>
                  <a:lnTo>
                    <a:pt x="102322" y="605973"/>
                  </a:lnTo>
                  <a:lnTo>
                    <a:pt x="338237" y="42314"/>
                  </a:lnTo>
                  <a:close/>
                </a:path>
              </a:pathLst>
            </a:custGeom>
            <a:solidFill>
              <a:srgbClr val="3C433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E22EC9A-515C-AEC8-C754-294C106BB402}"/>
                </a:ext>
              </a:extLst>
            </p:cNvPr>
            <p:cNvSpPr/>
            <p:nvPr/>
          </p:nvSpPr>
          <p:spPr>
            <a:xfrm>
              <a:off x="5941126" y="4347972"/>
              <a:ext cx="480" cy="480"/>
            </a:xfrm>
            <a:custGeom>
              <a:avLst/>
              <a:gdLst>
                <a:gd name="connsiteX0" fmla="*/ 480 w 480"/>
                <a:gd name="connsiteY0" fmla="*/ 0 h 480"/>
                <a:gd name="connsiteX1" fmla="*/ 480 w 480"/>
                <a:gd name="connsiteY1" fmla="*/ 480 h 480"/>
                <a:gd name="connsiteX2" fmla="*/ 0 w 480"/>
                <a:gd name="connsiteY2" fmla="*/ 0 h 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" h="480">
                  <a:moveTo>
                    <a:pt x="480" y="0"/>
                  </a:moveTo>
                  <a:lnTo>
                    <a:pt x="480" y="480"/>
                  </a:lnTo>
                  <a:cubicBezTo>
                    <a:pt x="215" y="480"/>
                    <a:pt x="0" y="265"/>
                    <a:pt x="0" y="0"/>
                  </a:cubicBezTo>
                  <a:close/>
                </a:path>
              </a:pathLst>
            </a:custGeom>
            <a:solidFill>
              <a:srgbClr val="D3DDE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E93AFA2-1873-E3C5-6F93-7C836630C9F2}"/>
                </a:ext>
              </a:extLst>
            </p:cNvPr>
            <p:cNvSpPr/>
            <p:nvPr/>
          </p:nvSpPr>
          <p:spPr>
            <a:xfrm>
              <a:off x="5774202" y="4896612"/>
              <a:ext cx="161574" cy="119946"/>
            </a:xfrm>
            <a:custGeom>
              <a:avLst/>
              <a:gdLst>
                <a:gd name="connsiteX0" fmla="*/ 161574 w 161574"/>
                <a:gd name="connsiteY0" fmla="*/ 0 h 119946"/>
                <a:gd name="connsiteX1" fmla="*/ 161574 w 161574"/>
                <a:gd name="connsiteY1" fmla="*/ 26678 h 119946"/>
                <a:gd name="connsiteX2" fmla="*/ 0 w 161574"/>
                <a:gd name="connsiteY2" fmla="*/ 119946 h 119946"/>
                <a:gd name="connsiteX3" fmla="*/ 0 w 161574"/>
                <a:gd name="connsiteY3" fmla="*/ 92514 h 119946"/>
                <a:gd name="connsiteX4" fmla="*/ 161574 w 161574"/>
                <a:gd name="connsiteY4" fmla="*/ 0 h 11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574" h="119946">
                  <a:moveTo>
                    <a:pt x="161574" y="0"/>
                  </a:moveTo>
                  <a:lnTo>
                    <a:pt x="161574" y="26678"/>
                  </a:lnTo>
                  <a:cubicBezTo>
                    <a:pt x="107808" y="57882"/>
                    <a:pt x="54110" y="88400"/>
                    <a:pt x="0" y="119946"/>
                  </a:cubicBezTo>
                  <a:lnTo>
                    <a:pt x="0" y="92514"/>
                  </a:lnTo>
                  <a:cubicBezTo>
                    <a:pt x="54110" y="61722"/>
                    <a:pt x="107808" y="30724"/>
                    <a:pt x="161574" y="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EE02726-F007-15A0-DF0E-1703FF21885D}"/>
                </a:ext>
              </a:extLst>
            </p:cNvPr>
            <p:cNvSpPr/>
            <p:nvPr/>
          </p:nvSpPr>
          <p:spPr>
            <a:xfrm>
              <a:off x="4682477" y="4535332"/>
              <a:ext cx="1253299" cy="733806"/>
            </a:xfrm>
            <a:custGeom>
              <a:avLst/>
              <a:gdLst>
                <a:gd name="connsiteX0" fmla="*/ 1253300 w 1253299"/>
                <a:gd name="connsiteY0" fmla="*/ 361279 h 733806"/>
                <a:gd name="connsiteX1" fmla="*/ 1091725 w 1253299"/>
                <a:gd name="connsiteY1" fmla="*/ 454137 h 733806"/>
                <a:gd name="connsiteX2" fmla="*/ 978843 w 1253299"/>
                <a:gd name="connsiteY2" fmla="*/ 389192 h 733806"/>
                <a:gd name="connsiteX3" fmla="*/ 978431 w 1253299"/>
                <a:gd name="connsiteY3" fmla="*/ 388780 h 733806"/>
                <a:gd name="connsiteX4" fmla="*/ 978019 w 1253299"/>
                <a:gd name="connsiteY4" fmla="*/ 388780 h 733806"/>
                <a:gd name="connsiteX5" fmla="*/ 977608 w 1253299"/>
                <a:gd name="connsiteY5" fmla="*/ 388369 h 733806"/>
                <a:gd name="connsiteX6" fmla="*/ 977196 w 1253299"/>
                <a:gd name="connsiteY6" fmla="*/ 387957 h 733806"/>
                <a:gd name="connsiteX7" fmla="*/ 976373 w 1253299"/>
                <a:gd name="connsiteY7" fmla="*/ 387957 h 733806"/>
                <a:gd name="connsiteX8" fmla="*/ 975551 w 1253299"/>
                <a:gd name="connsiteY8" fmla="*/ 387546 h 733806"/>
                <a:gd name="connsiteX9" fmla="*/ 975139 w 1253299"/>
                <a:gd name="connsiteY9" fmla="*/ 387134 h 733806"/>
                <a:gd name="connsiteX10" fmla="*/ 972602 w 1253299"/>
                <a:gd name="connsiteY10" fmla="*/ 385900 h 733806"/>
                <a:gd name="connsiteX11" fmla="*/ 971367 w 1253299"/>
                <a:gd name="connsiteY11" fmla="*/ 385488 h 733806"/>
                <a:gd name="connsiteX12" fmla="*/ 970544 w 1253299"/>
                <a:gd name="connsiteY12" fmla="*/ 385488 h 733806"/>
                <a:gd name="connsiteX13" fmla="*/ 969721 w 1253299"/>
                <a:gd name="connsiteY13" fmla="*/ 385076 h 733806"/>
                <a:gd name="connsiteX14" fmla="*/ 968487 w 1253299"/>
                <a:gd name="connsiteY14" fmla="*/ 384597 h 733806"/>
                <a:gd name="connsiteX15" fmla="*/ 967253 w 1253299"/>
                <a:gd name="connsiteY15" fmla="*/ 384185 h 733806"/>
                <a:gd name="connsiteX16" fmla="*/ 965538 w 1253299"/>
                <a:gd name="connsiteY16" fmla="*/ 383774 h 733806"/>
                <a:gd name="connsiteX17" fmla="*/ 964303 w 1253299"/>
                <a:gd name="connsiteY17" fmla="*/ 383362 h 733806"/>
                <a:gd name="connsiteX18" fmla="*/ 962657 w 1253299"/>
                <a:gd name="connsiteY18" fmla="*/ 382951 h 733806"/>
                <a:gd name="connsiteX19" fmla="*/ 961423 w 1253299"/>
                <a:gd name="connsiteY19" fmla="*/ 382539 h 733806"/>
                <a:gd name="connsiteX20" fmla="*/ 959709 w 1253299"/>
                <a:gd name="connsiteY20" fmla="*/ 382539 h 733806"/>
                <a:gd name="connsiteX21" fmla="*/ 958474 w 1253299"/>
                <a:gd name="connsiteY21" fmla="*/ 382128 h 733806"/>
                <a:gd name="connsiteX22" fmla="*/ 956828 w 1253299"/>
                <a:gd name="connsiteY22" fmla="*/ 382128 h 733806"/>
                <a:gd name="connsiteX23" fmla="*/ 955114 w 1253299"/>
                <a:gd name="connsiteY23" fmla="*/ 381716 h 733806"/>
                <a:gd name="connsiteX24" fmla="*/ 954222 w 1253299"/>
                <a:gd name="connsiteY24" fmla="*/ 381716 h 733806"/>
                <a:gd name="connsiteX25" fmla="*/ 952576 w 1253299"/>
                <a:gd name="connsiteY25" fmla="*/ 381305 h 733806"/>
                <a:gd name="connsiteX26" fmla="*/ 940506 w 1253299"/>
                <a:gd name="connsiteY26" fmla="*/ 381305 h 733806"/>
                <a:gd name="connsiteX27" fmla="*/ 938037 w 1253299"/>
                <a:gd name="connsiteY27" fmla="*/ 381716 h 733806"/>
                <a:gd name="connsiteX28" fmla="*/ 935912 w 1253299"/>
                <a:gd name="connsiteY28" fmla="*/ 382128 h 733806"/>
                <a:gd name="connsiteX29" fmla="*/ 933648 w 1253299"/>
                <a:gd name="connsiteY29" fmla="*/ 382128 h 733806"/>
                <a:gd name="connsiteX30" fmla="*/ 931522 w 1253299"/>
                <a:gd name="connsiteY30" fmla="*/ 382539 h 733806"/>
                <a:gd name="connsiteX31" fmla="*/ 929054 w 1253299"/>
                <a:gd name="connsiteY31" fmla="*/ 383362 h 733806"/>
                <a:gd name="connsiteX32" fmla="*/ 926996 w 1253299"/>
                <a:gd name="connsiteY32" fmla="*/ 383773 h 733806"/>
                <a:gd name="connsiteX33" fmla="*/ 924047 w 1253299"/>
                <a:gd name="connsiteY33" fmla="*/ 384597 h 733806"/>
                <a:gd name="connsiteX34" fmla="*/ 920755 w 1253299"/>
                <a:gd name="connsiteY34" fmla="*/ 385900 h 733806"/>
                <a:gd name="connsiteX35" fmla="*/ 918218 w 1253299"/>
                <a:gd name="connsiteY35" fmla="*/ 387134 h 733806"/>
                <a:gd name="connsiteX36" fmla="*/ 914034 w 1253299"/>
                <a:gd name="connsiteY36" fmla="*/ 389192 h 733806"/>
                <a:gd name="connsiteX37" fmla="*/ 842848 w 1253299"/>
                <a:gd name="connsiteY37" fmla="*/ 430340 h 733806"/>
                <a:gd name="connsiteX38" fmla="*/ 845386 w 1253299"/>
                <a:gd name="connsiteY38" fmla="*/ 427871 h 733806"/>
                <a:gd name="connsiteX39" fmla="*/ 847032 w 1253299"/>
                <a:gd name="connsiteY39" fmla="*/ 424510 h 733806"/>
                <a:gd name="connsiteX40" fmla="*/ 846620 w 1253299"/>
                <a:gd name="connsiteY40" fmla="*/ 420396 h 733806"/>
                <a:gd name="connsiteX41" fmla="*/ 840791 w 1253299"/>
                <a:gd name="connsiteY41" fmla="*/ 414978 h 733806"/>
                <a:gd name="connsiteX42" fmla="*/ 830367 w 1253299"/>
                <a:gd name="connsiteY42" fmla="*/ 409149 h 733806"/>
                <a:gd name="connsiteX43" fmla="*/ 816651 w 1253299"/>
                <a:gd name="connsiteY43" fmla="*/ 400782 h 733806"/>
                <a:gd name="connsiteX44" fmla="*/ 797860 w 1253299"/>
                <a:gd name="connsiteY44" fmla="*/ 390357 h 733806"/>
                <a:gd name="connsiteX45" fmla="*/ 782087 w 1253299"/>
                <a:gd name="connsiteY45" fmla="*/ 380825 h 733806"/>
                <a:gd name="connsiteX46" fmla="*/ 767479 w 1253299"/>
                <a:gd name="connsiteY46" fmla="*/ 373967 h 733806"/>
                <a:gd name="connsiteX47" fmla="*/ 759592 w 1253299"/>
                <a:gd name="connsiteY47" fmla="*/ 373555 h 733806"/>
                <a:gd name="connsiteX48" fmla="*/ 751705 w 1253299"/>
                <a:gd name="connsiteY48" fmla="*/ 374789 h 733806"/>
                <a:gd name="connsiteX49" fmla="*/ 742104 w 1253299"/>
                <a:gd name="connsiteY49" fmla="*/ 379384 h 733806"/>
                <a:gd name="connsiteX50" fmla="*/ 730446 w 1253299"/>
                <a:gd name="connsiteY50" fmla="*/ 386243 h 733806"/>
                <a:gd name="connsiteX51" fmla="*/ 712135 w 1253299"/>
                <a:gd name="connsiteY51" fmla="*/ 397078 h 733806"/>
                <a:gd name="connsiteX52" fmla="*/ 688818 w 1253299"/>
                <a:gd name="connsiteY52" fmla="*/ 410383 h 733806"/>
                <a:gd name="connsiteX53" fmla="*/ 665912 w 1253299"/>
                <a:gd name="connsiteY53" fmla="*/ 423687 h 733806"/>
                <a:gd name="connsiteX54" fmla="*/ 647189 w 1253299"/>
                <a:gd name="connsiteY54" fmla="*/ 434523 h 733806"/>
                <a:gd name="connsiteX55" fmla="*/ 636766 w 1253299"/>
                <a:gd name="connsiteY55" fmla="*/ 440352 h 733806"/>
                <a:gd name="connsiteX56" fmla="*/ 630525 w 1253299"/>
                <a:gd name="connsiteY56" fmla="*/ 444947 h 733806"/>
                <a:gd name="connsiteX57" fmla="*/ 628810 w 1253299"/>
                <a:gd name="connsiteY57" fmla="*/ 448650 h 733806"/>
                <a:gd name="connsiteX58" fmla="*/ 629291 w 1253299"/>
                <a:gd name="connsiteY58" fmla="*/ 452422 h 733806"/>
                <a:gd name="connsiteX59" fmla="*/ 635120 w 1253299"/>
                <a:gd name="connsiteY59" fmla="*/ 458251 h 733806"/>
                <a:gd name="connsiteX60" fmla="*/ 645064 w 1253299"/>
                <a:gd name="connsiteY60" fmla="*/ 464080 h 733806"/>
                <a:gd name="connsiteX61" fmla="*/ 659260 w 1253299"/>
                <a:gd name="connsiteY61" fmla="*/ 471968 h 733806"/>
                <a:gd name="connsiteX62" fmla="*/ 677570 w 1253299"/>
                <a:gd name="connsiteY62" fmla="*/ 482803 h 733806"/>
                <a:gd name="connsiteX63" fmla="*/ 693824 w 1253299"/>
                <a:gd name="connsiteY63" fmla="*/ 492404 h 733806"/>
                <a:gd name="connsiteX64" fmla="*/ 700682 w 1253299"/>
                <a:gd name="connsiteY64" fmla="*/ 496176 h 733806"/>
                <a:gd name="connsiteX65" fmla="*/ 708158 w 1253299"/>
                <a:gd name="connsiteY65" fmla="*/ 499056 h 733806"/>
                <a:gd name="connsiteX66" fmla="*/ 716044 w 1253299"/>
                <a:gd name="connsiteY66" fmla="*/ 499468 h 733806"/>
                <a:gd name="connsiteX67" fmla="*/ 724000 w 1253299"/>
                <a:gd name="connsiteY67" fmla="*/ 498233 h 733806"/>
                <a:gd name="connsiteX68" fmla="*/ 728594 w 1253299"/>
                <a:gd name="connsiteY68" fmla="*/ 496176 h 733806"/>
                <a:gd name="connsiteX69" fmla="*/ 656105 w 1253299"/>
                <a:gd name="connsiteY69" fmla="*/ 538216 h 733806"/>
                <a:gd name="connsiteX70" fmla="*/ 654459 w 1253299"/>
                <a:gd name="connsiteY70" fmla="*/ 539039 h 733806"/>
                <a:gd name="connsiteX71" fmla="*/ 652402 w 1253299"/>
                <a:gd name="connsiteY71" fmla="*/ 540685 h 733806"/>
                <a:gd name="connsiteX72" fmla="*/ 650276 w 1253299"/>
                <a:gd name="connsiteY72" fmla="*/ 542330 h 733806"/>
                <a:gd name="connsiteX73" fmla="*/ 648218 w 1253299"/>
                <a:gd name="connsiteY73" fmla="*/ 544045 h 733806"/>
                <a:gd name="connsiteX74" fmla="*/ 647395 w 1253299"/>
                <a:gd name="connsiteY74" fmla="*/ 545280 h 733806"/>
                <a:gd name="connsiteX75" fmla="*/ 646092 w 1253299"/>
                <a:gd name="connsiteY75" fmla="*/ 546514 h 733806"/>
                <a:gd name="connsiteX76" fmla="*/ 645269 w 1253299"/>
                <a:gd name="connsiteY76" fmla="*/ 547748 h 733806"/>
                <a:gd name="connsiteX77" fmla="*/ 644447 w 1253299"/>
                <a:gd name="connsiteY77" fmla="*/ 549051 h 733806"/>
                <a:gd name="connsiteX78" fmla="*/ 644035 w 1253299"/>
                <a:gd name="connsiteY78" fmla="*/ 550286 h 733806"/>
                <a:gd name="connsiteX79" fmla="*/ 643624 w 1253299"/>
                <a:gd name="connsiteY79" fmla="*/ 551520 h 733806"/>
                <a:gd name="connsiteX80" fmla="*/ 643212 w 1253299"/>
                <a:gd name="connsiteY80" fmla="*/ 553166 h 733806"/>
                <a:gd name="connsiteX81" fmla="*/ 642801 w 1253299"/>
                <a:gd name="connsiteY81" fmla="*/ 554469 h 733806"/>
                <a:gd name="connsiteX82" fmla="*/ 642389 w 1253299"/>
                <a:gd name="connsiteY82" fmla="*/ 555704 h 733806"/>
                <a:gd name="connsiteX83" fmla="*/ 642389 w 1253299"/>
                <a:gd name="connsiteY83" fmla="*/ 557761 h 733806"/>
                <a:gd name="connsiteX84" fmla="*/ 642801 w 1253299"/>
                <a:gd name="connsiteY84" fmla="*/ 558996 h 733806"/>
                <a:gd name="connsiteX85" fmla="*/ 642801 w 1253299"/>
                <a:gd name="connsiteY85" fmla="*/ 560161 h 733806"/>
                <a:gd name="connsiteX86" fmla="*/ 643212 w 1253299"/>
                <a:gd name="connsiteY86" fmla="*/ 560984 h 733806"/>
                <a:gd name="connsiteX87" fmla="*/ 643624 w 1253299"/>
                <a:gd name="connsiteY87" fmla="*/ 561396 h 733806"/>
                <a:gd name="connsiteX88" fmla="*/ 643624 w 1253299"/>
                <a:gd name="connsiteY88" fmla="*/ 562630 h 733806"/>
                <a:gd name="connsiteX89" fmla="*/ 644035 w 1253299"/>
                <a:gd name="connsiteY89" fmla="*/ 563453 h 733806"/>
                <a:gd name="connsiteX90" fmla="*/ 644858 w 1253299"/>
                <a:gd name="connsiteY90" fmla="*/ 564688 h 733806"/>
                <a:gd name="connsiteX91" fmla="*/ 645269 w 1253299"/>
                <a:gd name="connsiteY91" fmla="*/ 565579 h 733806"/>
                <a:gd name="connsiteX92" fmla="*/ 645681 w 1253299"/>
                <a:gd name="connsiteY92" fmla="*/ 566402 h 733806"/>
                <a:gd name="connsiteX93" fmla="*/ 646572 w 1253299"/>
                <a:gd name="connsiteY93" fmla="*/ 567225 h 733806"/>
                <a:gd name="connsiteX94" fmla="*/ 646984 w 1253299"/>
                <a:gd name="connsiteY94" fmla="*/ 568048 h 733806"/>
                <a:gd name="connsiteX95" fmla="*/ 647807 w 1253299"/>
                <a:gd name="connsiteY95" fmla="*/ 568871 h 733806"/>
                <a:gd name="connsiteX96" fmla="*/ 648218 w 1253299"/>
                <a:gd name="connsiteY96" fmla="*/ 569283 h 733806"/>
                <a:gd name="connsiteX97" fmla="*/ 648630 w 1253299"/>
                <a:gd name="connsiteY97" fmla="*/ 569694 h 733806"/>
                <a:gd name="connsiteX98" fmla="*/ 649041 w 1253299"/>
                <a:gd name="connsiteY98" fmla="*/ 570106 h 733806"/>
                <a:gd name="connsiteX99" fmla="*/ 649864 w 1253299"/>
                <a:gd name="connsiteY99" fmla="*/ 570929 h 733806"/>
                <a:gd name="connsiteX100" fmla="*/ 650282 w 1253299"/>
                <a:gd name="connsiteY100" fmla="*/ 571334 h 733806"/>
                <a:gd name="connsiteX101" fmla="*/ 650276 w 1253299"/>
                <a:gd name="connsiteY101" fmla="*/ 571409 h 733806"/>
                <a:gd name="connsiteX102" fmla="*/ 651099 w 1253299"/>
                <a:gd name="connsiteY102" fmla="*/ 571820 h 733806"/>
                <a:gd name="connsiteX103" fmla="*/ 651510 w 1253299"/>
                <a:gd name="connsiteY103" fmla="*/ 572232 h 733806"/>
                <a:gd name="connsiteX104" fmla="*/ 652402 w 1253299"/>
                <a:gd name="connsiteY104" fmla="*/ 572643 h 733806"/>
                <a:gd name="connsiteX105" fmla="*/ 652813 w 1253299"/>
                <a:gd name="connsiteY105" fmla="*/ 573054 h 733806"/>
                <a:gd name="connsiteX106" fmla="*/ 653225 w 1253299"/>
                <a:gd name="connsiteY106" fmla="*/ 573466 h 733806"/>
                <a:gd name="connsiteX107" fmla="*/ 653636 w 1253299"/>
                <a:gd name="connsiteY107" fmla="*/ 573877 h 733806"/>
                <a:gd name="connsiteX108" fmla="*/ 654047 w 1253299"/>
                <a:gd name="connsiteY108" fmla="*/ 574289 h 733806"/>
                <a:gd name="connsiteX109" fmla="*/ 654870 w 1253299"/>
                <a:gd name="connsiteY109" fmla="*/ 574289 h 733806"/>
                <a:gd name="connsiteX110" fmla="*/ 655282 w 1253299"/>
                <a:gd name="connsiteY110" fmla="*/ 574700 h 733806"/>
                <a:gd name="connsiteX111" fmla="*/ 656105 w 1253299"/>
                <a:gd name="connsiteY111" fmla="*/ 575112 h 733806"/>
                <a:gd name="connsiteX112" fmla="*/ 769056 w 1253299"/>
                <a:gd name="connsiteY112" fmla="*/ 640537 h 733806"/>
                <a:gd name="connsiteX113" fmla="*/ 607893 w 1253299"/>
                <a:gd name="connsiteY113" fmla="*/ 733806 h 733806"/>
                <a:gd name="connsiteX114" fmla="*/ 153619 w 1253299"/>
                <a:gd name="connsiteY114" fmla="*/ 471488 h 733806"/>
                <a:gd name="connsiteX115" fmla="*/ 153619 w 1253299"/>
                <a:gd name="connsiteY115" fmla="*/ 450914 h 733806"/>
                <a:gd name="connsiteX116" fmla="*/ 0 w 1253299"/>
                <a:gd name="connsiteY116" fmla="*/ 362651 h 733806"/>
                <a:gd name="connsiteX117" fmla="*/ 627850 w 1253299"/>
                <a:gd name="connsiteY117" fmla="*/ 0 h 733806"/>
                <a:gd name="connsiteX118" fmla="*/ 801494 w 1253299"/>
                <a:gd name="connsiteY118" fmla="*/ 100675 h 733806"/>
                <a:gd name="connsiteX119" fmla="*/ 828172 w 1253299"/>
                <a:gd name="connsiteY119" fmla="*/ 116037 h 733806"/>
                <a:gd name="connsiteX120" fmla="*/ 828584 w 1253299"/>
                <a:gd name="connsiteY120" fmla="*/ 116037 h 733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253299" h="733806">
                  <a:moveTo>
                    <a:pt x="1253300" y="361279"/>
                  </a:moveTo>
                  <a:cubicBezTo>
                    <a:pt x="1199533" y="392140"/>
                    <a:pt x="1145835" y="423001"/>
                    <a:pt x="1091725" y="454137"/>
                  </a:cubicBezTo>
                  <a:lnTo>
                    <a:pt x="978843" y="389192"/>
                  </a:lnTo>
                  <a:lnTo>
                    <a:pt x="978431" y="388780"/>
                  </a:lnTo>
                  <a:lnTo>
                    <a:pt x="978019" y="388780"/>
                  </a:lnTo>
                  <a:cubicBezTo>
                    <a:pt x="978019" y="388553"/>
                    <a:pt x="977835" y="388369"/>
                    <a:pt x="977608" y="388369"/>
                  </a:cubicBezTo>
                  <a:cubicBezTo>
                    <a:pt x="977196" y="388369"/>
                    <a:pt x="977196" y="388369"/>
                    <a:pt x="977196" y="387957"/>
                  </a:cubicBezTo>
                  <a:lnTo>
                    <a:pt x="976373" y="387957"/>
                  </a:lnTo>
                  <a:cubicBezTo>
                    <a:pt x="976373" y="387546"/>
                    <a:pt x="975962" y="387546"/>
                    <a:pt x="975551" y="387546"/>
                  </a:cubicBezTo>
                  <a:lnTo>
                    <a:pt x="975139" y="387134"/>
                  </a:lnTo>
                  <a:cubicBezTo>
                    <a:pt x="973082" y="386311"/>
                    <a:pt x="972602" y="386311"/>
                    <a:pt x="972602" y="385900"/>
                  </a:cubicBezTo>
                  <a:cubicBezTo>
                    <a:pt x="972149" y="385956"/>
                    <a:pt x="971695" y="385805"/>
                    <a:pt x="971367" y="385488"/>
                  </a:cubicBezTo>
                  <a:lnTo>
                    <a:pt x="970544" y="385488"/>
                  </a:lnTo>
                  <a:cubicBezTo>
                    <a:pt x="970544" y="385076"/>
                    <a:pt x="970133" y="385076"/>
                    <a:pt x="969721" y="385076"/>
                  </a:cubicBezTo>
                  <a:cubicBezTo>
                    <a:pt x="969310" y="385076"/>
                    <a:pt x="968898" y="384597"/>
                    <a:pt x="968487" y="384597"/>
                  </a:cubicBezTo>
                  <a:cubicBezTo>
                    <a:pt x="968076" y="384597"/>
                    <a:pt x="967664" y="384185"/>
                    <a:pt x="967253" y="384185"/>
                  </a:cubicBezTo>
                  <a:cubicBezTo>
                    <a:pt x="966841" y="384185"/>
                    <a:pt x="965950" y="383774"/>
                    <a:pt x="965538" y="383774"/>
                  </a:cubicBezTo>
                  <a:cubicBezTo>
                    <a:pt x="965127" y="383774"/>
                    <a:pt x="964715" y="383362"/>
                    <a:pt x="964303" y="383362"/>
                  </a:cubicBezTo>
                  <a:cubicBezTo>
                    <a:pt x="963892" y="383362"/>
                    <a:pt x="963069" y="382951"/>
                    <a:pt x="962657" y="382951"/>
                  </a:cubicBezTo>
                  <a:cubicBezTo>
                    <a:pt x="962205" y="383007"/>
                    <a:pt x="961751" y="382855"/>
                    <a:pt x="961423" y="382539"/>
                  </a:cubicBezTo>
                  <a:lnTo>
                    <a:pt x="959709" y="382539"/>
                  </a:lnTo>
                  <a:cubicBezTo>
                    <a:pt x="959297" y="382539"/>
                    <a:pt x="958886" y="382128"/>
                    <a:pt x="958474" y="382128"/>
                  </a:cubicBezTo>
                  <a:lnTo>
                    <a:pt x="956828" y="382128"/>
                  </a:lnTo>
                  <a:cubicBezTo>
                    <a:pt x="956324" y="381790"/>
                    <a:pt x="955716" y="381644"/>
                    <a:pt x="955114" y="381716"/>
                  </a:cubicBezTo>
                  <a:lnTo>
                    <a:pt x="954222" y="381716"/>
                  </a:lnTo>
                  <a:cubicBezTo>
                    <a:pt x="953399" y="381716"/>
                    <a:pt x="952988" y="381716"/>
                    <a:pt x="952576" y="381305"/>
                  </a:cubicBezTo>
                  <a:lnTo>
                    <a:pt x="940506" y="381305"/>
                  </a:lnTo>
                  <a:cubicBezTo>
                    <a:pt x="939729" y="381640"/>
                    <a:pt x="938882" y="381781"/>
                    <a:pt x="938037" y="381716"/>
                  </a:cubicBezTo>
                  <a:cubicBezTo>
                    <a:pt x="937302" y="381604"/>
                    <a:pt x="936552" y="381749"/>
                    <a:pt x="935912" y="382128"/>
                  </a:cubicBezTo>
                  <a:lnTo>
                    <a:pt x="933648" y="382128"/>
                  </a:lnTo>
                  <a:cubicBezTo>
                    <a:pt x="932981" y="382427"/>
                    <a:pt x="932253" y="382568"/>
                    <a:pt x="931522" y="382539"/>
                  </a:cubicBezTo>
                  <a:cubicBezTo>
                    <a:pt x="930699" y="382951"/>
                    <a:pt x="929876" y="382951"/>
                    <a:pt x="929054" y="383362"/>
                  </a:cubicBezTo>
                  <a:cubicBezTo>
                    <a:pt x="928345" y="383334"/>
                    <a:pt x="927640" y="383475"/>
                    <a:pt x="926996" y="383773"/>
                  </a:cubicBezTo>
                  <a:cubicBezTo>
                    <a:pt x="926105" y="384185"/>
                    <a:pt x="924870" y="384185"/>
                    <a:pt x="924047" y="384597"/>
                  </a:cubicBezTo>
                  <a:cubicBezTo>
                    <a:pt x="923224" y="385008"/>
                    <a:pt x="921990" y="385488"/>
                    <a:pt x="920755" y="385900"/>
                  </a:cubicBezTo>
                  <a:lnTo>
                    <a:pt x="918218" y="387134"/>
                  </a:lnTo>
                  <a:cubicBezTo>
                    <a:pt x="916716" y="387576"/>
                    <a:pt x="915301" y="388272"/>
                    <a:pt x="914034" y="389192"/>
                  </a:cubicBezTo>
                  <a:lnTo>
                    <a:pt x="842848" y="430340"/>
                  </a:lnTo>
                  <a:lnTo>
                    <a:pt x="845386" y="427871"/>
                  </a:lnTo>
                  <a:cubicBezTo>
                    <a:pt x="846175" y="426885"/>
                    <a:pt x="846737" y="425738"/>
                    <a:pt x="847032" y="424510"/>
                  </a:cubicBezTo>
                  <a:cubicBezTo>
                    <a:pt x="847103" y="423126"/>
                    <a:pt x="846965" y="421739"/>
                    <a:pt x="846620" y="420396"/>
                  </a:cubicBezTo>
                  <a:cubicBezTo>
                    <a:pt x="845233" y="418071"/>
                    <a:pt x="843211" y="416191"/>
                    <a:pt x="840791" y="414978"/>
                  </a:cubicBezTo>
                  <a:cubicBezTo>
                    <a:pt x="837515" y="412700"/>
                    <a:pt x="834023" y="410747"/>
                    <a:pt x="830367" y="409149"/>
                  </a:cubicBezTo>
                  <a:cubicBezTo>
                    <a:pt x="825772" y="406611"/>
                    <a:pt x="821177" y="403730"/>
                    <a:pt x="816651" y="400782"/>
                  </a:cubicBezTo>
                  <a:cubicBezTo>
                    <a:pt x="810410" y="397490"/>
                    <a:pt x="804169" y="393924"/>
                    <a:pt x="797860" y="390357"/>
                  </a:cubicBezTo>
                  <a:cubicBezTo>
                    <a:pt x="792922" y="387066"/>
                    <a:pt x="787504" y="384117"/>
                    <a:pt x="782087" y="380825"/>
                  </a:cubicBezTo>
                  <a:cubicBezTo>
                    <a:pt x="777622" y="377761"/>
                    <a:pt x="772688" y="375445"/>
                    <a:pt x="767479" y="373967"/>
                  </a:cubicBezTo>
                  <a:cubicBezTo>
                    <a:pt x="764892" y="373386"/>
                    <a:pt x="762225" y="373247"/>
                    <a:pt x="759592" y="373555"/>
                  </a:cubicBezTo>
                  <a:cubicBezTo>
                    <a:pt x="756913" y="373525"/>
                    <a:pt x="754247" y="373942"/>
                    <a:pt x="751705" y="374789"/>
                  </a:cubicBezTo>
                  <a:cubicBezTo>
                    <a:pt x="748303" y="375857"/>
                    <a:pt x="745070" y="377404"/>
                    <a:pt x="742104" y="379384"/>
                  </a:cubicBezTo>
                  <a:cubicBezTo>
                    <a:pt x="737921" y="381853"/>
                    <a:pt x="734217" y="383911"/>
                    <a:pt x="730446" y="386243"/>
                  </a:cubicBezTo>
                  <a:cubicBezTo>
                    <a:pt x="724205" y="389946"/>
                    <a:pt x="717964" y="393101"/>
                    <a:pt x="712135" y="397078"/>
                  </a:cubicBezTo>
                  <a:cubicBezTo>
                    <a:pt x="704179" y="401604"/>
                    <a:pt x="696704" y="405788"/>
                    <a:pt x="688818" y="410383"/>
                  </a:cubicBezTo>
                  <a:cubicBezTo>
                    <a:pt x="680931" y="414978"/>
                    <a:pt x="673387" y="419092"/>
                    <a:pt x="665912" y="423687"/>
                  </a:cubicBezTo>
                  <a:cubicBezTo>
                    <a:pt x="659671" y="427048"/>
                    <a:pt x="653430" y="430545"/>
                    <a:pt x="647189" y="434523"/>
                  </a:cubicBezTo>
                  <a:cubicBezTo>
                    <a:pt x="643829" y="436169"/>
                    <a:pt x="640331" y="438295"/>
                    <a:pt x="636766" y="440352"/>
                  </a:cubicBezTo>
                  <a:cubicBezTo>
                    <a:pt x="634347" y="441361"/>
                    <a:pt x="632206" y="442937"/>
                    <a:pt x="630525" y="444947"/>
                  </a:cubicBezTo>
                  <a:cubicBezTo>
                    <a:pt x="629624" y="446001"/>
                    <a:pt x="629031" y="447282"/>
                    <a:pt x="628810" y="448650"/>
                  </a:cubicBezTo>
                  <a:cubicBezTo>
                    <a:pt x="628497" y="449924"/>
                    <a:pt x="628668" y="451268"/>
                    <a:pt x="629291" y="452422"/>
                  </a:cubicBezTo>
                  <a:cubicBezTo>
                    <a:pt x="630426" y="455033"/>
                    <a:pt x="632509" y="457116"/>
                    <a:pt x="635120" y="458251"/>
                  </a:cubicBezTo>
                  <a:cubicBezTo>
                    <a:pt x="638248" y="460496"/>
                    <a:pt x="641577" y="462448"/>
                    <a:pt x="645064" y="464080"/>
                  </a:cubicBezTo>
                  <a:cubicBezTo>
                    <a:pt x="649659" y="466550"/>
                    <a:pt x="654665" y="469499"/>
                    <a:pt x="659260" y="471968"/>
                  </a:cubicBezTo>
                  <a:cubicBezTo>
                    <a:pt x="665501" y="475739"/>
                    <a:pt x="671330" y="479511"/>
                    <a:pt x="677570" y="482803"/>
                  </a:cubicBezTo>
                  <a:cubicBezTo>
                    <a:pt x="683811" y="486095"/>
                    <a:pt x="688406" y="489044"/>
                    <a:pt x="693824" y="492404"/>
                  </a:cubicBezTo>
                  <a:cubicBezTo>
                    <a:pt x="695882" y="493639"/>
                    <a:pt x="698350" y="494873"/>
                    <a:pt x="700682" y="496176"/>
                  </a:cubicBezTo>
                  <a:cubicBezTo>
                    <a:pt x="703102" y="497314"/>
                    <a:pt x="705600" y="498277"/>
                    <a:pt x="708158" y="499056"/>
                  </a:cubicBezTo>
                  <a:cubicBezTo>
                    <a:pt x="710771" y="499408"/>
                    <a:pt x="713409" y="499545"/>
                    <a:pt x="716044" y="499468"/>
                  </a:cubicBezTo>
                  <a:cubicBezTo>
                    <a:pt x="718743" y="499460"/>
                    <a:pt x="721425" y="499044"/>
                    <a:pt x="724000" y="498233"/>
                  </a:cubicBezTo>
                  <a:cubicBezTo>
                    <a:pt x="725627" y="497787"/>
                    <a:pt x="727177" y="497093"/>
                    <a:pt x="728594" y="496176"/>
                  </a:cubicBezTo>
                  <a:lnTo>
                    <a:pt x="656105" y="538216"/>
                  </a:lnTo>
                  <a:cubicBezTo>
                    <a:pt x="655282" y="538627"/>
                    <a:pt x="654870" y="539039"/>
                    <a:pt x="654459" y="539039"/>
                  </a:cubicBezTo>
                  <a:cubicBezTo>
                    <a:pt x="654047" y="539039"/>
                    <a:pt x="652813" y="540273"/>
                    <a:pt x="652402" y="540685"/>
                  </a:cubicBezTo>
                  <a:cubicBezTo>
                    <a:pt x="651607" y="541112"/>
                    <a:pt x="650888" y="541668"/>
                    <a:pt x="650276" y="542330"/>
                  </a:cubicBezTo>
                  <a:cubicBezTo>
                    <a:pt x="649453" y="542810"/>
                    <a:pt x="649041" y="543634"/>
                    <a:pt x="648218" y="544045"/>
                  </a:cubicBezTo>
                  <a:cubicBezTo>
                    <a:pt x="647395" y="544457"/>
                    <a:pt x="647395" y="544868"/>
                    <a:pt x="647395" y="545280"/>
                  </a:cubicBezTo>
                  <a:lnTo>
                    <a:pt x="646092" y="546514"/>
                  </a:lnTo>
                  <a:cubicBezTo>
                    <a:pt x="646092" y="546926"/>
                    <a:pt x="645681" y="547337"/>
                    <a:pt x="645269" y="547748"/>
                  </a:cubicBezTo>
                  <a:cubicBezTo>
                    <a:pt x="645151" y="548263"/>
                    <a:pt x="644860" y="548723"/>
                    <a:pt x="644447" y="549051"/>
                  </a:cubicBezTo>
                  <a:cubicBezTo>
                    <a:pt x="644447" y="549463"/>
                    <a:pt x="644035" y="549874"/>
                    <a:pt x="644035" y="550286"/>
                  </a:cubicBezTo>
                  <a:cubicBezTo>
                    <a:pt x="643718" y="550614"/>
                    <a:pt x="643567" y="551068"/>
                    <a:pt x="643624" y="551520"/>
                  </a:cubicBezTo>
                  <a:cubicBezTo>
                    <a:pt x="643212" y="551932"/>
                    <a:pt x="643212" y="552343"/>
                    <a:pt x="643212" y="553166"/>
                  </a:cubicBezTo>
                  <a:cubicBezTo>
                    <a:pt x="642884" y="553515"/>
                    <a:pt x="642733" y="553995"/>
                    <a:pt x="642801" y="554469"/>
                  </a:cubicBezTo>
                  <a:cubicBezTo>
                    <a:pt x="642801" y="554881"/>
                    <a:pt x="642389" y="555292"/>
                    <a:pt x="642389" y="555704"/>
                  </a:cubicBezTo>
                  <a:lnTo>
                    <a:pt x="642389" y="557761"/>
                  </a:lnTo>
                  <a:cubicBezTo>
                    <a:pt x="642333" y="558214"/>
                    <a:pt x="642484" y="558668"/>
                    <a:pt x="642801" y="558996"/>
                  </a:cubicBezTo>
                  <a:lnTo>
                    <a:pt x="642801" y="560161"/>
                  </a:lnTo>
                  <a:cubicBezTo>
                    <a:pt x="643212" y="560573"/>
                    <a:pt x="643212" y="560573"/>
                    <a:pt x="643212" y="560984"/>
                  </a:cubicBezTo>
                  <a:lnTo>
                    <a:pt x="643624" y="561396"/>
                  </a:lnTo>
                  <a:lnTo>
                    <a:pt x="643624" y="562630"/>
                  </a:lnTo>
                  <a:cubicBezTo>
                    <a:pt x="643856" y="562845"/>
                    <a:pt x="644002" y="563138"/>
                    <a:pt x="644035" y="563453"/>
                  </a:cubicBezTo>
                  <a:cubicBezTo>
                    <a:pt x="644447" y="563865"/>
                    <a:pt x="644447" y="564276"/>
                    <a:pt x="644858" y="564688"/>
                  </a:cubicBezTo>
                  <a:cubicBezTo>
                    <a:pt x="644892" y="565022"/>
                    <a:pt x="645037" y="565336"/>
                    <a:pt x="645269" y="565579"/>
                  </a:cubicBezTo>
                  <a:cubicBezTo>
                    <a:pt x="645493" y="565801"/>
                    <a:pt x="645637" y="566090"/>
                    <a:pt x="645681" y="566402"/>
                  </a:cubicBezTo>
                  <a:cubicBezTo>
                    <a:pt x="646092" y="566402"/>
                    <a:pt x="646092" y="566813"/>
                    <a:pt x="646572" y="567225"/>
                  </a:cubicBezTo>
                  <a:cubicBezTo>
                    <a:pt x="646796" y="567447"/>
                    <a:pt x="646940" y="567736"/>
                    <a:pt x="646984" y="568048"/>
                  </a:cubicBezTo>
                  <a:cubicBezTo>
                    <a:pt x="647395" y="568048"/>
                    <a:pt x="647395" y="568460"/>
                    <a:pt x="647807" y="568871"/>
                  </a:cubicBezTo>
                  <a:cubicBezTo>
                    <a:pt x="648034" y="568871"/>
                    <a:pt x="648218" y="569055"/>
                    <a:pt x="648218" y="569283"/>
                  </a:cubicBezTo>
                  <a:lnTo>
                    <a:pt x="648630" y="569694"/>
                  </a:lnTo>
                  <a:lnTo>
                    <a:pt x="649041" y="570106"/>
                  </a:lnTo>
                  <a:lnTo>
                    <a:pt x="649864" y="570929"/>
                  </a:lnTo>
                  <a:cubicBezTo>
                    <a:pt x="650091" y="570925"/>
                    <a:pt x="650278" y="571107"/>
                    <a:pt x="650282" y="571334"/>
                  </a:cubicBezTo>
                  <a:cubicBezTo>
                    <a:pt x="650282" y="571359"/>
                    <a:pt x="650280" y="571384"/>
                    <a:pt x="650276" y="571409"/>
                  </a:cubicBezTo>
                  <a:cubicBezTo>
                    <a:pt x="650687" y="571409"/>
                    <a:pt x="650687" y="571820"/>
                    <a:pt x="651099" y="571820"/>
                  </a:cubicBezTo>
                  <a:lnTo>
                    <a:pt x="651510" y="572232"/>
                  </a:lnTo>
                  <a:cubicBezTo>
                    <a:pt x="651921" y="572643"/>
                    <a:pt x="651921" y="572643"/>
                    <a:pt x="652402" y="572643"/>
                  </a:cubicBezTo>
                  <a:cubicBezTo>
                    <a:pt x="652402" y="572870"/>
                    <a:pt x="652586" y="573054"/>
                    <a:pt x="652813" y="573054"/>
                  </a:cubicBezTo>
                  <a:lnTo>
                    <a:pt x="653225" y="573466"/>
                  </a:lnTo>
                  <a:cubicBezTo>
                    <a:pt x="653452" y="573466"/>
                    <a:pt x="653636" y="573650"/>
                    <a:pt x="653636" y="573877"/>
                  </a:cubicBezTo>
                  <a:cubicBezTo>
                    <a:pt x="654047" y="573877"/>
                    <a:pt x="654047" y="573877"/>
                    <a:pt x="654047" y="574289"/>
                  </a:cubicBezTo>
                  <a:lnTo>
                    <a:pt x="654870" y="574289"/>
                  </a:lnTo>
                  <a:cubicBezTo>
                    <a:pt x="654870" y="574700"/>
                    <a:pt x="654870" y="574700"/>
                    <a:pt x="655282" y="574700"/>
                  </a:cubicBezTo>
                  <a:cubicBezTo>
                    <a:pt x="655504" y="574924"/>
                    <a:pt x="655793" y="575068"/>
                    <a:pt x="656105" y="575112"/>
                  </a:cubicBezTo>
                  <a:lnTo>
                    <a:pt x="769056" y="640537"/>
                  </a:lnTo>
                  <a:cubicBezTo>
                    <a:pt x="715289" y="671810"/>
                    <a:pt x="661592" y="702259"/>
                    <a:pt x="607893" y="733806"/>
                  </a:cubicBezTo>
                  <a:lnTo>
                    <a:pt x="153619" y="471488"/>
                  </a:lnTo>
                  <a:lnTo>
                    <a:pt x="153619" y="450914"/>
                  </a:lnTo>
                  <a:lnTo>
                    <a:pt x="0" y="362651"/>
                  </a:lnTo>
                  <a:cubicBezTo>
                    <a:pt x="209443" y="241447"/>
                    <a:pt x="418727" y="120564"/>
                    <a:pt x="627850" y="0"/>
                  </a:cubicBezTo>
                  <a:lnTo>
                    <a:pt x="801494" y="100675"/>
                  </a:lnTo>
                  <a:lnTo>
                    <a:pt x="828172" y="116037"/>
                  </a:lnTo>
                  <a:lnTo>
                    <a:pt x="828584" y="116037"/>
                  </a:lnTo>
                  <a:close/>
                </a:path>
              </a:pathLst>
            </a:custGeom>
            <a:solidFill>
              <a:srgbClr val="D6DDE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8D73901-CAC7-6D83-2741-897BF6EC9AB6}"/>
                </a:ext>
              </a:extLst>
            </p:cNvPr>
            <p:cNvSpPr/>
            <p:nvPr/>
          </p:nvSpPr>
          <p:spPr>
            <a:xfrm>
              <a:off x="5682991" y="4232003"/>
              <a:ext cx="153276" cy="176936"/>
            </a:xfrm>
            <a:custGeom>
              <a:avLst/>
              <a:gdLst>
                <a:gd name="connsiteX0" fmla="*/ 153276 w 153276"/>
                <a:gd name="connsiteY0" fmla="*/ 0 h 176936"/>
                <a:gd name="connsiteX1" fmla="*/ 153276 w 153276"/>
                <a:gd name="connsiteY1" fmla="*/ 176936 h 176936"/>
                <a:gd name="connsiteX2" fmla="*/ 0 w 153276"/>
                <a:gd name="connsiteY2" fmla="*/ 88537 h 176936"/>
                <a:gd name="connsiteX3" fmla="*/ 153276 w 153276"/>
                <a:gd name="connsiteY3" fmla="*/ 0 h 17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276" h="176936">
                  <a:moveTo>
                    <a:pt x="153276" y="0"/>
                  </a:moveTo>
                  <a:lnTo>
                    <a:pt x="153276" y="176936"/>
                  </a:lnTo>
                  <a:lnTo>
                    <a:pt x="0" y="88537"/>
                  </a:lnTo>
                  <a:cubicBezTo>
                    <a:pt x="51229" y="59116"/>
                    <a:pt x="102047" y="29558"/>
                    <a:pt x="153276" y="0"/>
                  </a:cubicBez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0D974F9-F3C2-8135-0F8B-30BD8067E89B}"/>
                </a:ext>
              </a:extLst>
            </p:cNvPr>
            <p:cNvSpPr/>
            <p:nvPr/>
          </p:nvSpPr>
          <p:spPr>
            <a:xfrm>
              <a:off x="5330353" y="4320540"/>
              <a:ext cx="505914" cy="292013"/>
            </a:xfrm>
            <a:custGeom>
              <a:avLst/>
              <a:gdLst>
                <a:gd name="connsiteX0" fmla="*/ 505914 w 505914"/>
                <a:gd name="connsiteY0" fmla="*/ 88400 h 292013"/>
                <a:gd name="connsiteX1" fmla="*/ 153619 w 505914"/>
                <a:gd name="connsiteY1" fmla="*/ 292014 h 292013"/>
                <a:gd name="connsiteX2" fmla="*/ 0 w 505914"/>
                <a:gd name="connsiteY2" fmla="*/ 203340 h 292013"/>
                <a:gd name="connsiteX3" fmla="*/ 352638 w 505914"/>
                <a:gd name="connsiteY3" fmla="*/ 0 h 29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5914" h="292013">
                  <a:moveTo>
                    <a:pt x="505914" y="88400"/>
                  </a:moveTo>
                  <a:lnTo>
                    <a:pt x="153619" y="292014"/>
                  </a:lnTo>
                  <a:lnTo>
                    <a:pt x="0" y="203340"/>
                  </a:lnTo>
                  <a:cubicBezTo>
                    <a:pt x="117820" y="135446"/>
                    <a:pt x="235367" y="67665"/>
                    <a:pt x="352638" y="0"/>
                  </a:cubicBezTo>
                  <a:close/>
                </a:path>
              </a:pathLst>
            </a:custGeom>
            <a:solidFill>
              <a:srgbClr val="C7CED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2497F6D-8969-62B4-BDDC-4A026A747965}"/>
                </a:ext>
              </a:extLst>
            </p:cNvPr>
            <p:cNvSpPr/>
            <p:nvPr/>
          </p:nvSpPr>
          <p:spPr>
            <a:xfrm>
              <a:off x="5451876" y="4999482"/>
              <a:ext cx="322326" cy="202791"/>
            </a:xfrm>
            <a:custGeom>
              <a:avLst/>
              <a:gdLst>
                <a:gd name="connsiteX0" fmla="*/ 322326 w 322326"/>
                <a:gd name="connsiteY0" fmla="*/ 0 h 202791"/>
                <a:gd name="connsiteX1" fmla="*/ 322326 w 322326"/>
                <a:gd name="connsiteY1" fmla="*/ 16665 h 202791"/>
                <a:gd name="connsiteX2" fmla="*/ 0 w 322326"/>
                <a:gd name="connsiteY2" fmla="*/ 202791 h 202791"/>
                <a:gd name="connsiteX3" fmla="*/ 0 w 322326"/>
                <a:gd name="connsiteY3" fmla="*/ 186538 h 202791"/>
                <a:gd name="connsiteX4" fmla="*/ 322326 w 322326"/>
                <a:gd name="connsiteY4" fmla="*/ 0 h 20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326" h="202791">
                  <a:moveTo>
                    <a:pt x="322326" y="0"/>
                  </a:moveTo>
                  <a:lnTo>
                    <a:pt x="322326" y="16665"/>
                  </a:lnTo>
                  <a:cubicBezTo>
                    <a:pt x="214884" y="78707"/>
                    <a:pt x="107442" y="140749"/>
                    <a:pt x="0" y="202791"/>
                  </a:cubicBezTo>
                  <a:lnTo>
                    <a:pt x="0" y="186538"/>
                  </a:lnTo>
                  <a:cubicBezTo>
                    <a:pt x="107465" y="124816"/>
                    <a:pt x="214861" y="62339"/>
                    <a:pt x="322326" y="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3041FCF-BA0D-7952-5E2D-EC63756E3925}"/>
                </a:ext>
              </a:extLst>
            </p:cNvPr>
            <p:cNvSpPr/>
            <p:nvPr/>
          </p:nvSpPr>
          <p:spPr>
            <a:xfrm>
              <a:off x="5661320" y="4924112"/>
              <a:ext cx="112882" cy="75369"/>
            </a:xfrm>
            <a:custGeom>
              <a:avLst/>
              <a:gdLst>
                <a:gd name="connsiteX0" fmla="*/ 112882 w 112882"/>
                <a:gd name="connsiteY0" fmla="*/ 65220 h 75369"/>
                <a:gd name="connsiteX1" fmla="*/ 112882 w 112882"/>
                <a:gd name="connsiteY1" fmla="*/ 75369 h 75369"/>
                <a:gd name="connsiteX2" fmla="*/ 0 w 112882"/>
                <a:gd name="connsiteY2" fmla="*/ 10012 h 75369"/>
                <a:gd name="connsiteX3" fmla="*/ 0 w 112882"/>
                <a:gd name="connsiteY3" fmla="*/ 0 h 75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2" h="75369">
                  <a:moveTo>
                    <a:pt x="112882" y="65220"/>
                  </a:moveTo>
                  <a:lnTo>
                    <a:pt x="112882" y="75369"/>
                  </a:lnTo>
                  <a:lnTo>
                    <a:pt x="0" y="100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CA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55B0284-FC3E-EB87-FEE2-1BF2F98E22CA}"/>
                </a:ext>
              </a:extLst>
            </p:cNvPr>
            <p:cNvSpPr/>
            <p:nvPr/>
          </p:nvSpPr>
          <p:spPr>
            <a:xfrm>
              <a:off x="5326501" y="4926650"/>
              <a:ext cx="447701" cy="259369"/>
            </a:xfrm>
            <a:custGeom>
              <a:avLst/>
              <a:gdLst>
                <a:gd name="connsiteX0" fmla="*/ 447702 w 447701"/>
                <a:gd name="connsiteY0" fmla="*/ 72832 h 259369"/>
                <a:gd name="connsiteX1" fmla="*/ 125376 w 447701"/>
                <a:gd name="connsiteY1" fmla="*/ 259370 h 259369"/>
                <a:gd name="connsiteX2" fmla="*/ 125376 w 447701"/>
                <a:gd name="connsiteY2" fmla="*/ 248945 h 259369"/>
                <a:gd name="connsiteX3" fmla="*/ 12493 w 447701"/>
                <a:gd name="connsiteY3" fmla="*/ 183589 h 259369"/>
                <a:gd name="connsiteX4" fmla="*/ 11670 w 447701"/>
                <a:gd name="connsiteY4" fmla="*/ 183177 h 259369"/>
                <a:gd name="connsiteX5" fmla="*/ 11258 w 447701"/>
                <a:gd name="connsiteY5" fmla="*/ 182766 h 259369"/>
                <a:gd name="connsiteX6" fmla="*/ 10435 w 447701"/>
                <a:gd name="connsiteY6" fmla="*/ 182766 h 259369"/>
                <a:gd name="connsiteX7" fmla="*/ 10024 w 447701"/>
                <a:gd name="connsiteY7" fmla="*/ 182354 h 259369"/>
                <a:gd name="connsiteX8" fmla="*/ 9613 w 447701"/>
                <a:gd name="connsiteY8" fmla="*/ 181943 h 259369"/>
                <a:gd name="connsiteX9" fmla="*/ 9201 w 447701"/>
                <a:gd name="connsiteY9" fmla="*/ 181531 h 259369"/>
                <a:gd name="connsiteX10" fmla="*/ 8790 w 447701"/>
                <a:gd name="connsiteY10" fmla="*/ 181120 h 259369"/>
                <a:gd name="connsiteX11" fmla="*/ 7898 w 447701"/>
                <a:gd name="connsiteY11" fmla="*/ 180708 h 259369"/>
                <a:gd name="connsiteX12" fmla="*/ 7487 w 447701"/>
                <a:gd name="connsiteY12" fmla="*/ 180297 h 259369"/>
                <a:gd name="connsiteX13" fmla="*/ 6664 w 447701"/>
                <a:gd name="connsiteY13" fmla="*/ 179885 h 259369"/>
                <a:gd name="connsiteX14" fmla="*/ 6327 w 447701"/>
                <a:gd name="connsiteY14" fmla="*/ 179411 h 259369"/>
                <a:gd name="connsiteX15" fmla="*/ 6252 w 447701"/>
                <a:gd name="connsiteY15" fmla="*/ 179405 h 259369"/>
                <a:gd name="connsiteX16" fmla="*/ 5429 w 447701"/>
                <a:gd name="connsiteY16" fmla="*/ 178582 h 259369"/>
                <a:gd name="connsiteX17" fmla="*/ 5018 w 447701"/>
                <a:gd name="connsiteY17" fmla="*/ 178171 h 259369"/>
                <a:gd name="connsiteX18" fmla="*/ 4606 w 447701"/>
                <a:gd name="connsiteY18" fmla="*/ 177759 h 259369"/>
                <a:gd name="connsiteX19" fmla="*/ 4195 w 447701"/>
                <a:gd name="connsiteY19" fmla="*/ 177348 h 259369"/>
                <a:gd name="connsiteX20" fmla="*/ 3372 w 447701"/>
                <a:gd name="connsiteY20" fmla="*/ 176525 h 259369"/>
                <a:gd name="connsiteX21" fmla="*/ 2961 w 447701"/>
                <a:gd name="connsiteY21" fmla="*/ 175702 h 259369"/>
                <a:gd name="connsiteX22" fmla="*/ 2069 w 447701"/>
                <a:gd name="connsiteY22" fmla="*/ 174879 h 259369"/>
                <a:gd name="connsiteX23" fmla="*/ 1657 w 447701"/>
                <a:gd name="connsiteY23" fmla="*/ 174056 h 259369"/>
                <a:gd name="connsiteX24" fmla="*/ 1246 w 447701"/>
                <a:gd name="connsiteY24" fmla="*/ 173165 h 259369"/>
                <a:gd name="connsiteX25" fmla="*/ 423 w 447701"/>
                <a:gd name="connsiteY25" fmla="*/ 171930 h 259369"/>
                <a:gd name="connsiteX26" fmla="*/ 12 w 447701"/>
                <a:gd name="connsiteY26" fmla="*/ 171107 h 259369"/>
                <a:gd name="connsiteX27" fmla="*/ 12 w 447701"/>
                <a:gd name="connsiteY27" fmla="*/ 169873 h 259369"/>
                <a:gd name="connsiteX28" fmla="*/ 423 w 447701"/>
                <a:gd name="connsiteY28" fmla="*/ 168638 h 259369"/>
                <a:gd name="connsiteX29" fmla="*/ 835 w 447701"/>
                <a:gd name="connsiteY29" fmla="*/ 167335 h 259369"/>
                <a:gd name="connsiteX30" fmla="*/ 1657 w 447701"/>
                <a:gd name="connsiteY30" fmla="*/ 166101 h 259369"/>
                <a:gd name="connsiteX31" fmla="*/ 2480 w 447701"/>
                <a:gd name="connsiteY31" fmla="*/ 164866 h 259369"/>
                <a:gd name="connsiteX32" fmla="*/ 3783 w 447701"/>
                <a:gd name="connsiteY32" fmla="*/ 163632 h 259369"/>
                <a:gd name="connsiteX33" fmla="*/ 4606 w 447701"/>
                <a:gd name="connsiteY33" fmla="*/ 162397 h 259369"/>
                <a:gd name="connsiteX34" fmla="*/ 6664 w 447701"/>
                <a:gd name="connsiteY34" fmla="*/ 160683 h 259369"/>
                <a:gd name="connsiteX35" fmla="*/ 8790 w 447701"/>
                <a:gd name="connsiteY35" fmla="*/ 159037 h 259369"/>
                <a:gd name="connsiteX36" fmla="*/ 10847 w 447701"/>
                <a:gd name="connsiteY36" fmla="*/ 157391 h 259369"/>
                <a:gd name="connsiteX37" fmla="*/ 12493 w 447701"/>
                <a:gd name="connsiteY37" fmla="*/ 156568 h 259369"/>
                <a:gd name="connsiteX38" fmla="*/ 270217 w 447701"/>
                <a:gd name="connsiteY38" fmla="*/ 7475 h 259369"/>
                <a:gd name="connsiteX39" fmla="*/ 274400 w 447701"/>
                <a:gd name="connsiteY39" fmla="*/ 5418 h 259369"/>
                <a:gd name="connsiteX40" fmla="*/ 276937 w 447701"/>
                <a:gd name="connsiteY40" fmla="*/ 4526 h 259369"/>
                <a:gd name="connsiteX41" fmla="*/ 280229 w 447701"/>
                <a:gd name="connsiteY41" fmla="*/ 3292 h 259369"/>
                <a:gd name="connsiteX42" fmla="*/ 283178 w 447701"/>
                <a:gd name="connsiteY42" fmla="*/ 2469 h 259369"/>
                <a:gd name="connsiteX43" fmla="*/ 285236 w 447701"/>
                <a:gd name="connsiteY43" fmla="*/ 1646 h 259369"/>
                <a:gd name="connsiteX44" fmla="*/ 287704 w 447701"/>
                <a:gd name="connsiteY44" fmla="*/ 1234 h 259369"/>
                <a:gd name="connsiteX45" fmla="*/ 289830 w 447701"/>
                <a:gd name="connsiteY45" fmla="*/ 823 h 259369"/>
                <a:gd name="connsiteX46" fmla="*/ 292299 w 447701"/>
                <a:gd name="connsiteY46" fmla="*/ 411 h 259369"/>
                <a:gd name="connsiteX47" fmla="*/ 294426 w 447701"/>
                <a:gd name="connsiteY47" fmla="*/ 411 h 259369"/>
                <a:gd name="connsiteX48" fmla="*/ 296894 w 447701"/>
                <a:gd name="connsiteY48" fmla="*/ 0 h 259369"/>
                <a:gd name="connsiteX49" fmla="*/ 308553 w 447701"/>
                <a:gd name="connsiteY49" fmla="*/ 0 h 259369"/>
                <a:gd name="connsiteX50" fmla="*/ 310199 w 447701"/>
                <a:gd name="connsiteY50" fmla="*/ 411 h 259369"/>
                <a:gd name="connsiteX51" fmla="*/ 313148 w 447701"/>
                <a:gd name="connsiteY51" fmla="*/ 411 h 259369"/>
                <a:gd name="connsiteX52" fmla="*/ 314794 w 447701"/>
                <a:gd name="connsiteY52" fmla="*/ 823 h 259369"/>
                <a:gd name="connsiteX53" fmla="*/ 316028 w 447701"/>
                <a:gd name="connsiteY53" fmla="*/ 1234 h 259369"/>
                <a:gd name="connsiteX54" fmla="*/ 317742 w 447701"/>
                <a:gd name="connsiteY54" fmla="*/ 1234 h 259369"/>
                <a:gd name="connsiteX55" fmla="*/ 318977 w 447701"/>
                <a:gd name="connsiteY55" fmla="*/ 1646 h 259369"/>
                <a:gd name="connsiteX56" fmla="*/ 320623 w 447701"/>
                <a:gd name="connsiteY56" fmla="*/ 2057 h 259369"/>
                <a:gd name="connsiteX57" fmla="*/ 321858 w 447701"/>
                <a:gd name="connsiteY57" fmla="*/ 2469 h 259369"/>
                <a:gd name="connsiteX58" fmla="*/ 323572 w 447701"/>
                <a:gd name="connsiteY58" fmla="*/ 2880 h 259369"/>
                <a:gd name="connsiteX59" fmla="*/ 326864 w 447701"/>
                <a:gd name="connsiteY59" fmla="*/ 4115 h 259369"/>
                <a:gd name="connsiteX60" fmla="*/ 327687 w 447701"/>
                <a:gd name="connsiteY60" fmla="*/ 4115 h 259369"/>
                <a:gd name="connsiteX61" fmla="*/ 328921 w 447701"/>
                <a:gd name="connsiteY61" fmla="*/ 4526 h 259369"/>
                <a:gd name="connsiteX62" fmla="*/ 329813 w 447701"/>
                <a:gd name="connsiteY62" fmla="*/ 5006 h 259369"/>
                <a:gd name="connsiteX63" fmla="*/ 330636 w 447701"/>
                <a:gd name="connsiteY63" fmla="*/ 5418 h 259369"/>
                <a:gd name="connsiteX64" fmla="*/ 331458 w 447701"/>
                <a:gd name="connsiteY64" fmla="*/ 5829 h 259369"/>
                <a:gd name="connsiteX65" fmla="*/ 331870 w 447701"/>
                <a:gd name="connsiteY65" fmla="*/ 6241 h 259369"/>
                <a:gd name="connsiteX66" fmla="*/ 332693 w 447701"/>
                <a:gd name="connsiteY66" fmla="*/ 6652 h 259369"/>
                <a:gd name="connsiteX67" fmla="*/ 333516 w 447701"/>
                <a:gd name="connsiteY67" fmla="*/ 6652 h 259369"/>
                <a:gd name="connsiteX68" fmla="*/ 333928 w 447701"/>
                <a:gd name="connsiteY68" fmla="*/ 7064 h 259369"/>
                <a:gd name="connsiteX69" fmla="*/ 334339 w 447701"/>
                <a:gd name="connsiteY69" fmla="*/ 7064 h 259369"/>
                <a:gd name="connsiteX70" fmla="*/ 334751 w 447701"/>
                <a:gd name="connsiteY70" fmla="*/ 7475 h 259369"/>
                <a:gd name="connsiteX71" fmla="*/ 335162 w 447701"/>
                <a:gd name="connsiteY71" fmla="*/ 7475 h 25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47701" h="259369">
                  <a:moveTo>
                    <a:pt x="447702" y="72832"/>
                  </a:moveTo>
                  <a:cubicBezTo>
                    <a:pt x="340237" y="134897"/>
                    <a:pt x="232840" y="197373"/>
                    <a:pt x="125376" y="259370"/>
                  </a:cubicBezTo>
                  <a:lnTo>
                    <a:pt x="125376" y="248945"/>
                  </a:lnTo>
                  <a:lnTo>
                    <a:pt x="12493" y="183589"/>
                  </a:lnTo>
                  <a:cubicBezTo>
                    <a:pt x="12181" y="183545"/>
                    <a:pt x="11892" y="183401"/>
                    <a:pt x="11670" y="183177"/>
                  </a:cubicBezTo>
                  <a:cubicBezTo>
                    <a:pt x="11258" y="183177"/>
                    <a:pt x="11258" y="183177"/>
                    <a:pt x="11258" y="182766"/>
                  </a:cubicBezTo>
                  <a:lnTo>
                    <a:pt x="10435" y="182766"/>
                  </a:lnTo>
                  <a:cubicBezTo>
                    <a:pt x="10435" y="182354"/>
                    <a:pt x="10435" y="182354"/>
                    <a:pt x="10024" y="182354"/>
                  </a:cubicBezTo>
                  <a:cubicBezTo>
                    <a:pt x="10024" y="182127"/>
                    <a:pt x="9840" y="181943"/>
                    <a:pt x="9613" y="181943"/>
                  </a:cubicBezTo>
                  <a:lnTo>
                    <a:pt x="9201" y="181531"/>
                  </a:lnTo>
                  <a:cubicBezTo>
                    <a:pt x="8974" y="181531"/>
                    <a:pt x="8790" y="181347"/>
                    <a:pt x="8790" y="181120"/>
                  </a:cubicBezTo>
                  <a:cubicBezTo>
                    <a:pt x="8310" y="181120"/>
                    <a:pt x="8310" y="181120"/>
                    <a:pt x="7898" y="180708"/>
                  </a:cubicBezTo>
                  <a:lnTo>
                    <a:pt x="7487" y="180297"/>
                  </a:lnTo>
                  <a:cubicBezTo>
                    <a:pt x="7075" y="180297"/>
                    <a:pt x="7075" y="179885"/>
                    <a:pt x="6664" y="179885"/>
                  </a:cubicBezTo>
                  <a:cubicBezTo>
                    <a:pt x="6702" y="179661"/>
                    <a:pt x="6551" y="179449"/>
                    <a:pt x="6327" y="179411"/>
                  </a:cubicBezTo>
                  <a:cubicBezTo>
                    <a:pt x="6302" y="179407"/>
                    <a:pt x="6277" y="179405"/>
                    <a:pt x="6252" y="179405"/>
                  </a:cubicBezTo>
                  <a:lnTo>
                    <a:pt x="5429" y="178582"/>
                  </a:lnTo>
                  <a:lnTo>
                    <a:pt x="5018" y="178171"/>
                  </a:lnTo>
                  <a:lnTo>
                    <a:pt x="4606" y="177759"/>
                  </a:lnTo>
                  <a:cubicBezTo>
                    <a:pt x="4606" y="177532"/>
                    <a:pt x="4422" y="177348"/>
                    <a:pt x="4195" y="177348"/>
                  </a:cubicBezTo>
                  <a:cubicBezTo>
                    <a:pt x="3783" y="176936"/>
                    <a:pt x="3783" y="176525"/>
                    <a:pt x="3372" y="176525"/>
                  </a:cubicBezTo>
                  <a:cubicBezTo>
                    <a:pt x="3328" y="176213"/>
                    <a:pt x="3184" y="175924"/>
                    <a:pt x="2961" y="175702"/>
                  </a:cubicBezTo>
                  <a:cubicBezTo>
                    <a:pt x="2480" y="175290"/>
                    <a:pt x="2480" y="174879"/>
                    <a:pt x="2069" y="174879"/>
                  </a:cubicBezTo>
                  <a:cubicBezTo>
                    <a:pt x="2025" y="174567"/>
                    <a:pt x="1881" y="174278"/>
                    <a:pt x="1657" y="174056"/>
                  </a:cubicBezTo>
                  <a:cubicBezTo>
                    <a:pt x="1425" y="173813"/>
                    <a:pt x="1280" y="173499"/>
                    <a:pt x="1246" y="173165"/>
                  </a:cubicBezTo>
                  <a:cubicBezTo>
                    <a:pt x="835" y="172753"/>
                    <a:pt x="835" y="172342"/>
                    <a:pt x="423" y="171930"/>
                  </a:cubicBezTo>
                  <a:cubicBezTo>
                    <a:pt x="390" y="171615"/>
                    <a:pt x="244" y="171322"/>
                    <a:pt x="12" y="171107"/>
                  </a:cubicBezTo>
                  <a:lnTo>
                    <a:pt x="12" y="169873"/>
                  </a:lnTo>
                  <a:cubicBezTo>
                    <a:pt x="-45" y="169420"/>
                    <a:pt x="107" y="168967"/>
                    <a:pt x="423" y="168638"/>
                  </a:cubicBezTo>
                  <a:cubicBezTo>
                    <a:pt x="423" y="168227"/>
                    <a:pt x="835" y="167747"/>
                    <a:pt x="835" y="167335"/>
                  </a:cubicBezTo>
                  <a:cubicBezTo>
                    <a:pt x="835" y="166923"/>
                    <a:pt x="1657" y="166512"/>
                    <a:pt x="1657" y="166101"/>
                  </a:cubicBezTo>
                  <a:cubicBezTo>
                    <a:pt x="1657" y="165689"/>
                    <a:pt x="2480" y="165278"/>
                    <a:pt x="2480" y="164866"/>
                  </a:cubicBezTo>
                  <a:lnTo>
                    <a:pt x="3783" y="163632"/>
                  </a:lnTo>
                  <a:cubicBezTo>
                    <a:pt x="3783" y="163220"/>
                    <a:pt x="4195" y="162809"/>
                    <a:pt x="4606" y="162397"/>
                  </a:cubicBezTo>
                  <a:cubicBezTo>
                    <a:pt x="5018" y="161986"/>
                    <a:pt x="5841" y="161094"/>
                    <a:pt x="6664" y="160683"/>
                  </a:cubicBezTo>
                  <a:cubicBezTo>
                    <a:pt x="7160" y="159904"/>
                    <a:pt x="7911" y="159322"/>
                    <a:pt x="8790" y="159037"/>
                  </a:cubicBezTo>
                  <a:cubicBezTo>
                    <a:pt x="9391" y="158390"/>
                    <a:pt x="10084" y="157836"/>
                    <a:pt x="10847" y="157391"/>
                  </a:cubicBezTo>
                  <a:cubicBezTo>
                    <a:pt x="11258" y="156980"/>
                    <a:pt x="11670" y="156980"/>
                    <a:pt x="12493" y="156568"/>
                  </a:cubicBezTo>
                  <a:lnTo>
                    <a:pt x="270217" y="7475"/>
                  </a:lnTo>
                  <a:cubicBezTo>
                    <a:pt x="271658" y="6889"/>
                    <a:pt x="273056" y="6201"/>
                    <a:pt x="274400" y="5418"/>
                  </a:cubicBezTo>
                  <a:cubicBezTo>
                    <a:pt x="275167" y="4931"/>
                    <a:pt x="276035" y="4626"/>
                    <a:pt x="276937" y="4526"/>
                  </a:cubicBezTo>
                  <a:lnTo>
                    <a:pt x="280229" y="3292"/>
                  </a:lnTo>
                  <a:cubicBezTo>
                    <a:pt x="281147" y="2820"/>
                    <a:pt x="282150" y="2540"/>
                    <a:pt x="283178" y="2469"/>
                  </a:cubicBezTo>
                  <a:cubicBezTo>
                    <a:pt x="284001" y="2057"/>
                    <a:pt x="284824" y="2057"/>
                    <a:pt x="285236" y="1646"/>
                  </a:cubicBezTo>
                  <a:cubicBezTo>
                    <a:pt x="286080" y="1711"/>
                    <a:pt x="286927" y="1570"/>
                    <a:pt x="287704" y="1234"/>
                  </a:cubicBezTo>
                  <a:cubicBezTo>
                    <a:pt x="288435" y="1263"/>
                    <a:pt x="289163" y="1123"/>
                    <a:pt x="289830" y="823"/>
                  </a:cubicBezTo>
                  <a:cubicBezTo>
                    <a:pt x="290675" y="888"/>
                    <a:pt x="291522" y="747"/>
                    <a:pt x="292299" y="411"/>
                  </a:cubicBezTo>
                  <a:lnTo>
                    <a:pt x="294426" y="411"/>
                  </a:lnTo>
                  <a:cubicBezTo>
                    <a:pt x="295248" y="411"/>
                    <a:pt x="296071" y="0"/>
                    <a:pt x="296894" y="0"/>
                  </a:cubicBezTo>
                  <a:lnTo>
                    <a:pt x="308553" y="0"/>
                  </a:lnTo>
                  <a:cubicBezTo>
                    <a:pt x="308964" y="0"/>
                    <a:pt x="309376" y="411"/>
                    <a:pt x="310199" y="411"/>
                  </a:cubicBezTo>
                  <a:lnTo>
                    <a:pt x="313148" y="411"/>
                  </a:lnTo>
                  <a:cubicBezTo>
                    <a:pt x="313559" y="823"/>
                    <a:pt x="313971" y="823"/>
                    <a:pt x="314794" y="823"/>
                  </a:cubicBezTo>
                  <a:cubicBezTo>
                    <a:pt x="315246" y="766"/>
                    <a:pt x="315700" y="918"/>
                    <a:pt x="316028" y="1234"/>
                  </a:cubicBezTo>
                  <a:lnTo>
                    <a:pt x="317742" y="1234"/>
                  </a:lnTo>
                  <a:cubicBezTo>
                    <a:pt x="318154" y="1234"/>
                    <a:pt x="318565" y="1646"/>
                    <a:pt x="318977" y="1646"/>
                  </a:cubicBezTo>
                  <a:cubicBezTo>
                    <a:pt x="319389" y="1646"/>
                    <a:pt x="320212" y="2057"/>
                    <a:pt x="320623" y="2057"/>
                  </a:cubicBezTo>
                  <a:cubicBezTo>
                    <a:pt x="321076" y="2001"/>
                    <a:pt x="321529" y="2152"/>
                    <a:pt x="321858" y="2469"/>
                  </a:cubicBezTo>
                  <a:cubicBezTo>
                    <a:pt x="322459" y="2414"/>
                    <a:pt x="323061" y="2558"/>
                    <a:pt x="323572" y="2880"/>
                  </a:cubicBezTo>
                  <a:cubicBezTo>
                    <a:pt x="326452" y="3703"/>
                    <a:pt x="326864" y="3703"/>
                    <a:pt x="326864" y="4115"/>
                  </a:cubicBezTo>
                  <a:lnTo>
                    <a:pt x="327687" y="4115"/>
                  </a:lnTo>
                  <a:cubicBezTo>
                    <a:pt x="328015" y="4431"/>
                    <a:pt x="328469" y="4583"/>
                    <a:pt x="328921" y="4526"/>
                  </a:cubicBezTo>
                  <a:cubicBezTo>
                    <a:pt x="329160" y="4776"/>
                    <a:pt x="329472" y="4944"/>
                    <a:pt x="329813" y="5006"/>
                  </a:cubicBezTo>
                  <a:cubicBezTo>
                    <a:pt x="330034" y="5230"/>
                    <a:pt x="330324" y="5374"/>
                    <a:pt x="330636" y="5418"/>
                  </a:cubicBezTo>
                  <a:cubicBezTo>
                    <a:pt x="330951" y="5450"/>
                    <a:pt x="331243" y="5596"/>
                    <a:pt x="331458" y="5829"/>
                  </a:cubicBezTo>
                  <a:cubicBezTo>
                    <a:pt x="331686" y="5829"/>
                    <a:pt x="331870" y="6013"/>
                    <a:pt x="331870" y="6241"/>
                  </a:cubicBezTo>
                  <a:cubicBezTo>
                    <a:pt x="332281" y="6241"/>
                    <a:pt x="332693" y="6241"/>
                    <a:pt x="332693" y="6652"/>
                  </a:cubicBezTo>
                  <a:lnTo>
                    <a:pt x="333516" y="6652"/>
                  </a:lnTo>
                  <a:cubicBezTo>
                    <a:pt x="333516" y="6879"/>
                    <a:pt x="333700" y="7064"/>
                    <a:pt x="333928" y="7064"/>
                  </a:cubicBezTo>
                  <a:lnTo>
                    <a:pt x="334339" y="7064"/>
                  </a:lnTo>
                  <a:cubicBezTo>
                    <a:pt x="334339" y="7291"/>
                    <a:pt x="334523" y="7475"/>
                    <a:pt x="334751" y="7475"/>
                  </a:cubicBezTo>
                  <a:lnTo>
                    <a:pt x="335162" y="7475"/>
                  </a:lnTo>
                  <a:close/>
                </a:path>
              </a:pathLst>
            </a:custGeom>
            <a:solidFill>
              <a:srgbClr val="CBD1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9B2B38B-C894-6730-F521-F5E888CF4172}"/>
                </a:ext>
              </a:extLst>
            </p:cNvPr>
            <p:cNvSpPr/>
            <p:nvPr/>
          </p:nvSpPr>
          <p:spPr>
            <a:xfrm>
              <a:off x="5596306" y="4916363"/>
              <a:ext cx="65014" cy="18036"/>
            </a:xfrm>
            <a:custGeom>
              <a:avLst/>
              <a:gdLst>
                <a:gd name="connsiteX0" fmla="*/ 65014 w 65014"/>
                <a:gd name="connsiteY0" fmla="*/ 8024 h 18036"/>
                <a:gd name="connsiteX1" fmla="*/ 65014 w 65014"/>
                <a:gd name="connsiteY1" fmla="*/ 18037 h 18036"/>
                <a:gd name="connsiteX2" fmla="*/ 64603 w 65014"/>
                <a:gd name="connsiteY2" fmla="*/ 18037 h 18036"/>
                <a:gd name="connsiteX3" fmla="*/ 64191 w 65014"/>
                <a:gd name="connsiteY3" fmla="*/ 17625 h 18036"/>
                <a:gd name="connsiteX4" fmla="*/ 63779 w 65014"/>
                <a:gd name="connsiteY4" fmla="*/ 17625 h 18036"/>
                <a:gd name="connsiteX5" fmla="*/ 63368 w 65014"/>
                <a:gd name="connsiteY5" fmla="*/ 17214 h 18036"/>
                <a:gd name="connsiteX6" fmla="*/ 62545 w 65014"/>
                <a:gd name="connsiteY6" fmla="*/ 17214 h 18036"/>
                <a:gd name="connsiteX7" fmla="*/ 61722 w 65014"/>
                <a:gd name="connsiteY7" fmla="*/ 16802 h 18036"/>
                <a:gd name="connsiteX8" fmla="*/ 61311 w 65014"/>
                <a:gd name="connsiteY8" fmla="*/ 16391 h 18036"/>
                <a:gd name="connsiteX9" fmla="*/ 60488 w 65014"/>
                <a:gd name="connsiteY9" fmla="*/ 15979 h 18036"/>
                <a:gd name="connsiteX10" fmla="*/ 59665 w 65014"/>
                <a:gd name="connsiteY10" fmla="*/ 15568 h 18036"/>
                <a:gd name="connsiteX11" fmla="*/ 58773 w 65014"/>
                <a:gd name="connsiteY11" fmla="*/ 15088 h 18036"/>
                <a:gd name="connsiteX12" fmla="*/ 57539 w 65014"/>
                <a:gd name="connsiteY12" fmla="*/ 14676 h 18036"/>
                <a:gd name="connsiteX13" fmla="*/ 56716 w 65014"/>
                <a:gd name="connsiteY13" fmla="*/ 14676 h 18036"/>
                <a:gd name="connsiteX14" fmla="*/ 55893 w 65014"/>
                <a:gd name="connsiteY14" fmla="*/ 14265 h 18036"/>
                <a:gd name="connsiteX15" fmla="*/ 54178 w 65014"/>
                <a:gd name="connsiteY15" fmla="*/ 13853 h 18036"/>
                <a:gd name="connsiteX16" fmla="*/ 52944 w 65014"/>
                <a:gd name="connsiteY16" fmla="*/ 13442 h 18036"/>
                <a:gd name="connsiteX17" fmla="*/ 48829 w 65014"/>
                <a:gd name="connsiteY17" fmla="*/ 12207 h 18036"/>
                <a:gd name="connsiteX18" fmla="*/ 47595 w 65014"/>
                <a:gd name="connsiteY18" fmla="*/ 11796 h 18036"/>
                <a:gd name="connsiteX19" fmla="*/ 45880 w 65014"/>
                <a:gd name="connsiteY19" fmla="*/ 11796 h 18036"/>
                <a:gd name="connsiteX20" fmla="*/ 44646 w 65014"/>
                <a:gd name="connsiteY20" fmla="*/ 11384 h 18036"/>
                <a:gd name="connsiteX21" fmla="*/ 43000 w 65014"/>
                <a:gd name="connsiteY21" fmla="*/ 10973 h 18036"/>
                <a:gd name="connsiteX22" fmla="*/ 40394 w 65014"/>
                <a:gd name="connsiteY22" fmla="*/ 10973 h 18036"/>
                <a:gd name="connsiteX23" fmla="*/ 38748 w 65014"/>
                <a:gd name="connsiteY23" fmla="*/ 10561 h 18036"/>
                <a:gd name="connsiteX24" fmla="*/ 26678 w 65014"/>
                <a:gd name="connsiteY24" fmla="*/ 10561 h 18036"/>
                <a:gd name="connsiteX25" fmla="*/ 24209 w 65014"/>
                <a:gd name="connsiteY25" fmla="*/ 10973 h 18036"/>
                <a:gd name="connsiteX26" fmla="*/ 22083 w 65014"/>
                <a:gd name="connsiteY26" fmla="*/ 10973 h 18036"/>
                <a:gd name="connsiteX27" fmla="*/ 19614 w 65014"/>
                <a:gd name="connsiteY27" fmla="*/ 11384 h 18036"/>
                <a:gd name="connsiteX28" fmla="*/ 17488 w 65014"/>
                <a:gd name="connsiteY28" fmla="*/ 11796 h 18036"/>
                <a:gd name="connsiteX29" fmla="*/ 15019 w 65014"/>
                <a:gd name="connsiteY29" fmla="*/ 12207 h 18036"/>
                <a:gd name="connsiteX30" fmla="*/ 12962 w 65014"/>
                <a:gd name="connsiteY30" fmla="*/ 13030 h 18036"/>
                <a:gd name="connsiteX31" fmla="*/ 10013 w 65014"/>
                <a:gd name="connsiteY31" fmla="*/ 13853 h 18036"/>
                <a:gd name="connsiteX32" fmla="*/ 6721 w 65014"/>
                <a:gd name="connsiteY32" fmla="*/ 15088 h 18036"/>
                <a:gd name="connsiteX33" fmla="*/ 4184 w 65014"/>
                <a:gd name="connsiteY33" fmla="*/ 15979 h 18036"/>
                <a:gd name="connsiteX34" fmla="*/ 0 w 65014"/>
                <a:gd name="connsiteY34" fmla="*/ 18037 h 18036"/>
                <a:gd name="connsiteX35" fmla="*/ 0 w 65014"/>
                <a:gd name="connsiteY35" fmla="*/ 8024 h 18036"/>
                <a:gd name="connsiteX36" fmla="*/ 4183 w 65014"/>
                <a:gd name="connsiteY36" fmla="*/ 5966 h 18036"/>
                <a:gd name="connsiteX37" fmla="*/ 6721 w 65014"/>
                <a:gd name="connsiteY37" fmla="*/ 4732 h 18036"/>
                <a:gd name="connsiteX38" fmla="*/ 10013 w 65014"/>
                <a:gd name="connsiteY38" fmla="*/ 3429 h 18036"/>
                <a:gd name="connsiteX39" fmla="*/ 12962 w 65014"/>
                <a:gd name="connsiteY39" fmla="*/ 2606 h 18036"/>
                <a:gd name="connsiteX40" fmla="*/ 15019 w 65014"/>
                <a:gd name="connsiteY40" fmla="*/ 2195 h 18036"/>
                <a:gd name="connsiteX41" fmla="*/ 17488 w 65014"/>
                <a:gd name="connsiteY41" fmla="*/ 1372 h 18036"/>
                <a:gd name="connsiteX42" fmla="*/ 19820 w 65014"/>
                <a:gd name="connsiteY42" fmla="*/ 823 h 18036"/>
                <a:gd name="connsiteX43" fmla="*/ 22289 w 65014"/>
                <a:gd name="connsiteY43" fmla="*/ 823 h 18036"/>
                <a:gd name="connsiteX44" fmla="*/ 24414 w 65014"/>
                <a:gd name="connsiteY44" fmla="*/ 411 h 18036"/>
                <a:gd name="connsiteX45" fmla="*/ 26883 w 65014"/>
                <a:gd name="connsiteY45" fmla="*/ 0 h 18036"/>
                <a:gd name="connsiteX46" fmla="*/ 38542 w 65014"/>
                <a:gd name="connsiteY46" fmla="*/ 0 h 18036"/>
                <a:gd name="connsiteX47" fmla="*/ 40188 w 65014"/>
                <a:gd name="connsiteY47" fmla="*/ 411 h 18036"/>
                <a:gd name="connsiteX48" fmla="*/ 41423 w 65014"/>
                <a:gd name="connsiteY48" fmla="*/ 411 h 18036"/>
                <a:gd name="connsiteX49" fmla="*/ 43137 w 65014"/>
                <a:gd name="connsiteY49" fmla="*/ 823 h 18036"/>
                <a:gd name="connsiteX50" fmla="*/ 44783 w 65014"/>
                <a:gd name="connsiteY50" fmla="*/ 823 h 18036"/>
                <a:gd name="connsiteX51" fmla="*/ 46017 w 65014"/>
                <a:gd name="connsiteY51" fmla="*/ 1234 h 18036"/>
                <a:gd name="connsiteX52" fmla="*/ 47732 w 65014"/>
                <a:gd name="connsiteY52" fmla="*/ 1234 h 18036"/>
                <a:gd name="connsiteX53" fmla="*/ 48966 w 65014"/>
                <a:gd name="connsiteY53" fmla="*/ 1646 h 18036"/>
                <a:gd name="connsiteX54" fmla="*/ 50612 w 65014"/>
                <a:gd name="connsiteY54" fmla="*/ 2057 h 18036"/>
                <a:gd name="connsiteX55" fmla="*/ 51846 w 65014"/>
                <a:gd name="connsiteY55" fmla="*/ 2469 h 18036"/>
                <a:gd name="connsiteX56" fmla="*/ 53561 w 65014"/>
                <a:gd name="connsiteY56" fmla="*/ 2880 h 18036"/>
                <a:gd name="connsiteX57" fmla="*/ 54795 w 65014"/>
                <a:gd name="connsiteY57" fmla="*/ 3292 h 18036"/>
                <a:gd name="connsiteX58" fmla="*/ 56030 w 65014"/>
                <a:gd name="connsiteY58" fmla="*/ 3772 h 18036"/>
                <a:gd name="connsiteX59" fmla="*/ 56853 w 65014"/>
                <a:gd name="connsiteY59" fmla="*/ 4183 h 18036"/>
                <a:gd name="connsiteX60" fmla="*/ 57676 w 65014"/>
                <a:gd name="connsiteY60" fmla="*/ 4183 h 18036"/>
                <a:gd name="connsiteX61" fmla="*/ 58910 w 65014"/>
                <a:gd name="connsiteY61" fmla="*/ 4595 h 18036"/>
                <a:gd name="connsiteX62" fmla="*/ 59802 w 65014"/>
                <a:gd name="connsiteY62" fmla="*/ 5006 h 18036"/>
                <a:gd name="connsiteX63" fmla="*/ 61859 w 65014"/>
                <a:gd name="connsiteY63" fmla="*/ 6241 h 18036"/>
                <a:gd name="connsiteX64" fmla="*/ 62682 w 65014"/>
                <a:gd name="connsiteY64" fmla="*/ 6652 h 18036"/>
                <a:gd name="connsiteX65" fmla="*/ 63505 w 65014"/>
                <a:gd name="connsiteY65" fmla="*/ 6652 h 18036"/>
                <a:gd name="connsiteX66" fmla="*/ 63917 w 65014"/>
                <a:gd name="connsiteY66" fmla="*/ 7064 h 18036"/>
                <a:gd name="connsiteX67" fmla="*/ 64328 w 65014"/>
                <a:gd name="connsiteY67" fmla="*/ 7475 h 18036"/>
                <a:gd name="connsiteX68" fmla="*/ 64740 w 65014"/>
                <a:gd name="connsiteY68" fmla="*/ 7475 h 1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5014" h="18036">
                  <a:moveTo>
                    <a:pt x="65014" y="8024"/>
                  </a:moveTo>
                  <a:lnTo>
                    <a:pt x="65014" y="18037"/>
                  </a:lnTo>
                  <a:lnTo>
                    <a:pt x="64603" y="18037"/>
                  </a:lnTo>
                  <a:cubicBezTo>
                    <a:pt x="64375" y="18037"/>
                    <a:pt x="64191" y="17852"/>
                    <a:pt x="64191" y="17625"/>
                  </a:cubicBezTo>
                  <a:lnTo>
                    <a:pt x="63779" y="17625"/>
                  </a:lnTo>
                  <a:cubicBezTo>
                    <a:pt x="63552" y="17625"/>
                    <a:pt x="63368" y="17441"/>
                    <a:pt x="63368" y="17214"/>
                  </a:cubicBezTo>
                  <a:lnTo>
                    <a:pt x="62545" y="17214"/>
                  </a:lnTo>
                  <a:cubicBezTo>
                    <a:pt x="62545" y="16802"/>
                    <a:pt x="62133" y="16802"/>
                    <a:pt x="61722" y="16802"/>
                  </a:cubicBezTo>
                  <a:cubicBezTo>
                    <a:pt x="61722" y="16575"/>
                    <a:pt x="61538" y="16391"/>
                    <a:pt x="61311" y="16391"/>
                  </a:cubicBezTo>
                  <a:cubicBezTo>
                    <a:pt x="61095" y="16158"/>
                    <a:pt x="60803" y="16012"/>
                    <a:pt x="60488" y="15979"/>
                  </a:cubicBezTo>
                  <a:cubicBezTo>
                    <a:pt x="60176" y="15936"/>
                    <a:pt x="59887" y="15791"/>
                    <a:pt x="59665" y="15568"/>
                  </a:cubicBezTo>
                  <a:cubicBezTo>
                    <a:pt x="59324" y="15505"/>
                    <a:pt x="59013" y="15338"/>
                    <a:pt x="58773" y="15088"/>
                  </a:cubicBezTo>
                  <a:cubicBezTo>
                    <a:pt x="58321" y="15144"/>
                    <a:pt x="57867" y="14993"/>
                    <a:pt x="57539" y="14676"/>
                  </a:cubicBezTo>
                  <a:lnTo>
                    <a:pt x="56716" y="14676"/>
                  </a:lnTo>
                  <a:cubicBezTo>
                    <a:pt x="56716" y="14265"/>
                    <a:pt x="56304" y="14265"/>
                    <a:pt x="55893" y="14265"/>
                  </a:cubicBezTo>
                  <a:cubicBezTo>
                    <a:pt x="55382" y="13943"/>
                    <a:pt x="54779" y="13798"/>
                    <a:pt x="54178" y="13853"/>
                  </a:cubicBezTo>
                  <a:cubicBezTo>
                    <a:pt x="53850" y="13536"/>
                    <a:pt x="53396" y="13385"/>
                    <a:pt x="52944" y="13442"/>
                  </a:cubicBezTo>
                  <a:cubicBezTo>
                    <a:pt x="50063" y="12618"/>
                    <a:pt x="49240" y="12207"/>
                    <a:pt x="48829" y="12207"/>
                  </a:cubicBezTo>
                  <a:cubicBezTo>
                    <a:pt x="48417" y="12207"/>
                    <a:pt x="48006" y="11796"/>
                    <a:pt x="47595" y="11796"/>
                  </a:cubicBezTo>
                  <a:lnTo>
                    <a:pt x="45880" y="11796"/>
                  </a:lnTo>
                  <a:cubicBezTo>
                    <a:pt x="45552" y="11479"/>
                    <a:pt x="45098" y="11328"/>
                    <a:pt x="44646" y="11384"/>
                  </a:cubicBezTo>
                  <a:cubicBezTo>
                    <a:pt x="43823" y="11384"/>
                    <a:pt x="43411" y="11384"/>
                    <a:pt x="43000" y="10973"/>
                  </a:cubicBezTo>
                  <a:lnTo>
                    <a:pt x="40394" y="10973"/>
                  </a:lnTo>
                  <a:cubicBezTo>
                    <a:pt x="39571" y="10973"/>
                    <a:pt x="39159" y="10561"/>
                    <a:pt x="38748" y="10561"/>
                  </a:cubicBezTo>
                  <a:lnTo>
                    <a:pt x="26678" y="10561"/>
                  </a:lnTo>
                  <a:cubicBezTo>
                    <a:pt x="25855" y="10561"/>
                    <a:pt x="25032" y="10973"/>
                    <a:pt x="24209" y="10973"/>
                  </a:cubicBezTo>
                  <a:lnTo>
                    <a:pt x="22083" y="10973"/>
                  </a:lnTo>
                  <a:cubicBezTo>
                    <a:pt x="21306" y="11308"/>
                    <a:pt x="20458" y="11449"/>
                    <a:pt x="19614" y="11384"/>
                  </a:cubicBezTo>
                  <a:cubicBezTo>
                    <a:pt x="18947" y="11684"/>
                    <a:pt x="18219" y="11824"/>
                    <a:pt x="17488" y="11796"/>
                  </a:cubicBezTo>
                  <a:cubicBezTo>
                    <a:pt x="16711" y="12131"/>
                    <a:pt x="15864" y="12272"/>
                    <a:pt x="15019" y="12207"/>
                  </a:cubicBezTo>
                  <a:cubicBezTo>
                    <a:pt x="14608" y="12618"/>
                    <a:pt x="13785" y="12618"/>
                    <a:pt x="12962" y="13030"/>
                  </a:cubicBezTo>
                  <a:cubicBezTo>
                    <a:pt x="11933" y="13102"/>
                    <a:pt x="10930" y="13382"/>
                    <a:pt x="10013" y="13853"/>
                  </a:cubicBezTo>
                  <a:lnTo>
                    <a:pt x="6721" y="15088"/>
                  </a:lnTo>
                  <a:cubicBezTo>
                    <a:pt x="5819" y="15188"/>
                    <a:pt x="4951" y="15493"/>
                    <a:pt x="4184" y="15979"/>
                  </a:cubicBezTo>
                  <a:cubicBezTo>
                    <a:pt x="2839" y="16763"/>
                    <a:pt x="1442" y="17450"/>
                    <a:pt x="0" y="18037"/>
                  </a:cubicBezTo>
                  <a:lnTo>
                    <a:pt x="0" y="8024"/>
                  </a:lnTo>
                  <a:cubicBezTo>
                    <a:pt x="1267" y="7104"/>
                    <a:pt x="2682" y="6408"/>
                    <a:pt x="4183" y="5966"/>
                  </a:cubicBezTo>
                  <a:lnTo>
                    <a:pt x="6721" y="4732"/>
                  </a:lnTo>
                  <a:cubicBezTo>
                    <a:pt x="7956" y="4321"/>
                    <a:pt x="8778" y="3909"/>
                    <a:pt x="10013" y="3429"/>
                  </a:cubicBezTo>
                  <a:cubicBezTo>
                    <a:pt x="11247" y="2949"/>
                    <a:pt x="12070" y="3018"/>
                    <a:pt x="12962" y="2606"/>
                  </a:cubicBezTo>
                  <a:cubicBezTo>
                    <a:pt x="13605" y="2307"/>
                    <a:pt x="14310" y="2166"/>
                    <a:pt x="15019" y="2195"/>
                  </a:cubicBezTo>
                  <a:cubicBezTo>
                    <a:pt x="15842" y="1783"/>
                    <a:pt x="16665" y="1783"/>
                    <a:pt x="17488" y="1372"/>
                  </a:cubicBezTo>
                  <a:cubicBezTo>
                    <a:pt x="18299" y="1392"/>
                    <a:pt x="19102" y="1203"/>
                    <a:pt x="19820" y="823"/>
                  </a:cubicBezTo>
                  <a:lnTo>
                    <a:pt x="22289" y="823"/>
                  </a:lnTo>
                  <a:cubicBezTo>
                    <a:pt x="22929" y="445"/>
                    <a:pt x="23679" y="299"/>
                    <a:pt x="24414" y="411"/>
                  </a:cubicBezTo>
                  <a:cubicBezTo>
                    <a:pt x="25259" y="477"/>
                    <a:pt x="26106" y="336"/>
                    <a:pt x="26883" y="0"/>
                  </a:cubicBezTo>
                  <a:lnTo>
                    <a:pt x="38542" y="0"/>
                  </a:lnTo>
                  <a:cubicBezTo>
                    <a:pt x="38953" y="411"/>
                    <a:pt x="39365" y="411"/>
                    <a:pt x="40188" y="411"/>
                  </a:cubicBezTo>
                  <a:lnTo>
                    <a:pt x="41423" y="411"/>
                  </a:lnTo>
                  <a:cubicBezTo>
                    <a:pt x="42025" y="339"/>
                    <a:pt x="42633" y="485"/>
                    <a:pt x="43137" y="823"/>
                  </a:cubicBezTo>
                  <a:lnTo>
                    <a:pt x="44783" y="823"/>
                  </a:lnTo>
                  <a:cubicBezTo>
                    <a:pt x="45194" y="823"/>
                    <a:pt x="45606" y="1234"/>
                    <a:pt x="46017" y="1234"/>
                  </a:cubicBezTo>
                  <a:lnTo>
                    <a:pt x="47732" y="1234"/>
                  </a:lnTo>
                  <a:cubicBezTo>
                    <a:pt x="48060" y="1551"/>
                    <a:pt x="48514" y="1702"/>
                    <a:pt x="48966" y="1646"/>
                  </a:cubicBezTo>
                  <a:cubicBezTo>
                    <a:pt x="49378" y="1646"/>
                    <a:pt x="50201" y="2057"/>
                    <a:pt x="50612" y="2057"/>
                  </a:cubicBezTo>
                  <a:cubicBezTo>
                    <a:pt x="51024" y="2057"/>
                    <a:pt x="51435" y="2469"/>
                    <a:pt x="51846" y="2469"/>
                  </a:cubicBezTo>
                  <a:cubicBezTo>
                    <a:pt x="52258" y="2469"/>
                    <a:pt x="53081" y="2880"/>
                    <a:pt x="53561" y="2880"/>
                  </a:cubicBezTo>
                  <a:cubicBezTo>
                    <a:pt x="54041" y="2880"/>
                    <a:pt x="54384" y="3292"/>
                    <a:pt x="54795" y="3292"/>
                  </a:cubicBezTo>
                  <a:cubicBezTo>
                    <a:pt x="55207" y="3292"/>
                    <a:pt x="55618" y="3772"/>
                    <a:pt x="56030" y="3772"/>
                  </a:cubicBezTo>
                  <a:cubicBezTo>
                    <a:pt x="56442" y="3772"/>
                    <a:pt x="56853" y="3772"/>
                    <a:pt x="56853" y="4183"/>
                  </a:cubicBezTo>
                  <a:lnTo>
                    <a:pt x="57676" y="4183"/>
                  </a:lnTo>
                  <a:cubicBezTo>
                    <a:pt x="58004" y="4500"/>
                    <a:pt x="58458" y="4651"/>
                    <a:pt x="58910" y="4595"/>
                  </a:cubicBezTo>
                  <a:cubicBezTo>
                    <a:pt x="58910" y="5006"/>
                    <a:pt x="59391" y="5006"/>
                    <a:pt x="59802" y="5006"/>
                  </a:cubicBezTo>
                  <a:lnTo>
                    <a:pt x="61859" y="6241"/>
                  </a:lnTo>
                  <a:cubicBezTo>
                    <a:pt x="62271" y="6241"/>
                    <a:pt x="62682" y="6241"/>
                    <a:pt x="62682" y="6652"/>
                  </a:cubicBezTo>
                  <a:lnTo>
                    <a:pt x="63505" y="6652"/>
                  </a:lnTo>
                  <a:cubicBezTo>
                    <a:pt x="63505" y="7064"/>
                    <a:pt x="63505" y="7064"/>
                    <a:pt x="63917" y="7064"/>
                  </a:cubicBezTo>
                  <a:cubicBezTo>
                    <a:pt x="64144" y="7064"/>
                    <a:pt x="64328" y="7248"/>
                    <a:pt x="64328" y="7475"/>
                  </a:cubicBezTo>
                  <a:lnTo>
                    <a:pt x="64740" y="7475"/>
                  </a:lnTo>
                  <a:close/>
                </a:path>
              </a:pathLst>
            </a:custGeom>
            <a:solidFill>
              <a:srgbClr val="BDCA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DE4D1EE-B3DC-DBD9-35E8-8FE2CAE6AF3A}"/>
                </a:ext>
              </a:extLst>
            </p:cNvPr>
            <p:cNvSpPr/>
            <p:nvPr/>
          </p:nvSpPr>
          <p:spPr>
            <a:xfrm>
              <a:off x="5558083" y="4038102"/>
              <a:ext cx="52384" cy="47071"/>
            </a:xfrm>
            <a:custGeom>
              <a:avLst/>
              <a:gdLst>
                <a:gd name="connsiteX0" fmla="*/ 52076 w 52384"/>
                <a:gd name="connsiteY0" fmla="*/ 6472 h 47071"/>
                <a:gd name="connsiteX1" fmla="*/ 52076 w 52384"/>
                <a:gd name="connsiteY1" fmla="*/ 11478 h 47071"/>
                <a:gd name="connsiteX2" fmla="*/ 50361 w 52384"/>
                <a:gd name="connsiteY2" fmla="*/ 17307 h 47071"/>
                <a:gd name="connsiteX3" fmla="*/ 45835 w 52384"/>
                <a:gd name="connsiteY3" fmla="*/ 24165 h 47071"/>
                <a:gd name="connsiteX4" fmla="*/ 38291 w 52384"/>
                <a:gd name="connsiteY4" fmla="*/ 29171 h 47071"/>
                <a:gd name="connsiteX5" fmla="*/ 27524 w 52384"/>
                <a:gd name="connsiteY5" fmla="*/ 35412 h 47071"/>
                <a:gd name="connsiteX6" fmla="*/ 17511 w 52384"/>
                <a:gd name="connsiteY6" fmla="*/ 40830 h 47071"/>
                <a:gd name="connsiteX7" fmla="*/ 9556 w 52384"/>
                <a:gd name="connsiteY7" fmla="*/ 45837 h 47071"/>
                <a:gd name="connsiteX8" fmla="*/ 5853 w 52384"/>
                <a:gd name="connsiteY8" fmla="*/ 47071 h 47071"/>
                <a:gd name="connsiteX9" fmla="*/ 2904 w 52384"/>
                <a:gd name="connsiteY9" fmla="*/ 46248 h 47071"/>
                <a:gd name="connsiteX10" fmla="*/ 847 w 52384"/>
                <a:gd name="connsiteY10" fmla="*/ 43779 h 47071"/>
                <a:gd name="connsiteX11" fmla="*/ 23 w 52384"/>
                <a:gd name="connsiteY11" fmla="*/ 40008 h 47071"/>
                <a:gd name="connsiteX12" fmla="*/ 435 w 52384"/>
                <a:gd name="connsiteY12" fmla="*/ 35413 h 47071"/>
                <a:gd name="connsiteX13" fmla="*/ 2081 w 52384"/>
                <a:gd name="connsiteY13" fmla="*/ 29172 h 47071"/>
                <a:gd name="connsiteX14" fmla="*/ 6264 w 52384"/>
                <a:gd name="connsiteY14" fmla="*/ 22932 h 47071"/>
                <a:gd name="connsiteX15" fmla="*/ 14151 w 52384"/>
                <a:gd name="connsiteY15" fmla="*/ 17513 h 47071"/>
                <a:gd name="connsiteX16" fmla="*/ 24987 w 52384"/>
                <a:gd name="connsiteY16" fmla="*/ 11273 h 47071"/>
                <a:gd name="connsiteX17" fmla="*/ 34999 w 52384"/>
                <a:gd name="connsiteY17" fmla="*/ 5855 h 47071"/>
                <a:gd name="connsiteX18" fmla="*/ 42886 w 52384"/>
                <a:gd name="connsiteY18" fmla="*/ 1260 h 47071"/>
                <a:gd name="connsiteX19" fmla="*/ 46658 w 52384"/>
                <a:gd name="connsiteY19" fmla="*/ 26 h 47071"/>
                <a:gd name="connsiteX20" fmla="*/ 49538 w 52384"/>
                <a:gd name="connsiteY20" fmla="*/ 849 h 47071"/>
                <a:gd name="connsiteX21" fmla="*/ 51664 w 52384"/>
                <a:gd name="connsiteY21" fmla="*/ 2975 h 47071"/>
                <a:gd name="connsiteX22" fmla="*/ 52076 w 52384"/>
                <a:gd name="connsiteY22" fmla="*/ 6472 h 47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2384" h="47071">
                  <a:moveTo>
                    <a:pt x="52076" y="6472"/>
                  </a:moveTo>
                  <a:cubicBezTo>
                    <a:pt x="52488" y="8115"/>
                    <a:pt x="52488" y="9835"/>
                    <a:pt x="52076" y="11478"/>
                  </a:cubicBezTo>
                  <a:cubicBezTo>
                    <a:pt x="51987" y="13532"/>
                    <a:pt x="51399" y="15533"/>
                    <a:pt x="50361" y="17307"/>
                  </a:cubicBezTo>
                  <a:cubicBezTo>
                    <a:pt x="49278" y="19847"/>
                    <a:pt x="47745" y="22171"/>
                    <a:pt x="45835" y="24165"/>
                  </a:cubicBezTo>
                  <a:cubicBezTo>
                    <a:pt x="43605" y="26228"/>
                    <a:pt x="41058" y="27918"/>
                    <a:pt x="38291" y="29171"/>
                  </a:cubicBezTo>
                  <a:cubicBezTo>
                    <a:pt x="34588" y="31298"/>
                    <a:pt x="30816" y="33355"/>
                    <a:pt x="27524" y="35412"/>
                  </a:cubicBezTo>
                  <a:cubicBezTo>
                    <a:pt x="24281" y="37389"/>
                    <a:pt x="20939" y="39197"/>
                    <a:pt x="17511" y="40830"/>
                  </a:cubicBezTo>
                  <a:cubicBezTo>
                    <a:pt x="14974" y="42545"/>
                    <a:pt x="12505" y="44191"/>
                    <a:pt x="9556" y="45837"/>
                  </a:cubicBezTo>
                  <a:lnTo>
                    <a:pt x="5853" y="47071"/>
                  </a:lnTo>
                  <a:cubicBezTo>
                    <a:pt x="4826" y="46990"/>
                    <a:pt x="3824" y="46711"/>
                    <a:pt x="2904" y="46248"/>
                  </a:cubicBezTo>
                  <a:cubicBezTo>
                    <a:pt x="1917" y="45732"/>
                    <a:pt x="1176" y="44843"/>
                    <a:pt x="847" y="43779"/>
                  </a:cubicBezTo>
                  <a:cubicBezTo>
                    <a:pt x="435" y="42545"/>
                    <a:pt x="435" y="41242"/>
                    <a:pt x="23" y="40008"/>
                  </a:cubicBezTo>
                  <a:cubicBezTo>
                    <a:pt x="-60" y="38464"/>
                    <a:pt x="79" y="36917"/>
                    <a:pt x="435" y="35413"/>
                  </a:cubicBezTo>
                  <a:cubicBezTo>
                    <a:pt x="602" y="33250"/>
                    <a:pt x="1160" y="31136"/>
                    <a:pt x="2081" y="29172"/>
                  </a:cubicBezTo>
                  <a:cubicBezTo>
                    <a:pt x="3001" y="26810"/>
                    <a:pt x="4429" y="24680"/>
                    <a:pt x="6264" y="22932"/>
                  </a:cubicBezTo>
                  <a:cubicBezTo>
                    <a:pt x="8733" y="20873"/>
                    <a:pt x="11682" y="19228"/>
                    <a:pt x="14151" y="17513"/>
                  </a:cubicBezTo>
                  <a:cubicBezTo>
                    <a:pt x="17923" y="15456"/>
                    <a:pt x="21009" y="13399"/>
                    <a:pt x="24987" y="11273"/>
                  </a:cubicBezTo>
                  <a:cubicBezTo>
                    <a:pt x="28422" y="9654"/>
                    <a:pt x="31765" y="7845"/>
                    <a:pt x="34999" y="5855"/>
                  </a:cubicBezTo>
                  <a:cubicBezTo>
                    <a:pt x="37497" y="4109"/>
                    <a:pt x="40135" y="2572"/>
                    <a:pt x="42886" y="1260"/>
                  </a:cubicBezTo>
                  <a:cubicBezTo>
                    <a:pt x="43994" y="486"/>
                    <a:pt x="45306" y="56"/>
                    <a:pt x="46658" y="26"/>
                  </a:cubicBezTo>
                  <a:cubicBezTo>
                    <a:pt x="47689" y="-93"/>
                    <a:pt x="48726" y="203"/>
                    <a:pt x="49538" y="849"/>
                  </a:cubicBezTo>
                  <a:cubicBezTo>
                    <a:pt x="50438" y="1336"/>
                    <a:pt x="51177" y="2075"/>
                    <a:pt x="51664" y="2975"/>
                  </a:cubicBezTo>
                  <a:cubicBezTo>
                    <a:pt x="51982" y="4112"/>
                    <a:pt x="52121" y="5292"/>
                    <a:pt x="52076" y="6472"/>
                  </a:cubicBezTo>
                  <a:close/>
                </a:path>
              </a:pathLst>
            </a:custGeom>
            <a:solidFill>
              <a:srgbClr val="00663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03649BC-1406-85E0-5AFB-9EB0AB0B4C53}"/>
                </a:ext>
              </a:extLst>
            </p:cNvPr>
            <p:cNvSpPr/>
            <p:nvPr/>
          </p:nvSpPr>
          <p:spPr>
            <a:xfrm>
              <a:off x="5338651" y="4924386"/>
              <a:ext cx="257723" cy="159105"/>
            </a:xfrm>
            <a:custGeom>
              <a:avLst/>
              <a:gdLst>
                <a:gd name="connsiteX0" fmla="*/ 257724 w 257723"/>
                <a:gd name="connsiteY0" fmla="*/ 0 h 159105"/>
                <a:gd name="connsiteX1" fmla="*/ 257724 w 257723"/>
                <a:gd name="connsiteY1" fmla="*/ 10013 h 159105"/>
                <a:gd name="connsiteX2" fmla="*/ 0 w 257723"/>
                <a:gd name="connsiteY2" fmla="*/ 159106 h 159105"/>
                <a:gd name="connsiteX3" fmla="*/ 0 w 257723"/>
                <a:gd name="connsiteY3" fmla="*/ 148681 h 159105"/>
                <a:gd name="connsiteX4" fmla="*/ 72489 w 257723"/>
                <a:gd name="connsiteY4" fmla="*/ 106642 h 159105"/>
                <a:gd name="connsiteX5" fmla="*/ 77427 w 257723"/>
                <a:gd name="connsiteY5" fmla="*/ 104104 h 159105"/>
                <a:gd name="connsiteX6" fmla="*/ 88674 w 257723"/>
                <a:gd name="connsiteY6" fmla="*/ 97246 h 159105"/>
                <a:gd name="connsiteX7" fmla="*/ 107465 w 257723"/>
                <a:gd name="connsiteY7" fmla="*/ 86411 h 159105"/>
                <a:gd name="connsiteX8" fmla="*/ 130371 w 257723"/>
                <a:gd name="connsiteY8" fmla="*/ 73107 h 159105"/>
                <a:gd name="connsiteX9" fmla="*/ 153688 w 257723"/>
                <a:gd name="connsiteY9" fmla="*/ 59802 h 159105"/>
                <a:gd name="connsiteX10" fmla="*/ 170284 w 257723"/>
                <a:gd name="connsiteY10" fmla="*/ 50201 h 159105"/>
                <a:gd name="connsiteX11" fmla="*/ 179886 w 257723"/>
                <a:gd name="connsiteY11" fmla="*/ 44783 h 159105"/>
                <a:gd name="connsiteX12" fmla="*/ 182354 w 257723"/>
                <a:gd name="connsiteY12" fmla="*/ 43137 h 159105"/>
                <a:gd name="connsiteX13" fmla="*/ 186538 w 257723"/>
                <a:gd name="connsiteY13" fmla="*/ 40599 h 159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7723" h="159105">
                  <a:moveTo>
                    <a:pt x="257724" y="0"/>
                  </a:moveTo>
                  <a:lnTo>
                    <a:pt x="257724" y="10013"/>
                  </a:lnTo>
                  <a:lnTo>
                    <a:pt x="0" y="159106"/>
                  </a:lnTo>
                  <a:lnTo>
                    <a:pt x="0" y="148681"/>
                  </a:lnTo>
                  <a:lnTo>
                    <a:pt x="72489" y="106642"/>
                  </a:lnTo>
                  <a:lnTo>
                    <a:pt x="77427" y="104104"/>
                  </a:lnTo>
                  <a:cubicBezTo>
                    <a:pt x="81199" y="101636"/>
                    <a:pt x="84971" y="99510"/>
                    <a:pt x="88674" y="97246"/>
                  </a:cubicBezTo>
                  <a:cubicBezTo>
                    <a:pt x="94915" y="93475"/>
                    <a:pt x="101224" y="90388"/>
                    <a:pt x="107465" y="86411"/>
                  </a:cubicBezTo>
                  <a:cubicBezTo>
                    <a:pt x="114940" y="81816"/>
                    <a:pt x="122827" y="77701"/>
                    <a:pt x="130371" y="73107"/>
                  </a:cubicBezTo>
                  <a:cubicBezTo>
                    <a:pt x="137915" y="68511"/>
                    <a:pt x="145733" y="64328"/>
                    <a:pt x="153688" y="59802"/>
                  </a:cubicBezTo>
                  <a:cubicBezTo>
                    <a:pt x="159517" y="56442"/>
                    <a:pt x="164867" y="52944"/>
                    <a:pt x="170284" y="50201"/>
                  </a:cubicBezTo>
                  <a:lnTo>
                    <a:pt x="179886" y="44783"/>
                  </a:lnTo>
                  <a:cubicBezTo>
                    <a:pt x="180608" y="44096"/>
                    <a:pt x="181443" y="43539"/>
                    <a:pt x="182354" y="43137"/>
                  </a:cubicBezTo>
                  <a:cubicBezTo>
                    <a:pt x="183657" y="42314"/>
                    <a:pt x="185303" y="41423"/>
                    <a:pt x="186538" y="40599"/>
                  </a:cubicBezTo>
                  <a:close/>
                </a:path>
              </a:pathLst>
            </a:custGeom>
            <a:solidFill>
              <a:srgbClr val="BDCA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925DDCD-A65B-38A0-644A-531D03BDB049}"/>
                </a:ext>
              </a:extLst>
            </p:cNvPr>
            <p:cNvSpPr/>
            <p:nvPr/>
          </p:nvSpPr>
          <p:spPr>
            <a:xfrm>
              <a:off x="5311202" y="4908454"/>
              <a:ext cx="218187" cy="126092"/>
            </a:xfrm>
            <a:custGeom>
              <a:avLst/>
              <a:gdLst>
                <a:gd name="connsiteX0" fmla="*/ 217758 w 218187"/>
                <a:gd name="connsiteY0" fmla="*/ 46794 h 126092"/>
                <a:gd name="connsiteX1" fmla="*/ 218169 w 218187"/>
                <a:gd name="connsiteY1" fmla="*/ 50908 h 126092"/>
                <a:gd name="connsiteX2" fmla="*/ 216523 w 218187"/>
                <a:gd name="connsiteY2" fmla="*/ 54269 h 126092"/>
                <a:gd name="connsiteX3" fmla="*/ 213986 w 218187"/>
                <a:gd name="connsiteY3" fmla="*/ 56738 h 126092"/>
                <a:gd name="connsiteX4" fmla="*/ 209803 w 218187"/>
                <a:gd name="connsiteY4" fmla="*/ 59275 h 126092"/>
                <a:gd name="connsiteX5" fmla="*/ 207334 w 218187"/>
                <a:gd name="connsiteY5" fmla="*/ 60921 h 126092"/>
                <a:gd name="connsiteX6" fmla="*/ 197732 w 218187"/>
                <a:gd name="connsiteY6" fmla="*/ 66339 h 126092"/>
                <a:gd name="connsiteX7" fmla="*/ 181136 w 218187"/>
                <a:gd name="connsiteY7" fmla="*/ 75940 h 126092"/>
                <a:gd name="connsiteX8" fmla="*/ 157819 w 218187"/>
                <a:gd name="connsiteY8" fmla="*/ 89245 h 126092"/>
                <a:gd name="connsiteX9" fmla="*/ 134913 w 218187"/>
                <a:gd name="connsiteY9" fmla="*/ 102549 h 126092"/>
                <a:gd name="connsiteX10" fmla="*/ 116122 w 218187"/>
                <a:gd name="connsiteY10" fmla="*/ 113385 h 126092"/>
                <a:gd name="connsiteX11" fmla="*/ 104875 w 218187"/>
                <a:gd name="connsiteY11" fmla="*/ 120243 h 126092"/>
                <a:gd name="connsiteX12" fmla="*/ 99937 w 218187"/>
                <a:gd name="connsiteY12" fmla="*/ 122781 h 126092"/>
                <a:gd name="connsiteX13" fmla="*/ 95343 w 218187"/>
                <a:gd name="connsiteY13" fmla="*/ 124838 h 126092"/>
                <a:gd name="connsiteX14" fmla="*/ 87387 w 218187"/>
                <a:gd name="connsiteY14" fmla="*/ 126072 h 126092"/>
                <a:gd name="connsiteX15" fmla="*/ 79501 w 218187"/>
                <a:gd name="connsiteY15" fmla="*/ 125661 h 126092"/>
                <a:gd name="connsiteX16" fmla="*/ 72025 w 218187"/>
                <a:gd name="connsiteY16" fmla="*/ 122781 h 126092"/>
                <a:gd name="connsiteX17" fmla="*/ 65167 w 218187"/>
                <a:gd name="connsiteY17" fmla="*/ 119009 h 126092"/>
                <a:gd name="connsiteX18" fmla="*/ 48914 w 218187"/>
                <a:gd name="connsiteY18" fmla="*/ 109407 h 126092"/>
                <a:gd name="connsiteX19" fmla="*/ 30603 w 218187"/>
                <a:gd name="connsiteY19" fmla="*/ 98572 h 126092"/>
                <a:gd name="connsiteX20" fmla="*/ 16407 w 218187"/>
                <a:gd name="connsiteY20" fmla="*/ 90685 h 126092"/>
                <a:gd name="connsiteX21" fmla="*/ 6463 w 218187"/>
                <a:gd name="connsiteY21" fmla="*/ 84856 h 126092"/>
                <a:gd name="connsiteX22" fmla="*/ 634 w 218187"/>
                <a:gd name="connsiteY22" fmla="*/ 79027 h 126092"/>
                <a:gd name="connsiteX23" fmla="*/ 154 w 218187"/>
                <a:gd name="connsiteY23" fmla="*/ 75255 h 126092"/>
                <a:gd name="connsiteX24" fmla="*/ 1868 w 218187"/>
                <a:gd name="connsiteY24" fmla="*/ 71552 h 126092"/>
                <a:gd name="connsiteX25" fmla="*/ 8109 w 218187"/>
                <a:gd name="connsiteY25" fmla="*/ 66957 h 126092"/>
                <a:gd name="connsiteX26" fmla="*/ 18533 w 218187"/>
                <a:gd name="connsiteY26" fmla="*/ 61127 h 126092"/>
                <a:gd name="connsiteX27" fmla="*/ 37255 w 218187"/>
                <a:gd name="connsiteY27" fmla="*/ 50291 h 126092"/>
                <a:gd name="connsiteX28" fmla="*/ 60161 w 218187"/>
                <a:gd name="connsiteY28" fmla="*/ 36987 h 126092"/>
                <a:gd name="connsiteX29" fmla="*/ 83478 w 218187"/>
                <a:gd name="connsiteY29" fmla="*/ 23682 h 126092"/>
                <a:gd name="connsiteX30" fmla="*/ 101789 w 218187"/>
                <a:gd name="connsiteY30" fmla="*/ 12847 h 126092"/>
                <a:gd name="connsiteX31" fmla="*/ 113448 w 218187"/>
                <a:gd name="connsiteY31" fmla="*/ 5989 h 126092"/>
                <a:gd name="connsiteX32" fmla="*/ 123049 w 218187"/>
                <a:gd name="connsiteY32" fmla="*/ 1394 h 126092"/>
                <a:gd name="connsiteX33" fmla="*/ 130936 w 218187"/>
                <a:gd name="connsiteY33" fmla="*/ 159 h 126092"/>
                <a:gd name="connsiteX34" fmla="*/ 138823 w 218187"/>
                <a:gd name="connsiteY34" fmla="*/ 571 h 126092"/>
                <a:gd name="connsiteX35" fmla="*/ 153430 w 218187"/>
                <a:gd name="connsiteY35" fmla="*/ 7429 h 126092"/>
                <a:gd name="connsiteX36" fmla="*/ 169203 w 218187"/>
                <a:gd name="connsiteY36" fmla="*/ 16962 h 126092"/>
                <a:gd name="connsiteX37" fmla="*/ 187994 w 218187"/>
                <a:gd name="connsiteY37" fmla="*/ 27386 h 126092"/>
                <a:gd name="connsiteX38" fmla="*/ 201710 w 218187"/>
                <a:gd name="connsiteY38" fmla="*/ 35752 h 126092"/>
                <a:gd name="connsiteX39" fmla="*/ 212135 w 218187"/>
                <a:gd name="connsiteY39" fmla="*/ 41582 h 126092"/>
                <a:gd name="connsiteX40" fmla="*/ 217758 w 218187"/>
                <a:gd name="connsiteY40" fmla="*/ 46794 h 126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18187" h="126092">
                  <a:moveTo>
                    <a:pt x="217758" y="46794"/>
                  </a:moveTo>
                  <a:cubicBezTo>
                    <a:pt x="218102" y="48137"/>
                    <a:pt x="218241" y="49524"/>
                    <a:pt x="218169" y="50908"/>
                  </a:cubicBezTo>
                  <a:cubicBezTo>
                    <a:pt x="217875" y="52136"/>
                    <a:pt x="217313" y="53283"/>
                    <a:pt x="216523" y="54269"/>
                  </a:cubicBezTo>
                  <a:lnTo>
                    <a:pt x="213986" y="56738"/>
                  </a:lnTo>
                  <a:cubicBezTo>
                    <a:pt x="212752" y="57561"/>
                    <a:pt x="211106" y="58452"/>
                    <a:pt x="209803" y="59275"/>
                  </a:cubicBezTo>
                  <a:cubicBezTo>
                    <a:pt x="208891" y="59678"/>
                    <a:pt x="208055" y="60234"/>
                    <a:pt x="207334" y="60921"/>
                  </a:cubicBezTo>
                  <a:lnTo>
                    <a:pt x="197732" y="66339"/>
                  </a:lnTo>
                  <a:cubicBezTo>
                    <a:pt x="192315" y="69220"/>
                    <a:pt x="186965" y="72580"/>
                    <a:pt x="181136" y="75940"/>
                  </a:cubicBezTo>
                  <a:cubicBezTo>
                    <a:pt x="173181" y="80467"/>
                    <a:pt x="165706" y="84650"/>
                    <a:pt x="157819" y="89245"/>
                  </a:cubicBezTo>
                  <a:cubicBezTo>
                    <a:pt x="149932" y="93840"/>
                    <a:pt x="142388" y="97955"/>
                    <a:pt x="134913" y="102549"/>
                  </a:cubicBezTo>
                  <a:cubicBezTo>
                    <a:pt x="128672" y="106321"/>
                    <a:pt x="122363" y="109407"/>
                    <a:pt x="116122" y="113385"/>
                  </a:cubicBezTo>
                  <a:cubicBezTo>
                    <a:pt x="112419" y="115442"/>
                    <a:pt x="108647" y="117568"/>
                    <a:pt x="104875" y="120243"/>
                  </a:cubicBezTo>
                  <a:lnTo>
                    <a:pt x="99937" y="122781"/>
                  </a:lnTo>
                  <a:cubicBezTo>
                    <a:pt x="98520" y="123698"/>
                    <a:pt x="96970" y="124392"/>
                    <a:pt x="95343" y="124838"/>
                  </a:cubicBezTo>
                  <a:cubicBezTo>
                    <a:pt x="92768" y="125648"/>
                    <a:pt x="90086" y="126065"/>
                    <a:pt x="87387" y="126072"/>
                  </a:cubicBezTo>
                  <a:cubicBezTo>
                    <a:pt x="84752" y="126149"/>
                    <a:pt x="82114" y="126012"/>
                    <a:pt x="79501" y="125661"/>
                  </a:cubicBezTo>
                  <a:cubicBezTo>
                    <a:pt x="76943" y="124881"/>
                    <a:pt x="74445" y="123919"/>
                    <a:pt x="72025" y="122781"/>
                  </a:cubicBezTo>
                  <a:cubicBezTo>
                    <a:pt x="69488" y="121477"/>
                    <a:pt x="67019" y="120243"/>
                    <a:pt x="65167" y="119009"/>
                  </a:cubicBezTo>
                  <a:cubicBezTo>
                    <a:pt x="59750" y="115648"/>
                    <a:pt x="54332" y="112151"/>
                    <a:pt x="48914" y="109407"/>
                  </a:cubicBezTo>
                  <a:cubicBezTo>
                    <a:pt x="43496" y="106664"/>
                    <a:pt x="36844" y="102549"/>
                    <a:pt x="30603" y="98572"/>
                  </a:cubicBezTo>
                  <a:cubicBezTo>
                    <a:pt x="26008" y="96103"/>
                    <a:pt x="21002" y="93154"/>
                    <a:pt x="16407" y="90685"/>
                  </a:cubicBezTo>
                  <a:cubicBezTo>
                    <a:pt x="12920" y="89053"/>
                    <a:pt x="9591" y="87101"/>
                    <a:pt x="6463" y="84856"/>
                  </a:cubicBezTo>
                  <a:cubicBezTo>
                    <a:pt x="3852" y="83721"/>
                    <a:pt x="1769" y="81638"/>
                    <a:pt x="634" y="79027"/>
                  </a:cubicBezTo>
                  <a:cubicBezTo>
                    <a:pt x="11" y="77873"/>
                    <a:pt x="-160" y="76528"/>
                    <a:pt x="154" y="75255"/>
                  </a:cubicBezTo>
                  <a:cubicBezTo>
                    <a:pt x="374" y="73887"/>
                    <a:pt x="967" y="72605"/>
                    <a:pt x="1868" y="71552"/>
                  </a:cubicBezTo>
                  <a:cubicBezTo>
                    <a:pt x="3549" y="69541"/>
                    <a:pt x="5690" y="67966"/>
                    <a:pt x="8109" y="66957"/>
                  </a:cubicBezTo>
                  <a:cubicBezTo>
                    <a:pt x="11812" y="64899"/>
                    <a:pt x="14967" y="62773"/>
                    <a:pt x="18533" y="61127"/>
                  </a:cubicBezTo>
                  <a:cubicBezTo>
                    <a:pt x="24774" y="57355"/>
                    <a:pt x="31015" y="53652"/>
                    <a:pt x="37255" y="50291"/>
                  </a:cubicBezTo>
                  <a:cubicBezTo>
                    <a:pt x="44731" y="45697"/>
                    <a:pt x="52617" y="41170"/>
                    <a:pt x="60161" y="36987"/>
                  </a:cubicBezTo>
                  <a:cubicBezTo>
                    <a:pt x="67705" y="32804"/>
                    <a:pt x="75523" y="28209"/>
                    <a:pt x="83478" y="23682"/>
                  </a:cubicBezTo>
                  <a:cubicBezTo>
                    <a:pt x="89308" y="19911"/>
                    <a:pt x="95548" y="16824"/>
                    <a:pt x="101789" y="12847"/>
                  </a:cubicBezTo>
                  <a:cubicBezTo>
                    <a:pt x="105561" y="10721"/>
                    <a:pt x="109264" y="8663"/>
                    <a:pt x="113448" y="5989"/>
                  </a:cubicBezTo>
                  <a:cubicBezTo>
                    <a:pt x="116413" y="4008"/>
                    <a:pt x="119647" y="2461"/>
                    <a:pt x="123049" y="1394"/>
                  </a:cubicBezTo>
                  <a:cubicBezTo>
                    <a:pt x="125591" y="546"/>
                    <a:pt x="128257" y="129"/>
                    <a:pt x="130936" y="159"/>
                  </a:cubicBezTo>
                  <a:cubicBezTo>
                    <a:pt x="133569" y="-149"/>
                    <a:pt x="136236" y="-10"/>
                    <a:pt x="138823" y="571"/>
                  </a:cubicBezTo>
                  <a:cubicBezTo>
                    <a:pt x="144032" y="2050"/>
                    <a:pt x="148966" y="4366"/>
                    <a:pt x="153430" y="7429"/>
                  </a:cubicBezTo>
                  <a:cubicBezTo>
                    <a:pt x="158848" y="10721"/>
                    <a:pt x="164265" y="13670"/>
                    <a:pt x="169203" y="16962"/>
                  </a:cubicBezTo>
                  <a:cubicBezTo>
                    <a:pt x="175513" y="20322"/>
                    <a:pt x="181753" y="23820"/>
                    <a:pt x="187994" y="27386"/>
                  </a:cubicBezTo>
                  <a:cubicBezTo>
                    <a:pt x="192520" y="30335"/>
                    <a:pt x="197116" y="33215"/>
                    <a:pt x="201710" y="35752"/>
                  </a:cubicBezTo>
                  <a:cubicBezTo>
                    <a:pt x="205367" y="37351"/>
                    <a:pt x="208858" y="39303"/>
                    <a:pt x="212135" y="41582"/>
                  </a:cubicBezTo>
                  <a:cubicBezTo>
                    <a:pt x="214452" y="42770"/>
                    <a:pt x="216397" y="44574"/>
                    <a:pt x="217758" y="46794"/>
                  </a:cubicBezTo>
                  <a:close/>
                </a:path>
              </a:pathLst>
            </a:custGeom>
            <a:solidFill>
              <a:srgbClr val="CBD1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5D059DF-3228-2904-8C2F-69BD4070594D}"/>
                </a:ext>
              </a:extLst>
            </p:cNvPr>
            <p:cNvSpPr/>
            <p:nvPr/>
          </p:nvSpPr>
          <p:spPr>
            <a:xfrm>
              <a:off x="5310327" y="4524016"/>
              <a:ext cx="173644" cy="111991"/>
            </a:xfrm>
            <a:custGeom>
              <a:avLst/>
              <a:gdLst>
                <a:gd name="connsiteX0" fmla="*/ 173645 w 173644"/>
                <a:gd name="connsiteY0" fmla="*/ 88537 h 111991"/>
                <a:gd name="connsiteX1" fmla="*/ 173645 w 173644"/>
                <a:gd name="connsiteY1" fmla="*/ 111991 h 111991"/>
                <a:gd name="connsiteX2" fmla="*/ 0 w 173644"/>
                <a:gd name="connsiteY2" fmla="*/ 11659 h 111991"/>
                <a:gd name="connsiteX3" fmla="*/ 20026 w 173644"/>
                <a:gd name="connsiteY3" fmla="*/ 0 h 111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644" h="111991">
                  <a:moveTo>
                    <a:pt x="173645" y="88537"/>
                  </a:moveTo>
                  <a:lnTo>
                    <a:pt x="173645" y="111991"/>
                  </a:lnTo>
                  <a:lnTo>
                    <a:pt x="0" y="11659"/>
                  </a:lnTo>
                  <a:cubicBezTo>
                    <a:pt x="6858" y="7887"/>
                    <a:pt x="13716" y="4115"/>
                    <a:pt x="20026" y="0"/>
                  </a:cubicBez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995C803-1E8C-4EEF-B76E-8FD8122DAC95}"/>
                </a:ext>
              </a:extLst>
            </p:cNvPr>
            <p:cNvSpPr/>
            <p:nvPr/>
          </p:nvSpPr>
          <p:spPr>
            <a:xfrm>
              <a:off x="5290371" y="5175869"/>
              <a:ext cx="161163" cy="119946"/>
            </a:xfrm>
            <a:custGeom>
              <a:avLst/>
              <a:gdLst>
                <a:gd name="connsiteX0" fmla="*/ 161163 w 161163"/>
                <a:gd name="connsiteY0" fmla="*/ 10424 h 119946"/>
                <a:gd name="connsiteX1" fmla="*/ 161163 w 161163"/>
                <a:gd name="connsiteY1" fmla="*/ 26678 h 119946"/>
                <a:gd name="connsiteX2" fmla="*/ 0 w 161163"/>
                <a:gd name="connsiteY2" fmla="*/ 119947 h 119946"/>
                <a:gd name="connsiteX3" fmla="*/ 0 w 161163"/>
                <a:gd name="connsiteY3" fmla="*/ 93269 h 119946"/>
                <a:gd name="connsiteX4" fmla="*/ 161163 w 161163"/>
                <a:gd name="connsiteY4" fmla="*/ 0 h 11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163" h="119946">
                  <a:moveTo>
                    <a:pt x="161163" y="10424"/>
                  </a:moveTo>
                  <a:lnTo>
                    <a:pt x="161163" y="26678"/>
                  </a:lnTo>
                  <a:cubicBezTo>
                    <a:pt x="107396" y="57882"/>
                    <a:pt x="53698" y="88400"/>
                    <a:pt x="0" y="119947"/>
                  </a:cubicBezTo>
                  <a:lnTo>
                    <a:pt x="0" y="93269"/>
                  </a:lnTo>
                  <a:cubicBezTo>
                    <a:pt x="53698" y="62065"/>
                    <a:pt x="107396" y="31547"/>
                    <a:pt x="161163" y="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6A69757-B989-5F81-0A1A-211371808136}"/>
                </a:ext>
              </a:extLst>
            </p:cNvPr>
            <p:cNvSpPr/>
            <p:nvPr/>
          </p:nvSpPr>
          <p:spPr>
            <a:xfrm>
              <a:off x="5324923" y="5073068"/>
              <a:ext cx="13727" cy="23728"/>
            </a:xfrm>
            <a:custGeom>
              <a:avLst/>
              <a:gdLst>
                <a:gd name="connsiteX0" fmla="*/ 13728 w 13727"/>
                <a:gd name="connsiteY0" fmla="*/ 0 h 23728"/>
                <a:gd name="connsiteX1" fmla="*/ 13728 w 13727"/>
                <a:gd name="connsiteY1" fmla="*/ 10424 h 23728"/>
                <a:gd name="connsiteX2" fmla="*/ 12082 w 13727"/>
                <a:gd name="connsiteY2" fmla="*/ 11247 h 23728"/>
                <a:gd name="connsiteX3" fmla="*/ 10024 w 13727"/>
                <a:gd name="connsiteY3" fmla="*/ 12893 h 23728"/>
                <a:gd name="connsiteX4" fmla="*/ 7899 w 13727"/>
                <a:gd name="connsiteY4" fmla="*/ 14539 h 23728"/>
                <a:gd name="connsiteX5" fmla="*/ 5841 w 13727"/>
                <a:gd name="connsiteY5" fmla="*/ 16253 h 23728"/>
                <a:gd name="connsiteX6" fmla="*/ 5018 w 13727"/>
                <a:gd name="connsiteY6" fmla="*/ 17488 h 23728"/>
                <a:gd name="connsiteX7" fmla="*/ 3715 w 13727"/>
                <a:gd name="connsiteY7" fmla="*/ 18723 h 23728"/>
                <a:gd name="connsiteX8" fmla="*/ 2892 w 13727"/>
                <a:gd name="connsiteY8" fmla="*/ 19957 h 23728"/>
                <a:gd name="connsiteX9" fmla="*/ 2069 w 13727"/>
                <a:gd name="connsiteY9" fmla="*/ 21191 h 23728"/>
                <a:gd name="connsiteX10" fmla="*/ 1658 w 13727"/>
                <a:gd name="connsiteY10" fmla="*/ 22494 h 23728"/>
                <a:gd name="connsiteX11" fmla="*/ 1246 w 13727"/>
                <a:gd name="connsiteY11" fmla="*/ 23729 h 23728"/>
                <a:gd name="connsiteX12" fmla="*/ 835 w 13727"/>
                <a:gd name="connsiteY12" fmla="*/ 23317 h 23728"/>
                <a:gd name="connsiteX13" fmla="*/ 423 w 13727"/>
                <a:gd name="connsiteY13" fmla="*/ 22494 h 23728"/>
                <a:gd name="connsiteX14" fmla="*/ 423 w 13727"/>
                <a:gd name="connsiteY14" fmla="*/ 20780 h 23728"/>
                <a:gd name="connsiteX15" fmla="*/ 12 w 13727"/>
                <a:gd name="connsiteY15" fmla="*/ 19546 h 23728"/>
                <a:gd name="connsiteX16" fmla="*/ 12 w 13727"/>
                <a:gd name="connsiteY16" fmla="*/ 17488 h 23728"/>
                <a:gd name="connsiteX17" fmla="*/ 423 w 13727"/>
                <a:gd name="connsiteY17" fmla="*/ 16253 h 23728"/>
                <a:gd name="connsiteX18" fmla="*/ 835 w 13727"/>
                <a:gd name="connsiteY18" fmla="*/ 14950 h 23728"/>
                <a:gd name="connsiteX19" fmla="*/ 1246 w 13727"/>
                <a:gd name="connsiteY19" fmla="*/ 13305 h 23728"/>
                <a:gd name="connsiteX20" fmla="*/ 1657 w 13727"/>
                <a:gd name="connsiteY20" fmla="*/ 12070 h 23728"/>
                <a:gd name="connsiteX21" fmla="*/ 2069 w 13727"/>
                <a:gd name="connsiteY21" fmla="*/ 10836 h 23728"/>
                <a:gd name="connsiteX22" fmla="*/ 2892 w 13727"/>
                <a:gd name="connsiteY22" fmla="*/ 9533 h 23728"/>
                <a:gd name="connsiteX23" fmla="*/ 3715 w 13727"/>
                <a:gd name="connsiteY23" fmla="*/ 8298 h 23728"/>
                <a:gd name="connsiteX24" fmla="*/ 5018 w 13727"/>
                <a:gd name="connsiteY24" fmla="*/ 7064 h 23728"/>
                <a:gd name="connsiteX25" fmla="*/ 5841 w 13727"/>
                <a:gd name="connsiteY25" fmla="*/ 5830 h 23728"/>
                <a:gd name="connsiteX26" fmla="*/ 7899 w 13727"/>
                <a:gd name="connsiteY26" fmla="*/ 4115 h 23728"/>
                <a:gd name="connsiteX27" fmla="*/ 10024 w 13727"/>
                <a:gd name="connsiteY27" fmla="*/ 2469 h 23728"/>
                <a:gd name="connsiteX28" fmla="*/ 12082 w 13727"/>
                <a:gd name="connsiteY28" fmla="*/ 823 h 23728"/>
                <a:gd name="connsiteX29" fmla="*/ 13728 w 13727"/>
                <a:gd name="connsiteY29" fmla="*/ 0 h 2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727" h="23728">
                  <a:moveTo>
                    <a:pt x="13728" y="0"/>
                  </a:moveTo>
                  <a:lnTo>
                    <a:pt x="13728" y="10424"/>
                  </a:lnTo>
                  <a:cubicBezTo>
                    <a:pt x="12905" y="10836"/>
                    <a:pt x="12493" y="10836"/>
                    <a:pt x="12082" y="11247"/>
                  </a:cubicBezTo>
                  <a:cubicBezTo>
                    <a:pt x="11319" y="11692"/>
                    <a:pt x="10626" y="12246"/>
                    <a:pt x="10024" y="12893"/>
                  </a:cubicBezTo>
                  <a:cubicBezTo>
                    <a:pt x="9146" y="13178"/>
                    <a:pt x="8395" y="13760"/>
                    <a:pt x="7899" y="14539"/>
                  </a:cubicBezTo>
                  <a:cubicBezTo>
                    <a:pt x="7076" y="14950"/>
                    <a:pt x="6664" y="15774"/>
                    <a:pt x="5841" y="16253"/>
                  </a:cubicBezTo>
                  <a:cubicBezTo>
                    <a:pt x="5018" y="16734"/>
                    <a:pt x="5018" y="17076"/>
                    <a:pt x="5018" y="17488"/>
                  </a:cubicBezTo>
                  <a:lnTo>
                    <a:pt x="3715" y="18723"/>
                  </a:lnTo>
                  <a:cubicBezTo>
                    <a:pt x="3715" y="19134"/>
                    <a:pt x="3304" y="19546"/>
                    <a:pt x="2892" y="19957"/>
                  </a:cubicBezTo>
                  <a:cubicBezTo>
                    <a:pt x="2481" y="20368"/>
                    <a:pt x="2481" y="20780"/>
                    <a:pt x="2069" y="21191"/>
                  </a:cubicBezTo>
                  <a:cubicBezTo>
                    <a:pt x="1658" y="21603"/>
                    <a:pt x="1658" y="22083"/>
                    <a:pt x="1658" y="22494"/>
                  </a:cubicBezTo>
                  <a:cubicBezTo>
                    <a:pt x="1341" y="22823"/>
                    <a:pt x="1190" y="23276"/>
                    <a:pt x="1246" y="23729"/>
                  </a:cubicBezTo>
                  <a:lnTo>
                    <a:pt x="835" y="23317"/>
                  </a:lnTo>
                  <a:cubicBezTo>
                    <a:pt x="835" y="22906"/>
                    <a:pt x="835" y="22906"/>
                    <a:pt x="423" y="22494"/>
                  </a:cubicBezTo>
                  <a:lnTo>
                    <a:pt x="423" y="20780"/>
                  </a:lnTo>
                  <a:cubicBezTo>
                    <a:pt x="106" y="20452"/>
                    <a:pt x="-45" y="19998"/>
                    <a:pt x="12" y="19546"/>
                  </a:cubicBezTo>
                  <a:lnTo>
                    <a:pt x="12" y="17488"/>
                  </a:lnTo>
                  <a:cubicBezTo>
                    <a:pt x="12" y="17076"/>
                    <a:pt x="423" y="16665"/>
                    <a:pt x="423" y="16253"/>
                  </a:cubicBezTo>
                  <a:cubicBezTo>
                    <a:pt x="355" y="15779"/>
                    <a:pt x="507" y="15300"/>
                    <a:pt x="835" y="14950"/>
                  </a:cubicBezTo>
                  <a:cubicBezTo>
                    <a:pt x="835" y="14127"/>
                    <a:pt x="835" y="13716"/>
                    <a:pt x="1246" y="13305"/>
                  </a:cubicBezTo>
                  <a:cubicBezTo>
                    <a:pt x="1190" y="12852"/>
                    <a:pt x="1341" y="12398"/>
                    <a:pt x="1657" y="12070"/>
                  </a:cubicBezTo>
                  <a:cubicBezTo>
                    <a:pt x="1658" y="11659"/>
                    <a:pt x="2069" y="11247"/>
                    <a:pt x="2069" y="10836"/>
                  </a:cubicBezTo>
                  <a:cubicBezTo>
                    <a:pt x="2483" y="10507"/>
                    <a:pt x="2773" y="10048"/>
                    <a:pt x="2892" y="9533"/>
                  </a:cubicBezTo>
                  <a:cubicBezTo>
                    <a:pt x="3304" y="9121"/>
                    <a:pt x="3715" y="8710"/>
                    <a:pt x="3715" y="8298"/>
                  </a:cubicBezTo>
                  <a:lnTo>
                    <a:pt x="5018" y="7064"/>
                  </a:lnTo>
                  <a:cubicBezTo>
                    <a:pt x="5018" y="6652"/>
                    <a:pt x="5430" y="6241"/>
                    <a:pt x="5841" y="5830"/>
                  </a:cubicBezTo>
                  <a:cubicBezTo>
                    <a:pt x="6253" y="5418"/>
                    <a:pt x="7076" y="4595"/>
                    <a:pt x="7899" y="4115"/>
                  </a:cubicBezTo>
                  <a:cubicBezTo>
                    <a:pt x="8511" y="3452"/>
                    <a:pt x="9230" y="2897"/>
                    <a:pt x="10024" y="2469"/>
                  </a:cubicBezTo>
                  <a:cubicBezTo>
                    <a:pt x="10436" y="2058"/>
                    <a:pt x="11259" y="1646"/>
                    <a:pt x="12082" y="823"/>
                  </a:cubicBezTo>
                  <a:cubicBezTo>
                    <a:pt x="12905" y="0"/>
                    <a:pt x="12905" y="411"/>
                    <a:pt x="13728" y="0"/>
                  </a:cubicBezTo>
                  <a:close/>
                </a:path>
              </a:pathLst>
            </a:custGeom>
            <a:solidFill>
              <a:srgbClr val="BDCA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5F22688-81E3-9C08-0EEE-9307B13B71D6}"/>
                </a:ext>
              </a:extLst>
            </p:cNvPr>
            <p:cNvSpPr/>
            <p:nvPr/>
          </p:nvSpPr>
          <p:spPr>
            <a:xfrm>
              <a:off x="4836097" y="5007094"/>
              <a:ext cx="454273" cy="288722"/>
            </a:xfrm>
            <a:custGeom>
              <a:avLst/>
              <a:gdLst>
                <a:gd name="connsiteX0" fmla="*/ 454274 w 454273"/>
                <a:gd name="connsiteY0" fmla="*/ 262044 h 288722"/>
                <a:gd name="connsiteX1" fmla="*/ 454274 w 454273"/>
                <a:gd name="connsiteY1" fmla="*/ 288722 h 288722"/>
                <a:gd name="connsiteX2" fmla="*/ 0 w 454273"/>
                <a:gd name="connsiteY2" fmla="*/ 26678 h 288722"/>
                <a:gd name="connsiteX3" fmla="*/ 0 w 454273"/>
                <a:gd name="connsiteY3" fmla="*/ 0 h 28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4273" h="288722">
                  <a:moveTo>
                    <a:pt x="454274" y="262044"/>
                  </a:moveTo>
                  <a:lnTo>
                    <a:pt x="454274" y="288722"/>
                  </a:lnTo>
                  <a:lnTo>
                    <a:pt x="0" y="26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DF32614-C4A6-E5AF-48DC-8B535E71B7AF}"/>
                </a:ext>
              </a:extLst>
            </p:cNvPr>
            <p:cNvSpPr/>
            <p:nvPr/>
          </p:nvSpPr>
          <p:spPr>
            <a:xfrm>
              <a:off x="4865449" y="4039362"/>
              <a:ext cx="374378" cy="273992"/>
            </a:xfrm>
            <a:custGeom>
              <a:avLst/>
              <a:gdLst>
                <a:gd name="connsiteX0" fmla="*/ 374378 w 374378"/>
                <a:gd name="connsiteY0" fmla="*/ 0 h 273992"/>
                <a:gd name="connsiteX1" fmla="*/ 356479 w 374378"/>
                <a:gd name="connsiteY1" fmla="*/ 58293 h 273992"/>
                <a:gd name="connsiteX2" fmla="*/ 355999 w 374378"/>
                <a:gd name="connsiteY2" fmla="*/ 59939 h 273992"/>
                <a:gd name="connsiteX3" fmla="*/ 355176 w 374378"/>
                <a:gd name="connsiteY3" fmla="*/ 61996 h 273992"/>
                <a:gd name="connsiteX4" fmla="*/ 354353 w 374378"/>
                <a:gd name="connsiteY4" fmla="*/ 64122 h 273992"/>
                <a:gd name="connsiteX5" fmla="*/ 353530 w 374378"/>
                <a:gd name="connsiteY5" fmla="*/ 66180 h 273992"/>
                <a:gd name="connsiteX6" fmla="*/ 352707 w 374378"/>
                <a:gd name="connsiteY6" fmla="*/ 68237 h 273992"/>
                <a:gd name="connsiteX7" fmla="*/ 351884 w 374378"/>
                <a:gd name="connsiteY7" fmla="*/ 70363 h 273992"/>
                <a:gd name="connsiteX8" fmla="*/ 351061 w 374378"/>
                <a:gd name="connsiteY8" fmla="*/ 72420 h 273992"/>
                <a:gd name="connsiteX9" fmla="*/ 349758 w 374378"/>
                <a:gd name="connsiteY9" fmla="*/ 74958 h 273992"/>
                <a:gd name="connsiteX10" fmla="*/ 348935 w 374378"/>
                <a:gd name="connsiteY10" fmla="*/ 77015 h 273992"/>
                <a:gd name="connsiteX11" fmla="*/ 347701 w 374378"/>
                <a:gd name="connsiteY11" fmla="*/ 79073 h 273992"/>
                <a:gd name="connsiteX12" fmla="*/ 346466 w 374378"/>
                <a:gd name="connsiteY12" fmla="*/ 80787 h 273992"/>
                <a:gd name="connsiteX13" fmla="*/ 345232 w 374378"/>
                <a:gd name="connsiteY13" fmla="*/ 82845 h 273992"/>
                <a:gd name="connsiteX14" fmla="*/ 344340 w 374378"/>
                <a:gd name="connsiteY14" fmla="*/ 84902 h 273992"/>
                <a:gd name="connsiteX15" fmla="*/ 342694 w 374378"/>
                <a:gd name="connsiteY15" fmla="*/ 87028 h 273992"/>
                <a:gd name="connsiteX16" fmla="*/ 341048 w 374378"/>
                <a:gd name="connsiteY16" fmla="*/ 89908 h 273992"/>
                <a:gd name="connsiteX17" fmla="*/ 338991 w 374378"/>
                <a:gd name="connsiteY17" fmla="*/ 92857 h 273992"/>
                <a:gd name="connsiteX18" fmla="*/ 336865 w 374378"/>
                <a:gd name="connsiteY18" fmla="*/ 95326 h 273992"/>
                <a:gd name="connsiteX19" fmla="*/ 334396 w 374378"/>
                <a:gd name="connsiteY19" fmla="*/ 98275 h 273992"/>
                <a:gd name="connsiteX20" fmla="*/ 332270 w 374378"/>
                <a:gd name="connsiteY20" fmla="*/ 100744 h 273992"/>
                <a:gd name="connsiteX21" fmla="*/ 330213 w 374378"/>
                <a:gd name="connsiteY21" fmla="*/ 103213 h 273992"/>
                <a:gd name="connsiteX22" fmla="*/ 327744 w 374378"/>
                <a:gd name="connsiteY22" fmla="*/ 105339 h 273992"/>
                <a:gd name="connsiteX23" fmla="*/ 325206 w 374378"/>
                <a:gd name="connsiteY23" fmla="*/ 107808 h 273992"/>
                <a:gd name="connsiteX24" fmla="*/ 321914 w 374378"/>
                <a:gd name="connsiteY24" fmla="*/ 110756 h 273992"/>
                <a:gd name="connsiteX25" fmla="*/ 318143 w 374378"/>
                <a:gd name="connsiteY25" fmla="*/ 113637 h 273992"/>
                <a:gd name="connsiteX26" fmla="*/ 312313 w 374378"/>
                <a:gd name="connsiteY26" fmla="*/ 116997 h 273992"/>
                <a:gd name="connsiteX27" fmla="*/ 52464 w 374378"/>
                <a:gd name="connsiteY27" fmla="*/ 267325 h 273992"/>
                <a:gd name="connsiteX28" fmla="*/ 52052 w 374378"/>
                <a:gd name="connsiteY28" fmla="*/ 267325 h 273992"/>
                <a:gd name="connsiteX29" fmla="*/ 48349 w 374378"/>
                <a:gd name="connsiteY29" fmla="*/ 269382 h 273992"/>
                <a:gd name="connsiteX30" fmla="*/ 44988 w 374378"/>
                <a:gd name="connsiteY30" fmla="*/ 271028 h 273992"/>
                <a:gd name="connsiteX31" fmla="*/ 42519 w 374378"/>
                <a:gd name="connsiteY31" fmla="*/ 271851 h 273992"/>
                <a:gd name="connsiteX32" fmla="*/ 39982 w 374378"/>
                <a:gd name="connsiteY32" fmla="*/ 272743 h 273992"/>
                <a:gd name="connsiteX33" fmla="*/ 37513 w 374378"/>
                <a:gd name="connsiteY33" fmla="*/ 273154 h 273992"/>
                <a:gd name="connsiteX34" fmla="*/ 34976 w 374378"/>
                <a:gd name="connsiteY34" fmla="*/ 273566 h 273992"/>
                <a:gd name="connsiteX35" fmla="*/ 32918 w 374378"/>
                <a:gd name="connsiteY35" fmla="*/ 273566 h 273992"/>
                <a:gd name="connsiteX36" fmla="*/ 30450 w 374378"/>
                <a:gd name="connsiteY36" fmla="*/ 273977 h 273992"/>
                <a:gd name="connsiteX37" fmla="*/ 28324 w 374378"/>
                <a:gd name="connsiteY37" fmla="*/ 273566 h 273992"/>
                <a:gd name="connsiteX38" fmla="*/ 27912 w 374378"/>
                <a:gd name="connsiteY38" fmla="*/ 273566 h 273992"/>
                <a:gd name="connsiteX39" fmla="*/ 27912 w 374378"/>
                <a:gd name="connsiteY39" fmla="*/ 273154 h 273992"/>
                <a:gd name="connsiteX40" fmla="*/ 27500 w 374378"/>
                <a:gd name="connsiteY40" fmla="*/ 273154 h 273992"/>
                <a:gd name="connsiteX41" fmla="*/ 26678 w 374378"/>
                <a:gd name="connsiteY41" fmla="*/ 271851 h 273992"/>
                <a:gd name="connsiteX42" fmla="*/ 26266 w 374378"/>
                <a:gd name="connsiteY42" fmla="*/ 270617 h 273992"/>
                <a:gd name="connsiteX43" fmla="*/ 25855 w 374378"/>
                <a:gd name="connsiteY43" fmla="*/ 270205 h 273992"/>
                <a:gd name="connsiteX44" fmla="*/ 25443 w 374378"/>
                <a:gd name="connsiteY44" fmla="*/ 269382 h 273992"/>
                <a:gd name="connsiteX45" fmla="*/ 25443 w 374378"/>
                <a:gd name="connsiteY45" fmla="*/ 268971 h 273992"/>
                <a:gd name="connsiteX46" fmla="*/ 25032 w 374378"/>
                <a:gd name="connsiteY46" fmla="*/ 268559 h 273992"/>
                <a:gd name="connsiteX47" fmla="*/ 25032 w 374378"/>
                <a:gd name="connsiteY47" fmla="*/ 268148 h 273992"/>
                <a:gd name="connsiteX48" fmla="*/ 24620 w 374378"/>
                <a:gd name="connsiteY48" fmla="*/ 267736 h 273992"/>
                <a:gd name="connsiteX49" fmla="*/ 24620 w 374378"/>
                <a:gd name="connsiteY49" fmla="*/ 267462 h 273992"/>
                <a:gd name="connsiteX50" fmla="*/ 17076 w 374378"/>
                <a:gd name="connsiteY50" fmla="*/ 251620 h 273992"/>
                <a:gd name="connsiteX51" fmla="*/ 0 w 374378"/>
                <a:gd name="connsiteY51" fmla="*/ 216233 h 273992"/>
                <a:gd name="connsiteX52" fmla="*/ 175290 w 374378"/>
                <a:gd name="connsiteY52" fmla="*/ 115009 h 273992"/>
                <a:gd name="connsiteX53" fmla="*/ 374378 w 374378"/>
                <a:gd name="connsiteY53" fmla="*/ 0 h 273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74378" h="273992">
                  <a:moveTo>
                    <a:pt x="374378" y="0"/>
                  </a:moveTo>
                  <a:cubicBezTo>
                    <a:pt x="368549" y="19545"/>
                    <a:pt x="362308" y="38679"/>
                    <a:pt x="356479" y="58293"/>
                  </a:cubicBezTo>
                  <a:cubicBezTo>
                    <a:pt x="356479" y="58704"/>
                    <a:pt x="355999" y="59527"/>
                    <a:pt x="355999" y="59939"/>
                  </a:cubicBezTo>
                  <a:cubicBezTo>
                    <a:pt x="355999" y="60350"/>
                    <a:pt x="355587" y="61173"/>
                    <a:pt x="355176" y="61996"/>
                  </a:cubicBezTo>
                  <a:cubicBezTo>
                    <a:pt x="355022" y="62746"/>
                    <a:pt x="354744" y="63465"/>
                    <a:pt x="354353" y="64122"/>
                  </a:cubicBezTo>
                  <a:cubicBezTo>
                    <a:pt x="354353" y="64945"/>
                    <a:pt x="353941" y="65357"/>
                    <a:pt x="353530" y="66180"/>
                  </a:cubicBezTo>
                  <a:cubicBezTo>
                    <a:pt x="353513" y="66943"/>
                    <a:pt x="353221" y="67673"/>
                    <a:pt x="352707" y="68237"/>
                  </a:cubicBezTo>
                  <a:cubicBezTo>
                    <a:pt x="352707" y="69024"/>
                    <a:pt x="352414" y="69782"/>
                    <a:pt x="351884" y="70363"/>
                  </a:cubicBezTo>
                  <a:cubicBezTo>
                    <a:pt x="351473" y="71186"/>
                    <a:pt x="351473" y="72009"/>
                    <a:pt x="351061" y="72420"/>
                  </a:cubicBezTo>
                  <a:cubicBezTo>
                    <a:pt x="350650" y="72832"/>
                    <a:pt x="350169" y="74066"/>
                    <a:pt x="349758" y="74958"/>
                  </a:cubicBezTo>
                  <a:cubicBezTo>
                    <a:pt x="349347" y="75849"/>
                    <a:pt x="349347" y="76192"/>
                    <a:pt x="348935" y="77015"/>
                  </a:cubicBezTo>
                  <a:cubicBezTo>
                    <a:pt x="348433" y="77643"/>
                    <a:pt x="348018" y="78335"/>
                    <a:pt x="347701" y="79073"/>
                  </a:cubicBezTo>
                  <a:cubicBezTo>
                    <a:pt x="347289" y="79484"/>
                    <a:pt x="346878" y="80376"/>
                    <a:pt x="346466" y="80787"/>
                  </a:cubicBezTo>
                  <a:cubicBezTo>
                    <a:pt x="346148" y="81525"/>
                    <a:pt x="345733" y="82217"/>
                    <a:pt x="345232" y="82845"/>
                  </a:cubicBezTo>
                  <a:cubicBezTo>
                    <a:pt x="345232" y="83668"/>
                    <a:pt x="344340" y="84491"/>
                    <a:pt x="344340" y="84902"/>
                  </a:cubicBezTo>
                  <a:cubicBezTo>
                    <a:pt x="344340" y="85314"/>
                    <a:pt x="343106" y="86205"/>
                    <a:pt x="342694" y="87028"/>
                  </a:cubicBezTo>
                  <a:cubicBezTo>
                    <a:pt x="342283" y="87851"/>
                    <a:pt x="341460" y="89085"/>
                    <a:pt x="341048" y="89908"/>
                  </a:cubicBezTo>
                  <a:cubicBezTo>
                    <a:pt x="340112" y="90691"/>
                    <a:pt x="339402" y="91709"/>
                    <a:pt x="338991" y="92857"/>
                  </a:cubicBezTo>
                  <a:cubicBezTo>
                    <a:pt x="338149" y="93555"/>
                    <a:pt x="337430" y="94390"/>
                    <a:pt x="336865" y="95326"/>
                  </a:cubicBezTo>
                  <a:cubicBezTo>
                    <a:pt x="336042" y="96149"/>
                    <a:pt x="335219" y="97384"/>
                    <a:pt x="334396" y="98275"/>
                  </a:cubicBezTo>
                  <a:cubicBezTo>
                    <a:pt x="333831" y="99212"/>
                    <a:pt x="333112" y="100046"/>
                    <a:pt x="332270" y="100744"/>
                  </a:cubicBezTo>
                  <a:cubicBezTo>
                    <a:pt x="331466" y="101461"/>
                    <a:pt x="330773" y="102293"/>
                    <a:pt x="330213" y="103213"/>
                  </a:cubicBezTo>
                  <a:cubicBezTo>
                    <a:pt x="329390" y="104104"/>
                    <a:pt x="328567" y="104516"/>
                    <a:pt x="327744" y="105339"/>
                  </a:cubicBezTo>
                  <a:lnTo>
                    <a:pt x="325206" y="107808"/>
                  </a:lnTo>
                  <a:cubicBezTo>
                    <a:pt x="324020" y="108686"/>
                    <a:pt x="322917" y="109673"/>
                    <a:pt x="321914" y="110756"/>
                  </a:cubicBezTo>
                  <a:cubicBezTo>
                    <a:pt x="320612" y="111580"/>
                    <a:pt x="319377" y="112814"/>
                    <a:pt x="318143" y="113637"/>
                  </a:cubicBezTo>
                  <a:cubicBezTo>
                    <a:pt x="316292" y="114910"/>
                    <a:pt x="314342" y="116033"/>
                    <a:pt x="312313" y="116997"/>
                  </a:cubicBezTo>
                  <a:cubicBezTo>
                    <a:pt x="225697" y="166924"/>
                    <a:pt x="139080" y="217330"/>
                    <a:pt x="52464" y="267325"/>
                  </a:cubicBezTo>
                  <a:lnTo>
                    <a:pt x="52052" y="267325"/>
                  </a:lnTo>
                  <a:cubicBezTo>
                    <a:pt x="50818" y="268148"/>
                    <a:pt x="49583" y="268559"/>
                    <a:pt x="48349" y="269382"/>
                  </a:cubicBezTo>
                  <a:cubicBezTo>
                    <a:pt x="47114" y="270205"/>
                    <a:pt x="46223" y="270617"/>
                    <a:pt x="44988" y="271028"/>
                  </a:cubicBezTo>
                  <a:cubicBezTo>
                    <a:pt x="43754" y="271440"/>
                    <a:pt x="43342" y="271440"/>
                    <a:pt x="42519" y="271851"/>
                  </a:cubicBezTo>
                  <a:cubicBezTo>
                    <a:pt x="41697" y="272263"/>
                    <a:pt x="40805" y="272263"/>
                    <a:pt x="39982" y="272743"/>
                  </a:cubicBezTo>
                  <a:cubicBezTo>
                    <a:pt x="39159" y="273223"/>
                    <a:pt x="38336" y="273154"/>
                    <a:pt x="37513" y="273154"/>
                  </a:cubicBezTo>
                  <a:cubicBezTo>
                    <a:pt x="36690" y="273154"/>
                    <a:pt x="35867" y="273566"/>
                    <a:pt x="34976" y="273566"/>
                  </a:cubicBezTo>
                  <a:lnTo>
                    <a:pt x="32918" y="273566"/>
                  </a:lnTo>
                  <a:cubicBezTo>
                    <a:pt x="32141" y="273901"/>
                    <a:pt x="31294" y="274042"/>
                    <a:pt x="30450" y="273977"/>
                  </a:cubicBezTo>
                  <a:cubicBezTo>
                    <a:pt x="29749" y="273801"/>
                    <a:pt x="29039" y="273664"/>
                    <a:pt x="28324" y="273566"/>
                  </a:cubicBezTo>
                  <a:lnTo>
                    <a:pt x="27912" y="273566"/>
                  </a:lnTo>
                  <a:lnTo>
                    <a:pt x="27912" y="273154"/>
                  </a:lnTo>
                  <a:lnTo>
                    <a:pt x="27500" y="273154"/>
                  </a:lnTo>
                  <a:cubicBezTo>
                    <a:pt x="27382" y="272639"/>
                    <a:pt x="27091" y="272180"/>
                    <a:pt x="26678" y="271851"/>
                  </a:cubicBezTo>
                  <a:cubicBezTo>
                    <a:pt x="26678" y="271440"/>
                    <a:pt x="26266" y="271028"/>
                    <a:pt x="26266" y="270617"/>
                  </a:cubicBezTo>
                  <a:lnTo>
                    <a:pt x="25855" y="270205"/>
                  </a:lnTo>
                  <a:cubicBezTo>
                    <a:pt x="25822" y="269890"/>
                    <a:pt x="25676" y="269598"/>
                    <a:pt x="25443" y="269382"/>
                  </a:cubicBezTo>
                  <a:lnTo>
                    <a:pt x="25443" y="268971"/>
                  </a:lnTo>
                  <a:lnTo>
                    <a:pt x="25032" y="268559"/>
                  </a:lnTo>
                  <a:lnTo>
                    <a:pt x="25032" y="268148"/>
                  </a:lnTo>
                  <a:lnTo>
                    <a:pt x="24620" y="267736"/>
                  </a:lnTo>
                  <a:lnTo>
                    <a:pt x="24620" y="267462"/>
                  </a:lnTo>
                  <a:cubicBezTo>
                    <a:pt x="22083" y="262044"/>
                    <a:pt x="19614" y="257038"/>
                    <a:pt x="17076" y="251620"/>
                  </a:cubicBezTo>
                  <a:cubicBezTo>
                    <a:pt x="11247" y="239961"/>
                    <a:pt x="5829" y="227891"/>
                    <a:pt x="0" y="216233"/>
                  </a:cubicBezTo>
                  <a:cubicBezTo>
                    <a:pt x="58704" y="182491"/>
                    <a:pt x="117135" y="148750"/>
                    <a:pt x="175290" y="115009"/>
                  </a:cubicBezTo>
                  <a:cubicBezTo>
                    <a:pt x="241950" y="76672"/>
                    <a:pt x="308130" y="38336"/>
                    <a:pt x="374378" y="0"/>
                  </a:cubicBezTo>
                  <a:close/>
                </a:path>
              </a:pathLst>
            </a:custGeom>
            <a:solidFill>
              <a:srgbClr val="B8C8D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1799F74E-684D-379A-B275-6CA35477DF48}"/>
                </a:ext>
              </a:extLst>
            </p:cNvPr>
            <p:cNvSpPr/>
            <p:nvPr/>
          </p:nvSpPr>
          <p:spPr>
            <a:xfrm>
              <a:off x="4894184" y="4156290"/>
              <a:ext cx="300860" cy="166443"/>
            </a:xfrm>
            <a:custGeom>
              <a:avLst/>
              <a:gdLst>
                <a:gd name="connsiteX0" fmla="*/ 300860 w 300860"/>
                <a:gd name="connsiteY0" fmla="*/ 9876 h 166443"/>
                <a:gd name="connsiteX1" fmla="*/ 236738 w 300860"/>
                <a:gd name="connsiteY1" fmla="*/ 46978 h 166443"/>
                <a:gd name="connsiteX2" fmla="*/ 229880 w 300860"/>
                <a:gd name="connsiteY2" fmla="*/ 51092 h 166443"/>
                <a:gd name="connsiteX3" fmla="*/ 216576 w 300860"/>
                <a:gd name="connsiteY3" fmla="*/ 58636 h 166443"/>
                <a:gd name="connsiteX4" fmla="*/ 177416 w 300860"/>
                <a:gd name="connsiteY4" fmla="*/ 81542 h 166443"/>
                <a:gd name="connsiteX5" fmla="*/ 166581 w 300860"/>
                <a:gd name="connsiteY5" fmla="*/ 87782 h 166443"/>
                <a:gd name="connsiteX6" fmla="*/ 153688 w 300860"/>
                <a:gd name="connsiteY6" fmla="*/ 95258 h 166443"/>
                <a:gd name="connsiteX7" fmla="*/ 136200 w 300860"/>
                <a:gd name="connsiteY7" fmla="*/ 105271 h 166443"/>
                <a:gd name="connsiteX8" fmla="*/ 134142 w 300860"/>
                <a:gd name="connsiteY8" fmla="*/ 106505 h 166443"/>
                <a:gd name="connsiteX9" fmla="*/ 131673 w 300860"/>
                <a:gd name="connsiteY9" fmla="*/ 107739 h 166443"/>
                <a:gd name="connsiteX10" fmla="*/ 122484 w 300860"/>
                <a:gd name="connsiteY10" fmla="*/ 113157 h 166443"/>
                <a:gd name="connsiteX11" fmla="*/ 107876 w 300860"/>
                <a:gd name="connsiteY11" fmla="*/ 121867 h 166443"/>
                <a:gd name="connsiteX12" fmla="*/ 85862 w 300860"/>
                <a:gd name="connsiteY12" fmla="*/ 134417 h 166443"/>
                <a:gd name="connsiteX13" fmla="*/ 85451 w 300860"/>
                <a:gd name="connsiteY13" fmla="*/ 134417 h 166443"/>
                <a:gd name="connsiteX14" fmla="*/ 63368 w 300860"/>
                <a:gd name="connsiteY14" fmla="*/ 147310 h 166443"/>
                <a:gd name="connsiteX15" fmla="*/ 54590 w 300860"/>
                <a:gd name="connsiteY15" fmla="*/ 152316 h 166443"/>
                <a:gd name="connsiteX16" fmla="*/ 51298 w 300860"/>
                <a:gd name="connsiteY16" fmla="*/ 154374 h 166443"/>
                <a:gd name="connsiteX17" fmla="*/ 42931 w 300860"/>
                <a:gd name="connsiteY17" fmla="*/ 158968 h 166443"/>
                <a:gd name="connsiteX18" fmla="*/ 41285 w 300860"/>
                <a:gd name="connsiteY18" fmla="*/ 159791 h 166443"/>
                <a:gd name="connsiteX19" fmla="*/ 41285 w 300860"/>
                <a:gd name="connsiteY19" fmla="*/ 160203 h 166443"/>
                <a:gd name="connsiteX20" fmla="*/ 37513 w 300860"/>
                <a:gd name="connsiteY20" fmla="*/ 162261 h 166443"/>
                <a:gd name="connsiteX21" fmla="*/ 36142 w 300860"/>
                <a:gd name="connsiteY21" fmla="*/ 162261 h 166443"/>
                <a:gd name="connsiteX22" fmla="*/ 34496 w 300860"/>
                <a:gd name="connsiteY22" fmla="*/ 163152 h 166443"/>
                <a:gd name="connsiteX23" fmla="*/ 33261 w 300860"/>
                <a:gd name="connsiteY23" fmla="*/ 163564 h 166443"/>
                <a:gd name="connsiteX24" fmla="*/ 32438 w 300860"/>
                <a:gd name="connsiteY24" fmla="*/ 163975 h 166443"/>
                <a:gd name="connsiteX25" fmla="*/ 30724 w 300860"/>
                <a:gd name="connsiteY25" fmla="*/ 164386 h 166443"/>
                <a:gd name="connsiteX26" fmla="*/ 30724 w 300860"/>
                <a:gd name="connsiteY26" fmla="*/ 164798 h 166443"/>
                <a:gd name="connsiteX27" fmla="*/ 28255 w 300860"/>
                <a:gd name="connsiteY27" fmla="*/ 165209 h 166443"/>
                <a:gd name="connsiteX28" fmla="*/ 27021 w 300860"/>
                <a:gd name="connsiteY28" fmla="*/ 165621 h 166443"/>
                <a:gd name="connsiteX29" fmla="*/ 26197 w 300860"/>
                <a:gd name="connsiteY29" fmla="*/ 165621 h 166443"/>
                <a:gd name="connsiteX30" fmla="*/ 25718 w 300860"/>
                <a:gd name="connsiteY30" fmla="*/ 166032 h 166443"/>
                <a:gd name="connsiteX31" fmla="*/ 24071 w 300860"/>
                <a:gd name="connsiteY31" fmla="*/ 166032 h 166443"/>
                <a:gd name="connsiteX32" fmla="*/ 23660 w 300860"/>
                <a:gd name="connsiteY32" fmla="*/ 166444 h 166443"/>
                <a:gd name="connsiteX33" fmla="*/ 15568 w 300860"/>
                <a:gd name="connsiteY33" fmla="*/ 166444 h 166443"/>
                <a:gd name="connsiteX34" fmla="*/ 15156 w 300860"/>
                <a:gd name="connsiteY34" fmla="*/ 166032 h 166443"/>
                <a:gd name="connsiteX35" fmla="*/ 13442 w 300860"/>
                <a:gd name="connsiteY35" fmla="*/ 166032 h 166443"/>
                <a:gd name="connsiteX36" fmla="*/ 12207 w 300860"/>
                <a:gd name="connsiteY36" fmla="*/ 165621 h 166443"/>
                <a:gd name="connsiteX37" fmla="*/ 10973 w 300860"/>
                <a:gd name="connsiteY37" fmla="*/ 165209 h 166443"/>
                <a:gd name="connsiteX38" fmla="*/ 9327 w 300860"/>
                <a:gd name="connsiteY38" fmla="*/ 164798 h 166443"/>
                <a:gd name="connsiteX39" fmla="*/ 9327 w 300860"/>
                <a:gd name="connsiteY39" fmla="*/ 164249 h 166443"/>
                <a:gd name="connsiteX40" fmla="*/ 8710 w 300860"/>
                <a:gd name="connsiteY40" fmla="*/ 164249 h 166443"/>
                <a:gd name="connsiteX41" fmla="*/ 8298 w 300860"/>
                <a:gd name="connsiteY41" fmla="*/ 163838 h 166443"/>
                <a:gd name="connsiteX42" fmla="*/ 7475 w 300860"/>
                <a:gd name="connsiteY42" fmla="*/ 163426 h 166443"/>
                <a:gd name="connsiteX43" fmla="*/ 7064 w 300860"/>
                <a:gd name="connsiteY43" fmla="*/ 163426 h 166443"/>
                <a:gd name="connsiteX44" fmla="*/ 6652 w 300860"/>
                <a:gd name="connsiteY44" fmla="*/ 163015 h 166443"/>
                <a:gd name="connsiteX45" fmla="*/ 6241 w 300860"/>
                <a:gd name="connsiteY45" fmla="*/ 162535 h 166443"/>
                <a:gd name="connsiteX46" fmla="*/ 5418 w 300860"/>
                <a:gd name="connsiteY46" fmla="*/ 162123 h 166443"/>
                <a:gd name="connsiteX47" fmla="*/ 5006 w 300860"/>
                <a:gd name="connsiteY47" fmla="*/ 161712 h 166443"/>
                <a:gd name="connsiteX48" fmla="*/ 4183 w 300860"/>
                <a:gd name="connsiteY48" fmla="*/ 161300 h 166443"/>
                <a:gd name="connsiteX49" fmla="*/ 4183 w 300860"/>
                <a:gd name="connsiteY49" fmla="*/ 160889 h 166443"/>
                <a:gd name="connsiteX50" fmla="*/ 3772 w 300860"/>
                <a:gd name="connsiteY50" fmla="*/ 160889 h 166443"/>
                <a:gd name="connsiteX51" fmla="*/ 3360 w 300860"/>
                <a:gd name="connsiteY51" fmla="*/ 160889 h 166443"/>
                <a:gd name="connsiteX52" fmla="*/ 3360 w 300860"/>
                <a:gd name="connsiteY52" fmla="*/ 160477 h 166443"/>
                <a:gd name="connsiteX53" fmla="*/ 2880 w 300860"/>
                <a:gd name="connsiteY53" fmla="*/ 160066 h 166443"/>
                <a:gd name="connsiteX54" fmla="*/ 2057 w 300860"/>
                <a:gd name="connsiteY54" fmla="*/ 159243 h 166443"/>
                <a:gd name="connsiteX55" fmla="*/ 823 w 300860"/>
                <a:gd name="connsiteY55" fmla="*/ 158009 h 166443"/>
                <a:gd name="connsiteX56" fmla="*/ 411 w 300860"/>
                <a:gd name="connsiteY56" fmla="*/ 157597 h 166443"/>
                <a:gd name="connsiteX57" fmla="*/ 411 w 300860"/>
                <a:gd name="connsiteY57" fmla="*/ 157391 h 166443"/>
                <a:gd name="connsiteX58" fmla="*/ 0 w 300860"/>
                <a:gd name="connsiteY58" fmla="*/ 157391 h 166443"/>
                <a:gd name="connsiteX59" fmla="*/ 0 w 300860"/>
                <a:gd name="connsiteY59" fmla="*/ 156500 h 166443"/>
                <a:gd name="connsiteX60" fmla="*/ 2057 w 300860"/>
                <a:gd name="connsiteY60" fmla="*/ 156911 h 166443"/>
                <a:gd name="connsiteX61" fmla="*/ 4595 w 300860"/>
                <a:gd name="connsiteY61" fmla="*/ 156500 h 166443"/>
                <a:gd name="connsiteX62" fmla="*/ 6652 w 300860"/>
                <a:gd name="connsiteY62" fmla="*/ 156500 h 166443"/>
                <a:gd name="connsiteX63" fmla="*/ 9121 w 300860"/>
                <a:gd name="connsiteY63" fmla="*/ 156088 h 166443"/>
                <a:gd name="connsiteX64" fmla="*/ 11658 w 300860"/>
                <a:gd name="connsiteY64" fmla="*/ 155677 h 166443"/>
                <a:gd name="connsiteX65" fmla="*/ 14127 w 300860"/>
                <a:gd name="connsiteY65" fmla="*/ 154854 h 166443"/>
                <a:gd name="connsiteX66" fmla="*/ 16665 w 300860"/>
                <a:gd name="connsiteY66" fmla="*/ 154031 h 166443"/>
                <a:gd name="connsiteX67" fmla="*/ 19957 w 300860"/>
                <a:gd name="connsiteY67" fmla="*/ 152385 h 166443"/>
                <a:gd name="connsiteX68" fmla="*/ 23729 w 300860"/>
                <a:gd name="connsiteY68" fmla="*/ 150259 h 166443"/>
                <a:gd name="connsiteX69" fmla="*/ 24140 w 300860"/>
                <a:gd name="connsiteY69" fmla="*/ 150259 h 166443"/>
                <a:gd name="connsiteX70" fmla="*/ 283990 w 300860"/>
                <a:gd name="connsiteY70" fmla="*/ 0 h 166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00860" h="166443">
                  <a:moveTo>
                    <a:pt x="300860" y="9876"/>
                  </a:moveTo>
                  <a:lnTo>
                    <a:pt x="236738" y="46978"/>
                  </a:lnTo>
                  <a:lnTo>
                    <a:pt x="229880" y="51092"/>
                  </a:lnTo>
                  <a:lnTo>
                    <a:pt x="216576" y="58636"/>
                  </a:lnTo>
                  <a:lnTo>
                    <a:pt x="177416" y="81542"/>
                  </a:lnTo>
                  <a:lnTo>
                    <a:pt x="166581" y="87782"/>
                  </a:lnTo>
                  <a:lnTo>
                    <a:pt x="153688" y="95258"/>
                  </a:lnTo>
                  <a:lnTo>
                    <a:pt x="136200" y="105271"/>
                  </a:lnTo>
                  <a:cubicBezTo>
                    <a:pt x="135377" y="105682"/>
                    <a:pt x="134965" y="106093"/>
                    <a:pt x="134142" y="106505"/>
                  </a:cubicBezTo>
                  <a:lnTo>
                    <a:pt x="131673" y="107739"/>
                  </a:lnTo>
                  <a:lnTo>
                    <a:pt x="122484" y="113157"/>
                  </a:lnTo>
                  <a:cubicBezTo>
                    <a:pt x="117477" y="116037"/>
                    <a:pt x="112883" y="118575"/>
                    <a:pt x="107876" y="121867"/>
                  </a:cubicBezTo>
                  <a:lnTo>
                    <a:pt x="85862" y="134417"/>
                  </a:lnTo>
                  <a:lnTo>
                    <a:pt x="85451" y="134417"/>
                  </a:lnTo>
                  <a:lnTo>
                    <a:pt x="63368" y="147310"/>
                  </a:lnTo>
                  <a:lnTo>
                    <a:pt x="54590" y="152316"/>
                  </a:lnTo>
                  <a:lnTo>
                    <a:pt x="51298" y="154374"/>
                  </a:lnTo>
                  <a:cubicBezTo>
                    <a:pt x="48424" y="155746"/>
                    <a:pt x="45631" y="157280"/>
                    <a:pt x="42931" y="158968"/>
                  </a:cubicBezTo>
                  <a:cubicBezTo>
                    <a:pt x="42536" y="159478"/>
                    <a:pt x="41930" y="159781"/>
                    <a:pt x="41285" y="159791"/>
                  </a:cubicBezTo>
                  <a:lnTo>
                    <a:pt x="41285" y="160203"/>
                  </a:lnTo>
                  <a:cubicBezTo>
                    <a:pt x="40051" y="161026"/>
                    <a:pt x="38816" y="161438"/>
                    <a:pt x="37513" y="162261"/>
                  </a:cubicBezTo>
                  <a:lnTo>
                    <a:pt x="36142" y="162261"/>
                  </a:lnTo>
                  <a:cubicBezTo>
                    <a:pt x="35730" y="162672"/>
                    <a:pt x="34907" y="162672"/>
                    <a:pt x="34496" y="163152"/>
                  </a:cubicBezTo>
                  <a:cubicBezTo>
                    <a:pt x="34084" y="163632"/>
                    <a:pt x="33673" y="163564"/>
                    <a:pt x="33261" y="163564"/>
                  </a:cubicBezTo>
                  <a:cubicBezTo>
                    <a:pt x="32850" y="163564"/>
                    <a:pt x="32850" y="163975"/>
                    <a:pt x="32438" y="163975"/>
                  </a:cubicBezTo>
                  <a:cubicBezTo>
                    <a:pt x="32027" y="163975"/>
                    <a:pt x="31547" y="164386"/>
                    <a:pt x="30724" y="164386"/>
                  </a:cubicBezTo>
                  <a:lnTo>
                    <a:pt x="30724" y="164798"/>
                  </a:lnTo>
                  <a:cubicBezTo>
                    <a:pt x="29901" y="164798"/>
                    <a:pt x="29078" y="165209"/>
                    <a:pt x="28255" y="165209"/>
                  </a:cubicBezTo>
                  <a:cubicBezTo>
                    <a:pt x="27927" y="165526"/>
                    <a:pt x="27473" y="165677"/>
                    <a:pt x="27021" y="165621"/>
                  </a:cubicBezTo>
                  <a:lnTo>
                    <a:pt x="26197" y="165621"/>
                  </a:lnTo>
                  <a:cubicBezTo>
                    <a:pt x="26197" y="166032"/>
                    <a:pt x="25718" y="166032"/>
                    <a:pt x="25718" y="166032"/>
                  </a:cubicBezTo>
                  <a:lnTo>
                    <a:pt x="24071" y="166032"/>
                  </a:lnTo>
                  <a:lnTo>
                    <a:pt x="23660" y="166444"/>
                  </a:lnTo>
                  <a:lnTo>
                    <a:pt x="15568" y="166444"/>
                  </a:lnTo>
                  <a:lnTo>
                    <a:pt x="15156" y="166032"/>
                  </a:lnTo>
                  <a:lnTo>
                    <a:pt x="13442" y="166032"/>
                  </a:lnTo>
                  <a:cubicBezTo>
                    <a:pt x="13030" y="166032"/>
                    <a:pt x="12619" y="165621"/>
                    <a:pt x="12207" y="165621"/>
                  </a:cubicBezTo>
                  <a:cubicBezTo>
                    <a:pt x="11796" y="165621"/>
                    <a:pt x="11384" y="165209"/>
                    <a:pt x="10973" y="165209"/>
                  </a:cubicBezTo>
                  <a:cubicBezTo>
                    <a:pt x="10561" y="165209"/>
                    <a:pt x="9738" y="164798"/>
                    <a:pt x="9327" y="164798"/>
                  </a:cubicBezTo>
                  <a:lnTo>
                    <a:pt x="9327" y="164249"/>
                  </a:lnTo>
                  <a:lnTo>
                    <a:pt x="8710" y="164249"/>
                  </a:lnTo>
                  <a:cubicBezTo>
                    <a:pt x="8710" y="164022"/>
                    <a:pt x="8525" y="163838"/>
                    <a:pt x="8298" y="163838"/>
                  </a:cubicBezTo>
                  <a:cubicBezTo>
                    <a:pt x="7887" y="163838"/>
                    <a:pt x="7887" y="163426"/>
                    <a:pt x="7475" y="163426"/>
                  </a:cubicBezTo>
                  <a:lnTo>
                    <a:pt x="7064" y="163426"/>
                  </a:lnTo>
                  <a:lnTo>
                    <a:pt x="6652" y="163015"/>
                  </a:lnTo>
                  <a:lnTo>
                    <a:pt x="6241" y="162535"/>
                  </a:lnTo>
                  <a:cubicBezTo>
                    <a:pt x="5926" y="162502"/>
                    <a:pt x="5633" y="162356"/>
                    <a:pt x="5418" y="162123"/>
                  </a:cubicBezTo>
                  <a:lnTo>
                    <a:pt x="5006" y="161712"/>
                  </a:lnTo>
                  <a:cubicBezTo>
                    <a:pt x="4694" y="161668"/>
                    <a:pt x="4405" y="161524"/>
                    <a:pt x="4183" y="161300"/>
                  </a:cubicBezTo>
                  <a:lnTo>
                    <a:pt x="4183" y="160889"/>
                  </a:lnTo>
                  <a:lnTo>
                    <a:pt x="3772" y="160889"/>
                  </a:lnTo>
                  <a:cubicBezTo>
                    <a:pt x="3772" y="160889"/>
                    <a:pt x="3360" y="161300"/>
                    <a:pt x="3360" y="160889"/>
                  </a:cubicBezTo>
                  <a:lnTo>
                    <a:pt x="3360" y="160477"/>
                  </a:lnTo>
                  <a:lnTo>
                    <a:pt x="2880" y="160066"/>
                  </a:lnTo>
                  <a:lnTo>
                    <a:pt x="2057" y="159243"/>
                  </a:lnTo>
                  <a:lnTo>
                    <a:pt x="823" y="158009"/>
                  </a:lnTo>
                  <a:cubicBezTo>
                    <a:pt x="823" y="157781"/>
                    <a:pt x="639" y="157597"/>
                    <a:pt x="411" y="157597"/>
                  </a:cubicBezTo>
                  <a:lnTo>
                    <a:pt x="411" y="157391"/>
                  </a:lnTo>
                  <a:lnTo>
                    <a:pt x="0" y="157391"/>
                  </a:lnTo>
                  <a:lnTo>
                    <a:pt x="0" y="156500"/>
                  </a:lnTo>
                  <a:cubicBezTo>
                    <a:pt x="693" y="156596"/>
                    <a:pt x="1380" y="156734"/>
                    <a:pt x="2057" y="156911"/>
                  </a:cubicBezTo>
                  <a:cubicBezTo>
                    <a:pt x="2924" y="156977"/>
                    <a:pt x="3793" y="156836"/>
                    <a:pt x="4595" y="156500"/>
                  </a:cubicBezTo>
                  <a:lnTo>
                    <a:pt x="6652" y="156500"/>
                  </a:lnTo>
                  <a:cubicBezTo>
                    <a:pt x="7475" y="156500"/>
                    <a:pt x="8298" y="156088"/>
                    <a:pt x="9121" y="156088"/>
                  </a:cubicBezTo>
                  <a:cubicBezTo>
                    <a:pt x="9944" y="156088"/>
                    <a:pt x="10836" y="155677"/>
                    <a:pt x="11658" y="155677"/>
                  </a:cubicBezTo>
                  <a:cubicBezTo>
                    <a:pt x="12481" y="155677"/>
                    <a:pt x="13305" y="155265"/>
                    <a:pt x="14127" y="154854"/>
                  </a:cubicBezTo>
                  <a:cubicBezTo>
                    <a:pt x="14950" y="154442"/>
                    <a:pt x="15842" y="154442"/>
                    <a:pt x="16665" y="154031"/>
                  </a:cubicBezTo>
                  <a:cubicBezTo>
                    <a:pt x="17488" y="153619"/>
                    <a:pt x="18722" y="152796"/>
                    <a:pt x="19957" y="152385"/>
                  </a:cubicBezTo>
                  <a:cubicBezTo>
                    <a:pt x="21191" y="151974"/>
                    <a:pt x="22494" y="151082"/>
                    <a:pt x="23729" y="150259"/>
                  </a:cubicBezTo>
                  <a:lnTo>
                    <a:pt x="24140" y="150259"/>
                  </a:lnTo>
                  <a:cubicBezTo>
                    <a:pt x="110757" y="100333"/>
                    <a:pt x="197373" y="49926"/>
                    <a:pt x="283990" y="0"/>
                  </a:cubicBezTo>
                  <a:close/>
                </a:path>
              </a:pathLst>
            </a:custGeom>
            <a:solidFill>
              <a:srgbClr val="C9D2D6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F825732-1F70-A3F3-DCEA-1C2172FB2CD4}"/>
                </a:ext>
              </a:extLst>
            </p:cNvPr>
            <p:cNvSpPr/>
            <p:nvPr/>
          </p:nvSpPr>
          <p:spPr>
            <a:xfrm>
              <a:off x="4716150" y="4986726"/>
              <a:ext cx="119946" cy="123649"/>
            </a:xfrm>
            <a:custGeom>
              <a:avLst/>
              <a:gdLst>
                <a:gd name="connsiteX0" fmla="*/ 119947 w 119946"/>
                <a:gd name="connsiteY0" fmla="*/ 47046 h 123649"/>
                <a:gd name="connsiteX1" fmla="*/ 119947 w 119946"/>
                <a:gd name="connsiteY1" fmla="*/ 54521 h 123649"/>
                <a:gd name="connsiteX2" fmla="*/ 0 w 119946"/>
                <a:gd name="connsiteY2" fmla="*/ 123650 h 123649"/>
                <a:gd name="connsiteX3" fmla="*/ 0 w 119946"/>
                <a:gd name="connsiteY3" fmla="*/ 69540 h 123649"/>
                <a:gd name="connsiteX4" fmla="*/ 119947 w 119946"/>
                <a:gd name="connsiteY4" fmla="*/ 0 h 123649"/>
                <a:gd name="connsiteX5" fmla="*/ 119947 w 119946"/>
                <a:gd name="connsiteY5" fmla="*/ 47046 h 12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9946" h="123649">
                  <a:moveTo>
                    <a:pt x="119947" y="47046"/>
                  </a:moveTo>
                  <a:lnTo>
                    <a:pt x="119947" y="54521"/>
                  </a:lnTo>
                  <a:lnTo>
                    <a:pt x="0" y="123650"/>
                  </a:lnTo>
                  <a:lnTo>
                    <a:pt x="0" y="69540"/>
                  </a:lnTo>
                  <a:lnTo>
                    <a:pt x="119947" y="0"/>
                  </a:lnTo>
                  <a:lnTo>
                    <a:pt x="119947" y="47046"/>
                  </a:ln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78EEB01-121F-6633-CCDA-53429F643FA1}"/>
                </a:ext>
              </a:extLst>
            </p:cNvPr>
            <p:cNvSpPr/>
            <p:nvPr/>
          </p:nvSpPr>
          <p:spPr>
            <a:xfrm>
              <a:off x="4353911" y="4898189"/>
              <a:ext cx="482185" cy="366834"/>
            </a:xfrm>
            <a:custGeom>
              <a:avLst/>
              <a:gdLst>
                <a:gd name="connsiteX0" fmla="*/ 482186 w 482185"/>
                <a:gd name="connsiteY0" fmla="*/ 88262 h 366834"/>
                <a:gd name="connsiteX1" fmla="*/ 362239 w 482185"/>
                <a:gd name="connsiteY1" fmla="*/ 157803 h 366834"/>
                <a:gd name="connsiteX2" fmla="*/ 0 w 482185"/>
                <a:gd name="connsiteY2" fmla="*/ 366834 h 366834"/>
                <a:gd name="connsiteX3" fmla="*/ 0 w 482185"/>
                <a:gd name="connsiteY3" fmla="*/ 189418 h 366834"/>
                <a:gd name="connsiteX4" fmla="*/ 328567 w 482185"/>
                <a:gd name="connsiteY4" fmla="*/ 0 h 366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85" h="366834">
                  <a:moveTo>
                    <a:pt x="482186" y="88262"/>
                  </a:moveTo>
                  <a:lnTo>
                    <a:pt x="362239" y="157803"/>
                  </a:lnTo>
                  <a:cubicBezTo>
                    <a:pt x="241539" y="227343"/>
                    <a:pt x="120792" y="297020"/>
                    <a:pt x="0" y="366834"/>
                  </a:cubicBezTo>
                  <a:lnTo>
                    <a:pt x="0" y="189418"/>
                  </a:lnTo>
                  <a:cubicBezTo>
                    <a:pt x="109728" y="126096"/>
                    <a:pt x="219250" y="62956"/>
                    <a:pt x="328567" y="0"/>
                  </a:cubicBezTo>
                  <a:close/>
                </a:path>
              </a:pathLst>
            </a:custGeom>
            <a:solidFill>
              <a:srgbClr val="C7CED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B36EEA2-88DF-BE19-F86D-AAE4CA943DC8}"/>
                </a:ext>
              </a:extLst>
            </p:cNvPr>
            <p:cNvSpPr/>
            <p:nvPr/>
          </p:nvSpPr>
          <p:spPr>
            <a:xfrm>
              <a:off x="3984882" y="5029451"/>
              <a:ext cx="731268" cy="496588"/>
            </a:xfrm>
            <a:custGeom>
              <a:avLst/>
              <a:gdLst>
                <a:gd name="connsiteX0" fmla="*/ 731268 w 731268"/>
                <a:gd name="connsiteY0" fmla="*/ 26540 h 496588"/>
                <a:gd name="connsiteX1" fmla="*/ 731268 w 731268"/>
                <a:gd name="connsiteY1" fmla="*/ 80650 h 496588"/>
                <a:gd name="connsiteX2" fmla="*/ 48006 w 731268"/>
                <a:gd name="connsiteY2" fmla="*/ 474985 h 496588"/>
                <a:gd name="connsiteX3" fmla="*/ 0 w 731268"/>
                <a:gd name="connsiteY3" fmla="*/ 496588 h 496588"/>
                <a:gd name="connsiteX4" fmla="*/ 0 w 731268"/>
                <a:gd name="connsiteY4" fmla="*/ 206838 h 496588"/>
                <a:gd name="connsiteX5" fmla="*/ 48006 w 731268"/>
                <a:gd name="connsiteY5" fmla="*/ 185166 h 496588"/>
                <a:gd name="connsiteX6" fmla="*/ 369029 w 731268"/>
                <a:gd name="connsiteY6" fmla="*/ 0 h 496588"/>
                <a:gd name="connsiteX7" fmla="*/ 369029 w 731268"/>
                <a:gd name="connsiteY7" fmla="*/ 235709 h 496588"/>
                <a:gd name="connsiteX8" fmla="*/ 731268 w 731268"/>
                <a:gd name="connsiteY8" fmla="*/ 26540 h 49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1268" h="496588">
                  <a:moveTo>
                    <a:pt x="731268" y="26540"/>
                  </a:moveTo>
                  <a:lnTo>
                    <a:pt x="731268" y="80650"/>
                  </a:lnTo>
                  <a:cubicBezTo>
                    <a:pt x="503537" y="212278"/>
                    <a:pt x="275783" y="343723"/>
                    <a:pt x="48006" y="474985"/>
                  </a:cubicBezTo>
                  <a:cubicBezTo>
                    <a:pt x="32745" y="483731"/>
                    <a:pt x="16667" y="490967"/>
                    <a:pt x="0" y="496588"/>
                  </a:cubicBezTo>
                  <a:lnTo>
                    <a:pt x="0" y="206838"/>
                  </a:lnTo>
                  <a:cubicBezTo>
                    <a:pt x="16669" y="201193"/>
                    <a:pt x="32748" y="193935"/>
                    <a:pt x="48006" y="185166"/>
                  </a:cubicBezTo>
                  <a:cubicBezTo>
                    <a:pt x="155082" y="123490"/>
                    <a:pt x="262090" y="61768"/>
                    <a:pt x="369029" y="0"/>
                  </a:cubicBezTo>
                  <a:lnTo>
                    <a:pt x="369029" y="235709"/>
                  </a:lnTo>
                  <a:cubicBezTo>
                    <a:pt x="489821" y="165667"/>
                    <a:pt x="610568" y="95943"/>
                    <a:pt x="731268" y="2654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ED92B44-C162-823C-3241-21682F77F373}"/>
                </a:ext>
              </a:extLst>
            </p:cNvPr>
            <p:cNvSpPr/>
            <p:nvPr/>
          </p:nvSpPr>
          <p:spPr>
            <a:xfrm>
              <a:off x="4512605" y="4641739"/>
              <a:ext cx="52004" cy="47212"/>
            </a:xfrm>
            <a:custGeom>
              <a:avLst/>
              <a:gdLst>
                <a:gd name="connsiteX0" fmla="*/ 51984 w 52004"/>
                <a:gd name="connsiteY0" fmla="*/ 6613 h 47212"/>
                <a:gd name="connsiteX1" fmla="*/ 51984 w 52004"/>
                <a:gd name="connsiteY1" fmla="*/ 11620 h 47212"/>
                <a:gd name="connsiteX2" fmla="*/ 50338 w 52004"/>
                <a:gd name="connsiteY2" fmla="*/ 17449 h 47212"/>
                <a:gd name="connsiteX3" fmla="*/ 45743 w 52004"/>
                <a:gd name="connsiteY3" fmla="*/ 24307 h 47212"/>
                <a:gd name="connsiteX4" fmla="*/ 37856 w 52004"/>
                <a:gd name="connsiteY4" fmla="*/ 29313 h 47212"/>
                <a:gd name="connsiteX5" fmla="*/ 27021 w 52004"/>
                <a:gd name="connsiteY5" fmla="*/ 35554 h 47212"/>
                <a:gd name="connsiteX6" fmla="*/ 17488 w 52004"/>
                <a:gd name="connsiteY6" fmla="*/ 40972 h 47212"/>
                <a:gd name="connsiteX7" fmla="*/ 9533 w 52004"/>
                <a:gd name="connsiteY7" fmla="*/ 45978 h 47212"/>
                <a:gd name="connsiteX8" fmla="*/ 5829 w 52004"/>
                <a:gd name="connsiteY8" fmla="*/ 47213 h 47212"/>
                <a:gd name="connsiteX9" fmla="*/ 2880 w 52004"/>
                <a:gd name="connsiteY9" fmla="*/ 46390 h 47212"/>
                <a:gd name="connsiteX10" fmla="*/ 823 w 52004"/>
                <a:gd name="connsiteY10" fmla="*/ 43852 h 47212"/>
                <a:gd name="connsiteX11" fmla="*/ 0 w 52004"/>
                <a:gd name="connsiteY11" fmla="*/ 40149 h 47212"/>
                <a:gd name="connsiteX12" fmla="*/ 0 w 52004"/>
                <a:gd name="connsiteY12" fmla="*/ 35417 h 47212"/>
                <a:gd name="connsiteX13" fmla="*/ 2057 w 52004"/>
                <a:gd name="connsiteY13" fmla="*/ 29176 h 47212"/>
                <a:gd name="connsiteX14" fmla="*/ 6241 w 52004"/>
                <a:gd name="connsiteY14" fmla="*/ 22936 h 47212"/>
                <a:gd name="connsiteX15" fmla="*/ 14127 w 52004"/>
                <a:gd name="connsiteY15" fmla="*/ 17518 h 47212"/>
                <a:gd name="connsiteX16" fmla="*/ 24963 w 52004"/>
                <a:gd name="connsiteY16" fmla="*/ 11277 h 47212"/>
                <a:gd name="connsiteX17" fmla="*/ 34496 w 52004"/>
                <a:gd name="connsiteY17" fmla="*/ 5859 h 47212"/>
                <a:gd name="connsiteX18" fmla="*/ 42451 w 52004"/>
                <a:gd name="connsiteY18" fmla="*/ 1264 h 47212"/>
                <a:gd name="connsiteX19" fmla="*/ 46154 w 52004"/>
                <a:gd name="connsiteY19" fmla="*/ 30 h 47212"/>
                <a:gd name="connsiteX20" fmla="*/ 49515 w 52004"/>
                <a:gd name="connsiteY20" fmla="*/ 441 h 47212"/>
                <a:gd name="connsiteX21" fmla="*/ 51161 w 52004"/>
                <a:gd name="connsiteY21" fmla="*/ 2910 h 47212"/>
                <a:gd name="connsiteX22" fmla="*/ 51984 w 52004"/>
                <a:gd name="connsiteY22" fmla="*/ 6613 h 47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2004" h="47212">
                  <a:moveTo>
                    <a:pt x="51984" y="6613"/>
                  </a:moveTo>
                  <a:lnTo>
                    <a:pt x="51984" y="11620"/>
                  </a:lnTo>
                  <a:cubicBezTo>
                    <a:pt x="51618" y="13610"/>
                    <a:pt x="51067" y="15562"/>
                    <a:pt x="50338" y="17449"/>
                  </a:cubicBezTo>
                  <a:cubicBezTo>
                    <a:pt x="49238" y="19997"/>
                    <a:pt x="47681" y="22321"/>
                    <a:pt x="45743" y="24307"/>
                  </a:cubicBezTo>
                  <a:cubicBezTo>
                    <a:pt x="43330" y="26294"/>
                    <a:pt x="40681" y="27975"/>
                    <a:pt x="37856" y="29313"/>
                  </a:cubicBezTo>
                  <a:cubicBezTo>
                    <a:pt x="34496" y="31371"/>
                    <a:pt x="30998" y="33497"/>
                    <a:pt x="27021" y="35554"/>
                  </a:cubicBezTo>
                  <a:cubicBezTo>
                    <a:pt x="23043" y="37612"/>
                    <a:pt x="20780" y="38846"/>
                    <a:pt x="17488" y="40972"/>
                  </a:cubicBezTo>
                  <a:cubicBezTo>
                    <a:pt x="14196" y="43098"/>
                    <a:pt x="12482" y="44264"/>
                    <a:pt x="9533" y="45978"/>
                  </a:cubicBezTo>
                  <a:lnTo>
                    <a:pt x="5829" y="47213"/>
                  </a:lnTo>
                  <a:cubicBezTo>
                    <a:pt x="4792" y="47196"/>
                    <a:pt x="3776" y="46913"/>
                    <a:pt x="2880" y="46390"/>
                  </a:cubicBezTo>
                  <a:cubicBezTo>
                    <a:pt x="2074" y="45649"/>
                    <a:pt x="1381" y="44794"/>
                    <a:pt x="823" y="43852"/>
                  </a:cubicBezTo>
                  <a:cubicBezTo>
                    <a:pt x="354" y="42669"/>
                    <a:pt x="76" y="41419"/>
                    <a:pt x="0" y="40149"/>
                  </a:cubicBezTo>
                  <a:lnTo>
                    <a:pt x="0" y="35417"/>
                  </a:lnTo>
                  <a:cubicBezTo>
                    <a:pt x="308" y="33231"/>
                    <a:pt x="1005" y="31117"/>
                    <a:pt x="2057" y="29176"/>
                  </a:cubicBezTo>
                  <a:cubicBezTo>
                    <a:pt x="2916" y="26783"/>
                    <a:pt x="4353" y="24639"/>
                    <a:pt x="6241" y="22936"/>
                  </a:cubicBezTo>
                  <a:cubicBezTo>
                    <a:pt x="8568" y="20727"/>
                    <a:pt x="11230" y="18898"/>
                    <a:pt x="14127" y="17518"/>
                  </a:cubicBezTo>
                  <a:cubicBezTo>
                    <a:pt x="17899" y="15392"/>
                    <a:pt x="20985" y="13334"/>
                    <a:pt x="24963" y="11277"/>
                  </a:cubicBezTo>
                  <a:cubicBezTo>
                    <a:pt x="28261" y="9691"/>
                    <a:pt x="31446" y="7881"/>
                    <a:pt x="34496" y="5859"/>
                  </a:cubicBezTo>
                  <a:cubicBezTo>
                    <a:pt x="37445" y="4213"/>
                    <a:pt x="39914" y="2499"/>
                    <a:pt x="42451" y="1264"/>
                  </a:cubicBezTo>
                  <a:cubicBezTo>
                    <a:pt x="43540" y="503"/>
                    <a:pt x="44826" y="74"/>
                    <a:pt x="46154" y="30"/>
                  </a:cubicBezTo>
                  <a:cubicBezTo>
                    <a:pt x="47291" y="-67"/>
                    <a:pt x="48435" y="73"/>
                    <a:pt x="49515" y="441"/>
                  </a:cubicBezTo>
                  <a:cubicBezTo>
                    <a:pt x="50202" y="1163"/>
                    <a:pt x="50759" y="1998"/>
                    <a:pt x="51161" y="2910"/>
                  </a:cubicBezTo>
                  <a:cubicBezTo>
                    <a:pt x="51800" y="4034"/>
                    <a:pt x="52087" y="5324"/>
                    <a:pt x="51984" y="6613"/>
                  </a:cubicBezTo>
                  <a:close/>
                </a:path>
              </a:pathLst>
            </a:custGeom>
            <a:solidFill>
              <a:srgbClr val="F1723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B9B3132-E59D-C58B-A531-31CEA91007AC}"/>
                </a:ext>
              </a:extLst>
            </p:cNvPr>
            <p:cNvSpPr/>
            <p:nvPr/>
          </p:nvSpPr>
          <p:spPr>
            <a:xfrm>
              <a:off x="4011148" y="2564476"/>
              <a:ext cx="276583" cy="171865"/>
            </a:xfrm>
            <a:custGeom>
              <a:avLst/>
              <a:gdLst>
                <a:gd name="connsiteX0" fmla="*/ 276583 w 276583"/>
                <a:gd name="connsiteY0" fmla="*/ 24076 h 171865"/>
                <a:gd name="connsiteX1" fmla="*/ 20780 w 276583"/>
                <a:gd name="connsiteY1" fmla="*/ 171866 h 171865"/>
                <a:gd name="connsiteX2" fmla="*/ 19545 w 276583"/>
                <a:gd name="connsiteY2" fmla="*/ 163156 h 171865"/>
                <a:gd name="connsiteX3" fmla="*/ 7887 w 276583"/>
                <a:gd name="connsiteY3" fmla="*/ 149440 h 171865"/>
                <a:gd name="connsiteX4" fmla="*/ 0 w 276583"/>
                <a:gd name="connsiteY4" fmla="*/ 148206 h 171865"/>
                <a:gd name="connsiteX5" fmla="*/ 255323 w 276583"/>
                <a:gd name="connsiteY5" fmla="*/ 416 h 171865"/>
                <a:gd name="connsiteX6" fmla="*/ 263279 w 276583"/>
                <a:gd name="connsiteY6" fmla="*/ 1650 h 171865"/>
                <a:gd name="connsiteX7" fmla="*/ 271988 w 276583"/>
                <a:gd name="connsiteY7" fmla="*/ 10360 h 171865"/>
                <a:gd name="connsiteX8" fmla="*/ 272400 w 276583"/>
                <a:gd name="connsiteY8" fmla="*/ 11663 h 171865"/>
                <a:gd name="connsiteX9" fmla="*/ 274937 w 276583"/>
                <a:gd name="connsiteY9" fmla="*/ 15778 h 171865"/>
                <a:gd name="connsiteX10" fmla="*/ 276583 w 276583"/>
                <a:gd name="connsiteY10" fmla="*/ 24076 h 17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6583" h="171865">
                  <a:moveTo>
                    <a:pt x="276583" y="24076"/>
                  </a:moveTo>
                  <a:cubicBezTo>
                    <a:pt x="191224" y="73179"/>
                    <a:pt x="105956" y="122443"/>
                    <a:pt x="20780" y="171866"/>
                  </a:cubicBezTo>
                  <a:cubicBezTo>
                    <a:pt x="20773" y="168919"/>
                    <a:pt x="20358" y="165988"/>
                    <a:pt x="19545" y="163156"/>
                  </a:cubicBezTo>
                  <a:cubicBezTo>
                    <a:pt x="17123" y="157518"/>
                    <a:pt x="13061" y="152739"/>
                    <a:pt x="7887" y="149440"/>
                  </a:cubicBezTo>
                  <a:cubicBezTo>
                    <a:pt x="5664" y="147658"/>
                    <a:pt x="2662" y="147188"/>
                    <a:pt x="0" y="148206"/>
                  </a:cubicBezTo>
                  <a:cubicBezTo>
                    <a:pt x="85131" y="98645"/>
                    <a:pt x="170238" y="49382"/>
                    <a:pt x="255323" y="416"/>
                  </a:cubicBezTo>
                  <a:cubicBezTo>
                    <a:pt x="258023" y="-428"/>
                    <a:pt x="260962" y="28"/>
                    <a:pt x="263279" y="1650"/>
                  </a:cubicBezTo>
                  <a:cubicBezTo>
                    <a:pt x="266767" y="3903"/>
                    <a:pt x="269736" y="6872"/>
                    <a:pt x="271988" y="10360"/>
                  </a:cubicBezTo>
                  <a:cubicBezTo>
                    <a:pt x="272400" y="10771"/>
                    <a:pt x="272811" y="11251"/>
                    <a:pt x="272400" y="11663"/>
                  </a:cubicBezTo>
                  <a:cubicBezTo>
                    <a:pt x="273642" y="12747"/>
                    <a:pt x="274526" y="14181"/>
                    <a:pt x="274937" y="15778"/>
                  </a:cubicBezTo>
                  <a:cubicBezTo>
                    <a:pt x="275912" y="18442"/>
                    <a:pt x="276467" y="21242"/>
                    <a:pt x="276583" y="24076"/>
                  </a:cubicBezTo>
                  <a:close/>
                </a:path>
              </a:pathLst>
            </a:custGeom>
            <a:solidFill>
              <a:srgbClr val="363638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9779F38-42DE-DABF-79BA-6745C86C09DE}"/>
                </a:ext>
              </a:extLst>
            </p:cNvPr>
            <p:cNvSpPr/>
            <p:nvPr/>
          </p:nvSpPr>
          <p:spPr>
            <a:xfrm>
              <a:off x="4015400" y="2285839"/>
              <a:ext cx="110345" cy="82021"/>
            </a:xfrm>
            <a:custGeom>
              <a:avLst/>
              <a:gdLst>
                <a:gd name="connsiteX0" fmla="*/ 110345 w 110345"/>
                <a:gd name="connsiteY0" fmla="*/ 23729 h 82021"/>
                <a:gd name="connsiteX1" fmla="*/ 107876 w 110345"/>
                <a:gd name="connsiteY1" fmla="*/ 25374 h 82021"/>
                <a:gd name="connsiteX2" fmla="*/ 9601 w 110345"/>
                <a:gd name="connsiteY2" fmla="*/ 82022 h 82021"/>
                <a:gd name="connsiteX3" fmla="*/ 0 w 110345"/>
                <a:gd name="connsiteY3" fmla="*/ 40394 h 82021"/>
                <a:gd name="connsiteX4" fmla="*/ 0 w 110345"/>
                <a:gd name="connsiteY4" fmla="*/ 39982 h 82021"/>
                <a:gd name="connsiteX5" fmla="*/ 69129 w 110345"/>
                <a:gd name="connsiteY5" fmla="*/ 0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45" h="82021">
                  <a:moveTo>
                    <a:pt x="110345" y="23729"/>
                  </a:moveTo>
                  <a:cubicBezTo>
                    <a:pt x="109623" y="24416"/>
                    <a:pt x="108788" y="24972"/>
                    <a:pt x="107876" y="25374"/>
                  </a:cubicBezTo>
                  <a:cubicBezTo>
                    <a:pt x="74958" y="44508"/>
                    <a:pt x="42520" y="63299"/>
                    <a:pt x="9601" y="82022"/>
                  </a:cubicBezTo>
                  <a:lnTo>
                    <a:pt x="0" y="40394"/>
                  </a:lnTo>
                  <a:lnTo>
                    <a:pt x="0" y="39982"/>
                  </a:lnTo>
                  <a:lnTo>
                    <a:pt x="69129" y="0"/>
                  </a:ln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715586F-66C0-2827-C92E-B3F681FFB8BC}"/>
                </a:ext>
              </a:extLst>
            </p:cNvPr>
            <p:cNvSpPr/>
            <p:nvPr/>
          </p:nvSpPr>
          <p:spPr>
            <a:xfrm>
              <a:off x="4011148" y="2712083"/>
              <a:ext cx="20779" cy="24258"/>
            </a:xfrm>
            <a:custGeom>
              <a:avLst/>
              <a:gdLst>
                <a:gd name="connsiteX0" fmla="*/ 19271 w 20779"/>
                <a:gd name="connsiteY0" fmla="*/ 15549 h 24258"/>
                <a:gd name="connsiteX1" fmla="*/ 20780 w 20779"/>
                <a:gd name="connsiteY1" fmla="*/ 24258 h 24258"/>
                <a:gd name="connsiteX2" fmla="*/ 7887 w 20779"/>
                <a:gd name="connsiteY2" fmla="*/ 16783 h 24258"/>
                <a:gd name="connsiteX3" fmla="*/ 8298 w 20779"/>
                <a:gd name="connsiteY3" fmla="*/ 16372 h 24258"/>
                <a:gd name="connsiteX4" fmla="*/ 10356 w 20779"/>
                <a:gd name="connsiteY4" fmla="*/ 13834 h 24258"/>
                <a:gd name="connsiteX5" fmla="*/ 0 w 20779"/>
                <a:gd name="connsiteY5" fmla="*/ 530 h 24258"/>
                <a:gd name="connsiteX6" fmla="*/ 7887 w 20779"/>
                <a:gd name="connsiteY6" fmla="*/ 1764 h 24258"/>
                <a:gd name="connsiteX7" fmla="*/ 19271 w 20779"/>
                <a:gd name="connsiteY7" fmla="*/ 15549 h 24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779" h="24258">
                  <a:moveTo>
                    <a:pt x="19271" y="15549"/>
                  </a:moveTo>
                  <a:cubicBezTo>
                    <a:pt x="20177" y="18368"/>
                    <a:pt x="20685" y="21299"/>
                    <a:pt x="20780" y="24258"/>
                  </a:cubicBezTo>
                  <a:lnTo>
                    <a:pt x="7887" y="16783"/>
                  </a:lnTo>
                  <a:cubicBezTo>
                    <a:pt x="7887" y="16556"/>
                    <a:pt x="8071" y="16372"/>
                    <a:pt x="8298" y="16372"/>
                  </a:cubicBezTo>
                  <a:lnTo>
                    <a:pt x="10356" y="13834"/>
                  </a:lnTo>
                  <a:lnTo>
                    <a:pt x="0" y="530"/>
                  </a:lnTo>
                  <a:cubicBezTo>
                    <a:pt x="2662" y="-488"/>
                    <a:pt x="5664" y="-19"/>
                    <a:pt x="7887" y="1764"/>
                  </a:cubicBezTo>
                  <a:cubicBezTo>
                    <a:pt x="12969" y="5123"/>
                    <a:pt x="16934" y="9923"/>
                    <a:pt x="19271" y="15549"/>
                  </a:cubicBez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CD9B348-78E6-5084-251C-902E70AAA94F}"/>
                </a:ext>
              </a:extLst>
            </p:cNvPr>
            <p:cNvSpPr/>
            <p:nvPr/>
          </p:nvSpPr>
          <p:spPr>
            <a:xfrm>
              <a:off x="3621133" y="1673763"/>
              <a:ext cx="403867" cy="833589"/>
            </a:xfrm>
            <a:custGeom>
              <a:avLst/>
              <a:gdLst>
                <a:gd name="connsiteX0" fmla="*/ 394266 w 403867"/>
                <a:gd name="connsiteY0" fmla="*/ 652470 h 833589"/>
                <a:gd name="connsiteX1" fmla="*/ 403868 w 403867"/>
                <a:gd name="connsiteY1" fmla="*/ 694098 h 833589"/>
                <a:gd name="connsiteX2" fmla="*/ 378905 w 403867"/>
                <a:gd name="connsiteY2" fmla="*/ 708637 h 833589"/>
                <a:gd name="connsiteX3" fmla="*/ 311010 w 403867"/>
                <a:gd name="connsiteY3" fmla="*/ 419710 h 833589"/>
                <a:gd name="connsiteX4" fmla="*/ 307650 w 403867"/>
                <a:gd name="connsiteY4" fmla="*/ 410520 h 833589"/>
                <a:gd name="connsiteX5" fmla="*/ 295580 w 403867"/>
                <a:gd name="connsiteY5" fmla="*/ 395158 h 833589"/>
                <a:gd name="connsiteX6" fmla="*/ 286870 w 403867"/>
                <a:gd name="connsiteY6" fmla="*/ 390975 h 833589"/>
                <a:gd name="connsiteX7" fmla="*/ 275212 w 403867"/>
                <a:gd name="connsiteY7" fmla="*/ 388506 h 833589"/>
                <a:gd name="connsiteX8" fmla="*/ 231046 w 403867"/>
                <a:gd name="connsiteY8" fmla="*/ 413880 h 833589"/>
                <a:gd name="connsiteX9" fmla="*/ 309776 w 403867"/>
                <a:gd name="connsiteY9" fmla="*/ 748619 h 833589"/>
                <a:gd name="connsiteX10" fmla="*/ 162809 w 403867"/>
                <a:gd name="connsiteY10" fmla="*/ 833590 h 833589"/>
                <a:gd name="connsiteX11" fmla="*/ 0 w 403867"/>
                <a:gd name="connsiteY11" fmla="*/ 139492 h 833589"/>
                <a:gd name="connsiteX12" fmla="*/ 241059 w 403867"/>
                <a:gd name="connsiteY12" fmla="*/ 0 h 833589"/>
                <a:gd name="connsiteX13" fmla="*/ 329321 w 403867"/>
                <a:gd name="connsiteY13" fmla="*/ 375956 h 833589"/>
                <a:gd name="connsiteX14" fmla="*/ 331859 w 403867"/>
                <a:gd name="connsiteY14" fmla="*/ 386791 h 833589"/>
                <a:gd name="connsiteX15" fmla="*/ 388848 w 403867"/>
                <a:gd name="connsiteY15" fmla="*/ 629564 h 833589"/>
                <a:gd name="connsiteX16" fmla="*/ 393855 w 403867"/>
                <a:gd name="connsiteY16" fmla="*/ 652470 h 833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3867" h="833589">
                  <a:moveTo>
                    <a:pt x="394266" y="652470"/>
                  </a:moveTo>
                  <a:lnTo>
                    <a:pt x="403868" y="694098"/>
                  </a:lnTo>
                  <a:cubicBezTo>
                    <a:pt x="395569" y="699105"/>
                    <a:pt x="387203" y="704111"/>
                    <a:pt x="378905" y="708637"/>
                  </a:cubicBezTo>
                  <a:lnTo>
                    <a:pt x="311010" y="419710"/>
                  </a:lnTo>
                  <a:cubicBezTo>
                    <a:pt x="310543" y="416446"/>
                    <a:pt x="309398" y="413316"/>
                    <a:pt x="307650" y="410520"/>
                  </a:cubicBezTo>
                  <a:cubicBezTo>
                    <a:pt x="304882" y="404527"/>
                    <a:pt x="300748" y="399265"/>
                    <a:pt x="295580" y="395158"/>
                  </a:cubicBezTo>
                  <a:cubicBezTo>
                    <a:pt x="293050" y="393092"/>
                    <a:pt x="290064" y="391658"/>
                    <a:pt x="286870" y="390975"/>
                  </a:cubicBezTo>
                  <a:lnTo>
                    <a:pt x="275212" y="388506"/>
                  </a:lnTo>
                  <a:lnTo>
                    <a:pt x="231046" y="413880"/>
                  </a:lnTo>
                  <a:lnTo>
                    <a:pt x="309776" y="748619"/>
                  </a:lnTo>
                  <a:cubicBezTo>
                    <a:pt x="260604" y="776943"/>
                    <a:pt x="211912" y="805266"/>
                    <a:pt x="162809" y="833590"/>
                  </a:cubicBezTo>
                  <a:lnTo>
                    <a:pt x="0" y="139492"/>
                  </a:lnTo>
                  <a:lnTo>
                    <a:pt x="241059" y="0"/>
                  </a:lnTo>
                  <a:lnTo>
                    <a:pt x="329321" y="375956"/>
                  </a:lnTo>
                  <a:lnTo>
                    <a:pt x="331859" y="386791"/>
                  </a:lnTo>
                  <a:lnTo>
                    <a:pt x="388848" y="629564"/>
                  </a:lnTo>
                  <a:lnTo>
                    <a:pt x="393855" y="652470"/>
                  </a:lnTo>
                  <a:close/>
                </a:path>
              </a:pathLst>
            </a:custGeom>
            <a:solidFill>
              <a:srgbClr val="58585C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80E102A-E6C9-8ABC-6B14-8311C0806C73}"/>
                </a:ext>
              </a:extLst>
            </p:cNvPr>
            <p:cNvSpPr/>
            <p:nvPr/>
          </p:nvSpPr>
          <p:spPr>
            <a:xfrm>
              <a:off x="3144777" y="2725917"/>
              <a:ext cx="876452" cy="507148"/>
            </a:xfrm>
            <a:custGeom>
              <a:avLst/>
              <a:gdLst>
                <a:gd name="connsiteX0" fmla="*/ 876452 w 876452"/>
                <a:gd name="connsiteY0" fmla="*/ 0 h 507148"/>
                <a:gd name="connsiteX1" fmla="*/ 874395 w 876452"/>
                <a:gd name="connsiteY1" fmla="*/ 2537 h 507148"/>
                <a:gd name="connsiteX2" fmla="*/ 873984 w 876452"/>
                <a:gd name="connsiteY2" fmla="*/ 2949 h 507148"/>
                <a:gd name="connsiteX3" fmla="*/ 823 w 876452"/>
                <a:gd name="connsiteY3" fmla="*/ 507149 h 507148"/>
                <a:gd name="connsiteX4" fmla="*/ 0 w 876452"/>
                <a:gd name="connsiteY4" fmla="*/ 505915 h 5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452" h="507148">
                  <a:moveTo>
                    <a:pt x="876452" y="0"/>
                  </a:moveTo>
                  <a:lnTo>
                    <a:pt x="874395" y="2537"/>
                  </a:lnTo>
                  <a:cubicBezTo>
                    <a:pt x="874168" y="2537"/>
                    <a:pt x="873984" y="2722"/>
                    <a:pt x="873984" y="2949"/>
                  </a:cubicBezTo>
                  <a:cubicBezTo>
                    <a:pt x="582930" y="170741"/>
                    <a:pt x="291876" y="338808"/>
                    <a:pt x="823" y="507149"/>
                  </a:cubicBezTo>
                  <a:cubicBezTo>
                    <a:pt x="411" y="506738"/>
                    <a:pt x="411" y="506326"/>
                    <a:pt x="0" y="505915"/>
                  </a:cubicBez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056A51A-9EEE-C350-B8A1-B83E8398A490}"/>
                </a:ext>
              </a:extLst>
            </p:cNvPr>
            <p:cNvSpPr/>
            <p:nvPr/>
          </p:nvSpPr>
          <p:spPr>
            <a:xfrm>
              <a:off x="3888458" y="2093473"/>
              <a:ext cx="111579" cy="314370"/>
            </a:xfrm>
            <a:custGeom>
              <a:avLst/>
              <a:gdLst>
                <a:gd name="connsiteX0" fmla="*/ 43686 w 111579"/>
                <a:gd name="connsiteY0" fmla="*/ 0 h 314370"/>
                <a:gd name="connsiteX1" fmla="*/ 111580 w 111579"/>
                <a:gd name="connsiteY1" fmla="*/ 288928 h 314370"/>
                <a:gd name="connsiteX2" fmla="*/ 67414 w 111579"/>
                <a:gd name="connsiteY2" fmla="*/ 314371 h 314370"/>
                <a:gd name="connsiteX3" fmla="*/ 0 w 111579"/>
                <a:gd name="connsiteY3" fmla="*/ 25649 h 314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579" h="314370">
                  <a:moveTo>
                    <a:pt x="43686" y="0"/>
                  </a:moveTo>
                  <a:lnTo>
                    <a:pt x="111580" y="288928"/>
                  </a:lnTo>
                  <a:cubicBezTo>
                    <a:pt x="96972" y="297706"/>
                    <a:pt x="82022" y="306004"/>
                    <a:pt x="67414" y="314371"/>
                  </a:cubicBezTo>
                  <a:lnTo>
                    <a:pt x="0" y="25649"/>
                  </a:lnTo>
                  <a:close/>
                </a:path>
              </a:pathLst>
            </a:custGeom>
            <a:solidFill>
              <a:srgbClr val="40404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01820FAC-133F-554D-7A97-1287CB5340E1}"/>
                </a:ext>
              </a:extLst>
            </p:cNvPr>
            <p:cNvSpPr/>
            <p:nvPr/>
          </p:nvSpPr>
          <p:spPr>
            <a:xfrm>
              <a:off x="3697737" y="5225796"/>
              <a:ext cx="286870" cy="321396"/>
            </a:xfrm>
            <a:custGeom>
              <a:avLst/>
              <a:gdLst>
                <a:gd name="connsiteX0" fmla="*/ 286870 w 286870"/>
                <a:gd name="connsiteY0" fmla="*/ 10493 h 321396"/>
                <a:gd name="connsiteX1" fmla="*/ 286870 w 286870"/>
                <a:gd name="connsiteY1" fmla="*/ 300243 h 321396"/>
                <a:gd name="connsiteX2" fmla="*/ 0 w 286870"/>
                <a:gd name="connsiteY2" fmla="*/ 289888 h 321396"/>
                <a:gd name="connsiteX3" fmla="*/ 0 w 286870"/>
                <a:gd name="connsiteY3" fmla="*/ 0 h 321396"/>
                <a:gd name="connsiteX4" fmla="*/ 286870 w 286870"/>
                <a:gd name="connsiteY4" fmla="*/ 10493 h 321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870" h="321396">
                  <a:moveTo>
                    <a:pt x="286870" y="10493"/>
                  </a:moveTo>
                  <a:lnTo>
                    <a:pt x="286870" y="300243"/>
                  </a:lnTo>
                  <a:cubicBezTo>
                    <a:pt x="197716" y="331516"/>
                    <a:pt x="83256" y="328155"/>
                    <a:pt x="0" y="289888"/>
                  </a:cubicBezTo>
                  <a:lnTo>
                    <a:pt x="0" y="0"/>
                  </a:lnTo>
                  <a:cubicBezTo>
                    <a:pt x="83256" y="38336"/>
                    <a:pt x="197785" y="41697"/>
                    <a:pt x="286870" y="10493"/>
                  </a:cubicBezTo>
                  <a:close/>
                </a:path>
              </a:pathLst>
            </a:custGeom>
            <a:solidFill>
              <a:srgbClr val="CCD6D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6345AE51-22F0-06B0-1BB5-2CAB81793363}"/>
                </a:ext>
              </a:extLst>
            </p:cNvPr>
            <p:cNvSpPr/>
            <p:nvPr/>
          </p:nvSpPr>
          <p:spPr>
            <a:xfrm>
              <a:off x="3697737" y="4745736"/>
              <a:ext cx="286870" cy="511649"/>
            </a:xfrm>
            <a:custGeom>
              <a:avLst/>
              <a:gdLst>
                <a:gd name="connsiteX0" fmla="*/ 286870 w 286870"/>
                <a:gd name="connsiteY0" fmla="*/ 10013 h 511649"/>
                <a:gd name="connsiteX1" fmla="*/ 286870 w 286870"/>
                <a:gd name="connsiteY1" fmla="*/ 490553 h 511649"/>
                <a:gd name="connsiteX2" fmla="*/ 0 w 286870"/>
                <a:gd name="connsiteY2" fmla="*/ 480129 h 511649"/>
                <a:gd name="connsiteX3" fmla="*/ 0 w 286870"/>
                <a:gd name="connsiteY3" fmla="*/ 0 h 511649"/>
                <a:gd name="connsiteX4" fmla="*/ 5418 w 286870"/>
                <a:gd name="connsiteY4" fmla="*/ 2469 h 511649"/>
                <a:gd name="connsiteX5" fmla="*/ 14951 w 286870"/>
                <a:gd name="connsiteY5" fmla="*/ 6241 h 511649"/>
                <a:gd name="connsiteX6" fmla="*/ 24963 w 286870"/>
                <a:gd name="connsiteY6" fmla="*/ 9944 h 511649"/>
                <a:gd name="connsiteX7" fmla="*/ 34976 w 286870"/>
                <a:gd name="connsiteY7" fmla="*/ 13305 h 511649"/>
                <a:gd name="connsiteX8" fmla="*/ 45811 w 286870"/>
                <a:gd name="connsiteY8" fmla="*/ 16596 h 511649"/>
                <a:gd name="connsiteX9" fmla="*/ 56647 w 286870"/>
                <a:gd name="connsiteY9" fmla="*/ 19545 h 511649"/>
                <a:gd name="connsiteX10" fmla="*/ 67414 w 286870"/>
                <a:gd name="connsiteY10" fmla="*/ 22014 h 511649"/>
                <a:gd name="connsiteX11" fmla="*/ 78661 w 286870"/>
                <a:gd name="connsiteY11" fmla="*/ 24552 h 511649"/>
                <a:gd name="connsiteX12" fmla="*/ 95738 w 286870"/>
                <a:gd name="connsiteY12" fmla="*/ 27021 h 511649"/>
                <a:gd name="connsiteX13" fmla="*/ 113226 w 286870"/>
                <a:gd name="connsiteY13" fmla="*/ 29147 h 511649"/>
                <a:gd name="connsiteX14" fmla="*/ 131125 w 286870"/>
                <a:gd name="connsiteY14" fmla="*/ 30792 h 511649"/>
                <a:gd name="connsiteX15" fmla="*/ 171107 w 286870"/>
                <a:gd name="connsiteY15" fmla="*/ 31204 h 511649"/>
                <a:gd name="connsiteX16" fmla="*/ 197785 w 286870"/>
                <a:gd name="connsiteY16" fmla="*/ 29558 h 511649"/>
                <a:gd name="connsiteX17" fmla="*/ 215273 w 286870"/>
                <a:gd name="connsiteY17" fmla="*/ 27432 h 511649"/>
                <a:gd name="connsiteX18" fmla="*/ 232761 w 286870"/>
                <a:gd name="connsiteY18" fmla="*/ 24552 h 511649"/>
                <a:gd name="connsiteX19" fmla="*/ 249426 w 286870"/>
                <a:gd name="connsiteY19" fmla="*/ 21191 h 511649"/>
                <a:gd name="connsiteX20" fmla="*/ 260193 w 286870"/>
                <a:gd name="connsiteY20" fmla="*/ 18722 h 511649"/>
                <a:gd name="connsiteX21" fmla="*/ 271028 w 286870"/>
                <a:gd name="connsiteY21" fmla="*/ 15773 h 511649"/>
                <a:gd name="connsiteX22" fmla="*/ 281452 w 286870"/>
                <a:gd name="connsiteY22" fmla="*/ 12482 h 511649"/>
                <a:gd name="connsiteX23" fmla="*/ 286870 w 286870"/>
                <a:gd name="connsiteY23" fmla="*/ 10013 h 51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6870" h="511649">
                  <a:moveTo>
                    <a:pt x="286870" y="10013"/>
                  </a:moveTo>
                  <a:lnTo>
                    <a:pt x="286870" y="490553"/>
                  </a:lnTo>
                  <a:cubicBezTo>
                    <a:pt x="197716" y="521757"/>
                    <a:pt x="83256" y="518396"/>
                    <a:pt x="0" y="480129"/>
                  </a:cubicBezTo>
                  <a:lnTo>
                    <a:pt x="0" y="0"/>
                  </a:lnTo>
                  <a:cubicBezTo>
                    <a:pt x="1763" y="913"/>
                    <a:pt x="3572" y="1738"/>
                    <a:pt x="5418" y="2469"/>
                  </a:cubicBezTo>
                  <a:cubicBezTo>
                    <a:pt x="8298" y="3703"/>
                    <a:pt x="11659" y="4938"/>
                    <a:pt x="14951" y="6241"/>
                  </a:cubicBezTo>
                  <a:lnTo>
                    <a:pt x="24963" y="9944"/>
                  </a:lnTo>
                  <a:cubicBezTo>
                    <a:pt x="28236" y="11248"/>
                    <a:pt x="31579" y="12370"/>
                    <a:pt x="34976" y="13305"/>
                  </a:cubicBezTo>
                  <a:cubicBezTo>
                    <a:pt x="38525" y="14599"/>
                    <a:pt x="42142" y="15698"/>
                    <a:pt x="45811" y="16596"/>
                  </a:cubicBezTo>
                  <a:cubicBezTo>
                    <a:pt x="49103" y="17488"/>
                    <a:pt x="52670" y="18722"/>
                    <a:pt x="56647" y="19545"/>
                  </a:cubicBezTo>
                  <a:lnTo>
                    <a:pt x="67414" y="22014"/>
                  </a:lnTo>
                  <a:lnTo>
                    <a:pt x="78661" y="24552"/>
                  </a:lnTo>
                  <a:lnTo>
                    <a:pt x="95738" y="27021"/>
                  </a:lnTo>
                  <a:cubicBezTo>
                    <a:pt x="101567" y="27843"/>
                    <a:pt x="107396" y="28666"/>
                    <a:pt x="113226" y="29147"/>
                  </a:cubicBezTo>
                  <a:cubicBezTo>
                    <a:pt x="119055" y="29627"/>
                    <a:pt x="124884" y="30381"/>
                    <a:pt x="131125" y="30792"/>
                  </a:cubicBezTo>
                  <a:cubicBezTo>
                    <a:pt x="144498" y="31615"/>
                    <a:pt x="157803" y="31615"/>
                    <a:pt x="171107" y="31204"/>
                  </a:cubicBezTo>
                  <a:cubicBezTo>
                    <a:pt x="180297" y="30792"/>
                    <a:pt x="189006" y="30381"/>
                    <a:pt x="197785" y="29558"/>
                  </a:cubicBezTo>
                  <a:cubicBezTo>
                    <a:pt x="203614" y="29147"/>
                    <a:pt x="209443" y="28255"/>
                    <a:pt x="215273" y="27432"/>
                  </a:cubicBezTo>
                  <a:cubicBezTo>
                    <a:pt x="221102" y="26609"/>
                    <a:pt x="226931" y="25786"/>
                    <a:pt x="232761" y="24552"/>
                  </a:cubicBezTo>
                  <a:cubicBezTo>
                    <a:pt x="238590" y="23317"/>
                    <a:pt x="244008" y="22426"/>
                    <a:pt x="249426" y="21191"/>
                  </a:cubicBezTo>
                  <a:lnTo>
                    <a:pt x="260193" y="18722"/>
                  </a:lnTo>
                  <a:cubicBezTo>
                    <a:pt x="263965" y="17899"/>
                    <a:pt x="267736" y="16596"/>
                    <a:pt x="271028" y="15773"/>
                  </a:cubicBezTo>
                  <a:cubicBezTo>
                    <a:pt x="274320" y="14950"/>
                    <a:pt x="277886" y="13716"/>
                    <a:pt x="281452" y="12482"/>
                  </a:cubicBezTo>
                  <a:cubicBezTo>
                    <a:pt x="283510" y="11316"/>
                    <a:pt x="285224" y="10836"/>
                    <a:pt x="286870" y="10013"/>
                  </a:cubicBezTo>
                  <a:close/>
                </a:path>
              </a:pathLst>
            </a:custGeom>
            <a:solidFill>
              <a:srgbClr val="CCD6D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6BF63CC-AC17-138E-0FA0-D902D38F8961}"/>
                </a:ext>
              </a:extLst>
            </p:cNvPr>
            <p:cNvSpPr/>
            <p:nvPr/>
          </p:nvSpPr>
          <p:spPr>
            <a:xfrm>
              <a:off x="3697737" y="4625858"/>
              <a:ext cx="286870" cy="151008"/>
            </a:xfrm>
            <a:custGeom>
              <a:avLst/>
              <a:gdLst>
                <a:gd name="connsiteX0" fmla="*/ 286870 w 286870"/>
                <a:gd name="connsiteY0" fmla="*/ 10835 h 151008"/>
                <a:gd name="connsiteX1" fmla="*/ 286870 w 286870"/>
                <a:gd name="connsiteY1" fmla="*/ 129891 h 151008"/>
                <a:gd name="connsiteX2" fmla="*/ 281452 w 286870"/>
                <a:gd name="connsiteY2" fmla="*/ 132017 h 151008"/>
                <a:gd name="connsiteX3" fmla="*/ 271028 w 286870"/>
                <a:gd name="connsiteY3" fmla="*/ 135308 h 151008"/>
                <a:gd name="connsiteX4" fmla="*/ 260193 w 286870"/>
                <a:gd name="connsiteY4" fmla="*/ 138257 h 151008"/>
                <a:gd name="connsiteX5" fmla="*/ 249426 w 286870"/>
                <a:gd name="connsiteY5" fmla="*/ 140726 h 151008"/>
                <a:gd name="connsiteX6" fmla="*/ 232761 w 286870"/>
                <a:gd name="connsiteY6" fmla="*/ 144087 h 151008"/>
                <a:gd name="connsiteX7" fmla="*/ 215273 w 286870"/>
                <a:gd name="connsiteY7" fmla="*/ 146967 h 151008"/>
                <a:gd name="connsiteX8" fmla="*/ 197785 w 286870"/>
                <a:gd name="connsiteY8" fmla="*/ 149093 h 151008"/>
                <a:gd name="connsiteX9" fmla="*/ 171107 w 286870"/>
                <a:gd name="connsiteY9" fmla="*/ 150739 h 151008"/>
                <a:gd name="connsiteX10" fmla="*/ 131125 w 286870"/>
                <a:gd name="connsiteY10" fmla="*/ 150327 h 151008"/>
                <a:gd name="connsiteX11" fmla="*/ 113226 w 286870"/>
                <a:gd name="connsiteY11" fmla="*/ 148681 h 151008"/>
                <a:gd name="connsiteX12" fmla="*/ 95738 w 286870"/>
                <a:gd name="connsiteY12" fmla="*/ 146555 h 151008"/>
                <a:gd name="connsiteX13" fmla="*/ 78661 w 286870"/>
                <a:gd name="connsiteY13" fmla="*/ 144087 h 151008"/>
                <a:gd name="connsiteX14" fmla="*/ 67414 w 286870"/>
                <a:gd name="connsiteY14" fmla="*/ 141549 h 151008"/>
                <a:gd name="connsiteX15" fmla="*/ 56647 w 286870"/>
                <a:gd name="connsiteY15" fmla="*/ 139080 h 151008"/>
                <a:gd name="connsiteX16" fmla="*/ 45812 w 286870"/>
                <a:gd name="connsiteY16" fmla="*/ 136131 h 151008"/>
                <a:gd name="connsiteX17" fmla="*/ 34976 w 286870"/>
                <a:gd name="connsiteY17" fmla="*/ 132839 h 151008"/>
                <a:gd name="connsiteX18" fmla="*/ 24963 w 286870"/>
                <a:gd name="connsiteY18" fmla="*/ 129479 h 151008"/>
                <a:gd name="connsiteX19" fmla="*/ 14951 w 286870"/>
                <a:gd name="connsiteY19" fmla="*/ 125775 h 151008"/>
                <a:gd name="connsiteX20" fmla="*/ 5418 w 286870"/>
                <a:gd name="connsiteY20" fmla="*/ 122004 h 151008"/>
                <a:gd name="connsiteX21" fmla="*/ 0 w 286870"/>
                <a:gd name="connsiteY21" fmla="*/ 119535 h 151008"/>
                <a:gd name="connsiteX22" fmla="*/ 0 w 286870"/>
                <a:gd name="connsiteY22" fmla="*/ 0 h 151008"/>
                <a:gd name="connsiteX23" fmla="*/ 44097 w 286870"/>
                <a:gd name="connsiteY23" fmla="*/ 16253 h 151008"/>
                <a:gd name="connsiteX24" fmla="*/ 116175 w 286870"/>
                <a:gd name="connsiteY24" fmla="*/ 29969 h 151008"/>
                <a:gd name="connsiteX25" fmla="*/ 192367 w 286870"/>
                <a:gd name="connsiteY25" fmla="*/ 30381 h 151008"/>
                <a:gd name="connsiteX26" fmla="*/ 265199 w 286870"/>
                <a:gd name="connsiteY26" fmla="*/ 17488 h 151008"/>
                <a:gd name="connsiteX27" fmla="*/ 286870 w 286870"/>
                <a:gd name="connsiteY27" fmla="*/ 10835 h 151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86870" h="151008">
                  <a:moveTo>
                    <a:pt x="286870" y="10835"/>
                  </a:moveTo>
                  <a:lnTo>
                    <a:pt x="286870" y="129891"/>
                  </a:lnTo>
                  <a:cubicBezTo>
                    <a:pt x="285224" y="130713"/>
                    <a:pt x="283510" y="131194"/>
                    <a:pt x="281452" y="132017"/>
                  </a:cubicBezTo>
                  <a:cubicBezTo>
                    <a:pt x="278160" y="133251"/>
                    <a:pt x="274594" y="134074"/>
                    <a:pt x="271028" y="135308"/>
                  </a:cubicBezTo>
                  <a:cubicBezTo>
                    <a:pt x="267462" y="136543"/>
                    <a:pt x="264170" y="137434"/>
                    <a:pt x="260193" y="138257"/>
                  </a:cubicBezTo>
                  <a:lnTo>
                    <a:pt x="249426" y="140726"/>
                  </a:lnTo>
                  <a:cubicBezTo>
                    <a:pt x="244008" y="141960"/>
                    <a:pt x="238178" y="143263"/>
                    <a:pt x="232761" y="144087"/>
                  </a:cubicBezTo>
                  <a:cubicBezTo>
                    <a:pt x="227343" y="144910"/>
                    <a:pt x="221102" y="146144"/>
                    <a:pt x="215273" y="146967"/>
                  </a:cubicBezTo>
                  <a:cubicBezTo>
                    <a:pt x="209443" y="147790"/>
                    <a:pt x="203614" y="148681"/>
                    <a:pt x="197785" y="149093"/>
                  </a:cubicBezTo>
                  <a:cubicBezTo>
                    <a:pt x="189006" y="149916"/>
                    <a:pt x="180297" y="150327"/>
                    <a:pt x="171107" y="150739"/>
                  </a:cubicBezTo>
                  <a:cubicBezTo>
                    <a:pt x="157803" y="151150"/>
                    <a:pt x="144498" y="151150"/>
                    <a:pt x="131125" y="150327"/>
                  </a:cubicBezTo>
                  <a:cubicBezTo>
                    <a:pt x="124884" y="149916"/>
                    <a:pt x="119055" y="149504"/>
                    <a:pt x="113226" y="148681"/>
                  </a:cubicBezTo>
                  <a:cubicBezTo>
                    <a:pt x="107396" y="147858"/>
                    <a:pt x="101567" y="147378"/>
                    <a:pt x="95738" y="146555"/>
                  </a:cubicBezTo>
                  <a:lnTo>
                    <a:pt x="78661" y="144087"/>
                  </a:lnTo>
                  <a:lnTo>
                    <a:pt x="67414" y="141549"/>
                  </a:lnTo>
                  <a:lnTo>
                    <a:pt x="56647" y="139080"/>
                  </a:lnTo>
                  <a:cubicBezTo>
                    <a:pt x="52875" y="138257"/>
                    <a:pt x="49103" y="137023"/>
                    <a:pt x="45812" y="136131"/>
                  </a:cubicBezTo>
                  <a:cubicBezTo>
                    <a:pt x="42142" y="135232"/>
                    <a:pt x="38525" y="134134"/>
                    <a:pt x="34976" y="132839"/>
                  </a:cubicBezTo>
                  <a:cubicBezTo>
                    <a:pt x="31579" y="131905"/>
                    <a:pt x="28236" y="130783"/>
                    <a:pt x="24963" y="129479"/>
                  </a:cubicBezTo>
                  <a:lnTo>
                    <a:pt x="14951" y="125775"/>
                  </a:lnTo>
                  <a:cubicBezTo>
                    <a:pt x="11659" y="124472"/>
                    <a:pt x="8093" y="123238"/>
                    <a:pt x="5418" y="122004"/>
                  </a:cubicBezTo>
                  <a:cubicBezTo>
                    <a:pt x="3572" y="121272"/>
                    <a:pt x="1763" y="120448"/>
                    <a:pt x="0" y="119535"/>
                  </a:cubicBezTo>
                  <a:lnTo>
                    <a:pt x="0" y="0"/>
                  </a:lnTo>
                  <a:cubicBezTo>
                    <a:pt x="14216" y="6648"/>
                    <a:pt x="28967" y="12085"/>
                    <a:pt x="44097" y="16253"/>
                  </a:cubicBezTo>
                  <a:cubicBezTo>
                    <a:pt x="67641" y="23067"/>
                    <a:pt x="91773" y="27660"/>
                    <a:pt x="116175" y="29969"/>
                  </a:cubicBezTo>
                  <a:cubicBezTo>
                    <a:pt x="141516" y="32232"/>
                    <a:pt x="167002" y="32370"/>
                    <a:pt x="192367" y="30381"/>
                  </a:cubicBezTo>
                  <a:cubicBezTo>
                    <a:pt x="216985" y="28297"/>
                    <a:pt x="241362" y="23982"/>
                    <a:pt x="265199" y="17488"/>
                  </a:cubicBezTo>
                  <a:cubicBezTo>
                    <a:pt x="272468" y="15431"/>
                    <a:pt x="279807" y="13305"/>
                    <a:pt x="286870" y="10835"/>
                  </a:cubicBezTo>
                  <a:close/>
                </a:path>
              </a:pathLst>
            </a:custGeom>
            <a:solidFill>
              <a:srgbClr val="39393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1D1FD3A-FF10-CC39-2C6F-2B0CB63213B3}"/>
                </a:ext>
              </a:extLst>
            </p:cNvPr>
            <p:cNvSpPr/>
            <p:nvPr/>
          </p:nvSpPr>
          <p:spPr>
            <a:xfrm>
              <a:off x="3697737" y="4597466"/>
              <a:ext cx="286870" cy="60511"/>
            </a:xfrm>
            <a:custGeom>
              <a:avLst/>
              <a:gdLst>
                <a:gd name="connsiteX0" fmla="*/ 286870 w 286870"/>
                <a:gd name="connsiteY0" fmla="*/ 11727 h 60511"/>
                <a:gd name="connsiteX1" fmla="*/ 286870 w 286870"/>
                <a:gd name="connsiteY1" fmla="*/ 39159 h 60511"/>
                <a:gd name="connsiteX2" fmla="*/ 265199 w 286870"/>
                <a:gd name="connsiteY2" fmla="*/ 46017 h 60511"/>
                <a:gd name="connsiteX3" fmla="*/ 192367 w 286870"/>
                <a:gd name="connsiteY3" fmla="*/ 59116 h 60511"/>
                <a:gd name="connsiteX4" fmla="*/ 116175 w 286870"/>
                <a:gd name="connsiteY4" fmla="*/ 58704 h 60511"/>
                <a:gd name="connsiteX5" fmla="*/ 44097 w 286870"/>
                <a:gd name="connsiteY5" fmla="*/ 44988 h 60511"/>
                <a:gd name="connsiteX6" fmla="*/ 0 w 286870"/>
                <a:gd name="connsiteY6" fmla="*/ 28735 h 60511"/>
                <a:gd name="connsiteX7" fmla="*/ 0 w 286870"/>
                <a:gd name="connsiteY7" fmla="*/ 0 h 60511"/>
                <a:gd name="connsiteX8" fmla="*/ 52052 w 286870"/>
                <a:gd name="connsiteY8" fmla="*/ 20574 h 60511"/>
                <a:gd name="connsiteX9" fmla="*/ 119055 w 286870"/>
                <a:gd name="connsiteY9" fmla="*/ 32644 h 60511"/>
                <a:gd name="connsiteX10" fmla="*/ 189829 w 286870"/>
                <a:gd name="connsiteY10" fmla="*/ 33056 h 60511"/>
                <a:gd name="connsiteX11" fmla="*/ 257312 w 286870"/>
                <a:gd name="connsiteY11" fmla="*/ 21397 h 60511"/>
                <a:gd name="connsiteX12" fmla="*/ 286870 w 286870"/>
                <a:gd name="connsiteY12" fmla="*/ 11727 h 60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6870" h="60511">
                  <a:moveTo>
                    <a:pt x="286870" y="11727"/>
                  </a:moveTo>
                  <a:lnTo>
                    <a:pt x="286870" y="39159"/>
                  </a:lnTo>
                  <a:cubicBezTo>
                    <a:pt x="280012" y="41628"/>
                    <a:pt x="272743" y="43754"/>
                    <a:pt x="265199" y="46017"/>
                  </a:cubicBezTo>
                  <a:cubicBezTo>
                    <a:pt x="241369" y="52581"/>
                    <a:pt x="216991" y="56965"/>
                    <a:pt x="192367" y="59116"/>
                  </a:cubicBezTo>
                  <a:cubicBezTo>
                    <a:pt x="167003" y="61105"/>
                    <a:pt x="141516" y="60967"/>
                    <a:pt x="116175" y="58704"/>
                  </a:cubicBezTo>
                  <a:cubicBezTo>
                    <a:pt x="91773" y="56395"/>
                    <a:pt x="67642" y="51803"/>
                    <a:pt x="44097" y="44988"/>
                  </a:cubicBezTo>
                  <a:cubicBezTo>
                    <a:pt x="28967" y="40820"/>
                    <a:pt x="14216" y="35383"/>
                    <a:pt x="0" y="28735"/>
                  </a:cubicBezTo>
                  <a:lnTo>
                    <a:pt x="0" y="0"/>
                  </a:lnTo>
                  <a:cubicBezTo>
                    <a:pt x="16608" y="8606"/>
                    <a:pt x="34049" y="15499"/>
                    <a:pt x="52052" y="20574"/>
                  </a:cubicBezTo>
                  <a:cubicBezTo>
                    <a:pt x="73994" y="26533"/>
                    <a:pt x="96413" y="30571"/>
                    <a:pt x="119055" y="32644"/>
                  </a:cubicBezTo>
                  <a:cubicBezTo>
                    <a:pt x="142579" y="35044"/>
                    <a:pt x="166279" y="35182"/>
                    <a:pt x="189829" y="33056"/>
                  </a:cubicBezTo>
                  <a:cubicBezTo>
                    <a:pt x="212646" y="31348"/>
                    <a:pt x="235245" y="27444"/>
                    <a:pt x="257312" y="21397"/>
                  </a:cubicBezTo>
                  <a:cubicBezTo>
                    <a:pt x="267325" y="18379"/>
                    <a:pt x="277681" y="15088"/>
                    <a:pt x="286870" y="11727"/>
                  </a:cubicBezTo>
                  <a:close/>
                </a:path>
              </a:pathLst>
            </a:custGeom>
            <a:solidFill>
              <a:srgbClr val="4C4B5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6001392A-FA4C-89CB-053E-A10F4AEC7053}"/>
                </a:ext>
              </a:extLst>
            </p:cNvPr>
            <p:cNvSpPr/>
            <p:nvPr/>
          </p:nvSpPr>
          <p:spPr>
            <a:xfrm>
              <a:off x="3697737" y="4544933"/>
              <a:ext cx="286870" cy="87017"/>
            </a:xfrm>
            <a:custGeom>
              <a:avLst/>
              <a:gdLst>
                <a:gd name="connsiteX0" fmla="*/ 286870 w 286870"/>
                <a:gd name="connsiteY0" fmla="*/ 15156 h 87017"/>
                <a:gd name="connsiteX1" fmla="*/ 286870 w 286870"/>
                <a:gd name="connsiteY1" fmla="*/ 64260 h 87017"/>
                <a:gd name="connsiteX2" fmla="*/ 257312 w 286870"/>
                <a:gd name="connsiteY2" fmla="*/ 73861 h 87017"/>
                <a:gd name="connsiteX3" fmla="*/ 189830 w 286870"/>
                <a:gd name="connsiteY3" fmla="*/ 85519 h 87017"/>
                <a:gd name="connsiteX4" fmla="*/ 119055 w 286870"/>
                <a:gd name="connsiteY4" fmla="*/ 85108 h 87017"/>
                <a:gd name="connsiteX5" fmla="*/ 52052 w 286870"/>
                <a:gd name="connsiteY5" fmla="*/ 73038 h 87017"/>
                <a:gd name="connsiteX6" fmla="*/ 0 w 286870"/>
                <a:gd name="connsiteY6" fmla="*/ 52464 h 87017"/>
                <a:gd name="connsiteX7" fmla="*/ 0 w 286870"/>
                <a:gd name="connsiteY7" fmla="*/ 0 h 87017"/>
                <a:gd name="connsiteX8" fmla="*/ 25375 w 286870"/>
                <a:gd name="connsiteY8" fmla="*/ 14608 h 87017"/>
                <a:gd name="connsiteX9" fmla="*/ 33741 w 286870"/>
                <a:gd name="connsiteY9" fmla="*/ 19134 h 87017"/>
                <a:gd name="connsiteX10" fmla="*/ 40599 w 286870"/>
                <a:gd name="connsiteY10" fmla="*/ 22906 h 87017"/>
                <a:gd name="connsiteX11" fmla="*/ 51847 w 286870"/>
                <a:gd name="connsiteY11" fmla="*/ 28735 h 87017"/>
                <a:gd name="connsiteX12" fmla="*/ 101361 w 286870"/>
                <a:gd name="connsiteY12" fmla="*/ 44577 h 87017"/>
                <a:gd name="connsiteX13" fmla="*/ 211089 w 286870"/>
                <a:gd name="connsiteY13" fmla="*/ 44577 h 87017"/>
                <a:gd name="connsiteX14" fmla="*/ 261084 w 286870"/>
                <a:gd name="connsiteY14" fmla="*/ 29147 h 87017"/>
                <a:gd name="connsiteX15" fmla="*/ 272331 w 286870"/>
                <a:gd name="connsiteY15" fmla="*/ 23729 h 87017"/>
                <a:gd name="connsiteX16" fmla="*/ 278572 w 286870"/>
                <a:gd name="connsiteY16" fmla="*/ 20026 h 87017"/>
                <a:gd name="connsiteX17" fmla="*/ 286870 w 286870"/>
                <a:gd name="connsiteY17" fmla="*/ 15156 h 8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6870" h="87017">
                  <a:moveTo>
                    <a:pt x="286870" y="15156"/>
                  </a:moveTo>
                  <a:lnTo>
                    <a:pt x="286870" y="64260"/>
                  </a:lnTo>
                  <a:cubicBezTo>
                    <a:pt x="277681" y="67620"/>
                    <a:pt x="267325" y="71118"/>
                    <a:pt x="257312" y="73861"/>
                  </a:cubicBezTo>
                  <a:cubicBezTo>
                    <a:pt x="235245" y="79908"/>
                    <a:pt x="212646" y="83812"/>
                    <a:pt x="189830" y="85519"/>
                  </a:cubicBezTo>
                  <a:cubicBezTo>
                    <a:pt x="166279" y="87645"/>
                    <a:pt x="142579" y="87508"/>
                    <a:pt x="119055" y="85108"/>
                  </a:cubicBezTo>
                  <a:cubicBezTo>
                    <a:pt x="96413" y="83035"/>
                    <a:pt x="73994" y="78997"/>
                    <a:pt x="52052" y="73038"/>
                  </a:cubicBezTo>
                  <a:cubicBezTo>
                    <a:pt x="34049" y="67963"/>
                    <a:pt x="16608" y="61069"/>
                    <a:pt x="0" y="52464"/>
                  </a:cubicBezTo>
                  <a:lnTo>
                    <a:pt x="0" y="0"/>
                  </a:lnTo>
                  <a:cubicBezTo>
                    <a:pt x="8298" y="4595"/>
                    <a:pt x="16665" y="9601"/>
                    <a:pt x="25375" y="14608"/>
                  </a:cubicBezTo>
                  <a:cubicBezTo>
                    <a:pt x="27912" y="16254"/>
                    <a:pt x="30793" y="17488"/>
                    <a:pt x="33741" y="19134"/>
                  </a:cubicBezTo>
                  <a:cubicBezTo>
                    <a:pt x="35865" y="20667"/>
                    <a:pt x="38168" y="21933"/>
                    <a:pt x="40599" y="22906"/>
                  </a:cubicBezTo>
                  <a:cubicBezTo>
                    <a:pt x="44162" y="25190"/>
                    <a:pt x="47927" y="27141"/>
                    <a:pt x="51847" y="28735"/>
                  </a:cubicBezTo>
                  <a:cubicBezTo>
                    <a:pt x="67703" y="35861"/>
                    <a:pt x="84313" y="41175"/>
                    <a:pt x="101361" y="44577"/>
                  </a:cubicBezTo>
                  <a:cubicBezTo>
                    <a:pt x="137600" y="51608"/>
                    <a:pt x="174851" y="51608"/>
                    <a:pt x="211089" y="44577"/>
                  </a:cubicBezTo>
                  <a:cubicBezTo>
                    <a:pt x="228307" y="41432"/>
                    <a:pt x="245090" y="36252"/>
                    <a:pt x="261084" y="29147"/>
                  </a:cubicBezTo>
                  <a:cubicBezTo>
                    <a:pt x="264788" y="27501"/>
                    <a:pt x="268559" y="25443"/>
                    <a:pt x="272331" y="23729"/>
                  </a:cubicBezTo>
                  <a:cubicBezTo>
                    <a:pt x="274328" y="22359"/>
                    <a:pt x="276413" y="21122"/>
                    <a:pt x="278572" y="20026"/>
                  </a:cubicBezTo>
                  <a:cubicBezTo>
                    <a:pt x="281041" y="18037"/>
                    <a:pt x="283990" y="16802"/>
                    <a:pt x="286870" y="15156"/>
                  </a:cubicBezTo>
                  <a:close/>
                </a:path>
              </a:pathLst>
            </a:custGeom>
            <a:solidFill>
              <a:srgbClr val="39393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DA8A12C-A0A5-3EB2-93ED-6512902DB3B3}"/>
                </a:ext>
              </a:extLst>
            </p:cNvPr>
            <p:cNvSpPr/>
            <p:nvPr/>
          </p:nvSpPr>
          <p:spPr>
            <a:xfrm>
              <a:off x="3755619" y="5266944"/>
              <a:ext cx="157871" cy="259506"/>
            </a:xfrm>
            <a:custGeom>
              <a:avLst/>
              <a:gdLst>
                <a:gd name="connsiteX0" fmla="*/ 157871 w 157871"/>
                <a:gd name="connsiteY0" fmla="*/ 6858 h 259506"/>
                <a:gd name="connsiteX1" fmla="*/ 98275 w 157871"/>
                <a:gd name="connsiteY1" fmla="*/ 11179 h 259506"/>
                <a:gd name="connsiteX2" fmla="*/ 0 w 157871"/>
                <a:gd name="connsiteY2" fmla="*/ 0 h 259506"/>
                <a:gd name="connsiteX3" fmla="*/ 0 w 157871"/>
                <a:gd name="connsiteY3" fmla="*/ 246888 h 259506"/>
                <a:gd name="connsiteX4" fmla="*/ 98001 w 157871"/>
                <a:gd name="connsiteY4" fmla="*/ 259507 h 259506"/>
                <a:gd name="connsiteX5" fmla="*/ 157597 w 157871"/>
                <a:gd name="connsiteY5" fmla="*/ 254981 h 259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7871" h="259506">
                  <a:moveTo>
                    <a:pt x="157871" y="6858"/>
                  </a:moveTo>
                  <a:cubicBezTo>
                    <a:pt x="138127" y="9647"/>
                    <a:pt x="118216" y="11090"/>
                    <a:pt x="98275" y="11179"/>
                  </a:cubicBezTo>
                  <a:cubicBezTo>
                    <a:pt x="65198" y="11209"/>
                    <a:pt x="32226" y="7459"/>
                    <a:pt x="0" y="0"/>
                  </a:cubicBezTo>
                  <a:lnTo>
                    <a:pt x="0" y="246888"/>
                  </a:lnTo>
                  <a:cubicBezTo>
                    <a:pt x="31997" y="255248"/>
                    <a:pt x="64930" y="259489"/>
                    <a:pt x="98001" y="259507"/>
                  </a:cubicBezTo>
                  <a:cubicBezTo>
                    <a:pt x="117950" y="259461"/>
                    <a:pt x="137869" y="257948"/>
                    <a:pt x="157597" y="254981"/>
                  </a:cubicBezTo>
                  <a:close/>
                </a:path>
              </a:pathLst>
            </a:custGeom>
            <a:solidFill>
              <a:srgbClr val="EAF3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56C7DDB-BF8B-97C9-7C04-0A73A525F7E8}"/>
                </a:ext>
              </a:extLst>
            </p:cNvPr>
            <p:cNvSpPr/>
            <p:nvPr/>
          </p:nvSpPr>
          <p:spPr>
            <a:xfrm>
              <a:off x="3755619" y="4786815"/>
              <a:ext cx="157871" cy="449885"/>
            </a:xfrm>
            <a:custGeom>
              <a:avLst/>
              <a:gdLst>
                <a:gd name="connsiteX0" fmla="*/ 157871 w 157871"/>
                <a:gd name="connsiteY0" fmla="*/ 6927 h 449885"/>
                <a:gd name="connsiteX1" fmla="*/ 141961 w 157871"/>
                <a:gd name="connsiteY1" fmla="*/ 9053 h 449885"/>
                <a:gd name="connsiteX2" fmla="*/ 114049 w 157871"/>
                <a:gd name="connsiteY2" fmla="*/ 10698 h 449885"/>
                <a:gd name="connsiteX3" fmla="*/ 96561 w 157871"/>
                <a:gd name="connsiteY3" fmla="*/ 11179 h 449885"/>
                <a:gd name="connsiteX4" fmla="*/ 72009 w 157871"/>
                <a:gd name="connsiteY4" fmla="*/ 10287 h 449885"/>
                <a:gd name="connsiteX5" fmla="*/ 53698 w 157871"/>
                <a:gd name="connsiteY5" fmla="*/ 8641 h 449885"/>
                <a:gd name="connsiteX6" fmla="*/ 34976 w 157871"/>
                <a:gd name="connsiteY6" fmla="*/ 6584 h 449885"/>
                <a:gd name="connsiteX7" fmla="*/ 16253 w 157871"/>
                <a:gd name="connsiteY7" fmla="*/ 3635 h 449885"/>
                <a:gd name="connsiteX8" fmla="*/ 0 w 157871"/>
                <a:gd name="connsiteY8" fmla="*/ 0 h 449885"/>
                <a:gd name="connsiteX9" fmla="*/ 0 w 157871"/>
                <a:gd name="connsiteY9" fmla="*/ 437335 h 449885"/>
                <a:gd name="connsiteX10" fmla="*/ 98001 w 157871"/>
                <a:gd name="connsiteY10" fmla="*/ 449885 h 449885"/>
                <a:gd name="connsiteX11" fmla="*/ 157597 w 157871"/>
                <a:gd name="connsiteY11" fmla="*/ 445290 h 44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7871" h="449885">
                  <a:moveTo>
                    <a:pt x="157871" y="6927"/>
                  </a:moveTo>
                  <a:cubicBezTo>
                    <a:pt x="152609" y="7916"/>
                    <a:pt x="147298" y="8625"/>
                    <a:pt x="141961" y="9053"/>
                  </a:cubicBezTo>
                  <a:cubicBezTo>
                    <a:pt x="132839" y="9876"/>
                    <a:pt x="123650" y="10287"/>
                    <a:pt x="114049" y="10698"/>
                  </a:cubicBezTo>
                  <a:cubicBezTo>
                    <a:pt x="108219" y="10698"/>
                    <a:pt x="102390" y="11179"/>
                    <a:pt x="96561" y="11179"/>
                  </a:cubicBezTo>
                  <a:cubicBezTo>
                    <a:pt x="88262" y="11179"/>
                    <a:pt x="79896" y="10698"/>
                    <a:pt x="72009" y="10287"/>
                  </a:cubicBezTo>
                  <a:cubicBezTo>
                    <a:pt x="64122" y="9876"/>
                    <a:pt x="58704" y="9464"/>
                    <a:pt x="53698" y="8641"/>
                  </a:cubicBezTo>
                  <a:cubicBezTo>
                    <a:pt x="48692" y="7818"/>
                    <a:pt x="42040" y="7407"/>
                    <a:pt x="34976" y="6584"/>
                  </a:cubicBezTo>
                  <a:lnTo>
                    <a:pt x="16253" y="3635"/>
                  </a:lnTo>
                  <a:lnTo>
                    <a:pt x="0" y="0"/>
                  </a:lnTo>
                  <a:lnTo>
                    <a:pt x="0" y="437335"/>
                  </a:lnTo>
                  <a:cubicBezTo>
                    <a:pt x="32000" y="445672"/>
                    <a:pt x="64933" y="449889"/>
                    <a:pt x="98001" y="449885"/>
                  </a:cubicBezTo>
                  <a:cubicBezTo>
                    <a:pt x="117952" y="449816"/>
                    <a:pt x="137871" y="448280"/>
                    <a:pt x="157597" y="445290"/>
                  </a:cubicBezTo>
                  <a:close/>
                </a:path>
              </a:pathLst>
            </a:custGeom>
            <a:solidFill>
              <a:srgbClr val="EAF3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E638517-F74F-65E5-CC20-B3D929F5AC5C}"/>
                </a:ext>
              </a:extLst>
            </p:cNvPr>
            <p:cNvSpPr/>
            <p:nvPr/>
          </p:nvSpPr>
          <p:spPr>
            <a:xfrm>
              <a:off x="3755619" y="4666731"/>
              <a:ext cx="157871" cy="89428"/>
            </a:xfrm>
            <a:custGeom>
              <a:avLst/>
              <a:gdLst>
                <a:gd name="connsiteX0" fmla="*/ 157871 w 157871"/>
                <a:gd name="connsiteY0" fmla="*/ 7544 h 89428"/>
                <a:gd name="connsiteX1" fmla="*/ 136131 w 157871"/>
                <a:gd name="connsiteY1" fmla="*/ 10356 h 89428"/>
                <a:gd name="connsiteX2" fmla="*/ 99921 w 157871"/>
                <a:gd name="connsiteY2" fmla="*/ 11590 h 89428"/>
                <a:gd name="connsiteX3" fmla="*/ 56167 w 157871"/>
                <a:gd name="connsiteY3" fmla="*/ 9944 h 89428"/>
                <a:gd name="connsiteX4" fmla="*/ 0 w 157871"/>
                <a:gd name="connsiteY4" fmla="*/ 0 h 89428"/>
                <a:gd name="connsiteX5" fmla="*/ 0 w 157871"/>
                <a:gd name="connsiteY5" fmla="*/ 77084 h 89428"/>
                <a:gd name="connsiteX6" fmla="*/ 3703 w 157871"/>
                <a:gd name="connsiteY6" fmla="*/ 78181 h 89428"/>
                <a:gd name="connsiteX7" fmla="*/ 23729 w 157871"/>
                <a:gd name="connsiteY7" fmla="*/ 82365 h 89428"/>
                <a:gd name="connsiteX8" fmla="*/ 42040 w 157871"/>
                <a:gd name="connsiteY8" fmla="*/ 85314 h 89428"/>
                <a:gd name="connsiteX9" fmla="*/ 58293 w 157871"/>
                <a:gd name="connsiteY9" fmla="*/ 86959 h 89428"/>
                <a:gd name="connsiteX10" fmla="*/ 74546 w 157871"/>
                <a:gd name="connsiteY10" fmla="*/ 88606 h 89428"/>
                <a:gd name="connsiteX11" fmla="*/ 96561 w 157871"/>
                <a:gd name="connsiteY11" fmla="*/ 89429 h 89428"/>
                <a:gd name="connsiteX12" fmla="*/ 112403 w 157871"/>
                <a:gd name="connsiteY12" fmla="*/ 89017 h 89428"/>
                <a:gd name="connsiteX13" fmla="*/ 138669 w 157871"/>
                <a:gd name="connsiteY13" fmla="*/ 87371 h 89428"/>
                <a:gd name="connsiteX14" fmla="*/ 154442 w 157871"/>
                <a:gd name="connsiteY14" fmla="*/ 85314 h 89428"/>
                <a:gd name="connsiteX15" fmla="*/ 157871 w 157871"/>
                <a:gd name="connsiteY15" fmla="*/ 84833 h 89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7871" h="89428">
                  <a:moveTo>
                    <a:pt x="157871" y="7544"/>
                  </a:moveTo>
                  <a:cubicBezTo>
                    <a:pt x="150602" y="8504"/>
                    <a:pt x="143264" y="9739"/>
                    <a:pt x="136131" y="10356"/>
                  </a:cubicBezTo>
                  <a:cubicBezTo>
                    <a:pt x="124473" y="11179"/>
                    <a:pt x="112403" y="11590"/>
                    <a:pt x="99921" y="11590"/>
                  </a:cubicBezTo>
                  <a:cubicBezTo>
                    <a:pt x="85314" y="11590"/>
                    <a:pt x="70775" y="11179"/>
                    <a:pt x="56167" y="9944"/>
                  </a:cubicBezTo>
                  <a:cubicBezTo>
                    <a:pt x="37254" y="7814"/>
                    <a:pt x="18495" y="4492"/>
                    <a:pt x="0" y="0"/>
                  </a:cubicBezTo>
                  <a:lnTo>
                    <a:pt x="0" y="77084"/>
                  </a:lnTo>
                  <a:lnTo>
                    <a:pt x="3703" y="78181"/>
                  </a:lnTo>
                  <a:lnTo>
                    <a:pt x="23729" y="82365"/>
                  </a:lnTo>
                  <a:lnTo>
                    <a:pt x="42040" y="85314"/>
                  </a:lnTo>
                  <a:cubicBezTo>
                    <a:pt x="47046" y="86136"/>
                    <a:pt x="52052" y="86548"/>
                    <a:pt x="58293" y="86959"/>
                  </a:cubicBezTo>
                  <a:cubicBezTo>
                    <a:pt x="64534" y="87371"/>
                    <a:pt x="69129" y="88194"/>
                    <a:pt x="74546" y="88606"/>
                  </a:cubicBezTo>
                  <a:cubicBezTo>
                    <a:pt x="82022" y="89017"/>
                    <a:pt x="89086" y="89429"/>
                    <a:pt x="96561" y="89429"/>
                  </a:cubicBezTo>
                  <a:cubicBezTo>
                    <a:pt x="101978" y="89429"/>
                    <a:pt x="106985" y="89017"/>
                    <a:pt x="112403" y="89017"/>
                  </a:cubicBezTo>
                  <a:cubicBezTo>
                    <a:pt x="121181" y="88606"/>
                    <a:pt x="129479" y="88194"/>
                    <a:pt x="138669" y="87371"/>
                  </a:cubicBezTo>
                  <a:cubicBezTo>
                    <a:pt x="143607" y="86959"/>
                    <a:pt x="149024" y="86136"/>
                    <a:pt x="154442" y="85314"/>
                  </a:cubicBezTo>
                  <a:cubicBezTo>
                    <a:pt x="155540" y="85314"/>
                    <a:pt x="156774" y="84902"/>
                    <a:pt x="157871" y="84833"/>
                  </a:cubicBezTo>
                  <a:close/>
                </a:path>
              </a:pathLst>
            </a:custGeom>
            <a:solidFill>
              <a:srgbClr val="43434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6918E14-C762-2A84-512C-54100BBBB1B9}"/>
                </a:ext>
              </a:extLst>
            </p:cNvPr>
            <p:cNvSpPr/>
            <p:nvPr/>
          </p:nvSpPr>
          <p:spPr>
            <a:xfrm>
              <a:off x="3852179" y="2087918"/>
              <a:ext cx="103692" cy="334738"/>
            </a:xfrm>
            <a:custGeom>
              <a:avLst/>
              <a:gdLst>
                <a:gd name="connsiteX0" fmla="*/ 36279 w 103692"/>
                <a:gd name="connsiteY0" fmla="*/ 31204 h 334738"/>
                <a:gd name="connsiteX1" fmla="*/ 103693 w 103692"/>
                <a:gd name="connsiteY1" fmla="*/ 320200 h 334738"/>
                <a:gd name="connsiteX2" fmla="*/ 78730 w 103692"/>
                <a:gd name="connsiteY2" fmla="*/ 334739 h 334738"/>
                <a:gd name="connsiteX3" fmla="*/ 0 w 103692"/>
                <a:gd name="connsiteY3" fmla="*/ 0 h 334738"/>
                <a:gd name="connsiteX4" fmla="*/ 11658 w 103692"/>
                <a:gd name="connsiteY4" fmla="*/ 2469 h 334738"/>
                <a:gd name="connsiteX5" fmla="*/ 20437 w 103692"/>
                <a:gd name="connsiteY5" fmla="*/ 6652 h 334738"/>
                <a:gd name="connsiteX6" fmla="*/ 32918 w 103692"/>
                <a:gd name="connsiteY6" fmla="*/ 22083 h 334738"/>
                <a:gd name="connsiteX7" fmla="*/ 36279 w 103692"/>
                <a:gd name="connsiteY7" fmla="*/ 31204 h 334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692" h="334738">
                  <a:moveTo>
                    <a:pt x="36279" y="31204"/>
                  </a:moveTo>
                  <a:lnTo>
                    <a:pt x="103693" y="320200"/>
                  </a:lnTo>
                  <a:cubicBezTo>
                    <a:pt x="95395" y="325206"/>
                    <a:pt x="87028" y="329733"/>
                    <a:pt x="78730" y="334739"/>
                  </a:cubicBezTo>
                  <a:lnTo>
                    <a:pt x="0" y="0"/>
                  </a:lnTo>
                  <a:lnTo>
                    <a:pt x="11658" y="2469"/>
                  </a:lnTo>
                  <a:cubicBezTo>
                    <a:pt x="14863" y="3182"/>
                    <a:pt x="17864" y="4613"/>
                    <a:pt x="20437" y="6652"/>
                  </a:cubicBezTo>
                  <a:cubicBezTo>
                    <a:pt x="25694" y="10802"/>
                    <a:pt x="29958" y="16074"/>
                    <a:pt x="32918" y="22083"/>
                  </a:cubicBezTo>
                  <a:cubicBezTo>
                    <a:pt x="34255" y="25039"/>
                    <a:pt x="35378" y="28087"/>
                    <a:pt x="36279" y="31204"/>
                  </a:cubicBez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723EF7F-2F59-78E9-6A62-58DA0A9076FE}"/>
                </a:ext>
              </a:extLst>
            </p:cNvPr>
            <p:cNvSpPr/>
            <p:nvPr/>
          </p:nvSpPr>
          <p:spPr>
            <a:xfrm>
              <a:off x="3863838" y="2064738"/>
              <a:ext cx="68305" cy="54109"/>
            </a:xfrm>
            <a:custGeom>
              <a:avLst/>
              <a:gdLst>
                <a:gd name="connsiteX0" fmla="*/ 68306 w 68305"/>
                <a:gd name="connsiteY0" fmla="*/ 28735 h 54109"/>
                <a:gd name="connsiteX1" fmla="*/ 24620 w 68305"/>
                <a:gd name="connsiteY1" fmla="*/ 54110 h 54109"/>
                <a:gd name="connsiteX2" fmla="*/ 21260 w 68305"/>
                <a:gd name="connsiteY2" fmla="*/ 44988 h 54109"/>
                <a:gd name="connsiteX3" fmla="*/ 8778 w 68305"/>
                <a:gd name="connsiteY3" fmla="*/ 29558 h 54109"/>
                <a:gd name="connsiteX4" fmla="*/ 0 w 68305"/>
                <a:gd name="connsiteY4" fmla="*/ 25375 h 54109"/>
                <a:gd name="connsiteX5" fmla="*/ 44166 w 68305"/>
                <a:gd name="connsiteY5" fmla="*/ 0 h 54109"/>
                <a:gd name="connsiteX6" fmla="*/ 52875 w 68305"/>
                <a:gd name="connsiteY6" fmla="*/ 4183 h 54109"/>
                <a:gd name="connsiteX7" fmla="*/ 64945 w 68305"/>
                <a:gd name="connsiteY7" fmla="*/ 19545 h 54109"/>
                <a:gd name="connsiteX8" fmla="*/ 68306 w 68305"/>
                <a:gd name="connsiteY8" fmla="*/ 28735 h 54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305" h="54109">
                  <a:moveTo>
                    <a:pt x="68306" y="28735"/>
                  </a:moveTo>
                  <a:lnTo>
                    <a:pt x="24620" y="54110"/>
                  </a:lnTo>
                  <a:cubicBezTo>
                    <a:pt x="23719" y="50993"/>
                    <a:pt x="22596" y="47945"/>
                    <a:pt x="21260" y="44988"/>
                  </a:cubicBezTo>
                  <a:cubicBezTo>
                    <a:pt x="18300" y="38980"/>
                    <a:pt x="14036" y="33708"/>
                    <a:pt x="8778" y="29558"/>
                  </a:cubicBezTo>
                  <a:cubicBezTo>
                    <a:pt x="6206" y="27519"/>
                    <a:pt x="3204" y="26088"/>
                    <a:pt x="0" y="25375"/>
                  </a:cubicBezTo>
                  <a:lnTo>
                    <a:pt x="44166" y="0"/>
                  </a:lnTo>
                  <a:cubicBezTo>
                    <a:pt x="47360" y="683"/>
                    <a:pt x="50345" y="2117"/>
                    <a:pt x="52875" y="4183"/>
                  </a:cubicBezTo>
                  <a:cubicBezTo>
                    <a:pt x="58044" y="8291"/>
                    <a:pt x="62177" y="13552"/>
                    <a:pt x="64945" y="19545"/>
                  </a:cubicBezTo>
                  <a:cubicBezTo>
                    <a:pt x="66693" y="22341"/>
                    <a:pt x="67838" y="25471"/>
                    <a:pt x="68306" y="28735"/>
                  </a:cubicBezTo>
                  <a:close/>
                </a:path>
              </a:pathLst>
            </a:custGeom>
            <a:solidFill>
              <a:srgbClr val="40404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116F2BA9-A7EF-DC51-C7A9-47B5451B0F16}"/>
                </a:ext>
              </a:extLst>
            </p:cNvPr>
            <p:cNvSpPr/>
            <p:nvPr/>
          </p:nvSpPr>
          <p:spPr>
            <a:xfrm>
              <a:off x="3877005" y="2070293"/>
              <a:ext cx="47937" cy="39364"/>
            </a:xfrm>
            <a:custGeom>
              <a:avLst/>
              <a:gdLst>
                <a:gd name="connsiteX0" fmla="*/ 14196 w 47937"/>
                <a:gd name="connsiteY0" fmla="*/ 37788 h 39364"/>
                <a:gd name="connsiteX1" fmla="*/ 0 w 47937"/>
                <a:gd name="connsiteY1" fmla="*/ 19477 h 39364"/>
                <a:gd name="connsiteX2" fmla="*/ 33810 w 47937"/>
                <a:gd name="connsiteY2" fmla="*/ 0 h 39364"/>
                <a:gd name="connsiteX3" fmla="*/ 36073 w 47937"/>
                <a:gd name="connsiteY3" fmla="*/ 3703 h 39364"/>
                <a:gd name="connsiteX4" fmla="*/ 46223 w 47937"/>
                <a:gd name="connsiteY4" fmla="*/ 16802 h 39364"/>
                <a:gd name="connsiteX5" fmla="*/ 47938 w 47937"/>
                <a:gd name="connsiteY5" fmla="*/ 20163 h 39364"/>
                <a:gd name="connsiteX6" fmla="*/ 14882 w 47937"/>
                <a:gd name="connsiteY6" fmla="*/ 39365 h 39364"/>
                <a:gd name="connsiteX7" fmla="*/ 14196 w 47937"/>
                <a:gd name="connsiteY7" fmla="*/ 37788 h 39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937" h="39364">
                  <a:moveTo>
                    <a:pt x="14196" y="37788"/>
                  </a:moveTo>
                  <a:cubicBezTo>
                    <a:pt x="10912" y="30687"/>
                    <a:pt x="6058" y="24426"/>
                    <a:pt x="0" y="19477"/>
                  </a:cubicBezTo>
                  <a:lnTo>
                    <a:pt x="33810" y="0"/>
                  </a:lnTo>
                  <a:cubicBezTo>
                    <a:pt x="32301" y="1097"/>
                    <a:pt x="34564" y="2537"/>
                    <a:pt x="36073" y="3703"/>
                  </a:cubicBezTo>
                  <a:cubicBezTo>
                    <a:pt x="40431" y="7219"/>
                    <a:pt x="43906" y="11705"/>
                    <a:pt x="46223" y="16802"/>
                  </a:cubicBezTo>
                  <a:cubicBezTo>
                    <a:pt x="46862" y="17887"/>
                    <a:pt x="47434" y="19009"/>
                    <a:pt x="47938" y="20163"/>
                  </a:cubicBezTo>
                  <a:lnTo>
                    <a:pt x="14882" y="39365"/>
                  </a:lnTo>
                  <a:cubicBezTo>
                    <a:pt x="14676" y="38816"/>
                    <a:pt x="14402" y="38336"/>
                    <a:pt x="14196" y="37788"/>
                  </a:cubicBezTo>
                  <a:close/>
                </a:path>
              </a:pathLst>
            </a:custGeom>
            <a:solidFill>
              <a:srgbClr val="4C4C4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59316C4-15E7-0C4F-2B6C-EC9726ECA797}"/>
                </a:ext>
              </a:extLst>
            </p:cNvPr>
            <p:cNvSpPr/>
            <p:nvPr/>
          </p:nvSpPr>
          <p:spPr>
            <a:xfrm>
              <a:off x="3852179" y="2062200"/>
              <a:ext cx="55824" cy="27911"/>
            </a:xfrm>
            <a:custGeom>
              <a:avLst/>
              <a:gdLst>
                <a:gd name="connsiteX0" fmla="*/ 55824 w 55824"/>
                <a:gd name="connsiteY0" fmla="*/ 2537 h 27911"/>
                <a:gd name="connsiteX1" fmla="*/ 11658 w 55824"/>
                <a:gd name="connsiteY1" fmla="*/ 27912 h 27911"/>
                <a:gd name="connsiteX2" fmla="*/ 0 w 55824"/>
                <a:gd name="connsiteY2" fmla="*/ 25443 h 27911"/>
                <a:gd name="connsiteX3" fmla="*/ 44166 w 55824"/>
                <a:gd name="connsiteY3" fmla="*/ 0 h 27911"/>
                <a:gd name="connsiteX4" fmla="*/ 55824 w 55824"/>
                <a:gd name="connsiteY4" fmla="*/ 2537 h 27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824" h="27911">
                  <a:moveTo>
                    <a:pt x="55824" y="2537"/>
                  </a:moveTo>
                  <a:lnTo>
                    <a:pt x="11658" y="27912"/>
                  </a:lnTo>
                  <a:lnTo>
                    <a:pt x="0" y="25443"/>
                  </a:lnTo>
                  <a:lnTo>
                    <a:pt x="44166" y="0"/>
                  </a:lnTo>
                  <a:lnTo>
                    <a:pt x="55824" y="2537"/>
                  </a:lnTo>
                  <a:close/>
                </a:path>
              </a:pathLst>
            </a:custGeom>
            <a:solidFill>
              <a:srgbClr val="40404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BD26838-BCB6-542B-4D6E-EDF57A3E2BBC}"/>
                </a:ext>
              </a:extLst>
            </p:cNvPr>
            <p:cNvSpPr/>
            <p:nvPr/>
          </p:nvSpPr>
          <p:spPr>
            <a:xfrm>
              <a:off x="3618184" y="1670403"/>
              <a:ext cx="244007" cy="142852"/>
            </a:xfrm>
            <a:custGeom>
              <a:avLst/>
              <a:gdLst>
                <a:gd name="connsiteX0" fmla="*/ 244008 w 244007"/>
                <a:gd name="connsiteY0" fmla="*/ 3360 h 142852"/>
                <a:gd name="connsiteX1" fmla="*/ 2949 w 244007"/>
                <a:gd name="connsiteY1" fmla="*/ 142852 h 142852"/>
                <a:gd name="connsiteX2" fmla="*/ 411 w 244007"/>
                <a:gd name="connsiteY2" fmla="*/ 132839 h 142852"/>
                <a:gd name="connsiteX3" fmla="*/ 0 w 244007"/>
                <a:gd name="connsiteY3" fmla="*/ 132017 h 142852"/>
                <a:gd name="connsiteX4" fmla="*/ 228166 w 244007"/>
                <a:gd name="connsiteY4" fmla="*/ 0 h 142852"/>
                <a:gd name="connsiteX5" fmla="*/ 244008 w 244007"/>
                <a:gd name="connsiteY5" fmla="*/ 3360 h 142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4007" h="142852">
                  <a:moveTo>
                    <a:pt x="244008" y="3360"/>
                  </a:moveTo>
                  <a:lnTo>
                    <a:pt x="2949" y="142852"/>
                  </a:lnTo>
                  <a:lnTo>
                    <a:pt x="411" y="132839"/>
                  </a:lnTo>
                  <a:lnTo>
                    <a:pt x="0" y="132017"/>
                  </a:lnTo>
                  <a:lnTo>
                    <a:pt x="228166" y="0"/>
                  </a:lnTo>
                  <a:lnTo>
                    <a:pt x="244008" y="3360"/>
                  </a:lnTo>
                  <a:close/>
                </a:path>
              </a:pathLst>
            </a:custGeom>
            <a:solidFill>
              <a:srgbClr val="6E6E6E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2BA9623-F88C-C037-09C9-8A613206CED2}"/>
                </a:ext>
              </a:extLst>
            </p:cNvPr>
            <p:cNvSpPr/>
            <p:nvPr/>
          </p:nvSpPr>
          <p:spPr>
            <a:xfrm>
              <a:off x="2272682" y="4347972"/>
              <a:ext cx="1425055" cy="1167643"/>
            </a:xfrm>
            <a:custGeom>
              <a:avLst/>
              <a:gdLst>
                <a:gd name="connsiteX0" fmla="*/ 1425055 w 1425055"/>
                <a:gd name="connsiteY0" fmla="*/ 877824 h 1167643"/>
                <a:gd name="connsiteX1" fmla="*/ 1425055 w 1425055"/>
                <a:gd name="connsiteY1" fmla="*/ 1167643 h 1167643"/>
                <a:gd name="connsiteX2" fmla="*/ 1403384 w 1425055"/>
                <a:gd name="connsiteY2" fmla="*/ 1156396 h 1167643"/>
                <a:gd name="connsiteX3" fmla="*/ 73892 w 1425055"/>
                <a:gd name="connsiteY3" fmla="*/ 389054 h 1167643"/>
                <a:gd name="connsiteX4" fmla="*/ 237 w 1425055"/>
                <a:gd name="connsiteY4" fmla="*/ 279326 h 1167643"/>
                <a:gd name="connsiteX5" fmla="*/ 237 w 1425055"/>
                <a:gd name="connsiteY5" fmla="*/ 0 h 1167643"/>
                <a:gd name="connsiteX6" fmla="*/ 649 w 1425055"/>
                <a:gd name="connsiteY6" fmla="*/ 4595 h 1167643"/>
                <a:gd name="connsiteX7" fmla="*/ 1060 w 1425055"/>
                <a:gd name="connsiteY7" fmla="*/ 8778 h 1167643"/>
                <a:gd name="connsiteX8" fmla="*/ 1060 w 1425055"/>
                <a:gd name="connsiteY8" fmla="*/ 10013 h 1167643"/>
                <a:gd name="connsiteX9" fmla="*/ 73892 w 1425055"/>
                <a:gd name="connsiteY9" fmla="*/ 99167 h 1167643"/>
                <a:gd name="connsiteX10" fmla="*/ 1403384 w 1425055"/>
                <a:gd name="connsiteY10" fmla="*/ 866577 h 1167643"/>
                <a:gd name="connsiteX11" fmla="*/ 1425055 w 1425055"/>
                <a:gd name="connsiteY11" fmla="*/ 877824 h 1167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5055" h="1167643">
                  <a:moveTo>
                    <a:pt x="1425055" y="877824"/>
                  </a:moveTo>
                  <a:lnTo>
                    <a:pt x="1425055" y="1167643"/>
                  </a:lnTo>
                  <a:cubicBezTo>
                    <a:pt x="1417639" y="1164278"/>
                    <a:pt x="1410405" y="1160524"/>
                    <a:pt x="1403384" y="1156396"/>
                  </a:cubicBezTo>
                  <a:lnTo>
                    <a:pt x="73892" y="389054"/>
                  </a:lnTo>
                  <a:cubicBezTo>
                    <a:pt x="21840" y="359085"/>
                    <a:pt x="-2712" y="319103"/>
                    <a:pt x="237" y="279326"/>
                  </a:cubicBezTo>
                  <a:lnTo>
                    <a:pt x="237" y="0"/>
                  </a:lnTo>
                  <a:cubicBezTo>
                    <a:pt x="184" y="1543"/>
                    <a:pt x="323" y="3086"/>
                    <a:pt x="649" y="4595"/>
                  </a:cubicBezTo>
                  <a:cubicBezTo>
                    <a:pt x="600" y="6001"/>
                    <a:pt x="739" y="7408"/>
                    <a:pt x="1060" y="8778"/>
                  </a:cubicBezTo>
                  <a:lnTo>
                    <a:pt x="1060" y="10013"/>
                  </a:lnTo>
                  <a:cubicBezTo>
                    <a:pt x="6478" y="42520"/>
                    <a:pt x="31030" y="74135"/>
                    <a:pt x="73892" y="99167"/>
                  </a:cubicBezTo>
                  <a:lnTo>
                    <a:pt x="1403384" y="866577"/>
                  </a:lnTo>
                  <a:cubicBezTo>
                    <a:pt x="1410448" y="870966"/>
                    <a:pt x="1417580" y="874121"/>
                    <a:pt x="1425055" y="877824"/>
                  </a:cubicBezTo>
                  <a:close/>
                </a:path>
              </a:pathLst>
            </a:custGeom>
            <a:solidFill>
              <a:srgbClr val="CCD6D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D105287-BE45-88F6-3AEE-FB17561FFCAE}"/>
                </a:ext>
              </a:extLst>
            </p:cNvPr>
            <p:cNvSpPr/>
            <p:nvPr/>
          </p:nvSpPr>
          <p:spPr>
            <a:xfrm>
              <a:off x="2272902" y="3863454"/>
              <a:ext cx="1424835" cy="1362341"/>
            </a:xfrm>
            <a:custGeom>
              <a:avLst/>
              <a:gdLst>
                <a:gd name="connsiteX0" fmla="*/ 1424835 w 1424835"/>
                <a:gd name="connsiteY0" fmla="*/ 882282 h 1362341"/>
                <a:gd name="connsiteX1" fmla="*/ 1424835 w 1424835"/>
                <a:gd name="connsiteY1" fmla="*/ 1362342 h 1362341"/>
                <a:gd name="connsiteX2" fmla="*/ 1403164 w 1424835"/>
                <a:gd name="connsiteY2" fmla="*/ 1351095 h 1362341"/>
                <a:gd name="connsiteX3" fmla="*/ 73672 w 1424835"/>
                <a:gd name="connsiteY3" fmla="*/ 583753 h 1362341"/>
                <a:gd name="connsiteX4" fmla="*/ 840 w 1424835"/>
                <a:gd name="connsiteY4" fmla="*/ 494599 h 1362341"/>
                <a:gd name="connsiteX5" fmla="*/ 840 w 1424835"/>
                <a:gd name="connsiteY5" fmla="*/ 493365 h 1362341"/>
                <a:gd name="connsiteX6" fmla="*/ 428 w 1424835"/>
                <a:gd name="connsiteY6" fmla="*/ 489181 h 1362341"/>
                <a:gd name="connsiteX7" fmla="*/ 17 w 1424835"/>
                <a:gd name="connsiteY7" fmla="*/ 480471 h 1362341"/>
                <a:gd name="connsiteX8" fmla="*/ 17 w 1424835"/>
                <a:gd name="connsiteY8" fmla="*/ 0 h 1362341"/>
                <a:gd name="connsiteX9" fmla="*/ 428 w 1424835"/>
                <a:gd name="connsiteY9" fmla="*/ 8367 h 1362341"/>
                <a:gd name="connsiteX10" fmla="*/ 1251 w 1424835"/>
                <a:gd name="connsiteY10" fmla="*/ 14607 h 1362341"/>
                <a:gd name="connsiteX11" fmla="*/ 3309 w 1424835"/>
                <a:gd name="connsiteY11" fmla="*/ 23728 h 1362341"/>
                <a:gd name="connsiteX12" fmla="*/ 6669 w 1424835"/>
                <a:gd name="connsiteY12" fmla="*/ 34153 h 1362341"/>
                <a:gd name="connsiteX13" fmla="*/ 11676 w 1424835"/>
                <a:gd name="connsiteY13" fmla="*/ 44166 h 1362341"/>
                <a:gd name="connsiteX14" fmla="*/ 17505 w 1424835"/>
                <a:gd name="connsiteY14" fmla="*/ 53767 h 1362341"/>
                <a:gd name="connsiteX15" fmla="*/ 22031 w 1424835"/>
                <a:gd name="connsiteY15" fmla="*/ 60008 h 1362341"/>
                <a:gd name="connsiteX16" fmla="*/ 27038 w 1424835"/>
                <a:gd name="connsiteY16" fmla="*/ 66249 h 1362341"/>
                <a:gd name="connsiteX17" fmla="*/ 32867 w 1424835"/>
                <a:gd name="connsiteY17" fmla="*/ 72489 h 1362341"/>
                <a:gd name="connsiteX18" fmla="*/ 39108 w 1424835"/>
                <a:gd name="connsiteY18" fmla="*/ 78318 h 1362341"/>
                <a:gd name="connsiteX19" fmla="*/ 45966 w 1424835"/>
                <a:gd name="connsiteY19" fmla="*/ 83736 h 1362341"/>
                <a:gd name="connsiteX20" fmla="*/ 52824 w 1424835"/>
                <a:gd name="connsiteY20" fmla="*/ 89565 h 1362341"/>
                <a:gd name="connsiteX21" fmla="*/ 60299 w 1424835"/>
                <a:gd name="connsiteY21" fmla="*/ 94983 h 1362341"/>
                <a:gd name="connsiteX22" fmla="*/ 68186 w 1424835"/>
                <a:gd name="connsiteY22" fmla="*/ 99921 h 1362341"/>
                <a:gd name="connsiteX23" fmla="*/ 71957 w 1424835"/>
                <a:gd name="connsiteY23" fmla="*/ 102047 h 1362341"/>
                <a:gd name="connsiteX24" fmla="*/ 73603 w 1424835"/>
                <a:gd name="connsiteY24" fmla="*/ 102870 h 1362341"/>
                <a:gd name="connsiteX25" fmla="*/ 73603 w 1424835"/>
                <a:gd name="connsiteY25" fmla="*/ 103281 h 1362341"/>
                <a:gd name="connsiteX26" fmla="*/ 1165328 w 1424835"/>
                <a:gd name="connsiteY26" fmla="*/ 733669 h 1362341"/>
                <a:gd name="connsiteX27" fmla="*/ 1381013 w 1424835"/>
                <a:gd name="connsiteY27" fmla="*/ 858210 h 1362341"/>
                <a:gd name="connsiteX28" fmla="*/ 1400215 w 1424835"/>
                <a:gd name="connsiteY28" fmla="*/ 868977 h 1362341"/>
                <a:gd name="connsiteX29" fmla="*/ 1402684 w 1424835"/>
                <a:gd name="connsiteY29" fmla="*/ 870280 h 1362341"/>
                <a:gd name="connsiteX30" fmla="*/ 1403095 w 1424835"/>
                <a:gd name="connsiteY30" fmla="*/ 870692 h 1362341"/>
                <a:gd name="connsiteX31" fmla="*/ 1411874 w 1424835"/>
                <a:gd name="connsiteY31" fmla="*/ 875630 h 1362341"/>
                <a:gd name="connsiteX32" fmla="*/ 1420583 w 1424835"/>
                <a:gd name="connsiteY32" fmla="*/ 879813 h 1362341"/>
                <a:gd name="connsiteX33" fmla="*/ 1424835 w 1424835"/>
                <a:gd name="connsiteY33" fmla="*/ 882282 h 136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424835" h="1362341">
                  <a:moveTo>
                    <a:pt x="1424835" y="882282"/>
                  </a:moveTo>
                  <a:lnTo>
                    <a:pt x="1424835" y="1362342"/>
                  </a:lnTo>
                  <a:cubicBezTo>
                    <a:pt x="1417360" y="1358570"/>
                    <a:pt x="1410228" y="1355484"/>
                    <a:pt x="1403164" y="1351095"/>
                  </a:cubicBezTo>
                  <a:lnTo>
                    <a:pt x="73672" y="583753"/>
                  </a:lnTo>
                  <a:cubicBezTo>
                    <a:pt x="30809" y="558790"/>
                    <a:pt x="6258" y="527174"/>
                    <a:pt x="840" y="494599"/>
                  </a:cubicBezTo>
                  <a:lnTo>
                    <a:pt x="840" y="493365"/>
                  </a:lnTo>
                  <a:cubicBezTo>
                    <a:pt x="518" y="491995"/>
                    <a:pt x="380" y="490588"/>
                    <a:pt x="428" y="489181"/>
                  </a:cubicBezTo>
                  <a:cubicBezTo>
                    <a:pt x="86" y="486291"/>
                    <a:pt x="-51" y="483381"/>
                    <a:pt x="17" y="480471"/>
                  </a:cubicBezTo>
                  <a:lnTo>
                    <a:pt x="17" y="0"/>
                  </a:lnTo>
                  <a:cubicBezTo>
                    <a:pt x="-51" y="2795"/>
                    <a:pt x="86" y="5592"/>
                    <a:pt x="428" y="8367"/>
                  </a:cubicBezTo>
                  <a:cubicBezTo>
                    <a:pt x="500" y="10469"/>
                    <a:pt x="775" y="12559"/>
                    <a:pt x="1251" y="14607"/>
                  </a:cubicBezTo>
                  <a:cubicBezTo>
                    <a:pt x="1741" y="17689"/>
                    <a:pt x="2428" y="20735"/>
                    <a:pt x="3309" y="23728"/>
                  </a:cubicBezTo>
                  <a:cubicBezTo>
                    <a:pt x="4200" y="27273"/>
                    <a:pt x="5323" y="30755"/>
                    <a:pt x="6669" y="34153"/>
                  </a:cubicBezTo>
                  <a:cubicBezTo>
                    <a:pt x="7976" y="37659"/>
                    <a:pt x="9655" y="41016"/>
                    <a:pt x="11676" y="44166"/>
                  </a:cubicBezTo>
                  <a:cubicBezTo>
                    <a:pt x="13322" y="47046"/>
                    <a:pt x="15379" y="50407"/>
                    <a:pt x="17505" y="53767"/>
                  </a:cubicBezTo>
                  <a:cubicBezTo>
                    <a:pt x="18894" y="55931"/>
                    <a:pt x="20405" y="58015"/>
                    <a:pt x="22031" y="60008"/>
                  </a:cubicBezTo>
                  <a:cubicBezTo>
                    <a:pt x="23746" y="62065"/>
                    <a:pt x="25392" y="64123"/>
                    <a:pt x="27038" y="66249"/>
                  </a:cubicBezTo>
                  <a:cubicBezTo>
                    <a:pt x="28683" y="68374"/>
                    <a:pt x="30809" y="70363"/>
                    <a:pt x="32867" y="72489"/>
                  </a:cubicBezTo>
                  <a:cubicBezTo>
                    <a:pt x="35080" y="74284"/>
                    <a:pt x="37166" y="76232"/>
                    <a:pt x="39108" y="78318"/>
                  </a:cubicBezTo>
                  <a:cubicBezTo>
                    <a:pt x="41234" y="79965"/>
                    <a:pt x="43291" y="82022"/>
                    <a:pt x="45966" y="83736"/>
                  </a:cubicBezTo>
                  <a:cubicBezTo>
                    <a:pt x="48640" y="85451"/>
                    <a:pt x="50560" y="87440"/>
                    <a:pt x="52824" y="89565"/>
                  </a:cubicBezTo>
                  <a:cubicBezTo>
                    <a:pt x="55416" y="91229"/>
                    <a:pt x="57911" y="93038"/>
                    <a:pt x="60299" y="94983"/>
                  </a:cubicBezTo>
                  <a:cubicBezTo>
                    <a:pt x="62768" y="96629"/>
                    <a:pt x="65305" y="98275"/>
                    <a:pt x="68186" y="99921"/>
                  </a:cubicBezTo>
                  <a:cubicBezTo>
                    <a:pt x="69420" y="100813"/>
                    <a:pt x="70723" y="101224"/>
                    <a:pt x="71957" y="102047"/>
                  </a:cubicBezTo>
                  <a:cubicBezTo>
                    <a:pt x="72353" y="102557"/>
                    <a:pt x="72958" y="102860"/>
                    <a:pt x="73603" y="102870"/>
                  </a:cubicBezTo>
                  <a:lnTo>
                    <a:pt x="73603" y="103281"/>
                  </a:lnTo>
                  <a:cubicBezTo>
                    <a:pt x="437535" y="313137"/>
                    <a:pt x="801443" y="523266"/>
                    <a:pt x="1165328" y="733669"/>
                  </a:cubicBezTo>
                  <a:cubicBezTo>
                    <a:pt x="1237406" y="774817"/>
                    <a:pt x="1309004" y="816513"/>
                    <a:pt x="1381013" y="858210"/>
                  </a:cubicBezTo>
                  <a:cubicBezTo>
                    <a:pt x="1387253" y="861502"/>
                    <a:pt x="1393563" y="865068"/>
                    <a:pt x="1400215" y="868977"/>
                  </a:cubicBezTo>
                  <a:lnTo>
                    <a:pt x="1402684" y="870280"/>
                  </a:lnTo>
                  <a:cubicBezTo>
                    <a:pt x="1402684" y="870508"/>
                    <a:pt x="1402868" y="870692"/>
                    <a:pt x="1403095" y="870692"/>
                  </a:cubicBezTo>
                  <a:lnTo>
                    <a:pt x="1411874" y="875630"/>
                  </a:lnTo>
                  <a:cubicBezTo>
                    <a:pt x="1414754" y="876932"/>
                    <a:pt x="1417703" y="878579"/>
                    <a:pt x="1420583" y="879813"/>
                  </a:cubicBezTo>
                  <a:cubicBezTo>
                    <a:pt x="1421886" y="880636"/>
                    <a:pt x="1423601" y="881048"/>
                    <a:pt x="1424835" y="882282"/>
                  </a:cubicBezTo>
                  <a:close/>
                </a:path>
              </a:pathLst>
            </a:custGeom>
            <a:solidFill>
              <a:srgbClr val="CCD6D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6EE6D88A-C9F5-2338-AA3F-9D91BB59238B}"/>
                </a:ext>
              </a:extLst>
            </p:cNvPr>
            <p:cNvSpPr/>
            <p:nvPr/>
          </p:nvSpPr>
          <p:spPr>
            <a:xfrm>
              <a:off x="2272954" y="3744468"/>
              <a:ext cx="1424783" cy="1001268"/>
            </a:xfrm>
            <a:custGeom>
              <a:avLst/>
              <a:gdLst>
                <a:gd name="connsiteX0" fmla="*/ 1424783 w 1424783"/>
                <a:gd name="connsiteY0" fmla="*/ 881390 h 1001268"/>
                <a:gd name="connsiteX1" fmla="*/ 1424783 w 1424783"/>
                <a:gd name="connsiteY1" fmla="*/ 1001268 h 1001268"/>
                <a:gd name="connsiteX2" fmla="*/ 1420600 w 1424783"/>
                <a:gd name="connsiteY2" fmla="*/ 999142 h 1001268"/>
                <a:gd name="connsiteX3" fmla="*/ 1411890 w 1424783"/>
                <a:gd name="connsiteY3" fmla="*/ 994959 h 1001268"/>
                <a:gd name="connsiteX4" fmla="*/ 1403112 w 1424783"/>
                <a:gd name="connsiteY4" fmla="*/ 990021 h 1001268"/>
                <a:gd name="connsiteX5" fmla="*/ 1402700 w 1424783"/>
                <a:gd name="connsiteY5" fmla="*/ 989609 h 1001268"/>
                <a:gd name="connsiteX6" fmla="*/ 1400232 w 1424783"/>
                <a:gd name="connsiteY6" fmla="*/ 988306 h 1001268"/>
                <a:gd name="connsiteX7" fmla="*/ 1381029 w 1424783"/>
                <a:gd name="connsiteY7" fmla="*/ 977539 h 1001268"/>
                <a:gd name="connsiteX8" fmla="*/ 1165345 w 1424783"/>
                <a:gd name="connsiteY8" fmla="*/ 852998 h 1001268"/>
                <a:gd name="connsiteX9" fmla="*/ 73620 w 1424783"/>
                <a:gd name="connsiteY9" fmla="*/ 222611 h 1001268"/>
                <a:gd name="connsiteX10" fmla="*/ 73620 w 1424783"/>
                <a:gd name="connsiteY10" fmla="*/ 222199 h 1001268"/>
                <a:gd name="connsiteX11" fmla="*/ 71974 w 1424783"/>
                <a:gd name="connsiteY11" fmla="*/ 221376 h 1001268"/>
                <a:gd name="connsiteX12" fmla="*/ 68202 w 1424783"/>
                <a:gd name="connsiteY12" fmla="*/ 219250 h 1001268"/>
                <a:gd name="connsiteX13" fmla="*/ 60316 w 1424783"/>
                <a:gd name="connsiteY13" fmla="*/ 214313 h 1001268"/>
                <a:gd name="connsiteX14" fmla="*/ 52840 w 1424783"/>
                <a:gd name="connsiteY14" fmla="*/ 208895 h 1001268"/>
                <a:gd name="connsiteX15" fmla="*/ 45982 w 1424783"/>
                <a:gd name="connsiteY15" fmla="*/ 203065 h 1001268"/>
                <a:gd name="connsiteX16" fmla="*/ 39124 w 1424783"/>
                <a:gd name="connsiteY16" fmla="*/ 197648 h 1001268"/>
                <a:gd name="connsiteX17" fmla="*/ 32884 w 1424783"/>
                <a:gd name="connsiteY17" fmla="*/ 191818 h 1001268"/>
                <a:gd name="connsiteX18" fmla="*/ 27054 w 1424783"/>
                <a:gd name="connsiteY18" fmla="*/ 185577 h 1001268"/>
                <a:gd name="connsiteX19" fmla="*/ 22048 w 1424783"/>
                <a:gd name="connsiteY19" fmla="*/ 179337 h 1001268"/>
                <a:gd name="connsiteX20" fmla="*/ 17522 w 1424783"/>
                <a:gd name="connsiteY20" fmla="*/ 173096 h 1001268"/>
                <a:gd name="connsiteX21" fmla="*/ 11692 w 1424783"/>
                <a:gd name="connsiteY21" fmla="*/ 163495 h 1001268"/>
                <a:gd name="connsiteX22" fmla="*/ 6686 w 1424783"/>
                <a:gd name="connsiteY22" fmla="*/ 153482 h 1001268"/>
                <a:gd name="connsiteX23" fmla="*/ 3326 w 1424783"/>
                <a:gd name="connsiteY23" fmla="*/ 143058 h 1001268"/>
                <a:gd name="connsiteX24" fmla="*/ 1268 w 1424783"/>
                <a:gd name="connsiteY24" fmla="*/ 133937 h 1001268"/>
                <a:gd name="connsiteX25" fmla="*/ 445 w 1424783"/>
                <a:gd name="connsiteY25" fmla="*/ 127696 h 1001268"/>
                <a:gd name="connsiteX26" fmla="*/ 34 w 1424783"/>
                <a:gd name="connsiteY26" fmla="*/ 119329 h 1001268"/>
                <a:gd name="connsiteX27" fmla="*/ 34 w 1424783"/>
                <a:gd name="connsiteY27" fmla="*/ 0 h 1001268"/>
                <a:gd name="connsiteX28" fmla="*/ 857 w 1424783"/>
                <a:gd name="connsiteY28" fmla="*/ 11247 h 1001268"/>
                <a:gd name="connsiteX29" fmla="*/ 2503 w 1424783"/>
                <a:gd name="connsiteY29" fmla="*/ 20368 h 1001268"/>
                <a:gd name="connsiteX30" fmla="*/ 23900 w 1424783"/>
                <a:gd name="connsiteY30" fmla="*/ 62408 h 1001268"/>
                <a:gd name="connsiteX31" fmla="*/ 43033 w 1424783"/>
                <a:gd name="connsiteY31" fmla="*/ 81542 h 1001268"/>
                <a:gd name="connsiteX32" fmla="*/ 54280 w 1424783"/>
                <a:gd name="connsiteY32" fmla="*/ 90252 h 1001268"/>
                <a:gd name="connsiteX33" fmla="*/ 66762 w 1424783"/>
                <a:gd name="connsiteY33" fmla="*/ 98618 h 1001268"/>
                <a:gd name="connsiteX34" fmla="*/ 73620 w 1424783"/>
                <a:gd name="connsiteY34" fmla="*/ 102801 h 1001268"/>
                <a:gd name="connsiteX35" fmla="*/ 83633 w 1424783"/>
                <a:gd name="connsiteY35" fmla="*/ 108631 h 1001268"/>
                <a:gd name="connsiteX36" fmla="*/ 93645 w 1424783"/>
                <a:gd name="connsiteY36" fmla="*/ 114460 h 1001268"/>
                <a:gd name="connsiteX37" fmla="*/ 113602 w 1424783"/>
                <a:gd name="connsiteY37" fmla="*/ 126119 h 1001268"/>
                <a:gd name="connsiteX38" fmla="*/ 153584 w 1424783"/>
                <a:gd name="connsiteY38" fmla="*/ 149024 h 1001268"/>
                <a:gd name="connsiteX39" fmla="*/ 233549 w 1424783"/>
                <a:gd name="connsiteY39" fmla="*/ 195179 h 1001268"/>
                <a:gd name="connsiteX40" fmla="*/ 393820 w 1424783"/>
                <a:gd name="connsiteY40" fmla="*/ 287625 h 1001268"/>
                <a:gd name="connsiteX41" fmla="*/ 713609 w 1424783"/>
                <a:gd name="connsiteY41" fmla="*/ 472791 h 1001268"/>
                <a:gd name="connsiteX42" fmla="*/ 1033809 w 1424783"/>
                <a:gd name="connsiteY42" fmla="*/ 657957 h 1001268"/>
                <a:gd name="connsiteX43" fmla="*/ 1193669 w 1424783"/>
                <a:gd name="connsiteY43" fmla="*/ 749922 h 1001268"/>
                <a:gd name="connsiteX44" fmla="*/ 1274044 w 1424783"/>
                <a:gd name="connsiteY44" fmla="*/ 796145 h 1001268"/>
                <a:gd name="connsiteX45" fmla="*/ 1354352 w 1424783"/>
                <a:gd name="connsiteY45" fmla="*/ 841820 h 1001268"/>
                <a:gd name="connsiteX46" fmla="*/ 1403455 w 1424783"/>
                <a:gd name="connsiteY46" fmla="*/ 870555 h 1001268"/>
                <a:gd name="connsiteX47" fmla="*/ 1424783 w 1424783"/>
                <a:gd name="connsiteY47" fmla="*/ 881390 h 1001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424783" h="1001268">
                  <a:moveTo>
                    <a:pt x="1424783" y="881390"/>
                  </a:moveTo>
                  <a:lnTo>
                    <a:pt x="1424783" y="1001268"/>
                  </a:lnTo>
                  <a:cubicBezTo>
                    <a:pt x="1423549" y="1000376"/>
                    <a:pt x="1421834" y="999965"/>
                    <a:pt x="1420600" y="999142"/>
                  </a:cubicBezTo>
                  <a:cubicBezTo>
                    <a:pt x="1417719" y="997908"/>
                    <a:pt x="1414771" y="996262"/>
                    <a:pt x="1411890" y="994959"/>
                  </a:cubicBezTo>
                  <a:lnTo>
                    <a:pt x="1403112" y="990021"/>
                  </a:lnTo>
                  <a:cubicBezTo>
                    <a:pt x="1402885" y="990021"/>
                    <a:pt x="1402700" y="989837"/>
                    <a:pt x="1402700" y="989609"/>
                  </a:cubicBezTo>
                  <a:lnTo>
                    <a:pt x="1400232" y="988306"/>
                  </a:lnTo>
                  <a:cubicBezTo>
                    <a:pt x="1393374" y="984603"/>
                    <a:pt x="1387270" y="980831"/>
                    <a:pt x="1381029" y="977539"/>
                  </a:cubicBezTo>
                  <a:cubicBezTo>
                    <a:pt x="1309020" y="935843"/>
                    <a:pt x="1237423" y="894215"/>
                    <a:pt x="1165345" y="852998"/>
                  </a:cubicBezTo>
                  <a:cubicBezTo>
                    <a:pt x="801460" y="642686"/>
                    <a:pt x="437551" y="432557"/>
                    <a:pt x="73620" y="222611"/>
                  </a:cubicBezTo>
                  <a:lnTo>
                    <a:pt x="73620" y="222199"/>
                  </a:lnTo>
                  <a:cubicBezTo>
                    <a:pt x="72975" y="222189"/>
                    <a:pt x="72369" y="221886"/>
                    <a:pt x="71974" y="221376"/>
                  </a:cubicBezTo>
                  <a:cubicBezTo>
                    <a:pt x="70740" y="220553"/>
                    <a:pt x="69437" y="220142"/>
                    <a:pt x="68202" y="219250"/>
                  </a:cubicBezTo>
                  <a:cubicBezTo>
                    <a:pt x="65322" y="217604"/>
                    <a:pt x="62784" y="215958"/>
                    <a:pt x="60316" y="214313"/>
                  </a:cubicBezTo>
                  <a:cubicBezTo>
                    <a:pt x="57928" y="212367"/>
                    <a:pt x="55432" y="210558"/>
                    <a:pt x="52840" y="208895"/>
                  </a:cubicBezTo>
                  <a:cubicBezTo>
                    <a:pt x="50303" y="206769"/>
                    <a:pt x="47834" y="205123"/>
                    <a:pt x="45982" y="203065"/>
                  </a:cubicBezTo>
                  <a:cubicBezTo>
                    <a:pt x="44131" y="201008"/>
                    <a:pt x="41456" y="199293"/>
                    <a:pt x="39124" y="197648"/>
                  </a:cubicBezTo>
                  <a:cubicBezTo>
                    <a:pt x="37182" y="195561"/>
                    <a:pt x="35097" y="193614"/>
                    <a:pt x="32884" y="191818"/>
                  </a:cubicBezTo>
                  <a:cubicBezTo>
                    <a:pt x="30826" y="189692"/>
                    <a:pt x="29180" y="187635"/>
                    <a:pt x="27054" y="185577"/>
                  </a:cubicBezTo>
                  <a:cubicBezTo>
                    <a:pt x="24928" y="183520"/>
                    <a:pt x="23762" y="181394"/>
                    <a:pt x="22048" y="179337"/>
                  </a:cubicBezTo>
                  <a:cubicBezTo>
                    <a:pt x="20422" y="177344"/>
                    <a:pt x="18911" y="175261"/>
                    <a:pt x="17522" y="173096"/>
                  </a:cubicBezTo>
                  <a:cubicBezTo>
                    <a:pt x="15396" y="169736"/>
                    <a:pt x="13338" y="166238"/>
                    <a:pt x="11692" y="163495"/>
                  </a:cubicBezTo>
                  <a:cubicBezTo>
                    <a:pt x="9671" y="160346"/>
                    <a:pt x="7993" y="156989"/>
                    <a:pt x="6686" y="153482"/>
                  </a:cubicBezTo>
                  <a:cubicBezTo>
                    <a:pt x="5340" y="150084"/>
                    <a:pt x="4217" y="146602"/>
                    <a:pt x="3326" y="143058"/>
                  </a:cubicBezTo>
                  <a:cubicBezTo>
                    <a:pt x="2445" y="140065"/>
                    <a:pt x="1758" y="137018"/>
                    <a:pt x="1268" y="133937"/>
                  </a:cubicBezTo>
                  <a:cubicBezTo>
                    <a:pt x="792" y="131888"/>
                    <a:pt x="517" y="129798"/>
                    <a:pt x="445" y="127696"/>
                  </a:cubicBezTo>
                  <a:cubicBezTo>
                    <a:pt x="103" y="124921"/>
                    <a:pt x="-35" y="122124"/>
                    <a:pt x="34" y="119329"/>
                  </a:cubicBezTo>
                  <a:lnTo>
                    <a:pt x="34" y="0"/>
                  </a:lnTo>
                  <a:cubicBezTo>
                    <a:pt x="-102" y="3768"/>
                    <a:pt x="174" y="7539"/>
                    <a:pt x="857" y="11247"/>
                  </a:cubicBezTo>
                  <a:cubicBezTo>
                    <a:pt x="1005" y="14346"/>
                    <a:pt x="1558" y="17413"/>
                    <a:pt x="2503" y="20368"/>
                  </a:cubicBezTo>
                  <a:cubicBezTo>
                    <a:pt x="6349" y="35825"/>
                    <a:pt x="13667" y="50202"/>
                    <a:pt x="23900" y="62408"/>
                  </a:cubicBezTo>
                  <a:cubicBezTo>
                    <a:pt x="29752" y="69290"/>
                    <a:pt x="36151" y="75689"/>
                    <a:pt x="43033" y="81542"/>
                  </a:cubicBezTo>
                  <a:cubicBezTo>
                    <a:pt x="46625" y="84642"/>
                    <a:pt x="50380" y="87550"/>
                    <a:pt x="54280" y="90252"/>
                  </a:cubicBezTo>
                  <a:cubicBezTo>
                    <a:pt x="58211" y="93369"/>
                    <a:pt x="62385" y="96166"/>
                    <a:pt x="66762" y="98618"/>
                  </a:cubicBezTo>
                  <a:cubicBezTo>
                    <a:pt x="68967" y="100141"/>
                    <a:pt x="71257" y="101538"/>
                    <a:pt x="73620" y="102801"/>
                  </a:cubicBezTo>
                  <a:cubicBezTo>
                    <a:pt x="76980" y="104859"/>
                    <a:pt x="80478" y="106505"/>
                    <a:pt x="83633" y="108631"/>
                  </a:cubicBezTo>
                  <a:cubicBezTo>
                    <a:pt x="86787" y="110757"/>
                    <a:pt x="90491" y="112334"/>
                    <a:pt x="93645" y="114460"/>
                  </a:cubicBezTo>
                  <a:cubicBezTo>
                    <a:pt x="100503" y="118163"/>
                    <a:pt x="106950" y="121935"/>
                    <a:pt x="113602" y="126119"/>
                  </a:cubicBezTo>
                  <a:cubicBezTo>
                    <a:pt x="126907" y="133594"/>
                    <a:pt x="140280" y="141481"/>
                    <a:pt x="153584" y="149024"/>
                  </a:cubicBezTo>
                  <a:lnTo>
                    <a:pt x="233549" y="195179"/>
                  </a:lnTo>
                  <a:cubicBezTo>
                    <a:pt x="287270" y="226040"/>
                    <a:pt x="340693" y="256855"/>
                    <a:pt x="393820" y="287625"/>
                  </a:cubicBezTo>
                  <a:lnTo>
                    <a:pt x="713609" y="472791"/>
                  </a:lnTo>
                  <a:cubicBezTo>
                    <a:pt x="820593" y="534467"/>
                    <a:pt x="927327" y="596189"/>
                    <a:pt x="1033809" y="657957"/>
                  </a:cubicBezTo>
                  <a:cubicBezTo>
                    <a:pt x="1087095" y="688749"/>
                    <a:pt x="1140382" y="719130"/>
                    <a:pt x="1193669" y="749922"/>
                  </a:cubicBezTo>
                  <a:cubicBezTo>
                    <a:pt x="1220346" y="765353"/>
                    <a:pt x="1247367" y="780783"/>
                    <a:pt x="1274044" y="796145"/>
                  </a:cubicBezTo>
                  <a:lnTo>
                    <a:pt x="1354352" y="841820"/>
                  </a:lnTo>
                  <a:cubicBezTo>
                    <a:pt x="1370536" y="851421"/>
                    <a:pt x="1387201" y="861022"/>
                    <a:pt x="1403455" y="870555"/>
                  </a:cubicBezTo>
                  <a:cubicBezTo>
                    <a:pt x="1409764" y="874326"/>
                    <a:pt x="1416828" y="877824"/>
                    <a:pt x="1424783" y="881390"/>
                  </a:cubicBezTo>
                  <a:close/>
                </a:path>
              </a:pathLst>
            </a:custGeom>
            <a:solidFill>
              <a:srgbClr val="39393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44506294-6F3B-BF05-3193-00625289DEFA}"/>
                </a:ext>
              </a:extLst>
            </p:cNvPr>
            <p:cNvSpPr/>
            <p:nvPr/>
          </p:nvSpPr>
          <p:spPr>
            <a:xfrm>
              <a:off x="2272885" y="3439904"/>
              <a:ext cx="1424851" cy="1185954"/>
            </a:xfrm>
            <a:custGeom>
              <a:avLst/>
              <a:gdLst>
                <a:gd name="connsiteX0" fmla="*/ 1424852 w 1424851"/>
                <a:gd name="connsiteY0" fmla="*/ 1157219 h 1185954"/>
                <a:gd name="connsiteX1" fmla="*/ 1424852 w 1424851"/>
                <a:gd name="connsiteY1" fmla="*/ 1185954 h 1185954"/>
                <a:gd name="connsiteX2" fmla="*/ 1403180 w 1424851"/>
                <a:gd name="connsiteY2" fmla="*/ 1175118 h 1185954"/>
                <a:gd name="connsiteX3" fmla="*/ 1354077 w 1424851"/>
                <a:gd name="connsiteY3" fmla="*/ 1146383 h 1185954"/>
                <a:gd name="connsiteX4" fmla="*/ 1274113 w 1424851"/>
                <a:gd name="connsiteY4" fmla="*/ 1100092 h 1185954"/>
                <a:gd name="connsiteX5" fmla="*/ 1193737 w 1424851"/>
                <a:gd name="connsiteY5" fmla="*/ 1053869 h 1185954"/>
                <a:gd name="connsiteX6" fmla="*/ 1033877 w 1424851"/>
                <a:gd name="connsiteY6" fmla="*/ 961903 h 1185954"/>
                <a:gd name="connsiteX7" fmla="*/ 713677 w 1424851"/>
                <a:gd name="connsiteY7" fmla="*/ 776737 h 1185954"/>
                <a:gd name="connsiteX8" fmla="*/ 393889 w 1424851"/>
                <a:gd name="connsiteY8" fmla="*/ 591571 h 1185954"/>
                <a:gd name="connsiteX9" fmla="*/ 233617 w 1424851"/>
                <a:gd name="connsiteY9" fmla="*/ 499125 h 1185954"/>
                <a:gd name="connsiteX10" fmla="*/ 153653 w 1424851"/>
                <a:gd name="connsiteY10" fmla="*/ 452971 h 1185954"/>
                <a:gd name="connsiteX11" fmla="*/ 113671 w 1424851"/>
                <a:gd name="connsiteY11" fmla="*/ 430065 h 1185954"/>
                <a:gd name="connsiteX12" fmla="*/ 93714 w 1424851"/>
                <a:gd name="connsiteY12" fmla="*/ 418406 h 1185954"/>
                <a:gd name="connsiteX13" fmla="*/ 83701 w 1424851"/>
                <a:gd name="connsiteY13" fmla="*/ 412577 h 1185954"/>
                <a:gd name="connsiteX14" fmla="*/ 73689 w 1424851"/>
                <a:gd name="connsiteY14" fmla="*/ 406748 h 1185954"/>
                <a:gd name="connsiteX15" fmla="*/ 66831 w 1424851"/>
                <a:gd name="connsiteY15" fmla="*/ 402565 h 1185954"/>
                <a:gd name="connsiteX16" fmla="*/ 54349 w 1424851"/>
                <a:gd name="connsiteY16" fmla="*/ 394198 h 1185954"/>
                <a:gd name="connsiteX17" fmla="*/ 43102 w 1424851"/>
                <a:gd name="connsiteY17" fmla="*/ 385489 h 1185954"/>
                <a:gd name="connsiteX18" fmla="*/ 23968 w 1424851"/>
                <a:gd name="connsiteY18" fmla="*/ 366972 h 1185954"/>
                <a:gd name="connsiteX19" fmla="*/ 2503 w 1424851"/>
                <a:gd name="connsiteY19" fmla="*/ 325138 h 1185954"/>
                <a:gd name="connsiteX20" fmla="*/ 857 w 1424851"/>
                <a:gd name="connsiteY20" fmla="*/ 316017 h 1185954"/>
                <a:gd name="connsiteX21" fmla="*/ 34 w 1424851"/>
                <a:gd name="connsiteY21" fmla="*/ 304770 h 1185954"/>
                <a:gd name="connsiteX22" fmla="*/ 34 w 1424851"/>
                <a:gd name="connsiteY22" fmla="*/ 303123 h 1185954"/>
                <a:gd name="connsiteX23" fmla="*/ 445 w 1424851"/>
                <a:gd name="connsiteY23" fmla="*/ 294345 h 1185954"/>
                <a:gd name="connsiteX24" fmla="*/ 857 w 1424851"/>
                <a:gd name="connsiteY24" fmla="*/ 292699 h 1185954"/>
                <a:gd name="connsiteX25" fmla="*/ 1268 w 1424851"/>
                <a:gd name="connsiteY25" fmla="*/ 289750 h 1185954"/>
                <a:gd name="connsiteX26" fmla="*/ 12104 w 1424851"/>
                <a:gd name="connsiteY26" fmla="*/ 256557 h 1185954"/>
                <a:gd name="connsiteX27" fmla="*/ 37067 w 1424851"/>
                <a:gd name="connsiteY27" fmla="*/ 223228 h 1185954"/>
                <a:gd name="connsiteX28" fmla="*/ 75335 w 1424851"/>
                <a:gd name="connsiteY28" fmla="*/ 194835 h 1185954"/>
                <a:gd name="connsiteX29" fmla="*/ 95909 w 1424851"/>
                <a:gd name="connsiteY29" fmla="*/ 182354 h 1185954"/>
                <a:gd name="connsiteX30" fmla="*/ 96320 w 1424851"/>
                <a:gd name="connsiteY30" fmla="*/ 182354 h 1185954"/>
                <a:gd name="connsiteX31" fmla="*/ 96320 w 1424851"/>
                <a:gd name="connsiteY31" fmla="*/ 181943 h 1185954"/>
                <a:gd name="connsiteX32" fmla="*/ 97143 w 1424851"/>
                <a:gd name="connsiteY32" fmla="*/ 181531 h 1185954"/>
                <a:gd name="connsiteX33" fmla="*/ 116757 w 1424851"/>
                <a:gd name="connsiteY33" fmla="*/ 170284 h 1185954"/>
                <a:gd name="connsiteX34" fmla="*/ 199601 w 1424851"/>
                <a:gd name="connsiteY34" fmla="*/ 122827 h 1185954"/>
                <a:gd name="connsiteX35" fmla="*/ 282858 w 1424851"/>
                <a:gd name="connsiteY35" fmla="*/ 74478 h 1185954"/>
                <a:gd name="connsiteX36" fmla="*/ 387785 w 1424851"/>
                <a:gd name="connsiteY36" fmla="*/ 14127 h 1185954"/>
                <a:gd name="connsiteX37" fmla="*/ 387785 w 1424851"/>
                <a:gd name="connsiteY37" fmla="*/ 13716 h 1185954"/>
                <a:gd name="connsiteX38" fmla="*/ 411925 w 1424851"/>
                <a:gd name="connsiteY38" fmla="*/ 0 h 1185954"/>
                <a:gd name="connsiteX39" fmla="*/ 415697 w 1424851"/>
                <a:gd name="connsiteY39" fmla="*/ 4526 h 1185954"/>
                <a:gd name="connsiteX40" fmla="*/ 415286 w 1424851"/>
                <a:gd name="connsiteY40" fmla="*/ 4526 h 1185954"/>
                <a:gd name="connsiteX41" fmla="*/ 276617 w 1424851"/>
                <a:gd name="connsiteY41" fmla="*/ 84490 h 1185954"/>
                <a:gd name="connsiteX42" fmla="*/ 206254 w 1424851"/>
                <a:gd name="connsiteY42" fmla="*/ 125638 h 1185954"/>
                <a:gd name="connsiteX43" fmla="*/ 135479 w 1424851"/>
                <a:gd name="connsiteY43" fmla="*/ 166032 h 1185954"/>
                <a:gd name="connsiteX44" fmla="*/ 86307 w 1424851"/>
                <a:gd name="connsiteY44" fmla="*/ 194767 h 1185954"/>
                <a:gd name="connsiteX45" fmla="*/ 42622 w 1424851"/>
                <a:gd name="connsiteY45" fmla="*/ 229743 h 1185954"/>
                <a:gd name="connsiteX46" fmla="*/ 20951 w 1424851"/>
                <a:gd name="connsiteY46" fmla="*/ 268491 h 1185954"/>
                <a:gd name="connsiteX47" fmla="*/ 20128 w 1424851"/>
                <a:gd name="connsiteY47" fmla="*/ 309639 h 1185954"/>
                <a:gd name="connsiteX48" fmla="*/ 40702 w 1424851"/>
                <a:gd name="connsiteY48" fmla="*/ 348318 h 1185954"/>
                <a:gd name="connsiteX49" fmla="*/ 58258 w 1424851"/>
                <a:gd name="connsiteY49" fmla="*/ 365257 h 1185954"/>
                <a:gd name="connsiteX50" fmla="*/ 68614 w 1424851"/>
                <a:gd name="connsiteY50" fmla="*/ 373212 h 1185954"/>
                <a:gd name="connsiteX51" fmla="*/ 80272 w 1424851"/>
                <a:gd name="connsiteY51" fmla="*/ 381099 h 1185954"/>
                <a:gd name="connsiteX52" fmla="*/ 86513 w 1424851"/>
                <a:gd name="connsiteY52" fmla="*/ 384871 h 1185954"/>
                <a:gd name="connsiteX53" fmla="*/ 96526 w 1424851"/>
                <a:gd name="connsiteY53" fmla="*/ 390700 h 1185954"/>
                <a:gd name="connsiteX54" fmla="*/ 106538 w 1424851"/>
                <a:gd name="connsiteY54" fmla="*/ 396529 h 1185954"/>
                <a:gd name="connsiteX55" fmla="*/ 126495 w 1424851"/>
                <a:gd name="connsiteY55" fmla="*/ 408188 h 1185954"/>
                <a:gd name="connsiteX56" fmla="*/ 166477 w 1424851"/>
                <a:gd name="connsiteY56" fmla="*/ 431094 h 1185954"/>
                <a:gd name="connsiteX57" fmla="*/ 246853 w 1424851"/>
                <a:gd name="connsiteY57" fmla="*/ 477317 h 1185954"/>
                <a:gd name="connsiteX58" fmla="*/ 406713 w 1424851"/>
                <a:gd name="connsiteY58" fmla="*/ 569694 h 1185954"/>
                <a:gd name="connsiteX59" fmla="*/ 726913 w 1424851"/>
                <a:gd name="connsiteY59" fmla="*/ 754860 h 1185954"/>
                <a:gd name="connsiteX60" fmla="*/ 1046702 w 1424851"/>
                <a:gd name="connsiteY60" fmla="*/ 940026 h 1185954"/>
                <a:gd name="connsiteX61" fmla="*/ 1207042 w 1424851"/>
                <a:gd name="connsiteY61" fmla="*/ 1032061 h 1185954"/>
                <a:gd name="connsiteX62" fmla="*/ 1286937 w 1424851"/>
                <a:gd name="connsiteY62" fmla="*/ 1078283 h 1185954"/>
                <a:gd name="connsiteX63" fmla="*/ 1366902 w 1424851"/>
                <a:gd name="connsiteY63" fmla="*/ 1124438 h 1185954"/>
                <a:gd name="connsiteX64" fmla="*/ 1416005 w 1424851"/>
                <a:gd name="connsiteY64" fmla="*/ 1153173 h 1185954"/>
                <a:gd name="connsiteX65" fmla="*/ 1424852 w 1424851"/>
                <a:gd name="connsiteY65" fmla="*/ 1157219 h 1185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1424851" h="1185954">
                  <a:moveTo>
                    <a:pt x="1424852" y="1157219"/>
                  </a:moveTo>
                  <a:lnTo>
                    <a:pt x="1424852" y="1185954"/>
                  </a:lnTo>
                  <a:cubicBezTo>
                    <a:pt x="1416896" y="1182182"/>
                    <a:pt x="1409833" y="1179096"/>
                    <a:pt x="1403180" y="1175118"/>
                  </a:cubicBezTo>
                  <a:cubicBezTo>
                    <a:pt x="1386927" y="1165586"/>
                    <a:pt x="1370262" y="1155985"/>
                    <a:pt x="1354077" y="1146383"/>
                  </a:cubicBezTo>
                  <a:lnTo>
                    <a:pt x="1274113" y="1100092"/>
                  </a:lnTo>
                  <a:cubicBezTo>
                    <a:pt x="1247435" y="1084730"/>
                    <a:pt x="1220415" y="1069300"/>
                    <a:pt x="1193737" y="1053869"/>
                  </a:cubicBezTo>
                  <a:cubicBezTo>
                    <a:pt x="1140451" y="1023077"/>
                    <a:pt x="1087164" y="992696"/>
                    <a:pt x="1033877" y="961903"/>
                  </a:cubicBezTo>
                  <a:cubicBezTo>
                    <a:pt x="927304" y="900227"/>
                    <a:pt x="820571" y="838505"/>
                    <a:pt x="713677" y="776737"/>
                  </a:cubicBezTo>
                  <a:lnTo>
                    <a:pt x="393889" y="591571"/>
                  </a:lnTo>
                  <a:cubicBezTo>
                    <a:pt x="340625" y="560756"/>
                    <a:pt x="287201" y="529941"/>
                    <a:pt x="233617" y="499125"/>
                  </a:cubicBezTo>
                  <a:lnTo>
                    <a:pt x="153653" y="452971"/>
                  </a:lnTo>
                  <a:cubicBezTo>
                    <a:pt x="140348" y="445427"/>
                    <a:pt x="126975" y="437541"/>
                    <a:pt x="113671" y="430065"/>
                  </a:cubicBezTo>
                  <a:cubicBezTo>
                    <a:pt x="106813" y="425882"/>
                    <a:pt x="100366" y="422110"/>
                    <a:pt x="93714" y="418406"/>
                  </a:cubicBezTo>
                  <a:cubicBezTo>
                    <a:pt x="90354" y="416280"/>
                    <a:pt x="86856" y="414635"/>
                    <a:pt x="83701" y="412577"/>
                  </a:cubicBezTo>
                  <a:cubicBezTo>
                    <a:pt x="80547" y="410520"/>
                    <a:pt x="76843" y="408806"/>
                    <a:pt x="73689" y="406748"/>
                  </a:cubicBezTo>
                  <a:cubicBezTo>
                    <a:pt x="71325" y="405484"/>
                    <a:pt x="69036" y="404088"/>
                    <a:pt x="66831" y="402565"/>
                  </a:cubicBezTo>
                  <a:cubicBezTo>
                    <a:pt x="62454" y="400113"/>
                    <a:pt x="58280" y="397315"/>
                    <a:pt x="54349" y="394198"/>
                  </a:cubicBezTo>
                  <a:cubicBezTo>
                    <a:pt x="50448" y="391496"/>
                    <a:pt x="46694" y="388589"/>
                    <a:pt x="43102" y="385489"/>
                  </a:cubicBezTo>
                  <a:cubicBezTo>
                    <a:pt x="36244" y="379832"/>
                    <a:pt x="29846" y="373641"/>
                    <a:pt x="23968" y="366972"/>
                  </a:cubicBezTo>
                  <a:cubicBezTo>
                    <a:pt x="13738" y="354832"/>
                    <a:pt x="6399" y="340528"/>
                    <a:pt x="2503" y="325138"/>
                  </a:cubicBezTo>
                  <a:cubicBezTo>
                    <a:pt x="1558" y="322183"/>
                    <a:pt x="1005" y="319116"/>
                    <a:pt x="857" y="316017"/>
                  </a:cubicBezTo>
                  <a:cubicBezTo>
                    <a:pt x="174" y="312309"/>
                    <a:pt x="-102" y="308538"/>
                    <a:pt x="34" y="304770"/>
                  </a:cubicBezTo>
                  <a:lnTo>
                    <a:pt x="34" y="303123"/>
                  </a:lnTo>
                  <a:cubicBezTo>
                    <a:pt x="-35" y="300191"/>
                    <a:pt x="103" y="297258"/>
                    <a:pt x="445" y="294345"/>
                  </a:cubicBezTo>
                  <a:cubicBezTo>
                    <a:pt x="384" y="293765"/>
                    <a:pt x="529" y="293182"/>
                    <a:pt x="857" y="292699"/>
                  </a:cubicBezTo>
                  <a:cubicBezTo>
                    <a:pt x="791" y="291698"/>
                    <a:pt x="931" y="290695"/>
                    <a:pt x="1268" y="289750"/>
                  </a:cubicBezTo>
                  <a:cubicBezTo>
                    <a:pt x="2864" y="278127"/>
                    <a:pt x="6534" y="266884"/>
                    <a:pt x="12104" y="256557"/>
                  </a:cubicBezTo>
                  <a:cubicBezTo>
                    <a:pt x="18638" y="244215"/>
                    <a:pt x="27061" y="232970"/>
                    <a:pt x="37067" y="223228"/>
                  </a:cubicBezTo>
                  <a:cubicBezTo>
                    <a:pt x="48894" y="212572"/>
                    <a:pt x="61707" y="203065"/>
                    <a:pt x="75335" y="194835"/>
                  </a:cubicBezTo>
                  <a:cubicBezTo>
                    <a:pt x="82193" y="190241"/>
                    <a:pt x="89051" y="186537"/>
                    <a:pt x="95909" y="182354"/>
                  </a:cubicBezTo>
                  <a:lnTo>
                    <a:pt x="96320" y="182354"/>
                  </a:lnTo>
                  <a:lnTo>
                    <a:pt x="96320" y="181943"/>
                  </a:lnTo>
                  <a:cubicBezTo>
                    <a:pt x="96731" y="181943"/>
                    <a:pt x="96731" y="181943"/>
                    <a:pt x="97143" y="181531"/>
                  </a:cubicBezTo>
                  <a:cubicBezTo>
                    <a:pt x="104001" y="177759"/>
                    <a:pt x="110859" y="174056"/>
                    <a:pt x="116757" y="170284"/>
                  </a:cubicBezTo>
                  <a:cubicBezTo>
                    <a:pt x="144600" y="154442"/>
                    <a:pt x="172101" y="138600"/>
                    <a:pt x="199601" y="122827"/>
                  </a:cubicBezTo>
                  <a:lnTo>
                    <a:pt x="282858" y="74478"/>
                  </a:lnTo>
                  <a:cubicBezTo>
                    <a:pt x="317833" y="54521"/>
                    <a:pt x="352809" y="34153"/>
                    <a:pt x="387785" y="14127"/>
                  </a:cubicBezTo>
                  <a:lnTo>
                    <a:pt x="387785" y="13716"/>
                  </a:lnTo>
                  <a:cubicBezTo>
                    <a:pt x="395672" y="9121"/>
                    <a:pt x="404038" y="4526"/>
                    <a:pt x="411925" y="0"/>
                  </a:cubicBezTo>
                  <a:cubicBezTo>
                    <a:pt x="413160" y="1646"/>
                    <a:pt x="414463" y="2880"/>
                    <a:pt x="415697" y="4526"/>
                  </a:cubicBezTo>
                  <a:lnTo>
                    <a:pt x="415286" y="4526"/>
                  </a:lnTo>
                  <a:lnTo>
                    <a:pt x="276617" y="84490"/>
                  </a:lnTo>
                  <a:cubicBezTo>
                    <a:pt x="252888" y="98206"/>
                    <a:pt x="229571" y="111922"/>
                    <a:pt x="206254" y="125638"/>
                  </a:cubicBezTo>
                  <a:cubicBezTo>
                    <a:pt x="182937" y="139354"/>
                    <a:pt x="159208" y="152728"/>
                    <a:pt x="135479" y="166032"/>
                  </a:cubicBezTo>
                  <a:cubicBezTo>
                    <a:pt x="119226" y="175633"/>
                    <a:pt x="102972" y="185166"/>
                    <a:pt x="86307" y="194767"/>
                  </a:cubicBezTo>
                  <a:cubicBezTo>
                    <a:pt x="69920" y="203942"/>
                    <a:pt x="55160" y="215760"/>
                    <a:pt x="42622" y="229743"/>
                  </a:cubicBezTo>
                  <a:cubicBezTo>
                    <a:pt x="32664" y="240927"/>
                    <a:pt x="25268" y="254151"/>
                    <a:pt x="20951" y="268491"/>
                  </a:cubicBezTo>
                  <a:cubicBezTo>
                    <a:pt x="17084" y="281899"/>
                    <a:pt x="16801" y="296086"/>
                    <a:pt x="20128" y="309639"/>
                  </a:cubicBezTo>
                  <a:cubicBezTo>
                    <a:pt x="24038" y="323896"/>
                    <a:pt x="31065" y="337107"/>
                    <a:pt x="40702" y="348318"/>
                  </a:cubicBezTo>
                  <a:cubicBezTo>
                    <a:pt x="46025" y="354487"/>
                    <a:pt x="51902" y="360157"/>
                    <a:pt x="58258" y="365257"/>
                  </a:cubicBezTo>
                  <a:cubicBezTo>
                    <a:pt x="61550" y="367794"/>
                    <a:pt x="65116" y="370675"/>
                    <a:pt x="68614" y="373212"/>
                  </a:cubicBezTo>
                  <a:cubicBezTo>
                    <a:pt x="72347" y="376060"/>
                    <a:pt x="76240" y="378693"/>
                    <a:pt x="80272" y="381099"/>
                  </a:cubicBezTo>
                  <a:lnTo>
                    <a:pt x="86513" y="384871"/>
                  </a:lnTo>
                  <a:cubicBezTo>
                    <a:pt x="89873" y="386928"/>
                    <a:pt x="93371" y="388574"/>
                    <a:pt x="96526" y="390700"/>
                  </a:cubicBezTo>
                  <a:cubicBezTo>
                    <a:pt x="99680" y="392826"/>
                    <a:pt x="103384" y="394403"/>
                    <a:pt x="106538" y="396529"/>
                  </a:cubicBezTo>
                  <a:cubicBezTo>
                    <a:pt x="113396" y="400233"/>
                    <a:pt x="119843" y="404005"/>
                    <a:pt x="126495" y="408188"/>
                  </a:cubicBezTo>
                  <a:cubicBezTo>
                    <a:pt x="140211" y="415664"/>
                    <a:pt x="153173" y="423550"/>
                    <a:pt x="166477" y="431094"/>
                  </a:cubicBezTo>
                  <a:cubicBezTo>
                    <a:pt x="193155" y="446456"/>
                    <a:pt x="219764" y="461886"/>
                    <a:pt x="246853" y="477317"/>
                  </a:cubicBezTo>
                  <a:lnTo>
                    <a:pt x="406713" y="569694"/>
                  </a:lnTo>
                  <a:cubicBezTo>
                    <a:pt x="513378" y="631370"/>
                    <a:pt x="620111" y="693092"/>
                    <a:pt x="726913" y="754860"/>
                  </a:cubicBezTo>
                  <a:lnTo>
                    <a:pt x="1046702" y="940026"/>
                  </a:lnTo>
                  <a:cubicBezTo>
                    <a:pt x="1099988" y="970819"/>
                    <a:pt x="1153275" y="1001748"/>
                    <a:pt x="1207042" y="1032061"/>
                  </a:cubicBezTo>
                  <a:lnTo>
                    <a:pt x="1286937" y="1078283"/>
                  </a:lnTo>
                  <a:lnTo>
                    <a:pt x="1366902" y="1124438"/>
                  </a:lnTo>
                  <a:cubicBezTo>
                    <a:pt x="1383155" y="1134039"/>
                    <a:pt x="1399820" y="1143640"/>
                    <a:pt x="1416005" y="1153173"/>
                  </a:cubicBezTo>
                  <a:cubicBezTo>
                    <a:pt x="1418866" y="1154706"/>
                    <a:pt x="1421821" y="1156058"/>
                    <a:pt x="1424852" y="1157219"/>
                  </a:cubicBezTo>
                  <a:close/>
                </a:path>
              </a:pathLst>
            </a:custGeom>
            <a:solidFill>
              <a:srgbClr val="4C4B5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AF9754BC-804D-BFA9-D318-4EC26A8859A9}"/>
                </a:ext>
              </a:extLst>
            </p:cNvPr>
            <p:cNvSpPr/>
            <p:nvPr/>
          </p:nvSpPr>
          <p:spPr>
            <a:xfrm>
              <a:off x="2290848" y="3443813"/>
              <a:ext cx="1406888" cy="1153309"/>
            </a:xfrm>
            <a:custGeom>
              <a:avLst/>
              <a:gdLst>
                <a:gd name="connsiteX0" fmla="*/ 1406889 w 1406888"/>
                <a:gd name="connsiteY0" fmla="*/ 1100846 h 1153309"/>
                <a:gd name="connsiteX1" fmla="*/ 1406889 w 1406888"/>
                <a:gd name="connsiteY1" fmla="*/ 1153310 h 1153309"/>
                <a:gd name="connsiteX2" fmla="*/ 1398111 w 1406888"/>
                <a:gd name="connsiteY2" fmla="*/ 1148715 h 1153309"/>
                <a:gd name="connsiteX3" fmla="*/ 1349007 w 1406888"/>
                <a:gd name="connsiteY3" fmla="*/ 1119980 h 1153309"/>
                <a:gd name="connsiteX4" fmla="*/ 1269043 w 1406888"/>
                <a:gd name="connsiteY4" fmla="*/ 1073826 h 1153309"/>
                <a:gd name="connsiteX5" fmla="*/ 1189147 w 1406888"/>
                <a:gd name="connsiteY5" fmla="*/ 1027603 h 1153309"/>
                <a:gd name="connsiteX6" fmla="*/ 1028807 w 1406888"/>
                <a:gd name="connsiteY6" fmla="*/ 935568 h 1153309"/>
                <a:gd name="connsiteX7" fmla="*/ 709019 w 1406888"/>
                <a:gd name="connsiteY7" fmla="*/ 750402 h 1153309"/>
                <a:gd name="connsiteX8" fmla="*/ 388819 w 1406888"/>
                <a:gd name="connsiteY8" fmla="*/ 565236 h 1153309"/>
                <a:gd name="connsiteX9" fmla="*/ 228959 w 1406888"/>
                <a:gd name="connsiteY9" fmla="*/ 472859 h 1153309"/>
                <a:gd name="connsiteX10" fmla="*/ 148583 w 1406888"/>
                <a:gd name="connsiteY10" fmla="*/ 426636 h 1153309"/>
                <a:gd name="connsiteX11" fmla="*/ 108601 w 1406888"/>
                <a:gd name="connsiteY11" fmla="*/ 403731 h 1153309"/>
                <a:gd name="connsiteX12" fmla="*/ 88644 w 1406888"/>
                <a:gd name="connsiteY12" fmla="*/ 392072 h 1153309"/>
                <a:gd name="connsiteX13" fmla="*/ 78631 w 1406888"/>
                <a:gd name="connsiteY13" fmla="*/ 386242 h 1153309"/>
                <a:gd name="connsiteX14" fmla="*/ 68619 w 1406888"/>
                <a:gd name="connsiteY14" fmla="*/ 380413 h 1153309"/>
                <a:gd name="connsiteX15" fmla="*/ 62378 w 1406888"/>
                <a:gd name="connsiteY15" fmla="*/ 376641 h 1153309"/>
                <a:gd name="connsiteX16" fmla="*/ 50719 w 1406888"/>
                <a:gd name="connsiteY16" fmla="*/ 368755 h 1153309"/>
                <a:gd name="connsiteX17" fmla="*/ 40364 w 1406888"/>
                <a:gd name="connsiteY17" fmla="*/ 360800 h 1153309"/>
                <a:gd name="connsiteX18" fmla="*/ 22876 w 1406888"/>
                <a:gd name="connsiteY18" fmla="*/ 342900 h 1153309"/>
                <a:gd name="connsiteX19" fmla="*/ 2302 w 1406888"/>
                <a:gd name="connsiteY19" fmla="*/ 304221 h 1153309"/>
                <a:gd name="connsiteX20" fmla="*/ 3125 w 1406888"/>
                <a:gd name="connsiteY20" fmla="*/ 263073 h 1153309"/>
                <a:gd name="connsiteX21" fmla="*/ 24933 w 1406888"/>
                <a:gd name="connsiteY21" fmla="*/ 225217 h 1153309"/>
                <a:gd name="connsiteX22" fmla="*/ 68619 w 1406888"/>
                <a:gd name="connsiteY22" fmla="*/ 190241 h 1153309"/>
                <a:gd name="connsiteX23" fmla="*/ 117791 w 1406888"/>
                <a:gd name="connsiteY23" fmla="*/ 161506 h 1153309"/>
                <a:gd name="connsiteX24" fmla="*/ 188565 w 1406888"/>
                <a:gd name="connsiteY24" fmla="*/ 121112 h 1153309"/>
                <a:gd name="connsiteX25" fmla="*/ 258928 w 1406888"/>
                <a:gd name="connsiteY25" fmla="*/ 79964 h 1153309"/>
                <a:gd name="connsiteX26" fmla="*/ 397597 w 1406888"/>
                <a:gd name="connsiteY26" fmla="*/ 0 h 1153309"/>
                <a:gd name="connsiteX27" fmla="*/ 398009 w 1406888"/>
                <a:gd name="connsiteY27" fmla="*/ 0 h 1153309"/>
                <a:gd name="connsiteX28" fmla="*/ 420914 w 1406888"/>
                <a:gd name="connsiteY28" fmla="*/ 29627 h 1153309"/>
                <a:gd name="connsiteX29" fmla="*/ 428801 w 1406888"/>
                <a:gd name="connsiteY29" fmla="*/ 34564 h 1153309"/>
                <a:gd name="connsiteX30" fmla="*/ 114430 w 1406888"/>
                <a:gd name="connsiteY30" fmla="*/ 216164 h 1153309"/>
                <a:gd name="connsiteX31" fmla="*/ 109424 w 1406888"/>
                <a:gd name="connsiteY31" fmla="*/ 219456 h 1153309"/>
                <a:gd name="connsiteX32" fmla="*/ 104486 w 1406888"/>
                <a:gd name="connsiteY32" fmla="*/ 222405 h 1153309"/>
                <a:gd name="connsiteX33" fmla="*/ 95708 w 1406888"/>
                <a:gd name="connsiteY33" fmla="*/ 229263 h 1153309"/>
                <a:gd name="connsiteX34" fmla="*/ 81443 w 1406888"/>
                <a:gd name="connsiteY34" fmla="*/ 243939 h 1153309"/>
                <a:gd name="connsiteX35" fmla="*/ 66424 w 1406888"/>
                <a:gd name="connsiteY35" fmla="*/ 274800 h 1153309"/>
                <a:gd name="connsiteX36" fmla="*/ 90564 w 1406888"/>
                <a:gd name="connsiteY36" fmla="*/ 336522 h 1153309"/>
                <a:gd name="connsiteX37" fmla="*/ 108052 w 1406888"/>
                <a:gd name="connsiteY37" fmla="*/ 350238 h 1153309"/>
                <a:gd name="connsiteX38" fmla="*/ 113059 w 1406888"/>
                <a:gd name="connsiteY38" fmla="*/ 353119 h 1153309"/>
                <a:gd name="connsiteX39" fmla="*/ 120534 w 1406888"/>
                <a:gd name="connsiteY39" fmla="*/ 357302 h 1153309"/>
                <a:gd name="connsiteX40" fmla="*/ 137199 w 1406888"/>
                <a:gd name="connsiteY40" fmla="*/ 367246 h 1153309"/>
                <a:gd name="connsiteX41" fmla="*/ 203378 w 1406888"/>
                <a:gd name="connsiteY41" fmla="*/ 405582 h 1153309"/>
                <a:gd name="connsiteX42" fmla="*/ 336218 w 1406888"/>
                <a:gd name="connsiteY42" fmla="*/ 482186 h 1153309"/>
                <a:gd name="connsiteX43" fmla="*/ 867919 w 1406888"/>
                <a:gd name="connsiteY43" fmla="*/ 789081 h 1153309"/>
                <a:gd name="connsiteX44" fmla="*/ 1398934 w 1406888"/>
                <a:gd name="connsiteY44" fmla="*/ 1096183 h 1153309"/>
                <a:gd name="connsiteX45" fmla="*/ 1406889 w 1406888"/>
                <a:gd name="connsiteY45" fmla="*/ 1100846 h 1153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6888" h="1153309">
                  <a:moveTo>
                    <a:pt x="1406889" y="1100846"/>
                  </a:moveTo>
                  <a:lnTo>
                    <a:pt x="1406889" y="1153310"/>
                  </a:lnTo>
                  <a:cubicBezTo>
                    <a:pt x="1403867" y="1151968"/>
                    <a:pt x="1400935" y="1150434"/>
                    <a:pt x="1398111" y="1148715"/>
                  </a:cubicBezTo>
                  <a:cubicBezTo>
                    <a:pt x="1381926" y="1139183"/>
                    <a:pt x="1365261" y="1129581"/>
                    <a:pt x="1349007" y="1119980"/>
                  </a:cubicBezTo>
                  <a:lnTo>
                    <a:pt x="1269043" y="1073826"/>
                  </a:lnTo>
                  <a:lnTo>
                    <a:pt x="1189147" y="1027603"/>
                  </a:lnTo>
                  <a:cubicBezTo>
                    <a:pt x="1135381" y="997153"/>
                    <a:pt x="1082094" y="966361"/>
                    <a:pt x="1028807" y="935568"/>
                  </a:cubicBezTo>
                  <a:lnTo>
                    <a:pt x="709019" y="750402"/>
                  </a:lnTo>
                  <a:cubicBezTo>
                    <a:pt x="602034" y="688817"/>
                    <a:pt x="495301" y="627095"/>
                    <a:pt x="388819" y="565236"/>
                  </a:cubicBezTo>
                  <a:lnTo>
                    <a:pt x="228959" y="472859"/>
                  </a:lnTo>
                  <a:cubicBezTo>
                    <a:pt x="201527" y="457428"/>
                    <a:pt x="175261" y="441998"/>
                    <a:pt x="148583" y="426636"/>
                  </a:cubicBezTo>
                  <a:cubicBezTo>
                    <a:pt x="135278" y="419093"/>
                    <a:pt x="121974" y="411206"/>
                    <a:pt x="108601" y="403731"/>
                  </a:cubicBezTo>
                  <a:cubicBezTo>
                    <a:pt x="101743" y="399547"/>
                    <a:pt x="95296" y="395775"/>
                    <a:pt x="88644" y="392072"/>
                  </a:cubicBezTo>
                  <a:cubicBezTo>
                    <a:pt x="85284" y="389946"/>
                    <a:pt x="81786" y="388300"/>
                    <a:pt x="78631" y="386242"/>
                  </a:cubicBezTo>
                  <a:cubicBezTo>
                    <a:pt x="75477" y="384185"/>
                    <a:pt x="71773" y="382471"/>
                    <a:pt x="68619" y="380413"/>
                  </a:cubicBezTo>
                  <a:lnTo>
                    <a:pt x="62378" y="376641"/>
                  </a:lnTo>
                  <a:cubicBezTo>
                    <a:pt x="58346" y="374235"/>
                    <a:pt x="54453" y="371602"/>
                    <a:pt x="50719" y="368755"/>
                  </a:cubicBezTo>
                  <a:cubicBezTo>
                    <a:pt x="47016" y="366217"/>
                    <a:pt x="43861" y="363337"/>
                    <a:pt x="40364" y="360800"/>
                  </a:cubicBezTo>
                  <a:cubicBezTo>
                    <a:pt x="33988" y="355393"/>
                    <a:pt x="28133" y="349400"/>
                    <a:pt x="22876" y="342900"/>
                  </a:cubicBezTo>
                  <a:cubicBezTo>
                    <a:pt x="13239" y="331689"/>
                    <a:pt x="6212" y="318478"/>
                    <a:pt x="2302" y="304221"/>
                  </a:cubicBezTo>
                  <a:cubicBezTo>
                    <a:pt x="-1025" y="290669"/>
                    <a:pt x="-741" y="276481"/>
                    <a:pt x="3125" y="263073"/>
                  </a:cubicBezTo>
                  <a:cubicBezTo>
                    <a:pt x="7600" y="249038"/>
                    <a:pt x="15037" y="236129"/>
                    <a:pt x="24933" y="225217"/>
                  </a:cubicBezTo>
                  <a:cubicBezTo>
                    <a:pt x="37471" y="211233"/>
                    <a:pt x="52231" y="199416"/>
                    <a:pt x="68619" y="190241"/>
                  </a:cubicBezTo>
                  <a:cubicBezTo>
                    <a:pt x="85284" y="180640"/>
                    <a:pt x="101537" y="171107"/>
                    <a:pt x="117791" y="161506"/>
                  </a:cubicBezTo>
                  <a:cubicBezTo>
                    <a:pt x="141519" y="148201"/>
                    <a:pt x="164837" y="134074"/>
                    <a:pt x="188565" y="121112"/>
                  </a:cubicBezTo>
                  <a:cubicBezTo>
                    <a:pt x="212294" y="108151"/>
                    <a:pt x="235200" y="94092"/>
                    <a:pt x="258928" y="79964"/>
                  </a:cubicBezTo>
                  <a:lnTo>
                    <a:pt x="397597" y="0"/>
                  </a:lnTo>
                  <a:lnTo>
                    <a:pt x="398009" y="0"/>
                  </a:lnTo>
                  <a:cubicBezTo>
                    <a:pt x="405484" y="10013"/>
                    <a:pt x="413370" y="19614"/>
                    <a:pt x="420914" y="29627"/>
                  </a:cubicBezTo>
                  <a:cubicBezTo>
                    <a:pt x="423383" y="31272"/>
                    <a:pt x="425921" y="32918"/>
                    <a:pt x="428801" y="34564"/>
                  </a:cubicBezTo>
                  <a:cubicBezTo>
                    <a:pt x="323645" y="94960"/>
                    <a:pt x="218855" y="155494"/>
                    <a:pt x="114430" y="216164"/>
                  </a:cubicBezTo>
                  <a:cubicBezTo>
                    <a:pt x="111961" y="217810"/>
                    <a:pt x="111138" y="218221"/>
                    <a:pt x="109424" y="219456"/>
                  </a:cubicBezTo>
                  <a:cubicBezTo>
                    <a:pt x="107709" y="220691"/>
                    <a:pt x="106132" y="221514"/>
                    <a:pt x="104486" y="222405"/>
                  </a:cubicBezTo>
                  <a:cubicBezTo>
                    <a:pt x="101126" y="224874"/>
                    <a:pt x="98177" y="226931"/>
                    <a:pt x="95708" y="229263"/>
                  </a:cubicBezTo>
                  <a:cubicBezTo>
                    <a:pt x="90432" y="233621"/>
                    <a:pt x="85649" y="238542"/>
                    <a:pt x="81443" y="243939"/>
                  </a:cubicBezTo>
                  <a:cubicBezTo>
                    <a:pt x="73964" y="252827"/>
                    <a:pt x="68804" y="263430"/>
                    <a:pt x="66424" y="274800"/>
                  </a:cubicBezTo>
                  <a:cubicBezTo>
                    <a:pt x="62241" y="295991"/>
                    <a:pt x="70196" y="318074"/>
                    <a:pt x="90564" y="336522"/>
                  </a:cubicBezTo>
                  <a:cubicBezTo>
                    <a:pt x="95969" y="341611"/>
                    <a:pt x="101822" y="346201"/>
                    <a:pt x="108052" y="350238"/>
                  </a:cubicBezTo>
                  <a:cubicBezTo>
                    <a:pt x="109698" y="351061"/>
                    <a:pt x="111413" y="352296"/>
                    <a:pt x="113059" y="353119"/>
                  </a:cubicBezTo>
                  <a:cubicBezTo>
                    <a:pt x="115395" y="354774"/>
                    <a:pt x="117901" y="356177"/>
                    <a:pt x="120534" y="357302"/>
                  </a:cubicBezTo>
                  <a:cubicBezTo>
                    <a:pt x="125952" y="360594"/>
                    <a:pt x="131369" y="364160"/>
                    <a:pt x="137199" y="367246"/>
                  </a:cubicBezTo>
                  <a:cubicBezTo>
                    <a:pt x="159281" y="379796"/>
                    <a:pt x="181364" y="392689"/>
                    <a:pt x="203378" y="405582"/>
                  </a:cubicBezTo>
                  <a:cubicBezTo>
                    <a:pt x="247955" y="430957"/>
                    <a:pt x="292235" y="456491"/>
                    <a:pt x="336218" y="482186"/>
                  </a:cubicBezTo>
                  <a:cubicBezTo>
                    <a:pt x="513611" y="584233"/>
                    <a:pt x="690845" y="686531"/>
                    <a:pt x="867919" y="789081"/>
                  </a:cubicBezTo>
                  <a:cubicBezTo>
                    <a:pt x="1044992" y="891631"/>
                    <a:pt x="1221997" y="993998"/>
                    <a:pt x="1398934" y="1096183"/>
                  </a:cubicBezTo>
                  <a:cubicBezTo>
                    <a:pt x="1401471" y="1097966"/>
                    <a:pt x="1404351" y="1099200"/>
                    <a:pt x="1406889" y="1100846"/>
                  </a:cubicBezTo>
                  <a:close/>
                </a:path>
              </a:pathLst>
            </a:custGeom>
            <a:solidFill>
              <a:srgbClr val="39393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4188C839-B0BF-863C-8B5B-5A92C24B7958}"/>
                </a:ext>
              </a:extLst>
            </p:cNvPr>
            <p:cNvSpPr/>
            <p:nvPr/>
          </p:nvSpPr>
          <p:spPr>
            <a:xfrm>
              <a:off x="2872240" y="3221428"/>
              <a:ext cx="277131" cy="171978"/>
            </a:xfrm>
            <a:custGeom>
              <a:avLst/>
              <a:gdLst>
                <a:gd name="connsiteX0" fmla="*/ 277132 w 277131"/>
                <a:gd name="connsiteY0" fmla="*/ 24120 h 171978"/>
                <a:gd name="connsiteX1" fmla="*/ 21260 w 277131"/>
                <a:gd name="connsiteY1" fmla="*/ 171979 h 171978"/>
                <a:gd name="connsiteX2" fmla="*/ 7955 w 277131"/>
                <a:gd name="connsiteY2" fmla="*/ 149484 h 171978"/>
                <a:gd name="connsiteX3" fmla="*/ 0 w 277131"/>
                <a:gd name="connsiteY3" fmla="*/ 148250 h 171978"/>
                <a:gd name="connsiteX4" fmla="*/ 255666 w 277131"/>
                <a:gd name="connsiteY4" fmla="*/ 391 h 171978"/>
                <a:gd name="connsiteX5" fmla="*/ 264033 w 277131"/>
                <a:gd name="connsiteY5" fmla="*/ 2106 h 171978"/>
                <a:gd name="connsiteX6" fmla="*/ 272331 w 277131"/>
                <a:gd name="connsiteY6" fmla="*/ 10404 h 171978"/>
                <a:gd name="connsiteX7" fmla="*/ 273154 w 277131"/>
                <a:gd name="connsiteY7" fmla="*/ 11638 h 171978"/>
                <a:gd name="connsiteX8" fmla="*/ 275280 w 277131"/>
                <a:gd name="connsiteY8" fmla="*/ 15822 h 171978"/>
                <a:gd name="connsiteX9" fmla="*/ 277132 w 277131"/>
                <a:gd name="connsiteY9" fmla="*/ 24120 h 171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7131" h="171978">
                  <a:moveTo>
                    <a:pt x="277132" y="24120"/>
                  </a:moveTo>
                  <a:cubicBezTo>
                    <a:pt x="191773" y="73726"/>
                    <a:pt x="106482" y="123013"/>
                    <a:pt x="21260" y="171979"/>
                  </a:cubicBezTo>
                  <a:cubicBezTo>
                    <a:pt x="20911" y="162714"/>
                    <a:pt x="15906" y="154252"/>
                    <a:pt x="7955" y="149484"/>
                  </a:cubicBezTo>
                  <a:cubicBezTo>
                    <a:pt x="5627" y="147891"/>
                    <a:pt x="2702" y="147437"/>
                    <a:pt x="0" y="148250"/>
                  </a:cubicBezTo>
                  <a:cubicBezTo>
                    <a:pt x="85359" y="99101"/>
                    <a:pt x="170581" y="49815"/>
                    <a:pt x="255666" y="391"/>
                  </a:cubicBezTo>
                  <a:cubicBezTo>
                    <a:pt x="258565" y="-497"/>
                    <a:pt x="261717" y="149"/>
                    <a:pt x="264033" y="2106"/>
                  </a:cubicBezTo>
                  <a:cubicBezTo>
                    <a:pt x="267290" y="4334"/>
                    <a:pt x="270104" y="7148"/>
                    <a:pt x="272331" y="10404"/>
                  </a:cubicBezTo>
                  <a:cubicBezTo>
                    <a:pt x="272743" y="10816"/>
                    <a:pt x="272743" y="11227"/>
                    <a:pt x="273154" y="11638"/>
                  </a:cubicBezTo>
                  <a:cubicBezTo>
                    <a:pt x="274078" y="12913"/>
                    <a:pt x="274795" y="14325"/>
                    <a:pt x="275280" y="15822"/>
                  </a:cubicBezTo>
                  <a:cubicBezTo>
                    <a:pt x="276254" y="18496"/>
                    <a:pt x="276877" y="21285"/>
                    <a:pt x="277132" y="24120"/>
                  </a:cubicBezTo>
                  <a:close/>
                </a:path>
              </a:pathLst>
            </a:custGeom>
            <a:solidFill>
              <a:srgbClr val="363638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AFDD709-B618-57F0-3155-D125BB6C5E2F}"/>
                </a:ext>
              </a:extLst>
            </p:cNvPr>
            <p:cNvSpPr/>
            <p:nvPr/>
          </p:nvSpPr>
          <p:spPr>
            <a:xfrm>
              <a:off x="2872240" y="3369282"/>
              <a:ext cx="21259" cy="24124"/>
            </a:xfrm>
            <a:custGeom>
              <a:avLst/>
              <a:gdLst>
                <a:gd name="connsiteX0" fmla="*/ 21260 w 21259"/>
                <a:gd name="connsiteY0" fmla="*/ 24124 h 24124"/>
                <a:gd name="connsiteX1" fmla="*/ 7955 w 21259"/>
                <a:gd name="connsiteY1" fmla="*/ 16580 h 24124"/>
                <a:gd name="connsiteX2" fmla="*/ 10424 w 21259"/>
                <a:gd name="connsiteY2" fmla="*/ 13700 h 24124"/>
                <a:gd name="connsiteX3" fmla="*/ 0 w 21259"/>
                <a:gd name="connsiteY3" fmla="*/ 396 h 24124"/>
                <a:gd name="connsiteX4" fmla="*/ 7955 w 21259"/>
                <a:gd name="connsiteY4" fmla="*/ 1630 h 24124"/>
                <a:gd name="connsiteX5" fmla="*/ 21260 w 21259"/>
                <a:gd name="connsiteY5" fmla="*/ 24124 h 24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259" h="24124">
                  <a:moveTo>
                    <a:pt x="21260" y="24124"/>
                  </a:moveTo>
                  <a:lnTo>
                    <a:pt x="7955" y="16580"/>
                  </a:lnTo>
                  <a:lnTo>
                    <a:pt x="10424" y="13700"/>
                  </a:lnTo>
                  <a:lnTo>
                    <a:pt x="0" y="396"/>
                  </a:lnTo>
                  <a:cubicBezTo>
                    <a:pt x="2702" y="-417"/>
                    <a:pt x="5627" y="37"/>
                    <a:pt x="7955" y="1630"/>
                  </a:cubicBezTo>
                  <a:cubicBezTo>
                    <a:pt x="15906" y="6398"/>
                    <a:pt x="20911" y="14860"/>
                    <a:pt x="21260" y="24124"/>
                  </a:cubicBez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E8403E9F-A307-8E07-A96C-7E535688732B}"/>
                </a:ext>
              </a:extLst>
            </p:cNvPr>
            <p:cNvSpPr/>
            <p:nvPr/>
          </p:nvSpPr>
          <p:spPr>
            <a:xfrm>
              <a:off x="2720472" y="3382982"/>
              <a:ext cx="162397" cy="95326"/>
            </a:xfrm>
            <a:custGeom>
              <a:avLst/>
              <a:gdLst>
                <a:gd name="connsiteX0" fmla="*/ 162397 w 162397"/>
                <a:gd name="connsiteY0" fmla="*/ 0 h 95326"/>
                <a:gd name="connsiteX1" fmla="*/ 159929 w 162397"/>
                <a:gd name="connsiteY1" fmla="*/ 2880 h 95326"/>
                <a:gd name="connsiteX2" fmla="*/ 0 w 162397"/>
                <a:gd name="connsiteY2" fmla="*/ 95326 h 95326"/>
                <a:gd name="connsiteX3" fmla="*/ 1715 w 162397"/>
                <a:gd name="connsiteY3" fmla="*/ 92857 h 95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397" h="95326">
                  <a:moveTo>
                    <a:pt x="162397" y="0"/>
                  </a:moveTo>
                  <a:lnTo>
                    <a:pt x="159929" y="2880"/>
                  </a:lnTo>
                  <a:cubicBezTo>
                    <a:pt x="106642" y="33741"/>
                    <a:pt x="52875" y="64602"/>
                    <a:pt x="0" y="95326"/>
                  </a:cubicBezTo>
                  <a:lnTo>
                    <a:pt x="1715" y="92857"/>
                  </a:ln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706AD3E-2139-37C9-3FB0-ACA701600114}"/>
                </a:ext>
              </a:extLst>
            </p:cNvPr>
            <p:cNvSpPr/>
            <p:nvPr/>
          </p:nvSpPr>
          <p:spPr>
            <a:xfrm>
              <a:off x="2415703" y="2369096"/>
              <a:ext cx="404690" cy="851077"/>
            </a:xfrm>
            <a:custGeom>
              <a:avLst/>
              <a:gdLst>
                <a:gd name="connsiteX0" fmla="*/ 241950 w 404690"/>
                <a:gd name="connsiteY0" fmla="*/ 0 h 851077"/>
                <a:gd name="connsiteX1" fmla="*/ 404691 w 404690"/>
                <a:gd name="connsiteY1" fmla="*/ 694098 h 851077"/>
                <a:gd name="connsiteX2" fmla="*/ 279395 w 404690"/>
                <a:gd name="connsiteY2" fmla="*/ 766587 h 851077"/>
                <a:gd name="connsiteX3" fmla="*/ 211501 w 404690"/>
                <a:gd name="connsiteY3" fmla="*/ 478002 h 851077"/>
                <a:gd name="connsiteX4" fmla="*/ 208209 w 404690"/>
                <a:gd name="connsiteY4" fmla="*/ 468401 h 851077"/>
                <a:gd name="connsiteX5" fmla="*/ 195727 w 404690"/>
                <a:gd name="connsiteY5" fmla="*/ 453451 h 851077"/>
                <a:gd name="connsiteX6" fmla="*/ 187361 w 404690"/>
                <a:gd name="connsiteY6" fmla="*/ 448856 h 851077"/>
                <a:gd name="connsiteX7" fmla="*/ 175702 w 404690"/>
                <a:gd name="connsiteY7" fmla="*/ 446387 h 851077"/>
                <a:gd name="connsiteX8" fmla="*/ 131605 w 404690"/>
                <a:gd name="connsiteY8" fmla="*/ 472173 h 851077"/>
                <a:gd name="connsiteX9" fmla="*/ 210335 w 404690"/>
                <a:gd name="connsiteY9" fmla="*/ 806501 h 851077"/>
                <a:gd name="connsiteX10" fmla="*/ 203477 w 404690"/>
                <a:gd name="connsiteY10" fmla="*/ 810684 h 851077"/>
                <a:gd name="connsiteX11" fmla="*/ 186812 w 404690"/>
                <a:gd name="connsiteY11" fmla="*/ 823989 h 851077"/>
                <a:gd name="connsiteX12" fmla="*/ 182217 w 404690"/>
                <a:gd name="connsiteY12" fmla="*/ 828995 h 851077"/>
                <a:gd name="connsiteX13" fmla="*/ 180160 w 404690"/>
                <a:gd name="connsiteY13" fmla="*/ 830709 h 851077"/>
                <a:gd name="connsiteX14" fmla="*/ 180160 w 404690"/>
                <a:gd name="connsiteY14" fmla="*/ 831121 h 851077"/>
                <a:gd name="connsiteX15" fmla="*/ 179337 w 404690"/>
                <a:gd name="connsiteY15" fmla="*/ 831944 h 851077"/>
                <a:gd name="connsiteX16" fmla="*/ 179337 w 404690"/>
                <a:gd name="connsiteY16" fmla="*/ 832355 h 851077"/>
                <a:gd name="connsiteX17" fmla="*/ 178925 w 404690"/>
                <a:gd name="connsiteY17" fmla="*/ 832355 h 851077"/>
                <a:gd name="connsiteX18" fmla="*/ 175565 w 404690"/>
                <a:gd name="connsiteY18" fmla="*/ 836950 h 851077"/>
                <a:gd name="connsiteX19" fmla="*/ 174330 w 404690"/>
                <a:gd name="connsiteY19" fmla="*/ 839008 h 851077"/>
                <a:gd name="connsiteX20" fmla="*/ 166855 w 404690"/>
                <a:gd name="connsiteY20" fmla="*/ 851078 h 851077"/>
                <a:gd name="connsiteX21" fmla="*/ 0 w 404690"/>
                <a:gd name="connsiteY21" fmla="*/ 139903 h 851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4690" h="851077">
                  <a:moveTo>
                    <a:pt x="241950" y="0"/>
                  </a:moveTo>
                  <a:lnTo>
                    <a:pt x="404691" y="694098"/>
                  </a:lnTo>
                  <a:cubicBezTo>
                    <a:pt x="363063" y="718238"/>
                    <a:pt x="321023" y="742104"/>
                    <a:pt x="279395" y="766587"/>
                  </a:cubicBezTo>
                  <a:lnTo>
                    <a:pt x="211501" y="478002"/>
                  </a:lnTo>
                  <a:cubicBezTo>
                    <a:pt x="210765" y="474689"/>
                    <a:pt x="209661" y="471469"/>
                    <a:pt x="208209" y="468401"/>
                  </a:cubicBezTo>
                  <a:cubicBezTo>
                    <a:pt x="205234" y="462537"/>
                    <a:pt x="200966" y="457425"/>
                    <a:pt x="195727" y="453451"/>
                  </a:cubicBezTo>
                  <a:cubicBezTo>
                    <a:pt x="193398" y="451201"/>
                    <a:pt x="190509" y="449615"/>
                    <a:pt x="187361" y="448856"/>
                  </a:cubicBezTo>
                  <a:lnTo>
                    <a:pt x="175702" y="446387"/>
                  </a:lnTo>
                  <a:lnTo>
                    <a:pt x="131605" y="472173"/>
                  </a:lnTo>
                  <a:lnTo>
                    <a:pt x="210335" y="806501"/>
                  </a:lnTo>
                  <a:cubicBezTo>
                    <a:pt x="207866" y="807804"/>
                    <a:pt x="205740" y="809450"/>
                    <a:pt x="203477" y="810684"/>
                  </a:cubicBezTo>
                  <a:cubicBezTo>
                    <a:pt x="197237" y="814186"/>
                    <a:pt x="191609" y="818679"/>
                    <a:pt x="186812" y="823989"/>
                  </a:cubicBezTo>
                  <a:cubicBezTo>
                    <a:pt x="184993" y="825369"/>
                    <a:pt x="183437" y="827065"/>
                    <a:pt x="182217" y="828995"/>
                  </a:cubicBezTo>
                  <a:cubicBezTo>
                    <a:pt x="181394" y="829407"/>
                    <a:pt x="180983" y="830298"/>
                    <a:pt x="180160" y="830709"/>
                  </a:cubicBezTo>
                  <a:lnTo>
                    <a:pt x="180160" y="831121"/>
                  </a:lnTo>
                  <a:lnTo>
                    <a:pt x="179337" y="831944"/>
                  </a:lnTo>
                  <a:lnTo>
                    <a:pt x="179337" y="832355"/>
                  </a:lnTo>
                  <a:lnTo>
                    <a:pt x="178925" y="832355"/>
                  </a:lnTo>
                  <a:cubicBezTo>
                    <a:pt x="177622" y="834001"/>
                    <a:pt x="176799" y="835236"/>
                    <a:pt x="175565" y="836950"/>
                  </a:cubicBezTo>
                  <a:cubicBezTo>
                    <a:pt x="175063" y="837578"/>
                    <a:pt x="174648" y="838270"/>
                    <a:pt x="174330" y="839008"/>
                  </a:cubicBezTo>
                  <a:cubicBezTo>
                    <a:pt x="171342" y="842701"/>
                    <a:pt x="168831" y="846757"/>
                    <a:pt x="166855" y="851078"/>
                  </a:cubicBezTo>
                  <a:lnTo>
                    <a:pt x="0" y="139903"/>
                  </a:lnTo>
                  <a:close/>
                </a:path>
              </a:pathLst>
            </a:custGeom>
            <a:solidFill>
              <a:srgbClr val="58585C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0B3668D7-80FF-0198-EE2C-3C3292153669}"/>
                </a:ext>
              </a:extLst>
            </p:cNvPr>
            <p:cNvSpPr/>
            <p:nvPr/>
          </p:nvSpPr>
          <p:spPr>
            <a:xfrm>
              <a:off x="2576377" y="3201451"/>
              <a:ext cx="145809" cy="277268"/>
            </a:xfrm>
            <a:custGeom>
              <a:avLst/>
              <a:gdLst>
                <a:gd name="connsiteX0" fmla="*/ 29635 w 145809"/>
                <a:gd name="connsiteY0" fmla="*/ 124061 h 277268"/>
                <a:gd name="connsiteX1" fmla="*/ 145809 w 145809"/>
                <a:gd name="connsiteY1" fmla="*/ 274388 h 277268"/>
                <a:gd name="connsiteX2" fmla="*/ 144095 w 145809"/>
                <a:gd name="connsiteY2" fmla="*/ 276857 h 277268"/>
                <a:gd name="connsiteX3" fmla="*/ 143683 w 145809"/>
                <a:gd name="connsiteY3" fmla="*/ 277269 h 277268"/>
                <a:gd name="connsiteX4" fmla="*/ 27097 w 145809"/>
                <a:gd name="connsiteY4" fmla="*/ 127010 h 277268"/>
                <a:gd name="connsiteX5" fmla="*/ 6523 w 145809"/>
                <a:gd name="connsiteY5" fmla="*/ 19957 h 277268"/>
                <a:gd name="connsiteX6" fmla="*/ 13381 w 145809"/>
                <a:gd name="connsiteY6" fmla="*/ 6652 h 277268"/>
                <a:gd name="connsiteX7" fmla="*/ 14616 w 145809"/>
                <a:gd name="connsiteY7" fmla="*/ 4595 h 277268"/>
                <a:gd name="connsiteX8" fmla="*/ 17976 w 145809"/>
                <a:gd name="connsiteY8" fmla="*/ 0 h 277268"/>
                <a:gd name="connsiteX9" fmla="*/ 18388 w 145809"/>
                <a:gd name="connsiteY9" fmla="*/ 0 h 277268"/>
                <a:gd name="connsiteX10" fmla="*/ 29635 w 145809"/>
                <a:gd name="connsiteY10" fmla="*/ 124061 h 27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5809" h="277268">
                  <a:moveTo>
                    <a:pt x="29635" y="124061"/>
                  </a:moveTo>
                  <a:cubicBezTo>
                    <a:pt x="68314" y="174056"/>
                    <a:pt x="107062" y="224394"/>
                    <a:pt x="145809" y="274388"/>
                  </a:cubicBezTo>
                  <a:lnTo>
                    <a:pt x="144095" y="276857"/>
                  </a:lnTo>
                  <a:cubicBezTo>
                    <a:pt x="144095" y="277085"/>
                    <a:pt x="143911" y="277269"/>
                    <a:pt x="143683" y="277269"/>
                  </a:cubicBezTo>
                  <a:cubicBezTo>
                    <a:pt x="105004" y="227343"/>
                    <a:pt x="65845" y="176936"/>
                    <a:pt x="27097" y="127010"/>
                  </a:cubicBezTo>
                  <a:cubicBezTo>
                    <a:pt x="77" y="92034"/>
                    <a:pt x="-6644" y="51572"/>
                    <a:pt x="6523" y="19957"/>
                  </a:cubicBezTo>
                  <a:cubicBezTo>
                    <a:pt x="8374" y="15311"/>
                    <a:pt x="10671" y="10855"/>
                    <a:pt x="13381" y="6652"/>
                  </a:cubicBezTo>
                  <a:cubicBezTo>
                    <a:pt x="13699" y="5914"/>
                    <a:pt x="14114" y="5222"/>
                    <a:pt x="14616" y="4595"/>
                  </a:cubicBezTo>
                  <a:cubicBezTo>
                    <a:pt x="15850" y="2880"/>
                    <a:pt x="16673" y="1646"/>
                    <a:pt x="17976" y="0"/>
                  </a:cubicBezTo>
                  <a:lnTo>
                    <a:pt x="18388" y="0"/>
                  </a:lnTo>
                  <a:cubicBezTo>
                    <a:pt x="-5752" y="32438"/>
                    <a:pt x="-2872" y="82022"/>
                    <a:pt x="29635" y="124061"/>
                  </a:cubicBezTo>
                  <a:close/>
                </a:path>
              </a:pathLst>
            </a:custGeom>
            <a:solidFill>
              <a:srgbClr val="50505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34DD19E9-9E29-A461-1CD8-3ACB2DB09A4C}"/>
                </a:ext>
              </a:extLst>
            </p:cNvPr>
            <p:cNvSpPr/>
            <p:nvPr/>
          </p:nvSpPr>
          <p:spPr>
            <a:xfrm>
              <a:off x="2574539" y="3220174"/>
              <a:ext cx="145521" cy="258546"/>
            </a:xfrm>
            <a:custGeom>
              <a:avLst/>
              <a:gdLst>
                <a:gd name="connsiteX0" fmla="*/ 28936 w 145521"/>
                <a:gd name="connsiteY0" fmla="*/ 108288 h 258546"/>
                <a:gd name="connsiteX1" fmla="*/ 145522 w 145521"/>
                <a:gd name="connsiteY1" fmla="*/ 258546 h 258546"/>
                <a:gd name="connsiteX2" fmla="*/ 145110 w 145521"/>
                <a:gd name="connsiteY2" fmla="*/ 258546 h 258546"/>
                <a:gd name="connsiteX3" fmla="*/ 137224 w 145521"/>
                <a:gd name="connsiteY3" fmla="*/ 253609 h 258546"/>
                <a:gd name="connsiteX4" fmla="*/ 114318 w 145521"/>
                <a:gd name="connsiteY4" fmla="*/ 223982 h 258546"/>
                <a:gd name="connsiteX5" fmla="*/ 110546 w 145521"/>
                <a:gd name="connsiteY5" fmla="*/ 219456 h 258546"/>
                <a:gd name="connsiteX6" fmla="*/ 105951 w 145521"/>
                <a:gd name="connsiteY6" fmla="*/ 213626 h 258546"/>
                <a:gd name="connsiteX7" fmla="*/ 26879 w 145521"/>
                <a:gd name="connsiteY7" fmla="*/ 111168 h 258546"/>
                <a:gd name="connsiteX8" fmla="*/ 15220 w 145521"/>
                <a:gd name="connsiteY8" fmla="*/ 93680 h 258546"/>
                <a:gd name="connsiteX9" fmla="*/ 201 w 145521"/>
                <a:gd name="connsiteY9" fmla="*/ 30792 h 258546"/>
                <a:gd name="connsiteX10" fmla="*/ 2738 w 145521"/>
                <a:gd name="connsiteY10" fmla="*/ 15019 h 258546"/>
                <a:gd name="connsiteX11" fmla="*/ 7745 w 145521"/>
                <a:gd name="connsiteY11" fmla="*/ 0 h 258546"/>
                <a:gd name="connsiteX12" fmla="*/ 8156 w 145521"/>
                <a:gd name="connsiteY12" fmla="*/ 1234 h 258546"/>
                <a:gd name="connsiteX13" fmla="*/ 28936 w 145521"/>
                <a:gd name="connsiteY13" fmla="*/ 108288 h 25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5521" h="258546">
                  <a:moveTo>
                    <a:pt x="28936" y="108288"/>
                  </a:moveTo>
                  <a:cubicBezTo>
                    <a:pt x="67684" y="158214"/>
                    <a:pt x="106843" y="208620"/>
                    <a:pt x="145522" y="258546"/>
                  </a:cubicBezTo>
                  <a:lnTo>
                    <a:pt x="145110" y="258546"/>
                  </a:lnTo>
                  <a:cubicBezTo>
                    <a:pt x="142230" y="256901"/>
                    <a:pt x="139693" y="255255"/>
                    <a:pt x="137224" y="253609"/>
                  </a:cubicBezTo>
                  <a:cubicBezTo>
                    <a:pt x="129680" y="243596"/>
                    <a:pt x="121793" y="233995"/>
                    <a:pt x="114318" y="223982"/>
                  </a:cubicBezTo>
                  <a:cubicBezTo>
                    <a:pt x="113084" y="222336"/>
                    <a:pt x="111781" y="221102"/>
                    <a:pt x="110546" y="219456"/>
                  </a:cubicBezTo>
                  <a:cubicBezTo>
                    <a:pt x="109182" y="217386"/>
                    <a:pt x="107645" y="215436"/>
                    <a:pt x="105951" y="213626"/>
                  </a:cubicBezTo>
                  <a:cubicBezTo>
                    <a:pt x="79754" y="179337"/>
                    <a:pt x="53076" y="145047"/>
                    <a:pt x="26879" y="111168"/>
                  </a:cubicBezTo>
                  <a:cubicBezTo>
                    <a:pt x="22593" y="105615"/>
                    <a:pt x="18698" y="99772"/>
                    <a:pt x="15220" y="93680"/>
                  </a:cubicBezTo>
                  <a:cubicBezTo>
                    <a:pt x="4105" y="74664"/>
                    <a:pt x="-1121" y="52779"/>
                    <a:pt x="201" y="30792"/>
                  </a:cubicBezTo>
                  <a:cubicBezTo>
                    <a:pt x="168" y="25430"/>
                    <a:pt x="1025" y="20100"/>
                    <a:pt x="2738" y="15019"/>
                  </a:cubicBezTo>
                  <a:cubicBezTo>
                    <a:pt x="3876" y="9851"/>
                    <a:pt x="5554" y="4817"/>
                    <a:pt x="7745" y="0"/>
                  </a:cubicBezTo>
                  <a:lnTo>
                    <a:pt x="8156" y="1234"/>
                  </a:lnTo>
                  <a:cubicBezTo>
                    <a:pt x="-4805" y="32507"/>
                    <a:pt x="1915" y="73312"/>
                    <a:pt x="28936" y="108288"/>
                  </a:cubicBezTo>
                  <a:close/>
                </a:path>
              </a:pathLst>
            </a:custGeom>
            <a:solidFill>
              <a:srgbClr val="50505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4108D15-0699-DDE5-FCB2-42DA5129EBCF}"/>
                </a:ext>
              </a:extLst>
            </p:cNvPr>
            <p:cNvSpPr/>
            <p:nvPr/>
          </p:nvSpPr>
          <p:spPr>
            <a:xfrm>
              <a:off x="2583106" y="2847098"/>
              <a:ext cx="111991" cy="314370"/>
            </a:xfrm>
            <a:custGeom>
              <a:avLst/>
              <a:gdLst>
                <a:gd name="connsiteX0" fmla="*/ 44097 w 111991"/>
                <a:gd name="connsiteY0" fmla="*/ 0 h 314370"/>
                <a:gd name="connsiteX1" fmla="*/ 111991 w 111991"/>
                <a:gd name="connsiteY1" fmla="*/ 288585 h 314370"/>
                <a:gd name="connsiteX2" fmla="*/ 67826 w 111991"/>
                <a:gd name="connsiteY2" fmla="*/ 314371 h 314370"/>
                <a:gd name="connsiteX3" fmla="*/ 0 w 111991"/>
                <a:gd name="connsiteY3" fmla="*/ 25375 h 314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991" h="314370">
                  <a:moveTo>
                    <a:pt x="44097" y="0"/>
                  </a:moveTo>
                  <a:lnTo>
                    <a:pt x="111991" y="288585"/>
                  </a:lnTo>
                  <a:cubicBezTo>
                    <a:pt x="97384" y="297294"/>
                    <a:pt x="82433" y="305661"/>
                    <a:pt x="67826" y="314371"/>
                  </a:cubicBezTo>
                  <a:lnTo>
                    <a:pt x="0" y="25375"/>
                  </a:lnTo>
                  <a:close/>
                </a:path>
              </a:pathLst>
            </a:custGeom>
            <a:solidFill>
              <a:srgbClr val="40404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8608E57-EB3D-A812-1F7D-F17940C7FAAE}"/>
                </a:ext>
              </a:extLst>
            </p:cNvPr>
            <p:cNvSpPr/>
            <p:nvPr/>
          </p:nvSpPr>
          <p:spPr>
            <a:xfrm>
              <a:off x="2660945" y="3433800"/>
              <a:ext cx="24140" cy="19545"/>
            </a:xfrm>
            <a:custGeom>
              <a:avLst/>
              <a:gdLst>
                <a:gd name="connsiteX0" fmla="*/ 19545 w 24140"/>
                <a:gd name="connsiteY0" fmla="*/ 0 h 19545"/>
                <a:gd name="connsiteX1" fmla="*/ 24140 w 24140"/>
                <a:gd name="connsiteY1" fmla="*/ 5829 h 19545"/>
                <a:gd name="connsiteX2" fmla="*/ 0 w 24140"/>
                <a:gd name="connsiteY2" fmla="*/ 19545 h 19545"/>
                <a:gd name="connsiteX3" fmla="*/ 0 w 24140"/>
                <a:gd name="connsiteY3" fmla="*/ 10836 h 19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140" h="19545">
                  <a:moveTo>
                    <a:pt x="19545" y="0"/>
                  </a:moveTo>
                  <a:cubicBezTo>
                    <a:pt x="21239" y="1810"/>
                    <a:pt x="22776" y="3760"/>
                    <a:pt x="24140" y="5829"/>
                  </a:cubicBezTo>
                  <a:cubicBezTo>
                    <a:pt x="16254" y="10355"/>
                    <a:pt x="7887" y="14950"/>
                    <a:pt x="0" y="19545"/>
                  </a:cubicBezTo>
                  <a:lnTo>
                    <a:pt x="0" y="10836"/>
                  </a:lnTo>
                  <a:close/>
                </a:path>
              </a:pathLst>
            </a:custGeom>
            <a:solidFill>
              <a:srgbClr val="4C4B5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FC1F9D3-9000-DA45-521A-3C73C0876C81}"/>
                </a:ext>
              </a:extLst>
            </p:cNvPr>
            <p:cNvSpPr/>
            <p:nvPr/>
          </p:nvSpPr>
          <p:spPr>
            <a:xfrm>
              <a:off x="2369480" y="3168396"/>
              <a:ext cx="311010" cy="276240"/>
            </a:xfrm>
            <a:custGeom>
              <a:avLst/>
              <a:gdLst>
                <a:gd name="connsiteX0" fmla="*/ 231938 w 311010"/>
                <a:gd name="connsiteY0" fmla="*/ 162946 h 276240"/>
                <a:gd name="connsiteX1" fmla="*/ 311010 w 311010"/>
                <a:gd name="connsiteY1" fmla="*/ 265405 h 276240"/>
                <a:gd name="connsiteX2" fmla="*/ 291465 w 311010"/>
                <a:gd name="connsiteY2" fmla="*/ 276240 h 276240"/>
                <a:gd name="connsiteX3" fmla="*/ 0 w 311010"/>
                <a:gd name="connsiteY3" fmla="*/ 108014 h 276240"/>
                <a:gd name="connsiteX4" fmla="*/ 186126 w 311010"/>
                <a:gd name="connsiteY4" fmla="*/ 0 h 276240"/>
                <a:gd name="connsiteX5" fmla="*/ 186538 w 311010"/>
                <a:gd name="connsiteY5" fmla="*/ 2126 h 276240"/>
                <a:gd name="connsiteX6" fmla="*/ 202380 w 311010"/>
                <a:gd name="connsiteY6" fmla="*/ 69540 h 276240"/>
                <a:gd name="connsiteX7" fmla="*/ 145733 w 311010"/>
                <a:gd name="connsiteY7" fmla="*/ 102047 h 276240"/>
                <a:gd name="connsiteX8" fmla="*/ 220279 w 311010"/>
                <a:gd name="connsiteY8" fmla="*/ 145321 h 276240"/>
                <a:gd name="connsiteX9" fmla="*/ 231938 w 311010"/>
                <a:gd name="connsiteY9" fmla="*/ 162946 h 276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1010" h="276240">
                  <a:moveTo>
                    <a:pt x="231938" y="162946"/>
                  </a:moveTo>
                  <a:cubicBezTo>
                    <a:pt x="258135" y="197236"/>
                    <a:pt x="284813" y="231526"/>
                    <a:pt x="311010" y="265405"/>
                  </a:cubicBezTo>
                  <a:lnTo>
                    <a:pt x="291465" y="276240"/>
                  </a:lnTo>
                  <a:lnTo>
                    <a:pt x="0" y="108014"/>
                  </a:lnTo>
                  <a:lnTo>
                    <a:pt x="186126" y="0"/>
                  </a:lnTo>
                  <a:lnTo>
                    <a:pt x="186538" y="2126"/>
                  </a:lnTo>
                  <a:lnTo>
                    <a:pt x="202380" y="69540"/>
                  </a:lnTo>
                  <a:lnTo>
                    <a:pt x="145733" y="102047"/>
                  </a:lnTo>
                  <a:lnTo>
                    <a:pt x="220279" y="145321"/>
                  </a:lnTo>
                  <a:cubicBezTo>
                    <a:pt x="223752" y="151460"/>
                    <a:pt x="227647" y="157349"/>
                    <a:pt x="231938" y="162946"/>
                  </a:cubicBezTo>
                  <a:close/>
                </a:path>
              </a:pathLst>
            </a:custGeom>
            <a:solidFill>
              <a:srgbClr val="50505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0C4EFBA-449F-0E99-785A-F5AC496C81F7}"/>
                </a:ext>
              </a:extLst>
            </p:cNvPr>
            <p:cNvSpPr/>
            <p:nvPr/>
          </p:nvSpPr>
          <p:spPr>
            <a:xfrm>
              <a:off x="2369480" y="3276409"/>
              <a:ext cx="291465" cy="345163"/>
            </a:xfrm>
            <a:custGeom>
              <a:avLst/>
              <a:gdLst>
                <a:gd name="connsiteX0" fmla="*/ 291465 w 291465"/>
                <a:gd name="connsiteY0" fmla="*/ 176936 h 345163"/>
                <a:gd name="connsiteX1" fmla="*/ 291465 w 291465"/>
                <a:gd name="connsiteY1" fmla="*/ 177348 h 345163"/>
                <a:gd name="connsiteX2" fmla="*/ 186538 w 291465"/>
                <a:gd name="connsiteY2" fmla="*/ 237698 h 345163"/>
                <a:gd name="connsiteX3" fmla="*/ 103282 w 291465"/>
                <a:gd name="connsiteY3" fmla="*/ 286047 h 345163"/>
                <a:gd name="connsiteX4" fmla="*/ 20437 w 291465"/>
                <a:gd name="connsiteY4" fmla="*/ 333505 h 345163"/>
                <a:gd name="connsiteX5" fmla="*/ 823 w 291465"/>
                <a:gd name="connsiteY5" fmla="*/ 344752 h 345163"/>
                <a:gd name="connsiteX6" fmla="*/ 0 w 291465"/>
                <a:gd name="connsiteY6" fmla="*/ 345163 h 345163"/>
                <a:gd name="connsiteX7" fmla="*/ 0 w 291465"/>
                <a:gd name="connsiteY7" fmla="*/ 0 h 345163"/>
                <a:gd name="connsiteX8" fmla="*/ 291465 w 291465"/>
                <a:gd name="connsiteY8" fmla="*/ 168227 h 345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1465" h="345163">
                  <a:moveTo>
                    <a:pt x="291465" y="176936"/>
                  </a:moveTo>
                  <a:lnTo>
                    <a:pt x="291465" y="177348"/>
                  </a:lnTo>
                  <a:cubicBezTo>
                    <a:pt x="256489" y="197373"/>
                    <a:pt x="221513" y="217742"/>
                    <a:pt x="186538" y="237698"/>
                  </a:cubicBezTo>
                  <a:lnTo>
                    <a:pt x="103282" y="286047"/>
                  </a:lnTo>
                  <a:cubicBezTo>
                    <a:pt x="75850" y="301821"/>
                    <a:pt x="48418" y="317663"/>
                    <a:pt x="20437" y="333505"/>
                  </a:cubicBezTo>
                  <a:cubicBezTo>
                    <a:pt x="14196" y="337276"/>
                    <a:pt x="7475" y="340980"/>
                    <a:pt x="823" y="344752"/>
                  </a:cubicBezTo>
                  <a:cubicBezTo>
                    <a:pt x="412" y="345163"/>
                    <a:pt x="412" y="345163"/>
                    <a:pt x="0" y="345163"/>
                  </a:cubicBezTo>
                  <a:lnTo>
                    <a:pt x="0" y="0"/>
                  </a:lnTo>
                  <a:lnTo>
                    <a:pt x="291465" y="168227"/>
                  </a:lnTo>
                  <a:close/>
                </a:path>
              </a:pathLst>
            </a:custGeom>
            <a:solidFill>
              <a:srgbClr val="343436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98F1A0E-EF70-F661-B5DA-D9EEFCE380C1}"/>
                </a:ext>
              </a:extLst>
            </p:cNvPr>
            <p:cNvSpPr/>
            <p:nvPr/>
          </p:nvSpPr>
          <p:spPr>
            <a:xfrm>
              <a:off x="2399861" y="2358260"/>
              <a:ext cx="257723" cy="150738"/>
            </a:xfrm>
            <a:custGeom>
              <a:avLst/>
              <a:gdLst>
                <a:gd name="connsiteX0" fmla="*/ 255666 w 257723"/>
                <a:gd name="connsiteY0" fmla="*/ 1715 h 150738"/>
                <a:gd name="connsiteX1" fmla="*/ 257724 w 257723"/>
                <a:gd name="connsiteY1" fmla="*/ 10836 h 150738"/>
                <a:gd name="connsiteX2" fmla="*/ 15842 w 257723"/>
                <a:gd name="connsiteY2" fmla="*/ 150739 h 150738"/>
                <a:gd name="connsiteX3" fmla="*/ 0 w 257723"/>
                <a:gd name="connsiteY3" fmla="*/ 147447 h 150738"/>
                <a:gd name="connsiteX4" fmla="*/ 255255 w 257723"/>
                <a:gd name="connsiteY4" fmla="*/ 0 h 150738"/>
                <a:gd name="connsiteX5" fmla="*/ 255666 w 257723"/>
                <a:gd name="connsiteY5" fmla="*/ 1715 h 150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7723" h="150738">
                  <a:moveTo>
                    <a:pt x="255666" y="1715"/>
                  </a:moveTo>
                  <a:lnTo>
                    <a:pt x="257724" y="10836"/>
                  </a:lnTo>
                  <a:lnTo>
                    <a:pt x="15842" y="150739"/>
                  </a:lnTo>
                  <a:lnTo>
                    <a:pt x="0" y="147447"/>
                  </a:lnTo>
                  <a:lnTo>
                    <a:pt x="255255" y="0"/>
                  </a:lnTo>
                  <a:lnTo>
                    <a:pt x="255666" y="1715"/>
                  </a:lnTo>
                  <a:close/>
                </a:path>
              </a:pathLst>
            </a:custGeom>
            <a:solidFill>
              <a:srgbClr val="6E6E6E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083B4D95-DDFD-70DC-EAA0-CF7543BA29FA}"/>
                </a:ext>
              </a:extLst>
            </p:cNvPr>
            <p:cNvSpPr/>
            <p:nvPr/>
          </p:nvSpPr>
          <p:spPr>
            <a:xfrm>
              <a:off x="2547308" y="2841269"/>
              <a:ext cx="103624" cy="334396"/>
            </a:xfrm>
            <a:custGeom>
              <a:avLst/>
              <a:gdLst>
                <a:gd name="connsiteX0" fmla="*/ 35799 w 103624"/>
                <a:gd name="connsiteY0" fmla="*/ 31204 h 334396"/>
                <a:gd name="connsiteX1" fmla="*/ 103624 w 103624"/>
                <a:gd name="connsiteY1" fmla="*/ 320269 h 334396"/>
                <a:gd name="connsiteX2" fmla="*/ 78661 w 103624"/>
                <a:gd name="connsiteY2" fmla="*/ 334396 h 334396"/>
                <a:gd name="connsiteX3" fmla="*/ 0 w 103624"/>
                <a:gd name="connsiteY3" fmla="*/ 0 h 334396"/>
                <a:gd name="connsiteX4" fmla="*/ 11659 w 103624"/>
                <a:gd name="connsiteY4" fmla="*/ 2538 h 334396"/>
                <a:gd name="connsiteX5" fmla="*/ 20368 w 103624"/>
                <a:gd name="connsiteY5" fmla="*/ 6652 h 334396"/>
                <a:gd name="connsiteX6" fmla="*/ 32438 w 103624"/>
                <a:gd name="connsiteY6" fmla="*/ 22083 h 334396"/>
                <a:gd name="connsiteX7" fmla="*/ 35799 w 103624"/>
                <a:gd name="connsiteY7" fmla="*/ 31204 h 334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624" h="334396">
                  <a:moveTo>
                    <a:pt x="35799" y="31204"/>
                  </a:moveTo>
                  <a:lnTo>
                    <a:pt x="103624" y="320269"/>
                  </a:lnTo>
                  <a:cubicBezTo>
                    <a:pt x="95326" y="324864"/>
                    <a:pt x="87028" y="329870"/>
                    <a:pt x="78661" y="334396"/>
                  </a:cubicBezTo>
                  <a:lnTo>
                    <a:pt x="0" y="0"/>
                  </a:lnTo>
                  <a:lnTo>
                    <a:pt x="11659" y="2538"/>
                  </a:lnTo>
                  <a:cubicBezTo>
                    <a:pt x="14842" y="3215"/>
                    <a:pt x="17823" y="4624"/>
                    <a:pt x="20368" y="6652"/>
                  </a:cubicBezTo>
                  <a:cubicBezTo>
                    <a:pt x="25499" y="10824"/>
                    <a:pt x="29625" y="16098"/>
                    <a:pt x="32438" y="22083"/>
                  </a:cubicBezTo>
                  <a:cubicBezTo>
                    <a:pt x="33986" y="24948"/>
                    <a:pt x="35117" y="28020"/>
                    <a:pt x="35799" y="31204"/>
                  </a:cubicBez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A6FB2BE-ADDE-24CD-92C9-E42A53CAF1AA}"/>
                </a:ext>
              </a:extLst>
            </p:cNvPr>
            <p:cNvSpPr/>
            <p:nvPr/>
          </p:nvSpPr>
          <p:spPr>
            <a:xfrm>
              <a:off x="2558966" y="2817952"/>
              <a:ext cx="68237" cy="54521"/>
            </a:xfrm>
            <a:custGeom>
              <a:avLst/>
              <a:gdLst>
                <a:gd name="connsiteX0" fmla="*/ 68237 w 68237"/>
                <a:gd name="connsiteY0" fmla="*/ 29147 h 54521"/>
                <a:gd name="connsiteX1" fmla="*/ 24140 w 68237"/>
                <a:gd name="connsiteY1" fmla="*/ 54521 h 54521"/>
                <a:gd name="connsiteX2" fmla="*/ 20780 w 68237"/>
                <a:gd name="connsiteY2" fmla="*/ 45400 h 54521"/>
                <a:gd name="connsiteX3" fmla="*/ 8710 w 68237"/>
                <a:gd name="connsiteY3" fmla="*/ 29970 h 54521"/>
                <a:gd name="connsiteX4" fmla="*/ 0 w 68237"/>
                <a:gd name="connsiteY4" fmla="*/ 25855 h 54521"/>
                <a:gd name="connsiteX5" fmla="*/ 44097 w 68237"/>
                <a:gd name="connsiteY5" fmla="*/ 0 h 54521"/>
                <a:gd name="connsiteX6" fmla="*/ 52464 w 68237"/>
                <a:gd name="connsiteY6" fmla="*/ 4595 h 54521"/>
                <a:gd name="connsiteX7" fmla="*/ 64945 w 68237"/>
                <a:gd name="connsiteY7" fmla="*/ 19545 h 54521"/>
                <a:gd name="connsiteX8" fmla="*/ 68237 w 68237"/>
                <a:gd name="connsiteY8" fmla="*/ 29147 h 5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237" h="54521">
                  <a:moveTo>
                    <a:pt x="68237" y="29147"/>
                  </a:moveTo>
                  <a:lnTo>
                    <a:pt x="24140" y="54521"/>
                  </a:lnTo>
                  <a:cubicBezTo>
                    <a:pt x="23459" y="51337"/>
                    <a:pt x="22327" y="48266"/>
                    <a:pt x="20780" y="45400"/>
                  </a:cubicBezTo>
                  <a:cubicBezTo>
                    <a:pt x="17966" y="39416"/>
                    <a:pt x="13841" y="34141"/>
                    <a:pt x="8710" y="29970"/>
                  </a:cubicBezTo>
                  <a:cubicBezTo>
                    <a:pt x="6165" y="27941"/>
                    <a:pt x="3183" y="26532"/>
                    <a:pt x="0" y="25855"/>
                  </a:cubicBezTo>
                  <a:lnTo>
                    <a:pt x="44097" y="0"/>
                  </a:lnTo>
                  <a:cubicBezTo>
                    <a:pt x="47245" y="759"/>
                    <a:pt x="50134" y="2345"/>
                    <a:pt x="52464" y="4595"/>
                  </a:cubicBezTo>
                  <a:cubicBezTo>
                    <a:pt x="57703" y="8569"/>
                    <a:pt x="61971" y="13681"/>
                    <a:pt x="64945" y="19545"/>
                  </a:cubicBezTo>
                  <a:cubicBezTo>
                    <a:pt x="66397" y="22613"/>
                    <a:pt x="67501" y="25833"/>
                    <a:pt x="68237" y="29147"/>
                  </a:cubicBezTo>
                  <a:close/>
                </a:path>
              </a:pathLst>
            </a:custGeom>
            <a:solidFill>
              <a:srgbClr val="40404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432943B-D3B4-70CE-B1FC-FA8F5D3720A8}"/>
                </a:ext>
              </a:extLst>
            </p:cNvPr>
            <p:cNvSpPr/>
            <p:nvPr/>
          </p:nvSpPr>
          <p:spPr>
            <a:xfrm>
              <a:off x="2571654" y="2824810"/>
              <a:ext cx="47937" cy="38404"/>
            </a:xfrm>
            <a:custGeom>
              <a:avLst/>
              <a:gdLst>
                <a:gd name="connsiteX0" fmla="*/ 13236 w 47937"/>
                <a:gd name="connsiteY0" fmla="*/ 35387 h 38404"/>
                <a:gd name="connsiteX1" fmla="*/ 0 w 47937"/>
                <a:gd name="connsiteY1" fmla="*/ 18585 h 38404"/>
                <a:gd name="connsiteX2" fmla="*/ 31821 w 47937"/>
                <a:gd name="connsiteY2" fmla="*/ 0 h 38404"/>
                <a:gd name="connsiteX3" fmla="*/ 35044 w 47937"/>
                <a:gd name="connsiteY3" fmla="*/ 2195 h 38404"/>
                <a:gd name="connsiteX4" fmla="*/ 46429 w 47937"/>
                <a:gd name="connsiteY4" fmla="*/ 15568 h 38404"/>
                <a:gd name="connsiteX5" fmla="*/ 47937 w 47937"/>
                <a:gd name="connsiteY5" fmla="*/ 19340 h 38404"/>
                <a:gd name="connsiteX6" fmla="*/ 14745 w 47937"/>
                <a:gd name="connsiteY6" fmla="*/ 38405 h 38404"/>
                <a:gd name="connsiteX7" fmla="*/ 13236 w 47937"/>
                <a:gd name="connsiteY7" fmla="*/ 35387 h 3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937" h="38404">
                  <a:moveTo>
                    <a:pt x="13236" y="35387"/>
                  </a:moveTo>
                  <a:cubicBezTo>
                    <a:pt x="10126" y="28874"/>
                    <a:pt x="5604" y="23134"/>
                    <a:pt x="0" y="18585"/>
                  </a:cubicBezTo>
                  <a:lnTo>
                    <a:pt x="31821" y="0"/>
                  </a:lnTo>
                  <a:cubicBezTo>
                    <a:pt x="33043" y="487"/>
                    <a:pt x="34144" y="1236"/>
                    <a:pt x="35044" y="2195"/>
                  </a:cubicBezTo>
                  <a:cubicBezTo>
                    <a:pt x="39835" y="5698"/>
                    <a:pt x="43735" y="10279"/>
                    <a:pt x="46429" y="15568"/>
                  </a:cubicBezTo>
                  <a:cubicBezTo>
                    <a:pt x="47020" y="16788"/>
                    <a:pt x="47524" y="18049"/>
                    <a:pt x="47937" y="19340"/>
                  </a:cubicBezTo>
                  <a:lnTo>
                    <a:pt x="14745" y="38405"/>
                  </a:lnTo>
                  <a:cubicBezTo>
                    <a:pt x="14608" y="37445"/>
                    <a:pt x="14059" y="36416"/>
                    <a:pt x="13236" y="35387"/>
                  </a:cubicBezTo>
                  <a:close/>
                </a:path>
              </a:pathLst>
            </a:custGeom>
            <a:solidFill>
              <a:srgbClr val="4C4C4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25505B6-5BD0-7A1B-1F8F-C44888C20124}"/>
                </a:ext>
              </a:extLst>
            </p:cNvPr>
            <p:cNvSpPr/>
            <p:nvPr/>
          </p:nvSpPr>
          <p:spPr>
            <a:xfrm>
              <a:off x="2547308" y="2815483"/>
              <a:ext cx="55755" cy="28323"/>
            </a:xfrm>
            <a:custGeom>
              <a:avLst/>
              <a:gdLst>
                <a:gd name="connsiteX0" fmla="*/ 55756 w 55755"/>
                <a:gd name="connsiteY0" fmla="*/ 2469 h 28323"/>
                <a:gd name="connsiteX1" fmla="*/ 11659 w 55755"/>
                <a:gd name="connsiteY1" fmla="*/ 28324 h 28323"/>
                <a:gd name="connsiteX2" fmla="*/ 0 w 55755"/>
                <a:gd name="connsiteY2" fmla="*/ 25786 h 28323"/>
                <a:gd name="connsiteX3" fmla="*/ 44097 w 55755"/>
                <a:gd name="connsiteY3" fmla="*/ 0 h 28323"/>
                <a:gd name="connsiteX4" fmla="*/ 55756 w 55755"/>
                <a:gd name="connsiteY4" fmla="*/ 2469 h 2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5" h="28323">
                  <a:moveTo>
                    <a:pt x="55756" y="2469"/>
                  </a:moveTo>
                  <a:lnTo>
                    <a:pt x="11659" y="28324"/>
                  </a:lnTo>
                  <a:lnTo>
                    <a:pt x="0" y="25786"/>
                  </a:lnTo>
                  <a:lnTo>
                    <a:pt x="44097" y="0"/>
                  </a:lnTo>
                  <a:lnTo>
                    <a:pt x="55756" y="2469"/>
                  </a:lnTo>
                  <a:close/>
                </a:path>
              </a:pathLst>
            </a:custGeom>
            <a:solidFill>
              <a:srgbClr val="40404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BAF36BCA-83C0-049C-9D78-546648479AE2}"/>
                </a:ext>
              </a:extLst>
            </p:cNvPr>
            <p:cNvSpPr/>
            <p:nvPr/>
          </p:nvSpPr>
          <p:spPr>
            <a:xfrm>
              <a:off x="2515212" y="3235192"/>
              <a:ext cx="74546" cy="78661"/>
            </a:xfrm>
            <a:custGeom>
              <a:avLst/>
              <a:gdLst>
                <a:gd name="connsiteX0" fmla="*/ 74546 w 74546"/>
                <a:gd name="connsiteY0" fmla="*/ 78661 h 78661"/>
                <a:gd name="connsiteX1" fmla="*/ 0 w 74546"/>
                <a:gd name="connsiteY1" fmla="*/ 35387 h 78661"/>
                <a:gd name="connsiteX2" fmla="*/ 56647 w 74546"/>
                <a:gd name="connsiteY2" fmla="*/ 2880 h 78661"/>
                <a:gd name="connsiteX3" fmla="*/ 61653 w 74546"/>
                <a:gd name="connsiteY3" fmla="*/ 0 h 78661"/>
                <a:gd name="connsiteX4" fmla="*/ 62065 w 74546"/>
                <a:gd name="connsiteY4" fmla="*/ 0 h 78661"/>
                <a:gd name="connsiteX5" fmla="*/ 59527 w 74546"/>
                <a:gd name="connsiteY5" fmla="*/ 15773 h 78661"/>
                <a:gd name="connsiteX6" fmla="*/ 74546 w 74546"/>
                <a:gd name="connsiteY6" fmla="*/ 78661 h 78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546" h="78661">
                  <a:moveTo>
                    <a:pt x="74546" y="78661"/>
                  </a:moveTo>
                  <a:lnTo>
                    <a:pt x="0" y="35387"/>
                  </a:lnTo>
                  <a:lnTo>
                    <a:pt x="56647" y="2880"/>
                  </a:lnTo>
                  <a:lnTo>
                    <a:pt x="61653" y="0"/>
                  </a:lnTo>
                  <a:lnTo>
                    <a:pt x="62065" y="0"/>
                  </a:lnTo>
                  <a:cubicBezTo>
                    <a:pt x="60352" y="5081"/>
                    <a:pt x="59494" y="10411"/>
                    <a:pt x="59527" y="15773"/>
                  </a:cubicBezTo>
                  <a:cubicBezTo>
                    <a:pt x="58205" y="37760"/>
                    <a:pt x="63432" y="59645"/>
                    <a:pt x="74546" y="78661"/>
                  </a:cubicBezTo>
                  <a:close/>
                </a:path>
              </a:pathLst>
            </a:custGeom>
            <a:solidFill>
              <a:srgbClr val="343436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92D3AD2-EFD1-8472-9E69-2A0E95ADFE50}"/>
                </a:ext>
              </a:extLst>
            </p:cNvPr>
            <p:cNvSpPr/>
            <p:nvPr/>
          </p:nvSpPr>
          <p:spPr>
            <a:xfrm>
              <a:off x="2399724" y="2505707"/>
              <a:ext cx="182559" cy="732365"/>
            </a:xfrm>
            <a:custGeom>
              <a:avLst/>
              <a:gdLst>
                <a:gd name="connsiteX0" fmla="*/ 15979 w 182559"/>
                <a:gd name="connsiteY0" fmla="*/ 3292 h 732365"/>
                <a:gd name="connsiteX1" fmla="*/ 182560 w 182559"/>
                <a:gd name="connsiteY1" fmla="*/ 714466 h 732365"/>
                <a:gd name="connsiteX2" fmla="*/ 177554 w 182559"/>
                <a:gd name="connsiteY2" fmla="*/ 729485 h 732365"/>
                <a:gd name="connsiteX3" fmla="*/ 177142 w 182559"/>
                <a:gd name="connsiteY3" fmla="*/ 729485 h 732365"/>
                <a:gd name="connsiteX4" fmla="*/ 172136 w 182559"/>
                <a:gd name="connsiteY4" fmla="*/ 732366 h 732365"/>
                <a:gd name="connsiteX5" fmla="*/ 156294 w 182559"/>
                <a:gd name="connsiteY5" fmla="*/ 664952 h 732365"/>
                <a:gd name="connsiteX6" fmla="*/ 155882 w 182559"/>
                <a:gd name="connsiteY6" fmla="*/ 662826 h 732365"/>
                <a:gd name="connsiteX7" fmla="*/ 0 w 182559"/>
                <a:gd name="connsiteY7" fmla="*/ 0 h 732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2559" h="732365">
                  <a:moveTo>
                    <a:pt x="15979" y="3292"/>
                  </a:moveTo>
                  <a:lnTo>
                    <a:pt x="182560" y="714466"/>
                  </a:lnTo>
                  <a:cubicBezTo>
                    <a:pt x="180369" y="719283"/>
                    <a:pt x="178691" y="724317"/>
                    <a:pt x="177554" y="729485"/>
                  </a:cubicBezTo>
                  <a:lnTo>
                    <a:pt x="177142" y="729485"/>
                  </a:lnTo>
                  <a:lnTo>
                    <a:pt x="172136" y="732366"/>
                  </a:lnTo>
                  <a:lnTo>
                    <a:pt x="156294" y="664952"/>
                  </a:lnTo>
                  <a:lnTo>
                    <a:pt x="155882" y="6628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5A6A6C3-87DF-6AD9-6DF1-0F0FB7AC13D1}"/>
                </a:ext>
              </a:extLst>
            </p:cNvPr>
            <p:cNvSpPr/>
            <p:nvPr/>
          </p:nvSpPr>
          <p:spPr>
            <a:xfrm>
              <a:off x="2419536" y="1674422"/>
              <a:ext cx="1439514" cy="834027"/>
            </a:xfrm>
            <a:custGeom>
              <a:avLst/>
              <a:gdLst>
                <a:gd name="connsiteX0" fmla="*/ 3093 w 1439514"/>
                <a:gd name="connsiteY0" fmla="*/ 834028 h 834027"/>
                <a:gd name="connsiteX1" fmla="*/ 418 w 1439514"/>
                <a:gd name="connsiteY1" fmla="*/ 832519 h 834027"/>
                <a:gd name="connsiteX2" fmla="*/ 1516 w 1439514"/>
                <a:gd name="connsiteY2" fmla="*/ 828199 h 834027"/>
                <a:gd name="connsiteX3" fmla="*/ 1434838 w 1439514"/>
                <a:gd name="connsiteY3" fmla="*/ 438 h 834027"/>
                <a:gd name="connsiteX4" fmla="*/ 1439070 w 1439514"/>
                <a:gd name="connsiteY4" fmla="*/ 1502 h 834027"/>
                <a:gd name="connsiteX5" fmla="*/ 1439089 w 1439514"/>
                <a:gd name="connsiteY5" fmla="*/ 1535 h 834027"/>
                <a:gd name="connsiteX6" fmla="*/ 1437940 w 1439514"/>
                <a:gd name="connsiteY6" fmla="*/ 5846 h 834027"/>
                <a:gd name="connsiteX7" fmla="*/ 1437924 w 1439514"/>
                <a:gd name="connsiteY7" fmla="*/ 5856 h 834027"/>
                <a:gd name="connsiteX8" fmla="*/ 4602 w 1439514"/>
                <a:gd name="connsiteY8" fmla="*/ 833616 h 834027"/>
                <a:gd name="connsiteX9" fmla="*/ 3093 w 1439514"/>
                <a:gd name="connsiteY9" fmla="*/ 834028 h 834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39514" h="834027">
                  <a:moveTo>
                    <a:pt x="3093" y="834028"/>
                  </a:moveTo>
                  <a:cubicBezTo>
                    <a:pt x="2000" y="834022"/>
                    <a:pt x="988" y="833451"/>
                    <a:pt x="418" y="832519"/>
                  </a:cubicBezTo>
                  <a:cubicBezTo>
                    <a:pt x="-431" y="831017"/>
                    <a:pt x="52" y="829113"/>
                    <a:pt x="1516" y="828199"/>
                  </a:cubicBezTo>
                  <a:lnTo>
                    <a:pt x="1434838" y="438"/>
                  </a:lnTo>
                  <a:cubicBezTo>
                    <a:pt x="1436300" y="-437"/>
                    <a:pt x="1438195" y="40"/>
                    <a:pt x="1439070" y="1502"/>
                  </a:cubicBezTo>
                  <a:cubicBezTo>
                    <a:pt x="1439077" y="1513"/>
                    <a:pt x="1439083" y="1524"/>
                    <a:pt x="1439089" y="1535"/>
                  </a:cubicBezTo>
                  <a:cubicBezTo>
                    <a:pt x="1439963" y="3043"/>
                    <a:pt x="1439448" y="4973"/>
                    <a:pt x="1437940" y="5846"/>
                  </a:cubicBezTo>
                  <a:cubicBezTo>
                    <a:pt x="1437935" y="5849"/>
                    <a:pt x="1437929" y="5853"/>
                    <a:pt x="1437924" y="5856"/>
                  </a:cubicBezTo>
                  <a:lnTo>
                    <a:pt x="4602" y="833616"/>
                  </a:lnTo>
                  <a:cubicBezTo>
                    <a:pt x="4141" y="833878"/>
                    <a:pt x="3622" y="834019"/>
                    <a:pt x="3093" y="834028"/>
                  </a:cubicBezTo>
                  <a:close/>
                </a:path>
              </a:pathLst>
            </a:custGeom>
            <a:solidFill>
              <a:srgbClr val="83838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6B72CD-9506-B2EC-E61F-E679DBCA3014}"/>
                </a:ext>
              </a:extLst>
            </p:cNvPr>
            <p:cNvSpPr/>
            <p:nvPr/>
          </p:nvSpPr>
          <p:spPr>
            <a:xfrm>
              <a:off x="2390534" y="1178341"/>
              <a:ext cx="1540649" cy="1969480"/>
            </a:xfrm>
            <a:custGeom>
              <a:avLst/>
              <a:gdLst>
                <a:gd name="connsiteX0" fmla="*/ 1252957 w 1540649"/>
                <a:gd name="connsiteY0" fmla="*/ 0 h 1969480"/>
                <a:gd name="connsiteX1" fmla="*/ 0 w 1540649"/>
                <a:gd name="connsiteY1" fmla="*/ 685114 h 1969480"/>
                <a:gd name="connsiteX2" fmla="*/ 313479 w 1540649"/>
                <a:gd name="connsiteY2" fmla="*/ 1969480 h 1969480"/>
                <a:gd name="connsiteX3" fmla="*/ 1540650 w 1540649"/>
                <a:gd name="connsiteY3" fmla="*/ 1269964 h 1969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0649" h="1969480">
                  <a:moveTo>
                    <a:pt x="1252957" y="0"/>
                  </a:moveTo>
                  <a:lnTo>
                    <a:pt x="0" y="685114"/>
                  </a:lnTo>
                  <a:lnTo>
                    <a:pt x="313479" y="1969480"/>
                  </a:lnTo>
                  <a:cubicBezTo>
                    <a:pt x="634502" y="1784314"/>
                    <a:pt x="1219627" y="1455130"/>
                    <a:pt x="1540650" y="1269964"/>
                  </a:cubicBezTo>
                  <a:close/>
                </a:path>
              </a:pathLst>
            </a:custGeom>
            <a:solidFill>
              <a:srgbClr val="F5F5F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9B743036-DB64-F6E7-26BF-0A3587E67FAF}"/>
                </a:ext>
              </a:extLst>
            </p:cNvPr>
            <p:cNvSpPr/>
            <p:nvPr/>
          </p:nvSpPr>
          <p:spPr>
            <a:xfrm>
              <a:off x="5177968" y="4025028"/>
              <a:ext cx="86548" cy="141069"/>
            </a:xfrm>
            <a:custGeom>
              <a:avLst/>
              <a:gdLst>
                <a:gd name="connsiteX0" fmla="*/ 86548 w 86548"/>
                <a:gd name="connsiteY0" fmla="*/ 0 h 141069"/>
                <a:gd name="connsiteX1" fmla="*/ 84491 w 86548"/>
                <a:gd name="connsiteY1" fmla="*/ 6858 h 141069"/>
                <a:gd name="connsiteX2" fmla="*/ 63231 w 86548"/>
                <a:gd name="connsiteY2" fmla="*/ 75438 h 141069"/>
                <a:gd name="connsiteX3" fmla="*/ 61996 w 86548"/>
                <a:gd name="connsiteY3" fmla="*/ 80033 h 141069"/>
                <a:gd name="connsiteX4" fmla="*/ 61173 w 86548"/>
                <a:gd name="connsiteY4" fmla="*/ 82090 h 141069"/>
                <a:gd name="connsiteX5" fmla="*/ 61173 w 86548"/>
                <a:gd name="connsiteY5" fmla="*/ 82502 h 141069"/>
                <a:gd name="connsiteX6" fmla="*/ 60762 w 86548"/>
                <a:gd name="connsiteY6" fmla="*/ 83736 h 141069"/>
                <a:gd name="connsiteX7" fmla="*/ 59939 w 86548"/>
                <a:gd name="connsiteY7" fmla="*/ 86274 h 141069"/>
                <a:gd name="connsiteX8" fmla="*/ 59528 w 86548"/>
                <a:gd name="connsiteY8" fmla="*/ 88331 h 141069"/>
                <a:gd name="connsiteX9" fmla="*/ 59116 w 86548"/>
                <a:gd name="connsiteY9" fmla="*/ 88331 h 141069"/>
                <a:gd name="connsiteX10" fmla="*/ 58705 w 86548"/>
                <a:gd name="connsiteY10" fmla="*/ 89977 h 141069"/>
                <a:gd name="connsiteX11" fmla="*/ 58705 w 86548"/>
                <a:gd name="connsiteY11" fmla="*/ 90457 h 141069"/>
                <a:gd name="connsiteX12" fmla="*/ 57402 w 86548"/>
                <a:gd name="connsiteY12" fmla="*/ 92515 h 141069"/>
                <a:gd name="connsiteX13" fmla="*/ 56990 w 86548"/>
                <a:gd name="connsiteY13" fmla="*/ 94161 h 141069"/>
                <a:gd name="connsiteX14" fmla="*/ 56579 w 86548"/>
                <a:gd name="connsiteY14" fmla="*/ 94572 h 141069"/>
                <a:gd name="connsiteX15" fmla="*/ 55756 w 86548"/>
                <a:gd name="connsiteY15" fmla="*/ 96698 h 141069"/>
                <a:gd name="connsiteX16" fmla="*/ 54521 w 86548"/>
                <a:gd name="connsiteY16" fmla="*/ 98755 h 141069"/>
                <a:gd name="connsiteX17" fmla="*/ 53698 w 86548"/>
                <a:gd name="connsiteY17" fmla="*/ 100813 h 141069"/>
                <a:gd name="connsiteX18" fmla="*/ 53698 w 86548"/>
                <a:gd name="connsiteY18" fmla="*/ 101224 h 141069"/>
                <a:gd name="connsiteX19" fmla="*/ 52875 w 86548"/>
                <a:gd name="connsiteY19" fmla="*/ 102527 h 141069"/>
                <a:gd name="connsiteX20" fmla="*/ 52464 w 86548"/>
                <a:gd name="connsiteY20" fmla="*/ 102939 h 141069"/>
                <a:gd name="connsiteX21" fmla="*/ 51572 w 86548"/>
                <a:gd name="connsiteY21" fmla="*/ 104585 h 141069"/>
                <a:gd name="connsiteX22" fmla="*/ 51572 w 86548"/>
                <a:gd name="connsiteY22" fmla="*/ 104996 h 141069"/>
                <a:gd name="connsiteX23" fmla="*/ 51161 w 86548"/>
                <a:gd name="connsiteY23" fmla="*/ 104996 h 141069"/>
                <a:gd name="connsiteX24" fmla="*/ 51161 w 86548"/>
                <a:gd name="connsiteY24" fmla="*/ 105408 h 141069"/>
                <a:gd name="connsiteX25" fmla="*/ 50338 w 86548"/>
                <a:gd name="connsiteY25" fmla="*/ 107054 h 141069"/>
                <a:gd name="connsiteX26" fmla="*/ 49103 w 86548"/>
                <a:gd name="connsiteY26" fmla="*/ 109180 h 141069"/>
                <a:gd name="connsiteX27" fmla="*/ 48692 w 86548"/>
                <a:gd name="connsiteY27" fmla="*/ 109591 h 141069"/>
                <a:gd name="connsiteX28" fmla="*/ 47869 w 86548"/>
                <a:gd name="connsiteY28" fmla="*/ 111237 h 141069"/>
                <a:gd name="connsiteX29" fmla="*/ 47252 w 86548"/>
                <a:gd name="connsiteY29" fmla="*/ 111237 h 141069"/>
                <a:gd name="connsiteX30" fmla="*/ 46017 w 86548"/>
                <a:gd name="connsiteY30" fmla="*/ 113294 h 141069"/>
                <a:gd name="connsiteX31" fmla="*/ 45537 w 86548"/>
                <a:gd name="connsiteY31" fmla="*/ 114186 h 141069"/>
                <a:gd name="connsiteX32" fmla="*/ 43480 w 86548"/>
                <a:gd name="connsiteY32" fmla="*/ 116655 h 141069"/>
                <a:gd name="connsiteX33" fmla="*/ 42246 w 86548"/>
                <a:gd name="connsiteY33" fmla="*/ 118712 h 141069"/>
                <a:gd name="connsiteX34" fmla="*/ 41422 w 86548"/>
                <a:gd name="connsiteY34" fmla="*/ 119604 h 141069"/>
                <a:gd name="connsiteX35" fmla="*/ 39296 w 86548"/>
                <a:gd name="connsiteY35" fmla="*/ 122072 h 141069"/>
                <a:gd name="connsiteX36" fmla="*/ 36828 w 86548"/>
                <a:gd name="connsiteY36" fmla="*/ 124542 h 141069"/>
                <a:gd name="connsiteX37" fmla="*/ 34770 w 86548"/>
                <a:gd name="connsiteY37" fmla="*/ 127079 h 141069"/>
                <a:gd name="connsiteX38" fmla="*/ 32233 w 86548"/>
                <a:gd name="connsiteY38" fmla="*/ 129548 h 141069"/>
                <a:gd name="connsiteX39" fmla="*/ 29764 w 86548"/>
                <a:gd name="connsiteY39" fmla="*/ 131674 h 141069"/>
                <a:gd name="connsiteX40" fmla="*/ 29352 w 86548"/>
                <a:gd name="connsiteY40" fmla="*/ 132085 h 141069"/>
                <a:gd name="connsiteX41" fmla="*/ 26815 w 86548"/>
                <a:gd name="connsiteY41" fmla="*/ 134142 h 141069"/>
                <a:gd name="connsiteX42" fmla="*/ 26403 w 86548"/>
                <a:gd name="connsiteY42" fmla="*/ 134966 h 141069"/>
                <a:gd name="connsiteX43" fmla="*/ 23523 w 86548"/>
                <a:gd name="connsiteY43" fmla="*/ 137092 h 141069"/>
                <a:gd name="connsiteX44" fmla="*/ 22700 w 86548"/>
                <a:gd name="connsiteY44" fmla="*/ 137503 h 141069"/>
                <a:gd name="connsiteX45" fmla="*/ 22700 w 86548"/>
                <a:gd name="connsiteY45" fmla="*/ 137777 h 141069"/>
                <a:gd name="connsiteX46" fmla="*/ 21809 w 86548"/>
                <a:gd name="connsiteY46" fmla="*/ 138189 h 141069"/>
                <a:gd name="connsiteX47" fmla="*/ 16871 w 86548"/>
                <a:gd name="connsiteY47" fmla="*/ 141069 h 141069"/>
                <a:gd name="connsiteX48" fmla="*/ 0 w 86548"/>
                <a:gd name="connsiteY48" fmla="*/ 130919 h 141069"/>
                <a:gd name="connsiteX49" fmla="*/ 5829 w 86548"/>
                <a:gd name="connsiteY49" fmla="*/ 127559 h 141069"/>
                <a:gd name="connsiteX50" fmla="*/ 9533 w 86548"/>
                <a:gd name="connsiteY50" fmla="*/ 124610 h 141069"/>
                <a:gd name="connsiteX51" fmla="*/ 12893 w 86548"/>
                <a:gd name="connsiteY51" fmla="*/ 121730 h 141069"/>
                <a:gd name="connsiteX52" fmla="*/ 15362 w 86548"/>
                <a:gd name="connsiteY52" fmla="*/ 119261 h 141069"/>
                <a:gd name="connsiteX53" fmla="*/ 17899 w 86548"/>
                <a:gd name="connsiteY53" fmla="*/ 117135 h 141069"/>
                <a:gd name="connsiteX54" fmla="*/ 19957 w 86548"/>
                <a:gd name="connsiteY54" fmla="*/ 114666 h 141069"/>
                <a:gd name="connsiteX55" fmla="*/ 22014 w 86548"/>
                <a:gd name="connsiteY55" fmla="*/ 112129 h 141069"/>
                <a:gd name="connsiteX56" fmla="*/ 24552 w 86548"/>
                <a:gd name="connsiteY56" fmla="*/ 109248 h 141069"/>
                <a:gd name="connsiteX57" fmla="*/ 26609 w 86548"/>
                <a:gd name="connsiteY57" fmla="*/ 106711 h 141069"/>
                <a:gd name="connsiteX58" fmla="*/ 28735 w 86548"/>
                <a:gd name="connsiteY58" fmla="*/ 103831 h 141069"/>
                <a:gd name="connsiteX59" fmla="*/ 30381 w 86548"/>
                <a:gd name="connsiteY59" fmla="*/ 100881 h 141069"/>
                <a:gd name="connsiteX60" fmla="*/ 32027 w 86548"/>
                <a:gd name="connsiteY60" fmla="*/ 98824 h 141069"/>
                <a:gd name="connsiteX61" fmla="*/ 32850 w 86548"/>
                <a:gd name="connsiteY61" fmla="*/ 96767 h 141069"/>
                <a:gd name="connsiteX62" fmla="*/ 34084 w 86548"/>
                <a:gd name="connsiteY62" fmla="*/ 94641 h 141069"/>
                <a:gd name="connsiteX63" fmla="*/ 35387 w 86548"/>
                <a:gd name="connsiteY63" fmla="*/ 92994 h 141069"/>
                <a:gd name="connsiteX64" fmla="*/ 36622 w 86548"/>
                <a:gd name="connsiteY64" fmla="*/ 90937 h 141069"/>
                <a:gd name="connsiteX65" fmla="*/ 37445 w 86548"/>
                <a:gd name="connsiteY65" fmla="*/ 88811 h 141069"/>
                <a:gd name="connsiteX66" fmla="*/ 38679 w 86548"/>
                <a:gd name="connsiteY66" fmla="*/ 86342 h 141069"/>
                <a:gd name="connsiteX67" fmla="*/ 39502 w 86548"/>
                <a:gd name="connsiteY67" fmla="*/ 84285 h 141069"/>
                <a:gd name="connsiteX68" fmla="*/ 40394 w 86548"/>
                <a:gd name="connsiteY68" fmla="*/ 82159 h 141069"/>
                <a:gd name="connsiteX69" fmla="*/ 41217 w 86548"/>
                <a:gd name="connsiteY69" fmla="*/ 80102 h 141069"/>
                <a:gd name="connsiteX70" fmla="*/ 42040 w 86548"/>
                <a:gd name="connsiteY70" fmla="*/ 77976 h 141069"/>
                <a:gd name="connsiteX71" fmla="*/ 42863 w 86548"/>
                <a:gd name="connsiteY71" fmla="*/ 75919 h 141069"/>
                <a:gd name="connsiteX72" fmla="*/ 43686 w 86548"/>
                <a:gd name="connsiteY72" fmla="*/ 73861 h 141069"/>
                <a:gd name="connsiteX73" fmla="*/ 44097 w 86548"/>
                <a:gd name="connsiteY73" fmla="*/ 72146 h 141069"/>
                <a:gd name="connsiteX74" fmla="*/ 61996 w 86548"/>
                <a:gd name="connsiteY74" fmla="*/ 13853 h 141069"/>
                <a:gd name="connsiteX75" fmla="*/ 86548 w 86548"/>
                <a:gd name="connsiteY75" fmla="*/ 0 h 141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86548" h="141069">
                  <a:moveTo>
                    <a:pt x="86548" y="0"/>
                  </a:moveTo>
                  <a:cubicBezTo>
                    <a:pt x="85725" y="2469"/>
                    <a:pt x="85314" y="4595"/>
                    <a:pt x="84491" y="6858"/>
                  </a:cubicBezTo>
                  <a:cubicBezTo>
                    <a:pt x="77633" y="29764"/>
                    <a:pt x="70363" y="52670"/>
                    <a:pt x="63231" y="75438"/>
                  </a:cubicBezTo>
                  <a:cubicBezTo>
                    <a:pt x="62819" y="77084"/>
                    <a:pt x="62408" y="78319"/>
                    <a:pt x="61996" y="80033"/>
                  </a:cubicBezTo>
                  <a:cubicBezTo>
                    <a:pt x="61585" y="81748"/>
                    <a:pt x="61585" y="81268"/>
                    <a:pt x="61173" y="82090"/>
                  </a:cubicBezTo>
                  <a:lnTo>
                    <a:pt x="61173" y="82502"/>
                  </a:lnTo>
                  <a:cubicBezTo>
                    <a:pt x="61173" y="82913"/>
                    <a:pt x="60762" y="83325"/>
                    <a:pt x="60762" y="83736"/>
                  </a:cubicBezTo>
                  <a:cubicBezTo>
                    <a:pt x="60687" y="84634"/>
                    <a:pt x="60406" y="85503"/>
                    <a:pt x="59939" y="86274"/>
                  </a:cubicBezTo>
                  <a:cubicBezTo>
                    <a:pt x="59762" y="86951"/>
                    <a:pt x="59624" y="87638"/>
                    <a:pt x="59528" y="88331"/>
                  </a:cubicBezTo>
                  <a:lnTo>
                    <a:pt x="59116" y="88331"/>
                  </a:lnTo>
                  <a:cubicBezTo>
                    <a:pt x="59116" y="89154"/>
                    <a:pt x="58705" y="89565"/>
                    <a:pt x="58705" y="89977"/>
                  </a:cubicBezTo>
                  <a:lnTo>
                    <a:pt x="58705" y="90457"/>
                  </a:lnTo>
                  <a:cubicBezTo>
                    <a:pt x="58293" y="91280"/>
                    <a:pt x="57882" y="91692"/>
                    <a:pt x="57402" y="92515"/>
                  </a:cubicBezTo>
                  <a:cubicBezTo>
                    <a:pt x="56922" y="93338"/>
                    <a:pt x="56990" y="93749"/>
                    <a:pt x="56990" y="94161"/>
                  </a:cubicBezTo>
                  <a:cubicBezTo>
                    <a:pt x="56763" y="94161"/>
                    <a:pt x="56579" y="94345"/>
                    <a:pt x="56579" y="94572"/>
                  </a:cubicBezTo>
                  <a:cubicBezTo>
                    <a:pt x="56167" y="95395"/>
                    <a:pt x="56167" y="96287"/>
                    <a:pt x="55756" y="96698"/>
                  </a:cubicBezTo>
                  <a:cubicBezTo>
                    <a:pt x="55438" y="97436"/>
                    <a:pt x="55023" y="98128"/>
                    <a:pt x="54521" y="98755"/>
                  </a:cubicBezTo>
                  <a:cubicBezTo>
                    <a:pt x="54505" y="99518"/>
                    <a:pt x="54212" y="100249"/>
                    <a:pt x="53698" y="100813"/>
                  </a:cubicBezTo>
                  <a:lnTo>
                    <a:pt x="53698" y="101224"/>
                  </a:lnTo>
                  <a:cubicBezTo>
                    <a:pt x="53284" y="101553"/>
                    <a:pt x="52994" y="102012"/>
                    <a:pt x="52875" y="102527"/>
                  </a:cubicBezTo>
                  <a:lnTo>
                    <a:pt x="52464" y="102939"/>
                  </a:lnTo>
                  <a:cubicBezTo>
                    <a:pt x="52052" y="103762"/>
                    <a:pt x="51572" y="104173"/>
                    <a:pt x="51572" y="104585"/>
                  </a:cubicBezTo>
                  <a:lnTo>
                    <a:pt x="51572" y="104996"/>
                  </a:lnTo>
                  <a:lnTo>
                    <a:pt x="51161" y="104996"/>
                  </a:lnTo>
                  <a:lnTo>
                    <a:pt x="51161" y="105408"/>
                  </a:lnTo>
                  <a:cubicBezTo>
                    <a:pt x="51161" y="105819"/>
                    <a:pt x="50749" y="106231"/>
                    <a:pt x="50338" y="107054"/>
                  </a:cubicBezTo>
                  <a:cubicBezTo>
                    <a:pt x="49926" y="107877"/>
                    <a:pt x="49515" y="108357"/>
                    <a:pt x="49103" y="109180"/>
                  </a:cubicBezTo>
                  <a:cubicBezTo>
                    <a:pt x="48876" y="109180"/>
                    <a:pt x="48692" y="109364"/>
                    <a:pt x="48692" y="109591"/>
                  </a:cubicBezTo>
                  <a:cubicBezTo>
                    <a:pt x="48692" y="110003"/>
                    <a:pt x="48280" y="110414"/>
                    <a:pt x="47869" y="111237"/>
                  </a:cubicBezTo>
                  <a:lnTo>
                    <a:pt x="47252" y="111237"/>
                  </a:lnTo>
                  <a:cubicBezTo>
                    <a:pt x="46840" y="112060"/>
                    <a:pt x="46429" y="112471"/>
                    <a:pt x="46017" y="113294"/>
                  </a:cubicBezTo>
                  <a:cubicBezTo>
                    <a:pt x="45768" y="113534"/>
                    <a:pt x="45600" y="113846"/>
                    <a:pt x="45537" y="114186"/>
                  </a:cubicBezTo>
                  <a:cubicBezTo>
                    <a:pt x="44714" y="115009"/>
                    <a:pt x="44303" y="115832"/>
                    <a:pt x="43480" y="116655"/>
                  </a:cubicBezTo>
                  <a:cubicBezTo>
                    <a:pt x="43162" y="117393"/>
                    <a:pt x="42747" y="118085"/>
                    <a:pt x="42246" y="118712"/>
                  </a:cubicBezTo>
                  <a:lnTo>
                    <a:pt x="41422" y="119604"/>
                  </a:lnTo>
                  <a:cubicBezTo>
                    <a:pt x="40599" y="120320"/>
                    <a:pt x="39883" y="121152"/>
                    <a:pt x="39296" y="122072"/>
                  </a:cubicBezTo>
                  <a:lnTo>
                    <a:pt x="36828" y="124542"/>
                  </a:lnTo>
                  <a:cubicBezTo>
                    <a:pt x="36005" y="125433"/>
                    <a:pt x="35593" y="126256"/>
                    <a:pt x="34770" y="127079"/>
                  </a:cubicBezTo>
                  <a:lnTo>
                    <a:pt x="32233" y="129548"/>
                  </a:lnTo>
                  <a:cubicBezTo>
                    <a:pt x="31516" y="130371"/>
                    <a:pt x="30684" y="131087"/>
                    <a:pt x="29764" y="131674"/>
                  </a:cubicBezTo>
                  <a:lnTo>
                    <a:pt x="29352" y="132085"/>
                  </a:lnTo>
                  <a:cubicBezTo>
                    <a:pt x="28612" y="132891"/>
                    <a:pt x="27757" y="133585"/>
                    <a:pt x="26815" y="134142"/>
                  </a:cubicBezTo>
                  <a:cubicBezTo>
                    <a:pt x="26403" y="134554"/>
                    <a:pt x="26403" y="134554"/>
                    <a:pt x="26403" y="134966"/>
                  </a:cubicBezTo>
                  <a:cubicBezTo>
                    <a:pt x="26403" y="135377"/>
                    <a:pt x="24346" y="136200"/>
                    <a:pt x="23523" y="137092"/>
                  </a:cubicBezTo>
                  <a:cubicBezTo>
                    <a:pt x="22700" y="137983"/>
                    <a:pt x="23112" y="137503"/>
                    <a:pt x="22700" y="137503"/>
                  </a:cubicBezTo>
                  <a:lnTo>
                    <a:pt x="22700" y="137777"/>
                  </a:lnTo>
                  <a:cubicBezTo>
                    <a:pt x="22220" y="137777"/>
                    <a:pt x="22220" y="137777"/>
                    <a:pt x="21809" y="138189"/>
                  </a:cubicBezTo>
                  <a:cubicBezTo>
                    <a:pt x="20163" y="139423"/>
                    <a:pt x="18517" y="139835"/>
                    <a:pt x="16871" y="141069"/>
                  </a:cubicBezTo>
                  <a:lnTo>
                    <a:pt x="0" y="130919"/>
                  </a:lnTo>
                  <a:cubicBezTo>
                    <a:pt x="2007" y="129914"/>
                    <a:pt x="3953" y="128792"/>
                    <a:pt x="5829" y="127559"/>
                  </a:cubicBezTo>
                  <a:cubicBezTo>
                    <a:pt x="7064" y="126736"/>
                    <a:pt x="8298" y="125502"/>
                    <a:pt x="9533" y="124610"/>
                  </a:cubicBezTo>
                  <a:cubicBezTo>
                    <a:pt x="10563" y="123550"/>
                    <a:pt x="11688" y="122586"/>
                    <a:pt x="12893" y="121730"/>
                  </a:cubicBezTo>
                  <a:lnTo>
                    <a:pt x="15362" y="119261"/>
                  </a:lnTo>
                  <a:cubicBezTo>
                    <a:pt x="16185" y="118369"/>
                    <a:pt x="17077" y="117958"/>
                    <a:pt x="17899" y="117135"/>
                  </a:cubicBezTo>
                  <a:cubicBezTo>
                    <a:pt x="18460" y="116215"/>
                    <a:pt x="19153" y="115383"/>
                    <a:pt x="19957" y="114666"/>
                  </a:cubicBezTo>
                  <a:cubicBezTo>
                    <a:pt x="20763" y="113926"/>
                    <a:pt x="21456" y="113070"/>
                    <a:pt x="22014" y="112129"/>
                  </a:cubicBezTo>
                  <a:cubicBezTo>
                    <a:pt x="22906" y="111306"/>
                    <a:pt x="23729" y="110071"/>
                    <a:pt x="24552" y="109248"/>
                  </a:cubicBezTo>
                  <a:cubicBezTo>
                    <a:pt x="25127" y="108318"/>
                    <a:pt x="25818" y="107466"/>
                    <a:pt x="26609" y="106711"/>
                  </a:cubicBezTo>
                  <a:cubicBezTo>
                    <a:pt x="27050" y="105579"/>
                    <a:pt x="27784" y="104585"/>
                    <a:pt x="28735" y="103831"/>
                  </a:cubicBezTo>
                  <a:cubicBezTo>
                    <a:pt x="29147" y="103007"/>
                    <a:pt x="29970" y="101773"/>
                    <a:pt x="30381" y="100881"/>
                  </a:cubicBezTo>
                  <a:cubicBezTo>
                    <a:pt x="30793" y="99990"/>
                    <a:pt x="31615" y="99647"/>
                    <a:pt x="32027" y="98824"/>
                  </a:cubicBezTo>
                  <a:cubicBezTo>
                    <a:pt x="32438" y="98001"/>
                    <a:pt x="32850" y="97590"/>
                    <a:pt x="32850" y="96767"/>
                  </a:cubicBezTo>
                  <a:cubicBezTo>
                    <a:pt x="33350" y="96113"/>
                    <a:pt x="33765" y="95399"/>
                    <a:pt x="34084" y="94641"/>
                  </a:cubicBezTo>
                  <a:cubicBezTo>
                    <a:pt x="34564" y="94229"/>
                    <a:pt x="34976" y="93406"/>
                    <a:pt x="35387" y="92994"/>
                  </a:cubicBezTo>
                  <a:cubicBezTo>
                    <a:pt x="35705" y="92257"/>
                    <a:pt x="36120" y="91565"/>
                    <a:pt x="36622" y="90937"/>
                  </a:cubicBezTo>
                  <a:cubicBezTo>
                    <a:pt x="37033" y="90114"/>
                    <a:pt x="37033" y="89223"/>
                    <a:pt x="37445" y="88811"/>
                  </a:cubicBezTo>
                  <a:lnTo>
                    <a:pt x="38679" y="86342"/>
                  </a:lnTo>
                  <a:cubicBezTo>
                    <a:pt x="39091" y="85931"/>
                    <a:pt x="39091" y="85108"/>
                    <a:pt x="39502" y="84285"/>
                  </a:cubicBezTo>
                  <a:cubicBezTo>
                    <a:pt x="40026" y="83694"/>
                    <a:pt x="40340" y="82947"/>
                    <a:pt x="40394" y="82159"/>
                  </a:cubicBezTo>
                  <a:cubicBezTo>
                    <a:pt x="40908" y="81595"/>
                    <a:pt x="41200" y="80864"/>
                    <a:pt x="41217" y="80102"/>
                  </a:cubicBezTo>
                  <a:cubicBezTo>
                    <a:pt x="41676" y="79480"/>
                    <a:pt x="41960" y="78745"/>
                    <a:pt x="42040" y="77976"/>
                  </a:cubicBezTo>
                  <a:cubicBezTo>
                    <a:pt x="42424" y="77339"/>
                    <a:pt x="42702" y="76644"/>
                    <a:pt x="42863" y="75919"/>
                  </a:cubicBezTo>
                  <a:cubicBezTo>
                    <a:pt x="43274" y="75095"/>
                    <a:pt x="43274" y="74272"/>
                    <a:pt x="43686" y="73861"/>
                  </a:cubicBezTo>
                  <a:cubicBezTo>
                    <a:pt x="44097" y="73449"/>
                    <a:pt x="44097" y="72626"/>
                    <a:pt x="44097" y="72146"/>
                  </a:cubicBezTo>
                  <a:cubicBezTo>
                    <a:pt x="49926" y="52601"/>
                    <a:pt x="56167" y="33467"/>
                    <a:pt x="61996" y="13853"/>
                  </a:cubicBezTo>
                  <a:cubicBezTo>
                    <a:pt x="70363" y="9601"/>
                    <a:pt x="78250" y="4595"/>
                    <a:pt x="86548" y="0"/>
                  </a:cubicBezTo>
                  <a:close/>
                </a:path>
              </a:pathLst>
            </a:custGeom>
            <a:solidFill>
              <a:srgbClr val="C9D2D6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2F432774-84B2-5AA4-8E32-0575863A5DCD}"/>
                </a:ext>
              </a:extLst>
            </p:cNvPr>
            <p:cNvSpPr/>
            <p:nvPr/>
          </p:nvSpPr>
          <p:spPr>
            <a:xfrm>
              <a:off x="2704356" y="2838183"/>
              <a:ext cx="506120" cy="637656"/>
            </a:xfrm>
            <a:custGeom>
              <a:avLst/>
              <a:gdLst>
                <a:gd name="connsiteX0" fmla="*/ 142921 w 506120"/>
                <a:gd name="connsiteY0" fmla="*/ 209512 h 637656"/>
                <a:gd name="connsiteX1" fmla="*/ 0 w 506120"/>
                <a:gd name="connsiteY1" fmla="*/ 614614 h 637656"/>
                <a:gd name="connsiteX2" fmla="*/ 17831 w 506120"/>
                <a:gd name="connsiteY2" fmla="*/ 637657 h 637656"/>
                <a:gd name="connsiteX3" fmla="*/ 178514 w 506120"/>
                <a:gd name="connsiteY3" fmla="*/ 544800 h 637656"/>
                <a:gd name="connsiteX4" fmla="*/ 168090 w 506120"/>
                <a:gd name="connsiteY4" fmla="*/ 531495 h 637656"/>
                <a:gd name="connsiteX5" fmla="*/ 337071 w 506120"/>
                <a:gd name="connsiteY5" fmla="*/ 433769 h 637656"/>
                <a:gd name="connsiteX6" fmla="*/ 506120 w 506120"/>
                <a:gd name="connsiteY6" fmla="*/ 0 h 637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6120" h="637656">
                  <a:moveTo>
                    <a:pt x="142921" y="209512"/>
                  </a:moveTo>
                  <a:lnTo>
                    <a:pt x="0" y="614614"/>
                  </a:lnTo>
                  <a:lnTo>
                    <a:pt x="17831" y="637657"/>
                  </a:lnTo>
                  <a:lnTo>
                    <a:pt x="178514" y="544800"/>
                  </a:lnTo>
                  <a:lnTo>
                    <a:pt x="168090" y="531495"/>
                  </a:lnTo>
                  <a:cubicBezTo>
                    <a:pt x="224508" y="498988"/>
                    <a:pt x="280835" y="466412"/>
                    <a:pt x="337071" y="433769"/>
                  </a:cubicBezTo>
                  <a:lnTo>
                    <a:pt x="506120" y="0"/>
                  </a:lnTo>
                  <a:close/>
                </a:path>
              </a:pathLst>
            </a:custGeom>
            <a:solidFill>
              <a:srgbClr val="3F3F4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2B5C49B-A140-C32B-F5B6-CAD6EA7B7E76}"/>
                </a:ext>
              </a:extLst>
            </p:cNvPr>
            <p:cNvSpPr/>
            <p:nvPr/>
          </p:nvSpPr>
          <p:spPr>
            <a:xfrm>
              <a:off x="2579021" y="3047695"/>
              <a:ext cx="268461" cy="405102"/>
            </a:xfrm>
            <a:custGeom>
              <a:avLst/>
              <a:gdLst>
                <a:gd name="connsiteX0" fmla="*/ 241372 w 268461"/>
                <a:gd name="connsiteY0" fmla="*/ 15499 h 405102"/>
                <a:gd name="connsiteX1" fmla="*/ 116077 w 268461"/>
                <a:gd name="connsiteY1" fmla="*/ 87988 h 405102"/>
                <a:gd name="connsiteX2" fmla="*/ 71911 w 268461"/>
                <a:gd name="connsiteY2" fmla="*/ 113774 h 405102"/>
                <a:gd name="connsiteX3" fmla="*/ 46948 w 268461"/>
                <a:gd name="connsiteY3" fmla="*/ 127902 h 405102"/>
                <a:gd name="connsiteX4" fmla="*/ 40090 w 268461"/>
                <a:gd name="connsiteY4" fmla="*/ 132085 h 405102"/>
                <a:gd name="connsiteX5" fmla="*/ 23425 w 268461"/>
                <a:gd name="connsiteY5" fmla="*/ 145390 h 405102"/>
                <a:gd name="connsiteX6" fmla="*/ 18830 w 268461"/>
                <a:gd name="connsiteY6" fmla="*/ 150396 h 405102"/>
                <a:gd name="connsiteX7" fmla="*/ 16773 w 268461"/>
                <a:gd name="connsiteY7" fmla="*/ 152522 h 405102"/>
                <a:gd name="connsiteX8" fmla="*/ 15950 w 268461"/>
                <a:gd name="connsiteY8" fmla="*/ 153345 h 405102"/>
                <a:gd name="connsiteX9" fmla="*/ 15950 w 268461"/>
                <a:gd name="connsiteY9" fmla="*/ 153756 h 405102"/>
                <a:gd name="connsiteX10" fmla="*/ 27197 w 268461"/>
                <a:gd name="connsiteY10" fmla="*/ 277818 h 405102"/>
                <a:gd name="connsiteX11" fmla="*/ 125541 w 268461"/>
                <a:gd name="connsiteY11" fmla="*/ 405102 h 405102"/>
                <a:gd name="connsiteX12" fmla="*/ 268462 w 268461"/>
                <a:gd name="connsiteY12" fmla="*/ 0 h 405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461" h="405102">
                  <a:moveTo>
                    <a:pt x="241372" y="15499"/>
                  </a:moveTo>
                  <a:cubicBezTo>
                    <a:pt x="199744" y="39639"/>
                    <a:pt x="157705" y="63505"/>
                    <a:pt x="116077" y="87988"/>
                  </a:cubicBezTo>
                  <a:cubicBezTo>
                    <a:pt x="101469" y="96698"/>
                    <a:pt x="86519" y="105065"/>
                    <a:pt x="71911" y="113774"/>
                  </a:cubicBezTo>
                  <a:cubicBezTo>
                    <a:pt x="63613" y="118369"/>
                    <a:pt x="55315" y="123376"/>
                    <a:pt x="46948" y="127902"/>
                  </a:cubicBezTo>
                  <a:cubicBezTo>
                    <a:pt x="44479" y="129205"/>
                    <a:pt x="42353" y="130851"/>
                    <a:pt x="40090" y="132085"/>
                  </a:cubicBezTo>
                  <a:cubicBezTo>
                    <a:pt x="33850" y="135587"/>
                    <a:pt x="28222" y="140080"/>
                    <a:pt x="23425" y="145390"/>
                  </a:cubicBezTo>
                  <a:cubicBezTo>
                    <a:pt x="21606" y="146770"/>
                    <a:pt x="20050" y="148466"/>
                    <a:pt x="18830" y="150396"/>
                  </a:cubicBezTo>
                  <a:cubicBezTo>
                    <a:pt x="17951" y="150888"/>
                    <a:pt x="17236" y="151627"/>
                    <a:pt x="16773" y="152522"/>
                  </a:cubicBezTo>
                  <a:lnTo>
                    <a:pt x="15950" y="153345"/>
                  </a:lnTo>
                  <a:lnTo>
                    <a:pt x="15950" y="153756"/>
                  </a:lnTo>
                  <a:cubicBezTo>
                    <a:pt x="-8190" y="186195"/>
                    <a:pt x="-5310" y="236052"/>
                    <a:pt x="27197" y="277818"/>
                  </a:cubicBezTo>
                  <a:cubicBezTo>
                    <a:pt x="59704" y="319583"/>
                    <a:pt x="92760" y="362720"/>
                    <a:pt x="125541" y="405102"/>
                  </a:cubicBezTo>
                  <a:lnTo>
                    <a:pt x="268462" y="0"/>
                  </a:lnTo>
                  <a:close/>
                </a:path>
              </a:pathLst>
            </a:custGeom>
            <a:solidFill>
              <a:srgbClr val="46464D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F028E9E8-66A5-E3B3-D0A2-29E098582038}"/>
                </a:ext>
              </a:extLst>
            </p:cNvPr>
            <p:cNvSpPr/>
            <p:nvPr/>
          </p:nvSpPr>
          <p:spPr>
            <a:xfrm>
              <a:off x="3988585" y="2277510"/>
              <a:ext cx="448787" cy="467404"/>
            </a:xfrm>
            <a:custGeom>
              <a:avLst/>
              <a:gdLst>
                <a:gd name="connsiteX0" fmla="*/ 421561 w 448787"/>
                <a:gd name="connsiteY0" fmla="*/ 172373 h 467404"/>
                <a:gd name="connsiteX1" fmla="*/ 418201 w 448787"/>
                <a:gd name="connsiteY1" fmla="*/ 168190 h 467404"/>
                <a:gd name="connsiteX2" fmla="*/ 332887 w 448787"/>
                <a:gd name="connsiteY2" fmla="*/ 57845 h 467404"/>
                <a:gd name="connsiteX3" fmla="*/ 171724 w 448787"/>
                <a:gd name="connsiteY3" fmla="*/ 12513 h 467404"/>
                <a:gd name="connsiteX4" fmla="*/ 137434 w 448787"/>
                <a:gd name="connsiteY4" fmla="*/ 32058 h 467404"/>
                <a:gd name="connsiteX5" fmla="*/ 134966 w 448787"/>
                <a:gd name="connsiteY5" fmla="*/ 33704 h 467404"/>
                <a:gd name="connsiteX6" fmla="*/ 128107 w 448787"/>
                <a:gd name="connsiteY6" fmla="*/ 37682 h 467404"/>
                <a:gd name="connsiteX7" fmla="*/ 0 w 448787"/>
                <a:gd name="connsiteY7" fmla="*/ 467404 h 467404"/>
                <a:gd name="connsiteX8" fmla="*/ 32919 w 448787"/>
                <a:gd name="connsiteY8" fmla="*/ 448408 h 467404"/>
                <a:gd name="connsiteX9" fmla="*/ 22563 w 448787"/>
                <a:gd name="connsiteY9" fmla="*/ 435103 h 467404"/>
                <a:gd name="connsiteX10" fmla="*/ 277886 w 448787"/>
                <a:gd name="connsiteY10" fmla="*/ 287382 h 467404"/>
                <a:gd name="connsiteX11" fmla="*/ 285842 w 448787"/>
                <a:gd name="connsiteY11" fmla="*/ 288616 h 467404"/>
                <a:gd name="connsiteX12" fmla="*/ 294551 w 448787"/>
                <a:gd name="connsiteY12" fmla="*/ 297326 h 467404"/>
                <a:gd name="connsiteX13" fmla="*/ 445427 w 448787"/>
                <a:gd name="connsiteY13" fmla="*/ 209887 h 467404"/>
                <a:gd name="connsiteX14" fmla="*/ 448788 w 448787"/>
                <a:gd name="connsiteY14" fmla="*/ 207829 h 467404"/>
                <a:gd name="connsiteX15" fmla="*/ 421561 w 448787"/>
                <a:gd name="connsiteY15" fmla="*/ 172373 h 467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8787" h="467404">
                  <a:moveTo>
                    <a:pt x="421561" y="172373"/>
                  </a:moveTo>
                  <a:cubicBezTo>
                    <a:pt x="420573" y="170878"/>
                    <a:pt x="419448" y="169477"/>
                    <a:pt x="418201" y="168190"/>
                  </a:cubicBezTo>
                  <a:cubicBezTo>
                    <a:pt x="389946" y="131568"/>
                    <a:pt x="361211" y="94535"/>
                    <a:pt x="332887" y="57845"/>
                  </a:cubicBezTo>
                  <a:cubicBezTo>
                    <a:pt x="291739" y="4970"/>
                    <a:pt x="219593" y="-15399"/>
                    <a:pt x="171724" y="12513"/>
                  </a:cubicBezTo>
                  <a:cubicBezTo>
                    <a:pt x="160066" y="19371"/>
                    <a:pt x="148819" y="25818"/>
                    <a:pt x="137434" y="32058"/>
                  </a:cubicBezTo>
                  <a:cubicBezTo>
                    <a:pt x="136713" y="32745"/>
                    <a:pt x="135877" y="33302"/>
                    <a:pt x="134966" y="33704"/>
                  </a:cubicBezTo>
                  <a:lnTo>
                    <a:pt x="128107" y="37682"/>
                  </a:lnTo>
                  <a:lnTo>
                    <a:pt x="0" y="467404"/>
                  </a:lnTo>
                  <a:lnTo>
                    <a:pt x="32919" y="448408"/>
                  </a:lnTo>
                  <a:lnTo>
                    <a:pt x="22563" y="435103"/>
                  </a:lnTo>
                  <a:cubicBezTo>
                    <a:pt x="107694" y="385589"/>
                    <a:pt x="192801" y="336348"/>
                    <a:pt x="277886" y="287382"/>
                  </a:cubicBezTo>
                  <a:cubicBezTo>
                    <a:pt x="280586" y="286538"/>
                    <a:pt x="283525" y="286994"/>
                    <a:pt x="285842" y="288616"/>
                  </a:cubicBezTo>
                  <a:cubicBezTo>
                    <a:pt x="289329" y="290869"/>
                    <a:pt x="292298" y="293838"/>
                    <a:pt x="294551" y="297326"/>
                  </a:cubicBezTo>
                  <a:lnTo>
                    <a:pt x="445427" y="209887"/>
                  </a:lnTo>
                  <a:lnTo>
                    <a:pt x="448788" y="207829"/>
                  </a:lnTo>
                  <a:cubicBezTo>
                    <a:pt x="439872" y="196102"/>
                    <a:pt x="430751" y="184032"/>
                    <a:pt x="421561" y="172373"/>
                  </a:cubicBezTo>
                  <a:close/>
                </a:path>
              </a:pathLst>
            </a:custGeom>
            <a:solidFill>
              <a:srgbClr val="46464D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3696C7F6-96C7-A60F-169C-C9F01D707C69}"/>
                </a:ext>
              </a:extLst>
            </p:cNvPr>
            <p:cNvSpPr/>
            <p:nvPr/>
          </p:nvSpPr>
          <p:spPr>
            <a:xfrm>
              <a:off x="3041427" y="2544455"/>
              <a:ext cx="677501" cy="727496"/>
            </a:xfrm>
            <a:custGeom>
              <a:avLst/>
              <a:gdLst>
                <a:gd name="connsiteX0" fmla="*/ 169050 w 677501"/>
                <a:gd name="connsiteY0" fmla="*/ 293728 h 727496"/>
                <a:gd name="connsiteX1" fmla="*/ 0 w 677501"/>
                <a:gd name="connsiteY1" fmla="*/ 727497 h 727496"/>
                <a:gd name="connsiteX2" fmla="*/ 86685 w 677501"/>
                <a:gd name="connsiteY2" fmla="*/ 677365 h 727496"/>
                <a:gd name="connsiteX3" fmla="*/ 95052 w 677501"/>
                <a:gd name="connsiteY3" fmla="*/ 679079 h 727496"/>
                <a:gd name="connsiteX4" fmla="*/ 103350 w 677501"/>
                <a:gd name="connsiteY4" fmla="*/ 687377 h 727496"/>
                <a:gd name="connsiteX5" fmla="*/ 602064 w 677501"/>
                <a:gd name="connsiteY5" fmla="*/ 399341 h 727496"/>
                <a:gd name="connsiteX6" fmla="*/ 677502 w 677501"/>
                <a:gd name="connsiteY6" fmla="*/ 0 h 727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7501" h="727496">
                  <a:moveTo>
                    <a:pt x="169050" y="293728"/>
                  </a:moveTo>
                  <a:lnTo>
                    <a:pt x="0" y="727497"/>
                  </a:lnTo>
                  <a:cubicBezTo>
                    <a:pt x="28872" y="710763"/>
                    <a:pt x="57881" y="694167"/>
                    <a:pt x="86685" y="677365"/>
                  </a:cubicBezTo>
                  <a:cubicBezTo>
                    <a:pt x="89584" y="676476"/>
                    <a:pt x="92736" y="677122"/>
                    <a:pt x="95052" y="679079"/>
                  </a:cubicBezTo>
                  <a:cubicBezTo>
                    <a:pt x="98309" y="681307"/>
                    <a:pt x="101122" y="684121"/>
                    <a:pt x="103350" y="687377"/>
                  </a:cubicBezTo>
                  <a:lnTo>
                    <a:pt x="602064" y="399341"/>
                  </a:lnTo>
                  <a:lnTo>
                    <a:pt x="677502" y="0"/>
                  </a:lnTo>
                  <a:close/>
                </a:path>
              </a:pathLst>
            </a:custGeom>
            <a:solidFill>
              <a:srgbClr val="46464D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88CA225-C665-7BE1-1CE9-C4BDB614DF58}"/>
                </a:ext>
              </a:extLst>
            </p:cNvPr>
            <p:cNvSpPr/>
            <p:nvPr/>
          </p:nvSpPr>
          <p:spPr>
            <a:xfrm>
              <a:off x="3643833" y="2315397"/>
              <a:ext cx="472927" cy="628604"/>
            </a:xfrm>
            <a:custGeom>
              <a:avLst/>
              <a:gdLst>
                <a:gd name="connsiteX0" fmla="*/ 381236 w 472927"/>
                <a:gd name="connsiteY0" fmla="*/ 52464 h 628604"/>
                <a:gd name="connsiteX1" fmla="*/ 356273 w 472927"/>
                <a:gd name="connsiteY1" fmla="*/ 67003 h 628604"/>
                <a:gd name="connsiteX2" fmla="*/ 312108 w 472927"/>
                <a:gd name="connsiteY2" fmla="*/ 92446 h 628604"/>
                <a:gd name="connsiteX3" fmla="*/ 287144 w 472927"/>
                <a:gd name="connsiteY3" fmla="*/ 106985 h 628604"/>
                <a:gd name="connsiteX4" fmla="*/ 140178 w 472927"/>
                <a:gd name="connsiteY4" fmla="*/ 191955 h 628604"/>
                <a:gd name="connsiteX5" fmla="*/ 75438 w 472927"/>
                <a:gd name="connsiteY5" fmla="*/ 229263 h 628604"/>
                <a:gd name="connsiteX6" fmla="*/ 0 w 472927"/>
                <a:gd name="connsiteY6" fmla="*/ 628604 h 628604"/>
                <a:gd name="connsiteX7" fmla="*/ 344820 w 472927"/>
                <a:gd name="connsiteY7" fmla="*/ 429722 h 628604"/>
                <a:gd name="connsiteX8" fmla="*/ 472928 w 472927"/>
                <a:gd name="connsiteY8" fmla="*/ 0 h 628604"/>
                <a:gd name="connsiteX9" fmla="*/ 381236 w 472927"/>
                <a:gd name="connsiteY9" fmla="*/ 52464 h 6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2927" h="628604">
                  <a:moveTo>
                    <a:pt x="381236" y="52464"/>
                  </a:moveTo>
                  <a:cubicBezTo>
                    <a:pt x="372938" y="57470"/>
                    <a:pt x="364571" y="62476"/>
                    <a:pt x="356273" y="67003"/>
                  </a:cubicBezTo>
                  <a:cubicBezTo>
                    <a:pt x="341666" y="75781"/>
                    <a:pt x="326715" y="84079"/>
                    <a:pt x="312108" y="92446"/>
                  </a:cubicBezTo>
                  <a:cubicBezTo>
                    <a:pt x="303809" y="97452"/>
                    <a:pt x="295443" y="101978"/>
                    <a:pt x="287144" y="106985"/>
                  </a:cubicBezTo>
                  <a:cubicBezTo>
                    <a:pt x="237972" y="135308"/>
                    <a:pt x="189281" y="163632"/>
                    <a:pt x="140178" y="191955"/>
                  </a:cubicBezTo>
                  <a:lnTo>
                    <a:pt x="75438" y="229263"/>
                  </a:lnTo>
                  <a:lnTo>
                    <a:pt x="0" y="628604"/>
                  </a:lnTo>
                  <a:lnTo>
                    <a:pt x="344820" y="429722"/>
                  </a:lnTo>
                  <a:lnTo>
                    <a:pt x="472928" y="0"/>
                  </a:lnTo>
                  <a:cubicBezTo>
                    <a:pt x="441998" y="17556"/>
                    <a:pt x="411754" y="35044"/>
                    <a:pt x="381236" y="52464"/>
                  </a:cubicBezTo>
                  <a:close/>
                </a:path>
              </a:pathLst>
            </a:custGeom>
            <a:solidFill>
              <a:srgbClr val="3F3F4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3F52CA8-54B7-A0D4-9F62-A305B2DD7621}"/>
                </a:ext>
              </a:extLst>
            </p:cNvPr>
            <p:cNvSpPr/>
            <p:nvPr/>
          </p:nvSpPr>
          <p:spPr>
            <a:xfrm>
              <a:off x="2270642" y="3175665"/>
              <a:ext cx="4140318" cy="1483934"/>
            </a:xfrm>
            <a:custGeom>
              <a:avLst/>
              <a:gdLst>
                <a:gd name="connsiteX0" fmla="*/ 1583732 w 4140318"/>
                <a:gd name="connsiteY0" fmla="*/ 1483934 h 1483934"/>
                <a:gd name="connsiteX1" fmla="*/ 1543270 w 4140318"/>
                <a:gd name="connsiteY1" fmla="*/ 1482082 h 1483934"/>
                <a:gd name="connsiteX2" fmla="*/ 1470507 w 4140318"/>
                <a:gd name="connsiteY2" fmla="*/ 1468366 h 1483934"/>
                <a:gd name="connsiteX3" fmla="*/ 1404464 w 4140318"/>
                <a:gd name="connsiteY3" fmla="*/ 1440934 h 1483934"/>
                <a:gd name="connsiteX4" fmla="*/ 1275191 w 4140318"/>
                <a:gd name="connsiteY4" fmla="*/ 1366388 h 1483934"/>
                <a:gd name="connsiteX5" fmla="*/ 1195158 w 4140318"/>
                <a:gd name="connsiteY5" fmla="*/ 1320165 h 1483934"/>
                <a:gd name="connsiteX6" fmla="*/ 1035092 w 4140318"/>
                <a:gd name="connsiteY6" fmla="*/ 1227788 h 1483934"/>
                <a:gd name="connsiteX7" fmla="*/ 715098 w 4140318"/>
                <a:gd name="connsiteY7" fmla="*/ 1043033 h 1483934"/>
                <a:gd name="connsiteX8" fmla="*/ 74903 w 4140318"/>
                <a:gd name="connsiteY8" fmla="*/ 673456 h 1483934"/>
                <a:gd name="connsiteX9" fmla="*/ 68045 w 4140318"/>
                <a:gd name="connsiteY9" fmla="*/ 669272 h 1483934"/>
                <a:gd name="connsiteX10" fmla="*/ 55427 w 4140318"/>
                <a:gd name="connsiteY10" fmla="*/ 660837 h 1483934"/>
                <a:gd name="connsiteX11" fmla="*/ 44042 w 4140318"/>
                <a:gd name="connsiteY11" fmla="*/ 651921 h 1483934"/>
                <a:gd name="connsiteX12" fmla="*/ 24840 w 4140318"/>
                <a:gd name="connsiteY12" fmla="*/ 632513 h 1483934"/>
                <a:gd name="connsiteX13" fmla="*/ 2551 w 4140318"/>
                <a:gd name="connsiteY13" fmla="*/ 589719 h 1483934"/>
                <a:gd name="connsiteX14" fmla="*/ 220 w 4140318"/>
                <a:gd name="connsiteY14" fmla="*/ 562287 h 1483934"/>
                <a:gd name="connsiteX15" fmla="*/ 2346 w 4140318"/>
                <a:gd name="connsiteY15" fmla="*/ 560367 h 1483934"/>
                <a:gd name="connsiteX16" fmla="*/ 2346 w 4140318"/>
                <a:gd name="connsiteY16" fmla="*/ 560367 h 1483934"/>
                <a:gd name="connsiteX17" fmla="*/ 4273 w 4140318"/>
                <a:gd name="connsiteY17" fmla="*/ 562547 h 1483934"/>
                <a:gd name="connsiteX18" fmla="*/ 4266 w 4140318"/>
                <a:gd name="connsiteY18" fmla="*/ 562631 h 1483934"/>
                <a:gd name="connsiteX19" fmla="*/ 6461 w 4140318"/>
                <a:gd name="connsiteY19" fmla="*/ 588554 h 1483934"/>
                <a:gd name="connsiteX20" fmla="*/ 27926 w 4140318"/>
                <a:gd name="connsiteY20" fmla="*/ 629702 h 1483934"/>
                <a:gd name="connsiteX21" fmla="*/ 46786 w 4140318"/>
                <a:gd name="connsiteY21" fmla="*/ 648699 h 1483934"/>
                <a:gd name="connsiteX22" fmla="*/ 58033 w 4140318"/>
                <a:gd name="connsiteY22" fmla="*/ 657476 h 1483934"/>
                <a:gd name="connsiteX23" fmla="*/ 70309 w 4140318"/>
                <a:gd name="connsiteY23" fmla="*/ 665775 h 1483934"/>
                <a:gd name="connsiteX24" fmla="*/ 77167 w 4140318"/>
                <a:gd name="connsiteY24" fmla="*/ 669821 h 1483934"/>
                <a:gd name="connsiteX25" fmla="*/ 237164 w 4140318"/>
                <a:gd name="connsiteY25" fmla="*/ 762198 h 1483934"/>
                <a:gd name="connsiteX26" fmla="*/ 717224 w 4140318"/>
                <a:gd name="connsiteY26" fmla="*/ 1039398 h 1483934"/>
                <a:gd name="connsiteX27" fmla="*/ 1037218 w 4140318"/>
                <a:gd name="connsiteY27" fmla="*/ 1224565 h 1483934"/>
                <a:gd name="connsiteX28" fmla="*/ 1197215 w 4140318"/>
                <a:gd name="connsiteY28" fmla="*/ 1316325 h 1483934"/>
                <a:gd name="connsiteX29" fmla="*/ 1277248 w 4140318"/>
                <a:gd name="connsiteY29" fmla="*/ 1362479 h 1483934"/>
                <a:gd name="connsiteX30" fmla="*/ 1406521 w 4140318"/>
                <a:gd name="connsiteY30" fmla="*/ 1437163 h 1483934"/>
                <a:gd name="connsiteX31" fmla="*/ 1471672 w 4140318"/>
                <a:gd name="connsiteY31" fmla="*/ 1464595 h 1483934"/>
                <a:gd name="connsiteX32" fmla="*/ 1543613 w 4140318"/>
                <a:gd name="connsiteY32" fmla="*/ 1478311 h 1483934"/>
                <a:gd name="connsiteX33" fmla="*/ 1619051 w 4140318"/>
                <a:gd name="connsiteY33" fmla="*/ 1478311 h 1483934"/>
                <a:gd name="connsiteX34" fmla="*/ 1691402 w 4140318"/>
                <a:gd name="connsiteY34" fmla="*/ 1465760 h 1483934"/>
                <a:gd name="connsiteX35" fmla="*/ 1724321 w 4140318"/>
                <a:gd name="connsiteY35" fmla="*/ 1454925 h 1483934"/>
                <a:gd name="connsiteX36" fmla="*/ 1739614 w 4140318"/>
                <a:gd name="connsiteY36" fmla="*/ 1448478 h 1483934"/>
                <a:gd name="connsiteX37" fmla="*/ 1753879 w 4140318"/>
                <a:gd name="connsiteY37" fmla="*/ 1441620 h 1483934"/>
                <a:gd name="connsiteX38" fmla="*/ 1760737 w 4140318"/>
                <a:gd name="connsiteY38" fmla="*/ 1437711 h 1483934"/>
                <a:gd name="connsiteX39" fmla="*/ 1796673 w 4140318"/>
                <a:gd name="connsiteY39" fmla="*/ 1417137 h 1483934"/>
                <a:gd name="connsiteX40" fmla="*/ 1832677 w 4140318"/>
                <a:gd name="connsiteY40" fmla="*/ 1396563 h 1483934"/>
                <a:gd name="connsiteX41" fmla="*/ 4063448 w 4140318"/>
                <a:gd name="connsiteY41" fmla="*/ 108151 h 1483934"/>
                <a:gd name="connsiteX42" fmla="*/ 4110219 w 4140318"/>
                <a:gd name="connsiteY42" fmla="*/ 70774 h 1483934"/>
                <a:gd name="connsiteX43" fmla="*/ 4133057 w 4140318"/>
                <a:gd name="connsiteY43" fmla="*/ 29626 h 1483934"/>
                <a:gd name="connsiteX44" fmla="*/ 4136074 w 4140318"/>
                <a:gd name="connsiteY44" fmla="*/ 2194 h 1483934"/>
                <a:gd name="connsiteX45" fmla="*/ 4137989 w 4140318"/>
                <a:gd name="connsiteY45" fmla="*/ 4 h 1483934"/>
                <a:gd name="connsiteX46" fmla="*/ 4138063 w 4140318"/>
                <a:gd name="connsiteY46" fmla="*/ 0 h 1483934"/>
                <a:gd name="connsiteX47" fmla="*/ 4138063 w 4140318"/>
                <a:gd name="connsiteY47" fmla="*/ 0 h 1483934"/>
                <a:gd name="connsiteX48" fmla="*/ 4140189 w 4140318"/>
                <a:gd name="connsiteY48" fmla="*/ 1989 h 1483934"/>
                <a:gd name="connsiteX49" fmla="*/ 4137034 w 4140318"/>
                <a:gd name="connsiteY49" fmla="*/ 30930 h 1483934"/>
                <a:gd name="connsiteX50" fmla="*/ 4113305 w 4140318"/>
                <a:gd name="connsiteY50" fmla="*/ 73449 h 1483934"/>
                <a:gd name="connsiteX51" fmla="*/ 4065299 w 4140318"/>
                <a:gd name="connsiteY51" fmla="*/ 111786 h 1483934"/>
                <a:gd name="connsiteX52" fmla="*/ 1835146 w 4140318"/>
                <a:gd name="connsiteY52" fmla="*/ 1399512 h 1483934"/>
                <a:gd name="connsiteX53" fmla="*/ 1799142 w 4140318"/>
                <a:gd name="connsiteY53" fmla="*/ 1420086 h 1483934"/>
                <a:gd name="connsiteX54" fmla="*/ 1763137 w 4140318"/>
                <a:gd name="connsiteY54" fmla="*/ 1440660 h 1483934"/>
                <a:gd name="connsiteX55" fmla="*/ 1756279 w 4140318"/>
                <a:gd name="connsiteY55" fmla="*/ 1444706 h 1483934"/>
                <a:gd name="connsiteX56" fmla="*/ 1741740 w 4140318"/>
                <a:gd name="connsiteY56" fmla="*/ 1451907 h 1483934"/>
                <a:gd name="connsiteX57" fmla="*/ 1726241 w 4140318"/>
                <a:gd name="connsiteY57" fmla="*/ 1458422 h 1483934"/>
                <a:gd name="connsiteX58" fmla="*/ 1692980 w 4140318"/>
                <a:gd name="connsiteY58" fmla="*/ 1469463 h 1483934"/>
                <a:gd name="connsiteX59" fmla="*/ 1619805 w 4140318"/>
                <a:gd name="connsiteY59" fmla="*/ 1482151 h 1483934"/>
                <a:gd name="connsiteX60" fmla="*/ 1583732 w 4140318"/>
                <a:gd name="connsiteY60" fmla="*/ 1483934 h 1483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140318" h="1483934">
                  <a:moveTo>
                    <a:pt x="1583732" y="1483934"/>
                  </a:moveTo>
                  <a:cubicBezTo>
                    <a:pt x="1570016" y="1483934"/>
                    <a:pt x="1556643" y="1483317"/>
                    <a:pt x="1543270" y="1482082"/>
                  </a:cubicBezTo>
                  <a:cubicBezTo>
                    <a:pt x="1518643" y="1479772"/>
                    <a:pt x="1494284" y="1475180"/>
                    <a:pt x="1470507" y="1468366"/>
                  </a:cubicBezTo>
                  <a:cubicBezTo>
                    <a:pt x="1447502" y="1461818"/>
                    <a:pt x="1425338" y="1452612"/>
                    <a:pt x="1404464" y="1440934"/>
                  </a:cubicBezTo>
                  <a:lnTo>
                    <a:pt x="1275191" y="1366388"/>
                  </a:lnTo>
                  <a:lnTo>
                    <a:pt x="1195158" y="1320165"/>
                  </a:lnTo>
                  <a:lnTo>
                    <a:pt x="1035092" y="1227788"/>
                  </a:lnTo>
                  <a:lnTo>
                    <a:pt x="715098" y="1043033"/>
                  </a:lnTo>
                  <a:lnTo>
                    <a:pt x="74903" y="673456"/>
                  </a:lnTo>
                  <a:lnTo>
                    <a:pt x="68045" y="669272"/>
                  </a:lnTo>
                  <a:cubicBezTo>
                    <a:pt x="63588" y="666529"/>
                    <a:pt x="59336" y="663649"/>
                    <a:pt x="55427" y="660837"/>
                  </a:cubicBezTo>
                  <a:cubicBezTo>
                    <a:pt x="51518" y="658025"/>
                    <a:pt x="47883" y="655145"/>
                    <a:pt x="44042" y="651921"/>
                  </a:cubicBezTo>
                  <a:cubicBezTo>
                    <a:pt x="37084" y="646029"/>
                    <a:pt x="30658" y="639534"/>
                    <a:pt x="24840" y="632513"/>
                  </a:cubicBezTo>
                  <a:cubicBezTo>
                    <a:pt x="14327" y="620079"/>
                    <a:pt x="6714" y="605461"/>
                    <a:pt x="2551" y="589719"/>
                  </a:cubicBezTo>
                  <a:cubicBezTo>
                    <a:pt x="359" y="580751"/>
                    <a:pt x="-428" y="571497"/>
                    <a:pt x="220" y="562287"/>
                  </a:cubicBezTo>
                  <a:cubicBezTo>
                    <a:pt x="326" y="561194"/>
                    <a:pt x="1247" y="560362"/>
                    <a:pt x="2346" y="560367"/>
                  </a:cubicBezTo>
                  <a:lnTo>
                    <a:pt x="2346" y="560367"/>
                  </a:lnTo>
                  <a:cubicBezTo>
                    <a:pt x="3480" y="560437"/>
                    <a:pt x="4343" y="561413"/>
                    <a:pt x="4273" y="562547"/>
                  </a:cubicBezTo>
                  <a:cubicBezTo>
                    <a:pt x="4271" y="562575"/>
                    <a:pt x="4269" y="562603"/>
                    <a:pt x="4266" y="562631"/>
                  </a:cubicBezTo>
                  <a:cubicBezTo>
                    <a:pt x="3657" y="571333"/>
                    <a:pt x="4397" y="580077"/>
                    <a:pt x="6461" y="588554"/>
                  </a:cubicBezTo>
                  <a:cubicBezTo>
                    <a:pt x="10489" y="603687"/>
                    <a:pt x="17820" y="617739"/>
                    <a:pt x="27926" y="629702"/>
                  </a:cubicBezTo>
                  <a:cubicBezTo>
                    <a:pt x="33655" y="636565"/>
                    <a:pt x="39965" y="642920"/>
                    <a:pt x="46786" y="648699"/>
                  </a:cubicBezTo>
                  <a:cubicBezTo>
                    <a:pt x="50558" y="651853"/>
                    <a:pt x="54261" y="654802"/>
                    <a:pt x="58033" y="657476"/>
                  </a:cubicBezTo>
                  <a:cubicBezTo>
                    <a:pt x="61805" y="660151"/>
                    <a:pt x="65919" y="663031"/>
                    <a:pt x="70309" y="665775"/>
                  </a:cubicBezTo>
                  <a:cubicBezTo>
                    <a:pt x="72503" y="667146"/>
                    <a:pt x="74903" y="668586"/>
                    <a:pt x="77167" y="669821"/>
                  </a:cubicBezTo>
                  <a:lnTo>
                    <a:pt x="237164" y="762198"/>
                  </a:lnTo>
                  <a:lnTo>
                    <a:pt x="717224" y="1039398"/>
                  </a:lnTo>
                  <a:lnTo>
                    <a:pt x="1037218" y="1224565"/>
                  </a:lnTo>
                  <a:lnTo>
                    <a:pt x="1197215" y="1316325"/>
                  </a:lnTo>
                  <a:lnTo>
                    <a:pt x="1277248" y="1362479"/>
                  </a:lnTo>
                  <a:lnTo>
                    <a:pt x="1406521" y="1437163"/>
                  </a:lnTo>
                  <a:cubicBezTo>
                    <a:pt x="1427108" y="1448788"/>
                    <a:pt x="1448970" y="1457993"/>
                    <a:pt x="1471672" y="1464595"/>
                  </a:cubicBezTo>
                  <a:cubicBezTo>
                    <a:pt x="1495180" y="1471369"/>
                    <a:pt x="1519262" y="1475961"/>
                    <a:pt x="1543613" y="1478311"/>
                  </a:cubicBezTo>
                  <a:cubicBezTo>
                    <a:pt x="1568711" y="1480497"/>
                    <a:pt x="1593952" y="1480497"/>
                    <a:pt x="1619051" y="1478311"/>
                  </a:cubicBezTo>
                  <a:cubicBezTo>
                    <a:pt x="1643506" y="1476385"/>
                    <a:pt x="1667728" y="1472184"/>
                    <a:pt x="1691402" y="1465760"/>
                  </a:cubicBezTo>
                  <a:cubicBezTo>
                    <a:pt x="1702569" y="1462768"/>
                    <a:pt x="1713560" y="1459150"/>
                    <a:pt x="1724321" y="1454925"/>
                  </a:cubicBezTo>
                  <a:cubicBezTo>
                    <a:pt x="1729464" y="1452936"/>
                    <a:pt x="1734608" y="1450741"/>
                    <a:pt x="1739614" y="1448478"/>
                  </a:cubicBezTo>
                  <a:cubicBezTo>
                    <a:pt x="1744621" y="1446215"/>
                    <a:pt x="1749284" y="1443815"/>
                    <a:pt x="1753879" y="1441620"/>
                  </a:cubicBezTo>
                  <a:lnTo>
                    <a:pt x="1760737" y="1437711"/>
                  </a:lnTo>
                  <a:lnTo>
                    <a:pt x="1796673" y="1417137"/>
                  </a:lnTo>
                  <a:lnTo>
                    <a:pt x="1832677" y="1396563"/>
                  </a:lnTo>
                  <a:lnTo>
                    <a:pt x="4063448" y="108151"/>
                  </a:lnTo>
                  <a:cubicBezTo>
                    <a:pt x="4080971" y="98324"/>
                    <a:pt x="4096770" y="85699"/>
                    <a:pt x="4110219" y="70774"/>
                  </a:cubicBezTo>
                  <a:cubicBezTo>
                    <a:pt x="4120812" y="58938"/>
                    <a:pt x="4128616" y="44877"/>
                    <a:pt x="4133057" y="29626"/>
                  </a:cubicBezTo>
                  <a:cubicBezTo>
                    <a:pt x="4135584" y="20714"/>
                    <a:pt x="4136604" y="11443"/>
                    <a:pt x="4136074" y="2194"/>
                  </a:cubicBezTo>
                  <a:cubicBezTo>
                    <a:pt x="4135998" y="1061"/>
                    <a:pt x="4136855" y="80"/>
                    <a:pt x="4137989" y="4"/>
                  </a:cubicBezTo>
                  <a:cubicBezTo>
                    <a:pt x="4138013" y="2"/>
                    <a:pt x="4138038" y="1"/>
                    <a:pt x="4138063" y="0"/>
                  </a:cubicBezTo>
                  <a:lnTo>
                    <a:pt x="4138063" y="0"/>
                  </a:lnTo>
                  <a:cubicBezTo>
                    <a:pt x="4139172" y="30"/>
                    <a:pt x="4140085" y="884"/>
                    <a:pt x="4140189" y="1989"/>
                  </a:cubicBezTo>
                  <a:cubicBezTo>
                    <a:pt x="4140714" y="11743"/>
                    <a:pt x="4139648" y="21518"/>
                    <a:pt x="4137034" y="30930"/>
                  </a:cubicBezTo>
                  <a:cubicBezTo>
                    <a:pt x="4132387" y="46692"/>
                    <a:pt x="4124280" y="61218"/>
                    <a:pt x="4113305" y="73449"/>
                  </a:cubicBezTo>
                  <a:cubicBezTo>
                    <a:pt x="4099531" y="88793"/>
                    <a:pt x="4083309" y="101747"/>
                    <a:pt x="4065299" y="111786"/>
                  </a:cubicBezTo>
                  <a:lnTo>
                    <a:pt x="1835146" y="1399512"/>
                  </a:lnTo>
                  <a:lnTo>
                    <a:pt x="1799142" y="1420086"/>
                  </a:lnTo>
                  <a:lnTo>
                    <a:pt x="1763137" y="1440660"/>
                  </a:lnTo>
                  <a:lnTo>
                    <a:pt x="1756279" y="1444706"/>
                  </a:lnTo>
                  <a:cubicBezTo>
                    <a:pt x="1751616" y="1447175"/>
                    <a:pt x="1746678" y="1449575"/>
                    <a:pt x="1741740" y="1451907"/>
                  </a:cubicBezTo>
                  <a:cubicBezTo>
                    <a:pt x="1736803" y="1454239"/>
                    <a:pt x="1731453" y="1456433"/>
                    <a:pt x="1726241" y="1458422"/>
                  </a:cubicBezTo>
                  <a:cubicBezTo>
                    <a:pt x="1715364" y="1462707"/>
                    <a:pt x="1704260" y="1466393"/>
                    <a:pt x="1692980" y="1469463"/>
                  </a:cubicBezTo>
                  <a:cubicBezTo>
                    <a:pt x="1669038" y="1475965"/>
                    <a:pt x="1644539" y="1480213"/>
                    <a:pt x="1619805" y="1482151"/>
                  </a:cubicBezTo>
                  <a:cubicBezTo>
                    <a:pt x="1607689" y="1483340"/>
                    <a:pt x="1595665" y="1483934"/>
                    <a:pt x="1583732" y="1483934"/>
                  </a:cubicBezTo>
                  <a:close/>
                </a:path>
              </a:pathLst>
            </a:custGeom>
            <a:solidFill>
              <a:srgbClr val="70707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C49B954-FDC7-83EB-11B8-527327F3950F}"/>
                </a:ext>
              </a:extLst>
            </p:cNvPr>
            <p:cNvSpPr/>
            <p:nvPr/>
          </p:nvSpPr>
          <p:spPr>
            <a:xfrm>
              <a:off x="6333009" y="3293250"/>
              <a:ext cx="78101" cy="113941"/>
            </a:xfrm>
            <a:custGeom>
              <a:avLst/>
              <a:gdLst>
                <a:gd name="connsiteX0" fmla="*/ 2110 w 78101"/>
                <a:gd name="connsiteY0" fmla="*/ 113804 h 113941"/>
                <a:gd name="connsiteX1" fmla="*/ 258 w 78101"/>
                <a:gd name="connsiteY1" fmla="*/ 112776 h 113941"/>
                <a:gd name="connsiteX2" fmla="*/ 1012 w 78101"/>
                <a:gd name="connsiteY2" fmla="*/ 109895 h 113941"/>
                <a:gd name="connsiteX3" fmla="*/ 9173 w 78101"/>
                <a:gd name="connsiteY3" fmla="*/ 104958 h 113941"/>
                <a:gd name="connsiteX4" fmla="*/ 16923 w 78101"/>
                <a:gd name="connsiteY4" fmla="*/ 99883 h 113941"/>
                <a:gd name="connsiteX5" fmla="*/ 24192 w 78101"/>
                <a:gd name="connsiteY5" fmla="*/ 94533 h 113941"/>
                <a:gd name="connsiteX6" fmla="*/ 31050 w 78101"/>
                <a:gd name="connsiteY6" fmla="*/ 89047 h 113941"/>
                <a:gd name="connsiteX7" fmla="*/ 37497 w 78101"/>
                <a:gd name="connsiteY7" fmla="*/ 83355 h 113941"/>
                <a:gd name="connsiteX8" fmla="*/ 43326 w 78101"/>
                <a:gd name="connsiteY8" fmla="*/ 77526 h 113941"/>
                <a:gd name="connsiteX9" fmla="*/ 48744 w 78101"/>
                <a:gd name="connsiteY9" fmla="*/ 71491 h 113941"/>
                <a:gd name="connsiteX10" fmla="*/ 53682 w 78101"/>
                <a:gd name="connsiteY10" fmla="*/ 65387 h 113941"/>
                <a:gd name="connsiteX11" fmla="*/ 58071 w 78101"/>
                <a:gd name="connsiteY11" fmla="*/ 59078 h 113941"/>
                <a:gd name="connsiteX12" fmla="*/ 61911 w 78101"/>
                <a:gd name="connsiteY12" fmla="*/ 52768 h 113941"/>
                <a:gd name="connsiteX13" fmla="*/ 66712 w 78101"/>
                <a:gd name="connsiteY13" fmla="*/ 43030 h 113941"/>
                <a:gd name="connsiteX14" fmla="*/ 70278 w 78101"/>
                <a:gd name="connsiteY14" fmla="*/ 33223 h 113941"/>
                <a:gd name="connsiteX15" fmla="*/ 72678 w 78101"/>
                <a:gd name="connsiteY15" fmla="*/ 23210 h 113941"/>
                <a:gd name="connsiteX16" fmla="*/ 73707 w 78101"/>
                <a:gd name="connsiteY16" fmla="*/ 2636 h 113941"/>
                <a:gd name="connsiteX17" fmla="*/ 75261 w 78101"/>
                <a:gd name="connsiteY17" fmla="*/ 62 h 113941"/>
                <a:gd name="connsiteX18" fmla="*/ 77835 w 78101"/>
                <a:gd name="connsiteY18" fmla="*/ 1617 h 113941"/>
                <a:gd name="connsiteX19" fmla="*/ 77891 w 78101"/>
                <a:gd name="connsiteY19" fmla="*/ 2293 h 113941"/>
                <a:gd name="connsiteX20" fmla="*/ 76794 w 78101"/>
                <a:gd name="connsiteY20" fmla="*/ 24102 h 113941"/>
                <a:gd name="connsiteX21" fmla="*/ 74256 w 78101"/>
                <a:gd name="connsiteY21" fmla="*/ 34526 h 113941"/>
                <a:gd name="connsiteX22" fmla="*/ 70485 w 78101"/>
                <a:gd name="connsiteY22" fmla="*/ 44813 h 113941"/>
                <a:gd name="connsiteX23" fmla="*/ 65478 w 78101"/>
                <a:gd name="connsiteY23" fmla="*/ 54963 h 113941"/>
                <a:gd name="connsiteX24" fmla="*/ 61500 w 78101"/>
                <a:gd name="connsiteY24" fmla="*/ 61821 h 113941"/>
                <a:gd name="connsiteX25" fmla="*/ 56974 w 78101"/>
                <a:gd name="connsiteY25" fmla="*/ 68267 h 113941"/>
                <a:gd name="connsiteX26" fmla="*/ 51898 w 78101"/>
                <a:gd name="connsiteY26" fmla="*/ 74645 h 113941"/>
                <a:gd name="connsiteX27" fmla="*/ 46343 w 78101"/>
                <a:gd name="connsiteY27" fmla="*/ 80749 h 113941"/>
                <a:gd name="connsiteX28" fmla="*/ 40308 w 78101"/>
                <a:gd name="connsiteY28" fmla="*/ 86784 h 113941"/>
                <a:gd name="connsiteX29" fmla="*/ 33450 w 78101"/>
                <a:gd name="connsiteY29" fmla="*/ 92613 h 113941"/>
                <a:gd name="connsiteX30" fmla="*/ 26592 w 78101"/>
                <a:gd name="connsiteY30" fmla="*/ 98237 h 113941"/>
                <a:gd name="connsiteX31" fmla="*/ 19117 w 78101"/>
                <a:gd name="connsiteY31" fmla="*/ 103723 h 113941"/>
                <a:gd name="connsiteX32" fmla="*/ 11231 w 78101"/>
                <a:gd name="connsiteY32" fmla="*/ 108935 h 113941"/>
                <a:gd name="connsiteX33" fmla="*/ 3001 w 78101"/>
                <a:gd name="connsiteY33" fmla="*/ 113942 h 113941"/>
                <a:gd name="connsiteX34" fmla="*/ 2109 w 78101"/>
                <a:gd name="connsiteY34" fmla="*/ 113804 h 1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78101" h="113941">
                  <a:moveTo>
                    <a:pt x="2110" y="113804"/>
                  </a:moveTo>
                  <a:cubicBezTo>
                    <a:pt x="1353" y="113815"/>
                    <a:pt x="648" y="113423"/>
                    <a:pt x="258" y="112776"/>
                  </a:cubicBezTo>
                  <a:cubicBezTo>
                    <a:pt x="-280" y="111766"/>
                    <a:pt x="48" y="110512"/>
                    <a:pt x="1012" y="109895"/>
                  </a:cubicBezTo>
                  <a:cubicBezTo>
                    <a:pt x="3824" y="108318"/>
                    <a:pt x="6499" y="106672"/>
                    <a:pt x="9173" y="104958"/>
                  </a:cubicBezTo>
                  <a:cubicBezTo>
                    <a:pt x="11848" y="103243"/>
                    <a:pt x="14317" y="101597"/>
                    <a:pt x="16923" y="99883"/>
                  </a:cubicBezTo>
                  <a:lnTo>
                    <a:pt x="24192" y="94533"/>
                  </a:lnTo>
                  <a:cubicBezTo>
                    <a:pt x="26456" y="92750"/>
                    <a:pt x="28787" y="90899"/>
                    <a:pt x="31050" y="89047"/>
                  </a:cubicBezTo>
                  <a:cubicBezTo>
                    <a:pt x="33314" y="87195"/>
                    <a:pt x="35439" y="85275"/>
                    <a:pt x="37497" y="83355"/>
                  </a:cubicBezTo>
                  <a:lnTo>
                    <a:pt x="43326" y="77526"/>
                  </a:lnTo>
                  <a:cubicBezTo>
                    <a:pt x="45246" y="75537"/>
                    <a:pt x="47030" y="73548"/>
                    <a:pt x="48744" y="71491"/>
                  </a:cubicBezTo>
                  <a:cubicBezTo>
                    <a:pt x="50459" y="69433"/>
                    <a:pt x="52104" y="67444"/>
                    <a:pt x="53682" y="65387"/>
                  </a:cubicBezTo>
                  <a:cubicBezTo>
                    <a:pt x="55259" y="63329"/>
                    <a:pt x="56630" y="61204"/>
                    <a:pt x="58071" y="59078"/>
                  </a:cubicBezTo>
                  <a:cubicBezTo>
                    <a:pt x="59511" y="56952"/>
                    <a:pt x="60677" y="54894"/>
                    <a:pt x="61911" y="52768"/>
                  </a:cubicBezTo>
                  <a:cubicBezTo>
                    <a:pt x="63676" y="49606"/>
                    <a:pt x="65279" y="46355"/>
                    <a:pt x="66712" y="43030"/>
                  </a:cubicBezTo>
                  <a:cubicBezTo>
                    <a:pt x="68095" y="39835"/>
                    <a:pt x="69286" y="36560"/>
                    <a:pt x="70278" y="33223"/>
                  </a:cubicBezTo>
                  <a:cubicBezTo>
                    <a:pt x="71270" y="29934"/>
                    <a:pt x="72071" y="26591"/>
                    <a:pt x="72678" y="23210"/>
                  </a:cubicBezTo>
                  <a:cubicBezTo>
                    <a:pt x="73864" y="16420"/>
                    <a:pt x="74210" y="9510"/>
                    <a:pt x="73707" y="2636"/>
                  </a:cubicBezTo>
                  <a:cubicBezTo>
                    <a:pt x="73426" y="1496"/>
                    <a:pt x="74122" y="344"/>
                    <a:pt x="75261" y="62"/>
                  </a:cubicBezTo>
                  <a:cubicBezTo>
                    <a:pt x="76401" y="-219"/>
                    <a:pt x="77554" y="477"/>
                    <a:pt x="77835" y="1617"/>
                  </a:cubicBezTo>
                  <a:cubicBezTo>
                    <a:pt x="77890" y="1838"/>
                    <a:pt x="77909" y="2066"/>
                    <a:pt x="77891" y="2293"/>
                  </a:cubicBezTo>
                  <a:cubicBezTo>
                    <a:pt x="78382" y="9581"/>
                    <a:pt x="78013" y="16900"/>
                    <a:pt x="76794" y="24102"/>
                  </a:cubicBezTo>
                  <a:cubicBezTo>
                    <a:pt x="76158" y="27624"/>
                    <a:pt x="75311" y="31105"/>
                    <a:pt x="74256" y="34526"/>
                  </a:cubicBezTo>
                  <a:cubicBezTo>
                    <a:pt x="73207" y="38027"/>
                    <a:pt x="71947" y="41463"/>
                    <a:pt x="70485" y="44813"/>
                  </a:cubicBezTo>
                  <a:cubicBezTo>
                    <a:pt x="69039" y="48301"/>
                    <a:pt x="67366" y="51692"/>
                    <a:pt x="65478" y="54963"/>
                  </a:cubicBezTo>
                  <a:cubicBezTo>
                    <a:pt x="64243" y="57157"/>
                    <a:pt x="62940" y="59352"/>
                    <a:pt x="61500" y="61821"/>
                  </a:cubicBezTo>
                  <a:cubicBezTo>
                    <a:pt x="60059" y="64289"/>
                    <a:pt x="58551" y="66141"/>
                    <a:pt x="56974" y="68267"/>
                  </a:cubicBezTo>
                  <a:cubicBezTo>
                    <a:pt x="55396" y="70393"/>
                    <a:pt x="53682" y="72519"/>
                    <a:pt x="51898" y="74645"/>
                  </a:cubicBezTo>
                  <a:cubicBezTo>
                    <a:pt x="50116" y="76771"/>
                    <a:pt x="48264" y="78760"/>
                    <a:pt x="46343" y="80749"/>
                  </a:cubicBezTo>
                  <a:cubicBezTo>
                    <a:pt x="44423" y="82738"/>
                    <a:pt x="42366" y="84795"/>
                    <a:pt x="40308" y="86784"/>
                  </a:cubicBezTo>
                  <a:cubicBezTo>
                    <a:pt x="38251" y="88773"/>
                    <a:pt x="35988" y="90693"/>
                    <a:pt x="33450" y="92613"/>
                  </a:cubicBezTo>
                  <a:cubicBezTo>
                    <a:pt x="30913" y="94533"/>
                    <a:pt x="28924" y="96385"/>
                    <a:pt x="26592" y="98237"/>
                  </a:cubicBezTo>
                  <a:cubicBezTo>
                    <a:pt x="24261" y="100088"/>
                    <a:pt x="21655" y="101940"/>
                    <a:pt x="19117" y="103723"/>
                  </a:cubicBezTo>
                  <a:cubicBezTo>
                    <a:pt x="16580" y="105506"/>
                    <a:pt x="13974" y="107221"/>
                    <a:pt x="11231" y="108935"/>
                  </a:cubicBezTo>
                  <a:cubicBezTo>
                    <a:pt x="8488" y="110650"/>
                    <a:pt x="5813" y="112295"/>
                    <a:pt x="3001" y="113942"/>
                  </a:cubicBezTo>
                  <a:cubicBezTo>
                    <a:pt x="2698" y="113943"/>
                    <a:pt x="2397" y="113897"/>
                    <a:pt x="2109" y="113804"/>
                  </a:cubicBezTo>
                  <a:close/>
                </a:path>
              </a:pathLst>
            </a:custGeom>
            <a:solidFill>
              <a:srgbClr val="4D525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ADA0D94-085C-6AAE-F5A6-207A2C4339FD}"/>
                </a:ext>
              </a:extLst>
            </p:cNvPr>
            <p:cNvSpPr/>
            <p:nvPr/>
          </p:nvSpPr>
          <p:spPr>
            <a:xfrm>
              <a:off x="2270989" y="3402869"/>
              <a:ext cx="4066193" cy="1376059"/>
            </a:xfrm>
            <a:custGeom>
              <a:avLst/>
              <a:gdLst>
                <a:gd name="connsiteX0" fmla="*/ 1583522 w 4066193"/>
                <a:gd name="connsiteY0" fmla="*/ 1376060 h 1376059"/>
                <a:gd name="connsiteX1" fmla="*/ 1557667 w 4066193"/>
                <a:gd name="connsiteY1" fmla="*/ 1375305 h 1376059"/>
                <a:gd name="connsiteX2" fmla="*/ 1539836 w 4066193"/>
                <a:gd name="connsiteY2" fmla="*/ 1373865 h 1376059"/>
                <a:gd name="connsiteX3" fmla="*/ 1522348 w 4066193"/>
                <a:gd name="connsiteY3" fmla="*/ 1371739 h 1376059"/>
                <a:gd name="connsiteX4" fmla="*/ 1505066 w 4066193"/>
                <a:gd name="connsiteY4" fmla="*/ 1368927 h 1376059"/>
                <a:gd name="connsiteX5" fmla="*/ 1493819 w 4066193"/>
                <a:gd name="connsiteY5" fmla="*/ 1366596 h 1376059"/>
                <a:gd name="connsiteX6" fmla="*/ 1482709 w 4066193"/>
                <a:gd name="connsiteY6" fmla="*/ 1364058 h 1376059"/>
                <a:gd name="connsiteX7" fmla="*/ 1471874 w 4066193"/>
                <a:gd name="connsiteY7" fmla="*/ 1361109 h 1376059"/>
                <a:gd name="connsiteX8" fmla="*/ 1461243 w 4066193"/>
                <a:gd name="connsiteY8" fmla="*/ 1357955 h 1376059"/>
                <a:gd name="connsiteX9" fmla="*/ 1450888 w 4066193"/>
                <a:gd name="connsiteY9" fmla="*/ 1354457 h 1376059"/>
                <a:gd name="connsiteX10" fmla="*/ 1440875 w 4066193"/>
                <a:gd name="connsiteY10" fmla="*/ 1350754 h 1376059"/>
                <a:gd name="connsiteX11" fmla="*/ 1431137 w 4066193"/>
                <a:gd name="connsiteY11" fmla="*/ 1346707 h 1376059"/>
                <a:gd name="connsiteX12" fmla="*/ 1421742 w 4066193"/>
                <a:gd name="connsiteY12" fmla="*/ 1342455 h 1376059"/>
                <a:gd name="connsiteX13" fmla="*/ 1412689 w 4066193"/>
                <a:gd name="connsiteY13" fmla="*/ 1337861 h 1376059"/>
                <a:gd name="connsiteX14" fmla="*/ 1404048 w 4066193"/>
                <a:gd name="connsiteY14" fmla="*/ 1333129 h 1376059"/>
                <a:gd name="connsiteX15" fmla="*/ 1404459 w 4066193"/>
                <a:gd name="connsiteY15" fmla="*/ 1330934 h 1376059"/>
                <a:gd name="connsiteX16" fmla="*/ 1403431 w 4066193"/>
                <a:gd name="connsiteY16" fmla="*/ 1332786 h 1376059"/>
                <a:gd name="connsiteX17" fmla="*/ 1382034 w 4066193"/>
                <a:gd name="connsiteY17" fmla="*/ 1320372 h 1376059"/>
                <a:gd name="connsiteX18" fmla="*/ 72773 w 4066193"/>
                <a:gd name="connsiteY18" fmla="*/ 564484 h 1376059"/>
                <a:gd name="connsiteX19" fmla="*/ 69070 w 4066193"/>
                <a:gd name="connsiteY19" fmla="*/ 562221 h 1376059"/>
                <a:gd name="connsiteX20" fmla="*/ 61046 w 4066193"/>
                <a:gd name="connsiteY20" fmla="*/ 557077 h 1376059"/>
                <a:gd name="connsiteX21" fmla="*/ 53433 w 4066193"/>
                <a:gd name="connsiteY21" fmla="*/ 551728 h 1376059"/>
                <a:gd name="connsiteX22" fmla="*/ 46575 w 4066193"/>
                <a:gd name="connsiteY22" fmla="*/ 546104 h 1376059"/>
                <a:gd name="connsiteX23" fmla="*/ 39717 w 4066193"/>
                <a:gd name="connsiteY23" fmla="*/ 540344 h 1376059"/>
                <a:gd name="connsiteX24" fmla="*/ 33476 w 4066193"/>
                <a:gd name="connsiteY24" fmla="*/ 534308 h 1376059"/>
                <a:gd name="connsiteX25" fmla="*/ 27784 w 4066193"/>
                <a:gd name="connsiteY25" fmla="*/ 528205 h 1376059"/>
                <a:gd name="connsiteX26" fmla="*/ 22504 w 4066193"/>
                <a:gd name="connsiteY26" fmla="*/ 521896 h 1376059"/>
                <a:gd name="connsiteX27" fmla="*/ 17840 w 4066193"/>
                <a:gd name="connsiteY27" fmla="*/ 515449 h 1376059"/>
                <a:gd name="connsiteX28" fmla="*/ 11737 w 4066193"/>
                <a:gd name="connsiteY28" fmla="*/ 505573 h 1376059"/>
                <a:gd name="connsiteX29" fmla="*/ 6867 w 4066193"/>
                <a:gd name="connsiteY29" fmla="*/ 495424 h 1376059"/>
                <a:gd name="connsiteX30" fmla="*/ 3301 w 4066193"/>
                <a:gd name="connsiteY30" fmla="*/ 485068 h 1376059"/>
                <a:gd name="connsiteX31" fmla="*/ 284 w 4066193"/>
                <a:gd name="connsiteY31" fmla="*/ 469295 h 1376059"/>
                <a:gd name="connsiteX32" fmla="*/ 284 w 4066193"/>
                <a:gd name="connsiteY32" fmla="*/ 455167 h 1376059"/>
                <a:gd name="connsiteX33" fmla="*/ 2410 w 4066193"/>
                <a:gd name="connsiteY33" fmla="*/ 453179 h 1376059"/>
                <a:gd name="connsiteX34" fmla="*/ 2410 w 4066193"/>
                <a:gd name="connsiteY34" fmla="*/ 453179 h 1376059"/>
                <a:gd name="connsiteX35" fmla="*/ 4331 w 4066193"/>
                <a:gd name="connsiteY35" fmla="*/ 455364 h 1376059"/>
                <a:gd name="connsiteX36" fmla="*/ 4330 w 4066193"/>
                <a:gd name="connsiteY36" fmla="*/ 455373 h 1376059"/>
                <a:gd name="connsiteX37" fmla="*/ 7485 w 4066193"/>
                <a:gd name="connsiteY37" fmla="*/ 483834 h 1376059"/>
                <a:gd name="connsiteX38" fmla="*/ 10845 w 4066193"/>
                <a:gd name="connsiteY38" fmla="*/ 493710 h 1376059"/>
                <a:gd name="connsiteX39" fmla="*/ 15509 w 4066193"/>
                <a:gd name="connsiteY39" fmla="*/ 503516 h 1376059"/>
                <a:gd name="connsiteX40" fmla="*/ 21063 w 4066193"/>
                <a:gd name="connsiteY40" fmla="*/ 513049 h 1376059"/>
                <a:gd name="connsiteX41" fmla="*/ 25590 w 4066193"/>
                <a:gd name="connsiteY41" fmla="*/ 519289 h 1376059"/>
                <a:gd name="connsiteX42" fmla="*/ 30665 w 4066193"/>
                <a:gd name="connsiteY42" fmla="*/ 525393 h 1376059"/>
                <a:gd name="connsiteX43" fmla="*/ 36288 w 4066193"/>
                <a:gd name="connsiteY43" fmla="*/ 531360 h 1376059"/>
                <a:gd name="connsiteX44" fmla="*/ 42323 w 4066193"/>
                <a:gd name="connsiteY44" fmla="*/ 537189 h 1376059"/>
                <a:gd name="connsiteX45" fmla="*/ 49181 w 4066193"/>
                <a:gd name="connsiteY45" fmla="*/ 542813 h 1376059"/>
                <a:gd name="connsiteX46" fmla="*/ 56039 w 4066193"/>
                <a:gd name="connsiteY46" fmla="*/ 548299 h 1376059"/>
                <a:gd name="connsiteX47" fmla="*/ 63515 w 4066193"/>
                <a:gd name="connsiteY47" fmla="*/ 553579 h 1376059"/>
                <a:gd name="connsiteX48" fmla="*/ 71401 w 4066193"/>
                <a:gd name="connsiteY48" fmla="*/ 558655 h 1376059"/>
                <a:gd name="connsiteX49" fmla="*/ 75036 w 4066193"/>
                <a:gd name="connsiteY49" fmla="*/ 560849 h 1376059"/>
                <a:gd name="connsiteX50" fmla="*/ 76888 w 4066193"/>
                <a:gd name="connsiteY50" fmla="*/ 561946 h 1376059"/>
                <a:gd name="connsiteX51" fmla="*/ 1405488 w 4066193"/>
                <a:gd name="connsiteY51" fmla="*/ 1329151 h 1376059"/>
                <a:gd name="connsiteX52" fmla="*/ 1404939 w 4066193"/>
                <a:gd name="connsiteY52" fmla="*/ 1331208 h 1376059"/>
                <a:gd name="connsiteX53" fmla="*/ 1405968 w 4066193"/>
                <a:gd name="connsiteY53" fmla="*/ 1329425 h 1376059"/>
                <a:gd name="connsiteX54" fmla="*/ 1414678 w 4066193"/>
                <a:gd name="connsiteY54" fmla="*/ 1334226 h 1376059"/>
                <a:gd name="connsiteX55" fmla="*/ 1423524 w 4066193"/>
                <a:gd name="connsiteY55" fmla="*/ 1338684 h 1376059"/>
                <a:gd name="connsiteX56" fmla="*/ 1432783 w 4066193"/>
                <a:gd name="connsiteY56" fmla="*/ 1342867 h 1376059"/>
                <a:gd name="connsiteX57" fmla="*/ 1442384 w 4066193"/>
                <a:gd name="connsiteY57" fmla="*/ 1346845 h 1376059"/>
                <a:gd name="connsiteX58" fmla="*/ 1452328 w 4066193"/>
                <a:gd name="connsiteY58" fmla="*/ 1350548 h 1376059"/>
                <a:gd name="connsiteX59" fmla="*/ 1462547 w 4066193"/>
                <a:gd name="connsiteY59" fmla="*/ 1353977 h 1376059"/>
                <a:gd name="connsiteX60" fmla="*/ 1472971 w 4066193"/>
                <a:gd name="connsiteY60" fmla="*/ 1357132 h 1376059"/>
                <a:gd name="connsiteX61" fmla="*/ 1483738 w 4066193"/>
                <a:gd name="connsiteY61" fmla="*/ 1360012 h 1376059"/>
                <a:gd name="connsiteX62" fmla="*/ 1494711 w 4066193"/>
                <a:gd name="connsiteY62" fmla="*/ 1362549 h 1376059"/>
                <a:gd name="connsiteX63" fmla="*/ 1505820 w 4066193"/>
                <a:gd name="connsiteY63" fmla="*/ 1364813 h 1376059"/>
                <a:gd name="connsiteX64" fmla="*/ 1522897 w 4066193"/>
                <a:gd name="connsiteY64" fmla="*/ 1367624 h 1376059"/>
                <a:gd name="connsiteX65" fmla="*/ 1540248 w 4066193"/>
                <a:gd name="connsiteY65" fmla="*/ 1369750 h 1376059"/>
                <a:gd name="connsiteX66" fmla="*/ 1557873 w 4066193"/>
                <a:gd name="connsiteY66" fmla="*/ 1371122 h 1376059"/>
                <a:gd name="connsiteX67" fmla="*/ 1597855 w 4066193"/>
                <a:gd name="connsiteY67" fmla="*/ 1371671 h 1376059"/>
                <a:gd name="connsiteX68" fmla="*/ 1624327 w 4066193"/>
                <a:gd name="connsiteY68" fmla="*/ 1369956 h 1376059"/>
                <a:gd name="connsiteX69" fmla="*/ 1641815 w 4066193"/>
                <a:gd name="connsiteY69" fmla="*/ 1367967 h 1376059"/>
                <a:gd name="connsiteX70" fmla="*/ 1658960 w 4066193"/>
                <a:gd name="connsiteY70" fmla="*/ 1365224 h 1376059"/>
                <a:gd name="connsiteX71" fmla="*/ 1675693 w 4066193"/>
                <a:gd name="connsiteY71" fmla="*/ 1361795 h 1376059"/>
                <a:gd name="connsiteX72" fmla="*/ 1686597 w 4066193"/>
                <a:gd name="connsiteY72" fmla="*/ 1359120 h 1376059"/>
                <a:gd name="connsiteX73" fmla="*/ 1697296 w 4066193"/>
                <a:gd name="connsiteY73" fmla="*/ 1356171 h 1376059"/>
                <a:gd name="connsiteX74" fmla="*/ 1707720 w 4066193"/>
                <a:gd name="connsiteY74" fmla="*/ 1352880 h 1376059"/>
                <a:gd name="connsiteX75" fmla="*/ 1717870 w 4066193"/>
                <a:gd name="connsiteY75" fmla="*/ 1349382 h 1376059"/>
                <a:gd name="connsiteX76" fmla="*/ 1727677 w 4066193"/>
                <a:gd name="connsiteY76" fmla="*/ 1345610 h 1376059"/>
                <a:gd name="connsiteX77" fmla="*/ 1737210 w 4066193"/>
                <a:gd name="connsiteY77" fmla="*/ 1341495 h 1376059"/>
                <a:gd name="connsiteX78" fmla="*/ 1746399 w 4066193"/>
                <a:gd name="connsiteY78" fmla="*/ 1337175 h 1376059"/>
                <a:gd name="connsiteX79" fmla="*/ 1755177 w 4066193"/>
                <a:gd name="connsiteY79" fmla="*/ 1332649 h 1376059"/>
                <a:gd name="connsiteX80" fmla="*/ 1758949 w 4066193"/>
                <a:gd name="connsiteY80" fmla="*/ 1330523 h 1376059"/>
                <a:gd name="connsiteX81" fmla="*/ 1760938 w 4066193"/>
                <a:gd name="connsiteY81" fmla="*/ 1329151 h 1376059"/>
                <a:gd name="connsiteX82" fmla="*/ 4063100 w 4066193"/>
                <a:gd name="connsiteY82" fmla="*/ 276 h 1376059"/>
                <a:gd name="connsiteX83" fmla="*/ 4065911 w 4066193"/>
                <a:gd name="connsiteY83" fmla="*/ 1029 h 1376059"/>
                <a:gd name="connsiteX84" fmla="*/ 4065912 w 4066193"/>
                <a:gd name="connsiteY84" fmla="*/ 1031 h 1376059"/>
                <a:gd name="connsiteX85" fmla="*/ 4065158 w 4066193"/>
                <a:gd name="connsiteY85" fmla="*/ 3911 h 1376059"/>
                <a:gd name="connsiteX86" fmla="*/ 1760870 w 4066193"/>
                <a:gd name="connsiteY86" fmla="*/ 1334363 h 1376059"/>
                <a:gd name="connsiteX87" fmla="*/ 1757029 w 4066193"/>
                <a:gd name="connsiteY87" fmla="*/ 1336489 h 1376059"/>
                <a:gd name="connsiteX88" fmla="*/ 1748114 w 4066193"/>
                <a:gd name="connsiteY88" fmla="*/ 1341152 h 1376059"/>
                <a:gd name="connsiteX89" fmla="*/ 1738787 w 4066193"/>
                <a:gd name="connsiteY89" fmla="*/ 1345542 h 1376059"/>
                <a:gd name="connsiteX90" fmla="*/ 1729117 w 4066193"/>
                <a:gd name="connsiteY90" fmla="*/ 1349656 h 1376059"/>
                <a:gd name="connsiteX91" fmla="*/ 1719173 w 4066193"/>
                <a:gd name="connsiteY91" fmla="*/ 1353497 h 1376059"/>
                <a:gd name="connsiteX92" fmla="*/ 1708817 w 4066193"/>
                <a:gd name="connsiteY92" fmla="*/ 1357063 h 1376059"/>
                <a:gd name="connsiteX93" fmla="*/ 1698325 w 4066193"/>
                <a:gd name="connsiteY93" fmla="*/ 1360355 h 1376059"/>
                <a:gd name="connsiteX94" fmla="*/ 1687557 w 4066193"/>
                <a:gd name="connsiteY94" fmla="*/ 1363372 h 1376059"/>
                <a:gd name="connsiteX95" fmla="*/ 1676516 w 4066193"/>
                <a:gd name="connsiteY95" fmla="*/ 1366047 h 1376059"/>
                <a:gd name="connsiteX96" fmla="*/ 1659508 w 4066193"/>
                <a:gd name="connsiteY96" fmla="*/ 1369545 h 1376059"/>
                <a:gd name="connsiteX97" fmla="*/ 1642226 w 4066193"/>
                <a:gd name="connsiteY97" fmla="*/ 1372288 h 1376059"/>
                <a:gd name="connsiteX98" fmla="*/ 1624601 w 4066193"/>
                <a:gd name="connsiteY98" fmla="*/ 1374277 h 1376059"/>
                <a:gd name="connsiteX99" fmla="*/ 1597855 w 4066193"/>
                <a:gd name="connsiteY99" fmla="*/ 1375991 h 1376059"/>
                <a:gd name="connsiteX100" fmla="*/ 1583522 w 4066193"/>
                <a:gd name="connsiteY100" fmla="*/ 1376060 h 1376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4066193" h="1376059">
                  <a:moveTo>
                    <a:pt x="1583522" y="1376060"/>
                  </a:moveTo>
                  <a:cubicBezTo>
                    <a:pt x="1574881" y="1376060"/>
                    <a:pt x="1566239" y="1376060"/>
                    <a:pt x="1557667" y="1375305"/>
                  </a:cubicBezTo>
                  <a:cubicBezTo>
                    <a:pt x="1551358" y="1374894"/>
                    <a:pt x="1545528" y="1374482"/>
                    <a:pt x="1539836" y="1373865"/>
                  </a:cubicBezTo>
                  <a:cubicBezTo>
                    <a:pt x="1534144" y="1373248"/>
                    <a:pt x="1528246" y="1372631"/>
                    <a:pt x="1522348" y="1371739"/>
                  </a:cubicBezTo>
                  <a:cubicBezTo>
                    <a:pt x="1516451" y="1370848"/>
                    <a:pt x="1510690" y="1369956"/>
                    <a:pt x="1505066" y="1368927"/>
                  </a:cubicBezTo>
                  <a:lnTo>
                    <a:pt x="1493819" y="1366596"/>
                  </a:lnTo>
                  <a:cubicBezTo>
                    <a:pt x="1490116" y="1365841"/>
                    <a:pt x="1486344" y="1364949"/>
                    <a:pt x="1482709" y="1364058"/>
                  </a:cubicBezTo>
                  <a:lnTo>
                    <a:pt x="1471874" y="1361109"/>
                  </a:lnTo>
                  <a:cubicBezTo>
                    <a:pt x="1468239" y="1360149"/>
                    <a:pt x="1465016" y="1359052"/>
                    <a:pt x="1461243" y="1357955"/>
                  </a:cubicBezTo>
                  <a:cubicBezTo>
                    <a:pt x="1457472" y="1356857"/>
                    <a:pt x="1454385" y="1355691"/>
                    <a:pt x="1450888" y="1354457"/>
                  </a:cubicBezTo>
                  <a:cubicBezTo>
                    <a:pt x="1447390" y="1353223"/>
                    <a:pt x="1444030" y="1352057"/>
                    <a:pt x="1440875" y="1350754"/>
                  </a:cubicBezTo>
                  <a:lnTo>
                    <a:pt x="1431137" y="1346707"/>
                  </a:lnTo>
                  <a:lnTo>
                    <a:pt x="1421742" y="1342455"/>
                  </a:lnTo>
                  <a:lnTo>
                    <a:pt x="1412689" y="1337861"/>
                  </a:lnTo>
                  <a:cubicBezTo>
                    <a:pt x="1409740" y="1336352"/>
                    <a:pt x="1406928" y="1334775"/>
                    <a:pt x="1404048" y="1333129"/>
                  </a:cubicBezTo>
                  <a:lnTo>
                    <a:pt x="1404459" y="1330934"/>
                  </a:lnTo>
                  <a:lnTo>
                    <a:pt x="1403431" y="1332786"/>
                  </a:lnTo>
                  <a:lnTo>
                    <a:pt x="1382034" y="1320372"/>
                  </a:lnTo>
                  <a:lnTo>
                    <a:pt x="72773" y="564484"/>
                  </a:lnTo>
                  <a:lnTo>
                    <a:pt x="69070" y="562221"/>
                  </a:lnTo>
                  <a:cubicBezTo>
                    <a:pt x="66326" y="560575"/>
                    <a:pt x="63652" y="558860"/>
                    <a:pt x="61046" y="557077"/>
                  </a:cubicBezTo>
                  <a:cubicBezTo>
                    <a:pt x="58440" y="555363"/>
                    <a:pt x="55902" y="553511"/>
                    <a:pt x="53433" y="551728"/>
                  </a:cubicBezTo>
                  <a:cubicBezTo>
                    <a:pt x="50964" y="549945"/>
                    <a:pt x="48496" y="548024"/>
                    <a:pt x="46575" y="546104"/>
                  </a:cubicBezTo>
                  <a:cubicBezTo>
                    <a:pt x="44655" y="544184"/>
                    <a:pt x="41980" y="542264"/>
                    <a:pt x="39717" y="540344"/>
                  </a:cubicBezTo>
                  <a:cubicBezTo>
                    <a:pt x="37454" y="538424"/>
                    <a:pt x="35465" y="536366"/>
                    <a:pt x="33476" y="534308"/>
                  </a:cubicBezTo>
                  <a:cubicBezTo>
                    <a:pt x="31488" y="532251"/>
                    <a:pt x="29636" y="530263"/>
                    <a:pt x="27784" y="528205"/>
                  </a:cubicBezTo>
                  <a:cubicBezTo>
                    <a:pt x="25933" y="526147"/>
                    <a:pt x="24150" y="524021"/>
                    <a:pt x="22504" y="521896"/>
                  </a:cubicBezTo>
                  <a:cubicBezTo>
                    <a:pt x="20858" y="519770"/>
                    <a:pt x="19280" y="517575"/>
                    <a:pt x="17840" y="515449"/>
                  </a:cubicBezTo>
                  <a:cubicBezTo>
                    <a:pt x="15641" y="512262"/>
                    <a:pt x="13603" y="508966"/>
                    <a:pt x="11737" y="505573"/>
                  </a:cubicBezTo>
                  <a:cubicBezTo>
                    <a:pt x="9885" y="502144"/>
                    <a:pt x="8308" y="498715"/>
                    <a:pt x="6867" y="495424"/>
                  </a:cubicBezTo>
                  <a:cubicBezTo>
                    <a:pt x="5485" y="492042"/>
                    <a:pt x="4295" y="488584"/>
                    <a:pt x="3301" y="485068"/>
                  </a:cubicBezTo>
                  <a:cubicBezTo>
                    <a:pt x="1828" y="479911"/>
                    <a:pt x="818" y="474632"/>
                    <a:pt x="284" y="469295"/>
                  </a:cubicBezTo>
                  <a:cubicBezTo>
                    <a:pt x="-95" y="464593"/>
                    <a:pt x="-95" y="459869"/>
                    <a:pt x="284" y="455167"/>
                  </a:cubicBezTo>
                  <a:cubicBezTo>
                    <a:pt x="387" y="454062"/>
                    <a:pt x="1300" y="453208"/>
                    <a:pt x="2410" y="453179"/>
                  </a:cubicBezTo>
                  <a:lnTo>
                    <a:pt x="2410" y="453179"/>
                  </a:lnTo>
                  <a:cubicBezTo>
                    <a:pt x="3544" y="453252"/>
                    <a:pt x="4404" y="454230"/>
                    <a:pt x="4331" y="455364"/>
                  </a:cubicBezTo>
                  <a:cubicBezTo>
                    <a:pt x="4330" y="455367"/>
                    <a:pt x="4330" y="455370"/>
                    <a:pt x="4330" y="455373"/>
                  </a:cubicBezTo>
                  <a:cubicBezTo>
                    <a:pt x="3674" y="464973"/>
                    <a:pt x="4742" y="474612"/>
                    <a:pt x="7485" y="483834"/>
                  </a:cubicBezTo>
                  <a:cubicBezTo>
                    <a:pt x="8398" y="487193"/>
                    <a:pt x="9521" y="490491"/>
                    <a:pt x="10845" y="493710"/>
                  </a:cubicBezTo>
                  <a:cubicBezTo>
                    <a:pt x="12217" y="496933"/>
                    <a:pt x="13794" y="500224"/>
                    <a:pt x="15509" y="503516"/>
                  </a:cubicBezTo>
                  <a:cubicBezTo>
                    <a:pt x="17195" y="506787"/>
                    <a:pt x="19049" y="509969"/>
                    <a:pt x="21063" y="513049"/>
                  </a:cubicBezTo>
                  <a:cubicBezTo>
                    <a:pt x="22504" y="515106"/>
                    <a:pt x="24012" y="517232"/>
                    <a:pt x="25590" y="519289"/>
                  </a:cubicBezTo>
                  <a:cubicBezTo>
                    <a:pt x="27167" y="521347"/>
                    <a:pt x="28882" y="523336"/>
                    <a:pt x="30665" y="525393"/>
                  </a:cubicBezTo>
                  <a:cubicBezTo>
                    <a:pt x="32448" y="527450"/>
                    <a:pt x="34299" y="529371"/>
                    <a:pt x="36288" y="531360"/>
                  </a:cubicBezTo>
                  <a:cubicBezTo>
                    <a:pt x="38277" y="533349"/>
                    <a:pt x="40197" y="535269"/>
                    <a:pt x="42323" y="537189"/>
                  </a:cubicBezTo>
                  <a:cubicBezTo>
                    <a:pt x="44449" y="539109"/>
                    <a:pt x="46575" y="540961"/>
                    <a:pt x="49181" y="542813"/>
                  </a:cubicBezTo>
                  <a:cubicBezTo>
                    <a:pt x="51787" y="544664"/>
                    <a:pt x="53776" y="546516"/>
                    <a:pt x="56039" y="548299"/>
                  </a:cubicBezTo>
                  <a:cubicBezTo>
                    <a:pt x="58302" y="550082"/>
                    <a:pt x="60908" y="551865"/>
                    <a:pt x="63515" y="553579"/>
                  </a:cubicBezTo>
                  <a:cubicBezTo>
                    <a:pt x="66121" y="555294"/>
                    <a:pt x="68658" y="557008"/>
                    <a:pt x="71401" y="558655"/>
                  </a:cubicBezTo>
                  <a:lnTo>
                    <a:pt x="75036" y="560849"/>
                  </a:lnTo>
                  <a:lnTo>
                    <a:pt x="76888" y="561946"/>
                  </a:lnTo>
                  <a:lnTo>
                    <a:pt x="1405488" y="1329151"/>
                  </a:lnTo>
                  <a:lnTo>
                    <a:pt x="1404939" y="1331208"/>
                  </a:lnTo>
                  <a:lnTo>
                    <a:pt x="1405968" y="1329425"/>
                  </a:lnTo>
                  <a:cubicBezTo>
                    <a:pt x="1408917" y="1331140"/>
                    <a:pt x="1411729" y="1332717"/>
                    <a:pt x="1414678" y="1334226"/>
                  </a:cubicBezTo>
                  <a:cubicBezTo>
                    <a:pt x="1417627" y="1335735"/>
                    <a:pt x="1420507" y="1337243"/>
                    <a:pt x="1423524" y="1338684"/>
                  </a:cubicBezTo>
                  <a:lnTo>
                    <a:pt x="1432783" y="1342867"/>
                  </a:lnTo>
                  <a:cubicBezTo>
                    <a:pt x="1435937" y="1344239"/>
                    <a:pt x="1439092" y="1345610"/>
                    <a:pt x="1442384" y="1346845"/>
                  </a:cubicBezTo>
                  <a:cubicBezTo>
                    <a:pt x="1445676" y="1348079"/>
                    <a:pt x="1448899" y="1349382"/>
                    <a:pt x="1452328" y="1350548"/>
                  </a:cubicBezTo>
                  <a:cubicBezTo>
                    <a:pt x="1455757" y="1351714"/>
                    <a:pt x="1459186" y="1352880"/>
                    <a:pt x="1462547" y="1353977"/>
                  </a:cubicBezTo>
                  <a:lnTo>
                    <a:pt x="1472971" y="1357132"/>
                  </a:lnTo>
                  <a:cubicBezTo>
                    <a:pt x="1476537" y="1358160"/>
                    <a:pt x="1479829" y="1359052"/>
                    <a:pt x="1483738" y="1360012"/>
                  </a:cubicBezTo>
                  <a:lnTo>
                    <a:pt x="1494711" y="1362549"/>
                  </a:lnTo>
                  <a:cubicBezTo>
                    <a:pt x="1498345" y="1363372"/>
                    <a:pt x="1502117" y="1364127"/>
                    <a:pt x="1505820" y="1364813"/>
                  </a:cubicBezTo>
                  <a:cubicBezTo>
                    <a:pt x="1511375" y="1365841"/>
                    <a:pt x="1517136" y="1366801"/>
                    <a:pt x="1522897" y="1367624"/>
                  </a:cubicBezTo>
                  <a:cubicBezTo>
                    <a:pt x="1528658" y="1368447"/>
                    <a:pt x="1534624" y="1369133"/>
                    <a:pt x="1540248" y="1369750"/>
                  </a:cubicBezTo>
                  <a:cubicBezTo>
                    <a:pt x="1545871" y="1370368"/>
                    <a:pt x="1551701" y="1370779"/>
                    <a:pt x="1557873" y="1371122"/>
                  </a:cubicBezTo>
                  <a:cubicBezTo>
                    <a:pt x="1571177" y="1371876"/>
                    <a:pt x="1584550" y="1372013"/>
                    <a:pt x="1597855" y="1371671"/>
                  </a:cubicBezTo>
                  <a:cubicBezTo>
                    <a:pt x="1606702" y="1371328"/>
                    <a:pt x="1615617" y="1370779"/>
                    <a:pt x="1624327" y="1369956"/>
                  </a:cubicBezTo>
                  <a:cubicBezTo>
                    <a:pt x="1630362" y="1369407"/>
                    <a:pt x="1636191" y="1368722"/>
                    <a:pt x="1641815" y="1367967"/>
                  </a:cubicBezTo>
                  <a:cubicBezTo>
                    <a:pt x="1647438" y="1367213"/>
                    <a:pt x="1653267" y="1366252"/>
                    <a:pt x="1658960" y="1365224"/>
                  </a:cubicBezTo>
                  <a:cubicBezTo>
                    <a:pt x="1664652" y="1364195"/>
                    <a:pt x="1670275" y="1363029"/>
                    <a:pt x="1675693" y="1361795"/>
                  </a:cubicBezTo>
                  <a:cubicBezTo>
                    <a:pt x="1679328" y="1360972"/>
                    <a:pt x="1683031" y="1360081"/>
                    <a:pt x="1686597" y="1359120"/>
                  </a:cubicBezTo>
                  <a:cubicBezTo>
                    <a:pt x="1690164" y="1358160"/>
                    <a:pt x="1693455" y="1357200"/>
                    <a:pt x="1697296" y="1356171"/>
                  </a:cubicBezTo>
                  <a:cubicBezTo>
                    <a:pt x="1701136" y="1355143"/>
                    <a:pt x="1704154" y="1354045"/>
                    <a:pt x="1707720" y="1352880"/>
                  </a:cubicBezTo>
                  <a:cubicBezTo>
                    <a:pt x="1711286" y="1351714"/>
                    <a:pt x="1714578" y="1350616"/>
                    <a:pt x="1717870" y="1349382"/>
                  </a:cubicBezTo>
                  <a:lnTo>
                    <a:pt x="1727677" y="1345610"/>
                  </a:lnTo>
                  <a:lnTo>
                    <a:pt x="1737210" y="1341495"/>
                  </a:lnTo>
                  <a:cubicBezTo>
                    <a:pt x="1740296" y="1340124"/>
                    <a:pt x="1743382" y="1338684"/>
                    <a:pt x="1746399" y="1337175"/>
                  </a:cubicBezTo>
                  <a:cubicBezTo>
                    <a:pt x="1749417" y="1335666"/>
                    <a:pt x="1752366" y="1334157"/>
                    <a:pt x="1755177" y="1332649"/>
                  </a:cubicBezTo>
                  <a:lnTo>
                    <a:pt x="1758949" y="1330523"/>
                  </a:lnTo>
                  <a:lnTo>
                    <a:pt x="1760938" y="1329151"/>
                  </a:lnTo>
                  <a:lnTo>
                    <a:pt x="4063100" y="276"/>
                  </a:lnTo>
                  <a:cubicBezTo>
                    <a:pt x="4064084" y="-292"/>
                    <a:pt x="4065343" y="45"/>
                    <a:pt x="4065911" y="1029"/>
                  </a:cubicBezTo>
                  <a:cubicBezTo>
                    <a:pt x="4065911" y="1029"/>
                    <a:pt x="4065912" y="1030"/>
                    <a:pt x="4065912" y="1031"/>
                  </a:cubicBezTo>
                  <a:cubicBezTo>
                    <a:pt x="4066487" y="2036"/>
                    <a:pt x="4066152" y="3317"/>
                    <a:pt x="4065158" y="3911"/>
                  </a:cubicBezTo>
                  <a:lnTo>
                    <a:pt x="1760870" y="1334363"/>
                  </a:lnTo>
                  <a:cubicBezTo>
                    <a:pt x="1759635" y="1335117"/>
                    <a:pt x="1758332" y="1335803"/>
                    <a:pt x="1757029" y="1336489"/>
                  </a:cubicBezTo>
                  <a:cubicBezTo>
                    <a:pt x="1754080" y="1338066"/>
                    <a:pt x="1751131" y="1339644"/>
                    <a:pt x="1748114" y="1341152"/>
                  </a:cubicBezTo>
                  <a:lnTo>
                    <a:pt x="1738787" y="1345542"/>
                  </a:lnTo>
                  <a:lnTo>
                    <a:pt x="1729117" y="1349656"/>
                  </a:lnTo>
                  <a:lnTo>
                    <a:pt x="1719173" y="1353497"/>
                  </a:lnTo>
                  <a:lnTo>
                    <a:pt x="1708817" y="1357063"/>
                  </a:lnTo>
                  <a:cubicBezTo>
                    <a:pt x="1705388" y="1358252"/>
                    <a:pt x="1701891" y="1359349"/>
                    <a:pt x="1698325" y="1360355"/>
                  </a:cubicBezTo>
                  <a:lnTo>
                    <a:pt x="1687557" y="1363372"/>
                  </a:lnTo>
                  <a:lnTo>
                    <a:pt x="1676516" y="1366047"/>
                  </a:lnTo>
                  <a:cubicBezTo>
                    <a:pt x="1671030" y="1367281"/>
                    <a:pt x="1665338" y="1368447"/>
                    <a:pt x="1659508" y="1369545"/>
                  </a:cubicBezTo>
                  <a:cubicBezTo>
                    <a:pt x="1653679" y="1370642"/>
                    <a:pt x="1647987" y="1371465"/>
                    <a:pt x="1642226" y="1372288"/>
                  </a:cubicBezTo>
                  <a:cubicBezTo>
                    <a:pt x="1636466" y="1373110"/>
                    <a:pt x="1630636" y="1373728"/>
                    <a:pt x="1624601" y="1374277"/>
                  </a:cubicBezTo>
                  <a:cubicBezTo>
                    <a:pt x="1615823" y="1375168"/>
                    <a:pt x="1606839" y="1375717"/>
                    <a:pt x="1597855" y="1375991"/>
                  </a:cubicBezTo>
                  <a:cubicBezTo>
                    <a:pt x="1593192" y="1375991"/>
                    <a:pt x="1588391" y="1376060"/>
                    <a:pt x="1583522" y="1376060"/>
                  </a:cubicBezTo>
                  <a:close/>
                </a:path>
              </a:pathLst>
            </a:custGeom>
            <a:solidFill>
              <a:srgbClr val="4D525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B8831D3-8BFF-FB94-BD23-EA679743D454}"/>
                </a:ext>
              </a:extLst>
            </p:cNvPr>
            <p:cNvSpPr/>
            <p:nvPr/>
          </p:nvSpPr>
          <p:spPr>
            <a:xfrm>
              <a:off x="5293493" y="5178547"/>
              <a:ext cx="151762" cy="89302"/>
            </a:xfrm>
            <a:custGeom>
              <a:avLst/>
              <a:gdLst>
                <a:gd name="connsiteX0" fmla="*/ 2296 w 151762"/>
                <a:gd name="connsiteY0" fmla="*/ 89288 h 89302"/>
                <a:gd name="connsiteX1" fmla="*/ 307 w 151762"/>
                <a:gd name="connsiteY1" fmla="*/ 88396 h 89302"/>
                <a:gd name="connsiteX2" fmla="*/ 977 w 151762"/>
                <a:gd name="connsiteY2" fmla="*/ 85565 h 89302"/>
                <a:gd name="connsiteX3" fmla="*/ 1061 w 151762"/>
                <a:gd name="connsiteY3" fmla="*/ 85516 h 89302"/>
                <a:gd name="connsiteX4" fmla="*/ 148645 w 151762"/>
                <a:gd name="connsiteY4" fmla="*/ 271 h 89302"/>
                <a:gd name="connsiteX5" fmla="*/ 151491 w 151762"/>
                <a:gd name="connsiteY5" fmla="*/ 1060 h 89302"/>
                <a:gd name="connsiteX6" fmla="*/ 150703 w 151762"/>
                <a:gd name="connsiteY6" fmla="*/ 3906 h 89302"/>
                <a:gd name="connsiteX7" fmla="*/ 3118 w 151762"/>
                <a:gd name="connsiteY7" fmla="*/ 89151 h 89302"/>
                <a:gd name="connsiteX8" fmla="*/ 2296 w 151762"/>
                <a:gd name="connsiteY8" fmla="*/ 89288 h 8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1762" h="89302">
                  <a:moveTo>
                    <a:pt x="2296" y="89288"/>
                  </a:moveTo>
                  <a:cubicBezTo>
                    <a:pt x="1519" y="89379"/>
                    <a:pt x="755" y="89037"/>
                    <a:pt x="307" y="88396"/>
                  </a:cubicBezTo>
                  <a:cubicBezTo>
                    <a:pt x="-290" y="87430"/>
                    <a:pt x="10" y="86162"/>
                    <a:pt x="977" y="85565"/>
                  </a:cubicBezTo>
                  <a:cubicBezTo>
                    <a:pt x="1005" y="85548"/>
                    <a:pt x="1033" y="85532"/>
                    <a:pt x="1061" y="85516"/>
                  </a:cubicBezTo>
                  <a:lnTo>
                    <a:pt x="148645" y="271"/>
                  </a:lnTo>
                  <a:cubicBezTo>
                    <a:pt x="149649" y="-297"/>
                    <a:pt x="150923" y="56"/>
                    <a:pt x="151491" y="1060"/>
                  </a:cubicBezTo>
                  <a:cubicBezTo>
                    <a:pt x="152059" y="2064"/>
                    <a:pt x="151706" y="3338"/>
                    <a:pt x="150703" y="3906"/>
                  </a:cubicBezTo>
                  <a:lnTo>
                    <a:pt x="3118" y="89151"/>
                  </a:lnTo>
                  <a:cubicBezTo>
                    <a:pt x="2852" y="89236"/>
                    <a:pt x="2575" y="89282"/>
                    <a:pt x="2296" y="89288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034E17F7-515C-2760-B383-631F38E9E3FE}"/>
                </a:ext>
              </a:extLst>
            </p:cNvPr>
            <p:cNvSpPr/>
            <p:nvPr/>
          </p:nvSpPr>
          <p:spPr>
            <a:xfrm>
              <a:off x="5776681" y="4897090"/>
              <a:ext cx="156970" cy="91007"/>
            </a:xfrm>
            <a:custGeom>
              <a:avLst/>
              <a:gdLst>
                <a:gd name="connsiteX0" fmla="*/ 2116 w 156970"/>
                <a:gd name="connsiteY0" fmla="*/ 91007 h 91007"/>
                <a:gd name="connsiteX1" fmla="*/ 264 w 156970"/>
                <a:gd name="connsiteY1" fmla="*/ 89978 h 91007"/>
                <a:gd name="connsiteX2" fmla="*/ 1087 w 156970"/>
                <a:gd name="connsiteY2" fmla="*/ 87098 h 91007"/>
                <a:gd name="connsiteX3" fmla="*/ 77006 w 156970"/>
                <a:gd name="connsiteY3" fmla="*/ 43961 h 91007"/>
                <a:gd name="connsiteX4" fmla="*/ 153883 w 156970"/>
                <a:gd name="connsiteY4" fmla="*/ 276 h 91007"/>
                <a:gd name="connsiteX5" fmla="*/ 156695 w 156970"/>
                <a:gd name="connsiteY5" fmla="*/ 1030 h 91007"/>
                <a:gd name="connsiteX6" fmla="*/ 155941 w 156970"/>
                <a:gd name="connsiteY6" fmla="*/ 3842 h 91007"/>
                <a:gd name="connsiteX7" fmla="*/ 79063 w 156970"/>
                <a:gd name="connsiteY7" fmla="*/ 47596 h 91007"/>
                <a:gd name="connsiteX8" fmla="*/ 3145 w 156970"/>
                <a:gd name="connsiteY8" fmla="*/ 90733 h 91007"/>
                <a:gd name="connsiteX9" fmla="*/ 2116 w 156970"/>
                <a:gd name="connsiteY9" fmla="*/ 91007 h 91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6970" h="91007">
                  <a:moveTo>
                    <a:pt x="2116" y="91007"/>
                  </a:moveTo>
                  <a:cubicBezTo>
                    <a:pt x="1366" y="90992"/>
                    <a:pt x="673" y="90607"/>
                    <a:pt x="264" y="89978"/>
                  </a:cubicBezTo>
                  <a:cubicBezTo>
                    <a:pt x="-299" y="88955"/>
                    <a:pt x="68" y="87669"/>
                    <a:pt x="1087" y="87098"/>
                  </a:cubicBezTo>
                  <a:cubicBezTo>
                    <a:pt x="27765" y="71736"/>
                    <a:pt x="52797" y="57609"/>
                    <a:pt x="77006" y="43961"/>
                  </a:cubicBezTo>
                  <a:cubicBezTo>
                    <a:pt x="101214" y="30314"/>
                    <a:pt x="126863" y="15912"/>
                    <a:pt x="153883" y="276"/>
                  </a:cubicBezTo>
                  <a:cubicBezTo>
                    <a:pt x="154868" y="-292"/>
                    <a:pt x="156127" y="46"/>
                    <a:pt x="156695" y="1030"/>
                  </a:cubicBezTo>
                  <a:cubicBezTo>
                    <a:pt x="157263" y="2015"/>
                    <a:pt x="156925" y="3274"/>
                    <a:pt x="155941" y="3842"/>
                  </a:cubicBezTo>
                  <a:cubicBezTo>
                    <a:pt x="128921" y="19478"/>
                    <a:pt x="103546" y="33811"/>
                    <a:pt x="79063" y="47596"/>
                  </a:cubicBezTo>
                  <a:cubicBezTo>
                    <a:pt x="54580" y="61381"/>
                    <a:pt x="29822" y="75028"/>
                    <a:pt x="3145" y="90733"/>
                  </a:cubicBezTo>
                  <a:cubicBezTo>
                    <a:pt x="2835" y="90919"/>
                    <a:pt x="2478" y="91014"/>
                    <a:pt x="2116" y="91007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A6838D73-61A3-EB1B-96F1-7BA250CCD172}"/>
                </a:ext>
              </a:extLst>
            </p:cNvPr>
            <p:cNvSpPr/>
            <p:nvPr/>
          </p:nvSpPr>
          <p:spPr>
            <a:xfrm>
              <a:off x="6333003" y="3801288"/>
              <a:ext cx="75480" cy="86305"/>
            </a:xfrm>
            <a:custGeom>
              <a:avLst/>
              <a:gdLst>
                <a:gd name="connsiteX0" fmla="*/ 2116 w 75480"/>
                <a:gd name="connsiteY0" fmla="*/ 86306 h 86305"/>
                <a:gd name="connsiteX1" fmla="*/ 264 w 75480"/>
                <a:gd name="connsiteY1" fmla="*/ 85277 h 86305"/>
                <a:gd name="connsiteX2" fmla="*/ 1087 w 75480"/>
                <a:gd name="connsiteY2" fmla="*/ 82397 h 86305"/>
                <a:gd name="connsiteX3" fmla="*/ 71381 w 75480"/>
                <a:gd name="connsiteY3" fmla="*/ 1541 h 86305"/>
                <a:gd name="connsiteX4" fmla="*/ 73850 w 75480"/>
                <a:gd name="connsiteY4" fmla="*/ 32 h 86305"/>
                <a:gd name="connsiteX5" fmla="*/ 75427 w 75480"/>
                <a:gd name="connsiteY5" fmla="*/ 2570 h 86305"/>
                <a:gd name="connsiteX6" fmla="*/ 3144 w 75480"/>
                <a:gd name="connsiteY6" fmla="*/ 86032 h 86305"/>
                <a:gd name="connsiteX7" fmla="*/ 2115 w 75480"/>
                <a:gd name="connsiteY7" fmla="*/ 86306 h 86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480" h="86305">
                  <a:moveTo>
                    <a:pt x="2116" y="86306"/>
                  </a:moveTo>
                  <a:cubicBezTo>
                    <a:pt x="1366" y="86291"/>
                    <a:pt x="673" y="85906"/>
                    <a:pt x="264" y="85277"/>
                  </a:cubicBezTo>
                  <a:cubicBezTo>
                    <a:pt x="-299" y="84254"/>
                    <a:pt x="68" y="82968"/>
                    <a:pt x="1087" y="82397"/>
                  </a:cubicBezTo>
                  <a:cubicBezTo>
                    <a:pt x="39355" y="60245"/>
                    <a:pt x="63701" y="32333"/>
                    <a:pt x="71381" y="1541"/>
                  </a:cubicBezTo>
                  <a:cubicBezTo>
                    <a:pt x="71710" y="490"/>
                    <a:pt x="72765" y="-156"/>
                    <a:pt x="73850" y="32"/>
                  </a:cubicBezTo>
                  <a:cubicBezTo>
                    <a:pt x="74982" y="304"/>
                    <a:pt x="75685" y="1435"/>
                    <a:pt x="75427" y="2570"/>
                  </a:cubicBezTo>
                  <a:cubicBezTo>
                    <a:pt x="67404" y="34459"/>
                    <a:pt x="42441" y="63332"/>
                    <a:pt x="3144" y="86032"/>
                  </a:cubicBezTo>
                  <a:cubicBezTo>
                    <a:pt x="2822" y="86186"/>
                    <a:pt x="2472" y="86279"/>
                    <a:pt x="2115" y="86306"/>
                  </a:cubicBez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46E08AD6-07B1-AAC5-D6C4-AA4DFD411E6E}"/>
                </a:ext>
              </a:extLst>
            </p:cNvPr>
            <p:cNvSpPr/>
            <p:nvPr/>
          </p:nvSpPr>
          <p:spPr>
            <a:xfrm>
              <a:off x="4362481" y="5053726"/>
              <a:ext cx="355732" cy="205811"/>
            </a:xfrm>
            <a:custGeom>
              <a:avLst/>
              <a:gdLst>
                <a:gd name="connsiteX0" fmla="*/ 2059 w 355732"/>
                <a:gd name="connsiteY0" fmla="*/ 205810 h 205811"/>
                <a:gd name="connsiteX1" fmla="*/ 276 w 355732"/>
                <a:gd name="connsiteY1" fmla="*/ 204781 h 205811"/>
                <a:gd name="connsiteX2" fmla="*/ 1029 w 355732"/>
                <a:gd name="connsiteY2" fmla="*/ 201971 h 205811"/>
                <a:gd name="connsiteX3" fmla="*/ 1031 w 355732"/>
                <a:gd name="connsiteY3" fmla="*/ 201969 h 205811"/>
                <a:gd name="connsiteX4" fmla="*/ 177899 w 355732"/>
                <a:gd name="connsiteY4" fmla="*/ 100472 h 205811"/>
                <a:gd name="connsiteX5" fmla="*/ 352640 w 355732"/>
                <a:gd name="connsiteY5" fmla="*/ 276 h 205811"/>
                <a:gd name="connsiteX6" fmla="*/ 355451 w 355732"/>
                <a:gd name="connsiteY6" fmla="*/ 1029 h 205811"/>
                <a:gd name="connsiteX7" fmla="*/ 355452 w 355732"/>
                <a:gd name="connsiteY7" fmla="*/ 1031 h 205811"/>
                <a:gd name="connsiteX8" fmla="*/ 354698 w 355732"/>
                <a:gd name="connsiteY8" fmla="*/ 3911 h 205811"/>
                <a:gd name="connsiteX9" fmla="*/ 179956 w 355732"/>
                <a:gd name="connsiteY9" fmla="*/ 104106 h 205811"/>
                <a:gd name="connsiteX10" fmla="*/ 3088 w 355732"/>
                <a:gd name="connsiteY10" fmla="*/ 205536 h 205811"/>
                <a:gd name="connsiteX11" fmla="*/ 2059 w 355732"/>
                <a:gd name="connsiteY11" fmla="*/ 205810 h 205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5732" h="205811">
                  <a:moveTo>
                    <a:pt x="2059" y="205810"/>
                  </a:moveTo>
                  <a:cubicBezTo>
                    <a:pt x="1324" y="205811"/>
                    <a:pt x="644" y="205419"/>
                    <a:pt x="276" y="204781"/>
                  </a:cubicBezTo>
                  <a:cubicBezTo>
                    <a:pt x="-292" y="203797"/>
                    <a:pt x="45" y="202539"/>
                    <a:pt x="1029" y="201971"/>
                  </a:cubicBezTo>
                  <a:cubicBezTo>
                    <a:pt x="1029" y="201970"/>
                    <a:pt x="1030" y="201970"/>
                    <a:pt x="1031" y="201969"/>
                  </a:cubicBezTo>
                  <a:cubicBezTo>
                    <a:pt x="61701" y="166857"/>
                    <a:pt x="120657" y="133024"/>
                    <a:pt x="177899" y="100472"/>
                  </a:cubicBezTo>
                  <a:cubicBezTo>
                    <a:pt x="234363" y="68467"/>
                    <a:pt x="292610" y="35069"/>
                    <a:pt x="352640" y="276"/>
                  </a:cubicBezTo>
                  <a:cubicBezTo>
                    <a:pt x="353624" y="-292"/>
                    <a:pt x="354883" y="45"/>
                    <a:pt x="355451" y="1029"/>
                  </a:cubicBezTo>
                  <a:cubicBezTo>
                    <a:pt x="355451" y="1030"/>
                    <a:pt x="355452" y="1030"/>
                    <a:pt x="355452" y="1031"/>
                  </a:cubicBezTo>
                  <a:cubicBezTo>
                    <a:pt x="356027" y="2036"/>
                    <a:pt x="355692" y="3317"/>
                    <a:pt x="354698" y="3911"/>
                  </a:cubicBezTo>
                  <a:cubicBezTo>
                    <a:pt x="294713" y="38521"/>
                    <a:pt x="236466" y="71919"/>
                    <a:pt x="179956" y="104106"/>
                  </a:cubicBezTo>
                  <a:cubicBezTo>
                    <a:pt x="122897" y="136750"/>
                    <a:pt x="63781" y="170492"/>
                    <a:pt x="3088" y="205536"/>
                  </a:cubicBezTo>
                  <a:cubicBezTo>
                    <a:pt x="2781" y="205730"/>
                    <a:pt x="2422" y="205826"/>
                    <a:pt x="2059" y="205810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3A4EFF77-B0BD-E862-FFF5-EE1BCBCBCD6C}"/>
                </a:ext>
              </a:extLst>
            </p:cNvPr>
            <p:cNvSpPr/>
            <p:nvPr/>
          </p:nvSpPr>
          <p:spPr>
            <a:xfrm>
              <a:off x="6333009" y="3285521"/>
              <a:ext cx="78075" cy="121567"/>
            </a:xfrm>
            <a:custGeom>
              <a:avLst/>
              <a:gdLst>
                <a:gd name="connsiteX0" fmla="*/ 2110 w 78075"/>
                <a:gd name="connsiteY0" fmla="*/ 121533 h 121567"/>
                <a:gd name="connsiteX1" fmla="*/ 258 w 78075"/>
                <a:gd name="connsiteY1" fmla="*/ 120504 h 121567"/>
                <a:gd name="connsiteX2" fmla="*/ 1012 w 78075"/>
                <a:gd name="connsiteY2" fmla="*/ 117624 h 121567"/>
                <a:gd name="connsiteX3" fmla="*/ 9173 w 78075"/>
                <a:gd name="connsiteY3" fmla="*/ 112686 h 121567"/>
                <a:gd name="connsiteX4" fmla="*/ 16923 w 78075"/>
                <a:gd name="connsiteY4" fmla="*/ 107611 h 121567"/>
                <a:gd name="connsiteX5" fmla="*/ 24192 w 78075"/>
                <a:gd name="connsiteY5" fmla="*/ 102262 h 121567"/>
                <a:gd name="connsiteX6" fmla="*/ 31050 w 78075"/>
                <a:gd name="connsiteY6" fmla="*/ 96776 h 121567"/>
                <a:gd name="connsiteX7" fmla="*/ 37497 w 78075"/>
                <a:gd name="connsiteY7" fmla="*/ 91083 h 121567"/>
                <a:gd name="connsiteX8" fmla="*/ 43326 w 78075"/>
                <a:gd name="connsiteY8" fmla="*/ 85254 h 121567"/>
                <a:gd name="connsiteX9" fmla="*/ 48744 w 78075"/>
                <a:gd name="connsiteY9" fmla="*/ 79219 h 121567"/>
                <a:gd name="connsiteX10" fmla="*/ 53682 w 78075"/>
                <a:gd name="connsiteY10" fmla="*/ 73115 h 121567"/>
                <a:gd name="connsiteX11" fmla="*/ 58071 w 78075"/>
                <a:gd name="connsiteY11" fmla="*/ 66806 h 121567"/>
                <a:gd name="connsiteX12" fmla="*/ 61911 w 78075"/>
                <a:gd name="connsiteY12" fmla="*/ 60497 h 121567"/>
                <a:gd name="connsiteX13" fmla="*/ 66712 w 78075"/>
                <a:gd name="connsiteY13" fmla="*/ 50758 h 121567"/>
                <a:gd name="connsiteX14" fmla="*/ 70278 w 78075"/>
                <a:gd name="connsiteY14" fmla="*/ 40951 h 121567"/>
                <a:gd name="connsiteX15" fmla="*/ 72678 w 78075"/>
                <a:gd name="connsiteY15" fmla="*/ 30939 h 121567"/>
                <a:gd name="connsiteX16" fmla="*/ 73501 w 78075"/>
                <a:gd name="connsiteY16" fmla="*/ 8307 h 121567"/>
                <a:gd name="connsiteX17" fmla="*/ 72747 w 78075"/>
                <a:gd name="connsiteY17" fmla="*/ 2410 h 121567"/>
                <a:gd name="connsiteX18" fmla="*/ 74405 w 78075"/>
                <a:gd name="connsiteY18" fmla="*/ 19 h 121567"/>
                <a:gd name="connsiteX19" fmla="*/ 74462 w 78075"/>
                <a:gd name="connsiteY19" fmla="*/ 9 h 121567"/>
                <a:gd name="connsiteX20" fmla="*/ 76862 w 78075"/>
                <a:gd name="connsiteY20" fmla="*/ 1724 h 121567"/>
                <a:gd name="connsiteX21" fmla="*/ 77685 w 78075"/>
                <a:gd name="connsiteY21" fmla="*/ 7896 h 121567"/>
                <a:gd name="connsiteX22" fmla="*/ 76793 w 78075"/>
                <a:gd name="connsiteY22" fmla="*/ 31693 h 121567"/>
                <a:gd name="connsiteX23" fmla="*/ 74256 w 78075"/>
                <a:gd name="connsiteY23" fmla="*/ 42117 h 121567"/>
                <a:gd name="connsiteX24" fmla="*/ 70484 w 78075"/>
                <a:gd name="connsiteY24" fmla="*/ 52404 h 121567"/>
                <a:gd name="connsiteX25" fmla="*/ 65478 w 78075"/>
                <a:gd name="connsiteY25" fmla="*/ 62554 h 121567"/>
                <a:gd name="connsiteX26" fmla="*/ 61500 w 78075"/>
                <a:gd name="connsiteY26" fmla="*/ 69412 h 121567"/>
                <a:gd name="connsiteX27" fmla="*/ 56974 w 78075"/>
                <a:gd name="connsiteY27" fmla="*/ 75859 h 121567"/>
                <a:gd name="connsiteX28" fmla="*/ 51898 w 78075"/>
                <a:gd name="connsiteY28" fmla="*/ 82237 h 121567"/>
                <a:gd name="connsiteX29" fmla="*/ 46343 w 78075"/>
                <a:gd name="connsiteY29" fmla="*/ 88340 h 121567"/>
                <a:gd name="connsiteX30" fmla="*/ 40308 w 78075"/>
                <a:gd name="connsiteY30" fmla="*/ 94375 h 121567"/>
                <a:gd name="connsiteX31" fmla="*/ 33450 w 78075"/>
                <a:gd name="connsiteY31" fmla="*/ 100205 h 121567"/>
                <a:gd name="connsiteX32" fmla="*/ 26592 w 78075"/>
                <a:gd name="connsiteY32" fmla="*/ 105828 h 121567"/>
                <a:gd name="connsiteX33" fmla="*/ 19117 w 78075"/>
                <a:gd name="connsiteY33" fmla="*/ 111315 h 121567"/>
                <a:gd name="connsiteX34" fmla="*/ 11231 w 78075"/>
                <a:gd name="connsiteY34" fmla="*/ 116527 h 121567"/>
                <a:gd name="connsiteX35" fmla="*/ 3001 w 78075"/>
                <a:gd name="connsiteY35" fmla="*/ 121533 h 121567"/>
                <a:gd name="connsiteX36" fmla="*/ 2109 w 78075"/>
                <a:gd name="connsiteY36" fmla="*/ 121533 h 121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8075" h="121567">
                  <a:moveTo>
                    <a:pt x="2110" y="121533"/>
                  </a:moveTo>
                  <a:cubicBezTo>
                    <a:pt x="1353" y="121544"/>
                    <a:pt x="648" y="121152"/>
                    <a:pt x="258" y="120504"/>
                  </a:cubicBezTo>
                  <a:cubicBezTo>
                    <a:pt x="-280" y="119494"/>
                    <a:pt x="48" y="118241"/>
                    <a:pt x="1012" y="117624"/>
                  </a:cubicBezTo>
                  <a:cubicBezTo>
                    <a:pt x="3824" y="116047"/>
                    <a:pt x="6499" y="114401"/>
                    <a:pt x="9173" y="112686"/>
                  </a:cubicBezTo>
                  <a:cubicBezTo>
                    <a:pt x="11848" y="110972"/>
                    <a:pt x="14317" y="109326"/>
                    <a:pt x="16923" y="107611"/>
                  </a:cubicBezTo>
                  <a:lnTo>
                    <a:pt x="24192" y="102262"/>
                  </a:lnTo>
                  <a:cubicBezTo>
                    <a:pt x="26456" y="100479"/>
                    <a:pt x="28787" y="98627"/>
                    <a:pt x="31050" y="96776"/>
                  </a:cubicBezTo>
                  <a:cubicBezTo>
                    <a:pt x="33314" y="94924"/>
                    <a:pt x="35439" y="93004"/>
                    <a:pt x="37497" y="91083"/>
                  </a:cubicBezTo>
                  <a:lnTo>
                    <a:pt x="43326" y="85254"/>
                  </a:lnTo>
                  <a:cubicBezTo>
                    <a:pt x="45246" y="83265"/>
                    <a:pt x="47030" y="81277"/>
                    <a:pt x="48744" y="79219"/>
                  </a:cubicBezTo>
                  <a:cubicBezTo>
                    <a:pt x="50459" y="77162"/>
                    <a:pt x="52104" y="75173"/>
                    <a:pt x="53682" y="73115"/>
                  </a:cubicBezTo>
                  <a:cubicBezTo>
                    <a:pt x="55259" y="71058"/>
                    <a:pt x="56630" y="68932"/>
                    <a:pt x="58071" y="66806"/>
                  </a:cubicBezTo>
                  <a:cubicBezTo>
                    <a:pt x="59511" y="64680"/>
                    <a:pt x="60677" y="62623"/>
                    <a:pt x="61911" y="60497"/>
                  </a:cubicBezTo>
                  <a:cubicBezTo>
                    <a:pt x="63676" y="57335"/>
                    <a:pt x="65279" y="54084"/>
                    <a:pt x="66712" y="50758"/>
                  </a:cubicBezTo>
                  <a:cubicBezTo>
                    <a:pt x="68095" y="47563"/>
                    <a:pt x="69286" y="44289"/>
                    <a:pt x="70278" y="40951"/>
                  </a:cubicBezTo>
                  <a:cubicBezTo>
                    <a:pt x="71270" y="37663"/>
                    <a:pt x="72071" y="34320"/>
                    <a:pt x="72678" y="30939"/>
                  </a:cubicBezTo>
                  <a:cubicBezTo>
                    <a:pt x="73982" y="23468"/>
                    <a:pt x="74259" y="15853"/>
                    <a:pt x="73501" y="8307"/>
                  </a:cubicBezTo>
                  <a:cubicBezTo>
                    <a:pt x="73501" y="6387"/>
                    <a:pt x="73090" y="4398"/>
                    <a:pt x="72747" y="2410"/>
                  </a:cubicBezTo>
                  <a:cubicBezTo>
                    <a:pt x="72545" y="1291"/>
                    <a:pt x="73287" y="221"/>
                    <a:pt x="74405" y="19"/>
                  </a:cubicBezTo>
                  <a:cubicBezTo>
                    <a:pt x="74424" y="15"/>
                    <a:pt x="74443" y="12"/>
                    <a:pt x="74462" y="9"/>
                  </a:cubicBezTo>
                  <a:cubicBezTo>
                    <a:pt x="75575" y="-91"/>
                    <a:pt x="76595" y="638"/>
                    <a:pt x="76862" y="1724"/>
                  </a:cubicBezTo>
                  <a:cubicBezTo>
                    <a:pt x="77182" y="3781"/>
                    <a:pt x="77456" y="5839"/>
                    <a:pt x="77685" y="7896"/>
                  </a:cubicBezTo>
                  <a:cubicBezTo>
                    <a:pt x="78418" y="15834"/>
                    <a:pt x="78119" y="23833"/>
                    <a:pt x="76793" y="31693"/>
                  </a:cubicBezTo>
                  <a:cubicBezTo>
                    <a:pt x="76157" y="35216"/>
                    <a:pt x="75310" y="38697"/>
                    <a:pt x="74256" y="42117"/>
                  </a:cubicBezTo>
                  <a:cubicBezTo>
                    <a:pt x="73206" y="45619"/>
                    <a:pt x="71946" y="49054"/>
                    <a:pt x="70484" y="52404"/>
                  </a:cubicBezTo>
                  <a:cubicBezTo>
                    <a:pt x="69038" y="55893"/>
                    <a:pt x="67365" y="59284"/>
                    <a:pt x="65478" y="62554"/>
                  </a:cubicBezTo>
                  <a:cubicBezTo>
                    <a:pt x="64243" y="64749"/>
                    <a:pt x="62940" y="66943"/>
                    <a:pt x="61500" y="69412"/>
                  </a:cubicBezTo>
                  <a:cubicBezTo>
                    <a:pt x="60059" y="71881"/>
                    <a:pt x="58551" y="73733"/>
                    <a:pt x="56974" y="75859"/>
                  </a:cubicBezTo>
                  <a:cubicBezTo>
                    <a:pt x="55396" y="77985"/>
                    <a:pt x="53682" y="80111"/>
                    <a:pt x="51898" y="82237"/>
                  </a:cubicBezTo>
                  <a:cubicBezTo>
                    <a:pt x="50116" y="84363"/>
                    <a:pt x="48264" y="86352"/>
                    <a:pt x="46343" y="88340"/>
                  </a:cubicBezTo>
                  <a:cubicBezTo>
                    <a:pt x="44423" y="90329"/>
                    <a:pt x="42366" y="92386"/>
                    <a:pt x="40308" y="94375"/>
                  </a:cubicBezTo>
                  <a:cubicBezTo>
                    <a:pt x="38251" y="96364"/>
                    <a:pt x="35988" y="98284"/>
                    <a:pt x="33450" y="100205"/>
                  </a:cubicBezTo>
                  <a:cubicBezTo>
                    <a:pt x="30913" y="102125"/>
                    <a:pt x="28924" y="103976"/>
                    <a:pt x="26592" y="105828"/>
                  </a:cubicBezTo>
                  <a:cubicBezTo>
                    <a:pt x="24261" y="107680"/>
                    <a:pt x="21655" y="109531"/>
                    <a:pt x="19117" y="111315"/>
                  </a:cubicBezTo>
                  <a:cubicBezTo>
                    <a:pt x="16580" y="113098"/>
                    <a:pt x="13974" y="114812"/>
                    <a:pt x="11231" y="116527"/>
                  </a:cubicBezTo>
                  <a:cubicBezTo>
                    <a:pt x="8488" y="118241"/>
                    <a:pt x="5813" y="119887"/>
                    <a:pt x="3001" y="121533"/>
                  </a:cubicBezTo>
                  <a:cubicBezTo>
                    <a:pt x="2705" y="121579"/>
                    <a:pt x="2405" y="121579"/>
                    <a:pt x="2109" y="121533"/>
                  </a:cubicBezTo>
                  <a:close/>
                </a:path>
              </a:pathLst>
            </a:custGeom>
            <a:solidFill>
              <a:srgbClr val="4D525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645E872-D364-CFDC-966D-AFE58FD798FD}"/>
                </a:ext>
              </a:extLst>
            </p:cNvPr>
            <p:cNvSpPr/>
            <p:nvPr/>
          </p:nvSpPr>
          <p:spPr>
            <a:xfrm>
              <a:off x="2270863" y="3402869"/>
              <a:ext cx="4066319" cy="1376059"/>
            </a:xfrm>
            <a:custGeom>
              <a:avLst/>
              <a:gdLst>
                <a:gd name="connsiteX0" fmla="*/ 1583648 w 4066319"/>
                <a:gd name="connsiteY0" fmla="*/ 1376060 h 1376059"/>
                <a:gd name="connsiteX1" fmla="*/ 1557793 w 4066319"/>
                <a:gd name="connsiteY1" fmla="*/ 1375305 h 1376059"/>
                <a:gd name="connsiteX2" fmla="*/ 1539962 w 4066319"/>
                <a:gd name="connsiteY2" fmla="*/ 1373865 h 1376059"/>
                <a:gd name="connsiteX3" fmla="*/ 1522474 w 4066319"/>
                <a:gd name="connsiteY3" fmla="*/ 1371739 h 1376059"/>
                <a:gd name="connsiteX4" fmla="*/ 1505192 w 4066319"/>
                <a:gd name="connsiteY4" fmla="*/ 1368927 h 1376059"/>
                <a:gd name="connsiteX5" fmla="*/ 1493945 w 4066319"/>
                <a:gd name="connsiteY5" fmla="*/ 1366596 h 1376059"/>
                <a:gd name="connsiteX6" fmla="*/ 1482835 w 4066319"/>
                <a:gd name="connsiteY6" fmla="*/ 1364058 h 1376059"/>
                <a:gd name="connsiteX7" fmla="*/ 1471999 w 4066319"/>
                <a:gd name="connsiteY7" fmla="*/ 1361109 h 1376059"/>
                <a:gd name="connsiteX8" fmla="*/ 1461369 w 4066319"/>
                <a:gd name="connsiteY8" fmla="*/ 1357955 h 1376059"/>
                <a:gd name="connsiteX9" fmla="*/ 1451014 w 4066319"/>
                <a:gd name="connsiteY9" fmla="*/ 1354457 h 1376059"/>
                <a:gd name="connsiteX10" fmla="*/ 1441001 w 4066319"/>
                <a:gd name="connsiteY10" fmla="*/ 1350754 h 1376059"/>
                <a:gd name="connsiteX11" fmla="*/ 1431263 w 4066319"/>
                <a:gd name="connsiteY11" fmla="*/ 1346707 h 1376059"/>
                <a:gd name="connsiteX12" fmla="*/ 1421867 w 4066319"/>
                <a:gd name="connsiteY12" fmla="*/ 1342455 h 1376059"/>
                <a:gd name="connsiteX13" fmla="*/ 1412815 w 4066319"/>
                <a:gd name="connsiteY13" fmla="*/ 1337861 h 1376059"/>
                <a:gd name="connsiteX14" fmla="*/ 1404174 w 4066319"/>
                <a:gd name="connsiteY14" fmla="*/ 1333129 h 1376059"/>
                <a:gd name="connsiteX15" fmla="*/ 1404585 w 4066319"/>
                <a:gd name="connsiteY15" fmla="*/ 1330934 h 1376059"/>
                <a:gd name="connsiteX16" fmla="*/ 1403557 w 4066319"/>
                <a:gd name="connsiteY16" fmla="*/ 1332786 h 1376059"/>
                <a:gd name="connsiteX17" fmla="*/ 1382160 w 4066319"/>
                <a:gd name="connsiteY17" fmla="*/ 1320372 h 1376059"/>
                <a:gd name="connsiteX18" fmla="*/ 72899 w 4066319"/>
                <a:gd name="connsiteY18" fmla="*/ 564484 h 1376059"/>
                <a:gd name="connsiteX19" fmla="*/ 69195 w 4066319"/>
                <a:gd name="connsiteY19" fmla="*/ 562221 h 1376059"/>
                <a:gd name="connsiteX20" fmla="*/ 61172 w 4066319"/>
                <a:gd name="connsiteY20" fmla="*/ 557077 h 1376059"/>
                <a:gd name="connsiteX21" fmla="*/ 53559 w 4066319"/>
                <a:gd name="connsiteY21" fmla="*/ 551728 h 1376059"/>
                <a:gd name="connsiteX22" fmla="*/ 46701 w 4066319"/>
                <a:gd name="connsiteY22" fmla="*/ 546104 h 1376059"/>
                <a:gd name="connsiteX23" fmla="*/ 39843 w 4066319"/>
                <a:gd name="connsiteY23" fmla="*/ 540344 h 1376059"/>
                <a:gd name="connsiteX24" fmla="*/ 33602 w 4066319"/>
                <a:gd name="connsiteY24" fmla="*/ 534308 h 1376059"/>
                <a:gd name="connsiteX25" fmla="*/ 27910 w 4066319"/>
                <a:gd name="connsiteY25" fmla="*/ 528205 h 1376059"/>
                <a:gd name="connsiteX26" fmla="*/ 22630 w 4066319"/>
                <a:gd name="connsiteY26" fmla="*/ 521896 h 1376059"/>
                <a:gd name="connsiteX27" fmla="*/ 17966 w 4066319"/>
                <a:gd name="connsiteY27" fmla="*/ 515449 h 1376059"/>
                <a:gd name="connsiteX28" fmla="*/ 11863 w 4066319"/>
                <a:gd name="connsiteY28" fmla="*/ 505573 h 1376059"/>
                <a:gd name="connsiteX29" fmla="*/ 6993 w 4066319"/>
                <a:gd name="connsiteY29" fmla="*/ 495424 h 1376059"/>
                <a:gd name="connsiteX30" fmla="*/ 3427 w 4066319"/>
                <a:gd name="connsiteY30" fmla="*/ 485068 h 1376059"/>
                <a:gd name="connsiteX31" fmla="*/ 1096 w 4066319"/>
                <a:gd name="connsiteY31" fmla="*/ 447075 h 1376059"/>
                <a:gd name="connsiteX32" fmla="*/ 3169 w 4066319"/>
                <a:gd name="connsiteY32" fmla="*/ 445321 h 1376059"/>
                <a:gd name="connsiteX33" fmla="*/ 3427 w 4066319"/>
                <a:gd name="connsiteY33" fmla="*/ 445360 h 1376059"/>
                <a:gd name="connsiteX34" fmla="*/ 5215 w 4066319"/>
                <a:gd name="connsiteY34" fmla="*/ 447656 h 1376059"/>
                <a:gd name="connsiteX35" fmla="*/ 5210 w 4066319"/>
                <a:gd name="connsiteY35" fmla="*/ 447692 h 1376059"/>
                <a:gd name="connsiteX36" fmla="*/ 4593 w 4066319"/>
                <a:gd name="connsiteY36" fmla="*/ 468884 h 1376059"/>
                <a:gd name="connsiteX37" fmla="*/ 7474 w 4066319"/>
                <a:gd name="connsiteY37" fmla="*/ 483903 h 1376059"/>
                <a:gd name="connsiteX38" fmla="*/ 10834 w 4066319"/>
                <a:gd name="connsiteY38" fmla="*/ 493778 h 1376059"/>
                <a:gd name="connsiteX39" fmla="*/ 15497 w 4066319"/>
                <a:gd name="connsiteY39" fmla="*/ 503585 h 1376059"/>
                <a:gd name="connsiteX40" fmla="*/ 21189 w 4066319"/>
                <a:gd name="connsiteY40" fmla="*/ 513049 h 1376059"/>
                <a:gd name="connsiteX41" fmla="*/ 25716 w 4066319"/>
                <a:gd name="connsiteY41" fmla="*/ 519289 h 1376059"/>
                <a:gd name="connsiteX42" fmla="*/ 30791 w 4066319"/>
                <a:gd name="connsiteY42" fmla="*/ 525393 h 1376059"/>
                <a:gd name="connsiteX43" fmla="*/ 36414 w 4066319"/>
                <a:gd name="connsiteY43" fmla="*/ 531360 h 1376059"/>
                <a:gd name="connsiteX44" fmla="*/ 42449 w 4066319"/>
                <a:gd name="connsiteY44" fmla="*/ 537189 h 1376059"/>
                <a:gd name="connsiteX45" fmla="*/ 49307 w 4066319"/>
                <a:gd name="connsiteY45" fmla="*/ 542813 h 1376059"/>
                <a:gd name="connsiteX46" fmla="*/ 56165 w 4066319"/>
                <a:gd name="connsiteY46" fmla="*/ 548299 h 1376059"/>
                <a:gd name="connsiteX47" fmla="*/ 63640 w 4066319"/>
                <a:gd name="connsiteY47" fmla="*/ 553579 h 1376059"/>
                <a:gd name="connsiteX48" fmla="*/ 71527 w 4066319"/>
                <a:gd name="connsiteY48" fmla="*/ 558655 h 1376059"/>
                <a:gd name="connsiteX49" fmla="*/ 75162 w 4066319"/>
                <a:gd name="connsiteY49" fmla="*/ 560849 h 1376059"/>
                <a:gd name="connsiteX50" fmla="*/ 77014 w 4066319"/>
                <a:gd name="connsiteY50" fmla="*/ 561946 h 1376059"/>
                <a:gd name="connsiteX51" fmla="*/ 1405614 w 4066319"/>
                <a:gd name="connsiteY51" fmla="*/ 1329151 h 1376059"/>
                <a:gd name="connsiteX52" fmla="*/ 1405065 w 4066319"/>
                <a:gd name="connsiteY52" fmla="*/ 1331208 h 1376059"/>
                <a:gd name="connsiteX53" fmla="*/ 1406094 w 4066319"/>
                <a:gd name="connsiteY53" fmla="*/ 1329425 h 1376059"/>
                <a:gd name="connsiteX54" fmla="*/ 1414804 w 4066319"/>
                <a:gd name="connsiteY54" fmla="*/ 1334226 h 1376059"/>
                <a:gd name="connsiteX55" fmla="*/ 1423650 w 4066319"/>
                <a:gd name="connsiteY55" fmla="*/ 1338684 h 1376059"/>
                <a:gd name="connsiteX56" fmla="*/ 1432909 w 4066319"/>
                <a:gd name="connsiteY56" fmla="*/ 1342867 h 1376059"/>
                <a:gd name="connsiteX57" fmla="*/ 1442510 w 4066319"/>
                <a:gd name="connsiteY57" fmla="*/ 1346845 h 1376059"/>
                <a:gd name="connsiteX58" fmla="*/ 1452454 w 4066319"/>
                <a:gd name="connsiteY58" fmla="*/ 1350548 h 1376059"/>
                <a:gd name="connsiteX59" fmla="*/ 1462672 w 4066319"/>
                <a:gd name="connsiteY59" fmla="*/ 1353977 h 1376059"/>
                <a:gd name="connsiteX60" fmla="*/ 1473097 w 4066319"/>
                <a:gd name="connsiteY60" fmla="*/ 1357132 h 1376059"/>
                <a:gd name="connsiteX61" fmla="*/ 1483864 w 4066319"/>
                <a:gd name="connsiteY61" fmla="*/ 1360012 h 1376059"/>
                <a:gd name="connsiteX62" fmla="*/ 1494837 w 4066319"/>
                <a:gd name="connsiteY62" fmla="*/ 1362549 h 1376059"/>
                <a:gd name="connsiteX63" fmla="*/ 1505946 w 4066319"/>
                <a:gd name="connsiteY63" fmla="*/ 1364813 h 1376059"/>
                <a:gd name="connsiteX64" fmla="*/ 1523023 w 4066319"/>
                <a:gd name="connsiteY64" fmla="*/ 1367624 h 1376059"/>
                <a:gd name="connsiteX65" fmla="*/ 1540374 w 4066319"/>
                <a:gd name="connsiteY65" fmla="*/ 1369750 h 1376059"/>
                <a:gd name="connsiteX66" fmla="*/ 1557999 w 4066319"/>
                <a:gd name="connsiteY66" fmla="*/ 1371122 h 1376059"/>
                <a:gd name="connsiteX67" fmla="*/ 1597981 w 4066319"/>
                <a:gd name="connsiteY67" fmla="*/ 1371671 h 1376059"/>
                <a:gd name="connsiteX68" fmla="*/ 1624453 w 4066319"/>
                <a:gd name="connsiteY68" fmla="*/ 1369956 h 1376059"/>
                <a:gd name="connsiteX69" fmla="*/ 1641941 w 4066319"/>
                <a:gd name="connsiteY69" fmla="*/ 1367967 h 1376059"/>
                <a:gd name="connsiteX70" fmla="*/ 1659086 w 4066319"/>
                <a:gd name="connsiteY70" fmla="*/ 1365224 h 1376059"/>
                <a:gd name="connsiteX71" fmla="*/ 1675819 w 4066319"/>
                <a:gd name="connsiteY71" fmla="*/ 1361795 h 1376059"/>
                <a:gd name="connsiteX72" fmla="*/ 1686723 w 4066319"/>
                <a:gd name="connsiteY72" fmla="*/ 1359120 h 1376059"/>
                <a:gd name="connsiteX73" fmla="*/ 1697422 w 4066319"/>
                <a:gd name="connsiteY73" fmla="*/ 1356171 h 1376059"/>
                <a:gd name="connsiteX74" fmla="*/ 1707846 w 4066319"/>
                <a:gd name="connsiteY74" fmla="*/ 1352880 h 1376059"/>
                <a:gd name="connsiteX75" fmla="*/ 1717996 w 4066319"/>
                <a:gd name="connsiteY75" fmla="*/ 1349382 h 1376059"/>
                <a:gd name="connsiteX76" fmla="*/ 1727803 w 4066319"/>
                <a:gd name="connsiteY76" fmla="*/ 1345610 h 1376059"/>
                <a:gd name="connsiteX77" fmla="*/ 1737335 w 4066319"/>
                <a:gd name="connsiteY77" fmla="*/ 1341495 h 1376059"/>
                <a:gd name="connsiteX78" fmla="*/ 1746525 w 4066319"/>
                <a:gd name="connsiteY78" fmla="*/ 1337175 h 1376059"/>
                <a:gd name="connsiteX79" fmla="*/ 1755303 w 4066319"/>
                <a:gd name="connsiteY79" fmla="*/ 1332649 h 1376059"/>
                <a:gd name="connsiteX80" fmla="*/ 1759075 w 4066319"/>
                <a:gd name="connsiteY80" fmla="*/ 1330523 h 1376059"/>
                <a:gd name="connsiteX81" fmla="*/ 1761064 w 4066319"/>
                <a:gd name="connsiteY81" fmla="*/ 1329151 h 1376059"/>
                <a:gd name="connsiteX82" fmla="*/ 4063226 w 4066319"/>
                <a:gd name="connsiteY82" fmla="*/ 276 h 1376059"/>
                <a:gd name="connsiteX83" fmla="*/ 4066037 w 4066319"/>
                <a:gd name="connsiteY83" fmla="*/ 1029 h 1376059"/>
                <a:gd name="connsiteX84" fmla="*/ 4066038 w 4066319"/>
                <a:gd name="connsiteY84" fmla="*/ 1031 h 1376059"/>
                <a:gd name="connsiteX85" fmla="*/ 4065284 w 4066319"/>
                <a:gd name="connsiteY85" fmla="*/ 3911 h 1376059"/>
                <a:gd name="connsiteX86" fmla="*/ 1760995 w 4066319"/>
                <a:gd name="connsiteY86" fmla="*/ 1334363 h 1376059"/>
                <a:gd name="connsiteX87" fmla="*/ 1757155 w 4066319"/>
                <a:gd name="connsiteY87" fmla="*/ 1336489 h 1376059"/>
                <a:gd name="connsiteX88" fmla="*/ 1748240 w 4066319"/>
                <a:gd name="connsiteY88" fmla="*/ 1341152 h 1376059"/>
                <a:gd name="connsiteX89" fmla="*/ 1738913 w 4066319"/>
                <a:gd name="connsiteY89" fmla="*/ 1345542 h 1376059"/>
                <a:gd name="connsiteX90" fmla="*/ 1729243 w 4066319"/>
                <a:gd name="connsiteY90" fmla="*/ 1349656 h 1376059"/>
                <a:gd name="connsiteX91" fmla="*/ 1719299 w 4066319"/>
                <a:gd name="connsiteY91" fmla="*/ 1353497 h 1376059"/>
                <a:gd name="connsiteX92" fmla="*/ 1708943 w 4066319"/>
                <a:gd name="connsiteY92" fmla="*/ 1357063 h 1376059"/>
                <a:gd name="connsiteX93" fmla="*/ 1698451 w 4066319"/>
                <a:gd name="connsiteY93" fmla="*/ 1360355 h 1376059"/>
                <a:gd name="connsiteX94" fmla="*/ 1687683 w 4066319"/>
                <a:gd name="connsiteY94" fmla="*/ 1363372 h 1376059"/>
                <a:gd name="connsiteX95" fmla="*/ 1676642 w 4066319"/>
                <a:gd name="connsiteY95" fmla="*/ 1366047 h 1376059"/>
                <a:gd name="connsiteX96" fmla="*/ 1659634 w 4066319"/>
                <a:gd name="connsiteY96" fmla="*/ 1369545 h 1376059"/>
                <a:gd name="connsiteX97" fmla="*/ 1642352 w 4066319"/>
                <a:gd name="connsiteY97" fmla="*/ 1372288 h 1376059"/>
                <a:gd name="connsiteX98" fmla="*/ 1624727 w 4066319"/>
                <a:gd name="connsiteY98" fmla="*/ 1374277 h 1376059"/>
                <a:gd name="connsiteX99" fmla="*/ 1597981 w 4066319"/>
                <a:gd name="connsiteY99" fmla="*/ 1375991 h 1376059"/>
                <a:gd name="connsiteX100" fmla="*/ 1583648 w 4066319"/>
                <a:gd name="connsiteY100" fmla="*/ 1376060 h 1376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4066319" h="1376059">
                  <a:moveTo>
                    <a:pt x="1583648" y="1376060"/>
                  </a:moveTo>
                  <a:cubicBezTo>
                    <a:pt x="1575007" y="1376060"/>
                    <a:pt x="1566365" y="1376060"/>
                    <a:pt x="1557793" y="1375305"/>
                  </a:cubicBezTo>
                  <a:cubicBezTo>
                    <a:pt x="1551484" y="1374894"/>
                    <a:pt x="1545654" y="1374482"/>
                    <a:pt x="1539962" y="1373865"/>
                  </a:cubicBezTo>
                  <a:cubicBezTo>
                    <a:pt x="1534270" y="1373248"/>
                    <a:pt x="1528372" y="1372631"/>
                    <a:pt x="1522474" y="1371739"/>
                  </a:cubicBezTo>
                  <a:cubicBezTo>
                    <a:pt x="1516576" y="1370848"/>
                    <a:pt x="1510816" y="1369956"/>
                    <a:pt x="1505192" y="1368927"/>
                  </a:cubicBezTo>
                  <a:lnTo>
                    <a:pt x="1493945" y="1366596"/>
                  </a:lnTo>
                  <a:cubicBezTo>
                    <a:pt x="1490242" y="1365841"/>
                    <a:pt x="1486470" y="1364949"/>
                    <a:pt x="1482835" y="1364058"/>
                  </a:cubicBezTo>
                  <a:lnTo>
                    <a:pt x="1471999" y="1361109"/>
                  </a:lnTo>
                  <a:cubicBezTo>
                    <a:pt x="1468365" y="1360149"/>
                    <a:pt x="1465141" y="1359052"/>
                    <a:pt x="1461369" y="1357955"/>
                  </a:cubicBezTo>
                  <a:cubicBezTo>
                    <a:pt x="1457598" y="1356857"/>
                    <a:pt x="1454511" y="1355691"/>
                    <a:pt x="1451014" y="1354457"/>
                  </a:cubicBezTo>
                  <a:cubicBezTo>
                    <a:pt x="1447516" y="1353223"/>
                    <a:pt x="1444156" y="1352057"/>
                    <a:pt x="1441001" y="1350754"/>
                  </a:cubicBezTo>
                  <a:lnTo>
                    <a:pt x="1431263" y="1346707"/>
                  </a:lnTo>
                  <a:lnTo>
                    <a:pt x="1421867" y="1342455"/>
                  </a:lnTo>
                  <a:lnTo>
                    <a:pt x="1412815" y="1337861"/>
                  </a:lnTo>
                  <a:cubicBezTo>
                    <a:pt x="1409866" y="1336352"/>
                    <a:pt x="1407054" y="1334775"/>
                    <a:pt x="1404174" y="1333129"/>
                  </a:cubicBezTo>
                  <a:lnTo>
                    <a:pt x="1404585" y="1330934"/>
                  </a:lnTo>
                  <a:lnTo>
                    <a:pt x="1403557" y="1332786"/>
                  </a:lnTo>
                  <a:lnTo>
                    <a:pt x="1382160" y="1320372"/>
                  </a:lnTo>
                  <a:lnTo>
                    <a:pt x="72899" y="564484"/>
                  </a:lnTo>
                  <a:lnTo>
                    <a:pt x="69195" y="562221"/>
                  </a:lnTo>
                  <a:cubicBezTo>
                    <a:pt x="66452" y="560575"/>
                    <a:pt x="63778" y="558860"/>
                    <a:pt x="61172" y="557077"/>
                  </a:cubicBezTo>
                  <a:cubicBezTo>
                    <a:pt x="58566" y="555363"/>
                    <a:pt x="56028" y="553511"/>
                    <a:pt x="53559" y="551728"/>
                  </a:cubicBezTo>
                  <a:cubicBezTo>
                    <a:pt x="51090" y="549945"/>
                    <a:pt x="48621" y="548024"/>
                    <a:pt x="46701" y="546104"/>
                  </a:cubicBezTo>
                  <a:cubicBezTo>
                    <a:pt x="44781" y="544184"/>
                    <a:pt x="42106" y="542264"/>
                    <a:pt x="39843" y="540344"/>
                  </a:cubicBezTo>
                  <a:cubicBezTo>
                    <a:pt x="37580" y="538424"/>
                    <a:pt x="35591" y="536366"/>
                    <a:pt x="33602" y="534308"/>
                  </a:cubicBezTo>
                  <a:cubicBezTo>
                    <a:pt x="31614" y="532251"/>
                    <a:pt x="29762" y="530263"/>
                    <a:pt x="27910" y="528205"/>
                  </a:cubicBezTo>
                  <a:cubicBezTo>
                    <a:pt x="26059" y="526147"/>
                    <a:pt x="24276" y="524021"/>
                    <a:pt x="22630" y="521896"/>
                  </a:cubicBezTo>
                  <a:cubicBezTo>
                    <a:pt x="20984" y="519770"/>
                    <a:pt x="19406" y="517575"/>
                    <a:pt x="17966" y="515449"/>
                  </a:cubicBezTo>
                  <a:cubicBezTo>
                    <a:pt x="15767" y="512262"/>
                    <a:pt x="13729" y="508966"/>
                    <a:pt x="11863" y="505573"/>
                  </a:cubicBezTo>
                  <a:cubicBezTo>
                    <a:pt x="10011" y="502144"/>
                    <a:pt x="8434" y="498715"/>
                    <a:pt x="6993" y="495424"/>
                  </a:cubicBezTo>
                  <a:cubicBezTo>
                    <a:pt x="5611" y="492042"/>
                    <a:pt x="4421" y="488584"/>
                    <a:pt x="3427" y="485068"/>
                  </a:cubicBezTo>
                  <a:cubicBezTo>
                    <a:pt x="-137" y="472730"/>
                    <a:pt x="-933" y="459757"/>
                    <a:pt x="1096" y="447075"/>
                  </a:cubicBezTo>
                  <a:cubicBezTo>
                    <a:pt x="1184" y="446018"/>
                    <a:pt x="2112" y="445233"/>
                    <a:pt x="3169" y="445321"/>
                  </a:cubicBezTo>
                  <a:cubicBezTo>
                    <a:pt x="3256" y="445328"/>
                    <a:pt x="3342" y="445342"/>
                    <a:pt x="3427" y="445360"/>
                  </a:cubicBezTo>
                  <a:cubicBezTo>
                    <a:pt x="4555" y="445501"/>
                    <a:pt x="5355" y="446528"/>
                    <a:pt x="5215" y="447656"/>
                  </a:cubicBezTo>
                  <a:cubicBezTo>
                    <a:pt x="5214" y="447668"/>
                    <a:pt x="5212" y="447680"/>
                    <a:pt x="5210" y="447692"/>
                  </a:cubicBezTo>
                  <a:cubicBezTo>
                    <a:pt x="4116" y="454702"/>
                    <a:pt x="3908" y="461822"/>
                    <a:pt x="4593" y="468884"/>
                  </a:cubicBezTo>
                  <a:cubicBezTo>
                    <a:pt x="5082" y="473969"/>
                    <a:pt x="6046" y="478997"/>
                    <a:pt x="7474" y="483903"/>
                  </a:cubicBezTo>
                  <a:cubicBezTo>
                    <a:pt x="8387" y="487261"/>
                    <a:pt x="9510" y="490559"/>
                    <a:pt x="10834" y="493778"/>
                  </a:cubicBezTo>
                  <a:cubicBezTo>
                    <a:pt x="12205" y="497001"/>
                    <a:pt x="13783" y="500293"/>
                    <a:pt x="15497" y="503585"/>
                  </a:cubicBezTo>
                  <a:cubicBezTo>
                    <a:pt x="17231" y="506835"/>
                    <a:pt x="19131" y="509994"/>
                    <a:pt x="21189" y="513049"/>
                  </a:cubicBezTo>
                  <a:cubicBezTo>
                    <a:pt x="22630" y="515106"/>
                    <a:pt x="24138" y="517232"/>
                    <a:pt x="25716" y="519289"/>
                  </a:cubicBezTo>
                  <a:cubicBezTo>
                    <a:pt x="27293" y="521347"/>
                    <a:pt x="29008" y="523336"/>
                    <a:pt x="30791" y="525393"/>
                  </a:cubicBezTo>
                  <a:cubicBezTo>
                    <a:pt x="32574" y="527450"/>
                    <a:pt x="34425" y="529371"/>
                    <a:pt x="36414" y="531360"/>
                  </a:cubicBezTo>
                  <a:cubicBezTo>
                    <a:pt x="38403" y="533349"/>
                    <a:pt x="40323" y="535269"/>
                    <a:pt x="42449" y="537189"/>
                  </a:cubicBezTo>
                  <a:cubicBezTo>
                    <a:pt x="44575" y="539109"/>
                    <a:pt x="46701" y="540961"/>
                    <a:pt x="49307" y="542813"/>
                  </a:cubicBezTo>
                  <a:cubicBezTo>
                    <a:pt x="51913" y="544664"/>
                    <a:pt x="53902" y="546516"/>
                    <a:pt x="56165" y="548299"/>
                  </a:cubicBezTo>
                  <a:cubicBezTo>
                    <a:pt x="58428" y="550082"/>
                    <a:pt x="61034" y="551865"/>
                    <a:pt x="63640" y="553579"/>
                  </a:cubicBezTo>
                  <a:cubicBezTo>
                    <a:pt x="66247" y="555294"/>
                    <a:pt x="68784" y="557008"/>
                    <a:pt x="71527" y="558655"/>
                  </a:cubicBezTo>
                  <a:lnTo>
                    <a:pt x="75162" y="560849"/>
                  </a:lnTo>
                  <a:lnTo>
                    <a:pt x="77014" y="561946"/>
                  </a:lnTo>
                  <a:lnTo>
                    <a:pt x="1405614" y="1329151"/>
                  </a:lnTo>
                  <a:lnTo>
                    <a:pt x="1405065" y="1331208"/>
                  </a:lnTo>
                  <a:lnTo>
                    <a:pt x="1406094" y="1329425"/>
                  </a:lnTo>
                  <a:cubicBezTo>
                    <a:pt x="1409043" y="1331140"/>
                    <a:pt x="1411855" y="1332717"/>
                    <a:pt x="1414804" y="1334226"/>
                  </a:cubicBezTo>
                  <a:cubicBezTo>
                    <a:pt x="1417753" y="1335735"/>
                    <a:pt x="1420633" y="1337243"/>
                    <a:pt x="1423650" y="1338684"/>
                  </a:cubicBezTo>
                  <a:lnTo>
                    <a:pt x="1432909" y="1342867"/>
                  </a:lnTo>
                  <a:cubicBezTo>
                    <a:pt x="1436063" y="1344239"/>
                    <a:pt x="1439218" y="1345610"/>
                    <a:pt x="1442510" y="1346845"/>
                  </a:cubicBezTo>
                  <a:cubicBezTo>
                    <a:pt x="1445802" y="1348079"/>
                    <a:pt x="1449025" y="1349382"/>
                    <a:pt x="1452454" y="1350548"/>
                  </a:cubicBezTo>
                  <a:cubicBezTo>
                    <a:pt x="1455883" y="1351714"/>
                    <a:pt x="1459312" y="1352880"/>
                    <a:pt x="1462672" y="1353977"/>
                  </a:cubicBezTo>
                  <a:lnTo>
                    <a:pt x="1473097" y="1357132"/>
                  </a:lnTo>
                  <a:cubicBezTo>
                    <a:pt x="1476663" y="1358160"/>
                    <a:pt x="1479955" y="1359052"/>
                    <a:pt x="1483864" y="1360012"/>
                  </a:cubicBezTo>
                  <a:lnTo>
                    <a:pt x="1494837" y="1362549"/>
                  </a:lnTo>
                  <a:cubicBezTo>
                    <a:pt x="1498471" y="1363372"/>
                    <a:pt x="1502243" y="1364127"/>
                    <a:pt x="1505946" y="1364813"/>
                  </a:cubicBezTo>
                  <a:cubicBezTo>
                    <a:pt x="1511501" y="1365841"/>
                    <a:pt x="1517262" y="1366801"/>
                    <a:pt x="1523023" y="1367624"/>
                  </a:cubicBezTo>
                  <a:cubicBezTo>
                    <a:pt x="1528784" y="1368447"/>
                    <a:pt x="1534750" y="1369133"/>
                    <a:pt x="1540374" y="1369750"/>
                  </a:cubicBezTo>
                  <a:cubicBezTo>
                    <a:pt x="1545997" y="1370368"/>
                    <a:pt x="1551826" y="1370779"/>
                    <a:pt x="1557999" y="1371122"/>
                  </a:cubicBezTo>
                  <a:cubicBezTo>
                    <a:pt x="1571303" y="1371876"/>
                    <a:pt x="1584676" y="1372013"/>
                    <a:pt x="1597981" y="1371671"/>
                  </a:cubicBezTo>
                  <a:cubicBezTo>
                    <a:pt x="1606828" y="1371328"/>
                    <a:pt x="1615743" y="1370779"/>
                    <a:pt x="1624453" y="1369956"/>
                  </a:cubicBezTo>
                  <a:cubicBezTo>
                    <a:pt x="1630488" y="1369407"/>
                    <a:pt x="1636317" y="1368722"/>
                    <a:pt x="1641941" y="1367967"/>
                  </a:cubicBezTo>
                  <a:cubicBezTo>
                    <a:pt x="1647564" y="1367213"/>
                    <a:pt x="1653393" y="1366252"/>
                    <a:pt x="1659086" y="1365224"/>
                  </a:cubicBezTo>
                  <a:cubicBezTo>
                    <a:pt x="1664778" y="1364195"/>
                    <a:pt x="1670401" y="1363029"/>
                    <a:pt x="1675819" y="1361795"/>
                  </a:cubicBezTo>
                  <a:cubicBezTo>
                    <a:pt x="1679454" y="1360972"/>
                    <a:pt x="1683157" y="1360081"/>
                    <a:pt x="1686723" y="1359120"/>
                  </a:cubicBezTo>
                  <a:cubicBezTo>
                    <a:pt x="1690290" y="1358160"/>
                    <a:pt x="1693581" y="1357200"/>
                    <a:pt x="1697422" y="1356171"/>
                  </a:cubicBezTo>
                  <a:cubicBezTo>
                    <a:pt x="1701262" y="1355143"/>
                    <a:pt x="1704280" y="1354045"/>
                    <a:pt x="1707846" y="1352880"/>
                  </a:cubicBezTo>
                  <a:cubicBezTo>
                    <a:pt x="1711412" y="1351714"/>
                    <a:pt x="1714704" y="1350616"/>
                    <a:pt x="1717996" y="1349382"/>
                  </a:cubicBezTo>
                  <a:lnTo>
                    <a:pt x="1727803" y="1345610"/>
                  </a:lnTo>
                  <a:lnTo>
                    <a:pt x="1737335" y="1341495"/>
                  </a:lnTo>
                  <a:cubicBezTo>
                    <a:pt x="1740421" y="1340124"/>
                    <a:pt x="1743508" y="1338684"/>
                    <a:pt x="1746525" y="1337175"/>
                  </a:cubicBezTo>
                  <a:cubicBezTo>
                    <a:pt x="1749543" y="1335666"/>
                    <a:pt x="1752492" y="1334157"/>
                    <a:pt x="1755303" y="1332649"/>
                  </a:cubicBezTo>
                  <a:lnTo>
                    <a:pt x="1759075" y="1330523"/>
                  </a:lnTo>
                  <a:lnTo>
                    <a:pt x="1761064" y="1329151"/>
                  </a:lnTo>
                  <a:lnTo>
                    <a:pt x="4063226" y="276"/>
                  </a:lnTo>
                  <a:cubicBezTo>
                    <a:pt x="4064210" y="-292"/>
                    <a:pt x="4065469" y="45"/>
                    <a:pt x="4066037" y="1029"/>
                  </a:cubicBezTo>
                  <a:cubicBezTo>
                    <a:pt x="4066037" y="1029"/>
                    <a:pt x="4066038" y="1030"/>
                    <a:pt x="4066038" y="1031"/>
                  </a:cubicBezTo>
                  <a:cubicBezTo>
                    <a:pt x="4066613" y="2036"/>
                    <a:pt x="4066278" y="3317"/>
                    <a:pt x="4065284" y="3911"/>
                  </a:cubicBezTo>
                  <a:lnTo>
                    <a:pt x="1760995" y="1334363"/>
                  </a:lnTo>
                  <a:cubicBezTo>
                    <a:pt x="1759761" y="1335117"/>
                    <a:pt x="1758458" y="1335803"/>
                    <a:pt x="1757155" y="1336489"/>
                  </a:cubicBezTo>
                  <a:cubicBezTo>
                    <a:pt x="1754206" y="1338066"/>
                    <a:pt x="1751257" y="1339644"/>
                    <a:pt x="1748240" y="1341152"/>
                  </a:cubicBezTo>
                  <a:lnTo>
                    <a:pt x="1738913" y="1345542"/>
                  </a:lnTo>
                  <a:lnTo>
                    <a:pt x="1729243" y="1349656"/>
                  </a:lnTo>
                  <a:lnTo>
                    <a:pt x="1719299" y="1353497"/>
                  </a:lnTo>
                  <a:lnTo>
                    <a:pt x="1708943" y="1357063"/>
                  </a:lnTo>
                  <a:cubicBezTo>
                    <a:pt x="1705514" y="1358252"/>
                    <a:pt x="1702017" y="1359349"/>
                    <a:pt x="1698451" y="1360355"/>
                  </a:cubicBezTo>
                  <a:lnTo>
                    <a:pt x="1687683" y="1363372"/>
                  </a:lnTo>
                  <a:lnTo>
                    <a:pt x="1676642" y="1366047"/>
                  </a:lnTo>
                  <a:cubicBezTo>
                    <a:pt x="1671156" y="1367281"/>
                    <a:pt x="1665464" y="1368447"/>
                    <a:pt x="1659634" y="1369545"/>
                  </a:cubicBezTo>
                  <a:cubicBezTo>
                    <a:pt x="1653805" y="1370642"/>
                    <a:pt x="1648113" y="1371465"/>
                    <a:pt x="1642352" y="1372288"/>
                  </a:cubicBezTo>
                  <a:cubicBezTo>
                    <a:pt x="1636591" y="1373110"/>
                    <a:pt x="1630762" y="1373728"/>
                    <a:pt x="1624727" y="1374277"/>
                  </a:cubicBezTo>
                  <a:cubicBezTo>
                    <a:pt x="1615949" y="1375168"/>
                    <a:pt x="1606896" y="1375717"/>
                    <a:pt x="1597981" y="1375991"/>
                  </a:cubicBezTo>
                  <a:cubicBezTo>
                    <a:pt x="1593317" y="1375991"/>
                    <a:pt x="1588517" y="1376060"/>
                    <a:pt x="1583648" y="1376060"/>
                  </a:cubicBezTo>
                  <a:close/>
                </a:path>
              </a:pathLst>
            </a:custGeom>
            <a:solidFill>
              <a:srgbClr val="4D525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9FC9F4C-97A6-224A-CDC1-E958FBB2A001}"/>
                </a:ext>
              </a:extLst>
            </p:cNvPr>
            <p:cNvSpPr/>
            <p:nvPr/>
          </p:nvSpPr>
          <p:spPr>
            <a:xfrm>
              <a:off x="6292202" y="3883409"/>
              <a:ext cx="45323" cy="27708"/>
            </a:xfrm>
            <a:custGeom>
              <a:avLst/>
              <a:gdLst>
                <a:gd name="connsiteX0" fmla="*/ 2112 w 45323"/>
                <a:gd name="connsiteY0" fmla="*/ 27708 h 27708"/>
                <a:gd name="connsiteX1" fmla="*/ 260 w 45323"/>
                <a:gd name="connsiteY1" fmla="*/ 26679 h 27708"/>
                <a:gd name="connsiteX2" fmla="*/ 1058 w 45323"/>
                <a:gd name="connsiteY2" fmla="*/ 23881 h 27708"/>
                <a:gd name="connsiteX3" fmla="*/ 1083 w 45323"/>
                <a:gd name="connsiteY3" fmla="*/ 23867 h 27708"/>
                <a:gd name="connsiteX4" fmla="*/ 42231 w 45323"/>
                <a:gd name="connsiteY4" fmla="*/ 276 h 27708"/>
                <a:gd name="connsiteX5" fmla="*/ 45042 w 45323"/>
                <a:gd name="connsiteY5" fmla="*/ 1029 h 27708"/>
                <a:gd name="connsiteX6" fmla="*/ 45043 w 45323"/>
                <a:gd name="connsiteY6" fmla="*/ 1031 h 27708"/>
                <a:gd name="connsiteX7" fmla="*/ 44289 w 45323"/>
                <a:gd name="connsiteY7" fmla="*/ 3911 h 27708"/>
                <a:gd name="connsiteX8" fmla="*/ 3140 w 45323"/>
                <a:gd name="connsiteY8" fmla="*/ 27434 h 27708"/>
                <a:gd name="connsiteX9" fmla="*/ 2111 w 45323"/>
                <a:gd name="connsiteY9" fmla="*/ 27708 h 27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323" h="27708">
                  <a:moveTo>
                    <a:pt x="2112" y="27708"/>
                  </a:moveTo>
                  <a:cubicBezTo>
                    <a:pt x="1355" y="27719"/>
                    <a:pt x="650" y="27327"/>
                    <a:pt x="260" y="26679"/>
                  </a:cubicBezTo>
                  <a:cubicBezTo>
                    <a:pt x="-293" y="25687"/>
                    <a:pt x="65" y="24434"/>
                    <a:pt x="1058" y="23881"/>
                  </a:cubicBezTo>
                  <a:cubicBezTo>
                    <a:pt x="1066" y="23877"/>
                    <a:pt x="1074" y="23872"/>
                    <a:pt x="1083" y="23867"/>
                  </a:cubicBezTo>
                  <a:lnTo>
                    <a:pt x="42231" y="276"/>
                  </a:lnTo>
                  <a:cubicBezTo>
                    <a:pt x="43215" y="-292"/>
                    <a:pt x="44473" y="45"/>
                    <a:pt x="45042" y="1029"/>
                  </a:cubicBezTo>
                  <a:cubicBezTo>
                    <a:pt x="45042" y="1030"/>
                    <a:pt x="45042" y="1030"/>
                    <a:pt x="45043" y="1031"/>
                  </a:cubicBezTo>
                  <a:cubicBezTo>
                    <a:pt x="45618" y="2036"/>
                    <a:pt x="45283" y="3317"/>
                    <a:pt x="44289" y="3911"/>
                  </a:cubicBezTo>
                  <a:lnTo>
                    <a:pt x="3140" y="27434"/>
                  </a:lnTo>
                  <a:cubicBezTo>
                    <a:pt x="2830" y="27621"/>
                    <a:pt x="2473" y="27716"/>
                    <a:pt x="2111" y="27708"/>
                  </a:cubicBez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61A537BC-1340-1D09-1203-4414DB906CE3}"/>
                </a:ext>
              </a:extLst>
            </p:cNvPr>
            <p:cNvSpPr/>
            <p:nvPr/>
          </p:nvSpPr>
          <p:spPr>
            <a:xfrm>
              <a:off x="2270652" y="4316697"/>
              <a:ext cx="3417146" cy="942634"/>
            </a:xfrm>
            <a:custGeom>
              <a:avLst/>
              <a:gdLst>
                <a:gd name="connsiteX0" fmla="*/ 1583790 w 3417146"/>
                <a:gd name="connsiteY0" fmla="*/ 942634 h 942634"/>
                <a:gd name="connsiteX1" fmla="*/ 1404454 w 3417146"/>
                <a:gd name="connsiteY1" fmla="*/ 899840 h 942634"/>
                <a:gd name="connsiteX2" fmla="*/ 74893 w 3417146"/>
                <a:gd name="connsiteY2" fmla="*/ 132224 h 942634"/>
                <a:gd name="connsiteX3" fmla="*/ 278 w 3417146"/>
                <a:gd name="connsiteY3" fmla="*/ 20576 h 942634"/>
                <a:gd name="connsiteX4" fmla="*/ 2541 w 3417146"/>
                <a:gd name="connsiteY4" fmla="*/ 18656 h 942634"/>
                <a:gd name="connsiteX5" fmla="*/ 4461 w 3417146"/>
                <a:gd name="connsiteY5" fmla="*/ 20919 h 942634"/>
                <a:gd name="connsiteX6" fmla="*/ 76951 w 3417146"/>
                <a:gd name="connsiteY6" fmla="*/ 128658 h 942634"/>
                <a:gd name="connsiteX7" fmla="*/ 1406511 w 3417146"/>
                <a:gd name="connsiteY7" fmla="*/ 896205 h 942634"/>
                <a:gd name="connsiteX8" fmla="*/ 1761138 w 3417146"/>
                <a:gd name="connsiteY8" fmla="*/ 896205 h 942634"/>
                <a:gd name="connsiteX9" fmla="*/ 2085522 w 3417146"/>
                <a:gd name="connsiteY9" fmla="*/ 708914 h 942634"/>
                <a:gd name="connsiteX10" fmla="*/ 2085522 w 3417146"/>
                <a:gd name="connsiteY10" fmla="*/ 767412 h 942634"/>
                <a:gd name="connsiteX11" fmla="*/ 3414053 w 3417146"/>
                <a:gd name="connsiteY11" fmla="*/ 276 h 942634"/>
                <a:gd name="connsiteX12" fmla="*/ 3416864 w 3417146"/>
                <a:gd name="connsiteY12" fmla="*/ 1029 h 942634"/>
                <a:gd name="connsiteX13" fmla="*/ 3416865 w 3417146"/>
                <a:gd name="connsiteY13" fmla="*/ 1031 h 942634"/>
                <a:gd name="connsiteX14" fmla="*/ 3416111 w 3417146"/>
                <a:gd name="connsiteY14" fmla="*/ 3911 h 942634"/>
                <a:gd name="connsiteX15" fmla="*/ 2081338 w 3417146"/>
                <a:gd name="connsiteY15" fmla="*/ 774613 h 942634"/>
                <a:gd name="connsiteX16" fmla="*/ 2081338 w 3417146"/>
                <a:gd name="connsiteY16" fmla="*/ 716114 h 942634"/>
                <a:gd name="connsiteX17" fmla="*/ 1763127 w 3417146"/>
                <a:gd name="connsiteY17" fmla="*/ 899840 h 942634"/>
                <a:gd name="connsiteX18" fmla="*/ 1583790 w 3417146"/>
                <a:gd name="connsiteY18" fmla="*/ 942634 h 942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7146" h="942634">
                  <a:moveTo>
                    <a:pt x="1583790" y="942634"/>
                  </a:moveTo>
                  <a:cubicBezTo>
                    <a:pt x="1518845" y="942634"/>
                    <a:pt x="1453900" y="928370"/>
                    <a:pt x="1404454" y="899840"/>
                  </a:cubicBezTo>
                  <a:lnTo>
                    <a:pt x="74893" y="132224"/>
                  </a:lnTo>
                  <a:cubicBezTo>
                    <a:pt x="24144" y="102941"/>
                    <a:pt x="-3082" y="62204"/>
                    <a:pt x="278" y="20576"/>
                  </a:cubicBezTo>
                  <a:cubicBezTo>
                    <a:pt x="387" y="19428"/>
                    <a:pt x="1391" y="18576"/>
                    <a:pt x="2541" y="18656"/>
                  </a:cubicBezTo>
                  <a:cubicBezTo>
                    <a:pt x="3672" y="18797"/>
                    <a:pt x="4506" y="19780"/>
                    <a:pt x="4461" y="20919"/>
                  </a:cubicBezTo>
                  <a:cubicBezTo>
                    <a:pt x="1238" y="60901"/>
                    <a:pt x="27710" y="100197"/>
                    <a:pt x="76951" y="128658"/>
                  </a:cubicBezTo>
                  <a:lnTo>
                    <a:pt x="1406511" y="896205"/>
                  </a:lnTo>
                  <a:cubicBezTo>
                    <a:pt x="1504237" y="952647"/>
                    <a:pt x="1663274" y="952715"/>
                    <a:pt x="1761138" y="896205"/>
                  </a:cubicBezTo>
                  <a:lnTo>
                    <a:pt x="2085522" y="708914"/>
                  </a:lnTo>
                  <a:lnTo>
                    <a:pt x="2085522" y="767412"/>
                  </a:lnTo>
                  <a:lnTo>
                    <a:pt x="3414053" y="276"/>
                  </a:lnTo>
                  <a:cubicBezTo>
                    <a:pt x="3415038" y="-292"/>
                    <a:pt x="3416296" y="45"/>
                    <a:pt x="3416864" y="1029"/>
                  </a:cubicBezTo>
                  <a:cubicBezTo>
                    <a:pt x="3416865" y="1030"/>
                    <a:pt x="3416865" y="1030"/>
                    <a:pt x="3416865" y="1031"/>
                  </a:cubicBezTo>
                  <a:cubicBezTo>
                    <a:pt x="3417441" y="2036"/>
                    <a:pt x="3417105" y="3317"/>
                    <a:pt x="3416111" y="3911"/>
                  </a:cubicBezTo>
                  <a:lnTo>
                    <a:pt x="2081338" y="774613"/>
                  </a:lnTo>
                  <a:lnTo>
                    <a:pt x="2081338" y="716114"/>
                  </a:lnTo>
                  <a:lnTo>
                    <a:pt x="1763127" y="899840"/>
                  </a:lnTo>
                  <a:cubicBezTo>
                    <a:pt x="1713749" y="928370"/>
                    <a:pt x="1648736" y="942634"/>
                    <a:pt x="1583790" y="942634"/>
                  </a:cubicBez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9B13A355-1D72-3EC3-0560-7EF6E2E70F47}"/>
                </a:ext>
              </a:extLst>
            </p:cNvPr>
            <p:cNvSpPr/>
            <p:nvPr/>
          </p:nvSpPr>
          <p:spPr>
            <a:xfrm>
              <a:off x="5690275" y="4117679"/>
              <a:ext cx="243925" cy="199528"/>
            </a:xfrm>
            <a:custGeom>
              <a:avLst/>
              <a:gdLst>
                <a:gd name="connsiteX0" fmla="*/ 2112 w 243925"/>
                <a:gd name="connsiteY0" fmla="*/ 199501 h 199528"/>
                <a:gd name="connsiteX1" fmla="*/ 260 w 243925"/>
                <a:gd name="connsiteY1" fmla="*/ 198403 h 199528"/>
                <a:gd name="connsiteX2" fmla="*/ 1058 w 243925"/>
                <a:gd name="connsiteY2" fmla="*/ 195605 h 199528"/>
                <a:gd name="connsiteX3" fmla="*/ 1083 w 243925"/>
                <a:gd name="connsiteY3" fmla="*/ 195591 h 199528"/>
                <a:gd name="connsiteX4" fmla="*/ 144072 w 243925"/>
                <a:gd name="connsiteY4" fmla="*/ 113295 h 199528"/>
                <a:gd name="connsiteX5" fmla="*/ 144072 w 243925"/>
                <a:gd name="connsiteY5" fmla="*/ 54796 h 199528"/>
                <a:gd name="connsiteX6" fmla="*/ 145169 w 243925"/>
                <a:gd name="connsiteY6" fmla="*/ 54180 h 199528"/>
                <a:gd name="connsiteX7" fmla="*/ 193175 w 243925"/>
                <a:gd name="connsiteY7" fmla="*/ 27159 h 199528"/>
                <a:gd name="connsiteX8" fmla="*/ 240839 w 243925"/>
                <a:gd name="connsiteY8" fmla="*/ 276 h 199528"/>
                <a:gd name="connsiteX9" fmla="*/ 243650 w 243925"/>
                <a:gd name="connsiteY9" fmla="*/ 1030 h 199528"/>
                <a:gd name="connsiteX10" fmla="*/ 242896 w 243925"/>
                <a:gd name="connsiteY10" fmla="*/ 3842 h 199528"/>
                <a:gd name="connsiteX11" fmla="*/ 194890 w 243925"/>
                <a:gd name="connsiteY11" fmla="*/ 30793 h 199528"/>
                <a:gd name="connsiteX12" fmla="*/ 148187 w 243925"/>
                <a:gd name="connsiteY12" fmla="*/ 57197 h 199528"/>
                <a:gd name="connsiteX13" fmla="*/ 148187 w 243925"/>
                <a:gd name="connsiteY13" fmla="*/ 115696 h 199528"/>
                <a:gd name="connsiteX14" fmla="*/ 147090 w 243925"/>
                <a:gd name="connsiteY14" fmla="*/ 116313 h 199528"/>
                <a:gd name="connsiteX15" fmla="*/ 3072 w 243925"/>
                <a:gd name="connsiteY15" fmla="*/ 199432 h 199528"/>
                <a:gd name="connsiteX16" fmla="*/ 2112 w 243925"/>
                <a:gd name="connsiteY16" fmla="*/ 199501 h 19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3925" h="199528">
                  <a:moveTo>
                    <a:pt x="2112" y="199501"/>
                  </a:moveTo>
                  <a:cubicBezTo>
                    <a:pt x="1345" y="199483"/>
                    <a:pt x="643" y="199067"/>
                    <a:pt x="260" y="198403"/>
                  </a:cubicBezTo>
                  <a:cubicBezTo>
                    <a:pt x="-293" y="197411"/>
                    <a:pt x="65" y="196158"/>
                    <a:pt x="1058" y="195605"/>
                  </a:cubicBezTo>
                  <a:cubicBezTo>
                    <a:pt x="1066" y="195601"/>
                    <a:pt x="1074" y="195596"/>
                    <a:pt x="1083" y="195591"/>
                  </a:cubicBezTo>
                  <a:lnTo>
                    <a:pt x="144072" y="113295"/>
                  </a:lnTo>
                  <a:lnTo>
                    <a:pt x="144072" y="54796"/>
                  </a:lnTo>
                  <a:lnTo>
                    <a:pt x="145169" y="54180"/>
                  </a:lnTo>
                  <a:cubicBezTo>
                    <a:pt x="161492" y="44715"/>
                    <a:pt x="177471" y="35800"/>
                    <a:pt x="193175" y="27159"/>
                  </a:cubicBezTo>
                  <a:cubicBezTo>
                    <a:pt x="208881" y="18518"/>
                    <a:pt x="224517" y="9671"/>
                    <a:pt x="240839" y="276"/>
                  </a:cubicBezTo>
                  <a:cubicBezTo>
                    <a:pt x="241824" y="-292"/>
                    <a:pt x="243082" y="46"/>
                    <a:pt x="243650" y="1030"/>
                  </a:cubicBezTo>
                  <a:cubicBezTo>
                    <a:pt x="244218" y="2015"/>
                    <a:pt x="243880" y="3274"/>
                    <a:pt x="242896" y="3842"/>
                  </a:cubicBezTo>
                  <a:cubicBezTo>
                    <a:pt x="226574" y="13306"/>
                    <a:pt x="210595" y="22221"/>
                    <a:pt x="194890" y="30793"/>
                  </a:cubicBezTo>
                  <a:cubicBezTo>
                    <a:pt x="179185" y="39366"/>
                    <a:pt x="164166" y="47938"/>
                    <a:pt x="148187" y="57197"/>
                  </a:cubicBezTo>
                  <a:lnTo>
                    <a:pt x="148187" y="115696"/>
                  </a:lnTo>
                  <a:lnTo>
                    <a:pt x="147090" y="116313"/>
                  </a:lnTo>
                  <a:lnTo>
                    <a:pt x="3072" y="199432"/>
                  </a:lnTo>
                  <a:cubicBezTo>
                    <a:pt x="2762" y="199530"/>
                    <a:pt x="2433" y="199554"/>
                    <a:pt x="2112" y="199501"/>
                  </a:cubicBez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D64ED67-B5FF-BB88-5AB4-8498B2FB555F}"/>
                </a:ext>
              </a:extLst>
            </p:cNvPr>
            <p:cNvSpPr/>
            <p:nvPr/>
          </p:nvSpPr>
          <p:spPr>
            <a:xfrm>
              <a:off x="5487094" y="4410994"/>
              <a:ext cx="347049" cy="201010"/>
            </a:xfrm>
            <a:custGeom>
              <a:avLst/>
              <a:gdLst>
                <a:gd name="connsiteX0" fmla="*/ 2090 w 347049"/>
                <a:gd name="connsiteY0" fmla="*/ 201010 h 201010"/>
                <a:gd name="connsiteX1" fmla="*/ 307 w 347049"/>
                <a:gd name="connsiteY1" fmla="*/ 199981 h 201010"/>
                <a:gd name="connsiteX2" fmla="*/ 977 w 347049"/>
                <a:gd name="connsiteY2" fmla="*/ 197150 h 201010"/>
                <a:gd name="connsiteX3" fmla="*/ 1061 w 347049"/>
                <a:gd name="connsiteY3" fmla="*/ 197101 h 201010"/>
                <a:gd name="connsiteX4" fmla="*/ 172512 w 347049"/>
                <a:gd name="connsiteY4" fmla="*/ 98689 h 201010"/>
                <a:gd name="connsiteX5" fmla="*/ 343962 w 347049"/>
                <a:gd name="connsiteY5" fmla="*/ 276 h 201010"/>
                <a:gd name="connsiteX6" fmla="*/ 346772 w 347049"/>
                <a:gd name="connsiteY6" fmla="*/ 1029 h 201010"/>
                <a:gd name="connsiteX7" fmla="*/ 346774 w 347049"/>
                <a:gd name="connsiteY7" fmla="*/ 1031 h 201010"/>
                <a:gd name="connsiteX8" fmla="*/ 346021 w 347049"/>
                <a:gd name="connsiteY8" fmla="*/ 3842 h 201010"/>
                <a:gd name="connsiteX9" fmla="*/ 346019 w 347049"/>
                <a:gd name="connsiteY9" fmla="*/ 3843 h 201010"/>
                <a:gd name="connsiteX10" fmla="*/ 174569 w 347049"/>
                <a:gd name="connsiteY10" fmla="*/ 102323 h 201010"/>
                <a:gd name="connsiteX11" fmla="*/ 3119 w 347049"/>
                <a:gd name="connsiteY11" fmla="*/ 200736 h 201010"/>
                <a:gd name="connsiteX12" fmla="*/ 2090 w 347049"/>
                <a:gd name="connsiteY12" fmla="*/ 201010 h 20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7049" h="201010">
                  <a:moveTo>
                    <a:pt x="2090" y="201010"/>
                  </a:moveTo>
                  <a:cubicBezTo>
                    <a:pt x="1351" y="201026"/>
                    <a:pt x="664" y="200629"/>
                    <a:pt x="307" y="199981"/>
                  </a:cubicBezTo>
                  <a:cubicBezTo>
                    <a:pt x="-290" y="199014"/>
                    <a:pt x="10" y="197746"/>
                    <a:pt x="977" y="197150"/>
                  </a:cubicBezTo>
                  <a:cubicBezTo>
                    <a:pt x="1005" y="197133"/>
                    <a:pt x="1033" y="197116"/>
                    <a:pt x="1061" y="197101"/>
                  </a:cubicBezTo>
                  <a:cubicBezTo>
                    <a:pt x="59812" y="163222"/>
                    <a:pt x="116961" y="130418"/>
                    <a:pt x="172512" y="98689"/>
                  </a:cubicBezTo>
                  <a:cubicBezTo>
                    <a:pt x="227924" y="66936"/>
                    <a:pt x="285325" y="34155"/>
                    <a:pt x="343962" y="276"/>
                  </a:cubicBezTo>
                  <a:cubicBezTo>
                    <a:pt x="344946" y="-292"/>
                    <a:pt x="346204" y="45"/>
                    <a:pt x="346772" y="1029"/>
                  </a:cubicBezTo>
                  <a:cubicBezTo>
                    <a:pt x="346773" y="1030"/>
                    <a:pt x="346773" y="1030"/>
                    <a:pt x="346774" y="1031"/>
                  </a:cubicBezTo>
                  <a:cubicBezTo>
                    <a:pt x="347342" y="2015"/>
                    <a:pt x="347005" y="3273"/>
                    <a:pt x="346021" y="3842"/>
                  </a:cubicBezTo>
                  <a:cubicBezTo>
                    <a:pt x="346020" y="3842"/>
                    <a:pt x="346020" y="3843"/>
                    <a:pt x="346019" y="3843"/>
                  </a:cubicBezTo>
                  <a:cubicBezTo>
                    <a:pt x="287269" y="37813"/>
                    <a:pt x="230119" y="70639"/>
                    <a:pt x="174569" y="102323"/>
                  </a:cubicBezTo>
                  <a:cubicBezTo>
                    <a:pt x="119019" y="134007"/>
                    <a:pt x="61869" y="166811"/>
                    <a:pt x="3119" y="200736"/>
                  </a:cubicBezTo>
                  <a:cubicBezTo>
                    <a:pt x="2809" y="200923"/>
                    <a:pt x="2452" y="201018"/>
                    <a:pt x="2090" y="201010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29DBA19-5AF4-9589-DB6B-FA145CFC31ED}"/>
                </a:ext>
              </a:extLst>
            </p:cNvPr>
            <p:cNvSpPr/>
            <p:nvPr/>
          </p:nvSpPr>
          <p:spPr>
            <a:xfrm>
              <a:off x="4714034" y="4984529"/>
              <a:ext cx="124057" cy="73382"/>
            </a:xfrm>
            <a:custGeom>
              <a:avLst/>
              <a:gdLst>
                <a:gd name="connsiteX0" fmla="*/ 2116 w 124057"/>
                <a:gd name="connsiteY0" fmla="*/ 73383 h 73382"/>
                <a:gd name="connsiteX1" fmla="*/ 264 w 124057"/>
                <a:gd name="connsiteY1" fmla="*/ 72354 h 73382"/>
                <a:gd name="connsiteX2" fmla="*/ 1087 w 124057"/>
                <a:gd name="connsiteY2" fmla="*/ 69474 h 73382"/>
                <a:gd name="connsiteX3" fmla="*/ 120965 w 124057"/>
                <a:gd name="connsiteY3" fmla="*/ 276 h 73382"/>
                <a:gd name="connsiteX4" fmla="*/ 123776 w 124057"/>
                <a:gd name="connsiteY4" fmla="*/ 1029 h 73382"/>
                <a:gd name="connsiteX5" fmla="*/ 123777 w 124057"/>
                <a:gd name="connsiteY5" fmla="*/ 1031 h 73382"/>
                <a:gd name="connsiteX6" fmla="*/ 123022 w 124057"/>
                <a:gd name="connsiteY6" fmla="*/ 3911 h 73382"/>
                <a:gd name="connsiteX7" fmla="*/ 3145 w 124057"/>
                <a:gd name="connsiteY7" fmla="*/ 73108 h 73382"/>
                <a:gd name="connsiteX8" fmla="*/ 2116 w 124057"/>
                <a:gd name="connsiteY8" fmla="*/ 73382 h 7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057" h="73382">
                  <a:moveTo>
                    <a:pt x="2116" y="73383"/>
                  </a:moveTo>
                  <a:cubicBezTo>
                    <a:pt x="1360" y="73394"/>
                    <a:pt x="654" y="73002"/>
                    <a:pt x="264" y="72354"/>
                  </a:cubicBezTo>
                  <a:cubicBezTo>
                    <a:pt x="-299" y="71331"/>
                    <a:pt x="68" y="70045"/>
                    <a:pt x="1087" y="69474"/>
                  </a:cubicBezTo>
                  <a:lnTo>
                    <a:pt x="120965" y="276"/>
                  </a:lnTo>
                  <a:cubicBezTo>
                    <a:pt x="121949" y="-292"/>
                    <a:pt x="123207" y="45"/>
                    <a:pt x="123776" y="1029"/>
                  </a:cubicBezTo>
                  <a:cubicBezTo>
                    <a:pt x="123776" y="1030"/>
                    <a:pt x="123776" y="1030"/>
                    <a:pt x="123777" y="1031"/>
                  </a:cubicBezTo>
                  <a:cubicBezTo>
                    <a:pt x="124352" y="2036"/>
                    <a:pt x="124016" y="3317"/>
                    <a:pt x="123022" y="3911"/>
                  </a:cubicBezTo>
                  <a:lnTo>
                    <a:pt x="3145" y="73108"/>
                  </a:lnTo>
                  <a:cubicBezTo>
                    <a:pt x="2834" y="73295"/>
                    <a:pt x="2478" y="73390"/>
                    <a:pt x="2116" y="73382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4A922C01-A9BC-54B8-F9EB-15B860945847}"/>
                </a:ext>
              </a:extLst>
            </p:cNvPr>
            <p:cNvSpPr/>
            <p:nvPr/>
          </p:nvSpPr>
          <p:spPr>
            <a:xfrm>
              <a:off x="4690516" y="4902519"/>
              <a:ext cx="147547" cy="86270"/>
            </a:xfrm>
            <a:custGeom>
              <a:avLst/>
              <a:gdLst>
                <a:gd name="connsiteX0" fmla="*/ 145512 w 147547"/>
                <a:gd name="connsiteY0" fmla="*/ 86195 h 86270"/>
                <a:gd name="connsiteX1" fmla="*/ 144484 w 147547"/>
                <a:gd name="connsiteY1" fmla="*/ 86195 h 86270"/>
                <a:gd name="connsiteX2" fmla="*/ 1083 w 147547"/>
                <a:gd name="connsiteY2" fmla="*/ 3899 h 86270"/>
                <a:gd name="connsiteX3" fmla="*/ 246 w 147547"/>
                <a:gd name="connsiteY3" fmla="*/ 1112 h 86270"/>
                <a:gd name="connsiteX4" fmla="*/ 260 w 147547"/>
                <a:gd name="connsiteY4" fmla="*/ 1087 h 86270"/>
                <a:gd name="connsiteX5" fmla="*/ 3140 w 147547"/>
                <a:gd name="connsiteY5" fmla="*/ 264 h 86270"/>
                <a:gd name="connsiteX6" fmla="*/ 146541 w 147547"/>
                <a:gd name="connsiteY6" fmla="*/ 82561 h 86270"/>
                <a:gd name="connsiteX7" fmla="*/ 147295 w 147547"/>
                <a:gd name="connsiteY7" fmla="*/ 85372 h 86270"/>
                <a:gd name="connsiteX8" fmla="*/ 145512 w 147547"/>
                <a:gd name="connsiteY8" fmla="*/ 86195 h 86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7547" h="86270">
                  <a:moveTo>
                    <a:pt x="145512" y="86195"/>
                  </a:moveTo>
                  <a:cubicBezTo>
                    <a:pt x="145177" y="86296"/>
                    <a:pt x="144819" y="86296"/>
                    <a:pt x="144484" y="86195"/>
                  </a:cubicBezTo>
                  <a:lnTo>
                    <a:pt x="1083" y="3899"/>
                  </a:lnTo>
                  <a:cubicBezTo>
                    <a:pt x="82" y="3361"/>
                    <a:pt x="-292" y="2113"/>
                    <a:pt x="246" y="1112"/>
                  </a:cubicBezTo>
                  <a:cubicBezTo>
                    <a:pt x="251" y="1104"/>
                    <a:pt x="255" y="1095"/>
                    <a:pt x="260" y="1087"/>
                  </a:cubicBezTo>
                  <a:cubicBezTo>
                    <a:pt x="831" y="68"/>
                    <a:pt x="2117" y="-299"/>
                    <a:pt x="3140" y="264"/>
                  </a:cubicBezTo>
                  <a:lnTo>
                    <a:pt x="146541" y="82561"/>
                  </a:lnTo>
                  <a:cubicBezTo>
                    <a:pt x="147495" y="83152"/>
                    <a:pt x="147826" y="84383"/>
                    <a:pt x="147295" y="85372"/>
                  </a:cubicBezTo>
                  <a:cubicBezTo>
                    <a:pt x="146871" y="85921"/>
                    <a:pt x="146205" y="86228"/>
                    <a:pt x="145512" y="86195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B38A896-16D3-95C5-59AB-EAC83D6A395B}"/>
                </a:ext>
              </a:extLst>
            </p:cNvPr>
            <p:cNvSpPr/>
            <p:nvPr/>
          </p:nvSpPr>
          <p:spPr>
            <a:xfrm>
              <a:off x="5109594" y="4164106"/>
              <a:ext cx="87582" cy="52740"/>
            </a:xfrm>
            <a:custGeom>
              <a:avLst/>
              <a:gdLst>
                <a:gd name="connsiteX0" fmla="*/ 2057 w 87582"/>
                <a:gd name="connsiteY0" fmla="*/ 52740 h 52740"/>
                <a:gd name="connsiteX1" fmla="*/ 0 w 87582"/>
                <a:gd name="connsiteY1" fmla="*/ 49105 h 52740"/>
                <a:gd name="connsiteX2" fmla="*/ 0 w 87582"/>
                <a:gd name="connsiteY2" fmla="*/ 49105 h 52740"/>
                <a:gd name="connsiteX3" fmla="*/ 84490 w 87582"/>
                <a:gd name="connsiteY3" fmla="*/ 276 h 52740"/>
                <a:gd name="connsiteX4" fmla="*/ 87301 w 87582"/>
                <a:gd name="connsiteY4" fmla="*/ 1029 h 52740"/>
                <a:gd name="connsiteX5" fmla="*/ 87302 w 87582"/>
                <a:gd name="connsiteY5" fmla="*/ 1031 h 52740"/>
                <a:gd name="connsiteX6" fmla="*/ 86548 w 87582"/>
                <a:gd name="connsiteY6" fmla="*/ 3911 h 52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7582" h="52740">
                  <a:moveTo>
                    <a:pt x="2057" y="52740"/>
                  </a:moveTo>
                  <a:lnTo>
                    <a:pt x="0" y="49105"/>
                  </a:lnTo>
                  <a:lnTo>
                    <a:pt x="0" y="49105"/>
                  </a:lnTo>
                  <a:lnTo>
                    <a:pt x="84490" y="276"/>
                  </a:lnTo>
                  <a:cubicBezTo>
                    <a:pt x="85474" y="-292"/>
                    <a:pt x="86733" y="45"/>
                    <a:pt x="87301" y="1029"/>
                  </a:cubicBezTo>
                  <a:cubicBezTo>
                    <a:pt x="87301" y="1030"/>
                    <a:pt x="87302" y="1030"/>
                    <a:pt x="87302" y="1031"/>
                  </a:cubicBezTo>
                  <a:cubicBezTo>
                    <a:pt x="87877" y="2036"/>
                    <a:pt x="87542" y="3317"/>
                    <a:pt x="86548" y="3911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92AC163-0146-080C-A193-4C7467BDE20E}"/>
                </a:ext>
              </a:extLst>
            </p:cNvPr>
            <p:cNvSpPr/>
            <p:nvPr/>
          </p:nvSpPr>
          <p:spPr>
            <a:xfrm>
              <a:off x="4713462" y="4487052"/>
              <a:ext cx="87139" cy="136473"/>
            </a:xfrm>
            <a:custGeom>
              <a:avLst/>
              <a:gdLst>
                <a:gd name="connsiteX0" fmla="*/ 14 w 87139"/>
                <a:gd name="connsiteY0" fmla="*/ 124953 h 136473"/>
                <a:gd name="connsiteX1" fmla="*/ 631 w 87139"/>
                <a:gd name="connsiteY1" fmla="*/ 129685 h 136473"/>
                <a:gd name="connsiteX2" fmla="*/ 2208 w 87139"/>
                <a:gd name="connsiteY2" fmla="*/ 133114 h 136473"/>
                <a:gd name="connsiteX3" fmla="*/ 4266 w 87139"/>
                <a:gd name="connsiteY3" fmla="*/ 135171 h 136473"/>
                <a:gd name="connsiteX4" fmla="*/ 6872 w 87139"/>
                <a:gd name="connsiteY4" fmla="*/ 136268 h 136473"/>
                <a:gd name="connsiteX5" fmla="*/ 10644 w 87139"/>
                <a:gd name="connsiteY5" fmla="*/ 136268 h 136473"/>
                <a:gd name="connsiteX6" fmla="*/ 20313 w 87139"/>
                <a:gd name="connsiteY6" fmla="*/ 131742 h 136473"/>
                <a:gd name="connsiteX7" fmla="*/ 35058 w 87139"/>
                <a:gd name="connsiteY7" fmla="*/ 123307 h 136473"/>
                <a:gd name="connsiteX8" fmla="*/ 51655 w 87139"/>
                <a:gd name="connsiteY8" fmla="*/ 113774 h 136473"/>
                <a:gd name="connsiteX9" fmla="*/ 64890 w 87139"/>
                <a:gd name="connsiteY9" fmla="*/ 106093 h 136473"/>
                <a:gd name="connsiteX10" fmla="*/ 73051 w 87139"/>
                <a:gd name="connsiteY10" fmla="*/ 101156 h 136473"/>
                <a:gd name="connsiteX11" fmla="*/ 78538 w 87139"/>
                <a:gd name="connsiteY11" fmla="*/ 95875 h 136473"/>
                <a:gd name="connsiteX12" fmla="*/ 81830 w 87139"/>
                <a:gd name="connsiteY12" fmla="*/ 91143 h 136473"/>
                <a:gd name="connsiteX13" fmla="*/ 84436 w 87139"/>
                <a:gd name="connsiteY13" fmla="*/ 85999 h 136473"/>
                <a:gd name="connsiteX14" fmla="*/ 86150 w 87139"/>
                <a:gd name="connsiteY14" fmla="*/ 80582 h 136473"/>
                <a:gd name="connsiteX15" fmla="*/ 86905 w 87139"/>
                <a:gd name="connsiteY15" fmla="*/ 74889 h 136473"/>
                <a:gd name="connsiteX16" fmla="*/ 86905 w 87139"/>
                <a:gd name="connsiteY16" fmla="*/ 67277 h 136473"/>
                <a:gd name="connsiteX17" fmla="*/ 86905 w 87139"/>
                <a:gd name="connsiteY17" fmla="*/ 53561 h 136473"/>
                <a:gd name="connsiteX18" fmla="*/ 86905 w 87139"/>
                <a:gd name="connsiteY18" fmla="*/ 34427 h 136473"/>
                <a:gd name="connsiteX19" fmla="*/ 86905 w 87139"/>
                <a:gd name="connsiteY19" fmla="*/ 17419 h 136473"/>
                <a:gd name="connsiteX20" fmla="*/ 86493 w 87139"/>
                <a:gd name="connsiteY20" fmla="*/ 6789 h 136473"/>
                <a:gd name="connsiteX21" fmla="*/ 84847 w 87139"/>
                <a:gd name="connsiteY21" fmla="*/ 3360 h 136473"/>
                <a:gd name="connsiteX22" fmla="*/ 82858 w 87139"/>
                <a:gd name="connsiteY22" fmla="*/ 1303 h 136473"/>
                <a:gd name="connsiteX23" fmla="*/ 80252 w 87139"/>
                <a:gd name="connsiteY23" fmla="*/ 206 h 136473"/>
                <a:gd name="connsiteX24" fmla="*/ 76412 w 87139"/>
                <a:gd name="connsiteY24" fmla="*/ 206 h 136473"/>
                <a:gd name="connsiteX25" fmla="*/ 66811 w 87139"/>
                <a:gd name="connsiteY25" fmla="*/ 4732 h 136473"/>
                <a:gd name="connsiteX26" fmla="*/ 51997 w 87139"/>
                <a:gd name="connsiteY26" fmla="*/ 13167 h 136473"/>
                <a:gd name="connsiteX27" fmla="*/ 35470 w 87139"/>
                <a:gd name="connsiteY27" fmla="*/ 22700 h 136473"/>
                <a:gd name="connsiteX28" fmla="*/ 22234 w 87139"/>
                <a:gd name="connsiteY28" fmla="*/ 30381 h 136473"/>
                <a:gd name="connsiteX29" fmla="*/ 14004 w 87139"/>
                <a:gd name="connsiteY29" fmla="*/ 35318 h 136473"/>
                <a:gd name="connsiteX30" fmla="*/ 8586 w 87139"/>
                <a:gd name="connsiteY30" fmla="*/ 40599 h 136473"/>
                <a:gd name="connsiteX31" fmla="*/ 5294 w 87139"/>
                <a:gd name="connsiteY31" fmla="*/ 45331 h 136473"/>
                <a:gd name="connsiteX32" fmla="*/ 2688 w 87139"/>
                <a:gd name="connsiteY32" fmla="*/ 50406 h 136473"/>
                <a:gd name="connsiteX33" fmla="*/ 905 w 87139"/>
                <a:gd name="connsiteY33" fmla="*/ 55892 h 136473"/>
                <a:gd name="connsiteX34" fmla="*/ 219 w 87139"/>
                <a:gd name="connsiteY34" fmla="*/ 61585 h 136473"/>
                <a:gd name="connsiteX35" fmla="*/ 220 w 87139"/>
                <a:gd name="connsiteY35" fmla="*/ 69197 h 136473"/>
                <a:gd name="connsiteX36" fmla="*/ 220 w 87139"/>
                <a:gd name="connsiteY36" fmla="*/ 82913 h 136473"/>
                <a:gd name="connsiteX37" fmla="*/ 220 w 87139"/>
                <a:gd name="connsiteY37" fmla="*/ 102047 h 136473"/>
                <a:gd name="connsiteX38" fmla="*/ 220 w 87139"/>
                <a:gd name="connsiteY38" fmla="*/ 119055 h 136473"/>
                <a:gd name="connsiteX39" fmla="*/ 14 w 87139"/>
                <a:gd name="connsiteY39" fmla="*/ 124953 h 136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7139" h="136473">
                  <a:moveTo>
                    <a:pt x="14" y="124953"/>
                  </a:moveTo>
                  <a:cubicBezTo>
                    <a:pt x="7" y="126550"/>
                    <a:pt x="215" y="128142"/>
                    <a:pt x="631" y="129685"/>
                  </a:cubicBezTo>
                  <a:cubicBezTo>
                    <a:pt x="944" y="130914"/>
                    <a:pt x="1478" y="132076"/>
                    <a:pt x="2208" y="133114"/>
                  </a:cubicBezTo>
                  <a:cubicBezTo>
                    <a:pt x="2750" y="133930"/>
                    <a:pt x="3450" y="134629"/>
                    <a:pt x="4266" y="135171"/>
                  </a:cubicBezTo>
                  <a:cubicBezTo>
                    <a:pt x="5063" y="135687"/>
                    <a:pt x="5946" y="136058"/>
                    <a:pt x="6872" y="136268"/>
                  </a:cubicBezTo>
                  <a:cubicBezTo>
                    <a:pt x="8114" y="136541"/>
                    <a:pt x="9401" y="136541"/>
                    <a:pt x="10644" y="136268"/>
                  </a:cubicBezTo>
                  <a:cubicBezTo>
                    <a:pt x="14132" y="135407"/>
                    <a:pt x="17418" y="133869"/>
                    <a:pt x="20313" y="131742"/>
                  </a:cubicBezTo>
                  <a:cubicBezTo>
                    <a:pt x="25320" y="128656"/>
                    <a:pt x="30120" y="126050"/>
                    <a:pt x="35058" y="123307"/>
                  </a:cubicBezTo>
                  <a:cubicBezTo>
                    <a:pt x="39996" y="120563"/>
                    <a:pt x="46168" y="116997"/>
                    <a:pt x="51655" y="113774"/>
                  </a:cubicBezTo>
                  <a:cubicBezTo>
                    <a:pt x="56044" y="111168"/>
                    <a:pt x="60364" y="108562"/>
                    <a:pt x="64890" y="106093"/>
                  </a:cubicBezTo>
                  <a:cubicBezTo>
                    <a:pt x="67734" y="104660"/>
                    <a:pt x="70463" y="103009"/>
                    <a:pt x="73051" y="101156"/>
                  </a:cubicBezTo>
                  <a:cubicBezTo>
                    <a:pt x="75091" y="99629"/>
                    <a:pt x="76934" y="97855"/>
                    <a:pt x="78538" y="95875"/>
                  </a:cubicBezTo>
                  <a:cubicBezTo>
                    <a:pt x="79758" y="94387"/>
                    <a:pt x="80859" y="92804"/>
                    <a:pt x="81830" y="91143"/>
                  </a:cubicBezTo>
                  <a:cubicBezTo>
                    <a:pt x="82807" y="89486"/>
                    <a:pt x="83678" y="87767"/>
                    <a:pt x="84436" y="85999"/>
                  </a:cubicBezTo>
                  <a:cubicBezTo>
                    <a:pt x="85151" y="84242"/>
                    <a:pt x="85724" y="82430"/>
                    <a:pt x="86150" y="80582"/>
                  </a:cubicBezTo>
                  <a:cubicBezTo>
                    <a:pt x="86541" y="78705"/>
                    <a:pt x="86793" y="76803"/>
                    <a:pt x="86905" y="74889"/>
                  </a:cubicBezTo>
                  <a:cubicBezTo>
                    <a:pt x="86905" y="72352"/>
                    <a:pt x="86905" y="69814"/>
                    <a:pt x="86905" y="67277"/>
                  </a:cubicBezTo>
                  <a:cubicBezTo>
                    <a:pt x="86905" y="62750"/>
                    <a:pt x="86905" y="58293"/>
                    <a:pt x="86905" y="53561"/>
                  </a:cubicBezTo>
                  <a:cubicBezTo>
                    <a:pt x="86905" y="47183"/>
                    <a:pt x="86905" y="40736"/>
                    <a:pt x="86905" y="34427"/>
                  </a:cubicBezTo>
                  <a:cubicBezTo>
                    <a:pt x="86905" y="28118"/>
                    <a:pt x="86425" y="23248"/>
                    <a:pt x="86905" y="17419"/>
                  </a:cubicBezTo>
                  <a:cubicBezTo>
                    <a:pt x="87321" y="13876"/>
                    <a:pt x="87182" y="10290"/>
                    <a:pt x="86493" y="6789"/>
                  </a:cubicBezTo>
                  <a:cubicBezTo>
                    <a:pt x="86157" y="5556"/>
                    <a:pt x="85599" y="4394"/>
                    <a:pt x="84847" y="3360"/>
                  </a:cubicBezTo>
                  <a:cubicBezTo>
                    <a:pt x="84312" y="2562"/>
                    <a:pt x="83638" y="1865"/>
                    <a:pt x="82858" y="1303"/>
                  </a:cubicBezTo>
                  <a:cubicBezTo>
                    <a:pt x="82049" y="811"/>
                    <a:pt x="81170" y="441"/>
                    <a:pt x="80252" y="206"/>
                  </a:cubicBezTo>
                  <a:cubicBezTo>
                    <a:pt x="78987" y="-69"/>
                    <a:pt x="77677" y="-69"/>
                    <a:pt x="76412" y="206"/>
                  </a:cubicBezTo>
                  <a:cubicBezTo>
                    <a:pt x="72942" y="1060"/>
                    <a:pt x="69678" y="2599"/>
                    <a:pt x="66811" y="4732"/>
                  </a:cubicBezTo>
                  <a:cubicBezTo>
                    <a:pt x="61804" y="7818"/>
                    <a:pt x="56935" y="10424"/>
                    <a:pt x="51997" y="13167"/>
                  </a:cubicBezTo>
                  <a:lnTo>
                    <a:pt x="35470" y="22700"/>
                  </a:lnTo>
                  <a:cubicBezTo>
                    <a:pt x="31081" y="25306"/>
                    <a:pt x="26691" y="27912"/>
                    <a:pt x="22234" y="30381"/>
                  </a:cubicBezTo>
                  <a:cubicBezTo>
                    <a:pt x="19367" y="31813"/>
                    <a:pt x="16616" y="33463"/>
                    <a:pt x="14004" y="35318"/>
                  </a:cubicBezTo>
                  <a:cubicBezTo>
                    <a:pt x="12001" y="36865"/>
                    <a:pt x="10183" y="38637"/>
                    <a:pt x="8586" y="40599"/>
                  </a:cubicBezTo>
                  <a:cubicBezTo>
                    <a:pt x="7366" y="42087"/>
                    <a:pt x="6265" y="43670"/>
                    <a:pt x="5294" y="45331"/>
                  </a:cubicBezTo>
                  <a:cubicBezTo>
                    <a:pt x="4304" y="46958"/>
                    <a:pt x="3433" y="48654"/>
                    <a:pt x="2688" y="50406"/>
                  </a:cubicBezTo>
                  <a:cubicBezTo>
                    <a:pt x="1930" y="52178"/>
                    <a:pt x="1333" y="54014"/>
                    <a:pt x="905" y="55892"/>
                  </a:cubicBezTo>
                  <a:cubicBezTo>
                    <a:pt x="504" y="57765"/>
                    <a:pt x="274" y="59670"/>
                    <a:pt x="219" y="61585"/>
                  </a:cubicBezTo>
                  <a:cubicBezTo>
                    <a:pt x="220" y="64122"/>
                    <a:pt x="220" y="66660"/>
                    <a:pt x="220" y="69197"/>
                  </a:cubicBezTo>
                  <a:cubicBezTo>
                    <a:pt x="220" y="73655"/>
                    <a:pt x="220" y="78181"/>
                    <a:pt x="220" y="82913"/>
                  </a:cubicBezTo>
                  <a:cubicBezTo>
                    <a:pt x="220" y="89291"/>
                    <a:pt x="220" y="95737"/>
                    <a:pt x="220" y="102047"/>
                  </a:cubicBezTo>
                  <a:cubicBezTo>
                    <a:pt x="220" y="108356"/>
                    <a:pt x="700" y="113225"/>
                    <a:pt x="220" y="119055"/>
                  </a:cubicBezTo>
                  <a:cubicBezTo>
                    <a:pt x="151" y="121043"/>
                    <a:pt x="-55" y="123032"/>
                    <a:pt x="14" y="124953"/>
                  </a:cubicBezTo>
                  <a:close/>
                </a:path>
              </a:pathLst>
            </a:custGeom>
            <a:solidFill>
              <a:srgbClr val="7B7B7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7EB7BD1-824A-BFD3-B320-615DAB5E3581}"/>
                </a:ext>
              </a:extLst>
            </p:cNvPr>
            <p:cNvSpPr/>
            <p:nvPr/>
          </p:nvSpPr>
          <p:spPr>
            <a:xfrm>
              <a:off x="4824013" y="4427345"/>
              <a:ext cx="87189" cy="136422"/>
            </a:xfrm>
            <a:custGeom>
              <a:avLst/>
              <a:gdLst>
                <a:gd name="connsiteX0" fmla="*/ 14 w 87189"/>
                <a:gd name="connsiteY0" fmla="*/ 124858 h 136422"/>
                <a:gd name="connsiteX1" fmla="*/ 631 w 87189"/>
                <a:gd name="connsiteY1" fmla="*/ 129590 h 136422"/>
                <a:gd name="connsiteX2" fmla="*/ 2208 w 87189"/>
                <a:gd name="connsiteY2" fmla="*/ 133088 h 136422"/>
                <a:gd name="connsiteX3" fmla="*/ 6872 w 87189"/>
                <a:gd name="connsiteY3" fmla="*/ 136242 h 136422"/>
                <a:gd name="connsiteX4" fmla="*/ 10643 w 87189"/>
                <a:gd name="connsiteY4" fmla="*/ 136242 h 136422"/>
                <a:gd name="connsiteX5" fmla="*/ 20313 w 87189"/>
                <a:gd name="connsiteY5" fmla="*/ 131785 h 136422"/>
                <a:gd name="connsiteX6" fmla="*/ 35058 w 87189"/>
                <a:gd name="connsiteY6" fmla="*/ 123280 h 136422"/>
                <a:gd name="connsiteX7" fmla="*/ 51654 w 87189"/>
                <a:gd name="connsiteY7" fmla="*/ 113748 h 136422"/>
                <a:gd name="connsiteX8" fmla="*/ 64890 w 87189"/>
                <a:gd name="connsiteY8" fmla="*/ 106067 h 136422"/>
                <a:gd name="connsiteX9" fmla="*/ 73051 w 87189"/>
                <a:gd name="connsiteY9" fmla="*/ 101129 h 136422"/>
                <a:gd name="connsiteX10" fmla="*/ 78538 w 87189"/>
                <a:gd name="connsiteY10" fmla="*/ 95848 h 136422"/>
                <a:gd name="connsiteX11" fmla="*/ 81830 w 87189"/>
                <a:gd name="connsiteY11" fmla="*/ 91116 h 136422"/>
                <a:gd name="connsiteX12" fmla="*/ 84436 w 87189"/>
                <a:gd name="connsiteY12" fmla="*/ 86041 h 136422"/>
                <a:gd name="connsiteX13" fmla="*/ 86904 w 87189"/>
                <a:gd name="connsiteY13" fmla="*/ 74863 h 136422"/>
                <a:gd name="connsiteX14" fmla="*/ 86905 w 87189"/>
                <a:gd name="connsiteY14" fmla="*/ 67251 h 136422"/>
                <a:gd name="connsiteX15" fmla="*/ 86905 w 87189"/>
                <a:gd name="connsiteY15" fmla="*/ 53535 h 136422"/>
                <a:gd name="connsiteX16" fmla="*/ 86905 w 87189"/>
                <a:gd name="connsiteY16" fmla="*/ 34469 h 136422"/>
                <a:gd name="connsiteX17" fmla="*/ 86905 w 87189"/>
                <a:gd name="connsiteY17" fmla="*/ 17393 h 136422"/>
                <a:gd name="connsiteX18" fmla="*/ 86562 w 87189"/>
                <a:gd name="connsiteY18" fmla="*/ 6763 h 136422"/>
                <a:gd name="connsiteX19" fmla="*/ 84916 w 87189"/>
                <a:gd name="connsiteY19" fmla="*/ 3334 h 136422"/>
                <a:gd name="connsiteX20" fmla="*/ 82927 w 87189"/>
                <a:gd name="connsiteY20" fmla="*/ 1345 h 136422"/>
                <a:gd name="connsiteX21" fmla="*/ 80321 w 87189"/>
                <a:gd name="connsiteY21" fmla="*/ 180 h 136422"/>
                <a:gd name="connsiteX22" fmla="*/ 76481 w 87189"/>
                <a:gd name="connsiteY22" fmla="*/ 180 h 136422"/>
                <a:gd name="connsiteX23" fmla="*/ 66879 w 87189"/>
                <a:gd name="connsiteY23" fmla="*/ 4706 h 136422"/>
                <a:gd name="connsiteX24" fmla="*/ 52066 w 87189"/>
                <a:gd name="connsiteY24" fmla="*/ 13141 h 136422"/>
                <a:gd name="connsiteX25" fmla="*/ 35538 w 87189"/>
                <a:gd name="connsiteY25" fmla="*/ 22674 h 136422"/>
                <a:gd name="connsiteX26" fmla="*/ 22302 w 87189"/>
                <a:gd name="connsiteY26" fmla="*/ 30355 h 136422"/>
                <a:gd name="connsiteX27" fmla="*/ 14072 w 87189"/>
                <a:gd name="connsiteY27" fmla="*/ 35292 h 136422"/>
                <a:gd name="connsiteX28" fmla="*/ 8586 w 87189"/>
                <a:gd name="connsiteY28" fmla="*/ 40642 h 136422"/>
                <a:gd name="connsiteX29" fmla="*/ 5294 w 87189"/>
                <a:gd name="connsiteY29" fmla="*/ 45305 h 136422"/>
                <a:gd name="connsiteX30" fmla="*/ 2757 w 87189"/>
                <a:gd name="connsiteY30" fmla="*/ 50448 h 136422"/>
                <a:gd name="connsiteX31" fmla="*/ 974 w 87189"/>
                <a:gd name="connsiteY31" fmla="*/ 55866 h 136422"/>
                <a:gd name="connsiteX32" fmla="*/ 288 w 87189"/>
                <a:gd name="connsiteY32" fmla="*/ 61558 h 136422"/>
                <a:gd name="connsiteX33" fmla="*/ 288 w 87189"/>
                <a:gd name="connsiteY33" fmla="*/ 69239 h 136422"/>
                <a:gd name="connsiteX34" fmla="*/ 288 w 87189"/>
                <a:gd name="connsiteY34" fmla="*/ 82612 h 136422"/>
                <a:gd name="connsiteX35" fmla="*/ 288 w 87189"/>
                <a:gd name="connsiteY35" fmla="*/ 101746 h 136422"/>
                <a:gd name="connsiteX36" fmla="*/ 288 w 87189"/>
                <a:gd name="connsiteY36" fmla="*/ 118823 h 136422"/>
                <a:gd name="connsiteX37" fmla="*/ 14 w 87189"/>
                <a:gd name="connsiteY37" fmla="*/ 124858 h 136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87189" h="136422">
                  <a:moveTo>
                    <a:pt x="14" y="124858"/>
                  </a:moveTo>
                  <a:cubicBezTo>
                    <a:pt x="-27" y="126458"/>
                    <a:pt x="181" y="128054"/>
                    <a:pt x="631" y="129590"/>
                  </a:cubicBezTo>
                  <a:cubicBezTo>
                    <a:pt x="943" y="130841"/>
                    <a:pt x="1477" y="132026"/>
                    <a:pt x="2208" y="133088"/>
                  </a:cubicBezTo>
                  <a:cubicBezTo>
                    <a:pt x="3343" y="134655"/>
                    <a:pt x="4995" y="135772"/>
                    <a:pt x="6872" y="136242"/>
                  </a:cubicBezTo>
                  <a:cubicBezTo>
                    <a:pt x="8117" y="136483"/>
                    <a:pt x="9398" y="136483"/>
                    <a:pt x="10643" y="136242"/>
                  </a:cubicBezTo>
                  <a:cubicBezTo>
                    <a:pt x="14121" y="135386"/>
                    <a:pt x="17403" y="133873"/>
                    <a:pt x="20313" y="131785"/>
                  </a:cubicBezTo>
                  <a:cubicBezTo>
                    <a:pt x="25320" y="128698"/>
                    <a:pt x="30120" y="126024"/>
                    <a:pt x="35058" y="123280"/>
                  </a:cubicBezTo>
                  <a:cubicBezTo>
                    <a:pt x="39996" y="120537"/>
                    <a:pt x="46168" y="117040"/>
                    <a:pt x="51654" y="113748"/>
                  </a:cubicBezTo>
                  <a:cubicBezTo>
                    <a:pt x="56044" y="111142"/>
                    <a:pt x="60364" y="108536"/>
                    <a:pt x="64890" y="106067"/>
                  </a:cubicBezTo>
                  <a:cubicBezTo>
                    <a:pt x="67734" y="104634"/>
                    <a:pt x="70462" y="102983"/>
                    <a:pt x="73051" y="101129"/>
                  </a:cubicBezTo>
                  <a:cubicBezTo>
                    <a:pt x="75092" y="99603"/>
                    <a:pt x="76935" y="97829"/>
                    <a:pt x="78538" y="95848"/>
                  </a:cubicBezTo>
                  <a:cubicBezTo>
                    <a:pt x="79758" y="94360"/>
                    <a:pt x="80858" y="92778"/>
                    <a:pt x="81830" y="91116"/>
                  </a:cubicBezTo>
                  <a:cubicBezTo>
                    <a:pt x="82807" y="89483"/>
                    <a:pt x="83677" y="87787"/>
                    <a:pt x="84436" y="86041"/>
                  </a:cubicBezTo>
                  <a:cubicBezTo>
                    <a:pt x="85892" y="82484"/>
                    <a:pt x="86727" y="78703"/>
                    <a:pt x="86904" y="74863"/>
                  </a:cubicBezTo>
                  <a:cubicBezTo>
                    <a:pt x="86905" y="72325"/>
                    <a:pt x="86905" y="69788"/>
                    <a:pt x="86905" y="67251"/>
                  </a:cubicBezTo>
                  <a:cubicBezTo>
                    <a:pt x="86905" y="62793"/>
                    <a:pt x="86905" y="58335"/>
                    <a:pt x="86905" y="53535"/>
                  </a:cubicBezTo>
                  <a:cubicBezTo>
                    <a:pt x="86905" y="47157"/>
                    <a:pt x="86905" y="40779"/>
                    <a:pt x="86905" y="34469"/>
                  </a:cubicBezTo>
                  <a:cubicBezTo>
                    <a:pt x="86905" y="28160"/>
                    <a:pt x="86356" y="23222"/>
                    <a:pt x="86905" y="17393"/>
                  </a:cubicBezTo>
                  <a:cubicBezTo>
                    <a:pt x="87377" y="13855"/>
                    <a:pt x="87261" y="10263"/>
                    <a:pt x="86562" y="6763"/>
                  </a:cubicBezTo>
                  <a:cubicBezTo>
                    <a:pt x="86225" y="5530"/>
                    <a:pt x="85667" y="4368"/>
                    <a:pt x="84916" y="3334"/>
                  </a:cubicBezTo>
                  <a:cubicBezTo>
                    <a:pt x="84360" y="2572"/>
                    <a:pt x="83689" y="1901"/>
                    <a:pt x="82927" y="1345"/>
                  </a:cubicBezTo>
                  <a:cubicBezTo>
                    <a:pt x="82135" y="804"/>
                    <a:pt x="81252" y="409"/>
                    <a:pt x="80321" y="180"/>
                  </a:cubicBezTo>
                  <a:cubicBezTo>
                    <a:pt x="79052" y="-60"/>
                    <a:pt x="77749" y="-60"/>
                    <a:pt x="76481" y="180"/>
                  </a:cubicBezTo>
                  <a:cubicBezTo>
                    <a:pt x="73010" y="1033"/>
                    <a:pt x="69746" y="2573"/>
                    <a:pt x="66879" y="4706"/>
                  </a:cubicBezTo>
                  <a:cubicBezTo>
                    <a:pt x="61873" y="7792"/>
                    <a:pt x="57004" y="10398"/>
                    <a:pt x="52066" y="13141"/>
                  </a:cubicBezTo>
                  <a:cubicBezTo>
                    <a:pt x="47128" y="15884"/>
                    <a:pt x="41025" y="19450"/>
                    <a:pt x="35538" y="22674"/>
                  </a:cubicBezTo>
                  <a:cubicBezTo>
                    <a:pt x="31080" y="25280"/>
                    <a:pt x="26760" y="27886"/>
                    <a:pt x="22302" y="30355"/>
                  </a:cubicBezTo>
                  <a:cubicBezTo>
                    <a:pt x="19450" y="31812"/>
                    <a:pt x="16701" y="33462"/>
                    <a:pt x="14072" y="35292"/>
                  </a:cubicBezTo>
                  <a:cubicBezTo>
                    <a:pt x="12062" y="36879"/>
                    <a:pt x="10223" y="38672"/>
                    <a:pt x="8586" y="40642"/>
                  </a:cubicBezTo>
                  <a:cubicBezTo>
                    <a:pt x="7396" y="42128"/>
                    <a:pt x="6296" y="43685"/>
                    <a:pt x="5294" y="45305"/>
                  </a:cubicBezTo>
                  <a:cubicBezTo>
                    <a:pt x="4339" y="46963"/>
                    <a:pt x="3492" y="48682"/>
                    <a:pt x="2757" y="50448"/>
                  </a:cubicBezTo>
                  <a:cubicBezTo>
                    <a:pt x="1999" y="52196"/>
                    <a:pt x="1402" y="54010"/>
                    <a:pt x="974" y="55866"/>
                  </a:cubicBezTo>
                  <a:cubicBezTo>
                    <a:pt x="576" y="57739"/>
                    <a:pt x="347" y="59644"/>
                    <a:pt x="288" y="61558"/>
                  </a:cubicBezTo>
                  <a:cubicBezTo>
                    <a:pt x="288" y="64096"/>
                    <a:pt x="288" y="66702"/>
                    <a:pt x="288" y="69239"/>
                  </a:cubicBezTo>
                  <a:cubicBezTo>
                    <a:pt x="288" y="73697"/>
                    <a:pt x="288" y="78155"/>
                    <a:pt x="288" y="82612"/>
                  </a:cubicBezTo>
                  <a:cubicBezTo>
                    <a:pt x="288" y="88990"/>
                    <a:pt x="288" y="95437"/>
                    <a:pt x="288" y="101746"/>
                  </a:cubicBezTo>
                  <a:cubicBezTo>
                    <a:pt x="288" y="108056"/>
                    <a:pt x="768" y="112993"/>
                    <a:pt x="288" y="118823"/>
                  </a:cubicBezTo>
                  <a:cubicBezTo>
                    <a:pt x="151" y="120949"/>
                    <a:pt x="-55" y="122938"/>
                    <a:pt x="14" y="124858"/>
                  </a:cubicBezTo>
                  <a:close/>
                </a:path>
              </a:pathLst>
            </a:custGeom>
            <a:solidFill>
              <a:srgbClr val="7B7B7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83134F4E-DCDC-44E9-6DAF-92C555F23282}"/>
                </a:ext>
              </a:extLst>
            </p:cNvPr>
            <p:cNvSpPr/>
            <p:nvPr/>
          </p:nvSpPr>
          <p:spPr>
            <a:xfrm>
              <a:off x="4987178" y="4329343"/>
              <a:ext cx="87463" cy="136121"/>
            </a:xfrm>
            <a:custGeom>
              <a:avLst/>
              <a:gdLst>
                <a:gd name="connsiteX0" fmla="*/ 0 w 87463"/>
                <a:gd name="connsiteY0" fmla="*/ 124653 h 136121"/>
                <a:gd name="connsiteX1" fmla="*/ 618 w 87463"/>
                <a:gd name="connsiteY1" fmla="*/ 129385 h 136121"/>
                <a:gd name="connsiteX2" fmla="*/ 2195 w 87463"/>
                <a:gd name="connsiteY2" fmla="*/ 132814 h 136121"/>
                <a:gd name="connsiteX3" fmla="*/ 4252 w 87463"/>
                <a:gd name="connsiteY3" fmla="*/ 134803 h 136121"/>
                <a:gd name="connsiteX4" fmla="*/ 6858 w 87463"/>
                <a:gd name="connsiteY4" fmla="*/ 135968 h 136121"/>
                <a:gd name="connsiteX5" fmla="*/ 10630 w 87463"/>
                <a:gd name="connsiteY5" fmla="*/ 135968 h 136121"/>
                <a:gd name="connsiteX6" fmla="*/ 20300 w 87463"/>
                <a:gd name="connsiteY6" fmla="*/ 131442 h 136121"/>
                <a:gd name="connsiteX7" fmla="*/ 35045 w 87463"/>
                <a:gd name="connsiteY7" fmla="*/ 123007 h 136121"/>
                <a:gd name="connsiteX8" fmla="*/ 51641 w 87463"/>
                <a:gd name="connsiteY8" fmla="*/ 113474 h 136121"/>
                <a:gd name="connsiteX9" fmla="*/ 64877 w 87463"/>
                <a:gd name="connsiteY9" fmla="*/ 105793 h 136121"/>
                <a:gd name="connsiteX10" fmla="*/ 73450 w 87463"/>
                <a:gd name="connsiteY10" fmla="*/ 100924 h 136121"/>
                <a:gd name="connsiteX11" fmla="*/ 78867 w 87463"/>
                <a:gd name="connsiteY11" fmla="*/ 95575 h 136121"/>
                <a:gd name="connsiteX12" fmla="*/ 82159 w 87463"/>
                <a:gd name="connsiteY12" fmla="*/ 90911 h 136121"/>
                <a:gd name="connsiteX13" fmla="*/ 84765 w 87463"/>
                <a:gd name="connsiteY13" fmla="*/ 85768 h 136121"/>
                <a:gd name="connsiteX14" fmla="*/ 86480 w 87463"/>
                <a:gd name="connsiteY14" fmla="*/ 80350 h 136121"/>
                <a:gd name="connsiteX15" fmla="*/ 87234 w 87463"/>
                <a:gd name="connsiteY15" fmla="*/ 74658 h 136121"/>
                <a:gd name="connsiteX16" fmla="*/ 87234 w 87463"/>
                <a:gd name="connsiteY16" fmla="*/ 66977 h 136121"/>
                <a:gd name="connsiteX17" fmla="*/ 87234 w 87463"/>
                <a:gd name="connsiteY17" fmla="*/ 53604 h 136121"/>
                <a:gd name="connsiteX18" fmla="*/ 87234 w 87463"/>
                <a:gd name="connsiteY18" fmla="*/ 34470 h 136121"/>
                <a:gd name="connsiteX19" fmla="*/ 87234 w 87463"/>
                <a:gd name="connsiteY19" fmla="*/ 17394 h 136121"/>
                <a:gd name="connsiteX20" fmla="*/ 86823 w 87463"/>
                <a:gd name="connsiteY20" fmla="*/ 6833 h 136121"/>
                <a:gd name="connsiteX21" fmla="*/ 85245 w 87463"/>
                <a:gd name="connsiteY21" fmla="*/ 3335 h 136121"/>
                <a:gd name="connsiteX22" fmla="*/ 83188 w 87463"/>
                <a:gd name="connsiteY22" fmla="*/ 1346 h 136121"/>
                <a:gd name="connsiteX23" fmla="*/ 80582 w 87463"/>
                <a:gd name="connsiteY23" fmla="*/ 181 h 136121"/>
                <a:gd name="connsiteX24" fmla="*/ 76810 w 87463"/>
                <a:gd name="connsiteY24" fmla="*/ 181 h 136121"/>
                <a:gd name="connsiteX25" fmla="*/ 66592 w 87463"/>
                <a:gd name="connsiteY25" fmla="*/ 4913 h 136121"/>
                <a:gd name="connsiteX26" fmla="*/ 51847 w 87463"/>
                <a:gd name="connsiteY26" fmla="*/ 13416 h 136121"/>
                <a:gd name="connsiteX27" fmla="*/ 35250 w 87463"/>
                <a:gd name="connsiteY27" fmla="*/ 22949 h 136121"/>
                <a:gd name="connsiteX28" fmla="*/ 22015 w 87463"/>
                <a:gd name="connsiteY28" fmla="*/ 30630 h 136121"/>
                <a:gd name="connsiteX29" fmla="*/ 13785 w 87463"/>
                <a:gd name="connsiteY29" fmla="*/ 35567 h 136121"/>
                <a:gd name="connsiteX30" fmla="*/ 8367 w 87463"/>
                <a:gd name="connsiteY30" fmla="*/ 40848 h 136121"/>
                <a:gd name="connsiteX31" fmla="*/ 5075 w 87463"/>
                <a:gd name="connsiteY31" fmla="*/ 45580 h 136121"/>
                <a:gd name="connsiteX32" fmla="*/ 686 w 87463"/>
                <a:gd name="connsiteY32" fmla="*/ 56141 h 136121"/>
                <a:gd name="connsiteX33" fmla="*/ 0 w 87463"/>
                <a:gd name="connsiteY33" fmla="*/ 61833 h 136121"/>
                <a:gd name="connsiteX34" fmla="*/ 0 w 87463"/>
                <a:gd name="connsiteY34" fmla="*/ 69446 h 136121"/>
                <a:gd name="connsiteX35" fmla="*/ 0 w 87463"/>
                <a:gd name="connsiteY35" fmla="*/ 83162 h 136121"/>
                <a:gd name="connsiteX36" fmla="*/ 0 w 87463"/>
                <a:gd name="connsiteY36" fmla="*/ 102296 h 136121"/>
                <a:gd name="connsiteX37" fmla="*/ 0 w 87463"/>
                <a:gd name="connsiteY37" fmla="*/ 119372 h 136121"/>
                <a:gd name="connsiteX38" fmla="*/ 0 w 87463"/>
                <a:gd name="connsiteY38" fmla="*/ 124653 h 136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7463" h="136121">
                  <a:moveTo>
                    <a:pt x="0" y="124653"/>
                  </a:moveTo>
                  <a:cubicBezTo>
                    <a:pt x="-1" y="126251"/>
                    <a:pt x="206" y="127841"/>
                    <a:pt x="618" y="129385"/>
                  </a:cubicBezTo>
                  <a:cubicBezTo>
                    <a:pt x="959" y="130604"/>
                    <a:pt x="1492" y="131761"/>
                    <a:pt x="2195" y="132814"/>
                  </a:cubicBezTo>
                  <a:cubicBezTo>
                    <a:pt x="2776" y="133577"/>
                    <a:pt x="3470" y="134248"/>
                    <a:pt x="4252" y="134803"/>
                  </a:cubicBezTo>
                  <a:cubicBezTo>
                    <a:pt x="5037" y="135356"/>
                    <a:pt x="5922" y="135752"/>
                    <a:pt x="6858" y="135968"/>
                  </a:cubicBezTo>
                  <a:cubicBezTo>
                    <a:pt x="8107" y="136173"/>
                    <a:pt x="9381" y="136173"/>
                    <a:pt x="10630" y="135968"/>
                  </a:cubicBezTo>
                  <a:cubicBezTo>
                    <a:pt x="14119" y="135107"/>
                    <a:pt x="17404" y="133570"/>
                    <a:pt x="20300" y="131442"/>
                  </a:cubicBezTo>
                  <a:cubicBezTo>
                    <a:pt x="25306" y="128356"/>
                    <a:pt x="30107" y="125750"/>
                    <a:pt x="35045" y="123007"/>
                  </a:cubicBezTo>
                  <a:cubicBezTo>
                    <a:pt x="39982" y="120264"/>
                    <a:pt x="46155" y="116697"/>
                    <a:pt x="51641" y="113474"/>
                  </a:cubicBezTo>
                  <a:cubicBezTo>
                    <a:pt x="56030" y="110868"/>
                    <a:pt x="60419" y="108262"/>
                    <a:pt x="64877" y="105793"/>
                  </a:cubicBezTo>
                  <a:cubicBezTo>
                    <a:pt x="67845" y="104372"/>
                    <a:pt x="70709" y="102745"/>
                    <a:pt x="73450" y="100924"/>
                  </a:cubicBezTo>
                  <a:cubicBezTo>
                    <a:pt x="75454" y="99354"/>
                    <a:pt x="77272" y="97559"/>
                    <a:pt x="78867" y="95575"/>
                  </a:cubicBezTo>
                  <a:cubicBezTo>
                    <a:pt x="80102" y="94122"/>
                    <a:pt x="81204" y="92561"/>
                    <a:pt x="82159" y="90911"/>
                  </a:cubicBezTo>
                  <a:cubicBezTo>
                    <a:pt x="83163" y="89269"/>
                    <a:pt x="84035" y="87549"/>
                    <a:pt x="84765" y="85768"/>
                  </a:cubicBezTo>
                  <a:cubicBezTo>
                    <a:pt x="85502" y="84018"/>
                    <a:pt x="86076" y="82204"/>
                    <a:pt x="86480" y="80350"/>
                  </a:cubicBezTo>
                  <a:cubicBezTo>
                    <a:pt x="86900" y="78479"/>
                    <a:pt x="87152" y="76574"/>
                    <a:pt x="87234" y="74658"/>
                  </a:cubicBezTo>
                  <a:cubicBezTo>
                    <a:pt x="87234" y="72120"/>
                    <a:pt x="87234" y="69514"/>
                    <a:pt x="87234" y="66977"/>
                  </a:cubicBezTo>
                  <a:cubicBezTo>
                    <a:pt x="87234" y="62519"/>
                    <a:pt x="87234" y="58062"/>
                    <a:pt x="87234" y="53604"/>
                  </a:cubicBezTo>
                  <a:cubicBezTo>
                    <a:pt x="87234" y="47226"/>
                    <a:pt x="87234" y="40779"/>
                    <a:pt x="87234" y="34470"/>
                  </a:cubicBezTo>
                  <a:cubicBezTo>
                    <a:pt x="87234" y="28161"/>
                    <a:pt x="86754" y="23223"/>
                    <a:pt x="87234" y="17394"/>
                  </a:cubicBezTo>
                  <a:cubicBezTo>
                    <a:pt x="87644" y="13873"/>
                    <a:pt x="87505" y="10311"/>
                    <a:pt x="86823" y="6833"/>
                  </a:cubicBezTo>
                  <a:cubicBezTo>
                    <a:pt x="86481" y="5592"/>
                    <a:pt x="85949" y="4412"/>
                    <a:pt x="85245" y="3335"/>
                  </a:cubicBezTo>
                  <a:cubicBezTo>
                    <a:pt x="84647" y="2587"/>
                    <a:pt x="83956" y="1919"/>
                    <a:pt x="83188" y="1346"/>
                  </a:cubicBezTo>
                  <a:cubicBezTo>
                    <a:pt x="82381" y="833"/>
                    <a:pt x="81503" y="440"/>
                    <a:pt x="80582" y="181"/>
                  </a:cubicBezTo>
                  <a:cubicBezTo>
                    <a:pt x="79336" y="-60"/>
                    <a:pt x="78056" y="-60"/>
                    <a:pt x="76810" y="181"/>
                  </a:cubicBezTo>
                  <a:cubicBezTo>
                    <a:pt x="73113" y="1034"/>
                    <a:pt x="69634" y="2646"/>
                    <a:pt x="66592" y="4913"/>
                  </a:cubicBezTo>
                  <a:cubicBezTo>
                    <a:pt x="61585" y="7998"/>
                    <a:pt x="56716" y="10673"/>
                    <a:pt x="51847" y="13416"/>
                  </a:cubicBezTo>
                  <a:cubicBezTo>
                    <a:pt x="46978" y="16159"/>
                    <a:pt x="40737" y="19657"/>
                    <a:pt x="35250" y="22949"/>
                  </a:cubicBezTo>
                  <a:cubicBezTo>
                    <a:pt x="30861" y="25555"/>
                    <a:pt x="26472" y="28161"/>
                    <a:pt x="22015" y="30630"/>
                  </a:cubicBezTo>
                  <a:cubicBezTo>
                    <a:pt x="19148" y="32062"/>
                    <a:pt x="16397" y="33712"/>
                    <a:pt x="13785" y="35567"/>
                  </a:cubicBezTo>
                  <a:cubicBezTo>
                    <a:pt x="11766" y="37095"/>
                    <a:pt x="9946" y="38869"/>
                    <a:pt x="8367" y="40848"/>
                  </a:cubicBezTo>
                  <a:cubicBezTo>
                    <a:pt x="7147" y="42336"/>
                    <a:pt x="6046" y="43918"/>
                    <a:pt x="5075" y="45580"/>
                  </a:cubicBezTo>
                  <a:cubicBezTo>
                    <a:pt x="3056" y="48843"/>
                    <a:pt x="1575" y="52409"/>
                    <a:pt x="686" y="56141"/>
                  </a:cubicBezTo>
                  <a:cubicBezTo>
                    <a:pt x="285" y="58014"/>
                    <a:pt x="55" y="59919"/>
                    <a:pt x="0" y="61833"/>
                  </a:cubicBezTo>
                  <a:cubicBezTo>
                    <a:pt x="0" y="64371"/>
                    <a:pt x="0" y="66908"/>
                    <a:pt x="0" y="69446"/>
                  </a:cubicBezTo>
                  <a:cubicBezTo>
                    <a:pt x="0" y="73904"/>
                    <a:pt x="0" y="78361"/>
                    <a:pt x="0" y="83162"/>
                  </a:cubicBezTo>
                  <a:cubicBezTo>
                    <a:pt x="0" y="89608"/>
                    <a:pt x="0" y="95987"/>
                    <a:pt x="0" y="102296"/>
                  </a:cubicBezTo>
                  <a:cubicBezTo>
                    <a:pt x="0" y="108605"/>
                    <a:pt x="480" y="113543"/>
                    <a:pt x="0" y="119372"/>
                  </a:cubicBezTo>
                  <a:cubicBezTo>
                    <a:pt x="138" y="120744"/>
                    <a:pt x="0" y="122664"/>
                    <a:pt x="0" y="124653"/>
                  </a:cubicBezTo>
                  <a:close/>
                </a:path>
              </a:pathLst>
            </a:custGeom>
            <a:solidFill>
              <a:srgbClr val="7B7B7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E49A8074-0A27-CB7E-F924-C7AD57B5CA89}"/>
                </a:ext>
              </a:extLst>
            </p:cNvPr>
            <p:cNvSpPr/>
            <p:nvPr/>
          </p:nvSpPr>
          <p:spPr>
            <a:xfrm>
              <a:off x="5322946" y="4135399"/>
              <a:ext cx="87120" cy="136243"/>
            </a:xfrm>
            <a:custGeom>
              <a:avLst/>
              <a:gdLst>
                <a:gd name="connsiteX0" fmla="*/ 0 w 87120"/>
                <a:gd name="connsiteY0" fmla="*/ 124722 h 136243"/>
                <a:gd name="connsiteX1" fmla="*/ 617 w 87120"/>
                <a:gd name="connsiteY1" fmla="*/ 129454 h 136243"/>
                <a:gd name="connsiteX2" fmla="*/ 2263 w 87120"/>
                <a:gd name="connsiteY2" fmla="*/ 132883 h 136243"/>
                <a:gd name="connsiteX3" fmla="*/ 4252 w 87120"/>
                <a:gd name="connsiteY3" fmla="*/ 134872 h 136243"/>
                <a:gd name="connsiteX4" fmla="*/ 6858 w 87120"/>
                <a:gd name="connsiteY4" fmla="*/ 136037 h 136243"/>
                <a:gd name="connsiteX5" fmla="*/ 10698 w 87120"/>
                <a:gd name="connsiteY5" fmla="*/ 136037 h 136243"/>
                <a:gd name="connsiteX6" fmla="*/ 20300 w 87120"/>
                <a:gd name="connsiteY6" fmla="*/ 131511 h 136243"/>
                <a:gd name="connsiteX7" fmla="*/ 35113 w 87120"/>
                <a:gd name="connsiteY7" fmla="*/ 123076 h 136243"/>
                <a:gd name="connsiteX8" fmla="*/ 51641 w 87120"/>
                <a:gd name="connsiteY8" fmla="*/ 113543 h 136243"/>
                <a:gd name="connsiteX9" fmla="*/ 64877 w 87120"/>
                <a:gd name="connsiteY9" fmla="*/ 105863 h 136243"/>
                <a:gd name="connsiteX10" fmla="*/ 73107 w 87120"/>
                <a:gd name="connsiteY10" fmla="*/ 100925 h 136243"/>
                <a:gd name="connsiteX11" fmla="*/ 78593 w 87120"/>
                <a:gd name="connsiteY11" fmla="*/ 95576 h 136243"/>
                <a:gd name="connsiteX12" fmla="*/ 81885 w 87120"/>
                <a:gd name="connsiteY12" fmla="*/ 90912 h 136243"/>
                <a:gd name="connsiteX13" fmla="*/ 84422 w 87120"/>
                <a:gd name="connsiteY13" fmla="*/ 85769 h 136243"/>
                <a:gd name="connsiteX14" fmla="*/ 86205 w 87120"/>
                <a:gd name="connsiteY14" fmla="*/ 80351 h 136243"/>
                <a:gd name="connsiteX15" fmla="*/ 86891 w 87120"/>
                <a:gd name="connsiteY15" fmla="*/ 74659 h 136243"/>
                <a:gd name="connsiteX16" fmla="*/ 86891 w 87120"/>
                <a:gd name="connsiteY16" fmla="*/ 66978 h 136243"/>
                <a:gd name="connsiteX17" fmla="*/ 86891 w 87120"/>
                <a:gd name="connsiteY17" fmla="*/ 53605 h 136243"/>
                <a:gd name="connsiteX18" fmla="*/ 86891 w 87120"/>
                <a:gd name="connsiteY18" fmla="*/ 34471 h 136243"/>
                <a:gd name="connsiteX19" fmla="*/ 86891 w 87120"/>
                <a:gd name="connsiteY19" fmla="*/ 17394 h 136243"/>
                <a:gd name="connsiteX20" fmla="*/ 86479 w 87120"/>
                <a:gd name="connsiteY20" fmla="*/ 6833 h 136243"/>
                <a:gd name="connsiteX21" fmla="*/ 84902 w 87120"/>
                <a:gd name="connsiteY21" fmla="*/ 3335 h 136243"/>
                <a:gd name="connsiteX22" fmla="*/ 80239 w 87120"/>
                <a:gd name="connsiteY22" fmla="*/ 181 h 136243"/>
                <a:gd name="connsiteX23" fmla="*/ 76467 w 87120"/>
                <a:gd name="connsiteY23" fmla="*/ 181 h 136243"/>
                <a:gd name="connsiteX24" fmla="*/ 66797 w 87120"/>
                <a:gd name="connsiteY24" fmla="*/ 4638 h 136243"/>
                <a:gd name="connsiteX25" fmla="*/ 52052 w 87120"/>
                <a:gd name="connsiteY25" fmla="*/ 13142 h 136243"/>
                <a:gd name="connsiteX26" fmla="*/ 35456 w 87120"/>
                <a:gd name="connsiteY26" fmla="*/ 22675 h 136243"/>
                <a:gd name="connsiteX27" fmla="*/ 22220 w 87120"/>
                <a:gd name="connsiteY27" fmla="*/ 30356 h 136243"/>
                <a:gd name="connsiteX28" fmla="*/ 14059 w 87120"/>
                <a:gd name="connsiteY28" fmla="*/ 35293 h 136243"/>
                <a:gd name="connsiteX29" fmla="*/ 8573 w 87120"/>
                <a:gd name="connsiteY29" fmla="*/ 40574 h 136243"/>
                <a:gd name="connsiteX30" fmla="*/ 5281 w 87120"/>
                <a:gd name="connsiteY30" fmla="*/ 45306 h 136243"/>
                <a:gd name="connsiteX31" fmla="*/ 2675 w 87120"/>
                <a:gd name="connsiteY31" fmla="*/ 50381 h 136243"/>
                <a:gd name="connsiteX32" fmla="*/ 206 w 87120"/>
                <a:gd name="connsiteY32" fmla="*/ 61560 h 136243"/>
                <a:gd name="connsiteX33" fmla="*/ 206 w 87120"/>
                <a:gd name="connsiteY33" fmla="*/ 69172 h 136243"/>
                <a:gd name="connsiteX34" fmla="*/ 206 w 87120"/>
                <a:gd name="connsiteY34" fmla="*/ 82888 h 136243"/>
                <a:gd name="connsiteX35" fmla="*/ 206 w 87120"/>
                <a:gd name="connsiteY35" fmla="*/ 101953 h 136243"/>
                <a:gd name="connsiteX36" fmla="*/ 206 w 87120"/>
                <a:gd name="connsiteY36" fmla="*/ 119030 h 136243"/>
                <a:gd name="connsiteX37" fmla="*/ 0 w 87120"/>
                <a:gd name="connsiteY37" fmla="*/ 124722 h 13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87120" h="136243">
                  <a:moveTo>
                    <a:pt x="0" y="124722"/>
                  </a:moveTo>
                  <a:cubicBezTo>
                    <a:pt x="28" y="126318"/>
                    <a:pt x="234" y="127905"/>
                    <a:pt x="617" y="129454"/>
                  </a:cubicBezTo>
                  <a:cubicBezTo>
                    <a:pt x="954" y="130687"/>
                    <a:pt x="1511" y="131849"/>
                    <a:pt x="2263" y="132883"/>
                  </a:cubicBezTo>
                  <a:cubicBezTo>
                    <a:pt x="2801" y="133661"/>
                    <a:pt x="3474" y="134335"/>
                    <a:pt x="4252" y="134872"/>
                  </a:cubicBezTo>
                  <a:cubicBezTo>
                    <a:pt x="5044" y="135413"/>
                    <a:pt x="5927" y="135808"/>
                    <a:pt x="6858" y="136037"/>
                  </a:cubicBezTo>
                  <a:cubicBezTo>
                    <a:pt x="8123" y="136312"/>
                    <a:pt x="9433" y="136312"/>
                    <a:pt x="10698" y="136037"/>
                  </a:cubicBezTo>
                  <a:cubicBezTo>
                    <a:pt x="14168" y="135184"/>
                    <a:pt x="17433" y="133644"/>
                    <a:pt x="20300" y="131511"/>
                  </a:cubicBezTo>
                  <a:cubicBezTo>
                    <a:pt x="25306" y="128425"/>
                    <a:pt x="30175" y="125819"/>
                    <a:pt x="35113" y="123076"/>
                  </a:cubicBezTo>
                  <a:cubicBezTo>
                    <a:pt x="40051" y="120333"/>
                    <a:pt x="46154" y="116767"/>
                    <a:pt x="51641" y="113543"/>
                  </a:cubicBezTo>
                  <a:cubicBezTo>
                    <a:pt x="57127" y="110320"/>
                    <a:pt x="60419" y="108331"/>
                    <a:pt x="64877" y="105863"/>
                  </a:cubicBezTo>
                  <a:cubicBezTo>
                    <a:pt x="67729" y="104405"/>
                    <a:pt x="70478" y="102755"/>
                    <a:pt x="73107" y="100925"/>
                  </a:cubicBezTo>
                  <a:cubicBezTo>
                    <a:pt x="75133" y="99357"/>
                    <a:pt x="76974" y="97562"/>
                    <a:pt x="78593" y="95576"/>
                  </a:cubicBezTo>
                  <a:cubicBezTo>
                    <a:pt x="79783" y="94089"/>
                    <a:pt x="80882" y="92532"/>
                    <a:pt x="81885" y="90912"/>
                  </a:cubicBezTo>
                  <a:cubicBezTo>
                    <a:pt x="82839" y="89254"/>
                    <a:pt x="83687" y="87535"/>
                    <a:pt x="84422" y="85769"/>
                  </a:cubicBezTo>
                  <a:cubicBezTo>
                    <a:pt x="85190" y="84024"/>
                    <a:pt x="85787" y="82210"/>
                    <a:pt x="86205" y="80351"/>
                  </a:cubicBezTo>
                  <a:cubicBezTo>
                    <a:pt x="86607" y="78478"/>
                    <a:pt x="86836" y="76573"/>
                    <a:pt x="86891" y="74659"/>
                  </a:cubicBezTo>
                  <a:cubicBezTo>
                    <a:pt x="86891" y="72121"/>
                    <a:pt x="86891" y="69584"/>
                    <a:pt x="86891" y="66978"/>
                  </a:cubicBezTo>
                  <a:cubicBezTo>
                    <a:pt x="86891" y="62520"/>
                    <a:pt x="86891" y="58062"/>
                    <a:pt x="86891" y="53605"/>
                  </a:cubicBezTo>
                  <a:cubicBezTo>
                    <a:pt x="86891" y="47227"/>
                    <a:pt x="86891" y="40780"/>
                    <a:pt x="86891" y="34471"/>
                  </a:cubicBezTo>
                  <a:cubicBezTo>
                    <a:pt x="86891" y="28161"/>
                    <a:pt x="86411" y="23292"/>
                    <a:pt x="86891" y="17394"/>
                  </a:cubicBezTo>
                  <a:cubicBezTo>
                    <a:pt x="87300" y="13873"/>
                    <a:pt x="87162" y="10311"/>
                    <a:pt x="86479" y="6833"/>
                  </a:cubicBezTo>
                  <a:cubicBezTo>
                    <a:pt x="86154" y="5587"/>
                    <a:pt x="85621" y="4404"/>
                    <a:pt x="84902" y="3335"/>
                  </a:cubicBezTo>
                  <a:cubicBezTo>
                    <a:pt x="83767" y="1768"/>
                    <a:pt x="82116" y="651"/>
                    <a:pt x="80239" y="181"/>
                  </a:cubicBezTo>
                  <a:cubicBezTo>
                    <a:pt x="78993" y="-60"/>
                    <a:pt x="77713" y="-60"/>
                    <a:pt x="76467" y="181"/>
                  </a:cubicBezTo>
                  <a:cubicBezTo>
                    <a:pt x="72989" y="1037"/>
                    <a:pt x="69707" y="2550"/>
                    <a:pt x="66797" y="4638"/>
                  </a:cubicBezTo>
                  <a:cubicBezTo>
                    <a:pt x="61791" y="7793"/>
                    <a:pt x="56990" y="10399"/>
                    <a:pt x="52052" y="13142"/>
                  </a:cubicBezTo>
                  <a:cubicBezTo>
                    <a:pt x="47114" y="15886"/>
                    <a:pt x="40942" y="19383"/>
                    <a:pt x="35456" y="22675"/>
                  </a:cubicBezTo>
                  <a:cubicBezTo>
                    <a:pt x="31067" y="25281"/>
                    <a:pt x="26746" y="27887"/>
                    <a:pt x="22220" y="30356"/>
                  </a:cubicBezTo>
                  <a:cubicBezTo>
                    <a:pt x="19376" y="31789"/>
                    <a:pt x="16648" y="33440"/>
                    <a:pt x="14059" y="35293"/>
                  </a:cubicBezTo>
                  <a:cubicBezTo>
                    <a:pt x="12034" y="36838"/>
                    <a:pt x="10194" y="38610"/>
                    <a:pt x="8573" y="40574"/>
                  </a:cubicBezTo>
                  <a:cubicBezTo>
                    <a:pt x="7352" y="42062"/>
                    <a:pt x="6251" y="43645"/>
                    <a:pt x="5281" y="45306"/>
                  </a:cubicBezTo>
                  <a:cubicBezTo>
                    <a:pt x="4318" y="46948"/>
                    <a:pt x="3447" y="48642"/>
                    <a:pt x="2675" y="50381"/>
                  </a:cubicBezTo>
                  <a:cubicBezTo>
                    <a:pt x="1218" y="53939"/>
                    <a:pt x="383" y="57720"/>
                    <a:pt x="206" y="61560"/>
                  </a:cubicBezTo>
                  <a:cubicBezTo>
                    <a:pt x="206" y="64097"/>
                    <a:pt x="206" y="66635"/>
                    <a:pt x="206" y="69172"/>
                  </a:cubicBezTo>
                  <a:cubicBezTo>
                    <a:pt x="206" y="73630"/>
                    <a:pt x="206" y="78088"/>
                    <a:pt x="206" y="82888"/>
                  </a:cubicBezTo>
                  <a:cubicBezTo>
                    <a:pt x="206" y="89266"/>
                    <a:pt x="206" y="95644"/>
                    <a:pt x="206" y="101953"/>
                  </a:cubicBezTo>
                  <a:cubicBezTo>
                    <a:pt x="206" y="108263"/>
                    <a:pt x="754" y="113201"/>
                    <a:pt x="206" y="119030"/>
                  </a:cubicBezTo>
                  <a:cubicBezTo>
                    <a:pt x="137" y="120813"/>
                    <a:pt x="0" y="122802"/>
                    <a:pt x="0" y="124722"/>
                  </a:cubicBezTo>
                  <a:close/>
                </a:path>
              </a:pathLst>
            </a:custGeom>
            <a:solidFill>
              <a:srgbClr val="7B7B7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2F6FA400-4791-6AF1-C5BA-9F67850C010B}"/>
                </a:ext>
              </a:extLst>
            </p:cNvPr>
            <p:cNvSpPr/>
            <p:nvPr/>
          </p:nvSpPr>
          <p:spPr>
            <a:xfrm>
              <a:off x="5094918" y="4266843"/>
              <a:ext cx="87149" cy="136473"/>
            </a:xfrm>
            <a:custGeom>
              <a:avLst/>
              <a:gdLst>
                <a:gd name="connsiteX0" fmla="*/ 0 w 87149"/>
                <a:gd name="connsiteY0" fmla="*/ 124952 h 136473"/>
                <a:gd name="connsiteX1" fmla="*/ 617 w 87149"/>
                <a:gd name="connsiteY1" fmla="*/ 129684 h 136473"/>
                <a:gd name="connsiteX2" fmla="*/ 2263 w 87149"/>
                <a:gd name="connsiteY2" fmla="*/ 133113 h 136473"/>
                <a:gd name="connsiteX3" fmla="*/ 4252 w 87149"/>
                <a:gd name="connsiteY3" fmla="*/ 135170 h 136473"/>
                <a:gd name="connsiteX4" fmla="*/ 6858 w 87149"/>
                <a:gd name="connsiteY4" fmla="*/ 136267 h 136473"/>
                <a:gd name="connsiteX5" fmla="*/ 10698 w 87149"/>
                <a:gd name="connsiteY5" fmla="*/ 136267 h 136473"/>
                <a:gd name="connsiteX6" fmla="*/ 20300 w 87149"/>
                <a:gd name="connsiteY6" fmla="*/ 131741 h 136473"/>
                <a:gd name="connsiteX7" fmla="*/ 35113 w 87149"/>
                <a:gd name="connsiteY7" fmla="*/ 123306 h 136473"/>
                <a:gd name="connsiteX8" fmla="*/ 51641 w 87149"/>
                <a:gd name="connsiteY8" fmla="*/ 113773 h 136473"/>
                <a:gd name="connsiteX9" fmla="*/ 64877 w 87149"/>
                <a:gd name="connsiteY9" fmla="*/ 106092 h 136473"/>
                <a:gd name="connsiteX10" fmla="*/ 73106 w 87149"/>
                <a:gd name="connsiteY10" fmla="*/ 101155 h 136473"/>
                <a:gd name="connsiteX11" fmla="*/ 78593 w 87149"/>
                <a:gd name="connsiteY11" fmla="*/ 95874 h 136473"/>
                <a:gd name="connsiteX12" fmla="*/ 81885 w 87149"/>
                <a:gd name="connsiteY12" fmla="*/ 91142 h 136473"/>
                <a:gd name="connsiteX13" fmla="*/ 84422 w 87149"/>
                <a:gd name="connsiteY13" fmla="*/ 86067 h 136473"/>
                <a:gd name="connsiteX14" fmla="*/ 86205 w 87149"/>
                <a:gd name="connsiteY14" fmla="*/ 80581 h 136473"/>
                <a:gd name="connsiteX15" fmla="*/ 86891 w 87149"/>
                <a:gd name="connsiteY15" fmla="*/ 74888 h 136473"/>
                <a:gd name="connsiteX16" fmla="*/ 86891 w 87149"/>
                <a:gd name="connsiteY16" fmla="*/ 67276 h 136473"/>
                <a:gd name="connsiteX17" fmla="*/ 86891 w 87149"/>
                <a:gd name="connsiteY17" fmla="*/ 53560 h 136473"/>
                <a:gd name="connsiteX18" fmla="*/ 86891 w 87149"/>
                <a:gd name="connsiteY18" fmla="*/ 34495 h 136473"/>
                <a:gd name="connsiteX19" fmla="*/ 86891 w 87149"/>
                <a:gd name="connsiteY19" fmla="*/ 17418 h 136473"/>
                <a:gd name="connsiteX20" fmla="*/ 86479 w 87149"/>
                <a:gd name="connsiteY20" fmla="*/ 6788 h 136473"/>
                <a:gd name="connsiteX21" fmla="*/ 84902 w 87149"/>
                <a:gd name="connsiteY21" fmla="*/ 3359 h 136473"/>
                <a:gd name="connsiteX22" fmla="*/ 82845 w 87149"/>
                <a:gd name="connsiteY22" fmla="*/ 1302 h 136473"/>
                <a:gd name="connsiteX23" fmla="*/ 80239 w 87149"/>
                <a:gd name="connsiteY23" fmla="*/ 205 h 136473"/>
                <a:gd name="connsiteX24" fmla="*/ 76467 w 87149"/>
                <a:gd name="connsiteY24" fmla="*/ 205 h 136473"/>
                <a:gd name="connsiteX25" fmla="*/ 66797 w 87149"/>
                <a:gd name="connsiteY25" fmla="*/ 4731 h 136473"/>
                <a:gd name="connsiteX26" fmla="*/ 52052 w 87149"/>
                <a:gd name="connsiteY26" fmla="*/ 13166 h 136473"/>
                <a:gd name="connsiteX27" fmla="*/ 35456 w 87149"/>
                <a:gd name="connsiteY27" fmla="*/ 22699 h 136473"/>
                <a:gd name="connsiteX28" fmla="*/ 22220 w 87149"/>
                <a:gd name="connsiteY28" fmla="*/ 30380 h 136473"/>
                <a:gd name="connsiteX29" fmla="*/ 14059 w 87149"/>
                <a:gd name="connsiteY29" fmla="*/ 35317 h 136473"/>
                <a:gd name="connsiteX30" fmla="*/ 8573 w 87149"/>
                <a:gd name="connsiteY30" fmla="*/ 40667 h 136473"/>
                <a:gd name="connsiteX31" fmla="*/ 5281 w 87149"/>
                <a:gd name="connsiteY31" fmla="*/ 45330 h 136473"/>
                <a:gd name="connsiteX32" fmla="*/ 2675 w 87149"/>
                <a:gd name="connsiteY32" fmla="*/ 50473 h 136473"/>
                <a:gd name="connsiteX33" fmla="*/ 960 w 87149"/>
                <a:gd name="connsiteY33" fmla="*/ 55891 h 136473"/>
                <a:gd name="connsiteX34" fmla="*/ 206 w 87149"/>
                <a:gd name="connsiteY34" fmla="*/ 61583 h 136473"/>
                <a:gd name="connsiteX35" fmla="*/ 206 w 87149"/>
                <a:gd name="connsiteY35" fmla="*/ 69196 h 136473"/>
                <a:gd name="connsiteX36" fmla="*/ 206 w 87149"/>
                <a:gd name="connsiteY36" fmla="*/ 82912 h 136473"/>
                <a:gd name="connsiteX37" fmla="*/ 206 w 87149"/>
                <a:gd name="connsiteY37" fmla="*/ 102046 h 136473"/>
                <a:gd name="connsiteX38" fmla="*/ 206 w 87149"/>
                <a:gd name="connsiteY38" fmla="*/ 119054 h 136473"/>
                <a:gd name="connsiteX39" fmla="*/ 0 w 87149"/>
                <a:gd name="connsiteY39" fmla="*/ 124952 h 136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7149" h="136473">
                  <a:moveTo>
                    <a:pt x="0" y="124952"/>
                  </a:moveTo>
                  <a:cubicBezTo>
                    <a:pt x="27" y="126547"/>
                    <a:pt x="235" y="128134"/>
                    <a:pt x="617" y="129684"/>
                  </a:cubicBezTo>
                  <a:cubicBezTo>
                    <a:pt x="954" y="130917"/>
                    <a:pt x="1511" y="132079"/>
                    <a:pt x="2263" y="133113"/>
                  </a:cubicBezTo>
                  <a:cubicBezTo>
                    <a:pt x="2798" y="133911"/>
                    <a:pt x="3472" y="134608"/>
                    <a:pt x="4252" y="135170"/>
                  </a:cubicBezTo>
                  <a:cubicBezTo>
                    <a:pt x="5047" y="135691"/>
                    <a:pt x="5930" y="136063"/>
                    <a:pt x="6858" y="136267"/>
                  </a:cubicBezTo>
                  <a:cubicBezTo>
                    <a:pt x="8123" y="136542"/>
                    <a:pt x="9433" y="136542"/>
                    <a:pt x="10698" y="136267"/>
                  </a:cubicBezTo>
                  <a:cubicBezTo>
                    <a:pt x="14168" y="135413"/>
                    <a:pt x="17433" y="133874"/>
                    <a:pt x="20300" y="131741"/>
                  </a:cubicBezTo>
                  <a:cubicBezTo>
                    <a:pt x="25306" y="128655"/>
                    <a:pt x="30175" y="126049"/>
                    <a:pt x="35113" y="123306"/>
                  </a:cubicBezTo>
                  <a:cubicBezTo>
                    <a:pt x="40051" y="120562"/>
                    <a:pt x="46154" y="116996"/>
                    <a:pt x="51641" y="113773"/>
                  </a:cubicBezTo>
                  <a:cubicBezTo>
                    <a:pt x="57127" y="110550"/>
                    <a:pt x="60419" y="108561"/>
                    <a:pt x="64877" y="106092"/>
                  </a:cubicBezTo>
                  <a:cubicBezTo>
                    <a:pt x="67743" y="104660"/>
                    <a:pt x="70494" y="103010"/>
                    <a:pt x="73106" y="101155"/>
                  </a:cubicBezTo>
                  <a:cubicBezTo>
                    <a:pt x="75115" y="99592"/>
                    <a:pt x="76954" y="97822"/>
                    <a:pt x="78593" y="95874"/>
                  </a:cubicBezTo>
                  <a:cubicBezTo>
                    <a:pt x="79781" y="94365"/>
                    <a:pt x="80879" y="92788"/>
                    <a:pt x="81885" y="91142"/>
                  </a:cubicBezTo>
                  <a:cubicBezTo>
                    <a:pt x="82826" y="89500"/>
                    <a:pt x="83673" y="87805"/>
                    <a:pt x="84422" y="86067"/>
                  </a:cubicBezTo>
                  <a:cubicBezTo>
                    <a:pt x="85180" y="84295"/>
                    <a:pt x="85777" y="82459"/>
                    <a:pt x="86205" y="80581"/>
                  </a:cubicBezTo>
                  <a:cubicBezTo>
                    <a:pt x="86606" y="78708"/>
                    <a:pt x="86836" y="76803"/>
                    <a:pt x="86891" y="74888"/>
                  </a:cubicBezTo>
                  <a:cubicBezTo>
                    <a:pt x="86891" y="72350"/>
                    <a:pt x="86891" y="69813"/>
                    <a:pt x="86891" y="67276"/>
                  </a:cubicBezTo>
                  <a:cubicBezTo>
                    <a:pt x="86891" y="62818"/>
                    <a:pt x="86891" y="58360"/>
                    <a:pt x="86891" y="53560"/>
                  </a:cubicBezTo>
                  <a:cubicBezTo>
                    <a:pt x="86891" y="47182"/>
                    <a:pt x="86891" y="40735"/>
                    <a:pt x="86891" y="34495"/>
                  </a:cubicBezTo>
                  <a:cubicBezTo>
                    <a:pt x="86891" y="28254"/>
                    <a:pt x="86411" y="23247"/>
                    <a:pt x="86891" y="17418"/>
                  </a:cubicBezTo>
                  <a:cubicBezTo>
                    <a:pt x="87341" y="13877"/>
                    <a:pt x="87202" y="10285"/>
                    <a:pt x="86479" y="6788"/>
                  </a:cubicBezTo>
                  <a:cubicBezTo>
                    <a:pt x="86167" y="5559"/>
                    <a:pt x="85632" y="4397"/>
                    <a:pt x="84902" y="3359"/>
                  </a:cubicBezTo>
                  <a:cubicBezTo>
                    <a:pt x="84360" y="2543"/>
                    <a:pt x="83661" y="1844"/>
                    <a:pt x="82845" y="1302"/>
                  </a:cubicBezTo>
                  <a:cubicBezTo>
                    <a:pt x="82047" y="786"/>
                    <a:pt x="81165" y="415"/>
                    <a:pt x="80239" y="205"/>
                  </a:cubicBezTo>
                  <a:cubicBezTo>
                    <a:pt x="78996" y="-68"/>
                    <a:pt x="77709" y="-68"/>
                    <a:pt x="76467" y="205"/>
                  </a:cubicBezTo>
                  <a:cubicBezTo>
                    <a:pt x="72978" y="1066"/>
                    <a:pt x="69693" y="2604"/>
                    <a:pt x="66797" y="4731"/>
                  </a:cubicBezTo>
                  <a:cubicBezTo>
                    <a:pt x="61791" y="7817"/>
                    <a:pt x="56990" y="10423"/>
                    <a:pt x="52052" y="13166"/>
                  </a:cubicBezTo>
                  <a:cubicBezTo>
                    <a:pt x="47114" y="15909"/>
                    <a:pt x="40942" y="19476"/>
                    <a:pt x="35456" y="22699"/>
                  </a:cubicBezTo>
                  <a:cubicBezTo>
                    <a:pt x="31067" y="25305"/>
                    <a:pt x="26746" y="27911"/>
                    <a:pt x="22220" y="30380"/>
                  </a:cubicBezTo>
                  <a:cubicBezTo>
                    <a:pt x="19376" y="31812"/>
                    <a:pt x="16648" y="33463"/>
                    <a:pt x="14059" y="35317"/>
                  </a:cubicBezTo>
                  <a:cubicBezTo>
                    <a:pt x="12017" y="36868"/>
                    <a:pt x="10174" y="38664"/>
                    <a:pt x="8573" y="40667"/>
                  </a:cubicBezTo>
                  <a:cubicBezTo>
                    <a:pt x="7337" y="42119"/>
                    <a:pt x="6236" y="43680"/>
                    <a:pt x="5281" y="45330"/>
                  </a:cubicBezTo>
                  <a:cubicBezTo>
                    <a:pt x="4303" y="46987"/>
                    <a:pt x="3433" y="48705"/>
                    <a:pt x="2675" y="50473"/>
                  </a:cubicBezTo>
                  <a:cubicBezTo>
                    <a:pt x="1960" y="52231"/>
                    <a:pt x="1386" y="54043"/>
                    <a:pt x="960" y="55891"/>
                  </a:cubicBezTo>
                  <a:cubicBezTo>
                    <a:pt x="570" y="57768"/>
                    <a:pt x="317" y="59670"/>
                    <a:pt x="206" y="61583"/>
                  </a:cubicBezTo>
                  <a:cubicBezTo>
                    <a:pt x="206" y="64121"/>
                    <a:pt x="206" y="66659"/>
                    <a:pt x="206" y="69196"/>
                  </a:cubicBezTo>
                  <a:cubicBezTo>
                    <a:pt x="206" y="73722"/>
                    <a:pt x="206" y="78180"/>
                    <a:pt x="206" y="82912"/>
                  </a:cubicBezTo>
                  <a:cubicBezTo>
                    <a:pt x="206" y="89290"/>
                    <a:pt x="206" y="95736"/>
                    <a:pt x="206" y="102046"/>
                  </a:cubicBezTo>
                  <a:cubicBezTo>
                    <a:pt x="206" y="108355"/>
                    <a:pt x="754" y="113224"/>
                    <a:pt x="206" y="119054"/>
                  </a:cubicBezTo>
                  <a:cubicBezTo>
                    <a:pt x="0" y="121043"/>
                    <a:pt x="0" y="123031"/>
                    <a:pt x="0" y="124952"/>
                  </a:cubicBezTo>
                  <a:close/>
                </a:path>
              </a:pathLst>
            </a:custGeom>
            <a:solidFill>
              <a:srgbClr val="7B7B7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79AD6814-37E0-098A-3A65-B5DBB25DD177}"/>
                </a:ext>
              </a:extLst>
            </p:cNvPr>
            <p:cNvSpPr/>
            <p:nvPr/>
          </p:nvSpPr>
          <p:spPr>
            <a:xfrm>
              <a:off x="4865246" y="4027962"/>
              <a:ext cx="400125" cy="297035"/>
            </a:xfrm>
            <a:custGeom>
              <a:avLst/>
              <a:gdLst>
                <a:gd name="connsiteX0" fmla="*/ 48141 w 400125"/>
                <a:gd name="connsiteY0" fmla="*/ 297035 h 297035"/>
                <a:gd name="connsiteX1" fmla="*/ 45809 w 400125"/>
                <a:gd name="connsiteY1" fmla="*/ 297035 h 297035"/>
                <a:gd name="connsiteX2" fmla="*/ 43408 w 400125"/>
                <a:gd name="connsiteY2" fmla="*/ 297035 h 297035"/>
                <a:gd name="connsiteX3" fmla="*/ 41968 w 400125"/>
                <a:gd name="connsiteY3" fmla="*/ 296692 h 297035"/>
                <a:gd name="connsiteX4" fmla="*/ 40871 w 400125"/>
                <a:gd name="connsiteY4" fmla="*/ 296692 h 297035"/>
                <a:gd name="connsiteX5" fmla="*/ 39088 w 400125"/>
                <a:gd name="connsiteY5" fmla="*/ 296144 h 297035"/>
                <a:gd name="connsiteX6" fmla="*/ 37648 w 400125"/>
                <a:gd name="connsiteY6" fmla="*/ 295664 h 297035"/>
                <a:gd name="connsiteX7" fmla="*/ 34013 w 400125"/>
                <a:gd name="connsiteY7" fmla="*/ 293675 h 297035"/>
                <a:gd name="connsiteX8" fmla="*/ 32504 w 400125"/>
                <a:gd name="connsiteY8" fmla="*/ 292715 h 297035"/>
                <a:gd name="connsiteX9" fmla="*/ 31338 w 400125"/>
                <a:gd name="connsiteY9" fmla="*/ 291755 h 297035"/>
                <a:gd name="connsiteX10" fmla="*/ 30173 w 400125"/>
                <a:gd name="connsiteY10" fmla="*/ 290726 h 297035"/>
                <a:gd name="connsiteX11" fmla="*/ 29144 w 400125"/>
                <a:gd name="connsiteY11" fmla="*/ 289697 h 297035"/>
                <a:gd name="connsiteX12" fmla="*/ 28115 w 400125"/>
                <a:gd name="connsiteY12" fmla="*/ 288531 h 297035"/>
                <a:gd name="connsiteX13" fmla="*/ 27155 w 400125"/>
                <a:gd name="connsiteY13" fmla="*/ 287365 h 297035"/>
                <a:gd name="connsiteX14" fmla="*/ 26469 w 400125"/>
                <a:gd name="connsiteY14" fmla="*/ 286337 h 297035"/>
                <a:gd name="connsiteX15" fmla="*/ 25441 w 400125"/>
                <a:gd name="connsiteY15" fmla="*/ 284691 h 297035"/>
                <a:gd name="connsiteX16" fmla="*/ 24755 w 400125"/>
                <a:gd name="connsiteY16" fmla="*/ 283525 h 297035"/>
                <a:gd name="connsiteX17" fmla="*/ 23040 w 400125"/>
                <a:gd name="connsiteY17" fmla="*/ 280027 h 297035"/>
                <a:gd name="connsiteX18" fmla="*/ 15565 w 400125"/>
                <a:gd name="connsiteY18" fmla="*/ 264323 h 297035"/>
                <a:gd name="connsiteX19" fmla="*/ 7815 w 400125"/>
                <a:gd name="connsiteY19" fmla="*/ 248000 h 297035"/>
                <a:gd name="connsiteX20" fmla="*/ 203 w 400125"/>
                <a:gd name="connsiteY20" fmla="*/ 231747 h 297035"/>
                <a:gd name="connsiteX21" fmla="*/ 1163 w 400125"/>
                <a:gd name="connsiteY21" fmla="*/ 229004 h 297035"/>
                <a:gd name="connsiteX22" fmla="*/ 3975 w 400125"/>
                <a:gd name="connsiteY22" fmla="*/ 229964 h 297035"/>
                <a:gd name="connsiteX23" fmla="*/ 11656 w 400125"/>
                <a:gd name="connsiteY23" fmla="*/ 246286 h 297035"/>
                <a:gd name="connsiteX24" fmla="*/ 19268 w 400125"/>
                <a:gd name="connsiteY24" fmla="*/ 262539 h 297035"/>
                <a:gd name="connsiteX25" fmla="*/ 26812 w 400125"/>
                <a:gd name="connsiteY25" fmla="*/ 278244 h 297035"/>
                <a:gd name="connsiteX26" fmla="*/ 27704 w 400125"/>
                <a:gd name="connsiteY26" fmla="*/ 280233 h 297035"/>
                <a:gd name="connsiteX27" fmla="*/ 27704 w 400125"/>
                <a:gd name="connsiteY27" fmla="*/ 280233 h 297035"/>
                <a:gd name="connsiteX28" fmla="*/ 28321 w 400125"/>
                <a:gd name="connsiteY28" fmla="*/ 281468 h 297035"/>
                <a:gd name="connsiteX29" fmla="*/ 29007 w 400125"/>
                <a:gd name="connsiteY29" fmla="*/ 282633 h 297035"/>
                <a:gd name="connsiteX30" fmla="*/ 29761 w 400125"/>
                <a:gd name="connsiteY30" fmla="*/ 283799 h 297035"/>
                <a:gd name="connsiteX31" fmla="*/ 30447 w 400125"/>
                <a:gd name="connsiteY31" fmla="*/ 284897 h 297035"/>
                <a:gd name="connsiteX32" fmla="*/ 31338 w 400125"/>
                <a:gd name="connsiteY32" fmla="*/ 285925 h 297035"/>
                <a:gd name="connsiteX33" fmla="*/ 32024 w 400125"/>
                <a:gd name="connsiteY33" fmla="*/ 286680 h 297035"/>
                <a:gd name="connsiteX34" fmla="*/ 33053 w 400125"/>
                <a:gd name="connsiteY34" fmla="*/ 287777 h 297035"/>
                <a:gd name="connsiteX35" fmla="*/ 34013 w 400125"/>
                <a:gd name="connsiteY35" fmla="*/ 288600 h 297035"/>
                <a:gd name="connsiteX36" fmla="*/ 35042 w 400125"/>
                <a:gd name="connsiteY36" fmla="*/ 289423 h 297035"/>
                <a:gd name="connsiteX37" fmla="*/ 36070 w 400125"/>
                <a:gd name="connsiteY37" fmla="*/ 290109 h 297035"/>
                <a:gd name="connsiteX38" fmla="*/ 39362 w 400125"/>
                <a:gd name="connsiteY38" fmla="*/ 291892 h 297035"/>
                <a:gd name="connsiteX39" fmla="*/ 40460 w 400125"/>
                <a:gd name="connsiteY39" fmla="*/ 292235 h 297035"/>
                <a:gd name="connsiteX40" fmla="*/ 41626 w 400125"/>
                <a:gd name="connsiteY40" fmla="*/ 292646 h 297035"/>
                <a:gd name="connsiteX41" fmla="*/ 42860 w 400125"/>
                <a:gd name="connsiteY41" fmla="*/ 292989 h 297035"/>
                <a:gd name="connsiteX42" fmla="*/ 44094 w 400125"/>
                <a:gd name="connsiteY42" fmla="*/ 292989 h 297035"/>
                <a:gd name="connsiteX43" fmla="*/ 46152 w 400125"/>
                <a:gd name="connsiteY43" fmla="*/ 292989 h 297035"/>
                <a:gd name="connsiteX44" fmla="*/ 50266 w 400125"/>
                <a:gd name="connsiteY44" fmla="*/ 292989 h 297035"/>
                <a:gd name="connsiteX45" fmla="*/ 52392 w 400125"/>
                <a:gd name="connsiteY45" fmla="*/ 292989 h 297035"/>
                <a:gd name="connsiteX46" fmla="*/ 54587 w 400125"/>
                <a:gd name="connsiteY46" fmla="*/ 292577 h 297035"/>
                <a:gd name="connsiteX47" fmla="*/ 56850 w 400125"/>
                <a:gd name="connsiteY47" fmla="*/ 292097 h 297035"/>
                <a:gd name="connsiteX48" fmla="*/ 59182 w 400125"/>
                <a:gd name="connsiteY48" fmla="*/ 291412 h 297035"/>
                <a:gd name="connsiteX49" fmla="*/ 61514 w 400125"/>
                <a:gd name="connsiteY49" fmla="*/ 290520 h 297035"/>
                <a:gd name="connsiteX50" fmla="*/ 65148 w 400125"/>
                <a:gd name="connsiteY50" fmla="*/ 288942 h 297035"/>
                <a:gd name="connsiteX51" fmla="*/ 67686 w 400125"/>
                <a:gd name="connsiteY51" fmla="*/ 287640 h 297035"/>
                <a:gd name="connsiteX52" fmla="*/ 67686 w 400125"/>
                <a:gd name="connsiteY52" fmla="*/ 287640 h 297035"/>
                <a:gd name="connsiteX53" fmla="*/ 68920 w 400125"/>
                <a:gd name="connsiteY53" fmla="*/ 287022 h 297035"/>
                <a:gd name="connsiteX54" fmla="*/ 328907 w 400125"/>
                <a:gd name="connsiteY54" fmla="*/ 136901 h 297035"/>
                <a:gd name="connsiteX55" fmla="*/ 334325 w 400125"/>
                <a:gd name="connsiteY55" fmla="*/ 133403 h 297035"/>
                <a:gd name="connsiteX56" fmla="*/ 337891 w 400125"/>
                <a:gd name="connsiteY56" fmla="*/ 130729 h 297035"/>
                <a:gd name="connsiteX57" fmla="*/ 341457 w 400125"/>
                <a:gd name="connsiteY57" fmla="*/ 127711 h 297035"/>
                <a:gd name="connsiteX58" fmla="*/ 343789 w 400125"/>
                <a:gd name="connsiteY58" fmla="*/ 125517 h 297035"/>
                <a:gd name="connsiteX59" fmla="*/ 346052 w 400125"/>
                <a:gd name="connsiteY59" fmla="*/ 123253 h 297035"/>
                <a:gd name="connsiteX60" fmla="*/ 348315 w 400125"/>
                <a:gd name="connsiteY60" fmla="*/ 120853 h 297035"/>
                <a:gd name="connsiteX61" fmla="*/ 350510 w 400125"/>
                <a:gd name="connsiteY61" fmla="*/ 118384 h 297035"/>
                <a:gd name="connsiteX62" fmla="*/ 352636 w 400125"/>
                <a:gd name="connsiteY62" fmla="*/ 115710 h 297035"/>
                <a:gd name="connsiteX63" fmla="*/ 354556 w 400125"/>
                <a:gd name="connsiteY63" fmla="*/ 113241 h 297035"/>
                <a:gd name="connsiteX64" fmla="*/ 356682 w 400125"/>
                <a:gd name="connsiteY64" fmla="*/ 110292 h 297035"/>
                <a:gd name="connsiteX65" fmla="*/ 358671 w 400125"/>
                <a:gd name="connsiteY65" fmla="*/ 107411 h 297035"/>
                <a:gd name="connsiteX66" fmla="*/ 362305 w 400125"/>
                <a:gd name="connsiteY66" fmla="*/ 101514 h 297035"/>
                <a:gd name="connsiteX67" fmla="*/ 363403 w 400125"/>
                <a:gd name="connsiteY67" fmla="*/ 99525 h 297035"/>
                <a:gd name="connsiteX68" fmla="*/ 364500 w 400125"/>
                <a:gd name="connsiteY68" fmla="*/ 97467 h 297035"/>
                <a:gd name="connsiteX69" fmla="*/ 366557 w 400125"/>
                <a:gd name="connsiteY69" fmla="*/ 93353 h 297035"/>
                <a:gd name="connsiteX70" fmla="*/ 367243 w 400125"/>
                <a:gd name="connsiteY70" fmla="*/ 91844 h 297035"/>
                <a:gd name="connsiteX71" fmla="*/ 367243 w 400125"/>
                <a:gd name="connsiteY71" fmla="*/ 91227 h 297035"/>
                <a:gd name="connsiteX72" fmla="*/ 368135 w 400125"/>
                <a:gd name="connsiteY72" fmla="*/ 89169 h 297035"/>
                <a:gd name="connsiteX73" fmla="*/ 370604 w 400125"/>
                <a:gd name="connsiteY73" fmla="*/ 82860 h 297035"/>
                <a:gd name="connsiteX74" fmla="*/ 371289 w 400125"/>
                <a:gd name="connsiteY74" fmla="*/ 80802 h 297035"/>
                <a:gd name="connsiteX75" fmla="*/ 371632 w 400125"/>
                <a:gd name="connsiteY75" fmla="*/ 79637 h 297035"/>
                <a:gd name="connsiteX76" fmla="*/ 371632 w 400125"/>
                <a:gd name="connsiteY76" fmla="*/ 78951 h 297035"/>
                <a:gd name="connsiteX77" fmla="*/ 383840 w 400125"/>
                <a:gd name="connsiteY77" fmla="*/ 40066 h 297035"/>
                <a:gd name="connsiteX78" fmla="*/ 396047 w 400125"/>
                <a:gd name="connsiteY78" fmla="*/ 1455 h 297035"/>
                <a:gd name="connsiteX79" fmla="*/ 398653 w 400125"/>
                <a:gd name="connsiteY79" fmla="*/ 84 h 297035"/>
                <a:gd name="connsiteX80" fmla="*/ 400040 w 400125"/>
                <a:gd name="connsiteY80" fmla="*/ 2641 h 297035"/>
                <a:gd name="connsiteX81" fmla="*/ 400025 w 400125"/>
                <a:gd name="connsiteY81" fmla="*/ 2690 h 297035"/>
                <a:gd name="connsiteX82" fmla="*/ 387817 w 400125"/>
                <a:gd name="connsiteY82" fmla="*/ 41369 h 297035"/>
                <a:gd name="connsiteX83" fmla="*/ 375679 w 400125"/>
                <a:gd name="connsiteY83" fmla="*/ 80048 h 297035"/>
                <a:gd name="connsiteX84" fmla="*/ 375679 w 400125"/>
                <a:gd name="connsiteY84" fmla="*/ 80802 h 297035"/>
                <a:gd name="connsiteX85" fmla="*/ 375267 w 400125"/>
                <a:gd name="connsiteY85" fmla="*/ 82105 h 297035"/>
                <a:gd name="connsiteX86" fmla="*/ 374581 w 400125"/>
                <a:gd name="connsiteY86" fmla="*/ 84231 h 297035"/>
                <a:gd name="connsiteX87" fmla="*/ 372044 w 400125"/>
                <a:gd name="connsiteY87" fmla="*/ 91089 h 297035"/>
                <a:gd name="connsiteX88" fmla="*/ 371084 w 400125"/>
                <a:gd name="connsiteY88" fmla="*/ 93284 h 297035"/>
                <a:gd name="connsiteX89" fmla="*/ 371084 w 400125"/>
                <a:gd name="connsiteY89" fmla="*/ 93901 h 297035"/>
                <a:gd name="connsiteX90" fmla="*/ 370329 w 400125"/>
                <a:gd name="connsiteY90" fmla="*/ 95547 h 297035"/>
                <a:gd name="connsiteX91" fmla="*/ 368272 w 400125"/>
                <a:gd name="connsiteY91" fmla="*/ 99730 h 297035"/>
                <a:gd name="connsiteX92" fmla="*/ 367106 w 400125"/>
                <a:gd name="connsiteY92" fmla="*/ 101856 h 297035"/>
                <a:gd name="connsiteX93" fmla="*/ 365940 w 400125"/>
                <a:gd name="connsiteY93" fmla="*/ 103914 h 297035"/>
                <a:gd name="connsiteX94" fmla="*/ 362237 w 400125"/>
                <a:gd name="connsiteY94" fmla="*/ 110017 h 297035"/>
                <a:gd name="connsiteX95" fmla="*/ 360180 w 400125"/>
                <a:gd name="connsiteY95" fmla="*/ 113035 h 297035"/>
                <a:gd name="connsiteX96" fmla="*/ 358122 w 400125"/>
                <a:gd name="connsiteY96" fmla="*/ 115915 h 297035"/>
                <a:gd name="connsiteX97" fmla="*/ 355996 w 400125"/>
                <a:gd name="connsiteY97" fmla="*/ 118659 h 297035"/>
                <a:gd name="connsiteX98" fmla="*/ 353733 w 400125"/>
                <a:gd name="connsiteY98" fmla="*/ 121402 h 297035"/>
                <a:gd name="connsiteX99" fmla="*/ 351607 w 400125"/>
                <a:gd name="connsiteY99" fmla="*/ 123802 h 297035"/>
                <a:gd name="connsiteX100" fmla="*/ 349138 w 400125"/>
                <a:gd name="connsiteY100" fmla="*/ 126477 h 297035"/>
                <a:gd name="connsiteX101" fmla="*/ 346738 w 400125"/>
                <a:gd name="connsiteY101" fmla="*/ 128877 h 297035"/>
                <a:gd name="connsiteX102" fmla="*/ 344338 w 400125"/>
                <a:gd name="connsiteY102" fmla="*/ 131140 h 297035"/>
                <a:gd name="connsiteX103" fmla="*/ 340566 w 400125"/>
                <a:gd name="connsiteY103" fmla="*/ 134295 h 297035"/>
                <a:gd name="connsiteX104" fmla="*/ 336794 w 400125"/>
                <a:gd name="connsiteY104" fmla="*/ 137175 h 297035"/>
                <a:gd name="connsiteX105" fmla="*/ 331033 w 400125"/>
                <a:gd name="connsiteY105" fmla="*/ 140878 h 297035"/>
                <a:gd name="connsiteX106" fmla="*/ 71938 w 400125"/>
                <a:gd name="connsiteY106" fmla="*/ 289629 h 297035"/>
                <a:gd name="connsiteX107" fmla="*/ 70909 w 400125"/>
                <a:gd name="connsiteY107" fmla="*/ 290246 h 297035"/>
                <a:gd name="connsiteX108" fmla="*/ 67000 w 400125"/>
                <a:gd name="connsiteY108" fmla="*/ 292303 h 297035"/>
                <a:gd name="connsiteX109" fmla="*/ 63160 w 400125"/>
                <a:gd name="connsiteY109" fmla="*/ 294018 h 297035"/>
                <a:gd name="connsiteX110" fmla="*/ 60553 w 400125"/>
                <a:gd name="connsiteY110" fmla="*/ 294909 h 297035"/>
                <a:gd name="connsiteX111" fmla="*/ 58016 w 400125"/>
                <a:gd name="connsiteY111" fmla="*/ 295664 h 297035"/>
                <a:gd name="connsiteX112" fmla="*/ 55479 w 400125"/>
                <a:gd name="connsiteY112" fmla="*/ 296281 h 297035"/>
                <a:gd name="connsiteX113" fmla="*/ 53010 w 400125"/>
                <a:gd name="connsiteY113" fmla="*/ 296692 h 297035"/>
                <a:gd name="connsiteX114" fmla="*/ 50609 w 400125"/>
                <a:gd name="connsiteY114" fmla="*/ 296692 h 29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400125" h="297035">
                  <a:moveTo>
                    <a:pt x="48141" y="297035"/>
                  </a:moveTo>
                  <a:lnTo>
                    <a:pt x="45809" y="297035"/>
                  </a:lnTo>
                  <a:lnTo>
                    <a:pt x="43408" y="297035"/>
                  </a:lnTo>
                  <a:lnTo>
                    <a:pt x="41968" y="296692"/>
                  </a:lnTo>
                  <a:lnTo>
                    <a:pt x="40871" y="296692"/>
                  </a:lnTo>
                  <a:lnTo>
                    <a:pt x="39088" y="296144"/>
                  </a:lnTo>
                  <a:lnTo>
                    <a:pt x="37648" y="295664"/>
                  </a:lnTo>
                  <a:lnTo>
                    <a:pt x="34013" y="293675"/>
                  </a:lnTo>
                  <a:lnTo>
                    <a:pt x="32504" y="292715"/>
                  </a:lnTo>
                  <a:lnTo>
                    <a:pt x="31338" y="291755"/>
                  </a:lnTo>
                  <a:lnTo>
                    <a:pt x="30173" y="290726"/>
                  </a:lnTo>
                  <a:lnTo>
                    <a:pt x="29144" y="289697"/>
                  </a:lnTo>
                  <a:lnTo>
                    <a:pt x="28115" y="288531"/>
                  </a:lnTo>
                  <a:lnTo>
                    <a:pt x="27155" y="287365"/>
                  </a:lnTo>
                  <a:cubicBezTo>
                    <a:pt x="27155" y="287365"/>
                    <a:pt x="26744" y="286680"/>
                    <a:pt x="26469" y="286337"/>
                  </a:cubicBezTo>
                  <a:cubicBezTo>
                    <a:pt x="26083" y="285816"/>
                    <a:pt x="25739" y="285266"/>
                    <a:pt x="25441" y="284691"/>
                  </a:cubicBezTo>
                  <a:cubicBezTo>
                    <a:pt x="25167" y="284330"/>
                    <a:pt x="24937" y="283939"/>
                    <a:pt x="24755" y="283525"/>
                  </a:cubicBezTo>
                  <a:lnTo>
                    <a:pt x="23040" y="280027"/>
                  </a:lnTo>
                  <a:cubicBezTo>
                    <a:pt x="20503" y="274815"/>
                    <a:pt x="18034" y="269535"/>
                    <a:pt x="15565" y="264323"/>
                  </a:cubicBezTo>
                  <a:cubicBezTo>
                    <a:pt x="13096" y="259110"/>
                    <a:pt x="10284" y="253213"/>
                    <a:pt x="7815" y="248000"/>
                  </a:cubicBezTo>
                  <a:cubicBezTo>
                    <a:pt x="5347" y="242788"/>
                    <a:pt x="3015" y="237645"/>
                    <a:pt x="203" y="231747"/>
                  </a:cubicBezTo>
                  <a:cubicBezTo>
                    <a:pt x="-288" y="230724"/>
                    <a:pt x="142" y="229497"/>
                    <a:pt x="1163" y="229004"/>
                  </a:cubicBezTo>
                  <a:cubicBezTo>
                    <a:pt x="2206" y="228507"/>
                    <a:pt x="3454" y="228933"/>
                    <a:pt x="3975" y="229964"/>
                  </a:cubicBezTo>
                  <a:cubicBezTo>
                    <a:pt x="6787" y="235862"/>
                    <a:pt x="9187" y="241074"/>
                    <a:pt x="11656" y="246286"/>
                  </a:cubicBezTo>
                  <a:lnTo>
                    <a:pt x="19268" y="262539"/>
                  </a:lnTo>
                  <a:cubicBezTo>
                    <a:pt x="21737" y="267820"/>
                    <a:pt x="24275" y="273032"/>
                    <a:pt x="26812" y="278244"/>
                  </a:cubicBezTo>
                  <a:lnTo>
                    <a:pt x="27704" y="280233"/>
                  </a:lnTo>
                  <a:lnTo>
                    <a:pt x="27704" y="280233"/>
                  </a:lnTo>
                  <a:lnTo>
                    <a:pt x="28321" y="281468"/>
                  </a:lnTo>
                  <a:cubicBezTo>
                    <a:pt x="28530" y="281868"/>
                    <a:pt x="28759" y="282257"/>
                    <a:pt x="29007" y="282633"/>
                  </a:cubicBezTo>
                  <a:cubicBezTo>
                    <a:pt x="29227" y="283041"/>
                    <a:pt x="29479" y="283431"/>
                    <a:pt x="29761" y="283799"/>
                  </a:cubicBezTo>
                  <a:lnTo>
                    <a:pt x="30447" y="284897"/>
                  </a:lnTo>
                  <a:lnTo>
                    <a:pt x="31338" y="285925"/>
                  </a:lnTo>
                  <a:cubicBezTo>
                    <a:pt x="31532" y="286207"/>
                    <a:pt x="31762" y="286460"/>
                    <a:pt x="32024" y="286680"/>
                  </a:cubicBezTo>
                  <a:lnTo>
                    <a:pt x="33053" y="287777"/>
                  </a:lnTo>
                  <a:cubicBezTo>
                    <a:pt x="33338" y="288089"/>
                    <a:pt x="33660" y="288366"/>
                    <a:pt x="34013" y="288600"/>
                  </a:cubicBezTo>
                  <a:cubicBezTo>
                    <a:pt x="34339" y="288895"/>
                    <a:pt x="34683" y="289169"/>
                    <a:pt x="35042" y="289423"/>
                  </a:cubicBezTo>
                  <a:lnTo>
                    <a:pt x="36070" y="290109"/>
                  </a:lnTo>
                  <a:lnTo>
                    <a:pt x="39362" y="291892"/>
                  </a:lnTo>
                  <a:lnTo>
                    <a:pt x="40460" y="292235"/>
                  </a:lnTo>
                  <a:cubicBezTo>
                    <a:pt x="40824" y="292432"/>
                    <a:pt x="41218" y="292571"/>
                    <a:pt x="41626" y="292646"/>
                  </a:cubicBezTo>
                  <a:lnTo>
                    <a:pt x="42860" y="292989"/>
                  </a:lnTo>
                  <a:lnTo>
                    <a:pt x="44094" y="292989"/>
                  </a:lnTo>
                  <a:lnTo>
                    <a:pt x="46152" y="292989"/>
                  </a:lnTo>
                  <a:cubicBezTo>
                    <a:pt x="47520" y="293129"/>
                    <a:pt x="48898" y="293129"/>
                    <a:pt x="50266" y="292989"/>
                  </a:cubicBezTo>
                  <a:lnTo>
                    <a:pt x="52392" y="292989"/>
                  </a:lnTo>
                  <a:lnTo>
                    <a:pt x="54587" y="292577"/>
                  </a:lnTo>
                  <a:lnTo>
                    <a:pt x="56850" y="292097"/>
                  </a:lnTo>
                  <a:lnTo>
                    <a:pt x="59182" y="291412"/>
                  </a:lnTo>
                  <a:lnTo>
                    <a:pt x="61514" y="290520"/>
                  </a:lnTo>
                  <a:cubicBezTo>
                    <a:pt x="62748" y="290040"/>
                    <a:pt x="63914" y="289560"/>
                    <a:pt x="65148" y="288942"/>
                  </a:cubicBezTo>
                  <a:lnTo>
                    <a:pt x="67686" y="287640"/>
                  </a:lnTo>
                  <a:lnTo>
                    <a:pt x="67686" y="287640"/>
                  </a:lnTo>
                  <a:lnTo>
                    <a:pt x="68920" y="287022"/>
                  </a:lnTo>
                  <a:lnTo>
                    <a:pt x="328907" y="136901"/>
                  </a:lnTo>
                  <a:cubicBezTo>
                    <a:pt x="330690" y="135872"/>
                    <a:pt x="332473" y="134706"/>
                    <a:pt x="334325" y="133403"/>
                  </a:cubicBezTo>
                  <a:cubicBezTo>
                    <a:pt x="336177" y="132100"/>
                    <a:pt x="336725" y="131689"/>
                    <a:pt x="337891" y="130729"/>
                  </a:cubicBezTo>
                  <a:lnTo>
                    <a:pt x="341457" y="127711"/>
                  </a:lnTo>
                  <a:lnTo>
                    <a:pt x="343789" y="125517"/>
                  </a:lnTo>
                  <a:lnTo>
                    <a:pt x="346052" y="123253"/>
                  </a:lnTo>
                  <a:lnTo>
                    <a:pt x="348315" y="120853"/>
                  </a:lnTo>
                  <a:lnTo>
                    <a:pt x="350510" y="118384"/>
                  </a:lnTo>
                  <a:cubicBezTo>
                    <a:pt x="351264" y="117492"/>
                    <a:pt x="352018" y="116601"/>
                    <a:pt x="352636" y="115710"/>
                  </a:cubicBezTo>
                  <a:cubicBezTo>
                    <a:pt x="353253" y="114818"/>
                    <a:pt x="353939" y="114063"/>
                    <a:pt x="354556" y="113241"/>
                  </a:cubicBezTo>
                  <a:cubicBezTo>
                    <a:pt x="355173" y="112418"/>
                    <a:pt x="356065" y="111183"/>
                    <a:pt x="356682" y="110292"/>
                  </a:cubicBezTo>
                  <a:cubicBezTo>
                    <a:pt x="357299" y="109400"/>
                    <a:pt x="358054" y="108372"/>
                    <a:pt x="358671" y="107411"/>
                  </a:cubicBezTo>
                  <a:lnTo>
                    <a:pt x="362305" y="101514"/>
                  </a:lnTo>
                  <a:lnTo>
                    <a:pt x="363403" y="99525"/>
                  </a:lnTo>
                  <a:cubicBezTo>
                    <a:pt x="363814" y="98839"/>
                    <a:pt x="364157" y="98153"/>
                    <a:pt x="364500" y="97467"/>
                  </a:cubicBezTo>
                  <a:lnTo>
                    <a:pt x="366557" y="93353"/>
                  </a:lnTo>
                  <a:cubicBezTo>
                    <a:pt x="366557" y="92804"/>
                    <a:pt x="367038" y="92324"/>
                    <a:pt x="367243" y="91844"/>
                  </a:cubicBezTo>
                  <a:lnTo>
                    <a:pt x="367243" y="91227"/>
                  </a:lnTo>
                  <a:lnTo>
                    <a:pt x="368135" y="89169"/>
                  </a:lnTo>
                  <a:lnTo>
                    <a:pt x="370604" y="82860"/>
                  </a:lnTo>
                  <a:cubicBezTo>
                    <a:pt x="370604" y="82174"/>
                    <a:pt x="371015" y="81488"/>
                    <a:pt x="371289" y="80802"/>
                  </a:cubicBezTo>
                  <a:cubicBezTo>
                    <a:pt x="371564" y="80117"/>
                    <a:pt x="371289" y="79979"/>
                    <a:pt x="371632" y="79637"/>
                  </a:cubicBezTo>
                  <a:lnTo>
                    <a:pt x="371632" y="78951"/>
                  </a:lnTo>
                  <a:cubicBezTo>
                    <a:pt x="375816" y="65235"/>
                    <a:pt x="379862" y="52685"/>
                    <a:pt x="383840" y="40066"/>
                  </a:cubicBezTo>
                  <a:cubicBezTo>
                    <a:pt x="387817" y="27447"/>
                    <a:pt x="391863" y="15103"/>
                    <a:pt x="396047" y="1455"/>
                  </a:cubicBezTo>
                  <a:cubicBezTo>
                    <a:pt x="396407" y="373"/>
                    <a:pt x="397557" y="-232"/>
                    <a:pt x="398653" y="84"/>
                  </a:cubicBezTo>
                  <a:cubicBezTo>
                    <a:pt x="399742" y="407"/>
                    <a:pt x="400363" y="1552"/>
                    <a:pt x="400040" y="2641"/>
                  </a:cubicBezTo>
                  <a:cubicBezTo>
                    <a:pt x="400035" y="2657"/>
                    <a:pt x="400030" y="2674"/>
                    <a:pt x="400025" y="2690"/>
                  </a:cubicBezTo>
                  <a:cubicBezTo>
                    <a:pt x="395841" y="16406"/>
                    <a:pt x="391863" y="28819"/>
                    <a:pt x="387817" y="41369"/>
                  </a:cubicBezTo>
                  <a:cubicBezTo>
                    <a:pt x="383771" y="53919"/>
                    <a:pt x="379862" y="66401"/>
                    <a:pt x="375679" y="80048"/>
                  </a:cubicBezTo>
                  <a:lnTo>
                    <a:pt x="375679" y="80802"/>
                  </a:lnTo>
                  <a:cubicBezTo>
                    <a:pt x="375572" y="81246"/>
                    <a:pt x="375434" y="81681"/>
                    <a:pt x="375267" y="82105"/>
                  </a:cubicBezTo>
                  <a:cubicBezTo>
                    <a:pt x="375267" y="82723"/>
                    <a:pt x="374856" y="83546"/>
                    <a:pt x="374581" y="84231"/>
                  </a:cubicBezTo>
                  <a:lnTo>
                    <a:pt x="372044" y="91089"/>
                  </a:lnTo>
                  <a:cubicBezTo>
                    <a:pt x="371766" y="91838"/>
                    <a:pt x="371445" y="92571"/>
                    <a:pt x="371084" y="93284"/>
                  </a:cubicBezTo>
                  <a:lnTo>
                    <a:pt x="371084" y="93901"/>
                  </a:lnTo>
                  <a:cubicBezTo>
                    <a:pt x="370861" y="94463"/>
                    <a:pt x="370609" y="95012"/>
                    <a:pt x="370329" y="95547"/>
                  </a:cubicBezTo>
                  <a:lnTo>
                    <a:pt x="368272" y="99730"/>
                  </a:lnTo>
                  <a:lnTo>
                    <a:pt x="367106" y="101856"/>
                  </a:lnTo>
                  <a:lnTo>
                    <a:pt x="365940" y="103914"/>
                  </a:lnTo>
                  <a:lnTo>
                    <a:pt x="362237" y="110017"/>
                  </a:lnTo>
                  <a:lnTo>
                    <a:pt x="360180" y="113035"/>
                  </a:lnTo>
                  <a:lnTo>
                    <a:pt x="358122" y="115915"/>
                  </a:lnTo>
                  <a:lnTo>
                    <a:pt x="355996" y="118659"/>
                  </a:lnTo>
                  <a:lnTo>
                    <a:pt x="353733" y="121402"/>
                  </a:lnTo>
                  <a:lnTo>
                    <a:pt x="351607" y="123802"/>
                  </a:lnTo>
                  <a:lnTo>
                    <a:pt x="349138" y="126477"/>
                  </a:lnTo>
                  <a:lnTo>
                    <a:pt x="346738" y="128877"/>
                  </a:lnTo>
                  <a:lnTo>
                    <a:pt x="344338" y="131140"/>
                  </a:lnTo>
                  <a:lnTo>
                    <a:pt x="340566" y="134295"/>
                  </a:lnTo>
                  <a:cubicBezTo>
                    <a:pt x="339331" y="135324"/>
                    <a:pt x="338097" y="136284"/>
                    <a:pt x="336794" y="137175"/>
                  </a:cubicBezTo>
                  <a:cubicBezTo>
                    <a:pt x="334948" y="138521"/>
                    <a:pt x="333024" y="139758"/>
                    <a:pt x="331033" y="140878"/>
                  </a:cubicBezTo>
                  <a:lnTo>
                    <a:pt x="71938" y="289629"/>
                  </a:lnTo>
                  <a:lnTo>
                    <a:pt x="70909" y="290246"/>
                  </a:lnTo>
                  <a:lnTo>
                    <a:pt x="67000" y="292303"/>
                  </a:lnTo>
                  <a:cubicBezTo>
                    <a:pt x="65697" y="292920"/>
                    <a:pt x="64463" y="293538"/>
                    <a:pt x="63160" y="294018"/>
                  </a:cubicBezTo>
                  <a:lnTo>
                    <a:pt x="60553" y="294909"/>
                  </a:lnTo>
                  <a:cubicBezTo>
                    <a:pt x="59728" y="295224"/>
                    <a:pt x="58879" y="295476"/>
                    <a:pt x="58016" y="295664"/>
                  </a:cubicBezTo>
                  <a:cubicBezTo>
                    <a:pt x="57190" y="295942"/>
                    <a:pt x="56340" y="296148"/>
                    <a:pt x="55479" y="296281"/>
                  </a:cubicBezTo>
                  <a:lnTo>
                    <a:pt x="53010" y="296692"/>
                  </a:lnTo>
                  <a:cubicBezTo>
                    <a:pt x="52211" y="296762"/>
                    <a:pt x="51408" y="296762"/>
                    <a:pt x="50609" y="296692"/>
                  </a:cubicBezTo>
                  <a:close/>
                </a:path>
              </a:pathLst>
            </a:custGeom>
            <a:solidFill>
              <a:srgbClr val="CBD1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38" name="Graphic 9">
              <a:extLst>
                <a:ext uri="{FF2B5EF4-FFF2-40B4-BE49-F238E27FC236}">
                  <a16:creationId xmlns:a16="http://schemas.microsoft.com/office/drawing/2014/main" id="{2809D067-EBFD-2C74-CABA-6922402FF490}"/>
                </a:ext>
              </a:extLst>
            </p:cNvPr>
            <p:cNvGrpSpPr/>
            <p:nvPr/>
          </p:nvGrpSpPr>
          <p:grpSpPr>
            <a:xfrm>
              <a:off x="4805373" y="4475530"/>
              <a:ext cx="3027532" cy="1715391"/>
              <a:chOff x="4805373" y="4475530"/>
              <a:chExt cx="3027532" cy="1715391"/>
            </a:xfrm>
          </p:grpSpPr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F1710070-2230-A0E9-8094-D1E277C6610B}"/>
                  </a:ext>
                </a:extLst>
              </p:cNvPr>
              <p:cNvSpPr/>
              <p:nvPr/>
            </p:nvSpPr>
            <p:spPr>
              <a:xfrm>
                <a:off x="4869426" y="4479919"/>
                <a:ext cx="2963478" cy="1711002"/>
              </a:xfrm>
              <a:custGeom>
                <a:avLst/>
                <a:gdLst>
                  <a:gd name="connsiteX0" fmla="*/ 2963479 w 2963478"/>
                  <a:gd name="connsiteY0" fmla="*/ 1002297 h 1711002"/>
                  <a:gd name="connsiteX1" fmla="*/ 1735966 w 2963478"/>
                  <a:gd name="connsiteY1" fmla="*/ 1711002 h 1711002"/>
                  <a:gd name="connsiteX2" fmla="*/ 0 w 2963478"/>
                  <a:gd name="connsiteY2" fmla="*/ 708706 h 1711002"/>
                  <a:gd name="connsiteX3" fmla="*/ 1227445 w 2963478"/>
                  <a:gd name="connsiteY3" fmla="*/ 0 h 1711002"/>
                  <a:gd name="connsiteX4" fmla="*/ 2963479 w 2963478"/>
                  <a:gd name="connsiteY4" fmla="*/ 1002297 h 1711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63478" h="1711002">
                    <a:moveTo>
                      <a:pt x="2963479" y="1002297"/>
                    </a:moveTo>
                    <a:lnTo>
                      <a:pt x="1735966" y="1711002"/>
                    </a:lnTo>
                    <a:lnTo>
                      <a:pt x="0" y="708706"/>
                    </a:lnTo>
                    <a:lnTo>
                      <a:pt x="1227445" y="0"/>
                    </a:lnTo>
                    <a:lnTo>
                      <a:pt x="2963479" y="1002297"/>
                    </a:lnTo>
                    <a:close/>
                  </a:path>
                </a:pathLst>
              </a:custGeom>
              <a:solidFill>
                <a:srgbClr val="9EBAEF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12748A65-8B33-2F26-9039-0AB8F48A7694}"/>
                  </a:ext>
                </a:extLst>
              </p:cNvPr>
              <p:cNvSpPr/>
              <p:nvPr/>
            </p:nvSpPr>
            <p:spPr>
              <a:xfrm>
                <a:off x="4805373" y="4475530"/>
                <a:ext cx="2963547" cy="1711002"/>
              </a:xfrm>
              <a:custGeom>
                <a:avLst/>
                <a:gdLst>
                  <a:gd name="connsiteX0" fmla="*/ 2963547 w 2963547"/>
                  <a:gd name="connsiteY0" fmla="*/ 1002297 h 1711002"/>
                  <a:gd name="connsiteX1" fmla="*/ 1736034 w 2963547"/>
                  <a:gd name="connsiteY1" fmla="*/ 1711003 h 1711002"/>
                  <a:gd name="connsiteX2" fmla="*/ 0 w 2963547"/>
                  <a:gd name="connsiteY2" fmla="*/ 708706 h 1711002"/>
                  <a:gd name="connsiteX3" fmla="*/ 1227514 w 2963547"/>
                  <a:gd name="connsiteY3" fmla="*/ 0 h 1711002"/>
                  <a:gd name="connsiteX4" fmla="*/ 2963547 w 2963547"/>
                  <a:gd name="connsiteY4" fmla="*/ 1002297 h 1711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63547" h="1711002">
                    <a:moveTo>
                      <a:pt x="2963547" y="1002297"/>
                    </a:moveTo>
                    <a:lnTo>
                      <a:pt x="1736034" y="1711003"/>
                    </a:lnTo>
                    <a:lnTo>
                      <a:pt x="0" y="708706"/>
                    </a:lnTo>
                    <a:lnTo>
                      <a:pt x="1227514" y="0"/>
                    </a:lnTo>
                    <a:lnTo>
                      <a:pt x="2963547" y="1002297"/>
                    </a:lnTo>
                    <a:close/>
                  </a:path>
                </a:pathLst>
              </a:custGeom>
              <a:solidFill>
                <a:srgbClr val="F5F5F5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92FB767C-A650-4B5A-77BC-C79108E1215F}"/>
                  </a:ext>
                </a:extLst>
              </p:cNvPr>
              <p:cNvSpPr/>
              <p:nvPr/>
            </p:nvSpPr>
            <p:spPr>
              <a:xfrm>
                <a:off x="5513873" y="4621400"/>
                <a:ext cx="642937" cy="371223"/>
              </a:xfrm>
              <a:custGeom>
                <a:avLst/>
                <a:gdLst>
                  <a:gd name="connsiteX0" fmla="*/ 642938 w 642937"/>
                  <a:gd name="connsiteY0" fmla="*/ 18037 h 371223"/>
                  <a:gd name="connsiteX1" fmla="*/ 31135 w 642937"/>
                  <a:gd name="connsiteY1" fmla="*/ 371224 h 371223"/>
                  <a:gd name="connsiteX2" fmla="*/ 0 w 642937"/>
                  <a:gd name="connsiteY2" fmla="*/ 353256 h 371223"/>
                  <a:gd name="connsiteX3" fmla="*/ 611733 w 642937"/>
                  <a:gd name="connsiteY3" fmla="*/ 0 h 371223"/>
                  <a:gd name="connsiteX4" fmla="*/ 642938 w 642937"/>
                  <a:gd name="connsiteY4" fmla="*/ 18037 h 371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2937" h="371223">
                    <a:moveTo>
                      <a:pt x="642938" y="18037"/>
                    </a:moveTo>
                    <a:lnTo>
                      <a:pt x="31135" y="371224"/>
                    </a:lnTo>
                    <a:lnTo>
                      <a:pt x="0" y="353256"/>
                    </a:lnTo>
                    <a:lnTo>
                      <a:pt x="611733" y="0"/>
                    </a:lnTo>
                    <a:lnTo>
                      <a:pt x="642938" y="180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1982D243-980E-3F2E-66CC-DE028D1582E6}"/>
                  </a:ext>
                </a:extLst>
              </p:cNvPr>
              <p:cNvSpPr/>
              <p:nvPr/>
            </p:nvSpPr>
            <p:spPr>
              <a:xfrm>
                <a:off x="5892366" y="5091927"/>
                <a:ext cx="240304" cy="138737"/>
              </a:xfrm>
              <a:custGeom>
                <a:avLst/>
                <a:gdLst>
                  <a:gd name="connsiteX0" fmla="*/ 240304 w 240304"/>
                  <a:gd name="connsiteY0" fmla="*/ 18037 h 138737"/>
                  <a:gd name="connsiteX1" fmla="*/ 31204 w 240304"/>
                  <a:gd name="connsiteY1" fmla="*/ 138738 h 138737"/>
                  <a:gd name="connsiteX2" fmla="*/ 0 w 240304"/>
                  <a:gd name="connsiteY2" fmla="*/ 120770 h 138737"/>
                  <a:gd name="connsiteX3" fmla="*/ 209169 w 240304"/>
                  <a:gd name="connsiteY3" fmla="*/ 0 h 138737"/>
                  <a:gd name="connsiteX4" fmla="*/ 240304 w 240304"/>
                  <a:gd name="connsiteY4" fmla="*/ 18037 h 138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304" h="138737">
                    <a:moveTo>
                      <a:pt x="240304" y="18037"/>
                    </a:moveTo>
                    <a:lnTo>
                      <a:pt x="31204" y="138738"/>
                    </a:lnTo>
                    <a:lnTo>
                      <a:pt x="0" y="120770"/>
                    </a:lnTo>
                    <a:lnTo>
                      <a:pt x="209169" y="0"/>
                    </a:lnTo>
                    <a:lnTo>
                      <a:pt x="240304" y="18037"/>
                    </a:lnTo>
                    <a:close/>
                  </a:path>
                </a:pathLst>
              </a:custGeom>
              <a:solidFill>
                <a:srgbClr val="C7CE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8D29B5D6-BC14-44E0-7F55-19EC9613C075}"/>
                  </a:ext>
                </a:extLst>
              </p:cNvPr>
              <p:cNvSpPr/>
              <p:nvPr/>
            </p:nvSpPr>
            <p:spPr>
              <a:xfrm>
                <a:off x="6873128" y="5658192"/>
                <a:ext cx="234543" cy="135376"/>
              </a:xfrm>
              <a:custGeom>
                <a:avLst/>
                <a:gdLst>
                  <a:gd name="connsiteX0" fmla="*/ 234544 w 234543"/>
                  <a:gd name="connsiteY0" fmla="*/ 14676 h 135376"/>
                  <a:gd name="connsiteX1" fmla="*/ 25443 w 234543"/>
                  <a:gd name="connsiteY1" fmla="*/ 135377 h 135376"/>
                  <a:gd name="connsiteX2" fmla="*/ 0 w 234543"/>
                  <a:gd name="connsiteY2" fmla="*/ 120701 h 135376"/>
                  <a:gd name="connsiteX3" fmla="*/ 209101 w 234543"/>
                  <a:gd name="connsiteY3" fmla="*/ 0 h 135376"/>
                  <a:gd name="connsiteX4" fmla="*/ 234544 w 234543"/>
                  <a:gd name="connsiteY4" fmla="*/ 14676 h 135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4543" h="135376">
                    <a:moveTo>
                      <a:pt x="234544" y="14676"/>
                    </a:moveTo>
                    <a:lnTo>
                      <a:pt x="25443" y="135377"/>
                    </a:lnTo>
                    <a:lnTo>
                      <a:pt x="0" y="120701"/>
                    </a:lnTo>
                    <a:lnTo>
                      <a:pt x="209101" y="0"/>
                    </a:lnTo>
                    <a:lnTo>
                      <a:pt x="234544" y="14676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B90AF92B-9C68-7F5E-1E6D-68DCA70A2CAC}"/>
                  </a:ext>
                </a:extLst>
              </p:cNvPr>
              <p:cNvSpPr/>
              <p:nvPr/>
            </p:nvSpPr>
            <p:spPr>
              <a:xfrm>
                <a:off x="5888594" y="4547882"/>
                <a:ext cx="125227" cy="72283"/>
              </a:xfrm>
              <a:custGeom>
                <a:avLst/>
                <a:gdLst>
                  <a:gd name="connsiteX0" fmla="*/ 125227 w 125227"/>
                  <a:gd name="connsiteY0" fmla="*/ 8984 h 72283"/>
                  <a:gd name="connsiteX1" fmla="*/ 15568 w 125227"/>
                  <a:gd name="connsiteY1" fmla="*/ 72283 h 72283"/>
                  <a:gd name="connsiteX2" fmla="*/ 0 w 125227"/>
                  <a:gd name="connsiteY2" fmla="*/ 63299 h 72283"/>
                  <a:gd name="connsiteX3" fmla="*/ 109659 w 125227"/>
                  <a:gd name="connsiteY3" fmla="*/ 0 h 72283"/>
                  <a:gd name="connsiteX4" fmla="*/ 125227 w 125227"/>
                  <a:gd name="connsiteY4" fmla="*/ 8984 h 72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227" h="72283">
                    <a:moveTo>
                      <a:pt x="125227" y="8984"/>
                    </a:moveTo>
                    <a:lnTo>
                      <a:pt x="15568" y="72283"/>
                    </a:lnTo>
                    <a:lnTo>
                      <a:pt x="0" y="63299"/>
                    </a:lnTo>
                    <a:lnTo>
                      <a:pt x="109659" y="0"/>
                    </a:lnTo>
                    <a:lnTo>
                      <a:pt x="125227" y="8984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7FE04E21-F098-6AA5-C8E7-2809440948D1}"/>
                  </a:ext>
                </a:extLst>
              </p:cNvPr>
              <p:cNvSpPr/>
              <p:nvPr/>
            </p:nvSpPr>
            <p:spPr>
              <a:xfrm>
                <a:off x="5581355" y="4660422"/>
                <a:ext cx="643006" cy="371223"/>
              </a:xfrm>
              <a:custGeom>
                <a:avLst/>
                <a:gdLst>
                  <a:gd name="connsiteX0" fmla="*/ 643006 w 643006"/>
                  <a:gd name="connsiteY0" fmla="*/ 17968 h 371223"/>
                  <a:gd name="connsiteX1" fmla="*/ 31204 w 643006"/>
                  <a:gd name="connsiteY1" fmla="*/ 371224 h 371223"/>
                  <a:gd name="connsiteX2" fmla="*/ 0 w 643006"/>
                  <a:gd name="connsiteY2" fmla="*/ 353256 h 371223"/>
                  <a:gd name="connsiteX3" fmla="*/ 611802 w 643006"/>
                  <a:gd name="connsiteY3" fmla="*/ 0 h 371223"/>
                  <a:gd name="connsiteX4" fmla="*/ 643006 w 643006"/>
                  <a:gd name="connsiteY4" fmla="*/ 17968 h 371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3006" h="371223">
                    <a:moveTo>
                      <a:pt x="643006" y="17968"/>
                    </a:moveTo>
                    <a:lnTo>
                      <a:pt x="31204" y="371224"/>
                    </a:lnTo>
                    <a:lnTo>
                      <a:pt x="0" y="353256"/>
                    </a:lnTo>
                    <a:lnTo>
                      <a:pt x="611802" y="0"/>
                    </a:lnTo>
                    <a:lnTo>
                      <a:pt x="643006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56F1EB0-6D82-5B7D-8676-EC46BFCAF421}"/>
                  </a:ext>
                </a:extLst>
              </p:cNvPr>
              <p:cNvSpPr/>
              <p:nvPr/>
            </p:nvSpPr>
            <p:spPr>
              <a:xfrm>
                <a:off x="6296988" y="4997081"/>
                <a:ext cx="510509" cy="294756"/>
              </a:xfrm>
              <a:custGeom>
                <a:avLst/>
                <a:gdLst>
                  <a:gd name="connsiteX0" fmla="*/ 510509 w 510509"/>
                  <a:gd name="connsiteY0" fmla="*/ 17968 h 294756"/>
                  <a:gd name="connsiteX1" fmla="*/ 31204 w 510509"/>
                  <a:gd name="connsiteY1" fmla="*/ 294757 h 294756"/>
                  <a:gd name="connsiteX2" fmla="*/ 0 w 510509"/>
                  <a:gd name="connsiteY2" fmla="*/ 276720 h 294756"/>
                  <a:gd name="connsiteX3" fmla="*/ 479305 w 510509"/>
                  <a:gd name="connsiteY3" fmla="*/ 0 h 294756"/>
                  <a:gd name="connsiteX4" fmla="*/ 510509 w 510509"/>
                  <a:gd name="connsiteY4" fmla="*/ 17968 h 294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0509" h="294756">
                    <a:moveTo>
                      <a:pt x="510509" y="17968"/>
                    </a:moveTo>
                    <a:lnTo>
                      <a:pt x="31204" y="294757"/>
                    </a:lnTo>
                    <a:lnTo>
                      <a:pt x="0" y="276720"/>
                    </a:lnTo>
                    <a:lnTo>
                      <a:pt x="479305" y="0"/>
                    </a:lnTo>
                    <a:lnTo>
                      <a:pt x="510509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158485C0-24EE-3DD7-D80A-7359509F0C24}"/>
                  </a:ext>
                </a:extLst>
              </p:cNvPr>
              <p:cNvSpPr/>
              <p:nvPr/>
            </p:nvSpPr>
            <p:spPr>
              <a:xfrm>
                <a:off x="6359327" y="5033086"/>
                <a:ext cx="510509" cy="294756"/>
              </a:xfrm>
              <a:custGeom>
                <a:avLst/>
                <a:gdLst>
                  <a:gd name="connsiteX0" fmla="*/ 510510 w 510509"/>
                  <a:gd name="connsiteY0" fmla="*/ 17968 h 294756"/>
                  <a:gd name="connsiteX1" fmla="*/ 31204 w 510509"/>
                  <a:gd name="connsiteY1" fmla="*/ 294757 h 294756"/>
                  <a:gd name="connsiteX2" fmla="*/ 0 w 510509"/>
                  <a:gd name="connsiteY2" fmla="*/ 276720 h 294756"/>
                  <a:gd name="connsiteX3" fmla="*/ 479306 w 510509"/>
                  <a:gd name="connsiteY3" fmla="*/ 0 h 294756"/>
                  <a:gd name="connsiteX4" fmla="*/ 510510 w 510509"/>
                  <a:gd name="connsiteY4" fmla="*/ 17968 h 294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0509" h="294756">
                    <a:moveTo>
                      <a:pt x="510510" y="17968"/>
                    </a:moveTo>
                    <a:lnTo>
                      <a:pt x="31204" y="294757"/>
                    </a:lnTo>
                    <a:lnTo>
                      <a:pt x="0" y="276720"/>
                    </a:lnTo>
                    <a:lnTo>
                      <a:pt x="479306" y="0"/>
                    </a:lnTo>
                    <a:lnTo>
                      <a:pt x="510510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F852F072-AA9D-8B4A-4067-870409C7F407}"/>
                  </a:ext>
                </a:extLst>
              </p:cNvPr>
              <p:cNvSpPr/>
              <p:nvPr/>
            </p:nvSpPr>
            <p:spPr>
              <a:xfrm>
                <a:off x="6421735" y="5069090"/>
                <a:ext cx="510441" cy="294688"/>
              </a:xfrm>
              <a:custGeom>
                <a:avLst/>
                <a:gdLst>
                  <a:gd name="connsiteX0" fmla="*/ 510441 w 510441"/>
                  <a:gd name="connsiteY0" fmla="*/ 17968 h 294688"/>
                  <a:gd name="connsiteX1" fmla="*/ 31136 w 510441"/>
                  <a:gd name="connsiteY1" fmla="*/ 294688 h 294688"/>
                  <a:gd name="connsiteX2" fmla="*/ 0 w 510441"/>
                  <a:gd name="connsiteY2" fmla="*/ 276720 h 294688"/>
                  <a:gd name="connsiteX3" fmla="*/ 479306 w 510441"/>
                  <a:gd name="connsiteY3" fmla="*/ 0 h 294688"/>
                  <a:gd name="connsiteX4" fmla="*/ 510441 w 510441"/>
                  <a:gd name="connsiteY4" fmla="*/ 17968 h 29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0441" h="294688">
                    <a:moveTo>
                      <a:pt x="510441" y="17968"/>
                    </a:moveTo>
                    <a:lnTo>
                      <a:pt x="31136" y="294688"/>
                    </a:lnTo>
                    <a:lnTo>
                      <a:pt x="0" y="276720"/>
                    </a:lnTo>
                    <a:lnTo>
                      <a:pt x="479306" y="0"/>
                    </a:lnTo>
                    <a:lnTo>
                      <a:pt x="510441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127BC740-0DB5-4F15-8CEB-90438780DB59}"/>
                  </a:ext>
                </a:extLst>
              </p:cNvPr>
              <p:cNvSpPr/>
              <p:nvPr/>
            </p:nvSpPr>
            <p:spPr>
              <a:xfrm>
                <a:off x="6092894" y="5189722"/>
                <a:ext cx="1048176" cy="605149"/>
              </a:xfrm>
              <a:custGeom>
                <a:avLst/>
                <a:gdLst>
                  <a:gd name="connsiteX0" fmla="*/ 1048177 w 1048176"/>
                  <a:gd name="connsiteY0" fmla="*/ 17968 h 605149"/>
                  <a:gd name="connsiteX1" fmla="*/ 31135 w 1048176"/>
                  <a:gd name="connsiteY1" fmla="*/ 605150 h 605149"/>
                  <a:gd name="connsiteX2" fmla="*/ 0 w 1048176"/>
                  <a:gd name="connsiteY2" fmla="*/ 587182 h 605149"/>
                  <a:gd name="connsiteX3" fmla="*/ 1017041 w 1048176"/>
                  <a:gd name="connsiteY3" fmla="*/ 0 h 605149"/>
                  <a:gd name="connsiteX4" fmla="*/ 1048177 w 1048176"/>
                  <a:gd name="connsiteY4" fmla="*/ 17968 h 605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8176" h="605149">
                    <a:moveTo>
                      <a:pt x="1048177" y="17968"/>
                    </a:moveTo>
                    <a:lnTo>
                      <a:pt x="31135" y="605150"/>
                    </a:lnTo>
                    <a:lnTo>
                      <a:pt x="0" y="587182"/>
                    </a:lnTo>
                    <a:lnTo>
                      <a:pt x="1017041" y="0"/>
                    </a:lnTo>
                    <a:lnTo>
                      <a:pt x="1048177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8EF7B25D-8D11-6E1F-36C7-E5E63F5805FA}"/>
                  </a:ext>
                </a:extLst>
              </p:cNvPr>
              <p:cNvSpPr/>
              <p:nvPr/>
            </p:nvSpPr>
            <p:spPr>
              <a:xfrm>
                <a:off x="6155233" y="5225658"/>
                <a:ext cx="1048176" cy="605218"/>
              </a:xfrm>
              <a:custGeom>
                <a:avLst/>
                <a:gdLst>
                  <a:gd name="connsiteX0" fmla="*/ 1048177 w 1048176"/>
                  <a:gd name="connsiteY0" fmla="*/ 18037 h 605218"/>
                  <a:gd name="connsiteX1" fmla="*/ 31136 w 1048176"/>
                  <a:gd name="connsiteY1" fmla="*/ 605219 h 605218"/>
                  <a:gd name="connsiteX2" fmla="*/ 0 w 1048176"/>
                  <a:gd name="connsiteY2" fmla="*/ 587251 h 605218"/>
                  <a:gd name="connsiteX3" fmla="*/ 1017041 w 1048176"/>
                  <a:gd name="connsiteY3" fmla="*/ 0 h 605218"/>
                  <a:gd name="connsiteX4" fmla="*/ 1048177 w 1048176"/>
                  <a:gd name="connsiteY4" fmla="*/ 18037 h 605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8176" h="605218">
                    <a:moveTo>
                      <a:pt x="1048177" y="18037"/>
                    </a:moveTo>
                    <a:lnTo>
                      <a:pt x="31136" y="605219"/>
                    </a:lnTo>
                    <a:lnTo>
                      <a:pt x="0" y="587251"/>
                    </a:lnTo>
                    <a:lnTo>
                      <a:pt x="1017041" y="0"/>
                    </a:lnTo>
                    <a:lnTo>
                      <a:pt x="1048177" y="180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4CFE4E6A-C1FC-D857-9DBD-55361C1B4443}"/>
                  </a:ext>
                </a:extLst>
              </p:cNvPr>
              <p:cNvSpPr/>
              <p:nvPr/>
            </p:nvSpPr>
            <p:spPr>
              <a:xfrm>
                <a:off x="6713337" y="5322836"/>
                <a:ext cx="661316" cy="381853"/>
              </a:xfrm>
              <a:custGeom>
                <a:avLst/>
                <a:gdLst>
                  <a:gd name="connsiteX0" fmla="*/ 661317 w 661316"/>
                  <a:gd name="connsiteY0" fmla="*/ 18037 h 381853"/>
                  <a:gd name="connsiteX1" fmla="*/ 31204 w 661316"/>
                  <a:gd name="connsiteY1" fmla="*/ 381853 h 381853"/>
                  <a:gd name="connsiteX2" fmla="*/ 0 w 661316"/>
                  <a:gd name="connsiteY2" fmla="*/ 363817 h 381853"/>
                  <a:gd name="connsiteX3" fmla="*/ 630182 w 661316"/>
                  <a:gd name="connsiteY3" fmla="*/ 0 h 381853"/>
                  <a:gd name="connsiteX4" fmla="*/ 661317 w 661316"/>
                  <a:gd name="connsiteY4" fmla="*/ 18037 h 381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1316" h="381853">
                    <a:moveTo>
                      <a:pt x="661317" y="18037"/>
                    </a:moveTo>
                    <a:lnTo>
                      <a:pt x="31204" y="381853"/>
                    </a:lnTo>
                    <a:lnTo>
                      <a:pt x="0" y="363817"/>
                    </a:lnTo>
                    <a:lnTo>
                      <a:pt x="630182" y="0"/>
                    </a:lnTo>
                    <a:lnTo>
                      <a:pt x="661317" y="180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8272290E-86CF-E9F3-4F91-942C5C4A5750}"/>
                  </a:ext>
                </a:extLst>
              </p:cNvPr>
              <p:cNvSpPr/>
              <p:nvPr/>
            </p:nvSpPr>
            <p:spPr>
              <a:xfrm>
                <a:off x="6765663" y="5353080"/>
                <a:ext cx="661316" cy="381784"/>
              </a:xfrm>
              <a:custGeom>
                <a:avLst/>
                <a:gdLst>
                  <a:gd name="connsiteX0" fmla="*/ 661317 w 661316"/>
                  <a:gd name="connsiteY0" fmla="*/ 17968 h 381784"/>
                  <a:gd name="connsiteX1" fmla="*/ 31204 w 661316"/>
                  <a:gd name="connsiteY1" fmla="*/ 381785 h 381784"/>
                  <a:gd name="connsiteX2" fmla="*/ 0 w 661316"/>
                  <a:gd name="connsiteY2" fmla="*/ 363817 h 381784"/>
                  <a:gd name="connsiteX3" fmla="*/ 630182 w 661316"/>
                  <a:gd name="connsiteY3" fmla="*/ 0 h 381784"/>
                  <a:gd name="connsiteX4" fmla="*/ 661317 w 661316"/>
                  <a:gd name="connsiteY4" fmla="*/ 17968 h 381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1316" h="381784">
                    <a:moveTo>
                      <a:pt x="661317" y="17968"/>
                    </a:moveTo>
                    <a:lnTo>
                      <a:pt x="31204" y="381785"/>
                    </a:lnTo>
                    <a:lnTo>
                      <a:pt x="0" y="363817"/>
                    </a:lnTo>
                    <a:lnTo>
                      <a:pt x="630182" y="0"/>
                    </a:lnTo>
                    <a:lnTo>
                      <a:pt x="661317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D95F0C4A-15D6-A926-AC8B-6345A7BA71ED}"/>
                  </a:ext>
                </a:extLst>
              </p:cNvPr>
              <p:cNvSpPr/>
              <p:nvPr/>
            </p:nvSpPr>
            <p:spPr>
              <a:xfrm>
                <a:off x="6817990" y="5383255"/>
                <a:ext cx="661316" cy="381853"/>
              </a:xfrm>
              <a:custGeom>
                <a:avLst/>
                <a:gdLst>
                  <a:gd name="connsiteX0" fmla="*/ 661317 w 661316"/>
                  <a:gd name="connsiteY0" fmla="*/ 18037 h 381853"/>
                  <a:gd name="connsiteX1" fmla="*/ 31204 w 661316"/>
                  <a:gd name="connsiteY1" fmla="*/ 381853 h 381853"/>
                  <a:gd name="connsiteX2" fmla="*/ 0 w 661316"/>
                  <a:gd name="connsiteY2" fmla="*/ 363817 h 381853"/>
                  <a:gd name="connsiteX3" fmla="*/ 630182 w 661316"/>
                  <a:gd name="connsiteY3" fmla="*/ 0 h 381853"/>
                  <a:gd name="connsiteX4" fmla="*/ 661317 w 661316"/>
                  <a:gd name="connsiteY4" fmla="*/ 18037 h 381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1316" h="381853">
                    <a:moveTo>
                      <a:pt x="661317" y="18037"/>
                    </a:moveTo>
                    <a:lnTo>
                      <a:pt x="31204" y="381853"/>
                    </a:lnTo>
                    <a:lnTo>
                      <a:pt x="0" y="363817"/>
                    </a:lnTo>
                    <a:lnTo>
                      <a:pt x="630182" y="0"/>
                    </a:lnTo>
                    <a:lnTo>
                      <a:pt x="661317" y="180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8EE51250-B2F4-A64C-784F-A2E0C419F2D3}"/>
                  </a:ext>
                </a:extLst>
              </p:cNvPr>
              <p:cNvSpPr/>
              <p:nvPr/>
            </p:nvSpPr>
            <p:spPr>
              <a:xfrm>
                <a:off x="6217572" y="5261663"/>
                <a:ext cx="1048176" cy="605218"/>
              </a:xfrm>
              <a:custGeom>
                <a:avLst/>
                <a:gdLst>
                  <a:gd name="connsiteX0" fmla="*/ 1048177 w 1048176"/>
                  <a:gd name="connsiteY0" fmla="*/ 18037 h 605218"/>
                  <a:gd name="connsiteX1" fmla="*/ 31135 w 1048176"/>
                  <a:gd name="connsiteY1" fmla="*/ 605219 h 605218"/>
                  <a:gd name="connsiteX2" fmla="*/ 0 w 1048176"/>
                  <a:gd name="connsiteY2" fmla="*/ 587182 h 605218"/>
                  <a:gd name="connsiteX3" fmla="*/ 1017041 w 1048176"/>
                  <a:gd name="connsiteY3" fmla="*/ 0 h 605218"/>
                  <a:gd name="connsiteX4" fmla="*/ 1048177 w 1048176"/>
                  <a:gd name="connsiteY4" fmla="*/ 18037 h 605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8176" h="605218">
                    <a:moveTo>
                      <a:pt x="1048177" y="18037"/>
                    </a:moveTo>
                    <a:lnTo>
                      <a:pt x="31135" y="605219"/>
                    </a:lnTo>
                    <a:lnTo>
                      <a:pt x="0" y="587182"/>
                    </a:lnTo>
                    <a:lnTo>
                      <a:pt x="1017041" y="0"/>
                    </a:lnTo>
                    <a:lnTo>
                      <a:pt x="1048177" y="180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D25F5724-3E80-74CA-1EB4-C38B6BDEFEDB}"/>
                  </a:ext>
                </a:extLst>
              </p:cNvPr>
              <p:cNvSpPr/>
              <p:nvPr/>
            </p:nvSpPr>
            <p:spPr>
              <a:xfrm>
                <a:off x="5754040" y="5012100"/>
                <a:ext cx="643006" cy="371223"/>
              </a:xfrm>
              <a:custGeom>
                <a:avLst/>
                <a:gdLst>
                  <a:gd name="connsiteX0" fmla="*/ 643006 w 643006"/>
                  <a:gd name="connsiteY0" fmla="*/ 17968 h 371223"/>
                  <a:gd name="connsiteX1" fmla="*/ 31204 w 643006"/>
                  <a:gd name="connsiteY1" fmla="*/ 371223 h 371223"/>
                  <a:gd name="connsiteX2" fmla="*/ 0 w 643006"/>
                  <a:gd name="connsiteY2" fmla="*/ 353187 h 371223"/>
                  <a:gd name="connsiteX3" fmla="*/ 611802 w 643006"/>
                  <a:gd name="connsiteY3" fmla="*/ 0 h 371223"/>
                  <a:gd name="connsiteX4" fmla="*/ 643006 w 643006"/>
                  <a:gd name="connsiteY4" fmla="*/ 17968 h 371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3006" h="371223">
                    <a:moveTo>
                      <a:pt x="643006" y="17968"/>
                    </a:moveTo>
                    <a:lnTo>
                      <a:pt x="31204" y="371223"/>
                    </a:lnTo>
                    <a:lnTo>
                      <a:pt x="0" y="353187"/>
                    </a:lnTo>
                    <a:lnTo>
                      <a:pt x="611802" y="0"/>
                    </a:lnTo>
                    <a:lnTo>
                      <a:pt x="643006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370C6D72-23AB-0000-3C87-24FDB29BCA22}"/>
                  </a:ext>
                </a:extLst>
              </p:cNvPr>
              <p:cNvSpPr/>
              <p:nvPr/>
            </p:nvSpPr>
            <p:spPr>
              <a:xfrm>
                <a:off x="5648907" y="4699444"/>
                <a:ext cx="643005" cy="371223"/>
              </a:xfrm>
              <a:custGeom>
                <a:avLst/>
                <a:gdLst>
                  <a:gd name="connsiteX0" fmla="*/ 643006 w 643005"/>
                  <a:gd name="connsiteY0" fmla="*/ 17968 h 371223"/>
                  <a:gd name="connsiteX1" fmla="*/ 31204 w 643005"/>
                  <a:gd name="connsiteY1" fmla="*/ 371224 h 371223"/>
                  <a:gd name="connsiteX2" fmla="*/ 0 w 643005"/>
                  <a:gd name="connsiteY2" fmla="*/ 353187 h 371223"/>
                  <a:gd name="connsiteX3" fmla="*/ 611802 w 643005"/>
                  <a:gd name="connsiteY3" fmla="*/ 0 h 371223"/>
                  <a:gd name="connsiteX4" fmla="*/ 643006 w 643005"/>
                  <a:gd name="connsiteY4" fmla="*/ 17968 h 371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3005" h="371223">
                    <a:moveTo>
                      <a:pt x="643006" y="17968"/>
                    </a:moveTo>
                    <a:lnTo>
                      <a:pt x="31204" y="371224"/>
                    </a:lnTo>
                    <a:lnTo>
                      <a:pt x="0" y="353187"/>
                    </a:lnTo>
                    <a:lnTo>
                      <a:pt x="611802" y="0"/>
                    </a:lnTo>
                    <a:lnTo>
                      <a:pt x="643006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907D03E8-850A-8CBF-D9F6-7E05407038FB}"/>
                  </a:ext>
                </a:extLst>
              </p:cNvPr>
              <p:cNvSpPr/>
              <p:nvPr/>
            </p:nvSpPr>
            <p:spPr>
              <a:xfrm>
                <a:off x="5713646" y="5475358"/>
                <a:ext cx="551109" cy="197921"/>
              </a:xfrm>
              <a:custGeom>
                <a:avLst/>
                <a:gdLst>
                  <a:gd name="connsiteX0" fmla="*/ 217193 w 551109"/>
                  <a:gd name="connsiteY0" fmla="*/ 197922 h 197921"/>
                  <a:gd name="connsiteX1" fmla="*/ 215753 w 551109"/>
                  <a:gd name="connsiteY1" fmla="*/ 197030 h 197921"/>
                  <a:gd name="connsiteX2" fmla="*/ 0 w 551109"/>
                  <a:gd name="connsiteY2" fmla="*/ 72489 h 197921"/>
                  <a:gd name="connsiteX3" fmla="*/ 2881 w 551109"/>
                  <a:gd name="connsiteY3" fmla="*/ 67414 h 197921"/>
                  <a:gd name="connsiteX4" fmla="*/ 217193 w 551109"/>
                  <a:gd name="connsiteY4" fmla="*/ 191132 h 197921"/>
                  <a:gd name="connsiteX5" fmla="*/ 548160 w 551109"/>
                  <a:gd name="connsiteY5" fmla="*/ 0 h 197921"/>
                  <a:gd name="connsiteX6" fmla="*/ 551109 w 551109"/>
                  <a:gd name="connsiteY6" fmla="*/ 5075 h 197921"/>
                  <a:gd name="connsiteX7" fmla="*/ 217193 w 551109"/>
                  <a:gd name="connsiteY7" fmla="*/ 197922 h 197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51109" h="197921">
                    <a:moveTo>
                      <a:pt x="217193" y="197922"/>
                    </a:moveTo>
                    <a:lnTo>
                      <a:pt x="215753" y="197030"/>
                    </a:lnTo>
                    <a:lnTo>
                      <a:pt x="0" y="72489"/>
                    </a:lnTo>
                    <a:lnTo>
                      <a:pt x="2881" y="67414"/>
                    </a:lnTo>
                    <a:lnTo>
                      <a:pt x="217193" y="191132"/>
                    </a:lnTo>
                    <a:lnTo>
                      <a:pt x="548160" y="0"/>
                    </a:lnTo>
                    <a:lnTo>
                      <a:pt x="551109" y="5075"/>
                    </a:lnTo>
                    <a:lnTo>
                      <a:pt x="217193" y="197922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9A51D0A7-4C19-0B0F-58E2-111C28AC50DE}"/>
                  </a:ext>
                </a:extLst>
              </p:cNvPr>
              <p:cNvSpPr/>
              <p:nvPr/>
            </p:nvSpPr>
            <p:spPr>
              <a:xfrm>
                <a:off x="5697050" y="5534886"/>
                <a:ext cx="29146" cy="25237"/>
              </a:xfrm>
              <a:custGeom>
                <a:avLst/>
                <a:gdLst>
                  <a:gd name="connsiteX0" fmla="*/ 14539 w 29146"/>
                  <a:gd name="connsiteY0" fmla="*/ 25237 h 25237"/>
                  <a:gd name="connsiteX1" fmla="*/ 0 w 29146"/>
                  <a:gd name="connsiteY1" fmla="*/ 0 h 25237"/>
                  <a:gd name="connsiteX2" fmla="*/ 29147 w 29146"/>
                  <a:gd name="connsiteY2" fmla="*/ 0 h 25237"/>
                  <a:gd name="connsiteX3" fmla="*/ 14539 w 29146"/>
                  <a:gd name="connsiteY3" fmla="*/ 25237 h 25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146" h="25237">
                    <a:moveTo>
                      <a:pt x="14539" y="25237"/>
                    </a:moveTo>
                    <a:lnTo>
                      <a:pt x="0" y="0"/>
                    </a:lnTo>
                    <a:lnTo>
                      <a:pt x="29147" y="0"/>
                    </a:lnTo>
                    <a:lnTo>
                      <a:pt x="14539" y="252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83FBF8-570B-170C-B756-FEED4128A558}"/>
                  </a:ext>
                </a:extLst>
              </p:cNvPr>
              <p:cNvSpPr/>
              <p:nvPr/>
            </p:nvSpPr>
            <p:spPr>
              <a:xfrm>
                <a:off x="6252411" y="5467403"/>
                <a:ext cx="29146" cy="25237"/>
              </a:xfrm>
              <a:custGeom>
                <a:avLst/>
                <a:gdLst>
                  <a:gd name="connsiteX0" fmla="*/ 14607 w 29146"/>
                  <a:gd name="connsiteY0" fmla="*/ 25237 h 25237"/>
                  <a:gd name="connsiteX1" fmla="*/ 29147 w 29146"/>
                  <a:gd name="connsiteY1" fmla="*/ 0 h 25237"/>
                  <a:gd name="connsiteX2" fmla="*/ 0 w 29146"/>
                  <a:gd name="connsiteY2" fmla="*/ 0 h 25237"/>
                  <a:gd name="connsiteX3" fmla="*/ 14607 w 29146"/>
                  <a:gd name="connsiteY3" fmla="*/ 25237 h 25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146" h="25237">
                    <a:moveTo>
                      <a:pt x="14607" y="25237"/>
                    </a:moveTo>
                    <a:lnTo>
                      <a:pt x="29147" y="0"/>
                    </a:lnTo>
                    <a:lnTo>
                      <a:pt x="0" y="0"/>
                    </a:lnTo>
                    <a:lnTo>
                      <a:pt x="14607" y="252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419987AA-CBE2-5960-E58E-243C22E3145D}"/>
                  </a:ext>
                </a:extLst>
              </p:cNvPr>
              <p:cNvSpPr/>
              <p:nvPr/>
            </p:nvSpPr>
            <p:spPr>
              <a:xfrm>
                <a:off x="5918289" y="5561975"/>
                <a:ext cx="92651" cy="63161"/>
              </a:xfrm>
              <a:custGeom>
                <a:avLst/>
                <a:gdLst>
                  <a:gd name="connsiteX0" fmla="*/ 0 w 92651"/>
                  <a:gd name="connsiteY0" fmla="*/ 35730 h 63161"/>
                  <a:gd name="connsiteX1" fmla="*/ 48006 w 92651"/>
                  <a:gd name="connsiteY1" fmla="*/ 63162 h 63161"/>
                  <a:gd name="connsiteX2" fmla="*/ 92652 w 92651"/>
                  <a:gd name="connsiteY2" fmla="*/ 37444 h 63161"/>
                  <a:gd name="connsiteX3" fmla="*/ 27843 w 92651"/>
                  <a:gd name="connsiteY3" fmla="*/ 0 h 63161"/>
                  <a:gd name="connsiteX4" fmla="*/ 0 w 92651"/>
                  <a:gd name="connsiteY4" fmla="*/ 35730 h 63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651" h="63161">
                    <a:moveTo>
                      <a:pt x="0" y="35730"/>
                    </a:moveTo>
                    <a:lnTo>
                      <a:pt x="48006" y="63162"/>
                    </a:lnTo>
                    <a:lnTo>
                      <a:pt x="92652" y="37444"/>
                    </a:lnTo>
                    <a:lnTo>
                      <a:pt x="27843" y="0"/>
                    </a:lnTo>
                    <a:cubicBezTo>
                      <a:pt x="19235" y="12420"/>
                      <a:pt x="9940" y="24348"/>
                      <a:pt x="0" y="35730"/>
                    </a:cubicBezTo>
                    <a:close/>
                  </a:path>
                </a:pathLst>
              </a:custGeom>
              <a:solidFill>
                <a:srgbClr val="0E5C8A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80E39C82-D45F-5B4A-AABA-7A41C40ADB92}"/>
                  </a:ext>
                </a:extLst>
              </p:cNvPr>
              <p:cNvSpPr/>
              <p:nvPr/>
            </p:nvSpPr>
            <p:spPr>
              <a:xfrm>
                <a:off x="5980834" y="5456430"/>
                <a:ext cx="145801" cy="102115"/>
              </a:xfrm>
              <a:custGeom>
                <a:avLst/>
                <a:gdLst>
                  <a:gd name="connsiteX0" fmla="*/ 0 w 145801"/>
                  <a:gd name="connsiteY0" fmla="*/ 43685 h 102115"/>
                  <a:gd name="connsiteX1" fmla="*/ 101156 w 145801"/>
                  <a:gd name="connsiteY1" fmla="*/ 102116 h 102115"/>
                  <a:gd name="connsiteX2" fmla="*/ 145801 w 145801"/>
                  <a:gd name="connsiteY2" fmla="*/ 76398 h 102115"/>
                  <a:gd name="connsiteX3" fmla="*/ 13510 w 145801"/>
                  <a:gd name="connsiteY3" fmla="*/ 0 h 102115"/>
                  <a:gd name="connsiteX4" fmla="*/ 0 w 145801"/>
                  <a:gd name="connsiteY4" fmla="*/ 43685 h 10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801" h="102115">
                    <a:moveTo>
                      <a:pt x="0" y="43685"/>
                    </a:moveTo>
                    <a:lnTo>
                      <a:pt x="101156" y="102116"/>
                    </a:lnTo>
                    <a:lnTo>
                      <a:pt x="145801" y="76398"/>
                    </a:lnTo>
                    <a:lnTo>
                      <a:pt x="13510" y="0"/>
                    </a:lnTo>
                    <a:cubicBezTo>
                      <a:pt x="10541" y="14993"/>
                      <a:pt x="6012" y="29634"/>
                      <a:pt x="0" y="43685"/>
                    </a:cubicBezTo>
                    <a:close/>
                  </a:path>
                </a:pathLst>
              </a:custGeom>
              <a:solidFill>
                <a:srgbClr val="FFCA5A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25C6D06F-F221-729C-5AFD-B6417572C3E9}"/>
                  </a:ext>
                </a:extLst>
              </p:cNvPr>
              <p:cNvSpPr/>
              <p:nvPr/>
            </p:nvSpPr>
            <p:spPr>
              <a:xfrm>
                <a:off x="5984400" y="5383941"/>
                <a:ext cx="200047" cy="141274"/>
              </a:xfrm>
              <a:custGeom>
                <a:avLst/>
                <a:gdLst>
                  <a:gd name="connsiteX0" fmla="*/ 12002 w 200047"/>
                  <a:gd name="connsiteY0" fmla="*/ 58430 h 141274"/>
                  <a:gd name="connsiteX1" fmla="*/ 155471 w 200047"/>
                  <a:gd name="connsiteY1" fmla="*/ 141275 h 141274"/>
                  <a:gd name="connsiteX2" fmla="*/ 200048 w 200047"/>
                  <a:gd name="connsiteY2" fmla="*/ 115557 h 141274"/>
                  <a:gd name="connsiteX3" fmla="*/ 0 w 200047"/>
                  <a:gd name="connsiteY3" fmla="*/ 0 h 141274"/>
                  <a:gd name="connsiteX4" fmla="*/ 12002 w 200047"/>
                  <a:gd name="connsiteY4" fmla="*/ 58430 h 141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047" h="141274">
                    <a:moveTo>
                      <a:pt x="12002" y="58430"/>
                    </a:moveTo>
                    <a:lnTo>
                      <a:pt x="155471" y="141275"/>
                    </a:lnTo>
                    <a:lnTo>
                      <a:pt x="200048" y="115557"/>
                    </a:lnTo>
                    <a:lnTo>
                      <a:pt x="0" y="0"/>
                    </a:lnTo>
                    <a:cubicBezTo>
                      <a:pt x="10623" y="17508"/>
                      <a:pt x="14863" y="38152"/>
                      <a:pt x="12002" y="58430"/>
                    </a:cubicBezTo>
                    <a:close/>
                  </a:path>
                </a:pathLst>
              </a:custGeom>
              <a:solidFill>
                <a:srgbClr val="E34856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283D4972-B6C5-4626-13BF-D7A41CB79D29}"/>
                  </a:ext>
                </a:extLst>
              </p:cNvPr>
              <p:cNvSpPr/>
              <p:nvPr/>
            </p:nvSpPr>
            <p:spPr>
              <a:xfrm>
                <a:off x="5953539" y="5512323"/>
                <a:ext cx="115214" cy="79689"/>
              </a:xfrm>
              <a:custGeom>
                <a:avLst/>
                <a:gdLst>
                  <a:gd name="connsiteX0" fmla="*/ 0 w 115214"/>
                  <a:gd name="connsiteY0" fmla="*/ 38885 h 79689"/>
                  <a:gd name="connsiteX1" fmla="*/ 70637 w 115214"/>
                  <a:gd name="connsiteY1" fmla="*/ 79690 h 79689"/>
                  <a:gd name="connsiteX2" fmla="*/ 115214 w 115214"/>
                  <a:gd name="connsiteY2" fmla="*/ 53972 h 79689"/>
                  <a:gd name="connsiteX3" fmla="*/ 21808 w 115214"/>
                  <a:gd name="connsiteY3" fmla="*/ 0 h 79689"/>
                  <a:gd name="connsiteX4" fmla="*/ 0 w 115214"/>
                  <a:gd name="connsiteY4" fmla="*/ 38885 h 79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214" h="79689">
                    <a:moveTo>
                      <a:pt x="0" y="38885"/>
                    </a:moveTo>
                    <a:lnTo>
                      <a:pt x="70637" y="79690"/>
                    </a:lnTo>
                    <a:lnTo>
                      <a:pt x="115214" y="53972"/>
                    </a:lnTo>
                    <a:lnTo>
                      <a:pt x="21808" y="0"/>
                    </a:lnTo>
                    <a:cubicBezTo>
                      <a:pt x="15414" y="13433"/>
                      <a:pt x="8129" y="26424"/>
                      <a:pt x="0" y="38885"/>
                    </a:cubicBezTo>
                    <a:close/>
                  </a:path>
                </a:pathLst>
              </a:custGeom>
              <a:solidFill>
                <a:srgbClr val="34B2E4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3BF9D457-0836-81BD-D821-C4CBA14E4526}"/>
                  </a:ext>
                </a:extLst>
              </p:cNvPr>
              <p:cNvSpPr/>
              <p:nvPr/>
            </p:nvSpPr>
            <p:spPr>
              <a:xfrm>
                <a:off x="5198405" y="5203987"/>
                <a:ext cx="121797" cy="80650"/>
              </a:xfrm>
              <a:custGeom>
                <a:avLst/>
                <a:gdLst>
                  <a:gd name="connsiteX0" fmla="*/ 121798 w 121797"/>
                  <a:gd name="connsiteY0" fmla="*/ 0 h 80650"/>
                  <a:gd name="connsiteX1" fmla="*/ 91074 w 121797"/>
                  <a:gd name="connsiteY1" fmla="*/ 80650 h 80650"/>
                  <a:gd name="connsiteX2" fmla="*/ 20574 w 121797"/>
                  <a:gd name="connsiteY2" fmla="*/ 58362 h 80650"/>
                  <a:gd name="connsiteX3" fmla="*/ 0 w 121797"/>
                  <a:gd name="connsiteY3" fmla="*/ 43274 h 80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797" h="80650">
                    <a:moveTo>
                      <a:pt x="121798" y="0"/>
                    </a:moveTo>
                    <a:lnTo>
                      <a:pt x="91074" y="80650"/>
                    </a:lnTo>
                    <a:cubicBezTo>
                      <a:pt x="66341" y="77912"/>
                      <a:pt x="42387" y="70338"/>
                      <a:pt x="20574" y="58362"/>
                    </a:cubicBezTo>
                    <a:cubicBezTo>
                      <a:pt x="13153" y="54149"/>
                      <a:pt x="6248" y="49086"/>
                      <a:pt x="0" y="43274"/>
                    </a:cubicBezTo>
                    <a:close/>
                  </a:path>
                </a:pathLst>
              </a:custGeom>
              <a:solidFill>
                <a:srgbClr val="FE912A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F746929-B7AF-9F4F-C01C-076B4F2436FE}"/>
                  </a:ext>
                </a:extLst>
              </p:cNvPr>
              <p:cNvSpPr/>
              <p:nvPr/>
            </p:nvSpPr>
            <p:spPr>
              <a:xfrm>
                <a:off x="5264447" y="5109176"/>
                <a:ext cx="219078" cy="188687"/>
              </a:xfrm>
              <a:custGeom>
                <a:avLst/>
                <a:gdLst>
                  <a:gd name="connsiteX0" fmla="*/ 55755 w 219078"/>
                  <a:gd name="connsiteY0" fmla="*/ 94811 h 188687"/>
                  <a:gd name="connsiteX1" fmla="*/ 51298 w 219078"/>
                  <a:gd name="connsiteY1" fmla="*/ 33 h 188687"/>
                  <a:gd name="connsiteX2" fmla="*/ 171450 w 219078"/>
                  <a:gd name="connsiteY2" fmla="*/ 27465 h 188687"/>
                  <a:gd name="connsiteX3" fmla="*/ 171450 w 219078"/>
                  <a:gd name="connsiteY3" fmla="*/ 161127 h 188687"/>
                  <a:gd name="connsiteX4" fmla="*/ 0 w 219078"/>
                  <a:gd name="connsiteY4" fmla="*/ 183142 h 188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9078" h="188687">
                    <a:moveTo>
                      <a:pt x="55755" y="94811"/>
                    </a:moveTo>
                    <a:lnTo>
                      <a:pt x="51298" y="33"/>
                    </a:lnTo>
                    <a:cubicBezTo>
                      <a:pt x="96218" y="-653"/>
                      <a:pt x="139698" y="9360"/>
                      <a:pt x="171450" y="27465"/>
                    </a:cubicBezTo>
                    <a:cubicBezTo>
                      <a:pt x="234955" y="64155"/>
                      <a:pt x="234955" y="124437"/>
                      <a:pt x="171450" y="161127"/>
                    </a:cubicBezTo>
                    <a:cubicBezTo>
                      <a:pt x="126667" y="186982"/>
                      <a:pt x="59733" y="195417"/>
                      <a:pt x="0" y="183142"/>
                    </a:cubicBezTo>
                    <a:close/>
                  </a:path>
                </a:pathLst>
              </a:custGeom>
              <a:solidFill>
                <a:srgbClr val="00B7F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9979C480-DDC9-A03A-937D-8782EFA0F2F7}"/>
                  </a:ext>
                </a:extLst>
              </p:cNvPr>
              <p:cNvSpPr/>
              <p:nvPr/>
            </p:nvSpPr>
            <p:spPr>
              <a:xfrm>
                <a:off x="5128887" y="5093728"/>
                <a:ext cx="326418" cy="150447"/>
              </a:xfrm>
              <a:custGeom>
                <a:avLst/>
                <a:gdLst>
                  <a:gd name="connsiteX0" fmla="*/ 191315 w 326418"/>
                  <a:gd name="connsiteY0" fmla="*/ 110260 h 150447"/>
                  <a:gd name="connsiteX1" fmla="*/ 13008 w 326418"/>
                  <a:gd name="connsiteY1" fmla="*/ 150447 h 150447"/>
                  <a:gd name="connsiteX2" fmla="*/ 55870 w 326418"/>
                  <a:gd name="connsiteY2" fmla="*/ 32147 h 150447"/>
                  <a:gd name="connsiteX3" fmla="*/ 326418 w 326418"/>
                  <a:gd name="connsiteY3" fmla="*/ 32147 h 150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6418" h="150447">
                    <a:moveTo>
                      <a:pt x="191315" y="110260"/>
                    </a:moveTo>
                    <a:lnTo>
                      <a:pt x="13008" y="150447"/>
                    </a:lnTo>
                    <a:cubicBezTo>
                      <a:pt x="-14424" y="109642"/>
                      <a:pt x="2309" y="63077"/>
                      <a:pt x="55870" y="32147"/>
                    </a:cubicBezTo>
                    <a:cubicBezTo>
                      <a:pt x="130074" y="-10716"/>
                      <a:pt x="252215" y="-10716"/>
                      <a:pt x="326418" y="32147"/>
                    </a:cubicBezTo>
                    <a:close/>
                  </a:path>
                </a:pathLst>
              </a:custGeom>
              <a:solidFill>
                <a:srgbClr val="FFCA5A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59F1002A-870D-C69B-95A9-4DC9673DA977}"/>
                  </a:ext>
                </a:extLst>
              </p:cNvPr>
              <p:cNvSpPr/>
              <p:nvPr/>
            </p:nvSpPr>
            <p:spPr>
              <a:xfrm>
                <a:off x="5314374" y="5080488"/>
                <a:ext cx="157117" cy="123498"/>
              </a:xfrm>
              <a:custGeom>
                <a:avLst/>
                <a:gdLst>
                  <a:gd name="connsiteX0" fmla="*/ 5829 w 157117"/>
                  <a:gd name="connsiteY0" fmla="*/ 123499 h 123498"/>
                  <a:gd name="connsiteX1" fmla="*/ 0 w 157117"/>
                  <a:gd name="connsiteY1" fmla="*/ 55 h 123498"/>
                  <a:gd name="connsiteX2" fmla="*/ 84971 w 157117"/>
                  <a:gd name="connsiteY2" fmla="*/ 8765 h 123498"/>
                  <a:gd name="connsiteX3" fmla="*/ 157117 w 157117"/>
                  <a:gd name="connsiteY3" fmla="*/ 36197 h 12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117" h="123498">
                    <a:moveTo>
                      <a:pt x="5829" y="123499"/>
                    </a:moveTo>
                    <a:lnTo>
                      <a:pt x="0" y="55"/>
                    </a:lnTo>
                    <a:cubicBezTo>
                      <a:pt x="28570" y="-445"/>
                      <a:pt x="57097" y="2479"/>
                      <a:pt x="84971" y="8765"/>
                    </a:cubicBezTo>
                    <a:cubicBezTo>
                      <a:pt x="110233" y="14326"/>
                      <a:pt x="134541" y="23569"/>
                      <a:pt x="157117" y="36197"/>
                    </a:cubicBezTo>
                    <a:close/>
                  </a:path>
                </a:pathLst>
              </a:custGeom>
              <a:solidFill>
                <a:srgbClr val="E34856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8B863386-9C89-52FB-8073-459E6D0262D8}"/>
                  </a:ext>
                </a:extLst>
              </p:cNvPr>
              <p:cNvSpPr/>
              <p:nvPr/>
            </p:nvSpPr>
            <p:spPr>
              <a:xfrm>
                <a:off x="6360904" y="5916533"/>
                <a:ext cx="90525" cy="48074"/>
              </a:xfrm>
              <a:custGeom>
                <a:avLst/>
                <a:gdLst>
                  <a:gd name="connsiteX0" fmla="*/ 71735 w 90525"/>
                  <a:gd name="connsiteY0" fmla="*/ 0 h 48074"/>
                  <a:gd name="connsiteX1" fmla="*/ 0 w 90525"/>
                  <a:gd name="connsiteY1" fmla="*/ 15088 h 48074"/>
                  <a:gd name="connsiteX2" fmla="*/ 36553 w 90525"/>
                  <a:gd name="connsiteY2" fmla="*/ 48075 h 48074"/>
                  <a:gd name="connsiteX3" fmla="*/ 90526 w 90525"/>
                  <a:gd name="connsiteY3" fmla="*/ 16939 h 48074"/>
                  <a:gd name="connsiteX4" fmla="*/ 71735 w 90525"/>
                  <a:gd name="connsiteY4" fmla="*/ 0 h 48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25" h="48074">
                    <a:moveTo>
                      <a:pt x="71735" y="0"/>
                    </a:moveTo>
                    <a:lnTo>
                      <a:pt x="0" y="15088"/>
                    </a:lnTo>
                    <a:cubicBezTo>
                      <a:pt x="9363" y="28855"/>
                      <a:pt x="21900" y="40169"/>
                      <a:pt x="36553" y="48075"/>
                    </a:cubicBezTo>
                    <a:lnTo>
                      <a:pt x="90526" y="16939"/>
                    </a:lnTo>
                    <a:cubicBezTo>
                      <a:pt x="83005" y="12866"/>
                      <a:pt x="76564" y="7059"/>
                      <a:pt x="71735" y="0"/>
                    </a:cubicBezTo>
                    <a:close/>
                  </a:path>
                </a:pathLst>
              </a:custGeom>
              <a:solidFill>
                <a:srgbClr val="E34856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865F6B1F-DDAB-942F-33C1-0435DB64FC3D}"/>
                  </a:ext>
                </a:extLst>
              </p:cNvPr>
              <p:cNvSpPr/>
              <p:nvPr/>
            </p:nvSpPr>
            <p:spPr>
              <a:xfrm>
                <a:off x="6567193" y="5835471"/>
                <a:ext cx="90937" cy="48692"/>
              </a:xfrm>
              <a:custGeom>
                <a:avLst/>
                <a:gdLst>
                  <a:gd name="connsiteX0" fmla="*/ 0 w 90937"/>
                  <a:gd name="connsiteY0" fmla="*/ 31136 h 48692"/>
                  <a:gd name="connsiteX1" fmla="*/ 19134 w 90937"/>
                  <a:gd name="connsiteY1" fmla="*/ 48692 h 48692"/>
                  <a:gd name="connsiteX2" fmla="*/ 90937 w 90937"/>
                  <a:gd name="connsiteY2" fmla="*/ 33604 h 48692"/>
                  <a:gd name="connsiteX3" fmla="*/ 53972 w 90937"/>
                  <a:gd name="connsiteY3" fmla="*/ 0 h 48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937" h="48692">
                    <a:moveTo>
                      <a:pt x="0" y="31136"/>
                    </a:moveTo>
                    <a:cubicBezTo>
                      <a:pt x="7740" y="35304"/>
                      <a:pt x="14317" y="41338"/>
                      <a:pt x="19134" y="48692"/>
                    </a:cubicBezTo>
                    <a:lnTo>
                      <a:pt x="90937" y="33604"/>
                    </a:lnTo>
                    <a:cubicBezTo>
                      <a:pt x="81564" y="19536"/>
                      <a:pt x="68868" y="7994"/>
                      <a:pt x="53972" y="0"/>
                    </a:cubicBezTo>
                    <a:close/>
                  </a:path>
                </a:pathLst>
              </a:custGeom>
              <a:solidFill>
                <a:srgbClr val="65D9B4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2488AB81-F20F-8DD0-4669-BB0B28E778CD}"/>
                  </a:ext>
                </a:extLst>
              </p:cNvPr>
              <p:cNvSpPr/>
              <p:nvPr/>
            </p:nvSpPr>
            <p:spPr>
              <a:xfrm>
                <a:off x="6449715" y="5808725"/>
                <a:ext cx="171450" cy="57881"/>
              </a:xfrm>
              <a:custGeom>
                <a:avLst/>
                <a:gdLst>
                  <a:gd name="connsiteX0" fmla="*/ 117478 w 171450"/>
                  <a:gd name="connsiteY0" fmla="*/ 57882 h 57881"/>
                  <a:gd name="connsiteX1" fmla="*/ 171450 w 171450"/>
                  <a:gd name="connsiteY1" fmla="*/ 26747 h 57881"/>
                  <a:gd name="connsiteX2" fmla="*/ 0 w 171450"/>
                  <a:gd name="connsiteY2" fmla="*/ 6789 h 57881"/>
                  <a:gd name="connsiteX3" fmla="*/ 28324 w 171450"/>
                  <a:gd name="connsiteY3" fmla="*/ 47937 h 57881"/>
                  <a:gd name="connsiteX4" fmla="*/ 117478 w 171450"/>
                  <a:gd name="connsiteY4" fmla="*/ 57882 h 57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57881">
                    <a:moveTo>
                      <a:pt x="117478" y="57882"/>
                    </a:moveTo>
                    <a:lnTo>
                      <a:pt x="171450" y="26747"/>
                    </a:lnTo>
                    <a:cubicBezTo>
                      <a:pt x="125022" y="-69"/>
                      <a:pt x="56853" y="-6721"/>
                      <a:pt x="0" y="6789"/>
                    </a:cubicBezTo>
                    <a:lnTo>
                      <a:pt x="28324" y="47937"/>
                    </a:lnTo>
                    <a:cubicBezTo>
                      <a:pt x="57950" y="40531"/>
                      <a:pt x="93269" y="43960"/>
                      <a:pt x="117478" y="57882"/>
                    </a:cubicBezTo>
                    <a:close/>
                  </a:path>
                </a:pathLst>
              </a:custGeom>
              <a:solidFill>
                <a:srgbClr val="65D9B4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11773542-CF78-886B-FA99-102D1A2874C4}"/>
                  </a:ext>
                </a:extLst>
              </p:cNvPr>
              <p:cNvSpPr/>
              <p:nvPr/>
            </p:nvSpPr>
            <p:spPr>
              <a:xfrm>
                <a:off x="6538527" y="5869213"/>
                <a:ext cx="128940" cy="116105"/>
              </a:xfrm>
              <a:custGeom>
                <a:avLst/>
                <a:gdLst>
                  <a:gd name="connsiteX0" fmla="*/ 28666 w 128940"/>
                  <a:gd name="connsiteY0" fmla="*/ 64259 h 116105"/>
                  <a:gd name="connsiteX1" fmla="*/ 0 w 128940"/>
                  <a:gd name="connsiteY1" fmla="*/ 74958 h 116105"/>
                  <a:gd name="connsiteX2" fmla="*/ 28324 w 128940"/>
                  <a:gd name="connsiteY2" fmla="*/ 116106 h 116105"/>
                  <a:gd name="connsiteX3" fmla="*/ 82639 w 128940"/>
                  <a:gd name="connsiteY3" fmla="*/ 95532 h 116105"/>
                  <a:gd name="connsiteX4" fmla="*/ 119604 w 128940"/>
                  <a:gd name="connsiteY4" fmla="*/ 0 h 116105"/>
                  <a:gd name="connsiteX5" fmla="*/ 47800 w 128940"/>
                  <a:gd name="connsiteY5" fmla="*/ 14950 h 116105"/>
                  <a:gd name="connsiteX6" fmla="*/ 28666 w 128940"/>
                  <a:gd name="connsiteY6" fmla="*/ 64259 h 116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940" h="116105">
                    <a:moveTo>
                      <a:pt x="28666" y="64259"/>
                    </a:moveTo>
                    <a:cubicBezTo>
                      <a:pt x="19703" y="69245"/>
                      <a:pt x="10038" y="72852"/>
                      <a:pt x="0" y="74958"/>
                    </a:cubicBezTo>
                    <a:lnTo>
                      <a:pt x="28324" y="116106"/>
                    </a:lnTo>
                    <a:cubicBezTo>
                      <a:pt x="47362" y="112025"/>
                      <a:pt x="65675" y="105089"/>
                      <a:pt x="82639" y="95532"/>
                    </a:cubicBezTo>
                    <a:cubicBezTo>
                      <a:pt x="127353" y="69746"/>
                      <a:pt x="139697" y="32233"/>
                      <a:pt x="119604" y="0"/>
                    </a:cubicBezTo>
                    <a:lnTo>
                      <a:pt x="47800" y="14950"/>
                    </a:lnTo>
                    <a:cubicBezTo>
                      <a:pt x="58293" y="31615"/>
                      <a:pt x="51778" y="50955"/>
                      <a:pt x="28666" y="64259"/>
                    </a:cubicBezTo>
                    <a:close/>
                  </a:path>
                </a:pathLst>
              </a:custGeom>
              <a:solidFill>
                <a:srgbClr val="00B7F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4EA38EBA-4486-44FB-161A-24C8F876BB8D}"/>
                  </a:ext>
                </a:extLst>
              </p:cNvPr>
              <p:cNvSpPr/>
              <p:nvPr/>
            </p:nvSpPr>
            <p:spPr>
              <a:xfrm>
                <a:off x="6351159" y="5815309"/>
                <a:ext cx="126536" cy="115968"/>
              </a:xfrm>
              <a:custGeom>
                <a:avLst/>
                <a:gdLst>
                  <a:gd name="connsiteX0" fmla="*/ 100270 w 126536"/>
                  <a:gd name="connsiteY0" fmla="*/ 51298 h 115968"/>
                  <a:gd name="connsiteX1" fmla="*/ 126537 w 126536"/>
                  <a:gd name="connsiteY1" fmla="*/ 41148 h 115968"/>
                  <a:gd name="connsiteX2" fmla="*/ 98213 w 126536"/>
                  <a:gd name="connsiteY2" fmla="*/ 0 h 115968"/>
                  <a:gd name="connsiteX3" fmla="*/ 46298 w 126536"/>
                  <a:gd name="connsiteY3" fmla="*/ 19957 h 115968"/>
                  <a:gd name="connsiteX4" fmla="*/ 9745 w 126536"/>
                  <a:gd name="connsiteY4" fmla="*/ 115969 h 115968"/>
                  <a:gd name="connsiteX5" fmla="*/ 81479 w 126536"/>
                  <a:gd name="connsiteY5" fmla="*/ 100881 h 115968"/>
                  <a:gd name="connsiteX6" fmla="*/ 100270 w 126536"/>
                  <a:gd name="connsiteY6" fmla="*/ 51298 h 115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6536" h="115968">
                    <a:moveTo>
                      <a:pt x="100270" y="51298"/>
                    </a:moveTo>
                    <a:cubicBezTo>
                      <a:pt x="108509" y="46705"/>
                      <a:pt x="117350" y="43289"/>
                      <a:pt x="126537" y="41148"/>
                    </a:cubicBezTo>
                    <a:lnTo>
                      <a:pt x="98213" y="0"/>
                    </a:lnTo>
                    <a:cubicBezTo>
                      <a:pt x="80037" y="4119"/>
                      <a:pt x="62552" y="10840"/>
                      <a:pt x="46298" y="19957"/>
                    </a:cubicBezTo>
                    <a:cubicBezTo>
                      <a:pt x="1241" y="45948"/>
                      <a:pt x="-10898" y="83736"/>
                      <a:pt x="9745" y="115969"/>
                    </a:cubicBezTo>
                    <a:lnTo>
                      <a:pt x="81479" y="100881"/>
                    </a:lnTo>
                    <a:cubicBezTo>
                      <a:pt x="70712" y="84422"/>
                      <a:pt x="76885" y="64808"/>
                      <a:pt x="100270" y="51298"/>
                    </a:cubicBezTo>
                    <a:close/>
                  </a:path>
                </a:pathLst>
              </a:custGeom>
              <a:solidFill>
                <a:srgbClr val="FFCA5A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D60A7FD1-6790-A3F4-BB62-85DE37F0F567}"/>
                  </a:ext>
                </a:extLst>
              </p:cNvPr>
              <p:cNvSpPr/>
              <p:nvPr/>
            </p:nvSpPr>
            <p:spPr>
              <a:xfrm>
                <a:off x="6397457" y="5933473"/>
                <a:ext cx="169392" cy="57900"/>
              </a:xfrm>
              <a:custGeom>
                <a:avLst/>
                <a:gdLst>
                  <a:gd name="connsiteX0" fmla="*/ 53972 w 169392"/>
                  <a:gd name="connsiteY0" fmla="*/ 0 h 57900"/>
                  <a:gd name="connsiteX1" fmla="*/ 0 w 169392"/>
                  <a:gd name="connsiteY1" fmla="*/ 31135 h 57900"/>
                  <a:gd name="connsiteX2" fmla="*/ 169393 w 169392"/>
                  <a:gd name="connsiteY2" fmla="*/ 51709 h 57900"/>
                  <a:gd name="connsiteX3" fmla="*/ 141069 w 169392"/>
                  <a:gd name="connsiteY3" fmla="*/ 10561 h 57900"/>
                  <a:gd name="connsiteX4" fmla="*/ 53972 w 169392"/>
                  <a:gd name="connsiteY4" fmla="*/ 0 h 57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392" h="57900">
                    <a:moveTo>
                      <a:pt x="53972" y="0"/>
                    </a:moveTo>
                    <a:lnTo>
                      <a:pt x="0" y="31135"/>
                    </a:lnTo>
                    <a:cubicBezTo>
                      <a:pt x="45811" y="57607"/>
                      <a:pt x="112677" y="64397"/>
                      <a:pt x="169393" y="51709"/>
                    </a:cubicBezTo>
                    <a:lnTo>
                      <a:pt x="141069" y="10561"/>
                    </a:lnTo>
                    <a:cubicBezTo>
                      <a:pt x="111854" y="17145"/>
                      <a:pt x="77495" y="13579"/>
                      <a:pt x="53972" y="0"/>
                    </a:cubicBezTo>
                    <a:close/>
                  </a:path>
                </a:pathLst>
              </a:custGeom>
              <a:solidFill>
                <a:srgbClr val="00B7F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74" name="TextBox 173">
            <a:extLst>
              <a:ext uri="{FF2B5EF4-FFF2-40B4-BE49-F238E27FC236}">
                <a16:creationId xmlns:a16="http://schemas.microsoft.com/office/drawing/2014/main" id="{E4C34653-8C39-8D6E-6D7A-5C5AB2C5C4FB}"/>
              </a:ext>
            </a:extLst>
          </p:cNvPr>
          <p:cNvSpPr txBox="1"/>
          <p:nvPr/>
        </p:nvSpPr>
        <p:spPr>
          <a:xfrm>
            <a:off x="220675" y="976562"/>
            <a:ext cx="7951938" cy="28931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Inject printers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force tiny droplets of liquid ink though very fine nozzles onto a sheet of paper to replicate a digital document or image.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is it typically used for?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Mostly used for small-scale print jobs.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Usually cheaper and smaller, so they are popular for personal use.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Excellent for printing out high-quality photos, especially when used with specialist photo paper.</a:t>
            </a:r>
          </a:p>
        </p:txBody>
      </p:sp>
    </p:spTree>
    <p:extLst>
      <p:ext uri="{BB962C8B-B14F-4D97-AF65-F5344CB8AC3E}">
        <p14:creationId xmlns:p14="http://schemas.microsoft.com/office/powerpoint/2010/main" val="3310459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Inkjet printer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picture containing LEGO, toy, vector graphics&#10;&#10;Description automatically generated">
            <a:extLst>
              <a:ext uri="{FF2B5EF4-FFF2-40B4-BE49-F238E27FC236}">
                <a16:creationId xmlns:a16="http://schemas.microsoft.com/office/drawing/2014/main" id="{6709F284-2DB6-5B76-EAF8-236F5FCB9C4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2796" y="448531"/>
            <a:ext cx="4040156" cy="4040156"/>
          </a:xfrm>
          <a:prstGeom prst="rect">
            <a:avLst/>
          </a:prstGeom>
        </p:spPr>
      </p:pic>
      <p:grpSp>
        <p:nvGrpSpPr>
          <p:cNvPr id="265" name="Group 264">
            <a:extLst>
              <a:ext uri="{FF2B5EF4-FFF2-40B4-BE49-F238E27FC236}">
                <a16:creationId xmlns:a16="http://schemas.microsoft.com/office/drawing/2014/main" id="{9B79D3F2-1D83-CD60-450B-1F926C89C82B}"/>
              </a:ext>
            </a:extLst>
          </p:cNvPr>
          <p:cNvGrpSpPr/>
          <p:nvPr/>
        </p:nvGrpSpPr>
        <p:grpSpPr>
          <a:xfrm>
            <a:off x="6363124" y="2469519"/>
            <a:ext cx="4646998" cy="4139796"/>
            <a:chOff x="2206191" y="1178341"/>
            <a:chExt cx="5626714" cy="5012580"/>
          </a:xfrm>
        </p:grpSpPr>
        <p:grpSp>
          <p:nvGrpSpPr>
            <p:cNvPr id="13" name="Graphic 9">
              <a:extLst>
                <a:ext uri="{FF2B5EF4-FFF2-40B4-BE49-F238E27FC236}">
                  <a16:creationId xmlns:a16="http://schemas.microsoft.com/office/drawing/2014/main" id="{D852B2F2-EDAB-2226-721F-C846141EB730}"/>
                </a:ext>
              </a:extLst>
            </p:cNvPr>
            <p:cNvGrpSpPr/>
            <p:nvPr/>
          </p:nvGrpSpPr>
          <p:grpSpPr>
            <a:xfrm>
              <a:off x="2206191" y="3263036"/>
              <a:ext cx="4354898" cy="2315535"/>
              <a:chOff x="2206191" y="3263036"/>
              <a:chExt cx="4354898" cy="2315535"/>
            </a:xfrm>
            <a:solidFill>
              <a:srgbClr val="9EBAEF"/>
            </a:solidFill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A6A17531-1DF5-A694-9111-1AF286A8C762}"/>
                  </a:ext>
                </a:extLst>
              </p:cNvPr>
              <p:cNvSpPr/>
              <p:nvPr/>
            </p:nvSpPr>
            <p:spPr>
              <a:xfrm>
                <a:off x="4201457" y="3263036"/>
                <a:ext cx="2359631" cy="1778965"/>
              </a:xfrm>
              <a:custGeom>
                <a:avLst/>
                <a:gdLst>
                  <a:gd name="connsiteX0" fmla="*/ 1440729 w 2359631"/>
                  <a:gd name="connsiteY0" fmla="*/ 1778965 h 1778965"/>
                  <a:gd name="connsiteX1" fmla="*/ 1449301 w 2359631"/>
                  <a:gd name="connsiteY1" fmla="*/ 1773753 h 1778965"/>
                  <a:gd name="connsiteX2" fmla="*/ 1451907 w 2359631"/>
                  <a:gd name="connsiteY2" fmla="*/ 1772656 h 1778965"/>
                  <a:gd name="connsiteX3" fmla="*/ 0 w 2359631"/>
                  <a:gd name="connsiteY3" fmla="*/ 0 h 1778965"/>
                  <a:gd name="connsiteX4" fmla="*/ 2880 w 2359631"/>
                  <a:gd name="connsiteY4" fmla="*/ 617 h 1778965"/>
                  <a:gd name="connsiteX5" fmla="*/ 1920 w 2359631"/>
                  <a:gd name="connsiteY5" fmla="*/ 1372 h 1778965"/>
                  <a:gd name="connsiteX6" fmla="*/ 2359632 w 2359631"/>
                  <a:gd name="connsiteY6" fmla="*/ 709254 h 1778965"/>
                  <a:gd name="connsiteX7" fmla="*/ 2359632 w 2359631"/>
                  <a:gd name="connsiteY7" fmla="*/ 709254 h 1778965"/>
                  <a:gd name="connsiteX8" fmla="*/ 2358672 w 2359631"/>
                  <a:gd name="connsiteY8" fmla="*/ 708157 h 1778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59631" h="1778965">
                    <a:moveTo>
                      <a:pt x="1440729" y="1778965"/>
                    </a:moveTo>
                    <a:lnTo>
                      <a:pt x="1449301" y="1773753"/>
                    </a:lnTo>
                    <a:lnTo>
                      <a:pt x="1451907" y="1772656"/>
                    </a:lnTo>
                    <a:close/>
                    <a:moveTo>
                      <a:pt x="0" y="0"/>
                    </a:moveTo>
                    <a:lnTo>
                      <a:pt x="2880" y="617"/>
                    </a:lnTo>
                    <a:lnTo>
                      <a:pt x="1920" y="1372"/>
                    </a:lnTo>
                    <a:close/>
                    <a:moveTo>
                      <a:pt x="2359632" y="709254"/>
                    </a:moveTo>
                    <a:lnTo>
                      <a:pt x="2359632" y="709254"/>
                    </a:lnTo>
                    <a:cubicBezTo>
                      <a:pt x="2359632" y="708843"/>
                      <a:pt x="2358946" y="708500"/>
                      <a:pt x="2358672" y="708157"/>
                    </a:cubicBezTo>
                    <a:close/>
                  </a:path>
                </a:pathLst>
              </a:custGeom>
              <a:solidFill>
                <a:srgbClr val="9EBAEF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D5BB75A-74AC-7A91-EFD4-F3BBF03AF8BC}"/>
                  </a:ext>
                </a:extLst>
              </p:cNvPr>
              <p:cNvSpPr/>
              <p:nvPr/>
            </p:nvSpPr>
            <p:spPr>
              <a:xfrm>
                <a:off x="3695268" y="5577405"/>
                <a:ext cx="2194" cy="1165"/>
              </a:xfrm>
              <a:custGeom>
                <a:avLst/>
                <a:gdLst>
                  <a:gd name="connsiteX0" fmla="*/ 2195 w 2194"/>
                  <a:gd name="connsiteY0" fmla="*/ 1166 h 1165"/>
                  <a:gd name="connsiteX1" fmla="*/ 2195 w 2194"/>
                  <a:gd name="connsiteY1" fmla="*/ 1166 h 1165"/>
                  <a:gd name="connsiteX2" fmla="*/ 0 w 2194"/>
                  <a:gd name="connsiteY2" fmla="*/ 0 h 1165"/>
                  <a:gd name="connsiteX3" fmla="*/ 2195 w 2194"/>
                  <a:gd name="connsiteY3" fmla="*/ 1166 h 1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94" h="1165">
                    <a:moveTo>
                      <a:pt x="2195" y="1166"/>
                    </a:moveTo>
                    <a:lnTo>
                      <a:pt x="2195" y="1166"/>
                    </a:lnTo>
                    <a:lnTo>
                      <a:pt x="0" y="0"/>
                    </a:lnTo>
                    <a:cubicBezTo>
                      <a:pt x="677" y="484"/>
                      <a:pt x="1415" y="876"/>
                      <a:pt x="2195" y="1166"/>
                    </a:cubicBezTo>
                    <a:close/>
                  </a:path>
                </a:pathLst>
              </a:custGeom>
              <a:solidFill>
                <a:srgbClr val="9EBAEF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B4AF8C4-11DE-5C3C-E268-74601BC40E74}"/>
                  </a:ext>
                </a:extLst>
              </p:cNvPr>
              <p:cNvSpPr/>
              <p:nvPr/>
            </p:nvSpPr>
            <p:spPr>
              <a:xfrm>
                <a:off x="2206191" y="4691626"/>
                <a:ext cx="7475" cy="12687"/>
              </a:xfrm>
              <a:custGeom>
                <a:avLst/>
                <a:gdLst>
                  <a:gd name="connsiteX0" fmla="*/ 0 w 7475"/>
                  <a:gd name="connsiteY0" fmla="*/ 0 h 12687"/>
                  <a:gd name="connsiteX1" fmla="*/ 754 w 7475"/>
                  <a:gd name="connsiteY1" fmla="*/ 1852 h 12687"/>
                  <a:gd name="connsiteX2" fmla="*/ 5624 w 7475"/>
                  <a:gd name="connsiteY2" fmla="*/ 9670 h 12687"/>
                  <a:gd name="connsiteX3" fmla="*/ 7064 w 7475"/>
                  <a:gd name="connsiteY3" fmla="*/ 12276 h 12687"/>
                  <a:gd name="connsiteX4" fmla="*/ 7475 w 7475"/>
                  <a:gd name="connsiteY4" fmla="*/ 12688 h 12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75" h="12687">
                    <a:moveTo>
                      <a:pt x="0" y="0"/>
                    </a:moveTo>
                    <a:cubicBezTo>
                      <a:pt x="0" y="754"/>
                      <a:pt x="411" y="1098"/>
                      <a:pt x="754" y="1852"/>
                    </a:cubicBezTo>
                    <a:cubicBezTo>
                      <a:pt x="2263" y="4458"/>
                      <a:pt x="3772" y="7064"/>
                      <a:pt x="5624" y="9670"/>
                    </a:cubicBezTo>
                    <a:cubicBezTo>
                      <a:pt x="5969" y="10606"/>
                      <a:pt x="6455" y="11485"/>
                      <a:pt x="7064" y="12276"/>
                    </a:cubicBezTo>
                    <a:lnTo>
                      <a:pt x="7475" y="12688"/>
                    </a:lnTo>
                    <a:close/>
                  </a:path>
                </a:pathLst>
              </a:custGeom>
              <a:solidFill>
                <a:srgbClr val="9EBAEF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8620D3E0-2B5F-0137-7A77-3A66BB81BF06}"/>
                  </a:ext>
                </a:extLst>
              </p:cNvPr>
              <p:cNvSpPr/>
              <p:nvPr/>
            </p:nvSpPr>
            <p:spPr>
              <a:xfrm>
                <a:off x="2227451" y="4572091"/>
                <a:ext cx="685" cy="754"/>
              </a:xfrm>
              <a:custGeom>
                <a:avLst/>
                <a:gdLst>
                  <a:gd name="connsiteX0" fmla="*/ 343 w 685"/>
                  <a:gd name="connsiteY0" fmla="*/ 0 h 754"/>
                  <a:gd name="connsiteX1" fmla="*/ 0 w 685"/>
                  <a:gd name="connsiteY1" fmla="*/ 754 h 754"/>
                  <a:gd name="connsiteX2" fmla="*/ 686 w 685"/>
                  <a:gd name="connsiteY2" fmla="*/ 0 h 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85" h="754">
                    <a:moveTo>
                      <a:pt x="343" y="0"/>
                    </a:moveTo>
                    <a:cubicBezTo>
                      <a:pt x="0" y="411"/>
                      <a:pt x="0" y="411"/>
                      <a:pt x="0" y="754"/>
                    </a:cubicBezTo>
                    <a:lnTo>
                      <a:pt x="686" y="0"/>
                    </a:lnTo>
                    <a:close/>
                  </a:path>
                </a:pathLst>
              </a:custGeom>
              <a:solidFill>
                <a:srgbClr val="9EBAEF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B9EE451-05BA-1EE4-6899-89CB9A560A00}"/>
                </a:ext>
              </a:extLst>
            </p:cNvPr>
            <p:cNvSpPr/>
            <p:nvPr/>
          </p:nvSpPr>
          <p:spPr>
            <a:xfrm>
              <a:off x="3984813" y="3308436"/>
              <a:ext cx="2424577" cy="1927852"/>
            </a:xfrm>
            <a:custGeom>
              <a:avLst/>
              <a:gdLst>
                <a:gd name="connsiteX0" fmla="*/ 2423549 w 2424577"/>
                <a:gd name="connsiteY0" fmla="*/ 823 h 1927852"/>
                <a:gd name="connsiteX1" fmla="*/ 2422657 w 2424577"/>
                <a:gd name="connsiteY1" fmla="*/ 8367 h 1927852"/>
                <a:gd name="connsiteX2" fmla="*/ 2420600 w 2424577"/>
                <a:gd name="connsiteY2" fmla="*/ 18722 h 1927852"/>
                <a:gd name="connsiteX3" fmla="*/ 2416828 w 2424577"/>
                <a:gd name="connsiteY3" fmla="*/ 28735 h 1927852"/>
                <a:gd name="connsiteX4" fmla="*/ 2411890 w 2424577"/>
                <a:gd name="connsiteY4" fmla="*/ 38748 h 1927852"/>
                <a:gd name="connsiteX5" fmla="*/ 2407707 w 2424577"/>
                <a:gd name="connsiteY5" fmla="*/ 44988 h 1927852"/>
                <a:gd name="connsiteX6" fmla="*/ 2403524 w 2424577"/>
                <a:gd name="connsiteY6" fmla="*/ 51229 h 1927852"/>
                <a:gd name="connsiteX7" fmla="*/ 2398517 w 2424577"/>
                <a:gd name="connsiteY7" fmla="*/ 57470 h 1927852"/>
                <a:gd name="connsiteX8" fmla="*/ 2393099 w 2424577"/>
                <a:gd name="connsiteY8" fmla="*/ 63711 h 1927852"/>
                <a:gd name="connsiteX9" fmla="*/ 2373760 w 2424577"/>
                <a:gd name="connsiteY9" fmla="*/ 81199 h 1927852"/>
                <a:gd name="connsiteX10" fmla="*/ 2366284 w 2424577"/>
                <a:gd name="connsiteY10" fmla="*/ 86205 h 1927852"/>
                <a:gd name="connsiteX11" fmla="*/ 2358741 w 2424577"/>
                <a:gd name="connsiteY11" fmla="*/ 91623 h 1927852"/>
                <a:gd name="connsiteX12" fmla="*/ 2350442 w 2424577"/>
                <a:gd name="connsiteY12" fmla="*/ 96629 h 1927852"/>
                <a:gd name="connsiteX13" fmla="*/ 1256180 w 2424577"/>
                <a:gd name="connsiteY13" fmla="*/ 728251 h 1927852"/>
                <a:gd name="connsiteX14" fmla="*/ 48280 w 2424577"/>
                <a:gd name="connsiteY14" fmla="*/ 1425710 h 1927852"/>
                <a:gd name="connsiteX15" fmla="*/ 47869 w 2424577"/>
                <a:gd name="connsiteY15" fmla="*/ 1425710 h 1927852"/>
                <a:gd name="connsiteX16" fmla="*/ 46223 w 2424577"/>
                <a:gd name="connsiteY16" fmla="*/ 1426944 h 1927852"/>
                <a:gd name="connsiteX17" fmla="*/ 42451 w 2424577"/>
                <a:gd name="connsiteY17" fmla="*/ 1429001 h 1927852"/>
                <a:gd name="connsiteX18" fmla="*/ 33741 w 2424577"/>
                <a:gd name="connsiteY18" fmla="*/ 1433596 h 1927852"/>
                <a:gd name="connsiteX19" fmla="*/ 24552 w 2424577"/>
                <a:gd name="connsiteY19" fmla="*/ 1437780 h 1927852"/>
                <a:gd name="connsiteX20" fmla="*/ 15019 w 2424577"/>
                <a:gd name="connsiteY20" fmla="*/ 1441894 h 1927852"/>
                <a:gd name="connsiteX21" fmla="*/ 5006 w 2424577"/>
                <a:gd name="connsiteY21" fmla="*/ 1445666 h 1927852"/>
                <a:gd name="connsiteX22" fmla="*/ 0 w 2424577"/>
                <a:gd name="connsiteY22" fmla="*/ 1447312 h 1927852"/>
                <a:gd name="connsiteX23" fmla="*/ 0 w 2424577"/>
                <a:gd name="connsiteY23" fmla="*/ 1927853 h 1927852"/>
                <a:gd name="connsiteX24" fmla="*/ 48006 w 2424577"/>
                <a:gd name="connsiteY24" fmla="*/ 1906181 h 1927852"/>
                <a:gd name="connsiteX25" fmla="*/ 369029 w 2424577"/>
                <a:gd name="connsiteY25" fmla="*/ 1721015 h 1927852"/>
                <a:gd name="connsiteX26" fmla="*/ 369029 w 2424577"/>
                <a:gd name="connsiteY26" fmla="*/ 1779308 h 1927852"/>
                <a:gd name="connsiteX27" fmla="*/ 697596 w 2424577"/>
                <a:gd name="connsiteY27" fmla="*/ 1589890 h 1927852"/>
                <a:gd name="connsiteX28" fmla="*/ 1325446 w 2424577"/>
                <a:gd name="connsiteY28" fmla="*/ 1227239 h 1927852"/>
                <a:gd name="connsiteX29" fmla="*/ 1345471 w 2424577"/>
                <a:gd name="connsiteY29" fmla="*/ 1215580 h 1927852"/>
                <a:gd name="connsiteX30" fmla="*/ 1698178 w 2424577"/>
                <a:gd name="connsiteY30" fmla="*/ 1012104 h 1927852"/>
                <a:gd name="connsiteX31" fmla="*/ 1851386 w 2424577"/>
                <a:gd name="connsiteY31" fmla="*/ 923841 h 1927852"/>
                <a:gd name="connsiteX32" fmla="*/ 1851386 w 2424577"/>
                <a:gd name="connsiteY32" fmla="*/ 865068 h 1927852"/>
                <a:gd name="connsiteX33" fmla="*/ 1949661 w 2424577"/>
                <a:gd name="connsiteY33" fmla="*/ 808490 h 1927852"/>
                <a:gd name="connsiteX34" fmla="*/ 1949661 w 2424577"/>
                <a:gd name="connsiteY34" fmla="*/ 689778 h 1927852"/>
                <a:gd name="connsiteX35" fmla="*/ 1949661 w 2424577"/>
                <a:gd name="connsiteY35" fmla="*/ 644035 h 1927852"/>
                <a:gd name="connsiteX36" fmla="*/ 1949661 w 2424577"/>
                <a:gd name="connsiteY36" fmla="*/ 611939 h 1927852"/>
                <a:gd name="connsiteX37" fmla="*/ 1949661 w 2424577"/>
                <a:gd name="connsiteY37" fmla="*/ 590679 h 1927852"/>
                <a:gd name="connsiteX38" fmla="*/ 1950072 w 2424577"/>
                <a:gd name="connsiteY38" fmla="*/ 589445 h 1927852"/>
                <a:gd name="connsiteX39" fmla="*/ 1950072 w 2424577"/>
                <a:gd name="connsiteY39" fmla="*/ 587799 h 1927852"/>
                <a:gd name="connsiteX40" fmla="*/ 1950484 w 2424577"/>
                <a:gd name="connsiteY40" fmla="*/ 586976 h 1927852"/>
                <a:gd name="connsiteX41" fmla="*/ 1950484 w 2424577"/>
                <a:gd name="connsiteY41" fmla="*/ 584850 h 1927852"/>
                <a:gd name="connsiteX42" fmla="*/ 1950964 w 2424577"/>
                <a:gd name="connsiteY42" fmla="*/ 583616 h 1927852"/>
                <a:gd name="connsiteX43" fmla="*/ 1951375 w 2424577"/>
                <a:gd name="connsiteY43" fmla="*/ 582381 h 1927852"/>
                <a:gd name="connsiteX44" fmla="*/ 1952610 w 2424577"/>
                <a:gd name="connsiteY44" fmla="*/ 577786 h 1927852"/>
                <a:gd name="connsiteX45" fmla="*/ 1953021 w 2424577"/>
                <a:gd name="connsiteY45" fmla="*/ 576552 h 1927852"/>
                <a:gd name="connsiteX46" fmla="*/ 1953433 w 2424577"/>
                <a:gd name="connsiteY46" fmla="*/ 574906 h 1927852"/>
                <a:gd name="connsiteX47" fmla="*/ 1953844 w 2424577"/>
                <a:gd name="connsiteY47" fmla="*/ 573603 h 1927852"/>
                <a:gd name="connsiteX48" fmla="*/ 1954667 w 2424577"/>
                <a:gd name="connsiteY48" fmla="*/ 572369 h 1927852"/>
                <a:gd name="connsiteX49" fmla="*/ 1956793 w 2424577"/>
                <a:gd name="connsiteY49" fmla="*/ 566951 h 1927852"/>
                <a:gd name="connsiteX50" fmla="*/ 1958028 w 2424577"/>
                <a:gd name="connsiteY50" fmla="*/ 564894 h 1927852"/>
                <a:gd name="connsiteX51" fmla="*/ 1958439 w 2424577"/>
                <a:gd name="connsiteY51" fmla="*/ 563659 h 1927852"/>
                <a:gd name="connsiteX52" fmla="*/ 1959262 w 2424577"/>
                <a:gd name="connsiteY52" fmla="*/ 562424 h 1927852"/>
                <a:gd name="connsiteX53" fmla="*/ 1960496 w 2424577"/>
                <a:gd name="connsiteY53" fmla="*/ 560299 h 1927852"/>
                <a:gd name="connsiteX54" fmla="*/ 1961731 w 2424577"/>
                <a:gd name="connsiteY54" fmla="*/ 558653 h 1927852"/>
                <a:gd name="connsiteX55" fmla="*/ 1963034 w 2424577"/>
                <a:gd name="connsiteY55" fmla="*/ 556595 h 1927852"/>
                <a:gd name="connsiteX56" fmla="*/ 1964268 w 2424577"/>
                <a:gd name="connsiteY56" fmla="*/ 555292 h 1927852"/>
                <a:gd name="connsiteX57" fmla="*/ 1964680 w 2424577"/>
                <a:gd name="connsiteY57" fmla="*/ 554469 h 1927852"/>
                <a:gd name="connsiteX58" fmla="*/ 1967560 w 2424577"/>
                <a:gd name="connsiteY58" fmla="*/ 551177 h 1927852"/>
                <a:gd name="connsiteX59" fmla="*/ 1970509 w 2424577"/>
                <a:gd name="connsiteY59" fmla="*/ 547817 h 1927852"/>
                <a:gd name="connsiteX60" fmla="*/ 1971744 w 2424577"/>
                <a:gd name="connsiteY60" fmla="*/ 546583 h 1927852"/>
                <a:gd name="connsiteX61" fmla="*/ 1978602 w 2424577"/>
                <a:gd name="connsiteY61" fmla="*/ 540753 h 1927852"/>
                <a:gd name="connsiteX62" fmla="*/ 1981070 w 2424577"/>
                <a:gd name="connsiteY62" fmla="*/ 538902 h 1927852"/>
                <a:gd name="connsiteX63" fmla="*/ 1982305 w 2424577"/>
                <a:gd name="connsiteY63" fmla="*/ 538490 h 1927852"/>
                <a:gd name="connsiteX64" fmla="*/ 1990603 w 2424577"/>
                <a:gd name="connsiteY64" fmla="*/ 533484 h 1927852"/>
                <a:gd name="connsiteX65" fmla="*/ 2008502 w 2424577"/>
                <a:gd name="connsiteY65" fmla="*/ 523060 h 1927852"/>
                <a:gd name="connsiteX66" fmla="*/ 2039775 w 2424577"/>
                <a:gd name="connsiteY66" fmla="*/ 505160 h 1927852"/>
                <a:gd name="connsiteX67" fmla="*/ 2040598 w 2424577"/>
                <a:gd name="connsiteY67" fmla="*/ 504749 h 1927852"/>
                <a:gd name="connsiteX68" fmla="*/ 2080169 w 2424577"/>
                <a:gd name="connsiteY68" fmla="*/ 481843 h 1927852"/>
                <a:gd name="connsiteX69" fmla="*/ 2128175 w 2424577"/>
                <a:gd name="connsiteY69" fmla="*/ 454411 h 1927852"/>
                <a:gd name="connsiteX70" fmla="*/ 2129821 w 2424577"/>
                <a:gd name="connsiteY70" fmla="*/ 453177 h 1927852"/>
                <a:gd name="connsiteX71" fmla="*/ 2176043 w 2424577"/>
                <a:gd name="connsiteY71" fmla="*/ 426499 h 1927852"/>
                <a:gd name="connsiteX72" fmla="*/ 2215614 w 2424577"/>
                <a:gd name="connsiteY72" fmla="*/ 403593 h 1927852"/>
                <a:gd name="connsiteX73" fmla="*/ 2219798 w 2424577"/>
                <a:gd name="connsiteY73" fmla="*/ 401536 h 1927852"/>
                <a:gd name="connsiteX74" fmla="*/ 2247641 w 2424577"/>
                <a:gd name="connsiteY74" fmla="*/ 385282 h 1927852"/>
                <a:gd name="connsiteX75" fmla="*/ 2249355 w 2424577"/>
                <a:gd name="connsiteY75" fmla="*/ 384459 h 1927852"/>
                <a:gd name="connsiteX76" fmla="*/ 2267255 w 2424577"/>
                <a:gd name="connsiteY76" fmla="*/ 374035 h 1927852"/>
                <a:gd name="connsiteX77" fmla="*/ 2277199 w 2424577"/>
                <a:gd name="connsiteY77" fmla="*/ 368206 h 1927852"/>
                <a:gd name="connsiteX78" fmla="*/ 2281382 w 2424577"/>
                <a:gd name="connsiteY78" fmla="*/ 366149 h 1927852"/>
                <a:gd name="connsiteX79" fmla="*/ 2284331 w 2424577"/>
                <a:gd name="connsiteY79" fmla="*/ 365326 h 1927852"/>
                <a:gd name="connsiteX80" fmla="*/ 2285977 w 2424577"/>
                <a:gd name="connsiteY80" fmla="*/ 364503 h 1927852"/>
                <a:gd name="connsiteX81" fmla="*/ 2287212 w 2424577"/>
                <a:gd name="connsiteY81" fmla="*/ 364503 h 1927852"/>
                <a:gd name="connsiteX82" fmla="*/ 2290161 w 2424577"/>
                <a:gd name="connsiteY82" fmla="*/ 363611 h 1927852"/>
                <a:gd name="connsiteX83" fmla="*/ 2295990 w 2424577"/>
                <a:gd name="connsiteY83" fmla="*/ 364091 h 1927852"/>
                <a:gd name="connsiteX84" fmla="*/ 2300104 w 2424577"/>
                <a:gd name="connsiteY84" fmla="*/ 365737 h 1927852"/>
                <a:gd name="connsiteX85" fmla="*/ 2303876 w 2424577"/>
                <a:gd name="connsiteY85" fmla="*/ 368617 h 1927852"/>
                <a:gd name="connsiteX86" fmla="*/ 2307237 w 2424577"/>
                <a:gd name="connsiteY86" fmla="*/ 373624 h 1927852"/>
                <a:gd name="connsiteX87" fmla="*/ 2309294 w 2424577"/>
                <a:gd name="connsiteY87" fmla="*/ 379864 h 1927852"/>
                <a:gd name="connsiteX88" fmla="*/ 2309705 w 2424577"/>
                <a:gd name="connsiteY88" fmla="*/ 386722 h 1927852"/>
                <a:gd name="connsiteX89" fmla="*/ 2309706 w 2424577"/>
                <a:gd name="connsiteY89" fmla="*/ 600624 h 1927852"/>
                <a:gd name="connsiteX90" fmla="*/ 2350854 w 2424577"/>
                <a:gd name="connsiteY90" fmla="*/ 577306 h 1927852"/>
                <a:gd name="connsiteX91" fmla="*/ 2424577 w 2424577"/>
                <a:gd name="connsiteY91" fmla="*/ 475328 h 1927852"/>
                <a:gd name="connsiteX92" fmla="*/ 2424577 w 2424577"/>
                <a:gd name="connsiteY92" fmla="*/ 0 h 1927852"/>
                <a:gd name="connsiteX93" fmla="*/ 2423548 w 2424577"/>
                <a:gd name="connsiteY93" fmla="*/ 823 h 1927852"/>
                <a:gd name="connsiteX94" fmla="*/ 1216061 w 2424577"/>
                <a:gd name="connsiteY94" fmla="*/ 854370 h 1927852"/>
                <a:gd name="connsiteX95" fmla="*/ 1215169 w 2424577"/>
                <a:gd name="connsiteY95" fmla="*/ 854781 h 1927852"/>
                <a:gd name="connsiteX96" fmla="*/ 1210231 w 2424577"/>
                <a:gd name="connsiteY96" fmla="*/ 857661 h 1927852"/>
                <a:gd name="connsiteX97" fmla="*/ 1146109 w 2424577"/>
                <a:gd name="connsiteY97" fmla="*/ 894763 h 1927852"/>
                <a:gd name="connsiteX98" fmla="*/ 1139251 w 2424577"/>
                <a:gd name="connsiteY98" fmla="*/ 898878 h 1927852"/>
                <a:gd name="connsiteX99" fmla="*/ 1125946 w 2424577"/>
                <a:gd name="connsiteY99" fmla="*/ 906422 h 1927852"/>
                <a:gd name="connsiteX100" fmla="*/ 1086787 w 2424577"/>
                <a:gd name="connsiteY100" fmla="*/ 929327 h 1927852"/>
                <a:gd name="connsiteX101" fmla="*/ 1076020 w 2424577"/>
                <a:gd name="connsiteY101" fmla="*/ 935568 h 1927852"/>
                <a:gd name="connsiteX102" fmla="*/ 1063059 w 2424577"/>
                <a:gd name="connsiteY102" fmla="*/ 943043 h 1927852"/>
                <a:gd name="connsiteX103" fmla="*/ 1045571 w 2424577"/>
                <a:gd name="connsiteY103" fmla="*/ 953056 h 1927852"/>
                <a:gd name="connsiteX104" fmla="*/ 1043513 w 2424577"/>
                <a:gd name="connsiteY104" fmla="*/ 954291 h 1927852"/>
                <a:gd name="connsiteX105" fmla="*/ 1041044 w 2424577"/>
                <a:gd name="connsiteY105" fmla="*/ 955525 h 1927852"/>
                <a:gd name="connsiteX106" fmla="*/ 1031855 w 2424577"/>
                <a:gd name="connsiteY106" fmla="*/ 960943 h 1927852"/>
                <a:gd name="connsiteX107" fmla="*/ 1017247 w 2424577"/>
                <a:gd name="connsiteY107" fmla="*/ 969653 h 1927852"/>
                <a:gd name="connsiteX108" fmla="*/ 995233 w 2424577"/>
                <a:gd name="connsiteY108" fmla="*/ 982203 h 1927852"/>
                <a:gd name="connsiteX109" fmla="*/ 994821 w 2424577"/>
                <a:gd name="connsiteY109" fmla="*/ 982203 h 1927852"/>
                <a:gd name="connsiteX110" fmla="*/ 972739 w 2424577"/>
                <a:gd name="connsiteY110" fmla="*/ 995096 h 1927852"/>
                <a:gd name="connsiteX111" fmla="*/ 963960 w 2424577"/>
                <a:gd name="connsiteY111" fmla="*/ 1000102 h 1927852"/>
                <a:gd name="connsiteX112" fmla="*/ 960669 w 2424577"/>
                <a:gd name="connsiteY112" fmla="*/ 1002159 h 1927852"/>
                <a:gd name="connsiteX113" fmla="*/ 952302 w 2424577"/>
                <a:gd name="connsiteY113" fmla="*/ 1006754 h 1927852"/>
                <a:gd name="connsiteX114" fmla="*/ 950656 w 2424577"/>
                <a:gd name="connsiteY114" fmla="*/ 1007989 h 1927852"/>
                <a:gd name="connsiteX115" fmla="*/ 946884 w 2424577"/>
                <a:gd name="connsiteY115" fmla="*/ 1010046 h 1927852"/>
                <a:gd name="connsiteX116" fmla="*/ 944415 w 2424577"/>
                <a:gd name="connsiteY116" fmla="*/ 1010938 h 1927852"/>
                <a:gd name="connsiteX117" fmla="*/ 943181 w 2424577"/>
                <a:gd name="connsiteY117" fmla="*/ 1011349 h 1927852"/>
                <a:gd name="connsiteX118" fmla="*/ 942358 w 2424577"/>
                <a:gd name="connsiteY118" fmla="*/ 1011761 h 1927852"/>
                <a:gd name="connsiteX119" fmla="*/ 940643 w 2424577"/>
                <a:gd name="connsiteY119" fmla="*/ 1012584 h 1927852"/>
                <a:gd name="connsiteX120" fmla="*/ 938174 w 2424577"/>
                <a:gd name="connsiteY120" fmla="*/ 1012995 h 1927852"/>
                <a:gd name="connsiteX121" fmla="*/ 936940 w 2424577"/>
                <a:gd name="connsiteY121" fmla="*/ 1013407 h 1927852"/>
                <a:gd name="connsiteX122" fmla="*/ 935637 w 2424577"/>
                <a:gd name="connsiteY122" fmla="*/ 1013818 h 1927852"/>
                <a:gd name="connsiteX123" fmla="*/ 933580 w 2424577"/>
                <a:gd name="connsiteY123" fmla="*/ 1014230 h 1927852"/>
                <a:gd name="connsiteX124" fmla="*/ 924938 w 2424577"/>
                <a:gd name="connsiteY124" fmla="*/ 1014230 h 1927852"/>
                <a:gd name="connsiteX125" fmla="*/ 924527 w 2424577"/>
                <a:gd name="connsiteY125" fmla="*/ 1013818 h 1927852"/>
                <a:gd name="connsiteX126" fmla="*/ 922812 w 2424577"/>
                <a:gd name="connsiteY126" fmla="*/ 1013818 h 1927852"/>
                <a:gd name="connsiteX127" fmla="*/ 921578 w 2424577"/>
                <a:gd name="connsiteY127" fmla="*/ 1013407 h 1927852"/>
                <a:gd name="connsiteX128" fmla="*/ 920344 w 2424577"/>
                <a:gd name="connsiteY128" fmla="*/ 1012995 h 1927852"/>
                <a:gd name="connsiteX129" fmla="*/ 918698 w 2424577"/>
                <a:gd name="connsiteY129" fmla="*/ 1012584 h 1927852"/>
                <a:gd name="connsiteX130" fmla="*/ 918080 w 2424577"/>
                <a:gd name="connsiteY130" fmla="*/ 1012104 h 1927852"/>
                <a:gd name="connsiteX131" fmla="*/ 918080 w 2424577"/>
                <a:gd name="connsiteY131" fmla="*/ 1012104 h 1927852"/>
                <a:gd name="connsiteX132" fmla="*/ 917669 w 2424577"/>
                <a:gd name="connsiteY132" fmla="*/ 1011692 h 1927852"/>
                <a:gd name="connsiteX133" fmla="*/ 916846 w 2424577"/>
                <a:gd name="connsiteY133" fmla="*/ 1011281 h 1927852"/>
                <a:gd name="connsiteX134" fmla="*/ 916435 w 2424577"/>
                <a:gd name="connsiteY134" fmla="*/ 1011281 h 1927852"/>
                <a:gd name="connsiteX135" fmla="*/ 916023 w 2424577"/>
                <a:gd name="connsiteY135" fmla="*/ 1010869 h 1927852"/>
                <a:gd name="connsiteX136" fmla="*/ 915612 w 2424577"/>
                <a:gd name="connsiteY136" fmla="*/ 1010389 h 1927852"/>
                <a:gd name="connsiteX137" fmla="*/ 914789 w 2424577"/>
                <a:gd name="connsiteY137" fmla="*/ 1009978 h 1927852"/>
                <a:gd name="connsiteX138" fmla="*/ 914377 w 2424577"/>
                <a:gd name="connsiteY138" fmla="*/ 1009566 h 1927852"/>
                <a:gd name="connsiteX139" fmla="*/ 913554 w 2424577"/>
                <a:gd name="connsiteY139" fmla="*/ 1009155 h 1927852"/>
                <a:gd name="connsiteX140" fmla="*/ 913143 w 2424577"/>
                <a:gd name="connsiteY140" fmla="*/ 1008743 h 1927852"/>
                <a:gd name="connsiteX141" fmla="*/ 912731 w 2424577"/>
                <a:gd name="connsiteY141" fmla="*/ 1008743 h 1927852"/>
                <a:gd name="connsiteX142" fmla="*/ 912731 w 2424577"/>
                <a:gd name="connsiteY142" fmla="*/ 1008332 h 1927852"/>
                <a:gd name="connsiteX143" fmla="*/ 912251 w 2424577"/>
                <a:gd name="connsiteY143" fmla="*/ 1007920 h 1927852"/>
                <a:gd name="connsiteX144" fmla="*/ 911428 w 2424577"/>
                <a:gd name="connsiteY144" fmla="*/ 1007097 h 1927852"/>
                <a:gd name="connsiteX145" fmla="*/ 910194 w 2424577"/>
                <a:gd name="connsiteY145" fmla="*/ 1005863 h 1927852"/>
                <a:gd name="connsiteX146" fmla="*/ 909371 w 2424577"/>
                <a:gd name="connsiteY146" fmla="*/ 1004560 h 1927852"/>
                <a:gd name="connsiteX147" fmla="*/ 908959 w 2424577"/>
                <a:gd name="connsiteY147" fmla="*/ 1004148 h 1927852"/>
                <a:gd name="connsiteX148" fmla="*/ 908548 w 2424577"/>
                <a:gd name="connsiteY148" fmla="*/ 1003737 h 1927852"/>
                <a:gd name="connsiteX149" fmla="*/ 907725 w 2424577"/>
                <a:gd name="connsiteY149" fmla="*/ 1002502 h 1927852"/>
                <a:gd name="connsiteX150" fmla="*/ 907313 w 2424577"/>
                <a:gd name="connsiteY150" fmla="*/ 1001268 h 1927852"/>
                <a:gd name="connsiteX151" fmla="*/ 906902 w 2424577"/>
                <a:gd name="connsiteY151" fmla="*/ 1000856 h 1927852"/>
                <a:gd name="connsiteX152" fmla="*/ 906422 w 2424577"/>
                <a:gd name="connsiteY152" fmla="*/ 1000033 h 1927852"/>
                <a:gd name="connsiteX153" fmla="*/ 906422 w 2424577"/>
                <a:gd name="connsiteY153" fmla="*/ 999622 h 1927852"/>
                <a:gd name="connsiteX154" fmla="*/ 906010 w 2424577"/>
                <a:gd name="connsiteY154" fmla="*/ 999211 h 1927852"/>
                <a:gd name="connsiteX155" fmla="*/ 906010 w 2424577"/>
                <a:gd name="connsiteY155" fmla="*/ 998730 h 1927852"/>
                <a:gd name="connsiteX156" fmla="*/ 905599 w 2424577"/>
                <a:gd name="connsiteY156" fmla="*/ 998319 h 1927852"/>
                <a:gd name="connsiteX157" fmla="*/ 905599 w 2424577"/>
                <a:gd name="connsiteY157" fmla="*/ 998388 h 1927852"/>
                <a:gd name="connsiteX158" fmla="*/ 898124 w 2424577"/>
                <a:gd name="connsiteY158" fmla="*/ 982614 h 1927852"/>
                <a:gd name="connsiteX159" fmla="*/ 881047 w 2424577"/>
                <a:gd name="connsiteY159" fmla="*/ 947227 h 1927852"/>
                <a:gd name="connsiteX160" fmla="*/ 1056338 w 2424577"/>
                <a:gd name="connsiteY160" fmla="*/ 846003 h 1927852"/>
                <a:gd name="connsiteX161" fmla="*/ 1255220 w 2424577"/>
                <a:gd name="connsiteY161" fmla="*/ 731063 h 1927852"/>
                <a:gd name="connsiteX162" fmla="*/ 1279771 w 2424577"/>
                <a:gd name="connsiteY162" fmla="*/ 716935 h 1927852"/>
                <a:gd name="connsiteX163" fmla="*/ 1277714 w 2424577"/>
                <a:gd name="connsiteY163" fmla="*/ 723793 h 1927852"/>
                <a:gd name="connsiteX164" fmla="*/ 1263175 w 2424577"/>
                <a:gd name="connsiteY164" fmla="*/ 771799 h 1927852"/>
                <a:gd name="connsiteX165" fmla="*/ 1256317 w 2424577"/>
                <a:gd name="connsiteY165" fmla="*/ 792373 h 1927852"/>
                <a:gd name="connsiteX166" fmla="*/ 1255083 w 2424577"/>
                <a:gd name="connsiteY166" fmla="*/ 796968 h 1927852"/>
                <a:gd name="connsiteX167" fmla="*/ 1254260 w 2424577"/>
                <a:gd name="connsiteY167" fmla="*/ 799025 h 1927852"/>
                <a:gd name="connsiteX168" fmla="*/ 1254260 w 2424577"/>
                <a:gd name="connsiteY168" fmla="*/ 799437 h 1927852"/>
                <a:gd name="connsiteX169" fmla="*/ 1253848 w 2424577"/>
                <a:gd name="connsiteY169" fmla="*/ 800671 h 1927852"/>
                <a:gd name="connsiteX170" fmla="*/ 1253025 w 2424577"/>
                <a:gd name="connsiteY170" fmla="*/ 803209 h 1927852"/>
                <a:gd name="connsiteX171" fmla="*/ 1252614 w 2424577"/>
                <a:gd name="connsiteY171" fmla="*/ 805266 h 1927852"/>
                <a:gd name="connsiteX172" fmla="*/ 1251791 w 2424577"/>
                <a:gd name="connsiteY172" fmla="*/ 806912 h 1927852"/>
                <a:gd name="connsiteX173" fmla="*/ 1251791 w 2424577"/>
                <a:gd name="connsiteY173" fmla="*/ 807392 h 1927852"/>
                <a:gd name="connsiteX174" fmla="*/ 1250488 w 2424577"/>
                <a:gd name="connsiteY174" fmla="*/ 809450 h 1927852"/>
                <a:gd name="connsiteX175" fmla="*/ 1250076 w 2424577"/>
                <a:gd name="connsiteY175" fmla="*/ 811096 h 1927852"/>
                <a:gd name="connsiteX176" fmla="*/ 1249665 w 2424577"/>
                <a:gd name="connsiteY176" fmla="*/ 811507 h 1927852"/>
                <a:gd name="connsiteX177" fmla="*/ 1248842 w 2424577"/>
                <a:gd name="connsiteY177" fmla="*/ 813633 h 1927852"/>
                <a:gd name="connsiteX178" fmla="*/ 1247608 w 2424577"/>
                <a:gd name="connsiteY178" fmla="*/ 815690 h 1927852"/>
                <a:gd name="connsiteX179" fmla="*/ 1246785 w 2424577"/>
                <a:gd name="connsiteY179" fmla="*/ 817748 h 1927852"/>
                <a:gd name="connsiteX180" fmla="*/ 1246784 w 2424577"/>
                <a:gd name="connsiteY180" fmla="*/ 818159 h 1927852"/>
                <a:gd name="connsiteX181" fmla="*/ 1245961 w 2424577"/>
                <a:gd name="connsiteY181" fmla="*/ 819462 h 1927852"/>
                <a:gd name="connsiteX182" fmla="*/ 1245550 w 2424577"/>
                <a:gd name="connsiteY182" fmla="*/ 819874 h 1927852"/>
                <a:gd name="connsiteX183" fmla="*/ 1244658 w 2424577"/>
                <a:gd name="connsiteY183" fmla="*/ 821520 h 1927852"/>
                <a:gd name="connsiteX184" fmla="*/ 1244658 w 2424577"/>
                <a:gd name="connsiteY184" fmla="*/ 821931 h 1927852"/>
                <a:gd name="connsiteX185" fmla="*/ 1244247 w 2424577"/>
                <a:gd name="connsiteY185" fmla="*/ 822343 h 1927852"/>
                <a:gd name="connsiteX186" fmla="*/ 1243424 w 2424577"/>
                <a:gd name="connsiteY186" fmla="*/ 823989 h 1927852"/>
                <a:gd name="connsiteX187" fmla="*/ 1242190 w 2424577"/>
                <a:gd name="connsiteY187" fmla="*/ 826115 h 1927852"/>
                <a:gd name="connsiteX188" fmla="*/ 1241778 w 2424577"/>
                <a:gd name="connsiteY188" fmla="*/ 826526 h 1927852"/>
                <a:gd name="connsiteX189" fmla="*/ 1240955 w 2424577"/>
                <a:gd name="connsiteY189" fmla="*/ 828172 h 1927852"/>
                <a:gd name="connsiteX190" fmla="*/ 1239309 w 2424577"/>
                <a:gd name="connsiteY190" fmla="*/ 830229 h 1927852"/>
                <a:gd name="connsiteX191" fmla="*/ 1238829 w 2424577"/>
                <a:gd name="connsiteY191" fmla="*/ 831121 h 1927852"/>
                <a:gd name="connsiteX192" fmla="*/ 1236772 w 2424577"/>
                <a:gd name="connsiteY192" fmla="*/ 833590 h 1927852"/>
                <a:gd name="connsiteX193" fmla="*/ 1235537 w 2424577"/>
                <a:gd name="connsiteY193" fmla="*/ 835647 h 1927852"/>
                <a:gd name="connsiteX194" fmla="*/ 1234714 w 2424577"/>
                <a:gd name="connsiteY194" fmla="*/ 836539 h 1927852"/>
                <a:gd name="connsiteX195" fmla="*/ 1232588 w 2424577"/>
                <a:gd name="connsiteY195" fmla="*/ 839008 h 1927852"/>
                <a:gd name="connsiteX196" fmla="*/ 1230119 w 2424577"/>
                <a:gd name="connsiteY196" fmla="*/ 841477 h 1927852"/>
                <a:gd name="connsiteX197" fmla="*/ 1228062 w 2424577"/>
                <a:gd name="connsiteY197" fmla="*/ 844014 h 1927852"/>
                <a:gd name="connsiteX198" fmla="*/ 1225525 w 2424577"/>
                <a:gd name="connsiteY198" fmla="*/ 846483 h 1927852"/>
                <a:gd name="connsiteX199" fmla="*/ 1223056 w 2424577"/>
                <a:gd name="connsiteY199" fmla="*/ 848609 h 1927852"/>
                <a:gd name="connsiteX200" fmla="*/ 1222644 w 2424577"/>
                <a:gd name="connsiteY200" fmla="*/ 849020 h 1927852"/>
                <a:gd name="connsiteX201" fmla="*/ 1219695 w 2424577"/>
                <a:gd name="connsiteY201" fmla="*/ 851900 h 1927852"/>
                <a:gd name="connsiteX202" fmla="*/ 1216815 w 2424577"/>
                <a:gd name="connsiteY202" fmla="*/ 854027 h 1927852"/>
                <a:gd name="connsiteX203" fmla="*/ 1216061 w 2424577"/>
                <a:gd name="connsiteY203" fmla="*/ 854370 h 1927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</a:cxnLst>
              <a:rect l="l" t="t" r="r" b="b"/>
              <a:pathLst>
                <a:path w="2424577" h="1927852">
                  <a:moveTo>
                    <a:pt x="2423549" y="823"/>
                  </a:moveTo>
                  <a:cubicBezTo>
                    <a:pt x="2423489" y="3360"/>
                    <a:pt x="2423191" y="5886"/>
                    <a:pt x="2422657" y="8367"/>
                  </a:cubicBezTo>
                  <a:cubicBezTo>
                    <a:pt x="2422170" y="11855"/>
                    <a:pt x="2421483" y="15313"/>
                    <a:pt x="2420600" y="18722"/>
                  </a:cubicBezTo>
                  <a:cubicBezTo>
                    <a:pt x="2419365" y="22083"/>
                    <a:pt x="2418131" y="25580"/>
                    <a:pt x="2416828" y="28735"/>
                  </a:cubicBezTo>
                  <a:lnTo>
                    <a:pt x="2411890" y="38748"/>
                  </a:lnTo>
                  <a:cubicBezTo>
                    <a:pt x="2410615" y="40905"/>
                    <a:pt x="2409218" y="42989"/>
                    <a:pt x="2407707" y="44988"/>
                  </a:cubicBezTo>
                  <a:cubicBezTo>
                    <a:pt x="2406457" y="47162"/>
                    <a:pt x="2405059" y="49247"/>
                    <a:pt x="2403524" y="51229"/>
                  </a:cubicBezTo>
                  <a:cubicBezTo>
                    <a:pt x="2402082" y="53482"/>
                    <a:pt x="2400404" y="55574"/>
                    <a:pt x="2398517" y="57470"/>
                  </a:cubicBezTo>
                  <a:cubicBezTo>
                    <a:pt x="2396871" y="59527"/>
                    <a:pt x="2394814" y="61653"/>
                    <a:pt x="2393099" y="63711"/>
                  </a:cubicBezTo>
                  <a:lnTo>
                    <a:pt x="2373760" y="81199"/>
                  </a:lnTo>
                  <a:cubicBezTo>
                    <a:pt x="2371291" y="82845"/>
                    <a:pt x="2369165" y="84559"/>
                    <a:pt x="2366284" y="86205"/>
                  </a:cubicBezTo>
                  <a:cubicBezTo>
                    <a:pt x="2363869" y="88145"/>
                    <a:pt x="2361351" y="89954"/>
                    <a:pt x="2358741" y="91623"/>
                  </a:cubicBezTo>
                  <a:cubicBezTo>
                    <a:pt x="2355860" y="93269"/>
                    <a:pt x="2353391" y="94915"/>
                    <a:pt x="2350442" y="96629"/>
                  </a:cubicBezTo>
                  <a:lnTo>
                    <a:pt x="1256180" y="728251"/>
                  </a:lnTo>
                  <a:cubicBezTo>
                    <a:pt x="124061" y="1381956"/>
                    <a:pt x="86205" y="1403627"/>
                    <a:pt x="48280" y="1425710"/>
                  </a:cubicBezTo>
                  <a:lnTo>
                    <a:pt x="47869" y="1425710"/>
                  </a:lnTo>
                  <a:cubicBezTo>
                    <a:pt x="47400" y="1426218"/>
                    <a:pt x="46842" y="1426636"/>
                    <a:pt x="46223" y="1426944"/>
                  </a:cubicBezTo>
                  <a:cubicBezTo>
                    <a:pt x="44891" y="1427483"/>
                    <a:pt x="43625" y="1428174"/>
                    <a:pt x="42451" y="1429001"/>
                  </a:cubicBezTo>
                  <a:cubicBezTo>
                    <a:pt x="39465" y="1430371"/>
                    <a:pt x="36558" y="1431905"/>
                    <a:pt x="33741" y="1433596"/>
                  </a:cubicBezTo>
                  <a:cubicBezTo>
                    <a:pt x="30792" y="1434831"/>
                    <a:pt x="27501" y="1436477"/>
                    <a:pt x="24552" y="1437780"/>
                  </a:cubicBezTo>
                  <a:cubicBezTo>
                    <a:pt x="21603" y="1439083"/>
                    <a:pt x="17694" y="1440660"/>
                    <a:pt x="15019" y="1441894"/>
                  </a:cubicBezTo>
                  <a:lnTo>
                    <a:pt x="5006" y="1445666"/>
                  </a:lnTo>
                  <a:cubicBezTo>
                    <a:pt x="3360" y="1446078"/>
                    <a:pt x="1646" y="1446901"/>
                    <a:pt x="0" y="1447312"/>
                  </a:cubicBezTo>
                  <a:lnTo>
                    <a:pt x="0" y="1927853"/>
                  </a:lnTo>
                  <a:cubicBezTo>
                    <a:pt x="16669" y="1922208"/>
                    <a:pt x="32748" y="1914950"/>
                    <a:pt x="48006" y="1906181"/>
                  </a:cubicBezTo>
                  <a:cubicBezTo>
                    <a:pt x="155082" y="1844505"/>
                    <a:pt x="262090" y="1782783"/>
                    <a:pt x="369029" y="1721015"/>
                  </a:cubicBezTo>
                  <a:lnTo>
                    <a:pt x="369029" y="1779308"/>
                  </a:lnTo>
                  <a:cubicBezTo>
                    <a:pt x="478757" y="1715986"/>
                    <a:pt x="588279" y="1652847"/>
                    <a:pt x="697596" y="1589890"/>
                  </a:cubicBezTo>
                  <a:cubicBezTo>
                    <a:pt x="907039" y="1468686"/>
                    <a:pt x="1116322" y="1347803"/>
                    <a:pt x="1325446" y="1227239"/>
                  </a:cubicBezTo>
                  <a:cubicBezTo>
                    <a:pt x="1332304" y="1223467"/>
                    <a:pt x="1339162" y="1219695"/>
                    <a:pt x="1345471" y="1215580"/>
                  </a:cubicBezTo>
                  <a:cubicBezTo>
                    <a:pt x="1463337" y="1147595"/>
                    <a:pt x="1580906" y="1079769"/>
                    <a:pt x="1698178" y="1012104"/>
                  </a:cubicBezTo>
                  <a:cubicBezTo>
                    <a:pt x="1749407" y="982957"/>
                    <a:pt x="1800225" y="953399"/>
                    <a:pt x="1851386" y="923841"/>
                  </a:cubicBezTo>
                  <a:lnTo>
                    <a:pt x="1851386" y="865068"/>
                  </a:lnTo>
                  <a:cubicBezTo>
                    <a:pt x="1884304" y="846346"/>
                    <a:pt x="1917223" y="827623"/>
                    <a:pt x="1949661" y="808490"/>
                  </a:cubicBezTo>
                  <a:lnTo>
                    <a:pt x="1949661" y="689778"/>
                  </a:lnTo>
                  <a:cubicBezTo>
                    <a:pt x="1949661" y="674827"/>
                    <a:pt x="1949249" y="659397"/>
                    <a:pt x="1949661" y="644035"/>
                  </a:cubicBezTo>
                  <a:cubicBezTo>
                    <a:pt x="1949661" y="633199"/>
                    <a:pt x="1950072" y="622363"/>
                    <a:pt x="1949661" y="611939"/>
                  </a:cubicBezTo>
                  <a:lnTo>
                    <a:pt x="1949661" y="590679"/>
                  </a:lnTo>
                  <a:cubicBezTo>
                    <a:pt x="1949978" y="590351"/>
                    <a:pt x="1950129" y="589897"/>
                    <a:pt x="1950072" y="589445"/>
                  </a:cubicBezTo>
                  <a:lnTo>
                    <a:pt x="1950072" y="587799"/>
                  </a:lnTo>
                  <a:cubicBezTo>
                    <a:pt x="1950072" y="587388"/>
                    <a:pt x="1950072" y="587388"/>
                    <a:pt x="1950484" y="586976"/>
                  </a:cubicBezTo>
                  <a:lnTo>
                    <a:pt x="1950484" y="584850"/>
                  </a:lnTo>
                  <a:cubicBezTo>
                    <a:pt x="1950845" y="584548"/>
                    <a:pt x="1951026" y="584083"/>
                    <a:pt x="1950964" y="583616"/>
                  </a:cubicBezTo>
                  <a:cubicBezTo>
                    <a:pt x="1950964" y="583204"/>
                    <a:pt x="1951375" y="582793"/>
                    <a:pt x="1951375" y="582381"/>
                  </a:cubicBezTo>
                  <a:cubicBezTo>
                    <a:pt x="1951787" y="580735"/>
                    <a:pt x="1952198" y="579432"/>
                    <a:pt x="1952610" y="577786"/>
                  </a:cubicBezTo>
                  <a:cubicBezTo>
                    <a:pt x="1952610" y="577375"/>
                    <a:pt x="1953021" y="576963"/>
                    <a:pt x="1953021" y="576552"/>
                  </a:cubicBezTo>
                  <a:cubicBezTo>
                    <a:pt x="1953021" y="576140"/>
                    <a:pt x="1953433" y="575318"/>
                    <a:pt x="1953433" y="574906"/>
                  </a:cubicBezTo>
                  <a:cubicBezTo>
                    <a:pt x="1953433" y="574495"/>
                    <a:pt x="1953844" y="574083"/>
                    <a:pt x="1953844" y="573603"/>
                  </a:cubicBezTo>
                  <a:cubicBezTo>
                    <a:pt x="1953844" y="573123"/>
                    <a:pt x="1954256" y="572780"/>
                    <a:pt x="1954667" y="572369"/>
                  </a:cubicBezTo>
                  <a:cubicBezTo>
                    <a:pt x="1955106" y="570468"/>
                    <a:pt x="1955822" y="568642"/>
                    <a:pt x="1956793" y="566951"/>
                  </a:cubicBezTo>
                  <a:cubicBezTo>
                    <a:pt x="1957111" y="566213"/>
                    <a:pt x="1957526" y="565521"/>
                    <a:pt x="1958028" y="564894"/>
                  </a:cubicBezTo>
                  <a:cubicBezTo>
                    <a:pt x="1958028" y="564482"/>
                    <a:pt x="1958439" y="564070"/>
                    <a:pt x="1958439" y="563659"/>
                  </a:cubicBezTo>
                  <a:cubicBezTo>
                    <a:pt x="1958439" y="563247"/>
                    <a:pt x="1959262" y="562836"/>
                    <a:pt x="1959262" y="562424"/>
                  </a:cubicBezTo>
                  <a:cubicBezTo>
                    <a:pt x="1959262" y="562013"/>
                    <a:pt x="1960085" y="561121"/>
                    <a:pt x="1960496" y="560299"/>
                  </a:cubicBezTo>
                  <a:cubicBezTo>
                    <a:pt x="1960908" y="559476"/>
                    <a:pt x="1961319" y="559064"/>
                    <a:pt x="1961731" y="558653"/>
                  </a:cubicBezTo>
                  <a:cubicBezTo>
                    <a:pt x="1962095" y="557925"/>
                    <a:pt x="1962531" y="557235"/>
                    <a:pt x="1963034" y="556595"/>
                  </a:cubicBezTo>
                  <a:lnTo>
                    <a:pt x="1964268" y="555292"/>
                  </a:lnTo>
                  <a:cubicBezTo>
                    <a:pt x="1964268" y="554881"/>
                    <a:pt x="1964680" y="554881"/>
                    <a:pt x="1964680" y="554469"/>
                  </a:cubicBezTo>
                  <a:cubicBezTo>
                    <a:pt x="1964680" y="554058"/>
                    <a:pt x="1966737" y="552412"/>
                    <a:pt x="1967560" y="551177"/>
                  </a:cubicBezTo>
                  <a:cubicBezTo>
                    <a:pt x="1968383" y="549943"/>
                    <a:pt x="1969686" y="549051"/>
                    <a:pt x="1970509" y="547817"/>
                  </a:cubicBezTo>
                  <a:lnTo>
                    <a:pt x="1971744" y="546583"/>
                  </a:lnTo>
                  <a:cubicBezTo>
                    <a:pt x="1973826" y="544412"/>
                    <a:pt x="1976124" y="542459"/>
                    <a:pt x="1978602" y="540753"/>
                  </a:cubicBezTo>
                  <a:cubicBezTo>
                    <a:pt x="1979546" y="540316"/>
                    <a:pt x="1980387" y="539686"/>
                    <a:pt x="1981070" y="538902"/>
                  </a:cubicBezTo>
                  <a:cubicBezTo>
                    <a:pt x="1981482" y="538902"/>
                    <a:pt x="1981893" y="538490"/>
                    <a:pt x="1982305" y="538490"/>
                  </a:cubicBezTo>
                  <a:cubicBezTo>
                    <a:pt x="1985185" y="536776"/>
                    <a:pt x="1988134" y="535130"/>
                    <a:pt x="1990603" y="533484"/>
                  </a:cubicBezTo>
                  <a:cubicBezTo>
                    <a:pt x="1996844" y="530123"/>
                    <a:pt x="2002673" y="526626"/>
                    <a:pt x="2008502" y="523060"/>
                  </a:cubicBezTo>
                  <a:cubicBezTo>
                    <a:pt x="2018515" y="516819"/>
                    <a:pt x="2029076" y="511401"/>
                    <a:pt x="2039775" y="505160"/>
                  </a:cubicBezTo>
                  <a:cubicBezTo>
                    <a:pt x="2040186" y="505160"/>
                    <a:pt x="2040186" y="504749"/>
                    <a:pt x="2040598" y="504749"/>
                  </a:cubicBezTo>
                  <a:cubicBezTo>
                    <a:pt x="2053902" y="497205"/>
                    <a:pt x="2066795" y="489318"/>
                    <a:pt x="2080169" y="481843"/>
                  </a:cubicBezTo>
                  <a:cubicBezTo>
                    <a:pt x="2095942" y="472653"/>
                    <a:pt x="2112195" y="463532"/>
                    <a:pt x="2128175" y="454411"/>
                  </a:cubicBezTo>
                  <a:cubicBezTo>
                    <a:pt x="2128586" y="453999"/>
                    <a:pt x="2129409" y="453588"/>
                    <a:pt x="2129821" y="453177"/>
                  </a:cubicBezTo>
                  <a:cubicBezTo>
                    <a:pt x="2145251" y="444398"/>
                    <a:pt x="2160201" y="435277"/>
                    <a:pt x="2176043" y="426499"/>
                  </a:cubicBezTo>
                  <a:cubicBezTo>
                    <a:pt x="2188937" y="419024"/>
                    <a:pt x="2202310" y="411548"/>
                    <a:pt x="2215614" y="403593"/>
                  </a:cubicBezTo>
                  <a:cubicBezTo>
                    <a:pt x="2216915" y="402731"/>
                    <a:pt x="2218321" y="402039"/>
                    <a:pt x="2219798" y="401536"/>
                  </a:cubicBezTo>
                  <a:cubicBezTo>
                    <a:pt x="2228919" y="396118"/>
                    <a:pt x="2238108" y="390289"/>
                    <a:pt x="2247641" y="385282"/>
                  </a:cubicBezTo>
                  <a:cubicBezTo>
                    <a:pt x="2248052" y="384871"/>
                    <a:pt x="2248944" y="384871"/>
                    <a:pt x="2249355" y="384459"/>
                  </a:cubicBezTo>
                  <a:cubicBezTo>
                    <a:pt x="2255596" y="381168"/>
                    <a:pt x="2261426" y="377601"/>
                    <a:pt x="2267255" y="374035"/>
                  </a:cubicBezTo>
                  <a:cubicBezTo>
                    <a:pt x="2270547" y="371978"/>
                    <a:pt x="2274113" y="369920"/>
                    <a:pt x="2277199" y="368206"/>
                  </a:cubicBezTo>
                  <a:cubicBezTo>
                    <a:pt x="2278466" y="367286"/>
                    <a:pt x="2279881" y="366591"/>
                    <a:pt x="2281382" y="366149"/>
                  </a:cubicBezTo>
                  <a:cubicBezTo>
                    <a:pt x="2282303" y="365686"/>
                    <a:pt x="2283304" y="365406"/>
                    <a:pt x="2284331" y="365326"/>
                  </a:cubicBezTo>
                  <a:cubicBezTo>
                    <a:pt x="2284743" y="364914"/>
                    <a:pt x="2285566" y="364914"/>
                    <a:pt x="2285977" y="364503"/>
                  </a:cubicBezTo>
                  <a:lnTo>
                    <a:pt x="2287212" y="364503"/>
                  </a:lnTo>
                  <a:cubicBezTo>
                    <a:pt x="2288128" y="364019"/>
                    <a:pt x="2289130" y="363717"/>
                    <a:pt x="2290161" y="363611"/>
                  </a:cubicBezTo>
                  <a:cubicBezTo>
                    <a:pt x="2292116" y="363517"/>
                    <a:pt x="2294076" y="363679"/>
                    <a:pt x="2295990" y="364091"/>
                  </a:cubicBezTo>
                  <a:cubicBezTo>
                    <a:pt x="2297389" y="364568"/>
                    <a:pt x="2298762" y="365118"/>
                    <a:pt x="2300104" y="365737"/>
                  </a:cubicBezTo>
                  <a:cubicBezTo>
                    <a:pt x="2301469" y="366548"/>
                    <a:pt x="2302734" y="367515"/>
                    <a:pt x="2303876" y="368617"/>
                  </a:cubicBezTo>
                  <a:cubicBezTo>
                    <a:pt x="2305190" y="370148"/>
                    <a:pt x="2306318" y="371828"/>
                    <a:pt x="2307237" y="373624"/>
                  </a:cubicBezTo>
                  <a:cubicBezTo>
                    <a:pt x="2308097" y="375642"/>
                    <a:pt x="2308785" y="377730"/>
                    <a:pt x="2309294" y="379864"/>
                  </a:cubicBezTo>
                  <a:cubicBezTo>
                    <a:pt x="2309610" y="382136"/>
                    <a:pt x="2309747" y="384429"/>
                    <a:pt x="2309705" y="386722"/>
                  </a:cubicBezTo>
                  <a:lnTo>
                    <a:pt x="2309706" y="600624"/>
                  </a:lnTo>
                  <a:cubicBezTo>
                    <a:pt x="2323422" y="593148"/>
                    <a:pt x="2337138" y="585262"/>
                    <a:pt x="2350854" y="577306"/>
                  </a:cubicBezTo>
                  <a:cubicBezTo>
                    <a:pt x="2399546" y="548983"/>
                    <a:pt x="2424166" y="512361"/>
                    <a:pt x="2424577" y="475328"/>
                  </a:cubicBezTo>
                  <a:lnTo>
                    <a:pt x="2424577" y="0"/>
                  </a:lnTo>
                  <a:cubicBezTo>
                    <a:pt x="2424409" y="440"/>
                    <a:pt x="2424015" y="755"/>
                    <a:pt x="2423548" y="823"/>
                  </a:cubicBezTo>
                  <a:close/>
                  <a:moveTo>
                    <a:pt x="1216061" y="854370"/>
                  </a:moveTo>
                  <a:cubicBezTo>
                    <a:pt x="1215581" y="854370"/>
                    <a:pt x="1215581" y="854370"/>
                    <a:pt x="1215169" y="854781"/>
                  </a:cubicBezTo>
                  <a:cubicBezTo>
                    <a:pt x="1213523" y="856015"/>
                    <a:pt x="1211877" y="856427"/>
                    <a:pt x="1210231" y="857661"/>
                  </a:cubicBezTo>
                  <a:lnTo>
                    <a:pt x="1146109" y="894763"/>
                  </a:lnTo>
                  <a:lnTo>
                    <a:pt x="1139251" y="898878"/>
                  </a:lnTo>
                  <a:lnTo>
                    <a:pt x="1125946" y="906422"/>
                  </a:lnTo>
                  <a:lnTo>
                    <a:pt x="1086787" y="929327"/>
                  </a:lnTo>
                  <a:lnTo>
                    <a:pt x="1076020" y="935568"/>
                  </a:lnTo>
                  <a:lnTo>
                    <a:pt x="1063059" y="943043"/>
                  </a:lnTo>
                  <a:lnTo>
                    <a:pt x="1045571" y="953056"/>
                  </a:lnTo>
                  <a:cubicBezTo>
                    <a:pt x="1044748" y="953468"/>
                    <a:pt x="1044336" y="953879"/>
                    <a:pt x="1043513" y="954291"/>
                  </a:cubicBezTo>
                  <a:lnTo>
                    <a:pt x="1041044" y="955525"/>
                  </a:lnTo>
                  <a:lnTo>
                    <a:pt x="1031855" y="960943"/>
                  </a:lnTo>
                  <a:cubicBezTo>
                    <a:pt x="1026848" y="963823"/>
                    <a:pt x="1022253" y="966361"/>
                    <a:pt x="1017247" y="969653"/>
                  </a:cubicBezTo>
                  <a:lnTo>
                    <a:pt x="995233" y="982203"/>
                  </a:lnTo>
                  <a:lnTo>
                    <a:pt x="994821" y="982203"/>
                  </a:lnTo>
                  <a:lnTo>
                    <a:pt x="972739" y="995096"/>
                  </a:lnTo>
                  <a:lnTo>
                    <a:pt x="963960" y="1000102"/>
                  </a:lnTo>
                  <a:lnTo>
                    <a:pt x="960669" y="1002159"/>
                  </a:lnTo>
                  <a:cubicBezTo>
                    <a:pt x="957795" y="1003532"/>
                    <a:pt x="955002" y="1005066"/>
                    <a:pt x="952302" y="1006754"/>
                  </a:cubicBezTo>
                  <a:cubicBezTo>
                    <a:pt x="951890" y="1007166"/>
                    <a:pt x="951067" y="1007577"/>
                    <a:pt x="950656" y="1007989"/>
                  </a:cubicBezTo>
                  <a:cubicBezTo>
                    <a:pt x="950244" y="1008400"/>
                    <a:pt x="948187" y="1009223"/>
                    <a:pt x="946884" y="1010046"/>
                  </a:cubicBezTo>
                  <a:cubicBezTo>
                    <a:pt x="945581" y="1010869"/>
                    <a:pt x="945238" y="1010458"/>
                    <a:pt x="944415" y="1010938"/>
                  </a:cubicBezTo>
                  <a:cubicBezTo>
                    <a:pt x="943592" y="1011418"/>
                    <a:pt x="943592" y="1011349"/>
                    <a:pt x="943181" y="1011349"/>
                  </a:cubicBezTo>
                  <a:cubicBezTo>
                    <a:pt x="942769" y="1011349"/>
                    <a:pt x="942769" y="1011761"/>
                    <a:pt x="942358" y="1011761"/>
                  </a:cubicBezTo>
                  <a:cubicBezTo>
                    <a:pt x="941946" y="1011761"/>
                    <a:pt x="941055" y="1012172"/>
                    <a:pt x="940643" y="1012584"/>
                  </a:cubicBezTo>
                  <a:cubicBezTo>
                    <a:pt x="940232" y="1012995"/>
                    <a:pt x="938997" y="1012995"/>
                    <a:pt x="938174" y="1012995"/>
                  </a:cubicBezTo>
                  <a:cubicBezTo>
                    <a:pt x="937846" y="1013312"/>
                    <a:pt x="937392" y="1013463"/>
                    <a:pt x="936940" y="1013407"/>
                  </a:cubicBezTo>
                  <a:cubicBezTo>
                    <a:pt x="936467" y="1013357"/>
                    <a:pt x="935995" y="1013506"/>
                    <a:pt x="935637" y="1013818"/>
                  </a:cubicBezTo>
                  <a:cubicBezTo>
                    <a:pt x="934924" y="1013711"/>
                    <a:pt x="934196" y="1013856"/>
                    <a:pt x="933580" y="1014230"/>
                  </a:cubicBezTo>
                  <a:lnTo>
                    <a:pt x="924938" y="1014230"/>
                  </a:lnTo>
                  <a:lnTo>
                    <a:pt x="924527" y="1013818"/>
                  </a:lnTo>
                  <a:lnTo>
                    <a:pt x="922812" y="1013818"/>
                  </a:lnTo>
                  <a:cubicBezTo>
                    <a:pt x="922401" y="1013818"/>
                    <a:pt x="921990" y="1013407"/>
                    <a:pt x="921578" y="1013407"/>
                  </a:cubicBezTo>
                  <a:cubicBezTo>
                    <a:pt x="921167" y="1013407"/>
                    <a:pt x="920755" y="1012995"/>
                    <a:pt x="920344" y="1012995"/>
                  </a:cubicBezTo>
                  <a:cubicBezTo>
                    <a:pt x="919932" y="1012995"/>
                    <a:pt x="919109" y="1012584"/>
                    <a:pt x="918698" y="1012584"/>
                  </a:cubicBezTo>
                  <a:lnTo>
                    <a:pt x="918080" y="1012104"/>
                  </a:lnTo>
                  <a:lnTo>
                    <a:pt x="918080" y="1012104"/>
                  </a:lnTo>
                  <a:cubicBezTo>
                    <a:pt x="918080" y="1011876"/>
                    <a:pt x="917896" y="1011692"/>
                    <a:pt x="917669" y="1011692"/>
                  </a:cubicBezTo>
                  <a:cubicBezTo>
                    <a:pt x="917258" y="1011692"/>
                    <a:pt x="917258" y="1011281"/>
                    <a:pt x="916846" y="1011281"/>
                  </a:cubicBezTo>
                  <a:lnTo>
                    <a:pt x="916435" y="1011281"/>
                  </a:lnTo>
                  <a:lnTo>
                    <a:pt x="916023" y="1010869"/>
                  </a:lnTo>
                  <a:lnTo>
                    <a:pt x="915612" y="1010389"/>
                  </a:lnTo>
                  <a:cubicBezTo>
                    <a:pt x="915296" y="1010356"/>
                    <a:pt x="915004" y="1010210"/>
                    <a:pt x="914789" y="1009978"/>
                  </a:cubicBezTo>
                  <a:lnTo>
                    <a:pt x="914377" y="1009566"/>
                  </a:lnTo>
                  <a:cubicBezTo>
                    <a:pt x="914065" y="1009523"/>
                    <a:pt x="913776" y="1009378"/>
                    <a:pt x="913554" y="1009155"/>
                  </a:cubicBezTo>
                  <a:lnTo>
                    <a:pt x="913143" y="1008743"/>
                  </a:lnTo>
                  <a:cubicBezTo>
                    <a:pt x="913143" y="1008743"/>
                    <a:pt x="912731" y="1009155"/>
                    <a:pt x="912731" y="1008743"/>
                  </a:cubicBezTo>
                  <a:lnTo>
                    <a:pt x="912731" y="1008332"/>
                  </a:lnTo>
                  <a:lnTo>
                    <a:pt x="912251" y="1007920"/>
                  </a:lnTo>
                  <a:lnTo>
                    <a:pt x="911428" y="1007097"/>
                  </a:lnTo>
                  <a:lnTo>
                    <a:pt x="910194" y="1005863"/>
                  </a:lnTo>
                  <a:lnTo>
                    <a:pt x="909371" y="1004560"/>
                  </a:lnTo>
                  <a:lnTo>
                    <a:pt x="908959" y="1004148"/>
                  </a:lnTo>
                  <a:lnTo>
                    <a:pt x="908548" y="1003737"/>
                  </a:lnTo>
                  <a:cubicBezTo>
                    <a:pt x="908548" y="1003325"/>
                    <a:pt x="908136" y="1002914"/>
                    <a:pt x="907725" y="1002502"/>
                  </a:cubicBezTo>
                  <a:cubicBezTo>
                    <a:pt x="907313" y="1002091"/>
                    <a:pt x="907313" y="1001679"/>
                    <a:pt x="907313" y="1001268"/>
                  </a:cubicBezTo>
                  <a:lnTo>
                    <a:pt x="906902" y="1000856"/>
                  </a:lnTo>
                  <a:cubicBezTo>
                    <a:pt x="906866" y="1000526"/>
                    <a:pt x="906692" y="1000227"/>
                    <a:pt x="906422" y="1000033"/>
                  </a:cubicBezTo>
                  <a:lnTo>
                    <a:pt x="906422" y="999622"/>
                  </a:lnTo>
                  <a:lnTo>
                    <a:pt x="906010" y="999211"/>
                  </a:lnTo>
                  <a:lnTo>
                    <a:pt x="906010" y="998730"/>
                  </a:lnTo>
                  <a:lnTo>
                    <a:pt x="905599" y="998319"/>
                  </a:lnTo>
                  <a:lnTo>
                    <a:pt x="905599" y="998388"/>
                  </a:lnTo>
                  <a:cubicBezTo>
                    <a:pt x="903130" y="992970"/>
                    <a:pt x="900593" y="988032"/>
                    <a:pt x="898124" y="982614"/>
                  </a:cubicBezTo>
                  <a:cubicBezTo>
                    <a:pt x="892294" y="970956"/>
                    <a:pt x="886877" y="958885"/>
                    <a:pt x="881047" y="947227"/>
                  </a:cubicBezTo>
                  <a:cubicBezTo>
                    <a:pt x="939752" y="913486"/>
                    <a:pt x="998182" y="879744"/>
                    <a:pt x="1056338" y="846003"/>
                  </a:cubicBezTo>
                  <a:cubicBezTo>
                    <a:pt x="1122998" y="807735"/>
                    <a:pt x="1189291" y="769422"/>
                    <a:pt x="1255220" y="731063"/>
                  </a:cubicBezTo>
                  <a:cubicBezTo>
                    <a:pt x="1263587" y="726536"/>
                    <a:pt x="1271473" y="721530"/>
                    <a:pt x="1279771" y="716935"/>
                  </a:cubicBezTo>
                  <a:cubicBezTo>
                    <a:pt x="1278948" y="719473"/>
                    <a:pt x="1278537" y="721530"/>
                    <a:pt x="1277714" y="723793"/>
                  </a:cubicBezTo>
                  <a:cubicBezTo>
                    <a:pt x="1272708" y="739635"/>
                    <a:pt x="1267701" y="755889"/>
                    <a:pt x="1263175" y="771799"/>
                  </a:cubicBezTo>
                  <a:cubicBezTo>
                    <a:pt x="1261049" y="778657"/>
                    <a:pt x="1258992" y="785515"/>
                    <a:pt x="1256317" y="792373"/>
                  </a:cubicBezTo>
                  <a:cubicBezTo>
                    <a:pt x="1255906" y="794019"/>
                    <a:pt x="1255494" y="795254"/>
                    <a:pt x="1255083" y="796968"/>
                  </a:cubicBezTo>
                  <a:cubicBezTo>
                    <a:pt x="1254671" y="798683"/>
                    <a:pt x="1254671" y="798203"/>
                    <a:pt x="1254260" y="799025"/>
                  </a:cubicBezTo>
                  <a:lnTo>
                    <a:pt x="1254260" y="799437"/>
                  </a:lnTo>
                  <a:cubicBezTo>
                    <a:pt x="1254260" y="799848"/>
                    <a:pt x="1253848" y="800260"/>
                    <a:pt x="1253848" y="800671"/>
                  </a:cubicBezTo>
                  <a:cubicBezTo>
                    <a:pt x="1253774" y="801569"/>
                    <a:pt x="1253492" y="802438"/>
                    <a:pt x="1253025" y="803209"/>
                  </a:cubicBezTo>
                  <a:cubicBezTo>
                    <a:pt x="1252848" y="803886"/>
                    <a:pt x="1252710" y="804573"/>
                    <a:pt x="1252614" y="805266"/>
                  </a:cubicBezTo>
                  <a:cubicBezTo>
                    <a:pt x="1252104" y="805661"/>
                    <a:pt x="1251801" y="806267"/>
                    <a:pt x="1251791" y="806912"/>
                  </a:cubicBezTo>
                  <a:lnTo>
                    <a:pt x="1251791" y="807392"/>
                  </a:lnTo>
                  <a:cubicBezTo>
                    <a:pt x="1251379" y="808215"/>
                    <a:pt x="1250968" y="808627"/>
                    <a:pt x="1250488" y="809450"/>
                  </a:cubicBezTo>
                  <a:cubicBezTo>
                    <a:pt x="1250008" y="810273"/>
                    <a:pt x="1250076" y="810684"/>
                    <a:pt x="1250076" y="811096"/>
                  </a:cubicBezTo>
                  <a:cubicBezTo>
                    <a:pt x="1249849" y="811096"/>
                    <a:pt x="1249665" y="811280"/>
                    <a:pt x="1249665" y="811507"/>
                  </a:cubicBezTo>
                  <a:cubicBezTo>
                    <a:pt x="1249253" y="812330"/>
                    <a:pt x="1249253" y="813222"/>
                    <a:pt x="1248842" y="813633"/>
                  </a:cubicBezTo>
                  <a:cubicBezTo>
                    <a:pt x="1248524" y="814371"/>
                    <a:pt x="1248109" y="815063"/>
                    <a:pt x="1247608" y="815690"/>
                  </a:cubicBezTo>
                  <a:cubicBezTo>
                    <a:pt x="1247591" y="816453"/>
                    <a:pt x="1247299" y="817184"/>
                    <a:pt x="1246785" y="817748"/>
                  </a:cubicBezTo>
                  <a:lnTo>
                    <a:pt x="1246784" y="818159"/>
                  </a:lnTo>
                  <a:cubicBezTo>
                    <a:pt x="1246370" y="818488"/>
                    <a:pt x="1246080" y="818947"/>
                    <a:pt x="1245961" y="819462"/>
                  </a:cubicBezTo>
                  <a:lnTo>
                    <a:pt x="1245550" y="819874"/>
                  </a:lnTo>
                  <a:cubicBezTo>
                    <a:pt x="1245139" y="820697"/>
                    <a:pt x="1244658" y="821108"/>
                    <a:pt x="1244658" y="821520"/>
                  </a:cubicBezTo>
                  <a:lnTo>
                    <a:pt x="1244658" y="821931"/>
                  </a:lnTo>
                  <a:lnTo>
                    <a:pt x="1244247" y="822343"/>
                  </a:lnTo>
                  <a:cubicBezTo>
                    <a:pt x="1244247" y="822754"/>
                    <a:pt x="1243835" y="823166"/>
                    <a:pt x="1243424" y="823989"/>
                  </a:cubicBezTo>
                  <a:cubicBezTo>
                    <a:pt x="1243013" y="824812"/>
                    <a:pt x="1242601" y="825292"/>
                    <a:pt x="1242190" y="826115"/>
                  </a:cubicBezTo>
                  <a:cubicBezTo>
                    <a:pt x="1241962" y="826115"/>
                    <a:pt x="1241778" y="826299"/>
                    <a:pt x="1241778" y="826526"/>
                  </a:cubicBezTo>
                  <a:cubicBezTo>
                    <a:pt x="1241778" y="826938"/>
                    <a:pt x="1241367" y="827349"/>
                    <a:pt x="1240955" y="828172"/>
                  </a:cubicBezTo>
                  <a:cubicBezTo>
                    <a:pt x="1240308" y="828773"/>
                    <a:pt x="1239754" y="829466"/>
                    <a:pt x="1239309" y="830229"/>
                  </a:cubicBezTo>
                  <a:cubicBezTo>
                    <a:pt x="1239060" y="830469"/>
                    <a:pt x="1238891" y="830781"/>
                    <a:pt x="1238829" y="831121"/>
                  </a:cubicBezTo>
                  <a:cubicBezTo>
                    <a:pt x="1238006" y="831944"/>
                    <a:pt x="1237595" y="832767"/>
                    <a:pt x="1236772" y="833590"/>
                  </a:cubicBezTo>
                  <a:cubicBezTo>
                    <a:pt x="1236454" y="834328"/>
                    <a:pt x="1236039" y="835020"/>
                    <a:pt x="1235537" y="835647"/>
                  </a:cubicBezTo>
                  <a:lnTo>
                    <a:pt x="1234714" y="836539"/>
                  </a:lnTo>
                  <a:cubicBezTo>
                    <a:pt x="1233891" y="837256"/>
                    <a:pt x="1233175" y="838087"/>
                    <a:pt x="1232588" y="839008"/>
                  </a:cubicBezTo>
                  <a:lnTo>
                    <a:pt x="1230119" y="841477"/>
                  </a:lnTo>
                  <a:cubicBezTo>
                    <a:pt x="1229297" y="842368"/>
                    <a:pt x="1228885" y="843191"/>
                    <a:pt x="1228062" y="844014"/>
                  </a:cubicBezTo>
                  <a:lnTo>
                    <a:pt x="1225525" y="846483"/>
                  </a:lnTo>
                  <a:cubicBezTo>
                    <a:pt x="1224808" y="847306"/>
                    <a:pt x="1223976" y="848022"/>
                    <a:pt x="1223056" y="848609"/>
                  </a:cubicBezTo>
                  <a:lnTo>
                    <a:pt x="1222644" y="849020"/>
                  </a:lnTo>
                  <a:cubicBezTo>
                    <a:pt x="1221765" y="850081"/>
                    <a:pt x="1220776" y="851046"/>
                    <a:pt x="1219695" y="851900"/>
                  </a:cubicBezTo>
                  <a:cubicBezTo>
                    <a:pt x="1218872" y="852724"/>
                    <a:pt x="1217638" y="853135"/>
                    <a:pt x="1216815" y="854027"/>
                  </a:cubicBezTo>
                  <a:cubicBezTo>
                    <a:pt x="1215992" y="854918"/>
                    <a:pt x="1216472" y="854370"/>
                    <a:pt x="1216061" y="85437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64C8616-2546-8082-0BE2-54E6059D510B}"/>
                </a:ext>
              </a:extLst>
            </p:cNvPr>
            <p:cNvSpPr/>
            <p:nvPr/>
          </p:nvSpPr>
          <p:spPr>
            <a:xfrm>
              <a:off x="4395402" y="3798989"/>
              <a:ext cx="1394985" cy="1070876"/>
            </a:xfrm>
            <a:custGeom>
              <a:avLst/>
              <a:gdLst>
                <a:gd name="connsiteX0" fmla="*/ 0 w 1394985"/>
                <a:gd name="connsiteY0" fmla="*/ 804992 h 1070876"/>
                <a:gd name="connsiteX1" fmla="*/ 463738 w 1394985"/>
                <a:gd name="connsiteY1" fmla="*/ 537530 h 1070876"/>
                <a:gd name="connsiteX2" fmla="*/ 466687 w 1394985"/>
                <a:gd name="connsiteY2" fmla="*/ 541507 h 1070876"/>
                <a:gd name="connsiteX3" fmla="*/ 470802 w 1394985"/>
                <a:gd name="connsiteY3" fmla="*/ 546308 h 1070876"/>
                <a:gd name="connsiteX4" fmla="*/ 476768 w 1394985"/>
                <a:gd name="connsiteY4" fmla="*/ 551589 h 1070876"/>
                <a:gd name="connsiteX5" fmla="*/ 484518 w 1394985"/>
                <a:gd name="connsiteY5" fmla="*/ 556870 h 1070876"/>
                <a:gd name="connsiteX6" fmla="*/ 488633 w 1394985"/>
                <a:gd name="connsiteY6" fmla="*/ 559064 h 1070876"/>
                <a:gd name="connsiteX7" fmla="*/ 492610 w 1394985"/>
                <a:gd name="connsiteY7" fmla="*/ 560916 h 1070876"/>
                <a:gd name="connsiteX8" fmla="*/ 499948 w 1394985"/>
                <a:gd name="connsiteY8" fmla="*/ 563453 h 1070876"/>
                <a:gd name="connsiteX9" fmla="*/ 504612 w 1394985"/>
                <a:gd name="connsiteY9" fmla="*/ 564482 h 1070876"/>
                <a:gd name="connsiteX10" fmla="*/ 513253 w 1394985"/>
                <a:gd name="connsiteY10" fmla="*/ 565716 h 1070876"/>
                <a:gd name="connsiteX11" fmla="*/ 524363 w 1394985"/>
                <a:gd name="connsiteY11" fmla="*/ 565716 h 1070876"/>
                <a:gd name="connsiteX12" fmla="*/ 529781 w 1394985"/>
                <a:gd name="connsiteY12" fmla="*/ 564962 h 1070876"/>
                <a:gd name="connsiteX13" fmla="*/ 539039 w 1394985"/>
                <a:gd name="connsiteY13" fmla="*/ 562973 h 1070876"/>
                <a:gd name="connsiteX14" fmla="*/ 549051 w 1394985"/>
                <a:gd name="connsiteY14" fmla="*/ 559407 h 1070876"/>
                <a:gd name="connsiteX15" fmla="*/ 550629 w 1394985"/>
                <a:gd name="connsiteY15" fmla="*/ 559407 h 1070876"/>
                <a:gd name="connsiteX16" fmla="*/ 820423 w 1394985"/>
                <a:gd name="connsiteY16" fmla="*/ 403662 h 1070876"/>
                <a:gd name="connsiteX17" fmla="*/ 829269 w 1394985"/>
                <a:gd name="connsiteY17" fmla="*/ 397970 h 1070876"/>
                <a:gd name="connsiteX18" fmla="*/ 834893 w 1394985"/>
                <a:gd name="connsiteY18" fmla="*/ 393786 h 1070876"/>
                <a:gd name="connsiteX19" fmla="*/ 843534 w 1394985"/>
                <a:gd name="connsiteY19" fmla="*/ 386105 h 1070876"/>
                <a:gd name="connsiteX20" fmla="*/ 847786 w 1394985"/>
                <a:gd name="connsiteY20" fmla="*/ 381922 h 1070876"/>
                <a:gd name="connsiteX21" fmla="*/ 855810 w 1394985"/>
                <a:gd name="connsiteY21" fmla="*/ 372732 h 1070876"/>
                <a:gd name="connsiteX22" fmla="*/ 862668 w 1394985"/>
                <a:gd name="connsiteY22" fmla="*/ 363474 h 1070876"/>
                <a:gd name="connsiteX23" fmla="*/ 869046 w 1394985"/>
                <a:gd name="connsiteY23" fmla="*/ 353461 h 1070876"/>
                <a:gd name="connsiteX24" fmla="*/ 877070 w 1394985"/>
                <a:gd name="connsiteY24" fmla="*/ 337825 h 1070876"/>
                <a:gd name="connsiteX25" fmla="*/ 879607 w 1394985"/>
                <a:gd name="connsiteY25" fmla="*/ 331721 h 1070876"/>
                <a:gd name="connsiteX26" fmla="*/ 882282 w 1394985"/>
                <a:gd name="connsiteY26" fmla="*/ 323835 h 1070876"/>
                <a:gd name="connsiteX27" fmla="*/ 885231 w 1394985"/>
                <a:gd name="connsiteY27" fmla="*/ 315125 h 1070876"/>
                <a:gd name="connsiteX28" fmla="*/ 893392 w 1394985"/>
                <a:gd name="connsiteY28" fmla="*/ 289545 h 1070876"/>
                <a:gd name="connsiteX29" fmla="*/ 1394986 w 1394985"/>
                <a:gd name="connsiteY29" fmla="*/ 0 h 1070876"/>
                <a:gd name="connsiteX30" fmla="*/ 1394986 w 1394985"/>
                <a:gd name="connsiteY30" fmla="*/ 265884 h 1070876"/>
                <a:gd name="connsiteX31" fmla="*/ 0 w 1394985"/>
                <a:gd name="connsiteY31" fmla="*/ 1070877 h 1070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94985" h="1070876">
                  <a:moveTo>
                    <a:pt x="0" y="804992"/>
                  </a:moveTo>
                  <a:lnTo>
                    <a:pt x="463738" y="537530"/>
                  </a:lnTo>
                  <a:lnTo>
                    <a:pt x="466687" y="541507"/>
                  </a:lnTo>
                  <a:lnTo>
                    <a:pt x="470802" y="546308"/>
                  </a:lnTo>
                  <a:cubicBezTo>
                    <a:pt x="470802" y="546308"/>
                    <a:pt x="475054" y="550286"/>
                    <a:pt x="476768" y="551589"/>
                  </a:cubicBezTo>
                  <a:lnTo>
                    <a:pt x="484518" y="556870"/>
                  </a:lnTo>
                  <a:lnTo>
                    <a:pt x="488633" y="559064"/>
                  </a:lnTo>
                  <a:lnTo>
                    <a:pt x="492610" y="560916"/>
                  </a:lnTo>
                  <a:lnTo>
                    <a:pt x="499948" y="563453"/>
                  </a:lnTo>
                  <a:lnTo>
                    <a:pt x="504612" y="564482"/>
                  </a:lnTo>
                  <a:lnTo>
                    <a:pt x="513253" y="565716"/>
                  </a:lnTo>
                  <a:lnTo>
                    <a:pt x="524363" y="565716"/>
                  </a:lnTo>
                  <a:lnTo>
                    <a:pt x="529781" y="564962"/>
                  </a:lnTo>
                  <a:lnTo>
                    <a:pt x="539039" y="562973"/>
                  </a:lnTo>
                  <a:cubicBezTo>
                    <a:pt x="539039" y="562973"/>
                    <a:pt x="548503" y="559681"/>
                    <a:pt x="549051" y="559407"/>
                  </a:cubicBezTo>
                  <a:lnTo>
                    <a:pt x="550629" y="559407"/>
                  </a:lnTo>
                  <a:lnTo>
                    <a:pt x="820423" y="403662"/>
                  </a:lnTo>
                  <a:cubicBezTo>
                    <a:pt x="823166" y="402085"/>
                    <a:pt x="826252" y="400096"/>
                    <a:pt x="829269" y="397970"/>
                  </a:cubicBezTo>
                  <a:lnTo>
                    <a:pt x="834893" y="393786"/>
                  </a:lnTo>
                  <a:lnTo>
                    <a:pt x="843534" y="386105"/>
                  </a:lnTo>
                  <a:lnTo>
                    <a:pt x="847786" y="381922"/>
                  </a:lnTo>
                  <a:lnTo>
                    <a:pt x="855810" y="372732"/>
                  </a:lnTo>
                  <a:lnTo>
                    <a:pt x="862668" y="363474"/>
                  </a:lnTo>
                  <a:lnTo>
                    <a:pt x="869046" y="353461"/>
                  </a:lnTo>
                  <a:lnTo>
                    <a:pt x="877070" y="337825"/>
                  </a:lnTo>
                  <a:lnTo>
                    <a:pt x="879607" y="331721"/>
                  </a:lnTo>
                  <a:lnTo>
                    <a:pt x="882282" y="323835"/>
                  </a:lnTo>
                  <a:lnTo>
                    <a:pt x="885231" y="315125"/>
                  </a:lnTo>
                  <a:lnTo>
                    <a:pt x="893392" y="289545"/>
                  </a:lnTo>
                  <a:lnTo>
                    <a:pt x="1394986" y="0"/>
                  </a:lnTo>
                  <a:lnTo>
                    <a:pt x="1394986" y="265884"/>
                  </a:lnTo>
                  <a:lnTo>
                    <a:pt x="0" y="1070877"/>
                  </a:lnTo>
                  <a:close/>
                </a:path>
              </a:pathLst>
            </a:custGeom>
            <a:solidFill>
              <a:srgbClr val="3E3E4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FE608AE-3FB9-8CFA-93C7-F03676FF94ED}"/>
                </a:ext>
              </a:extLst>
            </p:cNvPr>
            <p:cNvSpPr/>
            <p:nvPr/>
          </p:nvSpPr>
          <p:spPr>
            <a:xfrm>
              <a:off x="6335050" y="3783558"/>
              <a:ext cx="73723" cy="391522"/>
            </a:xfrm>
            <a:custGeom>
              <a:avLst/>
              <a:gdLst>
                <a:gd name="connsiteX0" fmla="*/ 73724 w 73723"/>
                <a:gd name="connsiteY0" fmla="*/ 283235 h 391522"/>
                <a:gd name="connsiteX1" fmla="*/ 73724 w 73723"/>
                <a:gd name="connsiteY1" fmla="*/ 288653 h 391522"/>
                <a:gd name="connsiteX2" fmla="*/ 0 w 73723"/>
                <a:gd name="connsiteY2" fmla="*/ 391523 h 391522"/>
                <a:gd name="connsiteX3" fmla="*/ 0 w 73723"/>
                <a:gd name="connsiteY3" fmla="*/ 101978 h 391522"/>
                <a:gd name="connsiteX4" fmla="*/ 73724 w 73723"/>
                <a:gd name="connsiteY4" fmla="*/ 0 h 391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23" h="391522">
                  <a:moveTo>
                    <a:pt x="73724" y="283235"/>
                  </a:moveTo>
                  <a:lnTo>
                    <a:pt x="73724" y="288653"/>
                  </a:lnTo>
                  <a:cubicBezTo>
                    <a:pt x="73724" y="326166"/>
                    <a:pt x="49103" y="362788"/>
                    <a:pt x="0" y="391523"/>
                  </a:cubicBezTo>
                  <a:lnTo>
                    <a:pt x="0" y="101978"/>
                  </a:lnTo>
                  <a:cubicBezTo>
                    <a:pt x="48692" y="73655"/>
                    <a:pt x="73312" y="37033"/>
                    <a:pt x="73724" y="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9A2DBAB-7D37-5FF2-40A2-30D54129DAA3}"/>
                </a:ext>
              </a:extLst>
            </p:cNvPr>
            <p:cNvSpPr/>
            <p:nvPr/>
          </p:nvSpPr>
          <p:spPr>
            <a:xfrm>
              <a:off x="6408362" y="3303430"/>
              <a:ext cx="429" cy="5006"/>
            </a:xfrm>
            <a:custGeom>
              <a:avLst/>
              <a:gdLst>
                <a:gd name="connsiteX0" fmla="*/ 411 w 429"/>
                <a:gd name="connsiteY0" fmla="*/ 0 h 5006"/>
                <a:gd name="connsiteX1" fmla="*/ 411 w 429"/>
                <a:gd name="connsiteY1" fmla="*/ 5006 h 5006"/>
                <a:gd name="connsiteX2" fmla="*/ 0 w 429"/>
                <a:gd name="connsiteY2" fmla="*/ 3772 h 5006"/>
                <a:gd name="connsiteX3" fmla="*/ 411 w 429"/>
                <a:gd name="connsiteY3" fmla="*/ 0 h 5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" h="5006">
                  <a:moveTo>
                    <a:pt x="411" y="0"/>
                  </a:moveTo>
                  <a:lnTo>
                    <a:pt x="411" y="5006"/>
                  </a:lnTo>
                  <a:cubicBezTo>
                    <a:pt x="468" y="4554"/>
                    <a:pt x="316" y="4100"/>
                    <a:pt x="0" y="3772"/>
                  </a:cubicBezTo>
                  <a:cubicBezTo>
                    <a:pt x="343" y="2546"/>
                    <a:pt x="483" y="1271"/>
                    <a:pt x="411" y="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BCADC68-1B01-F811-696A-314A867A38EC}"/>
                </a:ext>
              </a:extLst>
            </p:cNvPr>
            <p:cNvSpPr/>
            <p:nvPr/>
          </p:nvSpPr>
          <p:spPr>
            <a:xfrm>
              <a:off x="3984813" y="3184923"/>
              <a:ext cx="2424234" cy="1570825"/>
            </a:xfrm>
            <a:custGeom>
              <a:avLst/>
              <a:gdLst>
                <a:gd name="connsiteX0" fmla="*/ 2423960 w 2424234"/>
                <a:gd name="connsiteY0" fmla="*/ 116860 h 1570825"/>
                <a:gd name="connsiteX1" fmla="*/ 2423960 w 2424234"/>
                <a:gd name="connsiteY1" fmla="*/ 118506 h 1570825"/>
                <a:gd name="connsiteX2" fmla="*/ 2423549 w 2424234"/>
                <a:gd name="connsiteY2" fmla="*/ 122278 h 1570825"/>
                <a:gd name="connsiteX3" fmla="*/ 2423549 w 2424234"/>
                <a:gd name="connsiteY3" fmla="*/ 124336 h 1570825"/>
                <a:gd name="connsiteX4" fmla="*/ 2422657 w 2424234"/>
                <a:gd name="connsiteY4" fmla="*/ 131879 h 1570825"/>
                <a:gd name="connsiteX5" fmla="*/ 2420600 w 2424234"/>
                <a:gd name="connsiteY5" fmla="*/ 142235 h 1570825"/>
                <a:gd name="connsiteX6" fmla="*/ 2416828 w 2424234"/>
                <a:gd name="connsiteY6" fmla="*/ 152247 h 1570825"/>
                <a:gd name="connsiteX7" fmla="*/ 2411890 w 2424234"/>
                <a:gd name="connsiteY7" fmla="*/ 162260 h 1570825"/>
                <a:gd name="connsiteX8" fmla="*/ 2407707 w 2424234"/>
                <a:gd name="connsiteY8" fmla="*/ 168501 h 1570825"/>
                <a:gd name="connsiteX9" fmla="*/ 2403524 w 2424234"/>
                <a:gd name="connsiteY9" fmla="*/ 174742 h 1570825"/>
                <a:gd name="connsiteX10" fmla="*/ 2398517 w 2424234"/>
                <a:gd name="connsiteY10" fmla="*/ 180983 h 1570825"/>
                <a:gd name="connsiteX11" fmla="*/ 2393099 w 2424234"/>
                <a:gd name="connsiteY11" fmla="*/ 187223 h 1570825"/>
                <a:gd name="connsiteX12" fmla="*/ 2373760 w 2424234"/>
                <a:gd name="connsiteY12" fmla="*/ 204711 h 1570825"/>
                <a:gd name="connsiteX13" fmla="*/ 2366284 w 2424234"/>
                <a:gd name="connsiteY13" fmla="*/ 209718 h 1570825"/>
                <a:gd name="connsiteX14" fmla="*/ 2358741 w 2424234"/>
                <a:gd name="connsiteY14" fmla="*/ 215135 h 1570825"/>
                <a:gd name="connsiteX15" fmla="*/ 2350442 w 2424234"/>
                <a:gd name="connsiteY15" fmla="*/ 220142 h 1570825"/>
                <a:gd name="connsiteX16" fmla="*/ 1256180 w 2424234"/>
                <a:gd name="connsiteY16" fmla="*/ 851764 h 1570825"/>
                <a:gd name="connsiteX17" fmla="*/ 48280 w 2424234"/>
                <a:gd name="connsiteY17" fmla="*/ 1549222 h 1570825"/>
                <a:gd name="connsiteX18" fmla="*/ 47869 w 2424234"/>
                <a:gd name="connsiteY18" fmla="*/ 1549222 h 1570825"/>
                <a:gd name="connsiteX19" fmla="*/ 46223 w 2424234"/>
                <a:gd name="connsiteY19" fmla="*/ 1550457 h 1570825"/>
                <a:gd name="connsiteX20" fmla="*/ 42451 w 2424234"/>
                <a:gd name="connsiteY20" fmla="*/ 1552514 h 1570825"/>
                <a:gd name="connsiteX21" fmla="*/ 33741 w 2424234"/>
                <a:gd name="connsiteY21" fmla="*/ 1557109 h 1570825"/>
                <a:gd name="connsiteX22" fmla="*/ 24552 w 2424234"/>
                <a:gd name="connsiteY22" fmla="*/ 1561292 h 1570825"/>
                <a:gd name="connsiteX23" fmla="*/ 15019 w 2424234"/>
                <a:gd name="connsiteY23" fmla="*/ 1565407 h 1570825"/>
                <a:gd name="connsiteX24" fmla="*/ 5006 w 2424234"/>
                <a:gd name="connsiteY24" fmla="*/ 1569179 h 1570825"/>
                <a:gd name="connsiteX25" fmla="*/ 0 w 2424234"/>
                <a:gd name="connsiteY25" fmla="*/ 1570825 h 1570825"/>
                <a:gd name="connsiteX26" fmla="*/ 0 w 2424234"/>
                <a:gd name="connsiteY26" fmla="*/ 1451770 h 1570825"/>
                <a:gd name="connsiteX27" fmla="*/ 11247 w 2424234"/>
                <a:gd name="connsiteY27" fmla="*/ 1447587 h 1570825"/>
                <a:gd name="connsiteX28" fmla="*/ 26678 w 2424234"/>
                <a:gd name="connsiteY28" fmla="*/ 1440729 h 1570825"/>
                <a:gd name="connsiteX29" fmla="*/ 41217 w 2424234"/>
                <a:gd name="connsiteY29" fmla="*/ 1433871 h 1570825"/>
                <a:gd name="connsiteX30" fmla="*/ 48075 w 2424234"/>
                <a:gd name="connsiteY30" fmla="*/ 1430099 h 1570825"/>
                <a:gd name="connsiteX31" fmla="*/ 65974 w 2424234"/>
                <a:gd name="connsiteY31" fmla="*/ 1419675 h 1570825"/>
                <a:gd name="connsiteX32" fmla="*/ 83873 w 2424234"/>
                <a:gd name="connsiteY32" fmla="*/ 1409319 h 1570825"/>
                <a:gd name="connsiteX33" fmla="*/ 120152 w 2424234"/>
                <a:gd name="connsiteY33" fmla="*/ 1388745 h 1570825"/>
                <a:gd name="connsiteX34" fmla="*/ 191750 w 2424234"/>
                <a:gd name="connsiteY34" fmla="*/ 1347117 h 1570825"/>
                <a:gd name="connsiteX35" fmla="*/ 335768 w 2424234"/>
                <a:gd name="connsiteY35" fmla="*/ 1264272 h 1570825"/>
                <a:gd name="connsiteX36" fmla="*/ 623461 w 2424234"/>
                <a:gd name="connsiteY36" fmla="*/ 1098103 h 1570825"/>
                <a:gd name="connsiteX37" fmla="*/ 1199258 w 2424234"/>
                <a:gd name="connsiteY37" fmla="*/ 765284 h 1570825"/>
                <a:gd name="connsiteX38" fmla="*/ 2350511 w 2424234"/>
                <a:gd name="connsiteY38" fmla="*/ 100744 h 1570825"/>
                <a:gd name="connsiteX39" fmla="*/ 2397968 w 2424234"/>
                <a:gd name="connsiteY39" fmla="*/ 62888 h 1570825"/>
                <a:gd name="connsiteX40" fmla="*/ 2421286 w 2424234"/>
                <a:gd name="connsiteY40" fmla="*/ 21260 h 1570825"/>
                <a:gd name="connsiteX41" fmla="*/ 2422931 w 2424234"/>
                <a:gd name="connsiteY41" fmla="*/ 12893 h 1570825"/>
                <a:gd name="connsiteX42" fmla="*/ 2423412 w 2424234"/>
                <a:gd name="connsiteY42" fmla="*/ 9601 h 1570825"/>
                <a:gd name="connsiteX43" fmla="*/ 2424234 w 2424234"/>
                <a:gd name="connsiteY43" fmla="*/ 0 h 1570825"/>
                <a:gd name="connsiteX44" fmla="*/ 2424234 w 2424234"/>
                <a:gd name="connsiteY44" fmla="*/ 116997 h 157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424234" h="1570825">
                  <a:moveTo>
                    <a:pt x="2423960" y="116860"/>
                  </a:moveTo>
                  <a:lnTo>
                    <a:pt x="2423960" y="118506"/>
                  </a:lnTo>
                  <a:cubicBezTo>
                    <a:pt x="2424031" y="119778"/>
                    <a:pt x="2423892" y="121052"/>
                    <a:pt x="2423549" y="122278"/>
                  </a:cubicBezTo>
                  <a:lnTo>
                    <a:pt x="2423549" y="124336"/>
                  </a:lnTo>
                  <a:cubicBezTo>
                    <a:pt x="2423489" y="126873"/>
                    <a:pt x="2423191" y="129398"/>
                    <a:pt x="2422657" y="131879"/>
                  </a:cubicBezTo>
                  <a:cubicBezTo>
                    <a:pt x="2422170" y="135368"/>
                    <a:pt x="2421483" y="138825"/>
                    <a:pt x="2420600" y="142235"/>
                  </a:cubicBezTo>
                  <a:cubicBezTo>
                    <a:pt x="2419365" y="145595"/>
                    <a:pt x="2418131" y="149093"/>
                    <a:pt x="2416828" y="152247"/>
                  </a:cubicBezTo>
                  <a:lnTo>
                    <a:pt x="2411890" y="162260"/>
                  </a:lnTo>
                  <a:cubicBezTo>
                    <a:pt x="2410615" y="164418"/>
                    <a:pt x="2409218" y="166502"/>
                    <a:pt x="2407707" y="168501"/>
                  </a:cubicBezTo>
                  <a:cubicBezTo>
                    <a:pt x="2406457" y="170675"/>
                    <a:pt x="2405059" y="172760"/>
                    <a:pt x="2403524" y="174742"/>
                  </a:cubicBezTo>
                  <a:cubicBezTo>
                    <a:pt x="2402082" y="176995"/>
                    <a:pt x="2400404" y="179087"/>
                    <a:pt x="2398517" y="180983"/>
                  </a:cubicBezTo>
                  <a:cubicBezTo>
                    <a:pt x="2396871" y="183040"/>
                    <a:pt x="2394814" y="185166"/>
                    <a:pt x="2393099" y="187223"/>
                  </a:cubicBezTo>
                  <a:lnTo>
                    <a:pt x="2373760" y="204711"/>
                  </a:lnTo>
                  <a:cubicBezTo>
                    <a:pt x="2371291" y="206357"/>
                    <a:pt x="2369165" y="208072"/>
                    <a:pt x="2366284" y="209718"/>
                  </a:cubicBezTo>
                  <a:cubicBezTo>
                    <a:pt x="2363869" y="211658"/>
                    <a:pt x="2361351" y="213467"/>
                    <a:pt x="2358741" y="215135"/>
                  </a:cubicBezTo>
                  <a:cubicBezTo>
                    <a:pt x="2355860" y="216781"/>
                    <a:pt x="2353323" y="218427"/>
                    <a:pt x="2350442" y="220142"/>
                  </a:cubicBezTo>
                  <a:lnTo>
                    <a:pt x="1256180" y="851764"/>
                  </a:lnTo>
                  <a:cubicBezTo>
                    <a:pt x="124061" y="1505468"/>
                    <a:pt x="86205" y="1527140"/>
                    <a:pt x="48280" y="1549222"/>
                  </a:cubicBezTo>
                  <a:lnTo>
                    <a:pt x="47869" y="1549222"/>
                  </a:lnTo>
                  <a:cubicBezTo>
                    <a:pt x="47400" y="1549730"/>
                    <a:pt x="46842" y="1550149"/>
                    <a:pt x="46223" y="1550457"/>
                  </a:cubicBezTo>
                  <a:cubicBezTo>
                    <a:pt x="44891" y="1550996"/>
                    <a:pt x="43625" y="1551686"/>
                    <a:pt x="42451" y="1552514"/>
                  </a:cubicBezTo>
                  <a:cubicBezTo>
                    <a:pt x="39465" y="1553884"/>
                    <a:pt x="36558" y="1555418"/>
                    <a:pt x="33741" y="1557109"/>
                  </a:cubicBezTo>
                  <a:cubicBezTo>
                    <a:pt x="30792" y="1558343"/>
                    <a:pt x="27501" y="1559989"/>
                    <a:pt x="24552" y="1561292"/>
                  </a:cubicBezTo>
                  <a:cubicBezTo>
                    <a:pt x="21603" y="1562595"/>
                    <a:pt x="17694" y="1564173"/>
                    <a:pt x="15019" y="1565407"/>
                  </a:cubicBezTo>
                  <a:lnTo>
                    <a:pt x="5006" y="1569179"/>
                  </a:lnTo>
                  <a:cubicBezTo>
                    <a:pt x="3360" y="1569591"/>
                    <a:pt x="1646" y="1570414"/>
                    <a:pt x="0" y="1570825"/>
                  </a:cubicBezTo>
                  <a:lnTo>
                    <a:pt x="0" y="1451770"/>
                  </a:lnTo>
                  <a:cubicBezTo>
                    <a:pt x="3772" y="1450536"/>
                    <a:pt x="7475" y="1448821"/>
                    <a:pt x="11247" y="1447587"/>
                  </a:cubicBezTo>
                  <a:cubicBezTo>
                    <a:pt x="16510" y="1445581"/>
                    <a:pt x="21662" y="1443292"/>
                    <a:pt x="26678" y="1440729"/>
                  </a:cubicBezTo>
                  <a:cubicBezTo>
                    <a:pt x="31615" y="1438671"/>
                    <a:pt x="36210" y="1436134"/>
                    <a:pt x="41217" y="1433871"/>
                  </a:cubicBezTo>
                  <a:cubicBezTo>
                    <a:pt x="43274" y="1432636"/>
                    <a:pt x="46223" y="1431333"/>
                    <a:pt x="48075" y="1430099"/>
                  </a:cubicBezTo>
                  <a:cubicBezTo>
                    <a:pt x="53904" y="1426396"/>
                    <a:pt x="60145" y="1423241"/>
                    <a:pt x="65974" y="1419675"/>
                  </a:cubicBezTo>
                  <a:cubicBezTo>
                    <a:pt x="71803" y="1416109"/>
                    <a:pt x="78044" y="1412817"/>
                    <a:pt x="83873" y="1409319"/>
                  </a:cubicBezTo>
                  <a:cubicBezTo>
                    <a:pt x="96012" y="1402461"/>
                    <a:pt x="108082" y="1395123"/>
                    <a:pt x="120152" y="1388745"/>
                  </a:cubicBezTo>
                  <a:cubicBezTo>
                    <a:pt x="143881" y="1375029"/>
                    <a:pt x="168158" y="1360833"/>
                    <a:pt x="191750" y="1347117"/>
                  </a:cubicBezTo>
                  <a:cubicBezTo>
                    <a:pt x="239756" y="1319685"/>
                    <a:pt x="287762" y="1291704"/>
                    <a:pt x="335768" y="1264272"/>
                  </a:cubicBezTo>
                  <a:cubicBezTo>
                    <a:pt x="431780" y="1208860"/>
                    <a:pt x="527792" y="1153516"/>
                    <a:pt x="623461" y="1098103"/>
                  </a:cubicBezTo>
                  <a:cubicBezTo>
                    <a:pt x="815302" y="987186"/>
                    <a:pt x="1007234" y="876247"/>
                    <a:pt x="1199258" y="765284"/>
                  </a:cubicBezTo>
                  <a:cubicBezTo>
                    <a:pt x="1583306" y="543771"/>
                    <a:pt x="1967057" y="322257"/>
                    <a:pt x="2350511" y="100744"/>
                  </a:cubicBezTo>
                  <a:cubicBezTo>
                    <a:pt x="2368392" y="90952"/>
                    <a:pt x="2384447" y="78145"/>
                    <a:pt x="2397968" y="62888"/>
                  </a:cubicBezTo>
                  <a:cubicBezTo>
                    <a:pt x="2408689" y="50882"/>
                    <a:pt x="2416648" y="36673"/>
                    <a:pt x="2421286" y="21260"/>
                  </a:cubicBezTo>
                  <a:cubicBezTo>
                    <a:pt x="2422032" y="18513"/>
                    <a:pt x="2422582" y="15717"/>
                    <a:pt x="2422931" y="12893"/>
                  </a:cubicBezTo>
                  <a:cubicBezTo>
                    <a:pt x="2423324" y="11842"/>
                    <a:pt x="2423487" y="10720"/>
                    <a:pt x="2423412" y="9601"/>
                  </a:cubicBezTo>
                  <a:cubicBezTo>
                    <a:pt x="2423890" y="6422"/>
                    <a:pt x="2424165" y="3215"/>
                    <a:pt x="2424234" y="0"/>
                  </a:cubicBezTo>
                  <a:lnTo>
                    <a:pt x="2424234" y="116997"/>
                  </a:lnTo>
                  <a:close/>
                </a:path>
              </a:pathLst>
            </a:custGeom>
            <a:solidFill>
              <a:srgbClr val="3E3E4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2EB9A6B-5531-118E-39B0-C0DC8490D15C}"/>
                </a:ext>
              </a:extLst>
            </p:cNvPr>
            <p:cNvSpPr/>
            <p:nvPr/>
          </p:nvSpPr>
          <p:spPr>
            <a:xfrm>
              <a:off x="3985156" y="2261526"/>
              <a:ext cx="2423617" cy="2375030"/>
            </a:xfrm>
            <a:custGeom>
              <a:avLst/>
              <a:gdLst>
                <a:gd name="connsiteX0" fmla="*/ 2423617 w 2423617"/>
                <a:gd name="connsiteY0" fmla="*/ 921203 h 2375030"/>
                <a:gd name="connsiteX1" fmla="*/ 2423617 w 2423617"/>
                <a:gd name="connsiteY1" fmla="*/ 923261 h 2375030"/>
                <a:gd name="connsiteX2" fmla="*/ 2422795 w 2423617"/>
                <a:gd name="connsiteY2" fmla="*/ 932862 h 2375030"/>
                <a:gd name="connsiteX3" fmla="*/ 2422314 w 2423617"/>
                <a:gd name="connsiteY3" fmla="*/ 936154 h 2375030"/>
                <a:gd name="connsiteX4" fmla="*/ 2420669 w 2423617"/>
                <a:gd name="connsiteY4" fmla="*/ 944520 h 2375030"/>
                <a:gd name="connsiteX5" fmla="*/ 2397351 w 2423617"/>
                <a:gd name="connsiteY5" fmla="*/ 986148 h 2375030"/>
                <a:gd name="connsiteX6" fmla="*/ 2349894 w 2423617"/>
                <a:gd name="connsiteY6" fmla="*/ 1024005 h 2375030"/>
                <a:gd name="connsiteX7" fmla="*/ 1198916 w 2423617"/>
                <a:gd name="connsiteY7" fmla="*/ 1688682 h 2375030"/>
                <a:gd name="connsiteX8" fmla="*/ 623461 w 2423617"/>
                <a:gd name="connsiteY8" fmla="*/ 2021363 h 2375030"/>
                <a:gd name="connsiteX9" fmla="*/ 335768 w 2423617"/>
                <a:gd name="connsiteY9" fmla="*/ 2187533 h 2375030"/>
                <a:gd name="connsiteX10" fmla="*/ 191750 w 2423617"/>
                <a:gd name="connsiteY10" fmla="*/ 2270377 h 2375030"/>
                <a:gd name="connsiteX11" fmla="*/ 120152 w 2423617"/>
                <a:gd name="connsiteY11" fmla="*/ 2312006 h 2375030"/>
                <a:gd name="connsiteX12" fmla="*/ 83873 w 2423617"/>
                <a:gd name="connsiteY12" fmla="*/ 2332580 h 2375030"/>
                <a:gd name="connsiteX13" fmla="*/ 65974 w 2423617"/>
                <a:gd name="connsiteY13" fmla="*/ 2342935 h 2375030"/>
                <a:gd name="connsiteX14" fmla="*/ 48075 w 2423617"/>
                <a:gd name="connsiteY14" fmla="*/ 2353359 h 2375030"/>
                <a:gd name="connsiteX15" fmla="*/ 41217 w 2423617"/>
                <a:gd name="connsiteY15" fmla="*/ 2357131 h 2375030"/>
                <a:gd name="connsiteX16" fmla="*/ 26678 w 2423617"/>
                <a:gd name="connsiteY16" fmla="*/ 2363989 h 2375030"/>
                <a:gd name="connsiteX17" fmla="*/ 11247 w 2423617"/>
                <a:gd name="connsiteY17" fmla="*/ 2370847 h 2375030"/>
                <a:gd name="connsiteX18" fmla="*/ 0 w 2423617"/>
                <a:gd name="connsiteY18" fmla="*/ 2375031 h 2375030"/>
                <a:gd name="connsiteX19" fmla="*/ 0 w 2423617"/>
                <a:gd name="connsiteY19" fmla="*/ 2347599 h 2375030"/>
                <a:gd name="connsiteX20" fmla="*/ 823 w 2423617"/>
                <a:gd name="connsiteY20" fmla="*/ 2347187 h 2375030"/>
                <a:gd name="connsiteX21" fmla="*/ 28735 w 2423617"/>
                <a:gd name="connsiteY21" fmla="*/ 2334294 h 2375030"/>
                <a:gd name="connsiteX22" fmla="*/ 35593 w 2423617"/>
                <a:gd name="connsiteY22" fmla="*/ 2330934 h 2375030"/>
                <a:gd name="connsiteX23" fmla="*/ 53493 w 2423617"/>
                <a:gd name="connsiteY23" fmla="*/ 2320578 h 2375030"/>
                <a:gd name="connsiteX24" fmla="*/ 71392 w 2423617"/>
                <a:gd name="connsiteY24" fmla="*/ 2310154 h 2375030"/>
                <a:gd name="connsiteX25" fmla="*/ 107191 w 2423617"/>
                <a:gd name="connsiteY25" fmla="*/ 2289580 h 2375030"/>
                <a:gd name="connsiteX26" fmla="*/ 179268 w 2423617"/>
                <a:gd name="connsiteY26" fmla="*/ 2247952 h 2375030"/>
                <a:gd name="connsiteX27" fmla="*/ 323286 w 2423617"/>
                <a:gd name="connsiteY27" fmla="*/ 2165107 h 2375030"/>
                <a:gd name="connsiteX28" fmla="*/ 611322 w 2423617"/>
                <a:gd name="connsiteY28" fmla="*/ 1998938 h 2375030"/>
                <a:gd name="connsiteX29" fmla="*/ 1186708 w 2423617"/>
                <a:gd name="connsiteY29" fmla="*/ 1666256 h 2375030"/>
                <a:gd name="connsiteX30" fmla="*/ 2337344 w 2423617"/>
                <a:gd name="connsiteY30" fmla="*/ 1001510 h 2375030"/>
                <a:gd name="connsiteX31" fmla="*/ 2381029 w 2423617"/>
                <a:gd name="connsiteY31" fmla="*/ 966534 h 2375030"/>
                <a:gd name="connsiteX32" fmla="*/ 2402700 w 2423617"/>
                <a:gd name="connsiteY32" fmla="*/ 927855 h 2375030"/>
                <a:gd name="connsiteX33" fmla="*/ 2403523 w 2423617"/>
                <a:gd name="connsiteY33" fmla="*/ 887050 h 2375030"/>
                <a:gd name="connsiteX34" fmla="*/ 2382949 w 2423617"/>
                <a:gd name="connsiteY34" fmla="*/ 848302 h 2375030"/>
                <a:gd name="connsiteX35" fmla="*/ 2365461 w 2423617"/>
                <a:gd name="connsiteY35" fmla="*/ 830403 h 2375030"/>
                <a:gd name="connsiteX36" fmla="*/ 2355037 w 2423617"/>
                <a:gd name="connsiteY36" fmla="*/ 822105 h 2375030"/>
                <a:gd name="connsiteX37" fmla="*/ 2343379 w 2423617"/>
                <a:gd name="connsiteY37" fmla="*/ 814561 h 2375030"/>
                <a:gd name="connsiteX38" fmla="*/ 2337344 w 2423617"/>
                <a:gd name="connsiteY38" fmla="*/ 810858 h 2375030"/>
                <a:gd name="connsiteX39" fmla="*/ 2326919 w 2423617"/>
                <a:gd name="connsiteY39" fmla="*/ 804617 h 2375030"/>
                <a:gd name="connsiteX40" fmla="*/ 2316496 w 2423617"/>
                <a:gd name="connsiteY40" fmla="*/ 798788 h 2375030"/>
                <a:gd name="connsiteX41" fmla="*/ 2295922 w 2423617"/>
                <a:gd name="connsiteY41" fmla="*/ 786718 h 2375030"/>
                <a:gd name="connsiteX42" fmla="*/ 2254293 w 2423617"/>
                <a:gd name="connsiteY42" fmla="*/ 762989 h 2375030"/>
                <a:gd name="connsiteX43" fmla="*/ 2171997 w 2423617"/>
                <a:gd name="connsiteY43" fmla="*/ 714983 h 2375030"/>
                <a:gd name="connsiteX44" fmla="*/ 2006719 w 2423617"/>
                <a:gd name="connsiteY44" fmla="*/ 619657 h 2375030"/>
                <a:gd name="connsiteX45" fmla="*/ 1675684 w 2423617"/>
                <a:gd name="connsiteY45" fmla="*/ 428524 h 2375030"/>
                <a:gd name="connsiteX46" fmla="*/ 1345128 w 2423617"/>
                <a:gd name="connsiteY46" fmla="*/ 237803 h 2375030"/>
                <a:gd name="connsiteX47" fmla="*/ 1179782 w 2423617"/>
                <a:gd name="connsiteY47" fmla="*/ 141791 h 2375030"/>
                <a:gd name="connsiteX48" fmla="*/ 1096937 w 2423617"/>
                <a:gd name="connsiteY48" fmla="*/ 94334 h 2375030"/>
                <a:gd name="connsiteX49" fmla="*/ 1055789 w 2423617"/>
                <a:gd name="connsiteY49" fmla="*/ 70605 h 2375030"/>
                <a:gd name="connsiteX50" fmla="*/ 1035215 w 2423617"/>
                <a:gd name="connsiteY50" fmla="*/ 58535 h 2375030"/>
                <a:gd name="connsiteX51" fmla="*/ 1024791 w 2423617"/>
                <a:gd name="connsiteY51" fmla="*/ 52706 h 2375030"/>
                <a:gd name="connsiteX52" fmla="*/ 1014367 w 2423617"/>
                <a:gd name="connsiteY52" fmla="*/ 46465 h 2375030"/>
                <a:gd name="connsiteX53" fmla="*/ 1008126 w 2423617"/>
                <a:gd name="connsiteY53" fmla="*/ 42693 h 2375030"/>
                <a:gd name="connsiteX54" fmla="*/ 994410 w 2423617"/>
                <a:gd name="connsiteY54" fmla="*/ 35218 h 2375030"/>
                <a:gd name="connsiteX55" fmla="*/ 979391 w 2423617"/>
                <a:gd name="connsiteY55" fmla="*/ 28360 h 2375030"/>
                <a:gd name="connsiteX56" fmla="*/ 947296 w 2423617"/>
                <a:gd name="connsiteY56" fmla="*/ 17113 h 2375030"/>
                <a:gd name="connsiteX57" fmla="*/ 880293 w 2423617"/>
                <a:gd name="connsiteY57" fmla="*/ 4631 h 2375030"/>
                <a:gd name="connsiteX58" fmla="*/ 809930 w 2423617"/>
                <a:gd name="connsiteY58" fmla="*/ 4151 h 2375030"/>
                <a:gd name="connsiteX59" fmla="*/ 742036 w 2423617"/>
                <a:gd name="connsiteY59" fmla="*/ 16290 h 2375030"/>
                <a:gd name="connsiteX60" fmla="*/ 711655 w 2423617"/>
                <a:gd name="connsiteY60" fmla="*/ 26234 h 2375030"/>
                <a:gd name="connsiteX61" fmla="*/ 697527 w 2423617"/>
                <a:gd name="connsiteY61" fmla="*/ 32063 h 2375030"/>
                <a:gd name="connsiteX62" fmla="*/ 683811 w 2423617"/>
                <a:gd name="connsiteY62" fmla="*/ 38921 h 2375030"/>
                <a:gd name="connsiteX63" fmla="*/ 677571 w 2423617"/>
                <a:gd name="connsiteY63" fmla="*/ 42693 h 2375030"/>
                <a:gd name="connsiteX64" fmla="*/ 659671 w 2423617"/>
                <a:gd name="connsiteY64" fmla="*/ 53117 h 2375030"/>
                <a:gd name="connsiteX65" fmla="*/ 641497 w 2423617"/>
                <a:gd name="connsiteY65" fmla="*/ 63336 h 2375030"/>
                <a:gd name="connsiteX66" fmla="*/ 606110 w 2423617"/>
                <a:gd name="connsiteY66" fmla="*/ 83910 h 2375030"/>
                <a:gd name="connsiteX67" fmla="*/ 535747 w 2423617"/>
                <a:gd name="connsiteY67" fmla="*/ 124303 h 2375030"/>
                <a:gd name="connsiteX68" fmla="*/ 424990 w 2423617"/>
                <a:gd name="connsiteY68" fmla="*/ 188426 h 2375030"/>
                <a:gd name="connsiteX69" fmla="*/ 421630 w 2423617"/>
                <a:gd name="connsiteY69" fmla="*/ 184242 h 2375030"/>
                <a:gd name="connsiteX70" fmla="*/ 562836 w 2423617"/>
                <a:gd name="connsiteY70" fmla="*/ 102632 h 2375030"/>
                <a:gd name="connsiteX71" fmla="*/ 646092 w 2423617"/>
                <a:gd name="connsiteY71" fmla="*/ 54626 h 2375030"/>
                <a:gd name="connsiteX72" fmla="*/ 666049 w 2423617"/>
                <a:gd name="connsiteY72" fmla="*/ 42967 h 2375030"/>
                <a:gd name="connsiteX73" fmla="*/ 688543 w 2423617"/>
                <a:gd name="connsiteY73" fmla="*/ 31309 h 2375030"/>
                <a:gd name="connsiteX74" fmla="*/ 738950 w 2423617"/>
                <a:gd name="connsiteY74" fmla="*/ 13410 h 2375030"/>
                <a:gd name="connsiteX75" fmla="*/ 794705 w 2423617"/>
                <a:gd name="connsiteY75" fmla="*/ 2574 h 2375030"/>
                <a:gd name="connsiteX76" fmla="*/ 853410 w 2423617"/>
                <a:gd name="connsiteY76" fmla="*/ 105 h 2375030"/>
                <a:gd name="connsiteX77" fmla="*/ 910880 w 2423617"/>
                <a:gd name="connsiteY77" fmla="*/ 5935 h 2375030"/>
                <a:gd name="connsiteX78" fmla="*/ 965058 w 2423617"/>
                <a:gd name="connsiteY78" fmla="*/ 19239 h 2375030"/>
                <a:gd name="connsiteX79" fmla="*/ 989610 w 2423617"/>
                <a:gd name="connsiteY79" fmla="*/ 28429 h 2375030"/>
                <a:gd name="connsiteX80" fmla="*/ 1012515 w 2423617"/>
                <a:gd name="connsiteY80" fmla="*/ 40087 h 2375030"/>
                <a:gd name="connsiteX81" fmla="*/ 1023351 w 2423617"/>
                <a:gd name="connsiteY81" fmla="*/ 45916 h 2375030"/>
                <a:gd name="connsiteX82" fmla="*/ 1033706 w 2423617"/>
                <a:gd name="connsiteY82" fmla="*/ 52157 h 2375030"/>
                <a:gd name="connsiteX83" fmla="*/ 1075335 w 2423617"/>
                <a:gd name="connsiteY83" fmla="*/ 75886 h 2375030"/>
                <a:gd name="connsiteX84" fmla="*/ 1158248 w 2423617"/>
                <a:gd name="connsiteY84" fmla="*/ 123892 h 2375030"/>
                <a:gd name="connsiteX85" fmla="*/ 1324348 w 2423617"/>
                <a:gd name="connsiteY85" fmla="*/ 219904 h 2375030"/>
                <a:gd name="connsiteX86" fmla="*/ 1656207 w 2423617"/>
                <a:gd name="connsiteY86" fmla="*/ 411448 h 2375030"/>
                <a:gd name="connsiteX87" fmla="*/ 2319925 w 2423617"/>
                <a:gd name="connsiteY87" fmla="*/ 794536 h 2375030"/>
                <a:gd name="connsiteX88" fmla="*/ 2340499 w 2423617"/>
                <a:gd name="connsiteY88" fmla="*/ 806606 h 2375030"/>
                <a:gd name="connsiteX89" fmla="*/ 2361073 w 2423617"/>
                <a:gd name="connsiteY89" fmla="*/ 819087 h 2375030"/>
                <a:gd name="connsiteX90" fmla="*/ 2394814 w 2423617"/>
                <a:gd name="connsiteY90" fmla="*/ 848645 h 2375030"/>
                <a:gd name="connsiteX91" fmla="*/ 2416005 w 2423617"/>
                <a:gd name="connsiteY91" fmla="*/ 882935 h 2375030"/>
                <a:gd name="connsiteX92" fmla="*/ 2423549 w 2423617"/>
                <a:gd name="connsiteY92" fmla="*/ 920449 h 2375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423617" h="2375030">
                  <a:moveTo>
                    <a:pt x="2423617" y="921203"/>
                  </a:moveTo>
                  <a:lnTo>
                    <a:pt x="2423617" y="923261"/>
                  </a:lnTo>
                  <a:cubicBezTo>
                    <a:pt x="2423548" y="926475"/>
                    <a:pt x="2423273" y="929682"/>
                    <a:pt x="2422795" y="932862"/>
                  </a:cubicBezTo>
                  <a:cubicBezTo>
                    <a:pt x="2422870" y="933981"/>
                    <a:pt x="2422707" y="935103"/>
                    <a:pt x="2422314" y="936154"/>
                  </a:cubicBezTo>
                  <a:cubicBezTo>
                    <a:pt x="2421965" y="938978"/>
                    <a:pt x="2421415" y="941774"/>
                    <a:pt x="2420669" y="944520"/>
                  </a:cubicBezTo>
                  <a:cubicBezTo>
                    <a:pt x="2416031" y="959933"/>
                    <a:pt x="2408072" y="974143"/>
                    <a:pt x="2397351" y="986148"/>
                  </a:cubicBezTo>
                  <a:cubicBezTo>
                    <a:pt x="2383830" y="1001406"/>
                    <a:pt x="2367775" y="1014213"/>
                    <a:pt x="2349894" y="1024005"/>
                  </a:cubicBezTo>
                  <a:cubicBezTo>
                    <a:pt x="1966395" y="1245518"/>
                    <a:pt x="1582735" y="1467077"/>
                    <a:pt x="1198916" y="1688682"/>
                  </a:cubicBezTo>
                  <a:cubicBezTo>
                    <a:pt x="1007349" y="1799416"/>
                    <a:pt x="815531" y="1910309"/>
                    <a:pt x="623461" y="2021363"/>
                  </a:cubicBezTo>
                  <a:cubicBezTo>
                    <a:pt x="527449" y="2076776"/>
                    <a:pt x="431437" y="2132120"/>
                    <a:pt x="335768" y="2187533"/>
                  </a:cubicBezTo>
                  <a:cubicBezTo>
                    <a:pt x="287762" y="2214965"/>
                    <a:pt x="239756" y="2242877"/>
                    <a:pt x="191750" y="2270377"/>
                  </a:cubicBezTo>
                  <a:cubicBezTo>
                    <a:pt x="168021" y="2284093"/>
                    <a:pt x="143744" y="2298290"/>
                    <a:pt x="120152" y="2312006"/>
                  </a:cubicBezTo>
                  <a:cubicBezTo>
                    <a:pt x="108082" y="2318864"/>
                    <a:pt x="96012" y="2325722"/>
                    <a:pt x="83873" y="2332580"/>
                  </a:cubicBezTo>
                  <a:cubicBezTo>
                    <a:pt x="78044" y="2335871"/>
                    <a:pt x="71803" y="2339438"/>
                    <a:pt x="65974" y="2342935"/>
                  </a:cubicBezTo>
                  <a:cubicBezTo>
                    <a:pt x="60145" y="2346432"/>
                    <a:pt x="53904" y="2349793"/>
                    <a:pt x="48075" y="2353359"/>
                  </a:cubicBezTo>
                  <a:cubicBezTo>
                    <a:pt x="46017" y="2354594"/>
                    <a:pt x="43068" y="2355897"/>
                    <a:pt x="41217" y="2357131"/>
                  </a:cubicBezTo>
                  <a:cubicBezTo>
                    <a:pt x="36210" y="2359600"/>
                    <a:pt x="31615" y="2362138"/>
                    <a:pt x="26678" y="2363989"/>
                  </a:cubicBezTo>
                  <a:cubicBezTo>
                    <a:pt x="21662" y="2366552"/>
                    <a:pt x="16511" y="2368841"/>
                    <a:pt x="11247" y="2370847"/>
                  </a:cubicBezTo>
                  <a:cubicBezTo>
                    <a:pt x="7475" y="2372082"/>
                    <a:pt x="3772" y="2373796"/>
                    <a:pt x="0" y="2375031"/>
                  </a:cubicBezTo>
                  <a:lnTo>
                    <a:pt x="0" y="2347599"/>
                  </a:lnTo>
                  <a:cubicBezTo>
                    <a:pt x="411" y="2347187"/>
                    <a:pt x="411" y="2347187"/>
                    <a:pt x="823" y="2347187"/>
                  </a:cubicBezTo>
                  <a:cubicBezTo>
                    <a:pt x="10284" y="2343239"/>
                    <a:pt x="19595" y="2338938"/>
                    <a:pt x="28735" y="2334294"/>
                  </a:cubicBezTo>
                  <a:cubicBezTo>
                    <a:pt x="30793" y="2333471"/>
                    <a:pt x="32919" y="2332237"/>
                    <a:pt x="35593" y="2330934"/>
                  </a:cubicBezTo>
                  <a:cubicBezTo>
                    <a:pt x="41422" y="2327230"/>
                    <a:pt x="47252" y="2324076"/>
                    <a:pt x="53493" y="2320578"/>
                  </a:cubicBezTo>
                  <a:cubicBezTo>
                    <a:pt x="59733" y="2317080"/>
                    <a:pt x="65562" y="2313720"/>
                    <a:pt x="71392" y="2310154"/>
                  </a:cubicBezTo>
                  <a:cubicBezTo>
                    <a:pt x="83462" y="2303296"/>
                    <a:pt x="95532" y="2296438"/>
                    <a:pt x="107191" y="2289580"/>
                  </a:cubicBezTo>
                  <a:cubicBezTo>
                    <a:pt x="131399" y="2275864"/>
                    <a:pt x="155539" y="2261668"/>
                    <a:pt x="179268" y="2247952"/>
                  </a:cubicBezTo>
                  <a:lnTo>
                    <a:pt x="323286" y="2165107"/>
                  </a:lnTo>
                  <a:cubicBezTo>
                    <a:pt x="419298" y="2109695"/>
                    <a:pt x="515310" y="2054305"/>
                    <a:pt x="611322" y="1998938"/>
                  </a:cubicBezTo>
                  <a:cubicBezTo>
                    <a:pt x="803346" y="1888158"/>
                    <a:pt x="995141" y="1777264"/>
                    <a:pt x="1186708" y="1666256"/>
                  </a:cubicBezTo>
                  <a:cubicBezTo>
                    <a:pt x="1569751" y="1444605"/>
                    <a:pt x="1953296" y="1223024"/>
                    <a:pt x="2337344" y="1001510"/>
                  </a:cubicBezTo>
                  <a:cubicBezTo>
                    <a:pt x="2353834" y="992488"/>
                    <a:pt x="2368618" y="980651"/>
                    <a:pt x="2381029" y="966534"/>
                  </a:cubicBezTo>
                  <a:cubicBezTo>
                    <a:pt x="2391115" y="955467"/>
                    <a:pt x="2398529" y="942235"/>
                    <a:pt x="2402700" y="927855"/>
                  </a:cubicBezTo>
                  <a:cubicBezTo>
                    <a:pt x="2406534" y="914559"/>
                    <a:pt x="2406818" y="900490"/>
                    <a:pt x="2403523" y="887050"/>
                  </a:cubicBezTo>
                  <a:cubicBezTo>
                    <a:pt x="2399620" y="872769"/>
                    <a:pt x="2392593" y="859535"/>
                    <a:pt x="2382949" y="848302"/>
                  </a:cubicBezTo>
                  <a:cubicBezTo>
                    <a:pt x="2377655" y="841835"/>
                    <a:pt x="2371804" y="835845"/>
                    <a:pt x="2365461" y="830403"/>
                  </a:cubicBezTo>
                  <a:cubicBezTo>
                    <a:pt x="2362101" y="827523"/>
                    <a:pt x="2358603" y="824985"/>
                    <a:pt x="2355037" y="822105"/>
                  </a:cubicBezTo>
                  <a:cubicBezTo>
                    <a:pt x="2351471" y="819225"/>
                    <a:pt x="2347562" y="817099"/>
                    <a:pt x="2343379" y="814561"/>
                  </a:cubicBezTo>
                  <a:lnTo>
                    <a:pt x="2337344" y="810858"/>
                  </a:lnTo>
                  <a:cubicBezTo>
                    <a:pt x="2333983" y="808732"/>
                    <a:pt x="2330486" y="806675"/>
                    <a:pt x="2326919" y="804617"/>
                  </a:cubicBezTo>
                  <a:cubicBezTo>
                    <a:pt x="2323354" y="802560"/>
                    <a:pt x="2320061" y="800845"/>
                    <a:pt x="2316496" y="798788"/>
                  </a:cubicBezTo>
                  <a:cubicBezTo>
                    <a:pt x="2309638" y="794604"/>
                    <a:pt x="2302780" y="790832"/>
                    <a:pt x="2295922" y="786718"/>
                  </a:cubicBezTo>
                  <a:cubicBezTo>
                    <a:pt x="2282206" y="778762"/>
                    <a:pt x="2268009" y="770876"/>
                    <a:pt x="2254293" y="762989"/>
                  </a:cubicBezTo>
                  <a:cubicBezTo>
                    <a:pt x="2226861" y="747147"/>
                    <a:pt x="2199429" y="731305"/>
                    <a:pt x="2171997" y="714983"/>
                  </a:cubicBezTo>
                  <a:cubicBezTo>
                    <a:pt x="2116653" y="683368"/>
                    <a:pt x="2061721" y="651272"/>
                    <a:pt x="2006719" y="619657"/>
                  </a:cubicBezTo>
                  <a:lnTo>
                    <a:pt x="1675684" y="428524"/>
                  </a:lnTo>
                  <a:cubicBezTo>
                    <a:pt x="1565339" y="365225"/>
                    <a:pt x="1455473" y="301514"/>
                    <a:pt x="1345128" y="237803"/>
                  </a:cubicBezTo>
                  <a:cubicBezTo>
                    <a:pt x="1289716" y="205776"/>
                    <a:pt x="1234783" y="174161"/>
                    <a:pt x="1179782" y="141791"/>
                  </a:cubicBezTo>
                  <a:cubicBezTo>
                    <a:pt x="1151938" y="125949"/>
                    <a:pt x="1124438" y="110176"/>
                    <a:pt x="1096937" y="94334"/>
                  </a:cubicBezTo>
                  <a:lnTo>
                    <a:pt x="1055789" y="70605"/>
                  </a:lnTo>
                  <a:cubicBezTo>
                    <a:pt x="1048931" y="66422"/>
                    <a:pt x="1042073" y="62238"/>
                    <a:pt x="1035215" y="58535"/>
                  </a:cubicBezTo>
                  <a:cubicBezTo>
                    <a:pt x="1031888" y="56339"/>
                    <a:pt x="1028404" y="54390"/>
                    <a:pt x="1024791" y="52706"/>
                  </a:cubicBezTo>
                  <a:cubicBezTo>
                    <a:pt x="1021431" y="50580"/>
                    <a:pt x="1017933" y="48522"/>
                    <a:pt x="1014367" y="46465"/>
                  </a:cubicBezTo>
                  <a:lnTo>
                    <a:pt x="1008126" y="42693"/>
                  </a:lnTo>
                  <a:lnTo>
                    <a:pt x="994410" y="35218"/>
                  </a:lnTo>
                  <a:cubicBezTo>
                    <a:pt x="989404" y="33092"/>
                    <a:pt x="984397" y="30623"/>
                    <a:pt x="979391" y="28360"/>
                  </a:cubicBezTo>
                  <a:cubicBezTo>
                    <a:pt x="968907" y="24024"/>
                    <a:pt x="958193" y="20269"/>
                    <a:pt x="947296" y="17113"/>
                  </a:cubicBezTo>
                  <a:cubicBezTo>
                    <a:pt x="925328" y="11180"/>
                    <a:pt x="902923" y="7007"/>
                    <a:pt x="880293" y="4631"/>
                  </a:cubicBezTo>
                  <a:cubicBezTo>
                    <a:pt x="856889" y="2588"/>
                    <a:pt x="833359" y="2428"/>
                    <a:pt x="809930" y="4151"/>
                  </a:cubicBezTo>
                  <a:cubicBezTo>
                    <a:pt x="786989" y="6216"/>
                    <a:pt x="764271" y="10278"/>
                    <a:pt x="742036" y="16290"/>
                  </a:cubicBezTo>
                  <a:cubicBezTo>
                    <a:pt x="731611" y="19170"/>
                    <a:pt x="721462" y="22531"/>
                    <a:pt x="711655" y="26234"/>
                  </a:cubicBezTo>
                  <a:cubicBezTo>
                    <a:pt x="706648" y="27948"/>
                    <a:pt x="702053" y="30006"/>
                    <a:pt x="697527" y="32063"/>
                  </a:cubicBezTo>
                  <a:cubicBezTo>
                    <a:pt x="693001" y="34121"/>
                    <a:pt x="688337" y="36658"/>
                    <a:pt x="683811" y="38921"/>
                  </a:cubicBezTo>
                  <a:lnTo>
                    <a:pt x="677571" y="42693"/>
                  </a:lnTo>
                  <a:cubicBezTo>
                    <a:pt x="671330" y="46054"/>
                    <a:pt x="665500" y="49551"/>
                    <a:pt x="659671" y="53117"/>
                  </a:cubicBezTo>
                  <a:lnTo>
                    <a:pt x="641497" y="63336"/>
                  </a:lnTo>
                  <a:cubicBezTo>
                    <a:pt x="629839" y="70194"/>
                    <a:pt x="618180" y="77052"/>
                    <a:pt x="606110" y="83910"/>
                  </a:cubicBezTo>
                  <a:cubicBezTo>
                    <a:pt x="582793" y="97214"/>
                    <a:pt x="559476" y="110999"/>
                    <a:pt x="535747" y="124303"/>
                  </a:cubicBezTo>
                  <a:cubicBezTo>
                    <a:pt x="499125" y="145975"/>
                    <a:pt x="462023" y="167166"/>
                    <a:pt x="424990" y="188426"/>
                  </a:cubicBezTo>
                  <a:cubicBezTo>
                    <a:pt x="424002" y="186930"/>
                    <a:pt x="422877" y="185530"/>
                    <a:pt x="421630" y="184242"/>
                  </a:cubicBezTo>
                  <a:cubicBezTo>
                    <a:pt x="468676" y="157222"/>
                    <a:pt x="515790" y="129721"/>
                    <a:pt x="562836" y="102632"/>
                  </a:cubicBezTo>
                  <a:cubicBezTo>
                    <a:pt x="590680" y="86859"/>
                    <a:pt x="618592" y="70605"/>
                    <a:pt x="646092" y="54626"/>
                  </a:cubicBezTo>
                  <a:cubicBezTo>
                    <a:pt x="652950" y="50443"/>
                    <a:pt x="659397" y="46739"/>
                    <a:pt x="666049" y="42967"/>
                  </a:cubicBezTo>
                  <a:cubicBezTo>
                    <a:pt x="672701" y="39196"/>
                    <a:pt x="680657" y="35081"/>
                    <a:pt x="688543" y="31309"/>
                  </a:cubicBezTo>
                  <a:cubicBezTo>
                    <a:pt x="704785" y="23868"/>
                    <a:pt x="721653" y="17878"/>
                    <a:pt x="738950" y="13410"/>
                  </a:cubicBezTo>
                  <a:cubicBezTo>
                    <a:pt x="757258" y="8496"/>
                    <a:pt x="775889" y="4875"/>
                    <a:pt x="794705" y="2574"/>
                  </a:cubicBezTo>
                  <a:cubicBezTo>
                    <a:pt x="814201" y="512"/>
                    <a:pt x="833809" y="-312"/>
                    <a:pt x="853410" y="105"/>
                  </a:cubicBezTo>
                  <a:cubicBezTo>
                    <a:pt x="872675" y="766"/>
                    <a:pt x="891874" y="2714"/>
                    <a:pt x="910880" y="5935"/>
                  </a:cubicBezTo>
                  <a:cubicBezTo>
                    <a:pt x="929294" y="8771"/>
                    <a:pt x="947424" y="13223"/>
                    <a:pt x="965058" y="19239"/>
                  </a:cubicBezTo>
                  <a:cubicBezTo>
                    <a:pt x="973356" y="22188"/>
                    <a:pt x="981654" y="25068"/>
                    <a:pt x="989610" y="28429"/>
                  </a:cubicBezTo>
                  <a:cubicBezTo>
                    <a:pt x="997565" y="31789"/>
                    <a:pt x="1005452" y="35904"/>
                    <a:pt x="1012515" y="40087"/>
                  </a:cubicBezTo>
                  <a:cubicBezTo>
                    <a:pt x="1016261" y="41770"/>
                    <a:pt x="1019882" y="43718"/>
                    <a:pt x="1023351" y="45916"/>
                  </a:cubicBezTo>
                  <a:cubicBezTo>
                    <a:pt x="1026643" y="47974"/>
                    <a:pt x="1030209" y="50031"/>
                    <a:pt x="1033706" y="52157"/>
                  </a:cubicBezTo>
                  <a:cubicBezTo>
                    <a:pt x="1047422" y="60044"/>
                    <a:pt x="1061138" y="67931"/>
                    <a:pt x="1075335" y="75886"/>
                  </a:cubicBezTo>
                  <a:cubicBezTo>
                    <a:pt x="1102767" y="92139"/>
                    <a:pt x="1130199" y="107913"/>
                    <a:pt x="1158248" y="123892"/>
                  </a:cubicBezTo>
                  <a:lnTo>
                    <a:pt x="1324348" y="219904"/>
                  </a:lnTo>
                  <a:cubicBezTo>
                    <a:pt x="1434671" y="283638"/>
                    <a:pt x="1545290" y="347485"/>
                    <a:pt x="1656207" y="411448"/>
                  </a:cubicBezTo>
                  <a:cubicBezTo>
                    <a:pt x="1877720" y="539464"/>
                    <a:pt x="2098960" y="667160"/>
                    <a:pt x="2319925" y="794536"/>
                  </a:cubicBezTo>
                  <a:cubicBezTo>
                    <a:pt x="2326783" y="798719"/>
                    <a:pt x="2334052" y="802834"/>
                    <a:pt x="2340499" y="806606"/>
                  </a:cubicBezTo>
                  <a:cubicBezTo>
                    <a:pt x="2346945" y="810378"/>
                    <a:pt x="2354215" y="814493"/>
                    <a:pt x="2361073" y="819087"/>
                  </a:cubicBezTo>
                  <a:cubicBezTo>
                    <a:pt x="2373501" y="827504"/>
                    <a:pt x="2384835" y="837433"/>
                    <a:pt x="2394814" y="848645"/>
                  </a:cubicBezTo>
                  <a:cubicBezTo>
                    <a:pt x="2403747" y="858809"/>
                    <a:pt x="2410910" y="870400"/>
                    <a:pt x="2416005" y="882935"/>
                  </a:cubicBezTo>
                  <a:cubicBezTo>
                    <a:pt x="2420948" y="894826"/>
                    <a:pt x="2423511" y="907571"/>
                    <a:pt x="2423549" y="920449"/>
                  </a:cubicBezTo>
                  <a:close/>
                </a:path>
              </a:pathLst>
            </a:custGeom>
            <a:solidFill>
              <a:srgbClr val="4C4B5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CE91216-37BB-72EA-CE76-3E4B3F61CDE7}"/>
                </a:ext>
              </a:extLst>
            </p:cNvPr>
            <p:cNvSpPr/>
            <p:nvPr/>
          </p:nvSpPr>
          <p:spPr>
            <a:xfrm>
              <a:off x="3984127" y="2264632"/>
              <a:ext cx="2406486" cy="2344286"/>
            </a:xfrm>
            <a:custGeom>
              <a:avLst/>
              <a:gdLst>
                <a:gd name="connsiteX0" fmla="*/ 2404209 w 2406486"/>
                <a:gd name="connsiteY0" fmla="*/ 883944 h 2344286"/>
                <a:gd name="connsiteX1" fmla="*/ 2403386 w 2406486"/>
                <a:gd name="connsiteY1" fmla="*/ 924749 h 2344286"/>
                <a:gd name="connsiteX2" fmla="*/ 2381715 w 2406486"/>
                <a:gd name="connsiteY2" fmla="*/ 963428 h 2344286"/>
                <a:gd name="connsiteX3" fmla="*/ 2338030 w 2406486"/>
                <a:gd name="connsiteY3" fmla="*/ 998404 h 2344286"/>
                <a:gd name="connsiteX4" fmla="*/ 1186708 w 2406486"/>
                <a:gd name="connsiteY4" fmla="*/ 1662944 h 2344286"/>
                <a:gd name="connsiteX5" fmla="*/ 611322 w 2406486"/>
                <a:gd name="connsiteY5" fmla="*/ 1995626 h 2344286"/>
                <a:gd name="connsiteX6" fmla="*/ 323286 w 2406486"/>
                <a:gd name="connsiteY6" fmla="*/ 2161795 h 2344286"/>
                <a:gd name="connsiteX7" fmla="*/ 179268 w 2406486"/>
                <a:gd name="connsiteY7" fmla="*/ 2244640 h 2344286"/>
                <a:gd name="connsiteX8" fmla="*/ 107191 w 2406486"/>
                <a:gd name="connsiteY8" fmla="*/ 2286268 h 2344286"/>
                <a:gd name="connsiteX9" fmla="*/ 71392 w 2406486"/>
                <a:gd name="connsiteY9" fmla="*/ 2306842 h 2344286"/>
                <a:gd name="connsiteX10" fmla="*/ 53492 w 2406486"/>
                <a:gd name="connsiteY10" fmla="*/ 2317266 h 2344286"/>
                <a:gd name="connsiteX11" fmla="*/ 35593 w 2406486"/>
                <a:gd name="connsiteY11" fmla="*/ 2327622 h 2344286"/>
                <a:gd name="connsiteX12" fmla="*/ 28735 w 2406486"/>
                <a:gd name="connsiteY12" fmla="*/ 2330982 h 2344286"/>
                <a:gd name="connsiteX13" fmla="*/ 823 w 2406486"/>
                <a:gd name="connsiteY13" fmla="*/ 2343875 h 2344286"/>
                <a:gd name="connsiteX14" fmla="*/ 0 w 2406486"/>
                <a:gd name="connsiteY14" fmla="*/ 2344287 h 2344286"/>
                <a:gd name="connsiteX15" fmla="*/ 0 w 2406486"/>
                <a:gd name="connsiteY15" fmla="*/ 2295184 h 2344286"/>
                <a:gd name="connsiteX16" fmla="*/ 32918 w 2406486"/>
                <a:gd name="connsiteY16" fmla="*/ 2276050 h 2344286"/>
                <a:gd name="connsiteX17" fmla="*/ 165689 w 2406486"/>
                <a:gd name="connsiteY17" fmla="*/ 2198966 h 2344286"/>
                <a:gd name="connsiteX18" fmla="*/ 2291669 w 2406486"/>
                <a:gd name="connsiteY18" fmla="*/ 971932 h 2344286"/>
                <a:gd name="connsiteX19" fmla="*/ 2324999 w 2406486"/>
                <a:gd name="connsiteY19" fmla="*/ 944500 h 2344286"/>
                <a:gd name="connsiteX20" fmla="*/ 2339950 w 2406486"/>
                <a:gd name="connsiteY20" fmla="*/ 913708 h 2344286"/>
                <a:gd name="connsiteX21" fmla="*/ 2315810 w 2406486"/>
                <a:gd name="connsiteY21" fmla="*/ 851643 h 2344286"/>
                <a:gd name="connsiteX22" fmla="*/ 2298322 w 2406486"/>
                <a:gd name="connsiteY22" fmla="*/ 837927 h 2344286"/>
                <a:gd name="connsiteX23" fmla="*/ 2293315 w 2406486"/>
                <a:gd name="connsiteY23" fmla="*/ 834978 h 2344286"/>
                <a:gd name="connsiteX24" fmla="*/ 2285840 w 2406486"/>
                <a:gd name="connsiteY24" fmla="*/ 830452 h 2344286"/>
                <a:gd name="connsiteX25" fmla="*/ 2269175 w 2406486"/>
                <a:gd name="connsiteY25" fmla="*/ 820851 h 2344286"/>
                <a:gd name="connsiteX26" fmla="*/ 2202996 w 2406486"/>
                <a:gd name="connsiteY26" fmla="*/ 782514 h 2344286"/>
                <a:gd name="connsiteX27" fmla="*/ 2070156 w 2406486"/>
                <a:gd name="connsiteY27" fmla="*/ 705910 h 2344286"/>
                <a:gd name="connsiteX28" fmla="*/ 1538455 w 2406486"/>
                <a:gd name="connsiteY28" fmla="*/ 399084 h 2344286"/>
                <a:gd name="connsiteX29" fmla="*/ 1007920 w 2406486"/>
                <a:gd name="connsiteY29" fmla="*/ 92394 h 2344286"/>
                <a:gd name="connsiteX30" fmla="*/ 974591 w 2406486"/>
                <a:gd name="connsiteY30" fmla="*/ 73260 h 2344286"/>
                <a:gd name="connsiteX31" fmla="*/ 966292 w 2406486"/>
                <a:gd name="connsiteY31" fmla="*/ 68665 h 2344286"/>
                <a:gd name="connsiteX32" fmla="*/ 959434 w 2406486"/>
                <a:gd name="connsiteY32" fmla="*/ 64893 h 2344286"/>
                <a:gd name="connsiteX33" fmla="*/ 948667 w 2406486"/>
                <a:gd name="connsiteY33" fmla="*/ 59064 h 2344286"/>
                <a:gd name="connsiteX34" fmla="*/ 898672 w 2406486"/>
                <a:gd name="connsiteY34" fmla="*/ 43290 h 2344286"/>
                <a:gd name="connsiteX35" fmla="*/ 788944 w 2406486"/>
                <a:gd name="connsiteY35" fmla="*/ 42879 h 2344286"/>
                <a:gd name="connsiteX36" fmla="*/ 739018 w 2406486"/>
                <a:gd name="connsiteY36" fmla="*/ 58652 h 2344286"/>
                <a:gd name="connsiteX37" fmla="*/ 727771 w 2406486"/>
                <a:gd name="connsiteY37" fmla="*/ 64070 h 2344286"/>
                <a:gd name="connsiteX38" fmla="*/ 721942 w 2406486"/>
                <a:gd name="connsiteY38" fmla="*/ 67842 h 2344286"/>
                <a:gd name="connsiteX39" fmla="*/ 713575 w 2406486"/>
                <a:gd name="connsiteY39" fmla="*/ 72437 h 2344286"/>
                <a:gd name="connsiteX40" fmla="*/ 680314 w 2406486"/>
                <a:gd name="connsiteY40" fmla="*/ 91571 h 2344286"/>
                <a:gd name="connsiteX41" fmla="*/ 547474 w 2406486"/>
                <a:gd name="connsiteY41" fmla="*/ 168175 h 2344286"/>
                <a:gd name="connsiteX42" fmla="*/ 451462 w 2406486"/>
                <a:gd name="connsiteY42" fmla="*/ 223587 h 2344286"/>
                <a:gd name="connsiteX43" fmla="*/ 454000 w 2406486"/>
                <a:gd name="connsiteY43" fmla="*/ 220638 h 2344286"/>
                <a:gd name="connsiteX44" fmla="*/ 426568 w 2406486"/>
                <a:gd name="connsiteY44" fmla="*/ 185251 h 2344286"/>
                <a:gd name="connsiteX45" fmla="*/ 537324 w 2406486"/>
                <a:gd name="connsiteY45" fmla="*/ 121129 h 2344286"/>
                <a:gd name="connsiteX46" fmla="*/ 607688 w 2406486"/>
                <a:gd name="connsiteY46" fmla="*/ 80735 h 2344286"/>
                <a:gd name="connsiteX47" fmla="*/ 643075 w 2406486"/>
                <a:gd name="connsiteY47" fmla="*/ 60161 h 2344286"/>
                <a:gd name="connsiteX48" fmla="*/ 660563 w 2406486"/>
                <a:gd name="connsiteY48" fmla="*/ 50148 h 2344286"/>
                <a:gd name="connsiteX49" fmla="*/ 678462 w 2406486"/>
                <a:gd name="connsiteY49" fmla="*/ 39724 h 2344286"/>
                <a:gd name="connsiteX50" fmla="*/ 684703 w 2406486"/>
                <a:gd name="connsiteY50" fmla="*/ 35952 h 2344286"/>
                <a:gd name="connsiteX51" fmla="*/ 698419 w 2406486"/>
                <a:gd name="connsiteY51" fmla="*/ 29094 h 2344286"/>
                <a:gd name="connsiteX52" fmla="*/ 712546 w 2406486"/>
                <a:gd name="connsiteY52" fmla="*/ 23265 h 2344286"/>
                <a:gd name="connsiteX53" fmla="*/ 742927 w 2406486"/>
                <a:gd name="connsiteY53" fmla="*/ 13321 h 2344286"/>
                <a:gd name="connsiteX54" fmla="*/ 810821 w 2406486"/>
                <a:gd name="connsiteY54" fmla="*/ 1182 h 2344286"/>
                <a:gd name="connsiteX55" fmla="*/ 881184 w 2406486"/>
                <a:gd name="connsiteY55" fmla="*/ 1663 h 2344286"/>
                <a:gd name="connsiteX56" fmla="*/ 948187 w 2406486"/>
                <a:gd name="connsiteY56" fmla="*/ 14144 h 2344286"/>
                <a:gd name="connsiteX57" fmla="*/ 979802 w 2406486"/>
                <a:gd name="connsiteY57" fmla="*/ 25940 h 2344286"/>
                <a:gd name="connsiteX58" fmla="*/ 994821 w 2406486"/>
                <a:gd name="connsiteY58" fmla="*/ 32798 h 2344286"/>
                <a:gd name="connsiteX59" fmla="*/ 1008537 w 2406486"/>
                <a:gd name="connsiteY59" fmla="*/ 40273 h 2344286"/>
                <a:gd name="connsiteX60" fmla="*/ 1014778 w 2406486"/>
                <a:gd name="connsiteY60" fmla="*/ 44045 h 2344286"/>
                <a:gd name="connsiteX61" fmla="*/ 1025202 w 2406486"/>
                <a:gd name="connsiteY61" fmla="*/ 50286 h 2344286"/>
                <a:gd name="connsiteX62" fmla="*/ 1035626 w 2406486"/>
                <a:gd name="connsiteY62" fmla="*/ 56115 h 2344286"/>
                <a:gd name="connsiteX63" fmla="*/ 1056201 w 2406486"/>
                <a:gd name="connsiteY63" fmla="*/ 68185 h 2344286"/>
                <a:gd name="connsiteX64" fmla="*/ 1097349 w 2406486"/>
                <a:gd name="connsiteY64" fmla="*/ 91914 h 2344286"/>
                <a:gd name="connsiteX65" fmla="*/ 1180193 w 2406486"/>
                <a:gd name="connsiteY65" fmla="*/ 139371 h 2344286"/>
                <a:gd name="connsiteX66" fmla="*/ 1345540 w 2406486"/>
                <a:gd name="connsiteY66" fmla="*/ 235383 h 2344286"/>
                <a:gd name="connsiteX67" fmla="*/ 1676095 w 2406486"/>
                <a:gd name="connsiteY67" fmla="*/ 426104 h 2344286"/>
                <a:gd name="connsiteX68" fmla="*/ 2007131 w 2406486"/>
                <a:gd name="connsiteY68" fmla="*/ 617237 h 2344286"/>
                <a:gd name="connsiteX69" fmla="*/ 2172409 w 2406486"/>
                <a:gd name="connsiteY69" fmla="*/ 712563 h 2344286"/>
                <a:gd name="connsiteX70" fmla="*/ 2254705 w 2406486"/>
                <a:gd name="connsiteY70" fmla="*/ 760569 h 2344286"/>
                <a:gd name="connsiteX71" fmla="*/ 2296333 w 2406486"/>
                <a:gd name="connsiteY71" fmla="*/ 784297 h 2344286"/>
                <a:gd name="connsiteX72" fmla="*/ 2316907 w 2406486"/>
                <a:gd name="connsiteY72" fmla="*/ 796367 h 2344286"/>
                <a:gd name="connsiteX73" fmla="*/ 2327331 w 2406486"/>
                <a:gd name="connsiteY73" fmla="*/ 802197 h 2344286"/>
                <a:gd name="connsiteX74" fmla="*/ 2337755 w 2406486"/>
                <a:gd name="connsiteY74" fmla="*/ 808438 h 2344286"/>
                <a:gd name="connsiteX75" fmla="*/ 2343996 w 2406486"/>
                <a:gd name="connsiteY75" fmla="*/ 812141 h 2344286"/>
                <a:gd name="connsiteX76" fmla="*/ 2355655 w 2406486"/>
                <a:gd name="connsiteY76" fmla="*/ 819685 h 2344286"/>
                <a:gd name="connsiteX77" fmla="*/ 2366079 w 2406486"/>
                <a:gd name="connsiteY77" fmla="*/ 827983 h 2344286"/>
                <a:gd name="connsiteX78" fmla="*/ 2383566 w 2406486"/>
                <a:gd name="connsiteY78" fmla="*/ 845882 h 2344286"/>
                <a:gd name="connsiteX79" fmla="*/ 2404209 w 2406486"/>
                <a:gd name="connsiteY79" fmla="*/ 883944 h 2344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2406486" h="2344286">
                  <a:moveTo>
                    <a:pt x="2404209" y="883944"/>
                  </a:moveTo>
                  <a:cubicBezTo>
                    <a:pt x="2407504" y="897384"/>
                    <a:pt x="2407220" y="911453"/>
                    <a:pt x="2403386" y="924749"/>
                  </a:cubicBezTo>
                  <a:cubicBezTo>
                    <a:pt x="2399214" y="939130"/>
                    <a:pt x="2391801" y="952362"/>
                    <a:pt x="2381715" y="963428"/>
                  </a:cubicBezTo>
                  <a:cubicBezTo>
                    <a:pt x="2369304" y="977545"/>
                    <a:pt x="2354520" y="989382"/>
                    <a:pt x="2338030" y="998404"/>
                  </a:cubicBezTo>
                  <a:cubicBezTo>
                    <a:pt x="1953982" y="1219918"/>
                    <a:pt x="1570208" y="1441431"/>
                    <a:pt x="1186708" y="1662944"/>
                  </a:cubicBezTo>
                  <a:cubicBezTo>
                    <a:pt x="994684" y="1774090"/>
                    <a:pt x="802889" y="1884984"/>
                    <a:pt x="611322" y="1995626"/>
                  </a:cubicBezTo>
                  <a:cubicBezTo>
                    <a:pt x="515310" y="2051038"/>
                    <a:pt x="419298" y="2106428"/>
                    <a:pt x="323286" y="2161795"/>
                  </a:cubicBezTo>
                  <a:lnTo>
                    <a:pt x="179268" y="2244640"/>
                  </a:lnTo>
                  <a:cubicBezTo>
                    <a:pt x="155539" y="2258356"/>
                    <a:pt x="131262" y="2272552"/>
                    <a:pt x="107191" y="2286268"/>
                  </a:cubicBezTo>
                  <a:cubicBezTo>
                    <a:pt x="95532" y="2293126"/>
                    <a:pt x="83462" y="2299984"/>
                    <a:pt x="71392" y="2306842"/>
                  </a:cubicBezTo>
                  <a:cubicBezTo>
                    <a:pt x="65562" y="2310134"/>
                    <a:pt x="59322" y="2313700"/>
                    <a:pt x="53492" y="2317266"/>
                  </a:cubicBezTo>
                  <a:cubicBezTo>
                    <a:pt x="47663" y="2320832"/>
                    <a:pt x="41422" y="2324124"/>
                    <a:pt x="35593" y="2327622"/>
                  </a:cubicBezTo>
                  <a:cubicBezTo>
                    <a:pt x="33124" y="2328925"/>
                    <a:pt x="30998" y="2330159"/>
                    <a:pt x="28735" y="2330982"/>
                  </a:cubicBezTo>
                  <a:cubicBezTo>
                    <a:pt x="19595" y="2335626"/>
                    <a:pt x="10284" y="2339927"/>
                    <a:pt x="823" y="2343875"/>
                  </a:cubicBezTo>
                  <a:cubicBezTo>
                    <a:pt x="411" y="2343875"/>
                    <a:pt x="411" y="2343875"/>
                    <a:pt x="0" y="2344287"/>
                  </a:cubicBezTo>
                  <a:lnTo>
                    <a:pt x="0" y="2295184"/>
                  </a:lnTo>
                  <a:cubicBezTo>
                    <a:pt x="10836" y="2288326"/>
                    <a:pt x="22083" y="2282291"/>
                    <a:pt x="32918" y="2276050"/>
                  </a:cubicBezTo>
                  <a:cubicBezTo>
                    <a:pt x="77427" y="2250195"/>
                    <a:pt x="121592" y="2224820"/>
                    <a:pt x="165689" y="2198966"/>
                  </a:cubicBezTo>
                  <a:cubicBezTo>
                    <a:pt x="874349" y="1790092"/>
                    <a:pt x="1583010" y="1381080"/>
                    <a:pt x="2291669" y="971932"/>
                  </a:cubicBezTo>
                  <a:cubicBezTo>
                    <a:pt x="2304358" y="964896"/>
                    <a:pt x="2315654" y="955599"/>
                    <a:pt x="2324999" y="944500"/>
                  </a:cubicBezTo>
                  <a:cubicBezTo>
                    <a:pt x="2332602" y="935728"/>
                    <a:pt x="2337759" y="925108"/>
                    <a:pt x="2339950" y="913708"/>
                  </a:cubicBezTo>
                  <a:cubicBezTo>
                    <a:pt x="2344133" y="892037"/>
                    <a:pt x="2336246" y="870434"/>
                    <a:pt x="2315810" y="851643"/>
                  </a:cubicBezTo>
                  <a:cubicBezTo>
                    <a:pt x="2310513" y="846431"/>
                    <a:pt x="2304646" y="841830"/>
                    <a:pt x="2298322" y="837927"/>
                  </a:cubicBezTo>
                  <a:cubicBezTo>
                    <a:pt x="2296676" y="837104"/>
                    <a:pt x="2295030" y="835870"/>
                    <a:pt x="2293315" y="834978"/>
                  </a:cubicBezTo>
                  <a:cubicBezTo>
                    <a:pt x="2291601" y="834086"/>
                    <a:pt x="2288721" y="832098"/>
                    <a:pt x="2285840" y="830452"/>
                  </a:cubicBezTo>
                  <a:cubicBezTo>
                    <a:pt x="2280422" y="827503"/>
                    <a:pt x="2275005" y="824211"/>
                    <a:pt x="2269175" y="820851"/>
                  </a:cubicBezTo>
                  <a:cubicBezTo>
                    <a:pt x="2247092" y="808369"/>
                    <a:pt x="2225078" y="795476"/>
                    <a:pt x="2202996" y="782514"/>
                  </a:cubicBezTo>
                  <a:cubicBezTo>
                    <a:pt x="2158830" y="757140"/>
                    <a:pt x="2114322" y="731354"/>
                    <a:pt x="2070156" y="705910"/>
                  </a:cubicBezTo>
                  <a:lnTo>
                    <a:pt x="1538455" y="399084"/>
                  </a:lnTo>
                  <a:cubicBezTo>
                    <a:pt x="1361839" y="296625"/>
                    <a:pt x="1184994" y="194395"/>
                    <a:pt x="1007920" y="92394"/>
                  </a:cubicBezTo>
                  <a:cubicBezTo>
                    <a:pt x="996673" y="86153"/>
                    <a:pt x="985838" y="79501"/>
                    <a:pt x="974591" y="73260"/>
                  </a:cubicBezTo>
                  <a:cubicBezTo>
                    <a:pt x="971965" y="71487"/>
                    <a:pt x="969189" y="69949"/>
                    <a:pt x="966292" y="68665"/>
                  </a:cubicBezTo>
                  <a:cubicBezTo>
                    <a:pt x="964141" y="67176"/>
                    <a:pt x="961843" y="65913"/>
                    <a:pt x="959434" y="64893"/>
                  </a:cubicBezTo>
                  <a:cubicBezTo>
                    <a:pt x="955967" y="62733"/>
                    <a:pt x="952372" y="60786"/>
                    <a:pt x="948667" y="59064"/>
                  </a:cubicBezTo>
                  <a:cubicBezTo>
                    <a:pt x="932697" y="51814"/>
                    <a:pt x="915911" y="46518"/>
                    <a:pt x="898672" y="43290"/>
                  </a:cubicBezTo>
                  <a:cubicBezTo>
                    <a:pt x="862448" y="36254"/>
                    <a:pt x="825221" y="36114"/>
                    <a:pt x="788944" y="42879"/>
                  </a:cubicBezTo>
                  <a:cubicBezTo>
                    <a:pt x="771773" y="46287"/>
                    <a:pt x="755031" y="51577"/>
                    <a:pt x="739018" y="58652"/>
                  </a:cubicBezTo>
                  <a:cubicBezTo>
                    <a:pt x="735246" y="60367"/>
                    <a:pt x="731474" y="62424"/>
                    <a:pt x="727771" y="64070"/>
                  </a:cubicBezTo>
                  <a:cubicBezTo>
                    <a:pt x="726056" y="65305"/>
                    <a:pt x="724411" y="66196"/>
                    <a:pt x="721942" y="67842"/>
                  </a:cubicBezTo>
                  <a:cubicBezTo>
                    <a:pt x="719010" y="69099"/>
                    <a:pt x="716208" y="70638"/>
                    <a:pt x="713575" y="72437"/>
                  </a:cubicBezTo>
                  <a:cubicBezTo>
                    <a:pt x="702328" y="78678"/>
                    <a:pt x="691081" y="85330"/>
                    <a:pt x="680314" y="91571"/>
                  </a:cubicBezTo>
                  <a:cubicBezTo>
                    <a:pt x="635737" y="117357"/>
                    <a:pt x="591457" y="142892"/>
                    <a:pt x="547474" y="168175"/>
                  </a:cubicBezTo>
                  <a:cubicBezTo>
                    <a:pt x="515379" y="186897"/>
                    <a:pt x="483352" y="205208"/>
                    <a:pt x="451462" y="223587"/>
                  </a:cubicBezTo>
                  <a:lnTo>
                    <a:pt x="454000" y="220638"/>
                  </a:lnTo>
                  <a:cubicBezTo>
                    <a:pt x="444810" y="208980"/>
                    <a:pt x="435689" y="196910"/>
                    <a:pt x="426568" y="185251"/>
                  </a:cubicBezTo>
                  <a:cubicBezTo>
                    <a:pt x="463601" y="163991"/>
                    <a:pt x="500703" y="142800"/>
                    <a:pt x="537324" y="121129"/>
                  </a:cubicBezTo>
                  <a:cubicBezTo>
                    <a:pt x="561053" y="107824"/>
                    <a:pt x="584370" y="94040"/>
                    <a:pt x="607688" y="80735"/>
                  </a:cubicBezTo>
                  <a:cubicBezTo>
                    <a:pt x="619757" y="73877"/>
                    <a:pt x="631416" y="67019"/>
                    <a:pt x="643075" y="60161"/>
                  </a:cubicBezTo>
                  <a:lnTo>
                    <a:pt x="660563" y="50148"/>
                  </a:lnTo>
                  <a:cubicBezTo>
                    <a:pt x="666392" y="46377"/>
                    <a:pt x="672221" y="43290"/>
                    <a:pt x="678462" y="39724"/>
                  </a:cubicBezTo>
                  <a:lnTo>
                    <a:pt x="684703" y="35952"/>
                  </a:lnTo>
                  <a:cubicBezTo>
                    <a:pt x="689298" y="33895"/>
                    <a:pt x="693892" y="31426"/>
                    <a:pt x="698419" y="29094"/>
                  </a:cubicBezTo>
                  <a:cubicBezTo>
                    <a:pt x="702945" y="26763"/>
                    <a:pt x="707540" y="24980"/>
                    <a:pt x="712546" y="23265"/>
                  </a:cubicBezTo>
                  <a:cubicBezTo>
                    <a:pt x="722147" y="19562"/>
                    <a:pt x="732503" y="16407"/>
                    <a:pt x="742927" y="13321"/>
                  </a:cubicBezTo>
                  <a:cubicBezTo>
                    <a:pt x="765163" y="7310"/>
                    <a:pt x="787880" y="3248"/>
                    <a:pt x="810821" y="1182"/>
                  </a:cubicBezTo>
                  <a:cubicBezTo>
                    <a:pt x="834251" y="-541"/>
                    <a:pt x="857781" y="-380"/>
                    <a:pt x="881184" y="1663"/>
                  </a:cubicBezTo>
                  <a:cubicBezTo>
                    <a:pt x="903814" y="4038"/>
                    <a:pt x="926220" y="8212"/>
                    <a:pt x="948187" y="14144"/>
                  </a:cubicBezTo>
                  <a:cubicBezTo>
                    <a:pt x="958933" y="17497"/>
                    <a:pt x="969487" y="21434"/>
                    <a:pt x="979802" y="25940"/>
                  </a:cubicBezTo>
                  <a:cubicBezTo>
                    <a:pt x="984809" y="27997"/>
                    <a:pt x="989815" y="30466"/>
                    <a:pt x="994821" y="32798"/>
                  </a:cubicBezTo>
                  <a:lnTo>
                    <a:pt x="1008537" y="40273"/>
                  </a:lnTo>
                  <a:lnTo>
                    <a:pt x="1014778" y="44045"/>
                  </a:lnTo>
                  <a:cubicBezTo>
                    <a:pt x="1018550" y="46102"/>
                    <a:pt x="1021636" y="48160"/>
                    <a:pt x="1025202" y="50286"/>
                  </a:cubicBezTo>
                  <a:cubicBezTo>
                    <a:pt x="1028816" y="51970"/>
                    <a:pt x="1032300" y="53918"/>
                    <a:pt x="1035626" y="56115"/>
                  </a:cubicBezTo>
                  <a:cubicBezTo>
                    <a:pt x="1042485" y="59818"/>
                    <a:pt x="1049343" y="64002"/>
                    <a:pt x="1056201" y="68185"/>
                  </a:cubicBezTo>
                  <a:lnTo>
                    <a:pt x="1097349" y="91914"/>
                  </a:lnTo>
                  <a:cubicBezTo>
                    <a:pt x="1124781" y="107756"/>
                    <a:pt x="1152213" y="123529"/>
                    <a:pt x="1180193" y="139371"/>
                  </a:cubicBezTo>
                  <a:cubicBezTo>
                    <a:pt x="1235057" y="171467"/>
                    <a:pt x="1289921" y="203082"/>
                    <a:pt x="1345540" y="235383"/>
                  </a:cubicBezTo>
                  <a:cubicBezTo>
                    <a:pt x="1455885" y="299094"/>
                    <a:pt x="1565750" y="362805"/>
                    <a:pt x="1676095" y="426104"/>
                  </a:cubicBezTo>
                  <a:lnTo>
                    <a:pt x="2007131" y="617237"/>
                  </a:lnTo>
                  <a:cubicBezTo>
                    <a:pt x="2061995" y="648852"/>
                    <a:pt x="2116859" y="680947"/>
                    <a:pt x="2172409" y="712563"/>
                  </a:cubicBezTo>
                  <a:cubicBezTo>
                    <a:pt x="2199841" y="728816"/>
                    <a:pt x="2227273" y="744658"/>
                    <a:pt x="2254705" y="760569"/>
                  </a:cubicBezTo>
                  <a:cubicBezTo>
                    <a:pt x="2268421" y="768455"/>
                    <a:pt x="2282548" y="776342"/>
                    <a:pt x="2296333" y="784297"/>
                  </a:cubicBezTo>
                  <a:cubicBezTo>
                    <a:pt x="2303191" y="788412"/>
                    <a:pt x="2310049" y="792184"/>
                    <a:pt x="2316907" y="796367"/>
                  </a:cubicBezTo>
                  <a:cubicBezTo>
                    <a:pt x="2320679" y="798425"/>
                    <a:pt x="2323765" y="800482"/>
                    <a:pt x="2327331" y="802197"/>
                  </a:cubicBezTo>
                  <a:cubicBezTo>
                    <a:pt x="2330897" y="803911"/>
                    <a:pt x="2334189" y="806312"/>
                    <a:pt x="2337755" y="808438"/>
                  </a:cubicBezTo>
                  <a:lnTo>
                    <a:pt x="2343996" y="812141"/>
                  </a:lnTo>
                  <a:cubicBezTo>
                    <a:pt x="2348179" y="814678"/>
                    <a:pt x="2351882" y="817147"/>
                    <a:pt x="2355655" y="819685"/>
                  </a:cubicBezTo>
                  <a:cubicBezTo>
                    <a:pt x="2359427" y="822222"/>
                    <a:pt x="2362513" y="825103"/>
                    <a:pt x="2366079" y="827983"/>
                  </a:cubicBezTo>
                  <a:cubicBezTo>
                    <a:pt x="2372421" y="833426"/>
                    <a:pt x="2378273" y="839415"/>
                    <a:pt x="2383566" y="845882"/>
                  </a:cubicBezTo>
                  <a:cubicBezTo>
                    <a:pt x="2393146" y="856908"/>
                    <a:pt x="2400193" y="869901"/>
                    <a:pt x="2404209" y="883944"/>
                  </a:cubicBezTo>
                  <a:close/>
                </a:path>
              </a:pathLst>
            </a:custGeom>
            <a:solidFill>
              <a:srgbClr val="45454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7D91BE8-8444-F45F-4481-F2D8E0F2819D}"/>
                </a:ext>
              </a:extLst>
            </p:cNvPr>
            <p:cNvSpPr/>
            <p:nvPr/>
          </p:nvSpPr>
          <p:spPr>
            <a:xfrm>
              <a:off x="5484178" y="3884645"/>
              <a:ext cx="851077" cy="765764"/>
            </a:xfrm>
            <a:custGeom>
              <a:avLst/>
              <a:gdLst>
                <a:gd name="connsiteX0" fmla="*/ 851078 w 851077"/>
                <a:gd name="connsiteY0" fmla="*/ 0 h 765764"/>
                <a:gd name="connsiteX1" fmla="*/ 851078 w 851077"/>
                <a:gd name="connsiteY1" fmla="*/ 289819 h 765764"/>
                <a:gd name="connsiteX2" fmla="*/ 496313 w 851077"/>
                <a:gd name="connsiteY2" fmla="*/ 494668 h 765764"/>
                <a:gd name="connsiteX3" fmla="*/ 492199 w 851077"/>
                <a:gd name="connsiteY3" fmla="*/ 497205 h 765764"/>
                <a:gd name="connsiteX4" fmla="*/ 27089 w 851077"/>
                <a:gd name="connsiteY4" fmla="*/ 765764 h 765764"/>
                <a:gd name="connsiteX5" fmla="*/ 26678 w 851077"/>
                <a:gd name="connsiteY5" fmla="*/ 765764 h 765764"/>
                <a:gd name="connsiteX6" fmla="*/ 0 w 851077"/>
                <a:gd name="connsiteY6" fmla="*/ 750334 h 765764"/>
                <a:gd name="connsiteX7" fmla="*/ 0 w 851077"/>
                <a:gd name="connsiteY7" fmla="*/ 727017 h 765764"/>
                <a:gd name="connsiteX8" fmla="*/ 352295 w 851077"/>
                <a:gd name="connsiteY8" fmla="*/ 523403 h 765764"/>
                <a:gd name="connsiteX9" fmla="*/ 352295 w 851077"/>
                <a:gd name="connsiteY9" fmla="*/ 287762 h 765764"/>
                <a:gd name="connsiteX10" fmla="*/ 450502 w 851077"/>
                <a:gd name="connsiteY10" fmla="*/ 231115 h 765764"/>
                <a:gd name="connsiteX11" fmla="*/ 450502 w 851077"/>
                <a:gd name="connsiteY11" fmla="*/ 416281 h 765764"/>
                <a:gd name="connsiteX12" fmla="*/ 450502 w 851077"/>
                <a:gd name="connsiteY12" fmla="*/ 436855 h 765764"/>
                <a:gd name="connsiteX13" fmla="*/ 450502 w 851077"/>
                <a:gd name="connsiteY13" fmla="*/ 447279 h 765764"/>
                <a:gd name="connsiteX14" fmla="*/ 450982 w 851077"/>
                <a:gd name="connsiteY14" fmla="*/ 448102 h 765764"/>
                <a:gd name="connsiteX15" fmla="*/ 450982 w 851077"/>
                <a:gd name="connsiteY15" fmla="*/ 450639 h 765764"/>
                <a:gd name="connsiteX16" fmla="*/ 451805 w 851077"/>
                <a:gd name="connsiteY16" fmla="*/ 453108 h 765764"/>
                <a:gd name="connsiteX17" fmla="*/ 451805 w 851077"/>
                <a:gd name="connsiteY17" fmla="*/ 453931 h 765764"/>
                <a:gd name="connsiteX18" fmla="*/ 452217 w 851077"/>
                <a:gd name="connsiteY18" fmla="*/ 455165 h 765764"/>
                <a:gd name="connsiteX19" fmla="*/ 452628 w 851077"/>
                <a:gd name="connsiteY19" fmla="*/ 456057 h 765764"/>
                <a:gd name="connsiteX20" fmla="*/ 453039 w 851077"/>
                <a:gd name="connsiteY20" fmla="*/ 456880 h 765764"/>
                <a:gd name="connsiteX21" fmla="*/ 453451 w 851077"/>
                <a:gd name="connsiteY21" fmla="*/ 457703 h 765764"/>
                <a:gd name="connsiteX22" fmla="*/ 453451 w 851077"/>
                <a:gd name="connsiteY22" fmla="*/ 458114 h 765764"/>
                <a:gd name="connsiteX23" fmla="*/ 453862 w 851077"/>
                <a:gd name="connsiteY23" fmla="*/ 458937 h 765764"/>
                <a:gd name="connsiteX24" fmla="*/ 454685 w 851077"/>
                <a:gd name="connsiteY24" fmla="*/ 459760 h 765764"/>
                <a:gd name="connsiteX25" fmla="*/ 455097 w 851077"/>
                <a:gd name="connsiteY25" fmla="*/ 460583 h 765764"/>
                <a:gd name="connsiteX26" fmla="*/ 455508 w 851077"/>
                <a:gd name="connsiteY26" fmla="*/ 460995 h 765764"/>
                <a:gd name="connsiteX27" fmla="*/ 456400 w 851077"/>
                <a:gd name="connsiteY27" fmla="*/ 461886 h 765764"/>
                <a:gd name="connsiteX28" fmla="*/ 457223 w 851077"/>
                <a:gd name="connsiteY28" fmla="*/ 462709 h 765764"/>
                <a:gd name="connsiteX29" fmla="*/ 457223 w 851077"/>
                <a:gd name="connsiteY29" fmla="*/ 463121 h 765764"/>
                <a:gd name="connsiteX30" fmla="*/ 457634 w 851077"/>
                <a:gd name="connsiteY30" fmla="*/ 463532 h 765764"/>
                <a:gd name="connsiteX31" fmla="*/ 458046 w 851077"/>
                <a:gd name="connsiteY31" fmla="*/ 463532 h 765764"/>
                <a:gd name="connsiteX32" fmla="*/ 458869 w 851077"/>
                <a:gd name="connsiteY32" fmla="*/ 463944 h 765764"/>
                <a:gd name="connsiteX33" fmla="*/ 459280 w 851077"/>
                <a:gd name="connsiteY33" fmla="*/ 464355 h 765764"/>
                <a:gd name="connsiteX34" fmla="*/ 460103 w 851077"/>
                <a:gd name="connsiteY34" fmla="*/ 464767 h 765764"/>
                <a:gd name="connsiteX35" fmla="*/ 460514 w 851077"/>
                <a:gd name="connsiteY35" fmla="*/ 465178 h 765764"/>
                <a:gd name="connsiteX36" fmla="*/ 462640 w 851077"/>
                <a:gd name="connsiteY36" fmla="*/ 466001 h 765764"/>
                <a:gd name="connsiteX37" fmla="*/ 463052 w 851077"/>
                <a:gd name="connsiteY37" fmla="*/ 466413 h 765764"/>
                <a:gd name="connsiteX38" fmla="*/ 464698 w 851077"/>
                <a:gd name="connsiteY38" fmla="*/ 466413 h 765764"/>
                <a:gd name="connsiteX39" fmla="*/ 465933 w 851077"/>
                <a:gd name="connsiteY39" fmla="*/ 466824 h 765764"/>
                <a:gd name="connsiteX40" fmla="*/ 467167 w 851077"/>
                <a:gd name="connsiteY40" fmla="*/ 466824 h 765764"/>
                <a:gd name="connsiteX41" fmla="*/ 470116 w 851077"/>
                <a:gd name="connsiteY41" fmla="*/ 466824 h 765764"/>
                <a:gd name="connsiteX42" fmla="*/ 478826 w 851077"/>
                <a:gd name="connsiteY42" fmla="*/ 464767 h 765764"/>
                <a:gd name="connsiteX43" fmla="*/ 483009 w 851077"/>
                <a:gd name="connsiteY43" fmla="*/ 462709 h 765764"/>
                <a:gd name="connsiteX44" fmla="*/ 493022 w 851077"/>
                <a:gd name="connsiteY44" fmla="*/ 456880 h 765764"/>
                <a:gd name="connsiteX45" fmla="*/ 512978 w 851077"/>
                <a:gd name="connsiteY45" fmla="*/ 445221 h 765764"/>
                <a:gd name="connsiteX46" fmla="*/ 540410 w 851077"/>
                <a:gd name="connsiteY46" fmla="*/ 429379 h 765764"/>
                <a:gd name="connsiteX47" fmla="*/ 544594 w 851077"/>
                <a:gd name="connsiteY47" fmla="*/ 426911 h 765764"/>
                <a:gd name="connsiteX48" fmla="*/ 584576 w 851077"/>
                <a:gd name="connsiteY48" fmla="*/ 404005 h 765764"/>
                <a:gd name="connsiteX49" fmla="*/ 630319 w 851077"/>
                <a:gd name="connsiteY49" fmla="*/ 377327 h 765764"/>
                <a:gd name="connsiteX50" fmla="*/ 632033 w 851077"/>
                <a:gd name="connsiteY50" fmla="*/ 376504 h 765764"/>
                <a:gd name="connsiteX51" fmla="*/ 680039 w 851077"/>
                <a:gd name="connsiteY51" fmla="*/ 349072 h 765764"/>
                <a:gd name="connsiteX52" fmla="*/ 688749 w 851077"/>
                <a:gd name="connsiteY52" fmla="*/ 344066 h 765764"/>
                <a:gd name="connsiteX53" fmla="*/ 720433 w 851077"/>
                <a:gd name="connsiteY53" fmla="*/ 325755 h 765764"/>
                <a:gd name="connsiteX54" fmla="*/ 728731 w 851077"/>
                <a:gd name="connsiteY54" fmla="*/ 320749 h 765764"/>
                <a:gd name="connsiteX55" fmla="*/ 751637 w 851077"/>
                <a:gd name="connsiteY55" fmla="*/ 307444 h 765764"/>
                <a:gd name="connsiteX56" fmla="*/ 769536 w 851077"/>
                <a:gd name="connsiteY56" fmla="*/ 297020 h 765764"/>
                <a:gd name="connsiteX57" fmla="*/ 777903 w 851077"/>
                <a:gd name="connsiteY57" fmla="*/ 292425 h 765764"/>
                <a:gd name="connsiteX58" fmla="*/ 781195 w 851077"/>
                <a:gd name="connsiteY58" fmla="*/ 290368 h 765764"/>
                <a:gd name="connsiteX59" fmla="*/ 788053 w 851077"/>
                <a:gd name="connsiteY59" fmla="*/ 284539 h 765764"/>
                <a:gd name="connsiteX60" fmla="*/ 794293 w 851077"/>
                <a:gd name="connsiteY60" fmla="*/ 277681 h 765764"/>
                <a:gd name="connsiteX61" fmla="*/ 796008 w 851077"/>
                <a:gd name="connsiteY61" fmla="*/ 276035 h 765764"/>
                <a:gd name="connsiteX62" fmla="*/ 797243 w 851077"/>
                <a:gd name="connsiteY62" fmla="*/ 273909 h 765764"/>
                <a:gd name="connsiteX63" fmla="*/ 801837 w 851077"/>
                <a:gd name="connsiteY63" fmla="*/ 266022 h 765764"/>
                <a:gd name="connsiteX64" fmla="*/ 802660 w 851077"/>
                <a:gd name="connsiteY64" fmla="*/ 264787 h 765764"/>
                <a:gd name="connsiteX65" fmla="*/ 803072 w 851077"/>
                <a:gd name="connsiteY65" fmla="*/ 264376 h 765764"/>
                <a:gd name="connsiteX66" fmla="*/ 805129 w 851077"/>
                <a:gd name="connsiteY66" fmla="*/ 258958 h 765764"/>
                <a:gd name="connsiteX67" fmla="*/ 806432 w 851077"/>
                <a:gd name="connsiteY67" fmla="*/ 256421 h 765764"/>
                <a:gd name="connsiteX68" fmla="*/ 807255 w 851077"/>
                <a:gd name="connsiteY68" fmla="*/ 253540 h 765764"/>
                <a:gd name="connsiteX69" fmla="*/ 808490 w 851077"/>
                <a:gd name="connsiteY69" fmla="*/ 248945 h 765764"/>
                <a:gd name="connsiteX70" fmla="*/ 808901 w 851077"/>
                <a:gd name="connsiteY70" fmla="*/ 247711 h 765764"/>
                <a:gd name="connsiteX71" fmla="*/ 809313 w 851077"/>
                <a:gd name="connsiteY71" fmla="*/ 246477 h 765764"/>
                <a:gd name="connsiteX72" fmla="*/ 809313 w 851077"/>
                <a:gd name="connsiteY72" fmla="*/ 243870 h 765764"/>
                <a:gd name="connsiteX73" fmla="*/ 809724 w 851077"/>
                <a:gd name="connsiteY73" fmla="*/ 241402 h 765764"/>
                <a:gd name="connsiteX74" fmla="*/ 810136 w 851077"/>
                <a:gd name="connsiteY74" fmla="*/ 239756 h 765764"/>
                <a:gd name="connsiteX75" fmla="*/ 810136 w 851077"/>
                <a:gd name="connsiteY75" fmla="*/ 234749 h 765764"/>
                <a:gd name="connsiteX76" fmla="*/ 810136 w 851077"/>
                <a:gd name="connsiteY76" fmla="*/ 218496 h 765764"/>
                <a:gd name="connsiteX77" fmla="*/ 810136 w 851077"/>
                <a:gd name="connsiteY77" fmla="*/ 186400 h 765764"/>
                <a:gd name="connsiteX78" fmla="*/ 810136 w 851077"/>
                <a:gd name="connsiteY78" fmla="*/ 140246 h 765764"/>
                <a:gd name="connsiteX79" fmla="*/ 810136 w 851077"/>
                <a:gd name="connsiteY79" fmla="*/ 23317 h 765764"/>
                <a:gd name="connsiteX80" fmla="*/ 851078 w 851077"/>
                <a:gd name="connsiteY80" fmla="*/ 0 h 76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851077" h="765764">
                  <a:moveTo>
                    <a:pt x="851078" y="0"/>
                  </a:moveTo>
                  <a:lnTo>
                    <a:pt x="851078" y="289819"/>
                  </a:lnTo>
                  <a:cubicBezTo>
                    <a:pt x="732846" y="358125"/>
                    <a:pt x="614591" y="426407"/>
                    <a:pt x="496313" y="494668"/>
                  </a:cubicBezTo>
                  <a:lnTo>
                    <a:pt x="492199" y="497205"/>
                  </a:lnTo>
                  <a:cubicBezTo>
                    <a:pt x="337276" y="586359"/>
                    <a:pt x="181943" y="675513"/>
                    <a:pt x="27089" y="765764"/>
                  </a:cubicBezTo>
                  <a:lnTo>
                    <a:pt x="26678" y="765764"/>
                  </a:lnTo>
                  <a:lnTo>
                    <a:pt x="0" y="750334"/>
                  </a:lnTo>
                  <a:lnTo>
                    <a:pt x="0" y="727017"/>
                  </a:lnTo>
                  <a:lnTo>
                    <a:pt x="352295" y="523403"/>
                  </a:lnTo>
                  <a:lnTo>
                    <a:pt x="352295" y="287762"/>
                  </a:lnTo>
                  <a:cubicBezTo>
                    <a:pt x="385145" y="269039"/>
                    <a:pt x="418063" y="250248"/>
                    <a:pt x="450502" y="231115"/>
                  </a:cubicBezTo>
                  <a:lnTo>
                    <a:pt x="450502" y="416281"/>
                  </a:lnTo>
                  <a:cubicBezTo>
                    <a:pt x="450502" y="423139"/>
                    <a:pt x="450982" y="429997"/>
                    <a:pt x="450502" y="436855"/>
                  </a:cubicBezTo>
                  <a:lnTo>
                    <a:pt x="450502" y="447279"/>
                  </a:lnTo>
                  <a:cubicBezTo>
                    <a:pt x="450502" y="447690"/>
                    <a:pt x="450502" y="447690"/>
                    <a:pt x="450982" y="448102"/>
                  </a:cubicBezTo>
                  <a:cubicBezTo>
                    <a:pt x="451462" y="448513"/>
                    <a:pt x="450982" y="449748"/>
                    <a:pt x="450982" y="450639"/>
                  </a:cubicBezTo>
                  <a:cubicBezTo>
                    <a:pt x="451067" y="451514"/>
                    <a:pt x="451348" y="452358"/>
                    <a:pt x="451805" y="453108"/>
                  </a:cubicBezTo>
                  <a:lnTo>
                    <a:pt x="451805" y="453931"/>
                  </a:lnTo>
                  <a:cubicBezTo>
                    <a:pt x="452122" y="454259"/>
                    <a:pt x="452273" y="454713"/>
                    <a:pt x="452217" y="455165"/>
                  </a:cubicBezTo>
                  <a:cubicBezTo>
                    <a:pt x="452628" y="455577"/>
                    <a:pt x="452628" y="455577"/>
                    <a:pt x="452628" y="456057"/>
                  </a:cubicBezTo>
                  <a:cubicBezTo>
                    <a:pt x="452861" y="456272"/>
                    <a:pt x="453007" y="456565"/>
                    <a:pt x="453039" y="456880"/>
                  </a:cubicBezTo>
                  <a:cubicBezTo>
                    <a:pt x="453451" y="457291"/>
                    <a:pt x="453451" y="457291"/>
                    <a:pt x="453451" y="457703"/>
                  </a:cubicBezTo>
                  <a:lnTo>
                    <a:pt x="453451" y="458114"/>
                  </a:lnTo>
                  <a:cubicBezTo>
                    <a:pt x="453862" y="458114"/>
                    <a:pt x="453862" y="458526"/>
                    <a:pt x="453862" y="458937"/>
                  </a:cubicBezTo>
                  <a:cubicBezTo>
                    <a:pt x="453862" y="459349"/>
                    <a:pt x="454274" y="459349"/>
                    <a:pt x="454685" y="459760"/>
                  </a:cubicBezTo>
                  <a:cubicBezTo>
                    <a:pt x="454909" y="459982"/>
                    <a:pt x="455053" y="460271"/>
                    <a:pt x="455097" y="460583"/>
                  </a:cubicBezTo>
                  <a:lnTo>
                    <a:pt x="455508" y="460995"/>
                  </a:lnTo>
                  <a:cubicBezTo>
                    <a:pt x="455920" y="461406"/>
                    <a:pt x="455920" y="461886"/>
                    <a:pt x="456400" y="461886"/>
                  </a:cubicBezTo>
                  <a:cubicBezTo>
                    <a:pt x="456880" y="461886"/>
                    <a:pt x="456811" y="462709"/>
                    <a:pt x="457223" y="462709"/>
                  </a:cubicBezTo>
                  <a:lnTo>
                    <a:pt x="457223" y="463121"/>
                  </a:lnTo>
                  <a:cubicBezTo>
                    <a:pt x="457223" y="463348"/>
                    <a:pt x="457407" y="463532"/>
                    <a:pt x="457634" y="463532"/>
                  </a:cubicBezTo>
                  <a:lnTo>
                    <a:pt x="458046" y="463532"/>
                  </a:lnTo>
                  <a:cubicBezTo>
                    <a:pt x="458457" y="463944"/>
                    <a:pt x="458457" y="463944"/>
                    <a:pt x="458869" y="463944"/>
                  </a:cubicBezTo>
                  <a:lnTo>
                    <a:pt x="459280" y="464355"/>
                  </a:lnTo>
                  <a:cubicBezTo>
                    <a:pt x="459692" y="464355"/>
                    <a:pt x="459692" y="464767"/>
                    <a:pt x="460103" y="464767"/>
                  </a:cubicBezTo>
                  <a:lnTo>
                    <a:pt x="460514" y="465178"/>
                  </a:lnTo>
                  <a:cubicBezTo>
                    <a:pt x="461096" y="465708"/>
                    <a:pt x="461854" y="466002"/>
                    <a:pt x="462640" y="466001"/>
                  </a:cubicBezTo>
                  <a:lnTo>
                    <a:pt x="463052" y="466413"/>
                  </a:lnTo>
                  <a:lnTo>
                    <a:pt x="464698" y="466413"/>
                  </a:lnTo>
                  <a:cubicBezTo>
                    <a:pt x="465026" y="466730"/>
                    <a:pt x="465480" y="466881"/>
                    <a:pt x="465933" y="466824"/>
                  </a:cubicBezTo>
                  <a:lnTo>
                    <a:pt x="467167" y="466824"/>
                  </a:lnTo>
                  <a:cubicBezTo>
                    <a:pt x="468138" y="467038"/>
                    <a:pt x="469145" y="467038"/>
                    <a:pt x="470116" y="466824"/>
                  </a:cubicBezTo>
                  <a:cubicBezTo>
                    <a:pt x="473128" y="466730"/>
                    <a:pt x="476090" y="466031"/>
                    <a:pt x="478826" y="464767"/>
                  </a:cubicBezTo>
                  <a:cubicBezTo>
                    <a:pt x="480336" y="464348"/>
                    <a:pt x="481755" y="463650"/>
                    <a:pt x="483009" y="462709"/>
                  </a:cubicBezTo>
                  <a:cubicBezTo>
                    <a:pt x="486239" y="460589"/>
                    <a:pt x="489582" y="458643"/>
                    <a:pt x="493022" y="456880"/>
                  </a:cubicBezTo>
                  <a:cubicBezTo>
                    <a:pt x="499262" y="452697"/>
                    <a:pt x="506326" y="448925"/>
                    <a:pt x="512978" y="445221"/>
                  </a:cubicBezTo>
                  <a:cubicBezTo>
                    <a:pt x="522168" y="440215"/>
                    <a:pt x="531289" y="434797"/>
                    <a:pt x="540410" y="429379"/>
                  </a:cubicBezTo>
                  <a:cubicBezTo>
                    <a:pt x="541645" y="428556"/>
                    <a:pt x="543291" y="427733"/>
                    <a:pt x="544594" y="426911"/>
                  </a:cubicBezTo>
                  <a:cubicBezTo>
                    <a:pt x="557898" y="419367"/>
                    <a:pt x="571203" y="411480"/>
                    <a:pt x="584576" y="404005"/>
                  </a:cubicBezTo>
                  <a:cubicBezTo>
                    <a:pt x="599938" y="395227"/>
                    <a:pt x="614957" y="386517"/>
                    <a:pt x="630319" y="377327"/>
                  </a:cubicBezTo>
                  <a:cubicBezTo>
                    <a:pt x="630959" y="377228"/>
                    <a:pt x="631555" y="376941"/>
                    <a:pt x="632033" y="376504"/>
                  </a:cubicBezTo>
                  <a:cubicBezTo>
                    <a:pt x="648218" y="367314"/>
                    <a:pt x="664060" y="358193"/>
                    <a:pt x="680039" y="349072"/>
                  </a:cubicBezTo>
                  <a:lnTo>
                    <a:pt x="688749" y="344066"/>
                  </a:lnTo>
                  <a:cubicBezTo>
                    <a:pt x="699173" y="337825"/>
                    <a:pt x="710009" y="331584"/>
                    <a:pt x="720433" y="325755"/>
                  </a:cubicBezTo>
                  <a:cubicBezTo>
                    <a:pt x="723313" y="324109"/>
                    <a:pt x="725851" y="322463"/>
                    <a:pt x="728731" y="320749"/>
                  </a:cubicBezTo>
                  <a:cubicBezTo>
                    <a:pt x="736686" y="316634"/>
                    <a:pt x="744162" y="312039"/>
                    <a:pt x="751637" y="307444"/>
                  </a:cubicBezTo>
                  <a:cubicBezTo>
                    <a:pt x="757466" y="304152"/>
                    <a:pt x="763295" y="300586"/>
                    <a:pt x="769536" y="297020"/>
                  </a:cubicBezTo>
                  <a:cubicBezTo>
                    <a:pt x="772074" y="295374"/>
                    <a:pt x="774954" y="294140"/>
                    <a:pt x="777903" y="292425"/>
                  </a:cubicBezTo>
                  <a:lnTo>
                    <a:pt x="781195" y="290368"/>
                  </a:lnTo>
                  <a:cubicBezTo>
                    <a:pt x="783654" y="288638"/>
                    <a:pt x="785949" y="286687"/>
                    <a:pt x="788053" y="284539"/>
                  </a:cubicBezTo>
                  <a:cubicBezTo>
                    <a:pt x="790367" y="282477"/>
                    <a:pt x="792458" y="280178"/>
                    <a:pt x="794293" y="277681"/>
                  </a:cubicBezTo>
                  <a:cubicBezTo>
                    <a:pt x="794974" y="277259"/>
                    <a:pt x="795559" y="276698"/>
                    <a:pt x="796008" y="276035"/>
                  </a:cubicBezTo>
                  <a:cubicBezTo>
                    <a:pt x="796420" y="275212"/>
                    <a:pt x="796831" y="274731"/>
                    <a:pt x="797243" y="273909"/>
                  </a:cubicBezTo>
                  <a:cubicBezTo>
                    <a:pt x="798926" y="271372"/>
                    <a:pt x="800461" y="268738"/>
                    <a:pt x="801837" y="266022"/>
                  </a:cubicBezTo>
                  <a:cubicBezTo>
                    <a:pt x="802249" y="265610"/>
                    <a:pt x="802660" y="265199"/>
                    <a:pt x="802660" y="264787"/>
                  </a:cubicBezTo>
                  <a:cubicBezTo>
                    <a:pt x="802887" y="264787"/>
                    <a:pt x="803072" y="264603"/>
                    <a:pt x="803072" y="264376"/>
                  </a:cubicBezTo>
                  <a:cubicBezTo>
                    <a:pt x="803858" y="262609"/>
                    <a:pt x="804545" y="260801"/>
                    <a:pt x="805129" y="258958"/>
                  </a:cubicBezTo>
                  <a:cubicBezTo>
                    <a:pt x="805540" y="258135"/>
                    <a:pt x="805952" y="257244"/>
                    <a:pt x="806432" y="256421"/>
                  </a:cubicBezTo>
                  <a:cubicBezTo>
                    <a:pt x="806513" y="255416"/>
                    <a:pt x="806792" y="254437"/>
                    <a:pt x="807255" y="253540"/>
                  </a:cubicBezTo>
                  <a:cubicBezTo>
                    <a:pt x="807667" y="251826"/>
                    <a:pt x="808078" y="250591"/>
                    <a:pt x="808490" y="248945"/>
                  </a:cubicBezTo>
                  <a:cubicBezTo>
                    <a:pt x="808490" y="248534"/>
                    <a:pt x="808901" y="248122"/>
                    <a:pt x="808901" y="247711"/>
                  </a:cubicBezTo>
                  <a:cubicBezTo>
                    <a:pt x="808845" y="247258"/>
                    <a:pt x="808996" y="246805"/>
                    <a:pt x="809313" y="246477"/>
                  </a:cubicBezTo>
                  <a:lnTo>
                    <a:pt x="809313" y="243870"/>
                  </a:lnTo>
                  <a:cubicBezTo>
                    <a:pt x="809648" y="243093"/>
                    <a:pt x="809789" y="242246"/>
                    <a:pt x="809724" y="241402"/>
                  </a:cubicBezTo>
                  <a:cubicBezTo>
                    <a:pt x="809724" y="240579"/>
                    <a:pt x="809724" y="240167"/>
                    <a:pt x="810136" y="239756"/>
                  </a:cubicBezTo>
                  <a:lnTo>
                    <a:pt x="810136" y="234749"/>
                  </a:lnTo>
                  <a:cubicBezTo>
                    <a:pt x="810547" y="229332"/>
                    <a:pt x="810136" y="223914"/>
                    <a:pt x="810136" y="218496"/>
                  </a:cubicBezTo>
                  <a:cubicBezTo>
                    <a:pt x="809724" y="207660"/>
                    <a:pt x="810136" y="196825"/>
                    <a:pt x="810136" y="186400"/>
                  </a:cubicBezTo>
                  <a:cubicBezTo>
                    <a:pt x="810547" y="171039"/>
                    <a:pt x="810136" y="155608"/>
                    <a:pt x="810136" y="140246"/>
                  </a:cubicBezTo>
                  <a:lnTo>
                    <a:pt x="810136" y="23317"/>
                  </a:lnTo>
                  <a:cubicBezTo>
                    <a:pt x="824057" y="15842"/>
                    <a:pt x="837362" y="7955"/>
                    <a:pt x="851078" y="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FEE393C-2458-BBA7-250A-716BA43DF0BC}"/>
                </a:ext>
              </a:extLst>
            </p:cNvPr>
            <p:cNvSpPr/>
            <p:nvPr/>
          </p:nvSpPr>
          <p:spPr>
            <a:xfrm>
              <a:off x="4283890" y="2302539"/>
              <a:ext cx="1112779" cy="288481"/>
            </a:xfrm>
            <a:custGeom>
              <a:avLst/>
              <a:gdLst>
                <a:gd name="connsiteX0" fmla="*/ 708157 w 1112779"/>
                <a:gd name="connsiteY0" fmla="*/ 54487 h 288481"/>
                <a:gd name="connsiteX1" fmla="*/ 674827 w 1112779"/>
                <a:gd name="connsiteY1" fmla="*/ 35353 h 288481"/>
                <a:gd name="connsiteX2" fmla="*/ 666529 w 1112779"/>
                <a:gd name="connsiteY2" fmla="*/ 30758 h 288481"/>
                <a:gd name="connsiteX3" fmla="*/ 659671 w 1112779"/>
                <a:gd name="connsiteY3" fmla="*/ 26986 h 288481"/>
                <a:gd name="connsiteX4" fmla="*/ 648904 w 1112779"/>
                <a:gd name="connsiteY4" fmla="*/ 21157 h 288481"/>
                <a:gd name="connsiteX5" fmla="*/ 598909 w 1112779"/>
                <a:gd name="connsiteY5" fmla="*/ 5383 h 288481"/>
                <a:gd name="connsiteX6" fmla="*/ 489181 w 1112779"/>
                <a:gd name="connsiteY6" fmla="*/ 4972 h 288481"/>
                <a:gd name="connsiteX7" fmla="*/ 439255 w 1112779"/>
                <a:gd name="connsiteY7" fmla="*/ 20745 h 288481"/>
                <a:gd name="connsiteX8" fmla="*/ 428008 w 1112779"/>
                <a:gd name="connsiteY8" fmla="*/ 26163 h 288481"/>
                <a:gd name="connsiteX9" fmla="*/ 422178 w 1112779"/>
                <a:gd name="connsiteY9" fmla="*/ 29935 h 288481"/>
                <a:gd name="connsiteX10" fmla="*/ 413812 w 1112779"/>
                <a:gd name="connsiteY10" fmla="*/ 34530 h 288481"/>
                <a:gd name="connsiteX11" fmla="*/ 380551 w 1112779"/>
                <a:gd name="connsiteY11" fmla="*/ 53664 h 288481"/>
                <a:gd name="connsiteX12" fmla="*/ 247711 w 1112779"/>
                <a:gd name="connsiteY12" fmla="*/ 130268 h 288481"/>
                <a:gd name="connsiteX13" fmla="*/ 151699 w 1112779"/>
                <a:gd name="connsiteY13" fmla="*/ 185680 h 288481"/>
                <a:gd name="connsiteX14" fmla="*/ 137 w 1112779"/>
                <a:gd name="connsiteY14" fmla="*/ 273531 h 288481"/>
                <a:gd name="connsiteX15" fmla="*/ 2675 w 1112779"/>
                <a:gd name="connsiteY15" fmla="*/ 277646 h 288481"/>
                <a:gd name="connsiteX16" fmla="*/ 4321 w 1112779"/>
                <a:gd name="connsiteY16" fmla="*/ 286013 h 288481"/>
                <a:gd name="connsiteX17" fmla="*/ 0 w 1112779"/>
                <a:gd name="connsiteY17" fmla="*/ 288482 h 288481"/>
                <a:gd name="connsiteX18" fmla="*/ 1112779 w 1112779"/>
                <a:gd name="connsiteY18" fmla="*/ 288482 h 28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12779" h="288481">
                  <a:moveTo>
                    <a:pt x="708157" y="54487"/>
                  </a:moveTo>
                  <a:cubicBezTo>
                    <a:pt x="696910" y="48246"/>
                    <a:pt x="686074" y="41594"/>
                    <a:pt x="674827" y="35353"/>
                  </a:cubicBezTo>
                  <a:cubicBezTo>
                    <a:pt x="672202" y="33580"/>
                    <a:pt x="669425" y="32042"/>
                    <a:pt x="666529" y="30758"/>
                  </a:cubicBezTo>
                  <a:cubicBezTo>
                    <a:pt x="664378" y="29269"/>
                    <a:pt x="662080" y="28006"/>
                    <a:pt x="659671" y="26986"/>
                  </a:cubicBezTo>
                  <a:cubicBezTo>
                    <a:pt x="656204" y="24826"/>
                    <a:pt x="652608" y="22879"/>
                    <a:pt x="648904" y="21157"/>
                  </a:cubicBezTo>
                  <a:cubicBezTo>
                    <a:pt x="632934" y="13907"/>
                    <a:pt x="616148" y="8611"/>
                    <a:pt x="598909" y="5383"/>
                  </a:cubicBezTo>
                  <a:cubicBezTo>
                    <a:pt x="562685" y="-1653"/>
                    <a:pt x="525458" y="-1793"/>
                    <a:pt x="489181" y="4972"/>
                  </a:cubicBezTo>
                  <a:cubicBezTo>
                    <a:pt x="472010" y="8380"/>
                    <a:pt x="455267" y="13670"/>
                    <a:pt x="439255" y="20745"/>
                  </a:cubicBezTo>
                  <a:cubicBezTo>
                    <a:pt x="435483" y="22460"/>
                    <a:pt x="431711" y="24517"/>
                    <a:pt x="428008" y="26163"/>
                  </a:cubicBezTo>
                  <a:cubicBezTo>
                    <a:pt x="426293" y="27398"/>
                    <a:pt x="424647" y="28289"/>
                    <a:pt x="422178" y="29935"/>
                  </a:cubicBezTo>
                  <a:cubicBezTo>
                    <a:pt x="419247" y="31192"/>
                    <a:pt x="416445" y="32730"/>
                    <a:pt x="413812" y="34530"/>
                  </a:cubicBezTo>
                  <a:cubicBezTo>
                    <a:pt x="402565" y="40771"/>
                    <a:pt x="391317" y="47423"/>
                    <a:pt x="380551" y="53664"/>
                  </a:cubicBezTo>
                  <a:cubicBezTo>
                    <a:pt x="335974" y="79450"/>
                    <a:pt x="291694" y="104985"/>
                    <a:pt x="247711" y="130268"/>
                  </a:cubicBezTo>
                  <a:cubicBezTo>
                    <a:pt x="215616" y="148990"/>
                    <a:pt x="183589" y="167301"/>
                    <a:pt x="151699" y="185680"/>
                  </a:cubicBezTo>
                  <a:cubicBezTo>
                    <a:pt x="101361" y="214827"/>
                    <a:pt x="50955" y="243973"/>
                    <a:pt x="137" y="273531"/>
                  </a:cubicBezTo>
                  <a:cubicBezTo>
                    <a:pt x="1379" y="274615"/>
                    <a:pt x="2264" y="276050"/>
                    <a:pt x="2675" y="277646"/>
                  </a:cubicBezTo>
                  <a:cubicBezTo>
                    <a:pt x="3656" y="280332"/>
                    <a:pt x="4212" y="283155"/>
                    <a:pt x="4321" y="286013"/>
                  </a:cubicBezTo>
                  <a:lnTo>
                    <a:pt x="0" y="288482"/>
                  </a:lnTo>
                  <a:lnTo>
                    <a:pt x="1112779" y="288482"/>
                  </a:ln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A2F181C-4C4B-852C-99D0-72BEE7FE43EA}"/>
                </a:ext>
              </a:extLst>
            </p:cNvPr>
            <p:cNvSpPr/>
            <p:nvPr/>
          </p:nvSpPr>
          <p:spPr>
            <a:xfrm>
              <a:off x="2814152" y="4034492"/>
              <a:ext cx="2080168" cy="560016"/>
            </a:xfrm>
            <a:custGeom>
              <a:avLst/>
              <a:gdLst>
                <a:gd name="connsiteX0" fmla="*/ 344340 w 2080168"/>
                <a:gd name="connsiteY0" fmla="*/ 198745 h 560016"/>
                <a:gd name="connsiteX1" fmla="*/ 875629 w 2080168"/>
                <a:gd name="connsiteY1" fmla="*/ 505572 h 560016"/>
                <a:gd name="connsiteX2" fmla="*/ 883585 w 2080168"/>
                <a:gd name="connsiteY2" fmla="*/ 510167 h 560016"/>
                <a:gd name="connsiteX3" fmla="*/ 908959 w 2080168"/>
                <a:gd name="connsiteY3" fmla="*/ 524774 h 560016"/>
                <a:gd name="connsiteX4" fmla="*/ 917326 w 2080168"/>
                <a:gd name="connsiteY4" fmla="*/ 529300 h 560016"/>
                <a:gd name="connsiteX5" fmla="*/ 924184 w 2080168"/>
                <a:gd name="connsiteY5" fmla="*/ 533072 h 560016"/>
                <a:gd name="connsiteX6" fmla="*/ 935431 w 2080168"/>
                <a:gd name="connsiteY6" fmla="*/ 538901 h 560016"/>
                <a:gd name="connsiteX7" fmla="*/ 984946 w 2080168"/>
                <a:gd name="connsiteY7" fmla="*/ 554743 h 560016"/>
                <a:gd name="connsiteX8" fmla="*/ 1094674 w 2080168"/>
                <a:gd name="connsiteY8" fmla="*/ 554743 h 560016"/>
                <a:gd name="connsiteX9" fmla="*/ 1144669 w 2080168"/>
                <a:gd name="connsiteY9" fmla="*/ 539313 h 560016"/>
                <a:gd name="connsiteX10" fmla="*/ 1155916 w 2080168"/>
                <a:gd name="connsiteY10" fmla="*/ 533896 h 560016"/>
                <a:gd name="connsiteX11" fmla="*/ 1162157 w 2080168"/>
                <a:gd name="connsiteY11" fmla="*/ 530192 h 560016"/>
                <a:gd name="connsiteX12" fmla="*/ 1170455 w 2080168"/>
                <a:gd name="connsiteY12" fmla="*/ 525597 h 560016"/>
                <a:gd name="connsiteX13" fmla="*/ 1203373 w 2080168"/>
                <a:gd name="connsiteY13" fmla="*/ 506464 h 560016"/>
                <a:gd name="connsiteX14" fmla="*/ 1336144 w 2080168"/>
                <a:gd name="connsiteY14" fmla="*/ 429380 h 560016"/>
                <a:gd name="connsiteX15" fmla="*/ 2080169 w 2080168"/>
                <a:gd name="connsiteY15" fmla="*/ 0 h 560016"/>
                <a:gd name="connsiteX16" fmla="*/ 0 w 2080168"/>
                <a:gd name="connsiteY16" fmla="*/ 0 h 560016"/>
                <a:gd name="connsiteX17" fmla="*/ 344340 w 2080168"/>
                <a:gd name="connsiteY17" fmla="*/ 198745 h 560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80168" h="560016">
                  <a:moveTo>
                    <a:pt x="344340" y="198745"/>
                  </a:moveTo>
                  <a:cubicBezTo>
                    <a:pt x="521368" y="300746"/>
                    <a:pt x="698465" y="403022"/>
                    <a:pt x="875629" y="505572"/>
                  </a:cubicBezTo>
                  <a:cubicBezTo>
                    <a:pt x="878167" y="507286"/>
                    <a:pt x="881047" y="508521"/>
                    <a:pt x="883585" y="510167"/>
                  </a:cubicBezTo>
                  <a:cubicBezTo>
                    <a:pt x="891883" y="514761"/>
                    <a:pt x="900250" y="519768"/>
                    <a:pt x="908959" y="524774"/>
                  </a:cubicBezTo>
                  <a:cubicBezTo>
                    <a:pt x="911497" y="526420"/>
                    <a:pt x="914377" y="527655"/>
                    <a:pt x="917326" y="529300"/>
                  </a:cubicBezTo>
                  <a:cubicBezTo>
                    <a:pt x="919450" y="530833"/>
                    <a:pt x="921753" y="532099"/>
                    <a:pt x="924184" y="533072"/>
                  </a:cubicBezTo>
                  <a:cubicBezTo>
                    <a:pt x="927747" y="535356"/>
                    <a:pt x="931512" y="537307"/>
                    <a:pt x="935431" y="538901"/>
                  </a:cubicBezTo>
                  <a:cubicBezTo>
                    <a:pt x="951288" y="546027"/>
                    <a:pt x="967898" y="551342"/>
                    <a:pt x="984946" y="554743"/>
                  </a:cubicBezTo>
                  <a:cubicBezTo>
                    <a:pt x="1021184" y="561775"/>
                    <a:pt x="1058436" y="561775"/>
                    <a:pt x="1094674" y="554743"/>
                  </a:cubicBezTo>
                  <a:cubicBezTo>
                    <a:pt x="1111892" y="551599"/>
                    <a:pt x="1128674" y="546419"/>
                    <a:pt x="1144669" y="539313"/>
                  </a:cubicBezTo>
                  <a:cubicBezTo>
                    <a:pt x="1148372" y="537667"/>
                    <a:pt x="1152144" y="535610"/>
                    <a:pt x="1155916" y="533896"/>
                  </a:cubicBezTo>
                  <a:cubicBezTo>
                    <a:pt x="1157913" y="532526"/>
                    <a:pt x="1159998" y="531289"/>
                    <a:pt x="1162157" y="530192"/>
                  </a:cubicBezTo>
                  <a:cubicBezTo>
                    <a:pt x="1164626" y="528477"/>
                    <a:pt x="1167575" y="527243"/>
                    <a:pt x="1170455" y="525597"/>
                  </a:cubicBezTo>
                  <a:cubicBezTo>
                    <a:pt x="1181291" y="518739"/>
                    <a:pt x="1192538" y="512704"/>
                    <a:pt x="1203373" y="506464"/>
                  </a:cubicBezTo>
                  <a:cubicBezTo>
                    <a:pt x="1247882" y="480609"/>
                    <a:pt x="1292047" y="455234"/>
                    <a:pt x="1336144" y="429380"/>
                  </a:cubicBezTo>
                  <a:cubicBezTo>
                    <a:pt x="1584221" y="286322"/>
                    <a:pt x="1832229" y="143195"/>
                    <a:pt x="2080169" y="0"/>
                  </a:cubicBezTo>
                  <a:lnTo>
                    <a:pt x="0" y="0"/>
                  </a:lnTo>
                  <a:cubicBezTo>
                    <a:pt x="114712" y="66202"/>
                    <a:pt x="229492" y="132451"/>
                    <a:pt x="344340" y="198745"/>
                  </a:cubicBezTo>
                  <a:close/>
                </a:path>
              </a:pathLst>
            </a:custGeom>
            <a:solidFill>
              <a:srgbClr val="4F4F5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396A395-3322-2006-0306-C5EA7D5F6679}"/>
                </a:ext>
              </a:extLst>
            </p:cNvPr>
            <p:cNvSpPr/>
            <p:nvPr/>
          </p:nvSpPr>
          <p:spPr>
            <a:xfrm>
              <a:off x="2356193" y="3666355"/>
              <a:ext cx="3175442" cy="367794"/>
            </a:xfrm>
            <a:custGeom>
              <a:avLst/>
              <a:gdLst>
                <a:gd name="connsiteX0" fmla="*/ 30364 w 3175442"/>
                <a:gd name="connsiteY0" fmla="*/ 6858 h 367794"/>
                <a:gd name="connsiteX1" fmla="*/ 16099 w 3175442"/>
                <a:gd name="connsiteY1" fmla="*/ 21397 h 367794"/>
                <a:gd name="connsiteX2" fmla="*/ 1080 w 3175442"/>
                <a:gd name="connsiteY2" fmla="*/ 52189 h 367794"/>
                <a:gd name="connsiteX3" fmla="*/ 25220 w 3175442"/>
                <a:gd name="connsiteY3" fmla="*/ 113911 h 367794"/>
                <a:gd name="connsiteX4" fmla="*/ 42708 w 3175442"/>
                <a:gd name="connsiteY4" fmla="*/ 127627 h 367794"/>
                <a:gd name="connsiteX5" fmla="*/ 47714 w 3175442"/>
                <a:gd name="connsiteY5" fmla="*/ 130577 h 367794"/>
                <a:gd name="connsiteX6" fmla="*/ 55190 w 3175442"/>
                <a:gd name="connsiteY6" fmla="*/ 134760 h 367794"/>
                <a:gd name="connsiteX7" fmla="*/ 71854 w 3175442"/>
                <a:gd name="connsiteY7" fmla="*/ 144704 h 367794"/>
                <a:gd name="connsiteX8" fmla="*/ 138034 w 3175442"/>
                <a:gd name="connsiteY8" fmla="*/ 183040 h 367794"/>
                <a:gd name="connsiteX9" fmla="*/ 270874 w 3175442"/>
                <a:gd name="connsiteY9" fmla="*/ 259644 h 367794"/>
                <a:gd name="connsiteX10" fmla="*/ 458234 w 3175442"/>
                <a:gd name="connsiteY10" fmla="*/ 367795 h 367794"/>
                <a:gd name="connsiteX11" fmla="*/ 2538129 w 3175442"/>
                <a:gd name="connsiteY11" fmla="*/ 367795 h 367794"/>
                <a:gd name="connsiteX12" fmla="*/ 3175442 w 3175442"/>
                <a:gd name="connsiteY12" fmla="*/ 0 h 367794"/>
                <a:gd name="connsiteX13" fmla="*/ 38936 w 3175442"/>
                <a:gd name="connsiteY13" fmla="*/ 0 h 367794"/>
                <a:gd name="connsiteX14" fmla="*/ 30364 w 3175442"/>
                <a:gd name="connsiteY14" fmla="*/ 6858 h 3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75442" h="367794">
                  <a:moveTo>
                    <a:pt x="30364" y="6858"/>
                  </a:moveTo>
                  <a:cubicBezTo>
                    <a:pt x="25096" y="11173"/>
                    <a:pt x="20313" y="16047"/>
                    <a:pt x="16099" y="21397"/>
                  </a:cubicBezTo>
                  <a:cubicBezTo>
                    <a:pt x="8634" y="30268"/>
                    <a:pt x="3476" y="40845"/>
                    <a:pt x="1080" y="52189"/>
                  </a:cubicBezTo>
                  <a:cubicBezTo>
                    <a:pt x="-3103" y="73449"/>
                    <a:pt x="4852" y="95532"/>
                    <a:pt x="25220" y="113911"/>
                  </a:cubicBezTo>
                  <a:cubicBezTo>
                    <a:pt x="30606" y="119022"/>
                    <a:pt x="36461" y="123614"/>
                    <a:pt x="42708" y="127627"/>
                  </a:cubicBezTo>
                  <a:cubicBezTo>
                    <a:pt x="44354" y="128519"/>
                    <a:pt x="46068" y="129754"/>
                    <a:pt x="47714" y="130577"/>
                  </a:cubicBezTo>
                  <a:cubicBezTo>
                    <a:pt x="50050" y="132232"/>
                    <a:pt x="52556" y="133635"/>
                    <a:pt x="55190" y="134760"/>
                  </a:cubicBezTo>
                  <a:cubicBezTo>
                    <a:pt x="60607" y="138052"/>
                    <a:pt x="66025" y="141618"/>
                    <a:pt x="71854" y="144704"/>
                  </a:cubicBezTo>
                  <a:cubicBezTo>
                    <a:pt x="93937" y="157254"/>
                    <a:pt x="116020" y="170147"/>
                    <a:pt x="138034" y="183040"/>
                  </a:cubicBezTo>
                  <a:cubicBezTo>
                    <a:pt x="182611" y="208415"/>
                    <a:pt x="226891" y="233949"/>
                    <a:pt x="270874" y="259644"/>
                  </a:cubicBezTo>
                  <a:cubicBezTo>
                    <a:pt x="333419" y="295580"/>
                    <a:pt x="395872" y="331630"/>
                    <a:pt x="458234" y="367795"/>
                  </a:cubicBezTo>
                  <a:lnTo>
                    <a:pt x="2538129" y="367795"/>
                  </a:lnTo>
                  <a:lnTo>
                    <a:pt x="3175442" y="0"/>
                  </a:lnTo>
                  <a:lnTo>
                    <a:pt x="38936" y="0"/>
                  </a:lnTo>
                  <a:cubicBezTo>
                    <a:pt x="35713" y="2675"/>
                    <a:pt x="32832" y="4801"/>
                    <a:pt x="30364" y="6858"/>
                  </a:cubicBez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63A2B69-6356-5D02-E4E8-C31BC35E7F0E}"/>
                </a:ext>
              </a:extLst>
            </p:cNvPr>
            <p:cNvSpPr/>
            <p:nvPr/>
          </p:nvSpPr>
          <p:spPr>
            <a:xfrm>
              <a:off x="2395129" y="3195005"/>
              <a:ext cx="3924010" cy="471556"/>
            </a:xfrm>
            <a:custGeom>
              <a:avLst/>
              <a:gdLst>
                <a:gd name="connsiteX0" fmla="*/ 3914547 w 3924010"/>
                <a:gd name="connsiteY0" fmla="*/ 14539 h 471556"/>
                <a:gd name="connsiteX1" fmla="*/ 3924011 w 3924010"/>
                <a:gd name="connsiteY1" fmla="*/ 0 h 471556"/>
                <a:gd name="connsiteX2" fmla="*/ 816856 w 3924010"/>
                <a:gd name="connsiteY2" fmla="*/ 0 h 471556"/>
                <a:gd name="connsiteX3" fmla="*/ 750471 w 3924010"/>
                <a:gd name="connsiteY3" fmla="*/ 38268 h 471556"/>
                <a:gd name="connsiteX4" fmla="*/ 752597 w 3924010"/>
                <a:gd name="connsiteY4" fmla="*/ 42451 h 471556"/>
                <a:gd name="connsiteX5" fmla="*/ 754243 w 3924010"/>
                <a:gd name="connsiteY5" fmla="*/ 50749 h 471556"/>
                <a:gd name="connsiteX6" fmla="*/ 498371 w 3924010"/>
                <a:gd name="connsiteY6" fmla="*/ 198402 h 471556"/>
                <a:gd name="connsiteX7" fmla="*/ 485066 w 3924010"/>
                <a:gd name="connsiteY7" fmla="*/ 190858 h 471556"/>
                <a:gd name="connsiteX8" fmla="*/ 325138 w 3924010"/>
                <a:gd name="connsiteY8" fmla="*/ 283304 h 471556"/>
                <a:gd name="connsiteX9" fmla="*/ 324726 w 3924010"/>
                <a:gd name="connsiteY9" fmla="*/ 283715 h 471556"/>
                <a:gd name="connsiteX10" fmla="*/ 324315 w 3924010"/>
                <a:gd name="connsiteY10" fmla="*/ 283715 h 471556"/>
                <a:gd name="connsiteX11" fmla="*/ 9944 w 3924010"/>
                <a:gd name="connsiteY11" fmla="*/ 465315 h 471556"/>
                <a:gd name="connsiteX12" fmla="*/ 4938 w 3924010"/>
                <a:gd name="connsiteY12" fmla="*/ 468607 h 471556"/>
                <a:gd name="connsiteX13" fmla="*/ 0 w 3924010"/>
                <a:gd name="connsiteY13" fmla="*/ 471556 h 471556"/>
                <a:gd name="connsiteX14" fmla="*/ 0 w 3924010"/>
                <a:gd name="connsiteY14" fmla="*/ 471556 h 471556"/>
                <a:gd name="connsiteX15" fmla="*/ 3136506 w 3924010"/>
                <a:gd name="connsiteY15" fmla="*/ 471556 h 471556"/>
                <a:gd name="connsiteX16" fmla="*/ 3881217 w 3924010"/>
                <a:gd name="connsiteY16" fmla="*/ 41971 h 471556"/>
                <a:gd name="connsiteX17" fmla="*/ 3914547 w 3924010"/>
                <a:gd name="connsiteY17" fmla="*/ 14539 h 471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924010" h="471556">
                  <a:moveTo>
                    <a:pt x="3914547" y="14539"/>
                  </a:moveTo>
                  <a:cubicBezTo>
                    <a:pt x="3918243" y="10068"/>
                    <a:pt x="3921418" y="5190"/>
                    <a:pt x="3924011" y="0"/>
                  </a:cubicBezTo>
                  <a:lnTo>
                    <a:pt x="816856" y="0"/>
                  </a:lnTo>
                  <a:lnTo>
                    <a:pt x="750471" y="38268"/>
                  </a:lnTo>
                  <a:cubicBezTo>
                    <a:pt x="751394" y="39542"/>
                    <a:pt x="752112" y="40954"/>
                    <a:pt x="752597" y="42451"/>
                  </a:cubicBezTo>
                  <a:cubicBezTo>
                    <a:pt x="753501" y="45134"/>
                    <a:pt x="754054" y="47924"/>
                    <a:pt x="754243" y="50749"/>
                  </a:cubicBezTo>
                  <a:cubicBezTo>
                    <a:pt x="668884" y="100218"/>
                    <a:pt x="583593" y="149436"/>
                    <a:pt x="498371" y="198402"/>
                  </a:cubicBezTo>
                  <a:lnTo>
                    <a:pt x="485066" y="190858"/>
                  </a:lnTo>
                  <a:cubicBezTo>
                    <a:pt x="431780" y="221719"/>
                    <a:pt x="378013" y="252580"/>
                    <a:pt x="325138" y="283304"/>
                  </a:cubicBezTo>
                  <a:cubicBezTo>
                    <a:pt x="325138" y="283531"/>
                    <a:pt x="324954" y="283715"/>
                    <a:pt x="324726" y="283715"/>
                  </a:cubicBezTo>
                  <a:lnTo>
                    <a:pt x="324315" y="283715"/>
                  </a:lnTo>
                  <a:cubicBezTo>
                    <a:pt x="219159" y="344111"/>
                    <a:pt x="114369" y="404645"/>
                    <a:pt x="9944" y="465315"/>
                  </a:cubicBezTo>
                  <a:cubicBezTo>
                    <a:pt x="7475" y="466961"/>
                    <a:pt x="6652" y="467373"/>
                    <a:pt x="4938" y="468607"/>
                  </a:cubicBezTo>
                  <a:cubicBezTo>
                    <a:pt x="3223" y="469842"/>
                    <a:pt x="1646" y="470665"/>
                    <a:pt x="0" y="471556"/>
                  </a:cubicBezTo>
                  <a:lnTo>
                    <a:pt x="0" y="471556"/>
                  </a:lnTo>
                  <a:lnTo>
                    <a:pt x="3136506" y="471556"/>
                  </a:lnTo>
                  <a:cubicBezTo>
                    <a:pt x="3384857" y="328315"/>
                    <a:pt x="3633094" y="185120"/>
                    <a:pt x="3881217" y="41971"/>
                  </a:cubicBezTo>
                  <a:cubicBezTo>
                    <a:pt x="3893906" y="34934"/>
                    <a:pt x="3905201" y="25638"/>
                    <a:pt x="3914547" y="14539"/>
                  </a:cubicBezTo>
                  <a:close/>
                </a:path>
              </a:pathLst>
            </a:custGeom>
            <a:solidFill>
              <a:srgbClr val="4F4F5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45F127A-3691-E803-1EE6-62097AE13D45}"/>
                </a:ext>
              </a:extLst>
            </p:cNvPr>
            <p:cNvSpPr/>
            <p:nvPr/>
          </p:nvSpPr>
          <p:spPr>
            <a:xfrm>
              <a:off x="3910952" y="2591020"/>
              <a:ext cx="1954530" cy="270616"/>
            </a:xfrm>
            <a:custGeom>
              <a:avLst/>
              <a:gdLst>
                <a:gd name="connsiteX0" fmla="*/ 1612179 w 1954530"/>
                <a:gd name="connsiteY0" fmla="*/ 72901 h 270616"/>
                <a:gd name="connsiteX1" fmla="*/ 1485717 w 1954530"/>
                <a:gd name="connsiteY1" fmla="*/ 0 h 270616"/>
                <a:gd name="connsiteX2" fmla="*/ 372458 w 1954530"/>
                <a:gd name="connsiteY2" fmla="*/ 0 h 270616"/>
                <a:gd name="connsiteX3" fmla="*/ 120975 w 1954530"/>
                <a:gd name="connsiteY3" fmla="*/ 145321 h 270616"/>
                <a:gd name="connsiteX4" fmla="*/ 108082 w 1954530"/>
                <a:gd name="connsiteY4" fmla="*/ 137846 h 270616"/>
                <a:gd name="connsiteX5" fmla="*/ 0 w 1954530"/>
                <a:gd name="connsiteY5" fmla="*/ 200185 h 270616"/>
                <a:gd name="connsiteX6" fmla="*/ 1954530 w 1954530"/>
                <a:gd name="connsiteY6" fmla="*/ 270617 h 270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4530" h="270616">
                  <a:moveTo>
                    <a:pt x="1612179" y="72901"/>
                  </a:moveTo>
                  <a:lnTo>
                    <a:pt x="1485717" y="0"/>
                  </a:lnTo>
                  <a:lnTo>
                    <a:pt x="372458" y="0"/>
                  </a:lnTo>
                  <a:cubicBezTo>
                    <a:pt x="288516" y="48372"/>
                    <a:pt x="204689" y="96812"/>
                    <a:pt x="120975" y="145321"/>
                  </a:cubicBezTo>
                  <a:lnTo>
                    <a:pt x="108082" y="137846"/>
                  </a:lnTo>
                  <a:lnTo>
                    <a:pt x="0" y="200185"/>
                  </a:lnTo>
                  <a:lnTo>
                    <a:pt x="1954530" y="270617"/>
                  </a:lnTo>
                  <a:close/>
                </a:path>
              </a:pathLst>
            </a:custGeom>
            <a:solidFill>
              <a:srgbClr val="4A4A4D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E444F19-566F-3456-FCE9-10E093F57CAD}"/>
                </a:ext>
              </a:extLst>
            </p:cNvPr>
            <p:cNvSpPr/>
            <p:nvPr/>
          </p:nvSpPr>
          <p:spPr>
            <a:xfrm>
              <a:off x="3211985" y="2791206"/>
              <a:ext cx="3113725" cy="403661"/>
            </a:xfrm>
            <a:custGeom>
              <a:avLst/>
              <a:gdLst>
                <a:gd name="connsiteX0" fmla="*/ 3071012 w 3113725"/>
                <a:gd name="connsiteY0" fmla="*/ 311559 h 403661"/>
                <a:gd name="connsiteX1" fmla="*/ 3066006 w 3113725"/>
                <a:gd name="connsiteY1" fmla="*/ 308610 h 403661"/>
                <a:gd name="connsiteX2" fmla="*/ 3058531 w 3113725"/>
                <a:gd name="connsiteY2" fmla="*/ 304084 h 403661"/>
                <a:gd name="connsiteX3" fmla="*/ 3041866 w 3113725"/>
                <a:gd name="connsiteY3" fmla="*/ 294483 h 403661"/>
                <a:gd name="connsiteX4" fmla="*/ 2975686 w 3113725"/>
                <a:gd name="connsiteY4" fmla="*/ 256146 h 403661"/>
                <a:gd name="connsiteX5" fmla="*/ 2842847 w 3113725"/>
                <a:gd name="connsiteY5" fmla="*/ 179542 h 403661"/>
                <a:gd name="connsiteX6" fmla="*/ 2653703 w 3113725"/>
                <a:gd name="connsiteY6" fmla="*/ 70363 h 403661"/>
                <a:gd name="connsiteX7" fmla="*/ 698967 w 3113725"/>
                <a:gd name="connsiteY7" fmla="*/ 0 h 403661"/>
                <a:gd name="connsiteX8" fmla="*/ 0 w 3113725"/>
                <a:gd name="connsiteY8" fmla="*/ 403662 h 403661"/>
                <a:gd name="connsiteX9" fmla="*/ 3107154 w 3113725"/>
                <a:gd name="connsiteY9" fmla="*/ 403662 h 403661"/>
                <a:gd name="connsiteX10" fmla="*/ 3112641 w 3113725"/>
                <a:gd name="connsiteY10" fmla="*/ 387408 h 403661"/>
                <a:gd name="connsiteX11" fmla="*/ 3088500 w 3113725"/>
                <a:gd name="connsiteY11" fmla="*/ 325344 h 403661"/>
                <a:gd name="connsiteX12" fmla="*/ 3071012 w 3113725"/>
                <a:gd name="connsiteY12" fmla="*/ 311559 h 40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13725" h="403661">
                  <a:moveTo>
                    <a:pt x="3071012" y="311559"/>
                  </a:moveTo>
                  <a:cubicBezTo>
                    <a:pt x="3069367" y="310736"/>
                    <a:pt x="3067721" y="309502"/>
                    <a:pt x="3066006" y="308610"/>
                  </a:cubicBezTo>
                  <a:cubicBezTo>
                    <a:pt x="3064292" y="307718"/>
                    <a:pt x="3061411" y="305730"/>
                    <a:pt x="3058531" y="304084"/>
                  </a:cubicBezTo>
                  <a:cubicBezTo>
                    <a:pt x="3053113" y="301135"/>
                    <a:pt x="3047695" y="297843"/>
                    <a:pt x="3041866" y="294483"/>
                  </a:cubicBezTo>
                  <a:cubicBezTo>
                    <a:pt x="3019783" y="282001"/>
                    <a:pt x="2997769" y="269108"/>
                    <a:pt x="2975686" y="256146"/>
                  </a:cubicBezTo>
                  <a:cubicBezTo>
                    <a:pt x="2931521" y="230772"/>
                    <a:pt x="2887012" y="204986"/>
                    <a:pt x="2842847" y="179542"/>
                  </a:cubicBezTo>
                  <a:lnTo>
                    <a:pt x="2653703" y="70363"/>
                  </a:lnTo>
                  <a:lnTo>
                    <a:pt x="698967" y="0"/>
                  </a:lnTo>
                  <a:cubicBezTo>
                    <a:pt x="465795" y="134508"/>
                    <a:pt x="232806" y="269062"/>
                    <a:pt x="0" y="403662"/>
                  </a:cubicBezTo>
                  <a:lnTo>
                    <a:pt x="3107154" y="403662"/>
                  </a:lnTo>
                  <a:cubicBezTo>
                    <a:pt x="3109794" y="398552"/>
                    <a:pt x="3111643" y="393072"/>
                    <a:pt x="3112641" y="387408"/>
                  </a:cubicBezTo>
                  <a:cubicBezTo>
                    <a:pt x="3116824" y="365737"/>
                    <a:pt x="3108937" y="344134"/>
                    <a:pt x="3088500" y="325344"/>
                  </a:cubicBezTo>
                  <a:cubicBezTo>
                    <a:pt x="3083206" y="320107"/>
                    <a:pt x="3077341" y="315483"/>
                    <a:pt x="3071012" y="311559"/>
                  </a:cubicBezTo>
                  <a:close/>
                </a:path>
              </a:pathLst>
            </a:custGeom>
            <a:solidFill>
              <a:srgbClr val="43434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40246EC-34F2-E3EF-B8C3-96F145815AB7}"/>
                </a:ext>
              </a:extLst>
            </p:cNvPr>
            <p:cNvSpPr/>
            <p:nvPr/>
          </p:nvSpPr>
          <p:spPr>
            <a:xfrm>
              <a:off x="6204542" y="3908854"/>
              <a:ext cx="90091" cy="301272"/>
            </a:xfrm>
            <a:custGeom>
              <a:avLst/>
              <a:gdLst>
                <a:gd name="connsiteX0" fmla="*/ 89703 w 90091"/>
                <a:gd name="connsiteY0" fmla="*/ 212392 h 301272"/>
                <a:gd name="connsiteX1" fmla="*/ 89703 w 90091"/>
                <a:gd name="connsiteY1" fmla="*/ 215273 h 301272"/>
                <a:gd name="connsiteX2" fmla="*/ 89291 w 90091"/>
                <a:gd name="connsiteY2" fmla="*/ 218222 h 301272"/>
                <a:gd name="connsiteX3" fmla="*/ 88880 w 90091"/>
                <a:gd name="connsiteY3" fmla="*/ 220690 h 301272"/>
                <a:gd name="connsiteX4" fmla="*/ 88468 w 90091"/>
                <a:gd name="connsiteY4" fmla="*/ 223571 h 301272"/>
                <a:gd name="connsiteX5" fmla="*/ 88057 w 90091"/>
                <a:gd name="connsiteY5" fmla="*/ 224874 h 301272"/>
                <a:gd name="connsiteX6" fmla="*/ 86754 w 90091"/>
                <a:gd name="connsiteY6" fmla="*/ 229400 h 301272"/>
                <a:gd name="connsiteX7" fmla="*/ 85931 w 90091"/>
                <a:gd name="connsiteY7" fmla="*/ 232349 h 301272"/>
                <a:gd name="connsiteX8" fmla="*/ 84697 w 90091"/>
                <a:gd name="connsiteY8" fmla="*/ 234818 h 301272"/>
                <a:gd name="connsiteX9" fmla="*/ 82639 w 90091"/>
                <a:gd name="connsiteY9" fmla="*/ 240236 h 301272"/>
                <a:gd name="connsiteX10" fmla="*/ 82228 w 90091"/>
                <a:gd name="connsiteY10" fmla="*/ 240647 h 301272"/>
                <a:gd name="connsiteX11" fmla="*/ 81405 w 90091"/>
                <a:gd name="connsiteY11" fmla="*/ 241950 h 301272"/>
                <a:gd name="connsiteX12" fmla="*/ 76810 w 90091"/>
                <a:gd name="connsiteY12" fmla="*/ 249837 h 301272"/>
                <a:gd name="connsiteX13" fmla="*/ 75164 w 90091"/>
                <a:gd name="connsiteY13" fmla="*/ 251895 h 301272"/>
                <a:gd name="connsiteX14" fmla="*/ 73861 w 90091"/>
                <a:gd name="connsiteY14" fmla="*/ 253609 h 301272"/>
                <a:gd name="connsiteX15" fmla="*/ 67620 w 90091"/>
                <a:gd name="connsiteY15" fmla="*/ 260467 h 301272"/>
                <a:gd name="connsiteX16" fmla="*/ 60762 w 90091"/>
                <a:gd name="connsiteY16" fmla="*/ 266296 h 301272"/>
                <a:gd name="connsiteX17" fmla="*/ 57401 w 90091"/>
                <a:gd name="connsiteY17" fmla="*/ 268354 h 301272"/>
                <a:gd name="connsiteX18" fmla="*/ 49104 w 90091"/>
                <a:gd name="connsiteY18" fmla="*/ 272949 h 301272"/>
                <a:gd name="connsiteX19" fmla="*/ 31204 w 90091"/>
                <a:gd name="connsiteY19" fmla="*/ 283373 h 301272"/>
                <a:gd name="connsiteX20" fmla="*/ 8298 w 90091"/>
                <a:gd name="connsiteY20" fmla="*/ 296677 h 301272"/>
                <a:gd name="connsiteX21" fmla="*/ 0 w 90091"/>
                <a:gd name="connsiteY21" fmla="*/ 301272 h 301272"/>
                <a:gd name="connsiteX22" fmla="*/ 0 w 90091"/>
                <a:gd name="connsiteY22" fmla="*/ 52052 h 301272"/>
                <a:gd name="connsiteX23" fmla="*/ 89908 w 90091"/>
                <a:gd name="connsiteY23" fmla="*/ 0 h 301272"/>
                <a:gd name="connsiteX24" fmla="*/ 89908 w 90091"/>
                <a:gd name="connsiteY24" fmla="*/ 116792 h 301272"/>
                <a:gd name="connsiteX25" fmla="*/ 89908 w 90091"/>
                <a:gd name="connsiteY25" fmla="*/ 163015 h 301272"/>
                <a:gd name="connsiteX26" fmla="*/ 89908 w 90091"/>
                <a:gd name="connsiteY26" fmla="*/ 195110 h 301272"/>
                <a:gd name="connsiteX27" fmla="*/ 89908 w 90091"/>
                <a:gd name="connsiteY27" fmla="*/ 211295 h 301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0091" h="301272">
                  <a:moveTo>
                    <a:pt x="89703" y="212392"/>
                  </a:moveTo>
                  <a:lnTo>
                    <a:pt x="89703" y="215273"/>
                  </a:lnTo>
                  <a:cubicBezTo>
                    <a:pt x="89703" y="216096"/>
                    <a:pt x="89291" y="217330"/>
                    <a:pt x="89291" y="218222"/>
                  </a:cubicBezTo>
                  <a:cubicBezTo>
                    <a:pt x="89357" y="219066"/>
                    <a:pt x="89216" y="219913"/>
                    <a:pt x="88880" y="220690"/>
                  </a:cubicBezTo>
                  <a:cubicBezTo>
                    <a:pt x="88950" y="221669"/>
                    <a:pt x="88810" y="222651"/>
                    <a:pt x="88468" y="223571"/>
                  </a:cubicBezTo>
                  <a:cubicBezTo>
                    <a:pt x="88468" y="224051"/>
                    <a:pt x="88057" y="224463"/>
                    <a:pt x="88057" y="224874"/>
                  </a:cubicBezTo>
                  <a:cubicBezTo>
                    <a:pt x="87645" y="226520"/>
                    <a:pt x="87234" y="227754"/>
                    <a:pt x="86754" y="229400"/>
                  </a:cubicBezTo>
                  <a:cubicBezTo>
                    <a:pt x="86299" y="230324"/>
                    <a:pt x="86020" y="231324"/>
                    <a:pt x="85931" y="232349"/>
                  </a:cubicBezTo>
                  <a:lnTo>
                    <a:pt x="84697" y="234818"/>
                  </a:lnTo>
                  <a:cubicBezTo>
                    <a:pt x="84135" y="236669"/>
                    <a:pt x="83448" y="238479"/>
                    <a:pt x="82639" y="240236"/>
                  </a:cubicBezTo>
                  <a:cubicBezTo>
                    <a:pt x="82639" y="240463"/>
                    <a:pt x="82455" y="240647"/>
                    <a:pt x="82228" y="240647"/>
                  </a:cubicBezTo>
                  <a:cubicBezTo>
                    <a:pt x="82109" y="241162"/>
                    <a:pt x="81819" y="241622"/>
                    <a:pt x="81405" y="241950"/>
                  </a:cubicBezTo>
                  <a:cubicBezTo>
                    <a:pt x="80101" y="244419"/>
                    <a:pt x="78456" y="247368"/>
                    <a:pt x="76810" y="249837"/>
                  </a:cubicBezTo>
                  <a:cubicBezTo>
                    <a:pt x="76139" y="250416"/>
                    <a:pt x="75581" y="251114"/>
                    <a:pt x="75164" y="251895"/>
                  </a:cubicBezTo>
                  <a:cubicBezTo>
                    <a:pt x="74810" y="252523"/>
                    <a:pt x="74371" y="253100"/>
                    <a:pt x="73861" y="253609"/>
                  </a:cubicBezTo>
                  <a:cubicBezTo>
                    <a:pt x="72009" y="256093"/>
                    <a:pt x="69919" y="258390"/>
                    <a:pt x="67620" y="260467"/>
                  </a:cubicBezTo>
                  <a:cubicBezTo>
                    <a:pt x="65500" y="262597"/>
                    <a:pt x="63206" y="264547"/>
                    <a:pt x="60762" y="266296"/>
                  </a:cubicBezTo>
                  <a:lnTo>
                    <a:pt x="57401" y="268354"/>
                  </a:lnTo>
                  <a:cubicBezTo>
                    <a:pt x="54521" y="270000"/>
                    <a:pt x="51572" y="271303"/>
                    <a:pt x="49104" y="272949"/>
                  </a:cubicBezTo>
                  <a:cubicBezTo>
                    <a:pt x="42863" y="276309"/>
                    <a:pt x="37033" y="279807"/>
                    <a:pt x="31204" y="283373"/>
                  </a:cubicBezTo>
                  <a:cubicBezTo>
                    <a:pt x="23729" y="287968"/>
                    <a:pt x="16185" y="292494"/>
                    <a:pt x="8298" y="296677"/>
                  </a:cubicBezTo>
                  <a:lnTo>
                    <a:pt x="0" y="301272"/>
                  </a:lnTo>
                  <a:lnTo>
                    <a:pt x="0" y="52052"/>
                  </a:lnTo>
                  <a:cubicBezTo>
                    <a:pt x="29969" y="34976"/>
                    <a:pt x="59939" y="17762"/>
                    <a:pt x="89908" y="0"/>
                  </a:cubicBezTo>
                  <a:lnTo>
                    <a:pt x="89908" y="116792"/>
                  </a:lnTo>
                  <a:cubicBezTo>
                    <a:pt x="89908" y="132222"/>
                    <a:pt x="90320" y="147584"/>
                    <a:pt x="89908" y="163015"/>
                  </a:cubicBezTo>
                  <a:cubicBezTo>
                    <a:pt x="89908" y="173439"/>
                    <a:pt x="89497" y="184275"/>
                    <a:pt x="89908" y="195110"/>
                  </a:cubicBezTo>
                  <a:cubicBezTo>
                    <a:pt x="89908" y="200528"/>
                    <a:pt x="90320" y="205877"/>
                    <a:pt x="89908" y="211295"/>
                  </a:cubicBezTo>
                  <a:close/>
                </a:path>
              </a:pathLst>
            </a:custGeom>
            <a:solidFill>
              <a:srgbClr val="1B2E4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2D12F63-1ADB-0E99-24DD-EE8FFEECE0F4}"/>
                </a:ext>
              </a:extLst>
            </p:cNvPr>
            <p:cNvSpPr/>
            <p:nvPr/>
          </p:nvSpPr>
          <p:spPr>
            <a:xfrm>
              <a:off x="6214417" y="3926959"/>
              <a:ext cx="69402" cy="265747"/>
            </a:xfrm>
            <a:custGeom>
              <a:avLst/>
              <a:gdLst>
                <a:gd name="connsiteX0" fmla="*/ 275 w 69402"/>
                <a:gd name="connsiteY0" fmla="*/ 39982 h 265747"/>
                <a:gd name="connsiteX1" fmla="*/ 69403 w 69402"/>
                <a:gd name="connsiteY1" fmla="*/ 0 h 265747"/>
                <a:gd name="connsiteX2" fmla="*/ 69403 w 69402"/>
                <a:gd name="connsiteY2" fmla="*/ 114391 h 265747"/>
                <a:gd name="connsiteX3" fmla="*/ 69403 w 69402"/>
                <a:gd name="connsiteY3" fmla="*/ 144841 h 265747"/>
                <a:gd name="connsiteX4" fmla="*/ 69403 w 69402"/>
                <a:gd name="connsiteY4" fmla="*/ 155403 h 265747"/>
                <a:gd name="connsiteX5" fmla="*/ 69403 w 69402"/>
                <a:gd name="connsiteY5" fmla="*/ 177622 h 265747"/>
                <a:gd name="connsiteX6" fmla="*/ 69403 w 69402"/>
                <a:gd name="connsiteY6" fmla="*/ 182903 h 265747"/>
                <a:gd name="connsiteX7" fmla="*/ 69403 w 69402"/>
                <a:gd name="connsiteY7" fmla="*/ 192573 h 265747"/>
                <a:gd name="connsiteX8" fmla="*/ 69403 w 69402"/>
                <a:gd name="connsiteY8" fmla="*/ 197168 h 265747"/>
                <a:gd name="connsiteX9" fmla="*/ 68306 w 69402"/>
                <a:gd name="connsiteY9" fmla="*/ 199362 h 265747"/>
                <a:gd name="connsiteX10" fmla="*/ 68306 w 69402"/>
                <a:gd name="connsiteY10" fmla="*/ 202517 h 265747"/>
                <a:gd name="connsiteX11" fmla="*/ 67483 w 69402"/>
                <a:gd name="connsiteY11" fmla="*/ 206769 h 265747"/>
                <a:gd name="connsiteX12" fmla="*/ 65905 w 69402"/>
                <a:gd name="connsiteY12" fmla="*/ 212187 h 265747"/>
                <a:gd name="connsiteX13" fmla="*/ 66385 w 69402"/>
                <a:gd name="connsiteY13" fmla="*/ 209786 h 265747"/>
                <a:gd name="connsiteX14" fmla="*/ 65288 w 69402"/>
                <a:gd name="connsiteY14" fmla="*/ 212187 h 265747"/>
                <a:gd name="connsiteX15" fmla="*/ 63848 w 69402"/>
                <a:gd name="connsiteY15" fmla="*/ 216438 h 265747"/>
                <a:gd name="connsiteX16" fmla="*/ 61653 w 69402"/>
                <a:gd name="connsiteY16" fmla="*/ 220073 h 265747"/>
                <a:gd name="connsiteX17" fmla="*/ 57950 w 69402"/>
                <a:gd name="connsiteY17" fmla="*/ 225971 h 265747"/>
                <a:gd name="connsiteX18" fmla="*/ 55618 w 69402"/>
                <a:gd name="connsiteY18" fmla="*/ 229332 h 265747"/>
                <a:gd name="connsiteX19" fmla="*/ 50132 w 69402"/>
                <a:gd name="connsiteY19" fmla="*/ 235161 h 265747"/>
                <a:gd name="connsiteX20" fmla="*/ 44371 w 69402"/>
                <a:gd name="connsiteY20" fmla="*/ 239893 h 265747"/>
                <a:gd name="connsiteX21" fmla="*/ 38953 w 69402"/>
                <a:gd name="connsiteY21" fmla="*/ 243048 h 265747"/>
                <a:gd name="connsiteX22" fmla="*/ 32918 w 69402"/>
                <a:gd name="connsiteY22" fmla="*/ 246408 h 265747"/>
                <a:gd name="connsiteX23" fmla="*/ 22357 w 69402"/>
                <a:gd name="connsiteY23" fmla="*/ 252512 h 265747"/>
                <a:gd name="connsiteX24" fmla="*/ 0 w 69402"/>
                <a:gd name="connsiteY24" fmla="*/ 265748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9402" h="265747">
                  <a:moveTo>
                    <a:pt x="275" y="39982"/>
                  </a:moveTo>
                  <a:cubicBezTo>
                    <a:pt x="23134" y="26815"/>
                    <a:pt x="46177" y="13487"/>
                    <a:pt x="69403" y="0"/>
                  </a:cubicBezTo>
                  <a:lnTo>
                    <a:pt x="69403" y="114391"/>
                  </a:lnTo>
                  <a:cubicBezTo>
                    <a:pt x="69403" y="124542"/>
                    <a:pt x="69403" y="134965"/>
                    <a:pt x="69403" y="144841"/>
                  </a:cubicBezTo>
                  <a:lnTo>
                    <a:pt x="69403" y="155403"/>
                  </a:lnTo>
                  <a:cubicBezTo>
                    <a:pt x="69403" y="162741"/>
                    <a:pt x="69403" y="170147"/>
                    <a:pt x="69403" y="177622"/>
                  </a:cubicBezTo>
                  <a:lnTo>
                    <a:pt x="69403" y="182903"/>
                  </a:lnTo>
                  <a:cubicBezTo>
                    <a:pt x="69403" y="186126"/>
                    <a:pt x="69403" y="189349"/>
                    <a:pt x="69403" y="192573"/>
                  </a:cubicBezTo>
                  <a:lnTo>
                    <a:pt x="69403" y="197168"/>
                  </a:lnTo>
                  <a:lnTo>
                    <a:pt x="68306" y="199362"/>
                  </a:lnTo>
                  <a:lnTo>
                    <a:pt x="68306" y="202517"/>
                  </a:lnTo>
                  <a:cubicBezTo>
                    <a:pt x="67743" y="203863"/>
                    <a:pt x="67462" y="205310"/>
                    <a:pt x="67483" y="206769"/>
                  </a:cubicBezTo>
                  <a:lnTo>
                    <a:pt x="65905" y="212187"/>
                  </a:lnTo>
                  <a:lnTo>
                    <a:pt x="66385" y="209786"/>
                  </a:lnTo>
                  <a:lnTo>
                    <a:pt x="65288" y="212187"/>
                  </a:lnTo>
                  <a:lnTo>
                    <a:pt x="63848" y="216438"/>
                  </a:lnTo>
                  <a:lnTo>
                    <a:pt x="61653" y="220073"/>
                  </a:lnTo>
                  <a:lnTo>
                    <a:pt x="57950" y="225971"/>
                  </a:lnTo>
                  <a:lnTo>
                    <a:pt x="55618" y="229332"/>
                  </a:lnTo>
                  <a:cubicBezTo>
                    <a:pt x="53912" y="231386"/>
                    <a:pt x="52080" y="233334"/>
                    <a:pt x="50132" y="235161"/>
                  </a:cubicBezTo>
                  <a:cubicBezTo>
                    <a:pt x="48357" y="236907"/>
                    <a:pt x="46429" y="238491"/>
                    <a:pt x="44371" y="239893"/>
                  </a:cubicBezTo>
                  <a:lnTo>
                    <a:pt x="38953" y="243048"/>
                  </a:lnTo>
                  <a:cubicBezTo>
                    <a:pt x="36881" y="244056"/>
                    <a:pt x="34867" y="245178"/>
                    <a:pt x="32918" y="246408"/>
                  </a:cubicBezTo>
                  <a:cubicBezTo>
                    <a:pt x="29901" y="247986"/>
                    <a:pt x="26060" y="250248"/>
                    <a:pt x="22357" y="252512"/>
                  </a:cubicBezTo>
                  <a:cubicBezTo>
                    <a:pt x="22357" y="252512"/>
                    <a:pt x="4938" y="262936"/>
                    <a:pt x="0" y="265748"/>
                  </a:cubicBezTo>
                  <a:close/>
                </a:path>
              </a:pathLst>
            </a:custGeom>
            <a:solidFill>
              <a:srgbClr val="68809D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7B5755E-C687-DBCB-D2A7-3655C45105A2}"/>
                </a:ext>
              </a:extLst>
            </p:cNvPr>
            <p:cNvSpPr/>
            <p:nvPr/>
          </p:nvSpPr>
          <p:spPr>
            <a:xfrm>
              <a:off x="6204336" y="3672300"/>
              <a:ext cx="89914" cy="288332"/>
            </a:xfrm>
            <a:custGeom>
              <a:avLst/>
              <a:gdLst>
                <a:gd name="connsiteX0" fmla="*/ 89908 w 89914"/>
                <a:gd name="connsiteY0" fmla="*/ 188274 h 288332"/>
                <a:gd name="connsiteX1" fmla="*/ 89908 w 89914"/>
                <a:gd name="connsiteY1" fmla="*/ 236280 h 288332"/>
                <a:gd name="connsiteX2" fmla="*/ 0 w 89914"/>
                <a:gd name="connsiteY2" fmla="*/ 288332 h 288332"/>
                <a:gd name="connsiteX3" fmla="*/ 0 w 89914"/>
                <a:gd name="connsiteY3" fmla="*/ 37878 h 288332"/>
                <a:gd name="connsiteX4" fmla="*/ 27843 w 89914"/>
                <a:gd name="connsiteY4" fmla="*/ 21624 h 288332"/>
                <a:gd name="connsiteX5" fmla="*/ 29558 w 89914"/>
                <a:gd name="connsiteY5" fmla="*/ 20802 h 288332"/>
                <a:gd name="connsiteX6" fmla="*/ 47457 w 89914"/>
                <a:gd name="connsiteY6" fmla="*/ 10377 h 288332"/>
                <a:gd name="connsiteX7" fmla="*/ 57401 w 89914"/>
                <a:gd name="connsiteY7" fmla="*/ 4548 h 288332"/>
                <a:gd name="connsiteX8" fmla="*/ 61585 w 89914"/>
                <a:gd name="connsiteY8" fmla="*/ 2491 h 288332"/>
                <a:gd name="connsiteX9" fmla="*/ 64534 w 89914"/>
                <a:gd name="connsiteY9" fmla="*/ 1668 h 288332"/>
                <a:gd name="connsiteX10" fmla="*/ 67414 w 89914"/>
                <a:gd name="connsiteY10" fmla="*/ 845 h 288332"/>
                <a:gd name="connsiteX11" fmla="*/ 70363 w 89914"/>
                <a:gd name="connsiteY11" fmla="*/ 22 h 288332"/>
                <a:gd name="connsiteX12" fmla="*/ 76192 w 89914"/>
                <a:gd name="connsiteY12" fmla="*/ 433 h 288332"/>
                <a:gd name="connsiteX13" fmla="*/ 80306 w 89914"/>
                <a:gd name="connsiteY13" fmla="*/ 2079 h 288332"/>
                <a:gd name="connsiteX14" fmla="*/ 84078 w 89914"/>
                <a:gd name="connsiteY14" fmla="*/ 4960 h 288332"/>
                <a:gd name="connsiteX15" fmla="*/ 87439 w 89914"/>
                <a:gd name="connsiteY15" fmla="*/ 9966 h 288332"/>
                <a:gd name="connsiteX16" fmla="*/ 89496 w 89914"/>
                <a:gd name="connsiteY16" fmla="*/ 16206 h 288332"/>
                <a:gd name="connsiteX17" fmla="*/ 89907 w 89914"/>
                <a:gd name="connsiteY17" fmla="*/ 23064 h 288332"/>
                <a:gd name="connsiteX18" fmla="*/ 89908 w 89914"/>
                <a:gd name="connsiteY18" fmla="*/ 188342 h 288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9914" h="288332">
                  <a:moveTo>
                    <a:pt x="89908" y="188274"/>
                  </a:moveTo>
                  <a:lnTo>
                    <a:pt x="89908" y="236280"/>
                  </a:lnTo>
                  <a:cubicBezTo>
                    <a:pt x="59939" y="253768"/>
                    <a:pt x="29969" y="271256"/>
                    <a:pt x="0" y="288332"/>
                  </a:cubicBezTo>
                  <a:lnTo>
                    <a:pt x="0" y="37878"/>
                  </a:lnTo>
                  <a:cubicBezTo>
                    <a:pt x="9121" y="32460"/>
                    <a:pt x="18311" y="26631"/>
                    <a:pt x="27843" y="21624"/>
                  </a:cubicBezTo>
                  <a:cubicBezTo>
                    <a:pt x="28255" y="21213"/>
                    <a:pt x="29147" y="21213"/>
                    <a:pt x="29558" y="20802"/>
                  </a:cubicBezTo>
                  <a:cubicBezTo>
                    <a:pt x="35799" y="17510"/>
                    <a:pt x="41628" y="13944"/>
                    <a:pt x="47457" y="10377"/>
                  </a:cubicBezTo>
                  <a:cubicBezTo>
                    <a:pt x="50749" y="8320"/>
                    <a:pt x="54315" y="6263"/>
                    <a:pt x="57401" y="4548"/>
                  </a:cubicBezTo>
                  <a:cubicBezTo>
                    <a:pt x="58668" y="3629"/>
                    <a:pt x="60083" y="2933"/>
                    <a:pt x="61585" y="2491"/>
                  </a:cubicBezTo>
                  <a:cubicBezTo>
                    <a:pt x="62505" y="2028"/>
                    <a:pt x="63507" y="1749"/>
                    <a:pt x="64534" y="1668"/>
                  </a:cubicBezTo>
                  <a:cubicBezTo>
                    <a:pt x="65430" y="1205"/>
                    <a:pt x="66409" y="926"/>
                    <a:pt x="67414" y="845"/>
                  </a:cubicBezTo>
                  <a:cubicBezTo>
                    <a:pt x="68334" y="382"/>
                    <a:pt x="69336" y="103"/>
                    <a:pt x="70363" y="22"/>
                  </a:cubicBezTo>
                  <a:cubicBezTo>
                    <a:pt x="72315" y="-58"/>
                    <a:pt x="74270" y="80"/>
                    <a:pt x="76192" y="433"/>
                  </a:cubicBezTo>
                  <a:cubicBezTo>
                    <a:pt x="77591" y="910"/>
                    <a:pt x="78965" y="1460"/>
                    <a:pt x="80306" y="2079"/>
                  </a:cubicBezTo>
                  <a:cubicBezTo>
                    <a:pt x="81671" y="2891"/>
                    <a:pt x="82936" y="3857"/>
                    <a:pt x="84078" y="4960"/>
                  </a:cubicBezTo>
                  <a:cubicBezTo>
                    <a:pt x="85392" y="6490"/>
                    <a:pt x="86520" y="8171"/>
                    <a:pt x="87439" y="9966"/>
                  </a:cubicBezTo>
                  <a:cubicBezTo>
                    <a:pt x="88299" y="11985"/>
                    <a:pt x="88987" y="14072"/>
                    <a:pt x="89496" y="16206"/>
                  </a:cubicBezTo>
                  <a:cubicBezTo>
                    <a:pt x="89812" y="18478"/>
                    <a:pt x="89949" y="20771"/>
                    <a:pt x="89907" y="23064"/>
                  </a:cubicBezTo>
                  <a:lnTo>
                    <a:pt x="89908" y="188342"/>
                  </a:lnTo>
                  <a:close/>
                </a:path>
              </a:pathLst>
            </a:custGeom>
            <a:solidFill>
              <a:srgbClr val="3C433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7BF5B1-11B3-1891-5B8A-95249867ACDE}"/>
                </a:ext>
              </a:extLst>
            </p:cNvPr>
            <p:cNvSpPr/>
            <p:nvPr/>
          </p:nvSpPr>
          <p:spPr>
            <a:xfrm>
              <a:off x="6114291" y="3960906"/>
              <a:ext cx="90045" cy="301409"/>
            </a:xfrm>
            <a:custGeom>
              <a:avLst/>
              <a:gdLst>
                <a:gd name="connsiteX0" fmla="*/ 90046 w 90045"/>
                <a:gd name="connsiteY0" fmla="*/ 0 h 301409"/>
                <a:gd name="connsiteX1" fmla="*/ 90046 w 90045"/>
                <a:gd name="connsiteY1" fmla="*/ 249425 h 301409"/>
                <a:gd name="connsiteX2" fmla="*/ 89634 w 90045"/>
                <a:gd name="connsiteY2" fmla="*/ 249425 h 301409"/>
                <a:gd name="connsiteX3" fmla="*/ 89154 w 90045"/>
                <a:gd name="connsiteY3" fmla="*/ 249837 h 301409"/>
                <a:gd name="connsiteX4" fmla="*/ 58362 w 90045"/>
                <a:gd name="connsiteY4" fmla="*/ 268148 h 301409"/>
                <a:gd name="connsiteX5" fmla="*/ 49652 w 90045"/>
                <a:gd name="connsiteY5" fmla="*/ 273154 h 301409"/>
                <a:gd name="connsiteX6" fmla="*/ 1646 w 90045"/>
                <a:gd name="connsiteY6" fmla="*/ 300586 h 301409"/>
                <a:gd name="connsiteX7" fmla="*/ 0 w 90045"/>
                <a:gd name="connsiteY7" fmla="*/ 301409 h 301409"/>
                <a:gd name="connsiteX8" fmla="*/ 0 w 90045"/>
                <a:gd name="connsiteY8" fmla="*/ 52052 h 301409"/>
                <a:gd name="connsiteX9" fmla="*/ 90046 w 90045"/>
                <a:gd name="connsiteY9" fmla="*/ 0 h 301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045" h="301409">
                  <a:moveTo>
                    <a:pt x="90046" y="0"/>
                  </a:moveTo>
                  <a:lnTo>
                    <a:pt x="90046" y="249425"/>
                  </a:lnTo>
                  <a:lnTo>
                    <a:pt x="89634" y="249425"/>
                  </a:lnTo>
                  <a:cubicBezTo>
                    <a:pt x="89634" y="249837"/>
                    <a:pt x="89154" y="249837"/>
                    <a:pt x="89154" y="249837"/>
                  </a:cubicBezTo>
                  <a:cubicBezTo>
                    <a:pt x="78798" y="256078"/>
                    <a:pt x="68580" y="261907"/>
                    <a:pt x="58362" y="268148"/>
                  </a:cubicBezTo>
                  <a:lnTo>
                    <a:pt x="49652" y="273154"/>
                  </a:lnTo>
                  <a:cubicBezTo>
                    <a:pt x="33810" y="282275"/>
                    <a:pt x="17968" y="291465"/>
                    <a:pt x="1646" y="300586"/>
                  </a:cubicBezTo>
                  <a:cubicBezTo>
                    <a:pt x="1194" y="301022"/>
                    <a:pt x="619" y="301309"/>
                    <a:pt x="0" y="301409"/>
                  </a:cubicBezTo>
                  <a:lnTo>
                    <a:pt x="0" y="52052"/>
                  </a:lnTo>
                  <a:cubicBezTo>
                    <a:pt x="29901" y="34564"/>
                    <a:pt x="60008" y="17488"/>
                    <a:pt x="90046" y="0"/>
                  </a:cubicBezTo>
                  <a:close/>
                </a:path>
              </a:pathLst>
            </a:custGeom>
            <a:solidFill>
              <a:srgbClr val="3A102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4177851-04BE-535F-B063-BD9DB6903AA0}"/>
                </a:ext>
              </a:extLst>
            </p:cNvPr>
            <p:cNvSpPr/>
            <p:nvPr/>
          </p:nvSpPr>
          <p:spPr>
            <a:xfrm>
              <a:off x="6124783" y="3978737"/>
              <a:ext cx="69128" cy="265679"/>
            </a:xfrm>
            <a:custGeom>
              <a:avLst/>
              <a:gdLst>
                <a:gd name="connsiteX0" fmla="*/ 0 w 69128"/>
                <a:gd name="connsiteY0" fmla="*/ 40051 h 265679"/>
                <a:gd name="connsiteX1" fmla="*/ 69129 w 69128"/>
                <a:gd name="connsiteY1" fmla="*/ 0 h 265679"/>
                <a:gd name="connsiteX2" fmla="*/ 69129 w 69128"/>
                <a:gd name="connsiteY2" fmla="*/ 220965 h 265679"/>
                <a:gd name="connsiteX3" fmla="*/ 69129 w 69128"/>
                <a:gd name="connsiteY3" fmla="*/ 225491 h 265679"/>
                <a:gd name="connsiteX4" fmla="*/ 42726 w 69128"/>
                <a:gd name="connsiteY4" fmla="*/ 241196 h 265679"/>
                <a:gd name="connsiteX5" fmla="*/ 206 w 69128"/>
                <a:gd name="connsiteY5" fmla="*/ 265679 h 26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9128" h="265679">
                  <a:moveTo>
                    <a:pt x="0" y="40051"/>
                  </a:moveTo>
                  <a:lnTo>
                    <a:pt x="69129" y="0"/>
                  </a:lnTo>
                  <a:lnTo>
                    <a:pt x="69129" y="220965"/>
                  </a:lnTo>
                  <a:lnTo>
                    <a:pt x="69129" y="225491"/>
                  </a:lnTo>
                  <a:lnTo>
                    <a:pt x="42726" y="241196"/>
                  </a:lnTo>
                  <a:lnTo>
                    <a:pt x="206" y="265679"/>
                  </a:lnTo>
                  <a:close/>
                </a:path>
              </a:pathLst>
            </a:custGeom>
            <a:solidFill>
              <a:srgbClr val="804A6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98987D4-3BB4-44AE-2770-2ED581005BA1}"/>
                </a:ext>
              </a:extLst>
            </p:cNvPr>
            <p:cNvSpPr/>
            <p:nvPr/>
          </p:nvSpPr>
          <p:spPr>
            <a:xfrm>
              <a:off x="6114359" y="3710178"/>
              <a:ext cx="89976" cy="303123"/>
            </a:xfrm>
            <a:custGeom>
              <a:avLst/>
              <a:gdLst>
                <a:gd name="connsiteX0" fmla="*/ 89977 w 89976"/>
                <a:gd name="connsiteY0" fmla="*/ 0 h 303123"/>
                <a:gd name="connsiteX1" fmla="*/ 89977 w 89976"/>
                <a:gd name="connsiteY1" fmla="*/ 251071 h 303123"/>
                <a:gd name="connsiteX2" fmla="*/ 0 w 89976"/>
                <a:gd name="connsiteY2" fmla="*/ 303124 h 303123"/>
                <a:gd name="connsiteX3" fmla="*/ 0 w 89976"/>
                <a:gd name="connsiteY3" fmla="*/ 51298 h 303123"/>
                <a:gd name="connsiteX4" fmla="*/ 46223 w 89976"/>
                <a:gd name="connsiteY4" fmla="*/ 24620 h 303123"/>
                <a:gd name="connsiteX5" fmla="*/ 85793 w 89976"/>
                <a:gd name="connsiteY5" fmla="*/ 1715 h 303123"/>
                <a:gd name="connsiteX6" fmla="*/ 89977 w 89976"/>
                <a:gd name="connsiteY6" fmla="*/ 0 h 303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976" h="303123">
                  <a:moveTo>
                    <a:pt x="89977" y="0"/>
                  </a:moveTo>
                  <a:lnTo>
                    <a:pt x="89977" y="251071"/>
                  </a:lnTo>
                  <a:cubicBezTo>
                    <a:pt x="59939" y="268559"/>
                    <a:pt x="29969" y="285361"/>
                    <a:pt x="0" y="303124"/>
                  </a:cubicBezTo>
                  <a:lnTo>
                    <a:pt x="0" y="51298"/>
                  </a:lnTo>
                  <a:cubicBezTo>
                    <a:pt x="15431" y="42520"/>
                    <a:pt x="30381" y="33398"/>
                    <a:pt x="46223" y="24620"/>
                  </a:cubicBezTo>
                  <a:cubicBezTo>
                    <a:pt x="59116" y="17145"/>
                    <a:pt x="72489" y="9670"/>
                    <a:pt x="85793" y="1715"/>
                  </a:cubicBezTo>
                  <a:cubicBezTo>
                    <a:pt x="87111" y="971"/>
                    <a:pt x="88516" y="395"/>
                    <a:pt x="89977" y="0"/>
                  </a:cubicBezTo>
                  <a:close/>
                </a:path>
              </a:pathLst>
            </a:custGeom>
            <a:solidFill>
              <a:srgbClr val="3C433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2973A57-3385-4F06-05A7-7CACD10C90D8}"/>
                </a:ext>
              </a:extLst>
            </p:cNvPr>
            <p:cNvSpPr/>
            <p:nvPr/>
          </p:nvSpPr>
          <p:spPr>
            <a:xfrm>
              <a:off x="6024451" y="4012958"/>
              <a:ext cx="89908" cy="301477"/>
            </a:xfrm>
            <a:custGeom>
              <a:avLst/>
              <a:gdLst>
                <a:gd name="connsiteX0" fmla="*/ 89909 w 89908"/>
                <a:gd name="connsiteY0" fmla="*/ 0 h 301477"/>
                <a:gd name="connsiteX1" fmla="*/ 89909 w 89908"/>
                <a:gd name="connsiteY1" fmla="*/ 249425 h 301477"/>
                <a:gd name="connsiteX2" fmla="*/ 44097 w 89908"/>
                <a:gd name="connsiteY2" fmla="*/ 276035 h 301477"/>
                <a:gd name="connsiteX3" fmla="*/ 4115 w 89908"/>
                <a:gd name="connsiteY3" fmla="*/ 298940 h 301477"/>
                <a:gd name="connsiteX4" fmla="*/ 0 w 89908"/>
                <a:gd name="connsiteY4" fmla="*/ 301477 h 301477"/>
                <a:gd name="connsiteX5" fmla="*/ 0 w 89908"/>
                <a:gd name="connsiteY5" fmla="*/ 52052 h 301477"/>
                <a:gd name="connsiteX6" fmla="*/ 89909 w 89908"/>
                <a:gd name="connsiteY6" fmla="*/ 0 h 30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908" h="301477">
                  <a:moveTo>
                    <a:pt x="89909" y="0"/>
                  </a:moveTo>
                  <a:lnTo>
                    <a:pt x="89909" y="249425"/>
                  </a:lnTo>
                  <a:cubicBezTo>
                    <a:pt x="74546" y="258546"/>
                    <a:pt x="59527" y="267325"/>
                    <a:pt x="44097" y="276035"/>
                  </a:cubicBezTo>
                  <a:cubicBezTo>
                    <a:pt x="30793" y="283578"/>
                    <a:pt x="17488" y="291465"/>
                    <a:pt x="4115" y="298940"/>
                  </a:cubicBezTo>
                  <a:lnTo>
                    <a:pt x="0" y="301477"/>
                  </a:lnTo>
                  <a:lnTo>
                    <a:pt x="0" y="52052"/>
                  </a:lnTo>
                  <a:cubicBezTo>
                    <a:pt x="29969" y="34564"/>
                    <a:pt x="59939" y="17076"/>
                    <a:pt x="89909" y="0"/>
                  </a:cubicBezTo>
                  <a:close/>
                </a:path>
              </a:pathLst>
            </a:custGeom>
            <a:solidFill>
              <a:srgbClr val="433B1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3F51D83-7391-5F4B-922B-0F037FBB6C56}"/>
                </a:ext>
              </a:extLst>
            </p:cNvPr>
            <p:cNvSpPr/>
            <p:nvPr/>
          </p:nvSpPr>
          <p:spPr>
            <a:xfrm>
              <a:off x="6034875" y="4030858"/>
              <a:ext cx="69128" cy="265472"/>
            </a:xfrm>
            <a:custGeom>
              <a:avLst/>
              <a:gdLst>
                <a:gd name="connsiteX0" fmla="*/ 0 w 69128"/>
                <a:gd name="connsiteY0" fmla="*/ 40119 h 265472"/>
                <a:gd name="connsiteX1" fmla="*/ 69129 w 69128"/>
                <a:gd name="connsiteY1" fmla="*/ 0 h 265472"/>
                <a:gd name="connsiteX2" fmla="*/ 69129 w 69128"/>
                <a:gd name="connsiteY2" fmla="*/ 225560 h 265472"/>
                <a:gd name="connsiteX3" fmla="*/ 28598 w 69128"/>
                <a:gd name="connsiteY3" fmla="*/ 249083 h 265472"/>
                <a:gd name="connsiteX4" fmla="*/ 0 w 69128"/>
                <a:gd name="connsiteY4" fmla="*/ 265473 h 265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28" h="265472">
                  <a:moveTo>
                    <a:pt x="0" y="40119"/>
                  </a:moveTo>
                  <a:cubicBezTo>
                    <a:pt x="22974" y="26403"/>
                    <a:pt x="46017" y="13236"/>
                    <a:pt x="69129" y="0"/>
                  </a:cubicBezTo>
                  <a:lnTo>
                    <a:pt x="69129" y="225560"/>
                  </a:lnTo>
                  <a:cubicBezTo>
                    <a:pt x="55413" y="233652"/>
                    <a:pt x="42177" y="241333"/>
                    <a:pt x="28598" y="249083"/>
                  </a:cubicBezTo>
                  <a:lnTo>
                    <a:pt x="0" y="265473"/>
                  </a:lnTo>
                  <a:close/>
                </a:path>
              </a:pathLst>
            </a:custGeom>
            <a:solidFill>
              <a:srgbClr val="9B916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EBFCF47-1C2D-8A52-04DF-83A23AF266D0}"/>
                </a:ext>
              </a:extLst>
            </p:cNvPr>
            <p:cNvSpPr/>
            <p:nvPr/>
          </p:nvSpPr>
          <p:spPr>
            <a:xfrm>
              <a:off x="6024451" y="3761887"/>
              <a:ext cx="89908" cy="303123"/>
            </a:xfrm>
            <a:custGeom>
              <a:avLst/>
              <a:gdLst>
                <a:gd name="connsiteX0" fmla="*/ 89909 w 89908"/>
                <a:gd name="connsiteY0" fmla="*/ 0 h 303123"/>
                <a:gd name="connsiteX1" fmla="*/ 89909 w 89908"/>
                <a:gd name="connsiteY1" fmla="*/ 251072 h 303123"/>
                <a:gd name="connsiteX2" fmla="*/ 0 w 89908"/>
                <a:gd name="connsiteY2" fmla="*/ 303124 h 303123"/>
                <a:gd name="connsiteX3" fmla="*/ 0 w 89908"/>
                <a:gd name="connsiteY3" fmla="*/ 51641 h 303123"/>
                <a:gd name="connsiteX4" fmla="*/ 823 w 89908"/>
                <a:gd name="connsiteY4" fmla="*/ 51229 h 303123"/>
                <a:gd name="connsiteX5" fmla="*/ 40394 w 89908"/>
                <a:gd name="connsiteY5" fmla="*/ 28324 h 303123"/>
                <a:gd name="connsiteX6" fmla="*/ 88400 w 89908"/>
                <a:gd name="connsiteY6" fmla="*/ 892 h 303123"/>
                <a:gd name="connsiteX7" fmla="*/ 89908 w 89908"/>
                <a:gd name="connsiteY7" fmla="*/ 0 h 303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908" h="303123">
                  <a:moveTo>
                    <a:pt x="89909" y="0"/>
                  </a:moveTo>
                  <a:lnTo>
                    <a:pt x="89909" y="251072"/>
                  </a:lnTo>
                  <a:cubicBezTo>
                    <a:pt x="59939" y="268148"/>
                    <a:pt x="29969" y="285362"/>
                    <a:pt x="0" y="303124"/>
                  </a:cubicBezTo>
                  <a:lnTo>
                    <a:pt x="0" y="51641"/>
                  </a:lnTo>
                  <a:cubicBezTo>
                    <a:pt x="411" y="51641"/>
                    <a:pt x="411" y="51229"/>
                    <a:pt x="823" y="51229"/>
                  </a:cubicBezTo>
                  <a:cubicBezTo>
                    <a:pt x="14127" y="43685"/>
                    <a:pt x="27021" y="35799"/>
                    <a:pt x="40394" y="28324"/>
                  </a:cubicBezTo>
                  <a:cubicBezTo>
                    <a:pt x="56167" y="19134"/>
                    <a:pt x="72420" y="10013"/>
                    <a:pt x="88400" y="892"/>
                  </a:cubicBezTo>
                  <a:cubicBezTo>
                    <a:pt x="88806" y="455"/>
                    <a:pt x="89330" y="145"/>
                    <a:pt x="89908" y="0"/>
                  </a:cubicBezTo>
                  <a:close/>
                </a:path>
              </a:pathLst>
            </a:custGeom>
            <a:solidFill>
              <a:srgbClr val="3C433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66A7D0F-C472-65BE-F575-15463C31C0BB}"/>
                </a:ext>
              </a:extLst>
            </p:cNvPr>
            <p:cNvSpPr/>
            <p:nvPr/>
          </p:nvSpPr>
          <p:spPr>
            <a:xfrm>
              <a:off x="5934542" y="4065010"/>
              <a:ext cx="89908" cy="287030"/>
            </a:xfrm>
            <a:custGeom>
              <a:avLst/>
              <a:gdLst>
                <a:gd name="connsiteX0" fmla="*/ 89908 w 89908"/>
                <a:gd name="connsiteY0" fmla="*/ 0 h 287030"/>
                <a:gd name="connsiteX1" fmla="*/ 89908 w 89908"/>
                <a:gd name="connsiteY1" fmla="*/ 249425 h 287030"/>
                <a:gd name="connsiteX2" fmla="*/ 62476 w 89908"/>
                <a:gd name="connsiteY2" fmla="*/ 265199 h 287030"/>
                <a:gd name="connsiteX3" fmla="*/ 42520 w 89908"/>
                <a:gd name="connsiteY3" fmla="*/ 276857 h 287030"/>
                <a:gd name="connsiteX4" fmla="*/ 32507 w 89908"/>
                <a:gd name="connsiteY4" fmla="*/ 282687 h 287030"/>
                <a:gd name="connsiteX5" fmla="*/ 28324 w 89908"/>
                <a:gd name="connsiteY5" fmla="*/ 284813 h 287030"/>
                <a:gd name="connsiteX6" fmla="*/ 19614 w 89908"/>
                <a:gd name="connsiteY6" fmla="*/ 286870 h 287030"/>
                <a:gd name="connsiteX7" fmla="*/ 16665 w 89908"/>
                <a:gd name="connsiteY7" fmla="*/ 286870 h 287030"/>
                <a:gd name="connsiteX8" fmla="*/ 15431 w 89908"/>
                <a:gd name="connsiteY8" fmla="*/ 286870 h 287030"/>
                <a:gd name="connsiteX9" fmla="*/ 14196 w 89908"/>
                <a:gd name="connsiteY9" fmla="*/ 286459 h 287030"/>
                <a:gd name="connsiteX10" fmla="*/ 12550 w 89908"/>
                <a:gd name="connsiteY10" fmla="*/ 286459 h 287030"/>
                <a:gd name="connsiteX11" fmla="*/ 12070 w 89908"/>
                <a:gd name="connsiteY11" fmla="*/ 286047 h 287030"/>
                <a:gd name="connsiteX12" fmla="*/ 10013 w 89908"/>
                <a:gd name="connsiteY12" fmla="*/ 285224 h 287030"/>
                <a:gd name="connsiteX13" fmla="*/ 9601 w 89908"/>
                <a:gd name="connsiteY13" fmla="*/ 284813 h 287030"/>
                <a:gd name="connsiteX14" fmla="*/ 8778 w 89908"/>
                <a:gd name="connsiteY14" fmla="*/ 284401 h 287030"/>
                <a:gd name="connsiteX15" fmla="*/ 8367 w 89908"/>
                <a:gd name="connsiteY15" fmla="*/ 283990 h 287030"/>
                <a:gd name="connsiteX16" fmla="*/ 7544 w 89908"/>
                <a:gd name="connsiteY16" fmla="*/ 283579 h 287030"/>
                <a:gd name="connsiteX17" fmla="*/ 7132 w 89908"/>
                <a:gd name="connsiteY17" fmla="*/ 283579 h 287030"/>
                <a:gd name="connsiteX18" fmla="*/ 7132 w 89908"/>
                <a:gd name="connsiteY18" fmla="*/ 282961 h 287030"/>
                <a:gd name="connsiteX19" fmla="*/ 6652 w 89908"/>
                <a:gd name="connsiteY19" fmla="*/ 282961 h 287030"/>
                <a:gd name="connsiteX20" fmla="*/ 6652 w 89908"/>
                <a:gd name="connsiteY20" fmla="*/ 282961 h 287030"/>
                <a:gd name="connsiteX21" fmla="*/ 5830 w 89908"/>
                <a:gd name="connsiteY21" fmla="*/ 282138 h 287030"/>
                <a:gd name="connsiteX22" fmla="*/ 5006 w 89908"/>
                <a:gd name="connsiteY22" fmla="*/ 281315 h 287030"/>
                <a:gd name="connsiteX23" fmla="*/ 4595 w 89908"/>
                <a:gd name="connsiteY23" fmla="*/ 280904 h 287030"/>
                <a:gd name="connsiteX24" fmla="*/ 4183 w 89908"/>
                <a:gd name="connsiteY24" fmla="*/ 280081 h 287030"/>
                <a:gd name="connsiteX25" fmla="*/ 3360 w 89908"/>
                <a:gd name="connsiteY25" fmla="*/ 279258 h 287030"/>
                <a:gd name="connsiteX26" fmla="*/ 2949 w 89908"/>
                <a:gd name="connsiteY26" fmla="*/ 278435 h 287030"/>
                <a:gd name="connsiteX27" fmla="*/ 2949 w 89908"/>
                <a:gd name="connsiteY27" fmla="*/ 278024 h 287030"/>
                <a:gd name="connsiteX28" fmla="*/ 2537 w 89908"/>
                <a:gd name="connsiteY28" fmla="*/ 277132 h 287030"/>
                <a:gd name="connsiteX29" fmla="*/ 2126 w 89908"/>
                <a:gd name="connsiteY29" fmla="*/ 276309 h 287030"/>
                <a:gd name="connsiteX30" fmla="*/ 1715 w 89908"/>
                <a:gd name="connsiteY30" fmla="*/ 275486 h 287030"/>
                <a:gd name="connsiteX31" fmla="*/ 1303 w 89908"/>
                <a:gd name="connsiteY31" fmla="*/ 274251 h 287030"/>
                <a:gd name="connsiteX32" fmla="*/ 1303 w 89908"/>
                <a:gd name="connsiteY32" fmla="*/ 273428 h 287030"/>
                <a:gd name="connsiteX33" fmla="*/ 411 w 89908"/>
                <a:gd name="connsiteY33" fmla="*/ 270891 h 287030"/>
                <a:gd name="connsiteX34" fmla="*/ 411 w 89908"/>
                <a:gd name="connsiteY34" fmla="*/ 268422 h 287030"/>
                <a:gd name="connsiteX35" fmla="*/ 0 w 89908"/>
                <a:gd name="connsiteY35" fmla="*/ 267599 h 287030"/>
                <a:gd name="connsiteX36" fmla="*/ 0 w 89908"/>
                <a:gd name="connsiteY36" fmla="*/ 256901 h 287030"/>
                <a:gd name="connsiteX37" fmla="*/ 0 w 89908"/>
                <a:gd name="connsiteY37" fmla="*/ 236327 h 287030"/>
                <a:gd name="connsiteX38" fmla="*/ 0 w 89908"/>
                <a:gd name="connsiteY38" fmla="*/ 51161 h 287030"/>
                <a:gd name="connsiteX39" fmla="*/ 89908 w 89908"/>
                <a:gd name="connsiteY39" fmla="*/ 0 h 28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9908" h="287030">
                  <a:moveTo>
                    <a:pt x="89908" y="0"/>
                  </a:moveTo>
                  <a:lnTo>
                    <a:pt x="89908" y="249425"/>
                  </a:lnTo>
                  <a:cubicBezTo>
                    <a:pt x="80719" y="254844"/>
                    <a:pt x="71598" y="260261"/>
                    <a:pt x="62476" y="265199"/>
                  </a:cubicBezTo>
                  <a:cubicBezTo>
                    <a:pt x="55618" y="268971"/>
                    <a:pt x="48760" y="272743"/>
                    <a:pt x="42520" y="276857"/>
                  </a:cubicBezTo>
                  <a:cubicBezTo>
                    <a:pt x="39159" y="278572"/>
                    <a:pt x="35662" y="280629"/>
                    <a:pt x="32507" y="282687"/>
                  </a:cubicBezTo>
                  <a:cubicBezTo>
                    <a:pt x="31265" y="283663"/>
                    <a:pt x="29843" y="284385"/>
                    <a:pt x="28324" y="284813"/>
                  </a:cubicBezTo>
                  <a:cubicBezTo>
                    <a:pt x="25588" y="286077"/>
                    <a:pt x="22626" y="286777"/>
                    <a:pt x="19614" y="286870"/>
                  </a:cubicBezTo>
                  <a:cubicBezTo>
                    <a:pt x="18642" y="287084"/>
                    <a:pt x="17636" y="287084"/>
                    <a:pt x="16665" y="286870"/>
                  </a:cubicBezTo>
                  <a:lnTo>
                    <a:pt x="15431" y="286870"/>
                  </a:lnTo>
                  <a:cubicBezTo>
                    <a:pt x="14978" y="286927"/>
                    <a:pt x="14524" y="286775"/>
                    <a:pt x="14196" y="286459"/>
                  </a:cubicBezTo>
                  <a:lnTo>
                    <a:pt x="12550" y="286459"/>
                  </a:lnTo>
                  <a:lnTo>
                    <a:pt x="12070" y="286047"/>
                  </a:lnTo>
                  <a:cubicBezTo>
                    <a:pt x="11307" y="286031"/>
                    <a:pt x="10577" y="285738"/>
                    <a:pt x="10013" y="285224"/>
                  </a:cubicBezTo>
                  <a:lnTo>
                    <a:pt x="9601" y="284813"/>
                  </a:lnTo>
                  <a:cubicBezTo>
                    <a:pt x="9190" y="284813"/>
                    <a:pt x="9190" y="284401"/>
                    <a:pt x="8778" y="284401"/>
                  </a:cubicBezTo>
                  <a:lnTo>
                    <a:pt x="8367" y="283990"/>
                  </a:lnTo>
                  <a:cubicBezTo>
                    <a:pt x="7956" y="283990"/>
                    <a:pt x="7956" y="283990"/>
                    <a:pt x="7544" y="283579"/>
                  </a:cubicBezTo>
                  <a:lnTo>
                    <a:pt x="7132" y="283579"/>
                  </a:lnTo>
                  <a:lnTo>
                    <a:pt x="7132" y="282961"/>
                  </a:lnTo>
                  <a:lnTo>
                    <a:pt x="6652" y="282961"/>
                  </a:lnTo>
                  <a:lnTo>
                    <a:pt x="6652" y="282961"/>
                  </a:lnTo>
                  <a:cubicBezTo>
                    <a:pt x="6241" y="282961"/>
                    <a:pt x="6241" y="282550"/>
                    <a:pt x="5830" y="282138"/>
                  </a:cubicBezTo>
                  <a:cubicBezTo>
                    <a:pt x="5418" y="281727"/>
                    <a:pt x="5418" y="281727"/>
                    <a:pt x="5006" y="281315"/>
                  </a:cubicBezTo>
                  <a:lnTo>
                    <a:pt x="4595" y="280904"/>
                  </a:lnTo>
                  <a:cubicBezTo>
                    <a:pt x="4551" y="280592"/>
                    <a:pt x="4407" y="280303"/>
                    <a:pt x="4183" y="280081"/>
                  </a:cubicBezTo>
                  <a:cubicBezTo>
                    <a:pt x="3772" y="279669"/>
                    <a:pt x="3772" y="279258"/>
                    <a:pt x="3360" y="279258"/>
                  </a:cubicBezTo>
                  <a:cubicBezTo>
                    <a:pt x="2949" y="279258"/>
                    <a:pt x="3360" y="278435"/>
                    <a:pt x="2949" y="278435"/>
                  </a:cubicBezTo>
                  <a:lnTo>
                    <a:pt x="2949" y="278024"/>
                  </a:lnTo>
                  <a:cubicBezTo>
                    <a:pt x="2949" y="277543"/>
                    <a:pt x="2949" y="277543"/>
                    <a:pt x="2537" y="277132"/>
                  </a:cubicBezTo>
                  <a:cubicBezTo>
                    <a:pt x="2505" y="276817"/>
                    <a:pt x="2359" y="276524"/>
                    <a:pt x="2126" y="276309"/>
                  </a:cubicBezTo>
                  <a:cubicBezTo>
                    <a:pt x="2126" y="275897"/>
                    <a:pt x="2126" y="275897"/>
                    <a:pt x="1715" y="275486"/>
                  </a:cubicBezTo>
                  <a:cubicBezTo>
                    <a:pt x="1771" y="275033"/>
                    <a:pt x="1619" y="274580"/>
                    <a:pt x="1303" y="274251"/>
                  </a:cubicBezTo>
                  <a:lnTo>
                    <a:pt x="1303" y="273428"/>
                  </a:lnTo>
                  <a:cubicBezTo>
                    <a:pt x="797" y="272671"/>
                    <a:pt x="491" y="271798"/>
                    <a:pt x="411" y="270891"/>
                  </a:cubicBezTo>
                  <a:cubicBezTo>
                    <a:pt x="411" y="270068"/>
                    <a:pt x="0" y="269245"/>
                    <a:pt x="411" y="268422"/>
                  </a:cubicBezTo>
                  <a:cubicBezTo>
                    <a:pt x="823" y="267599"/>
                    <a:pt x="0" y="268011"/>
                    <a:pt x="0" y="267599"/>
                  </a:cubicBezTo>
                  <a:lnTo>
                    <a:pt x="0" y="256901"/>
                  </a:lnTo>
                  <a:cubicBezTo>
                    <a:pt x="411" y="250043"/>
                    <a:pt x="0" y="243185"/>
                    <a:pt x="0" y="236327"/>
                  </a:cubicBezTo>
                  <a:lnTo>
                    <a:pt x="0" y="51161"/>
                  </a:lnTo>
                  <a:cubicBezTo>
                    <a:pt x="29901" y="34565"/>
                    <a:pt x="59939" y="17076"/>
                    <a:pt x="89908" y="0"/>
                  </a:cubicBezTo>
                  <a:close/>
                </a:path>
              </a:pathLst>
            </a:custGeom>
            <a:solidFill>
              <a:srgbClr val="10101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F8CB305-A11B-F977-5F2C-CA0BD35F6AC2}"/>
                </a:ext>
              </a:extLst>
            </p:cNvPr>
            <p:cNvSpPr/>
            <p:nvPr/>
          </p:nvSpPr>
          <p:spPr>
            <a:xfrm>
              <a:off x="5945104" y="4082978"/>
              <a:ext cx="68785" cy="258546"/>
            </a:xfrm>
            <a:custGeom>
              <a:avLst/>
              <a:gdLst>
                <a:gd name="connsiteX0" fmla="*/ 7064 w 68785"/>
                <a:gd name="connsiteY0" fmla="*/ 256832 h 258546"/>
                <a:gd name="connsiteX1" fmla="*/ 7064 w 68785"/>
                <a:gd name="connsiteY1" fmla="*/ 255186 h 258546"/>
                <a:gd name="connsiteX2" fmla="*/ 6652 w 68785"/>
                <a:gd name="connsiteY2" fmla="*/ 255186 h 258546"/>
                <a:gd name="connsiteX3" fmla="*/ 6652 w 68785"/>
                <a:gd name="connsiteY3" fmla="*/ 254706 h 258546"/>
                <a:gd name="connsiteX4" fmla="*/ 3361 w 68785"/>
                <a:gd name="connsiteY4" fmla="*/ 254706 h 258546"/>
                <a:gd name="connsiteX5" fmla="*/ 3361 w 68785"/>
                <a:gd name="connsiteY5" fmla="*/ 250660 h 258546"/>
                <a:gd name="connsiteX6" fmla="*/ 1509 w 68785"/>
                <a:gd name="connsiteY6" fmla="*/ 250660 h 258546"/>
                <a:gd name="connsiteX7" fmla="*/ 2469 w 68785"/>
                <a:gd name="connsiteY7" fmla="*/ 248671 h 258546"/>
                <a:gd name="connsiteX8" fmla="*/ 0 w 68785"/>
                <a:gd name="connsiteY8" fmla="*/ 245928 h 258546"/>
                <a:gd name="connsiteX9" fmla="*/ 0 w 68785"/>
                <a:gd name="connsiteY9" fmla="*/ 239070 h 258546"/>
                <a:gd name="connsiteX10" fmla="*/ 0 w 68785"/>
                <a:gd name="connsiteY10" fmla="*/ 225354 h 258546"/>
                <a:gd name="connsiteX11" fmla="*/ 0 w 68785"/>
                <a:gd name="connsiteY11" fmla="*/ 40188 h 258546"/>
                <a:gd name="connsiteX12" fmla="*/ 68786 w 68785"/>
                <a:gd name="connsiteY12" fmla="*/ 0 h 258546"/>
                <a:gd name="connsiteX13" fmla="*/ 68786 w 68785"/>
                <a:gd name="connsiteY13" fmla="*/ 225491 h 258546"/>
                <a:gd name="connsiteX14" fmla="*/ 46703 w 68785"/>
                <a:gd name="connsiteY14" fmla="*/ 238110 h 258546"/>
                <a:gd name="connsiteX15" fmla="*/ 42588 w 68785"/>
                <a:gd name="connsiteY15" fmla="*/ 240441 h 258546"/>
                <a:gd name="connsiteX16" fmla="*/ 25923 w 68785"/>
                <a:gd name="connsiteY16" fmla="*/ 250248 h 258546"/>
                <a:gd name="connsiteX17" fmla="*/ 16802 w 68785"/>
                <a:gd name="connsiteY17" fmla="*/ 255529 h 258546"/>
                <a:gd name="connsiteX18" fmla="*/ 8847 w 68785"/>
                <a:gd name="connsiteY18" fmla="*/ 258547 h 258546"/>
                <a:gd name="connsiteX19" fmla="*/ 8298 w 68785"/>
                <a:gd name="connsiteY19" fmla="*/ 258547 h 25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8785" h="258546">
                  <a:moveTo>
                    <a:pt x="7064" y="256832"/>
                  </a:moveTo>
                  <a:lnTo>
                    <a:pt x="7064" y="255186"/>
                  </a:lnTo>
                  <a:lnTo>
                    <a:pt x="6652" y="255186"/>
                  </a:lnTo>
                  <a:lnTo>
                    <a:pt x="6652" y="254706"/>
                  </a:lnTo>
                  <a:lnTo>
                    <a:pt x="3361" y="254706"/>
                  </a:lnTo>
                  <a:lnTo>
                    <a:pt x="3361" y="250660"/>
                  </a:lnTo>
                  <a:lnTo>
                    <a:pt x="1509" y="250660"/>
                  </a:lnTo>
                  <a:lnTo>
                    <a:pt x="2469" y="248671"/>
                  </a:lnTo>
                  <a:lnTo>
                    <a:pt x="0" y="245928"/>
                  </a:lnTo>
                  <a:lnTo>
                    <a:pt x="0" y="239070"/>
                  </a:lnTo>
                  <a:cubicBezTo>
                    <a:pt x="0" y="234955"/>
                    <a:pt x="0" y="230018"/>
                    <a:pt x="0" y="225354"/>
                  </a:cubicBezTo>
                  <a:lnTo>
                    <a:pt x="0" y="40188"/>
                  </a:lnTo>
                  <a:lnTo>
                    <a:pt x="68786" y="0"/>
                  </a:lnTo>
                  <a:lnTo>
                    <a:pt x="68786" y="225491"/>
                  </a:lnTo>
                  <a:cubicBezTo>
                    <a:pt x="60899" y="230154"/>
                    <a:pt x="53767" y="234270"/>
                    <a:pt x="46703" y="238110"/>
                  </a:cubicBezTo>
                  <a:lnTo>
                    <a:pt x="42588" y="240441"/>
                  </a:lnTo>
                  <a:cubicBezTo>
                    <a:pt x="36896" y="243528"/>
                    <a:pt x="31136" y="246751"/>
                    <a:pt x="25923" y="250248"/>
                  </a:cubicBezTo>
                  <a:cubicBezTo>
                    <a:pt x="23592" y="251346"/>
                    <a:pt x="20231" y="253403"/>
                    <a:pt x="16802" y="255529"/>
                  </a:cubicBezTo>
                  <a:cubicBezTo>
                    <a:pt x="14384" y="257068"/>
                    <a:pt x="11677" y="258095"/>
                    <a:pt x="8847" y="258547"/>
                  </a:cubicBezTo>
                  <a:lnTo>
                    <a:pt x="8298" y="258547"/>
                  </a:lnTo>
                  <a:close/>
                </a:path>
              </a:pathLst>
            </a:custGeom>
            <a:solidFill>
              <a:srgbClr val="2B2B2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204DB69-C3FE-323A-D355-28B9BE059EDB}"/>
                </a:ext>
              </a:extLst>
            </p:cNvPr>
            <p:cNvSpPr/>
            <p:nvPr/>
          </p:nvSpPr>
          <p:spPr>
            <a:xfrm>
              <a:off x="5934291" y="3813528"/>
              <a:ext cx="90159" cy="303123"/>
            </a:xfrm>
            <a:custGeom>
              <a:avLst/>
              <a:gdLst>
                <a:gd name="connsiteX0" fmla="*/ 90160 w 90159"/>
                <a:gd name="connsiteY0" fmla="*/ 0 h 303123"/>
                <a:gd name="connsiteX1" fmla="*/ 90160 w 90159"/>
                <a:gd name="connsiteY1" fmla="*/ 251483 h 303123"/>
                <a:gd name="connsiteX2" fmla="*/ 183 w 90159"/>
                <a:gd name="connsiteY2" fmla="*/ 303124 h 303123"/>
                <a:gd name="connsiteX3" fmla="*/ 183 w 90159"/>
                <a:gd name="connsiteY3" fmla="*/ 184686 h 303123"/>
                <a:gd name="connsiteX4" fmla="*/ 183 w 90159"/>
                <a:gd name="connsiteY4" fmla="*/ 138943 h 303123"/>
                <a:gd name="connsiteX5" fmla="*/ 183 w 90159"/>
                <a:gd name="connsiteY5" fmla="*/ 106848 h 303123"/>
                <a:gd name="connsiteX6" fmla="*/ 183 w 90159"/>
                <a:gd name="connsiteY6" fmla="*/ 87714 h 303123"/>
                <a:gd name="connsiteX7" fmla="*/ 594 w 90159"/>
                <a:gd name="connsiteY7" fmla="*/ 84353 h 303123"/>
                <a:gd name="connsiteX8" fmla="*/ 594 w 90159"/>
                <a:gd name="connsiteY8" fmla="*/ 83530 h 303123"/>
                <a:gd name="connsiteX9" fmla="*/ 1006 w 90159"/>
                <a:gd name="connsiteY9" fmla="*/ 81885 h 303123"/>
                <a:gd name="connsiteX10" fmla="*/ 1006 w 90159"/>
                <a:gd name="connsiteY10" fmla="*/ 81062 h 303123"/>
                <a:gd name="connsiteX11" fmla="*/ 1486 w 90159"/>
                <a:gd name="connsiteY11" fmla="*/ 78524 h 303123"/>
                <a:gd name="connsiteX12" fmla="*/ 1897 w 90159"/>
                <a:gd name="connsiteY12" fmla="*/ 77290 h 303123"/>
                <a:gd name="connsiteX13" fmla="*/ 3132 w 90159"/>
                <a:gd name="connsiteY13" fmla="*/ 72695 h 303123"/>
                <a:gd name="connsiteX14" fmla="*/ 3543 w 90159"/>
                <a:gd name="connsiteY14" fmla="*/ 71460 h 303123"/>
                <a:gd name="connsiteX15" fmla="*/ 3955 w 90159"/>
                <a:gd name="connsiteY15" fmla="*/ 69814 h 303123"/>
                <a:gd name="connsiteX16" fmla="*/ 5189 w 90159"/>
                <a:gd name="connsiteY16" fmla="*/ 67277 h 303123"/>
                <a:gd name="connsiteX17" fmla="*/ 7315 w 90159"/>
                <a:gd name="connsiteY17" fmla="*/ 61859 h 303123"/>
                <a:gd name="connsiteX18" fmla="*/ 8550 w 90159"/>
                <a:gd name="connsiteY18" fmla="*/ 59802 h 303123"/>
                <a:gd name="connsiteX19" fmla="*/ 12253 w 90159"/>
                <a:gd name="connsiteY19" fmla="*/ 53561 h 303123"/>
                <a:gd name="connsiteX20" fmla="*/ 14790 w 90159"/>
                <a:gd name="connsiteY20" fmla="*/ 50201 h 303123"/>
                <a:gd name="connsiteX21" fmla="*/ 15202 w 90159"/>
                <a:gd name="connsiteY21" fmla="*/ 49378 h 303123"/>
                <a:gd name="connsiteX22" fmla="*/ 18083 w 90159"/>
                <a:gd name="connsiteY22" fmla="*/ 46086 h 303123"/>
                <a:gd name="connsiteX23" fmla="*/ 21031 w 90159"/>
                <a:gd name="connsiteY23" fmla="*/ 42725 h 303123"/>
                <a:gd name="connsiteX24" fmla="*/ 22266 w 90159"/>
                <a:gd name="connsiteY24" fmla="*/ 41491 h 303123"/>
                <a:gd name="connsiteX25" fmla="*/ 29124 w 90159"/>
                <a:gd name="connsiteY25" fmla="*/ 35662 h 303123"/>
                <a:gd name="connsiteX26" fmla="*/ 32484 w 90159"/>
                <a:gd name="connsiteY26" fmla="*/ 33604 h 303123"/>
                <a:gd name="connsiteX27" fmla="*/ 40783 w 90159"/>
                <a:gd name="connsiteY27" fmla="*/ 28598 h 303123"/>
                <a:gd name="connsiteX28" fmla="*/ 58682 w 90159"/>
                <a:gd name="connsiteY28" fmla="*/ 18173 h 303123"/>
                <a:gd name="connsiteX29" fmla="*/ 90160 w 90159"/>
                <a:gd name="connsiteY29" fmla="*/ 0 h 303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0159" h="303123">
                  <a:moveTo>
                    <a:pt x="90160" y="0"/>
                  </a:moveTo>
                  <a:lnTo>
                    <a:pt x="90160" y="251483"/>
                  </a:lnTo>
                  <a:cubicBezTo>
                    <a:pt x="60190" y="268559"/>
                    <a:pt x="30152" y="285773"/>
                    <a:pt x="183" y="303124"/>
                  </a:cubicBezTo>
                  <a:lnTo>
                    <a:pt x="183" y="184686"/>
                  </a:lnTo>
                  <a:cubicBezTo>
                    <a:pt x="183" y="169736"/>
                    <a:pt x="-229" y="154305"/>
                    <a:pt x="183" y="138943"/>
                  </a:cubicBezTo>
                  <a:cubicBezTo>
                    <a:pt x="183" y="128107"/>
                    <a:pt x="594" y="117272"/>
                    <a:pt x="183" y="106848"/>
                  </a:cubicBezTo>
                  <a:lnTo>
                    <a:pt x="183" y="87714"/>
                  </a:lnTo>
                  <a:cubicBezTo>
                    <a:pt x="498" y="86623"/>
                    <a:pt x="637" y="85488"/>
                    <a:pt x="594" y="84353"/>
                  </a:cubicBezTo>
                  <a:lnTo>
                    <a:pt x="594" y="83530"/>
                  </a:lnTo>
                  <a:cubicBezTo>
                    <a:pt x="922" y="83048"/>
                    <a:pt x="1067" y="82465"/>
                    <a:pt x="1006" y="81885"/>
                  </a:cubicBezTo>
                  <a:lnTo>
                    <a:pt x="1006" y="81062"/>
                  </a:lnTo>
                  <a:cubicBezTo>
                    <a:pt x="1395" y="80276"/>
                    <a:pt x="1560" y="79398"/>
                    <a:pt x="1486" y="78524"/>
                  </a:cubicBezTo>
                  <a:cubicBezTo>
                    <a:pt x="1486" y="78113"/>
                    <a:pt x="1897" y="77701"/>
                    <a:pt x="1897" y="77290"/>
                  </a:cubicBezTo>
                  <a:cubicBezTo>
                    <a:pt x="2309" y="75644"/>
                    <a:pt x="2720" y="74409"/>
                    <a:pt x="3132" y="72695"/>
                  </a:cubicBezTo>
                  <a:cubicBezTo>
                    <a:pt x="3132" y="72283"/>
                    <a:pt x="3543" y="71872"/>
                    <a:pt x="3543" y="71460"/>
                  </a:cubicBezTo>
                  <a:cubicBezTo>
                    <a:pt x="3543" y="71049"/>
                    <a:pt x="3955" y="70226"/>
                    <a:pt x="3955" y="69814"/>
                  </a:cubicBezTo>
                  <a:lnTo>
                    <a:pt x="5189" y="67277"/>
                  </a:lnTo>
                  <a:cubicBezTo>
                    <a:pt x="5628" y="65376"/>
                    <a:pt x="6344" y="63551"/>
                    <a:pt x="7315" y="61859"/>
                  </a:cubicBezTo>
                  <a:cubicBezTo>
                    <a:pt x="7633" y="61121"/>
                    <a:pt x="8048" y="60429"/>
                    <a:pt x="8550" y="59802"/>
                  </a:cubicBezTo>
                  <a:lnTo>
                    <a:pt x="12253" y="53561"/>
                  </a:lnTo>
                  <a:cubicBezTo>
                    <a:pt x="13037" y="52396"/>
                    <a:pt x="13885" y="51274"/>
                    <a:pt x="14790" y="50201"/>
                  </a:cubicBezTo>
                  <a:cubicBezTo>
                    <a:pt x="14790" y="49789"/>
                    <a:pt x="15202" y="49789"/>
                    <a:pt x="15202" y="49378"/>
                  </a:cubicBezTo>
                  <a:cubicBezTo>
                    <a:pt x="15202" y="48966"/>
                    <a:pt x="17259" y="47320"/>
                    <a:pt x="18083" y="46086"/>
                  </a:cubicBezTo>
                  <a:cubicBezTo>
                    <a:pt x="18905" y="44851"/>
                    <a:pt x="20209" y="43960"/>
                    <a:pt x="21031" y="42725"/>
                  </a:cubicBezTo>
                  <a:lnTo>
                    <a:pt x="22266" y="41491"/>
                  </a:lnTo>
                  <a:cubicBezTo>
                    <a:pt x="24348" y="39320"/>
                    <a:pt x="26646" y="37367"/>
                    <a:pt x="29124" y="35662"/>
                  </a:cubicBezTo>
                  <a:lnTo>
                    <a:pt x="32484" y="33604"/>
                  </a:lnTo>
                  <a:cubicBezTo>
                    <a:pt x="35364" y="31889"/>
                    <a:pt x="38313" y="30244"/>
                    <a:pt x="40783" y="28598"/>
                  </a:cubicBezTo>
                  <a:cubicBezTo>
                    <a:pt x="47023" y="25237"/>
                    <a:pt x="52852" y="21740"/>
                    <a:pt x="58682" y="18173"/>
                  </a:cubicBezTo>
                  <a:cubicBezTo>
                    <a:pt x="68900" y="11659"/>
                    <a:pt x="79599" y="6378"/>
                    <a:pt x="90160" y="0"/>
                  </a:cubicBezTo>
                  <a:close/>
                </a:path>
              </a:pathLst>
            </a:custGeom>
            <a:solidFill>
              <a:srgbClr val="3C433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60F432B-CD7A-348A-E57B-C030A547E287}"/>
                </a:ext>
              </a:extLst>
            </p:cNvPr>
            <p:cNvSpPr/>
            <p:nvPr/>
          </p:nvSpPr>
          <p:spPr>
            <a:xfrm>
              <a:off x="5945995" y="3682197"/>
              <a:ext cx="338236" cy="658642"/>
            </a:xfrm>
            <a:custGeom>
              <a:avLst/>
              <a:gdLst>
                <a:gd name="connsiteX0" fmla="*/ 337825 w 338236"/>
                <a:gd name="connsiteY0" fmla="*/ 13099 h 658642"/>
                <a:gd name="connsiteX1" fmla="*/ 337825 w 338236"/>
                <a:gd name="connsiteY1" fmla="*/ 7681 h 658642"/>
                <a:gd name="connsiteX2" fmla="*/ 335356 w 338236"/>
                <a:gd name="connsiteY2" fmla="*/ 2263 h 658642"/>
                <a:gd name="connsiteX3" fmla="*/ 330487 w 338236"/>
                <a:gd name="connsiteY3" fmla="*/ 0 h 658642"/>
                <a:gd name="connsiteX4" fmla="*/ 327195 w 338236"/>
                <a:gd name="connsiteY4" fmla="*/ 1578 h 658642"/>
                <a:gd name="connsiteX5" fmla="*/ 324863 w 338236"/>
                <a:gd name="connsiteY5" fmla="*/ 1578 h 658642"/>
                <a:gd name="connsiteX6" fmla="*/ 321846 w 338236"/>
                <a:gd name="connsiteY6" fmla="*/ 3360 h 658642"/>
                <a:gd name="connsiteX7" fmla="*/ 320680 w 338236"/>
                <a:gd name="connsiteY7" fmla="*/ 3360 h 658642"/>
                <a:gd name="connsiteX8" fmla="*/ 311696 w 338236"/>
                <a:gd name="connsiteY8" fmla="*/ 8710 h 658642"/>
                <a:gd name="connsiteX9" fmla="*/ 295511 w 338236"/>
                <a:gd name="connsiteY9" fmla="*/ 17694 h 658642"/>
                <a:gd name="connsiteX10" fmla="*/ 293660 w 338236"/>
                <a:gd name="connsiteY10" fmla="*/ 19614 h 658642"/>
                <a:gd name="connsiteX11" fmla="*/ 291328 w 338236"/>
                <a:gd name="connsiteY11" fmla="*/ 20368 h 658642"/>
                <a:gd name="connsiteX12" fmla="*/ 271783 w 338236"/>
                <a:gd name="connsiteY12" fmla="*/ 31547 h 658642"/>
                <a:gd name="connsiteX13" fmla="*/ 263827 w 338236"/>
                <a:gd name="connsiteY13" fmla="*/ 36347 h 658642"/>
                <a:gd name="connsiteX14" fmla="*/ 259712 w 338236"/>
                <a:gd name="connsiteY14" fmla="*/ 38405 h 658642"/>
                <a:gd name="connsiteX15" fmla="*/ 219867 w 338236"/>
                <a:gd name="connsiteY15" fmla="*/ 61448 h 658642"/>
                <a:gd name="connsiteX16" fmla="*/ 192847 w 338236"/>
                <a:gd name="connsiteY16" fmla="*/ 77016 h 658642"/>
                <a:gd name="connsiteX17" fmla="*/ 180777 w 338236"/>
                <a:gd name="connsiteY17" fmla="*/ 83874 h 658642"/>
                <a:gd name="connsiteX18" fmla="*/ 182629 w 338236"/>
                <a:gd name="connsiteY18" fmla="*/ 89154 h 658642"/>
                <a:gd name="connsiteX19" fmla="*/ 172205 w 338236"/>
                <a:gd name="connsiteY19" fmla="*/ 89154 h 658642"/>
                <a:gd name="connsiteX20" fmla="*/ 85245 w 338236"/>
                <a:gd name="connsiteY20" fmla="*/ 139217 h 658642"/>
                <a:gd name="connsiteX21" fmla="*/ 83051 w 338236"/>
                <a:gd name="connsiteY21" fmla="*/ 141275 h 658642"/>
                <a:gd name="connsiteX22" fmla="*/ 81610 w 338236"/>
                <a:gd name="connsiteY22" fmla="*/ 141275 h 658642"/>
                <a:gd name="connsiteX23" fmla="*/ 69540 w 338236"/>
                <a:gd name="connsiteY23" fmla="*/ 148133 h 658642"/>
                <a:gd name="connsiteX24" fmla="*/ 53150 w 338236"/>
                <a:gd name="connsiteY24" fmla="*/ 157597 h 658642"/>
                <a:gd name="connsiteX25" fmla="*/ 35319 w 338236"/>
                <a:gd name="connsiteY25" fmla="*/ 167952 h 658642"/>
                <a:gd name="connsiteX26" fmla="*/ 27364 w 338236"/>
                <a:gd name="connsiteY26" fmla="*/ 172753 h 658642"/>
                <a:gd name="connsiteX27" fmla="*/ 23729 w 338236"/>
                <a:gd name="connsiteY27" fmla="*/ 175016 h 658642"/>
                <a:gd name="connsiteX28" fmla="*/ 18311 w 338236"/>
                <a:gd name="connsiteY28" fmla="*/ 179474 h 658642"/>
                <a:gd name="connsiteX29" fmla="*/ 14127 w 338236"/>
                <a:gd name="connsiteY29" fmla="*/ 184000 h 658642"/>
                <a:gd name="connsiteX30" fmla="*/ 14127 w 338236"/>
                <a:gd name="connsiteY30" fmla="*/ 185029 h 658642"/>
                <a:gd name="connsiteX31" fmla="*/ 13099 w 338236"/>
                <a:gd name="connsiteY31" fmla="*/ 186058 h 658642"/>
                <a:gd name="connsiteX32" fmla="*/ 13099 w 338236"/>
                <a:gd name="connsiteY32" fmla="*/ 186538 h 658642"/>
                <a:gd name="connsiteX33" fmla="*/ 10013 w 338236"/>
                <a:gd name="connsiteY33" fmla="*/ 189624 h 658642"/>
                <a:gd name="connsiteX34" fmla="*/ 5349 w 338236"/>
                <a:gd name="connsiteY34" fmla="*/ 197442 h 658642"/>
                <a:gd name="connsiteX35" fmla="*/ 2401 w 338236"/>
                <a:gd name="connsiteY35" fmla="*/ 203340 h 658642"/>
                <a:gd name="connsiteX36" fmla="*/ 1098 w 338236"/>
                <a:gd name="connsiteY36" fmla="*/ 207935 h 658642"/>
                <a:gd name="connsiteX37" fmla="*/ 1098 w 338236"/>
                <a:gd name="connsiteY37" fmla="*/ 211021 h 658642"/>
                <a:gd name="connsiteX38" fmla="*/ 411 w 338236"/>
                <a:gd name="connsiteY38" fmla="*/ 213696 h 658642"/>
                <a:gd name="connsiteX39" fmla="*/ 411 w 338236"/>
                <a:gd name="connsiteY39" fmla="*/ 218496 h 658642"/>
                <a:gd name="connsiteX40" fmla="*/ 0 w 338236"/>
                <a:gd name="connsiteY40" fmla="*/ 221239 h 658642"/>
                <a:gd name="connsiteX41" fmla="*/ 0 w 338236"/>
                <a:gd name="connsiteY41" fmla="*/ 237081 h 658642"/>
                <a:gd name="connsiteX42" fmla="*/ 0 w 338236"/>
                <a:gd name="connsiteY42" fmla="*/ 258821 h 658642"/>
                <a:gd name="connsiteX43" fmla="*/ 0 w 338236"/>
                <a:gd name="connsiteY43" fmla="*/ 269863 h 658642"/>
                <a:gd name="connsiteX44" fmla="*/ 0 w 338236"/>
                <a:gd name="connsiteY44" fmla="*/ 300243 h 658642"/>
                <a:gd name="connsiteX45" fmla="*/ 0 w 338236"/>
                <a:gd name="connsiteY45" fmla="*/ 625381 h 658642"/>
                <a:gd name="connsiteX46" fmla="*/ 0 w 338236"/>
                <a:gd name="connsiteY46" fmla="*/ 639097 h 658642"/>
                <a:gd name="connsiteX47" fmla="*/ 0 w 338236"/>
                <a:gd name="connsiteY47" fmla="*/ 645955 h 658642"/>
                <a:gd name="connsiteX48" fmla="*/ 2469 w 338236"/>
                <a:gd name="connsiteY48" fmla="*/ 648698 h 658642"/>
                <a:gd name="connsiteX49" fmla="*/ 1509 w 338236"/>
                <a:gd name="connsiteY49" fmla="*/ 650687 h 658642"/>
                <a:gd name="connsiteX50" fmla="*/ 3361 w 338236"/>
                <a:gd name="connsiteY50" fmla="*/ 650687 h 658642"/>
                <a:gd name="connsiteX51" fmla="*/ 3361 w 338236"/>
                <a:gd name="connsiteY51" fmla="*/ 654734 h 658642"/>
                <a:gd name="connsiteX52" fmla="*/ 6652 w 338236"/>
                <a:gd name="connsiteY52" fmla="*/ 654734 h 658642"/>
                <a:gd name="connsiteX53" fmla="*/ 6652 w 338236"/>
                <a:gd name="connsiteY53" fmla="*/ 655214 h 658642"/>
                <a:gd name="connsiteX54" fmla="*/ 6172 w 338236"/>
                <a:gd name="connsiteY54" fmla="*/ 655214 h 658642"/>
                <a:gd name="connsiteX55" fmla="*/ 6172 w 338236"/>
                <a:gd name="connsiteY55" fmla="*/ 656859 h 658642"/>
                <a:gd name="connsiteX56" fmla="*/ 7750 w 338236"/>
                <a:gd name="connsiteY56" fmla="*/ 658643 h 658642"/>
                <a:gd name="connsiteX57" fmla="*/ 8298 w 338236"/>
                <a:gd name="connsiteY57" fmla="*/ 658643 h 658642"/>
                <a:gd name="connsiteX58" fmla="*/ 16253 w 338236"/>
                <a:gd name="connsiteY58" fmla="*/ 655625 h 658642"/>
                <a:gd name="connsiteX59" fmla="*/ 25375 w 338236"/>
                <a:gd name="connsiteY59" fmla="*/ 650344 h 658642"/>
                <a:gd name="connsiteX60" fmla="*/ 42040 w 338236"/>
                <a:gd name="connsiteY60" fmla="*/ 640469 h 658642"/>
                <a:gd name="connsiteX61" fmla="*/ 46155 w 338236"/>
                <a:gd name="connsiteY61" fmla="*/ 638205 h 658642"/>
                <a:gd name="connsiteX62" fmla="*/ 73587 w 338236"/>
                <a:gd name="connsiteY62" fmla="*/ 622569 h 658642"/>
                <a:gd name="connsiteX63" fmla="*/ 102322 w 338236"/>
                <a:gd name="connsiteY63" fmla="*/ 605973 h 658642"/>
                <a:gd name="connsiteX64" fmla="*/ 338237 w 338236"/>
                <a:gd name="connsiteY64" fmla="*/ 42314 h 658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338236" h="658642">
                  <a:moveTo>
                    <a:pt x="337825" y="13099"/>
                  </a:moveTo>
                  <a:cubicBezTo>
                    <a:pt x="337990" y="11297"/>
                    <a:pt x="337990" y="9483"/>
                    <a:pt x="337825" y="7681"/>
                  </a:cubicBezTo>
                  <a:lnTo>
                    <a:pt x="335356" y="2263"/>
                  </a:lnTo>
                  <a:lnTo>
                    <a:pt x="330487" y="0"/>
                  </a:lnTo>
                  <a:lnTo>
                    <a:pt x="327195" y="1578"/>
                  </a:lnTo>
                  <a:lnTo>
                    <a:pt x="324863" y="1578"/>
                  </a:lnTo>
                  <a:lnTo>
                    <a:pt x="321846" y="3360"/>
                  </a:lnTo>
                  <a:lnTo>
                    <a:pt x="320680" y="3360"/>
                  </a:lnTo>
                  <a:cubicBezTo>
                    <a:pt x="317597" y="4990"/>
                    <a:pt x="314598" y="6776"/>
                    <a:pt x="311696" y="8710"/>
                  </a:cubicBezTo>
                  <a:cubicBezTo>
                    <a:pt x="306527" y="12094"/>
                    <a:pt x="301117" y="15096"/>
                    <a:pt x="295511" y="17694"/>
                  </a:cubicBezTo>
                  <a:lnTo>
                    <a:pt x="293660" y="19614"/>
                  </a:lnTo>
                  <a:lnTo>
                    <a:pt x="291328" y="20368"/>
                  </a:lnTo>
                  <a:cubicBezTo>
                    <a:pt x="284470" y="23866"/>
                    <a:pt x="278229" y="27707"/>
                    <a:pt x="271783" y="31547"/>
                  </a:cubicBezTo>
                  <a:lnTo>
                    <a:pt x="263827" y="36347"/>
                  </a:lnTo>
                  <a:lnTo>
                    <a:pt x="259712" y="38405"/>
                  </a:lnTo>
                  <a:lnTo>
                    <a:pt x="219867" y="61448"/>
                  </a:lnTo>
                  <a:cubicBezTo>
                    <a:pt x="210678" y="66523"/>
                    <a:pt x="201763" y="71803"/>
                    <a:pt x="192847" y="77016"/>
                  </a:cubicBezTo>
                  <a:lnTo>
                    <a:pt x="180777" y="83874"/>
                  </a:lnTo>
                  <a:lnTo>
                    <a:pt x="182629" y="89154"/>
                  </a:lnTo>
                  <a:lnTo>
                    <a:pt x="172205" y="89154"/>
                  </a:lnTo>
                  <a:cubicBezTo>
                    <a:pt x="172205" y="89154"/>
                    <a:pt x="91760" y="135583"/>
                    <a:pt x="85245" y="139217"/>
                  </a:cubicBezTo>
                  <a:lnTo>
                    <a:pt x="83051" y="141275"/>
                  </a:lnTo>
                  <a:lnTo>
                    <a:pt x="81610" y="141275"/>
                  </a:lnTo>
                  <a:cubicBezTo>
                    <a:pt x="77633" y="143675"/>
                    <a:pt x="73587" y="145870"/>
                    <a:pt x="69540" y="148133"/>
                  </a:cubicBezTo>
                  <a:cubicBezTo>
                    <a:pt x="63917" y="151219"/>
                    <a:pt x="58430" y="154305"/>
                    <a:pt x="53150" y="157597"/>
                  </a:cubicBezTo>
                  <a:cubicBezTo>
                    <a:pt x="47869" y="160889"/>
                    <a:pt x="41011" y="165003"/>
                    <a:pt x="35319" y="167952"/>
                  </a:cubicBezTo>
                  <a:cubicBezTo>
                    <a:pt x="32987" y="169530"/>
                    <a:pt x="30175" y="171107"/>
                    <a:pt x="27364" y="172753"/>
                  </a:cubicBezTo>
                  <a:lnTo>
                    <a:pt x="23729" y="175016"/>
                  </a:lnTo>
                  <a:cubicBezTo>
                    <a:pt x="21775" y="176313"/>
                    <a:pt x="19960" y="177807"/>
                    <a:pt x="18311" y="179474"/>
                  </a:cubicBezTo>
                  <a:lnTo>
                    <a:pt x="14127" y="184000"/>
                  </a:lnTo>
                  <a:lnTo>
                    <a:pt x="14127" y="185029"/>
                  </a:lnTo>
                  <a:lnTo>
                    <a:pt x="13099" y="186058"/>
                  </a:lnTo>
                  <a:lnTo>
                    <a:pt x="13099" y="186538"/>
                  </a:lnTo>
                  <a:lnTo>
                    <a:pt x="10013" y="189624"/>
                  </a:lnTo>
                  <a:lnTo>
                    <a:pt x="5349" y="197442"/>
                  </a:lnTo>
                  <a:lnTo>
                    <a:pt x="2401" y="203340"/>
                  </a:lnTo>
                  <a:lnTo>
                    <a:pt x="1098" y="207935"/>
                  </a:lnTo>
                  <a:lnTo>
                    <a:pt x="1098" y="211021"/>
                  </a:lnTo>
                  <a:cubicBezTo>
                    <a:pt x="1098" y="211021"/>
                    <a:pt x="617" y="213009"/>
                    <a:pt x="411" y="213696"/>
                  </a:cubicBezTo>
                  <a:lnTo>
                    <a:pt x="411" y="218496"/>
                  </a:lnTo>
                  <a:cubicBezTo>
                    <a:pt x="411" y="218496"/>
                    <a:pt x="411" y="220348"/>
                    <a:pt x="0" y="221239"/>
                  </a:cubicBezTo>
                  <a:lnTo>
                    <a:pt x="0" y="237081"/>
                  </a:lnTo>
                  <a:cubicBezTo>
                    <a:pt x="0" y="243939"/>
                    <a:pt x="0" y="251483"/>
                    <a:pt x="0" y="258821"/>
                  </a:cubicBezTo>
                  <a:lnTo>
                    <a:pt x="0" y="269863"/>
                  </a:lnTo>
                  <a:cubicBezTo>
                    <a:pt x="0" y="280012"/>
                    <a:pt x="0" y="290437"/>
                    <a:pt x="0" y="300243"/>
                  </a:cubicBezTo>
                  <a:lnTo>
                    <a:pt x="0" y="625381"/>
                  </a:lnTo>
                  <a:cubicBezTo>
                    <a:pt x="0" y="630250"/>
                    <a:pt x="0" y="635188"/>
                    <a:pt x="0" y="639097"/>
                  </a:cubicBezTo>
                  <a:lnTo>
                    <a:pt x="0" y="645955"/>
                  </a:lnTo>
                  <a:lnTo>
                    <a:pt x="2469" y="648698"/>
                  </a:lnTo>
                  <a:lnTo>
                    <a:pt x="1509" y="650687"/>
                  </a:lnTo>
                  <a:lnTo>
                    <a:pt x="3361" y="650687"/>
                  </a:lnTo>
                  <a:lnTo>
                    <a:pt x="3361" y="654734"/>
                  </a:lnTo>
                  <a:lnTo>
                    <a:pt x="6652" y="654734"/>
                  </a:lnTo>
                  <a:lnTo>
                    <a:pt x="6652" y="655214"/>
                  </a:lnTo>
                  <a:lnTo>
                    <a:pt x="6172" y="655214"/>
                  </a:lnTo>
                  <a:lnTo>
                    <a:pt x="6172" y="656859"/>
                  </a:lnTo>
                  <a:lnTo>
                    <a:pt x="7750" y="658643"/>
                  </a:lnTo>
                  <a:lnTo>
                    <a:pt x="8298" y="658643"/>
                  </a:lnTo>
                  <a:cubicBezTo>
                    <a:pt x="11128" y="658191"/>
                    <a:pt x="13836" y="657164"/>
                    <a:pt x="16253" y="655625"/>
                  </a:cubicBezTo>
                  <a:cubicBezTo>
                    <a:pt x="19682" y="653499"/>
                    <a:pt x="23111" y="651441"/>
                    <a:pt x="25375" y="650344"/>
                  </a:cubicBezTo>
                  <a:cubicBezTo>
                    <a:pt x="30655" y="646847"/>
                    <a:pt x="36416" y="643486"/>
                    <a:pt x="42040" y="640469"/>
                  </a:cubicBezTo>
                  <a:lnTo>
                    <a:pt x="46155" y="638205"/>
                  </a:lnTo>
                  <a:cubicBezTo>
                    <a:pt x="54727" y="633542"/>
                    <a:pt x="63300" y="628536"/>
                    <a:pt x="73587" y="622569"/>
                  </a:cubicBezTo>
                  <a:lnTo>
                    <a:pt x="102322" y="605973"/>
                  </a:lnTo>
                  <a:lnTo>
                    <a:pt x="338237" y="42314"/>
                  </a:lnTo>
                  <a:close/>
                </a:path>
              </a:pathLst>
            </a:custGeom>
            <a:solidFill>
              <a:srgbClr val="3C433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E22EC9A-515C-AEC8-C754-294C106BB402}"/>
                </a:ext>
              </a:extLst>
            </p:cNvPr>
            <p:cNvSpPr/>
            <p:nvPr/>
          </p:nvSpPr>
          <p:spPr>
            <a:xfrm>
              <a:off x="5941126" y="4347972"/>
              <a:ext cx="480" cy="480"/>
            </a:xfrm>
            <a:custGeom>
              <a:avLst/>
              <a:gdLst>
                <a:gd name="connsiteX0" fmla="*/ 480 w 480"/>
                <a:gd name="connsiteY0" fmla="*/ 0 h 480"/>
                <a:gd name="connsiteX1" fmla="*/ 480 w 480"/>
                <a:gd name="connsiteY1" fmla="*/ 480 h 480"/>
                <a:gd name="connsiteX2" fmla="*/ 0 w 480"/>
                <a:gd name="connsiteY2" fmla="*/ 0 h 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" h="480">
                  <a:moveTo>
                    <a:pt x="480" y="0"/>
                  </a:moveTo>
                  <a:lnTo>
                    <a:pt x="480" y="480"/>
                  </a:lnTo>
                  <a:cubicBezTo>
                    <a:pt x="215" y="480"/>
                    <a:pt x="0" y="265"/>
                    <a:pt x="0" y="0"/>
                  </a:cubicBezTo>
                  <a:close/>
                </a:path>
              </a:pathLst>
            </a:custGeom>
            <a:solidFill>
              <a:srgbClr val="D3DDE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E93AFA2-1873-E3C5-6F93-7C836630C9F2}"/>
                </a:ext>
              </a:extLst>
            </p:cNvPr>
            <p:cNvSpPr/>
            <p:nvPr/>
          </p:nvSpPr>
          <p:spPr>
            <a:xfrm>
              <a:off x="5774202" y="4896612"/>
              <a:ext cx="161574" cy="119946"/>
            </a:xfrm>
            <a:custGeom>
              <a:avLst/>
              <a:gdLst>
                <a:gd name="connsiteX0" fmla="*/ 161574 w 161574"/>
                <a:gd name="connsiteY0" fmla="*/ 0 h 119946"/>
                <a:gd name="connsiteX1" fmla="*/ 161574 w 161574"/>
                <a:gd name="connsiteY1" fmla="*/ 26678 h 119946"/>
                <a:gd name="connsiteX2" fmla="*/ 0 w 161574"/>
                <a:gd name="connsiteY2" fmla="*/ 119946 h 119946"/>
                <a:gd name="connsiteX3" fmla="*/ 0 w 161574"/>
                <a:gd name="connsiteY3" fmla="*/ 92514 h 119946"/>
                <a:gd name="connsiteX4" fmla="*/ 161574 w 161574"/>
                <a:gd name="connsiteY4" fmla="*/ 0 h 11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574" h="119946">
                  <a:moveTo>
                    <a:pt x="161574" y="0"/>
                  </a:moveTo>
                  <a:lnTo>
                    <a:pt x="161574" y="26678"/>
                  </a:lnTo>
                  <a:cubicBezTo>
                    <a:pt x="107808" y="57882"/>
                    <a:pt x="54110" y="88400"/>
                    <a:pt x="0" y="119946"/>
                  </a:cubicBezTo>
                  <a:lnTo>
                    <a:pt x="0" y="92514"/>
                  </a:lnTo>
                  <a:cubicBezTo>
                    <a:pt x="54110" y="61722"/>
                    <a:pt x="107808" y="30724"/>
                    <a:pt x="161574" y="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EE02726-F007-15A0-DF0E-1703FF21885D}"/>
                </a:ext>
              </a:extLst>
            </p:cNvPr>
            <p:cNvSpPr/>
            <p:nvPr/>
          </p:nvSpPr>
          <p:spPr>
            <a:xfrm>
              <a:off x="4682477" y="4535332"/>
              <a:ext cx="1253299" cy="733806"/>
            </a:xfrm>
            <a:custGeom>
              <a:avLst/>
              <a:gdLst>
                <a:gd name="connsiteX0" fmla="*/ 1253300 w 1253299"/>
                <a:gd name="connsiteY0" fmla="*/ 361279 h 733806"/>
                <a:gd name="connsiteX1" fmla="*/ 1091725 w 1253299"/>
                <a:gd name="connsiteY1" fmla="*/ 454137 h 733806"/>
                <a:gd name="connsiteX2" fmla="*/ 978843 w 1253299"/>
                <a:gd name="connsiteY2" fmla="*/ 389192 h 733806"/>
                <a:gd name="connsiteX3" fmla="*/ 978431 w 1253299"/>
                <a:gd name="connsiteY3" fmla="*/ 388780 h 733806"/>
                <a:gd name="connsiteX4" fmla="*/ 978019 w 1253299"/>
                <a:gd name="connsiteY4" fmla="*/ 388780 h 733806"/>
                <a:gd name="connsiteX5" fmla="*/ 977608 w 1253299"/>
                <a:gd name="connsiteY5" fmla="*/ 388369 h 733806"/>
                <a:gd name="connsiteX6" fmla="*/ 977196 w 1253299"/>
                <a:gd name="connsiteY6" fmla="*/ 387957 h 733806"/>
                <a:gd name="connsiteX7" fmla="*/ 976373 w 1253299"/>
                <a:gd name="connsiteY7" fmla="*/ 387957 h 733806"/>
                <a:gd name="connsiteX8" fmla="*/ 975551 w 1253299"/>
                <a:gd name="connsiteY8" fmla="*/ 387546 h 733806"/>
                <a:gd name="connsiteX9" fmla="*/ 975139 w 1253299"/>
                <a:gd name="connsiteY9" fmla="*/ 387134 h 733806"/>
                <a:gd name="connsiteX10" fmla="*/ 972602 w 1253299"/>
                <a:gd name="connsiteY10" fmla="*/ 385900 h 733806"/>
                <a:gd name="connsiteX11" fmla="*/ 971367 w 1253299"/>
                <a:gd name="connsiteY11" fmla="*/ 385488 h 733806"/>
                <a:gd name="connsiteX12" fmla="*/ 970544 w 1253299"/>
                <a:gd name="connsiteY12" fmla="*/ 385488 h 733806"/>
                <a:gd name="connsiteX13" fmla="*/ 969721 w 1253299"/>
                <a:gd name="connsiteY13" fmla="*/ 385076 h 733806"/>
                <a:gd name="connsiteX14" fmla="*/ 968487 w 1253299"/>
                <a:gd name="connsiteY14" fmla="*/ 384597 h 733806"/>
                <a:gd name="connsiteX15" fmla="*/ 967253 w 1253299"/>
                <a:gd name="connsiteY15" fmla="*/ 384185 h 733806"/>
                <a:gd name="connsiteX16" fmla="*/ 965538 w 1253299"/>
                <a:gd name="connsiteY16" fmla="*/ 383774 h 733806"/>
                <a:gd name="connsiteX17" fmla="*/ 964303 w 1253299"/>
                <a:gd name="connsiteY17" fmla="*/ 383362 h 733806"/>
                <a:gd name="connsiteX18" fmla="*/ 962657 w 1253299"/>
                <a:gd name="connsiteY18" fmla="*/ 382951 h 733806"/>
                <a:gd name="connsiteX19" fmla="*/ 961423 w 1253299"/>
                <a:gd name="connsiteY19" fmla="*/ 382539 h 733806"/>
                <a:gd name="connsiteX20" fmla="*/ 959709 w 1253299"/>
                <a:gd name="connsiteY20" fmla="*/ 382539 h 733806"/>
                <a:gd name="connsiteX21" fmla="*/ 958474 w 1253299"/>
                <a:gd name="connsiteY21" fmla="*/ 382128 h 733806"/>
                <a:gd name="connsiteX22" fmla="*/ 956828 w 1253299"/>
                <a:gd name="connsiteY22" fmla="*/ 382128 h 733806"/>
                <a:gd name="connsiteX23" fmla="*/ 955114 w 1253299"/>
                <a:gd name="connsiteY23" fmla="*/ 381716 h 733806"/>
                <a:gd name="connsiteX24" fmla="*/ 954222 w 1253299"/>
                <a:gd name="connsiteY24" fmla="*/ 381716 h 733806"/>
                <a:gd name="connsiteX25" fmla="*/ 952576 w 1253299"/>
                <a:gd name="connsiteY25" fmla="*/ 381305 h 733806"/>
                <a:gd name="connsiteX26" fmla="*/ 940506 w 1253299"/>
                <a:gd name="connsiteY26" fmla="*/ 381305 h 733806"/>
                <a:gd name="connsiteX27" fmla="*/ 938037 w 1253299"/>
                <a:gd name="connsiteY27" fmla="*/ 381716 h 733806"/>
                <a:gd name="connsiteX28" fmla="*/ 935912 w 1253299"/>
                <a:gd name="connsiteY28" fmla="*/ 382128 h 733806"/>
                <a:gd name="connsiteX29" fmla="*/ 933648 w 1253299"/>
                <a:gd name="connsiteY29" fmla="*/ 382128 h 733806"/>
                <a:gd name="connsiteX30" fmla="*/ 931522 w 1253299"/>
                <a:gd name="connsiteY30" fmla="*/ 382539 h 733806"/>
                <a:gd name="connsiteX31" fmla="*/ 929054 w 1253299"/>
                <a:gd name="connsiteY31" fmla="*/ 383362 h 733806"/>
                <a:gd name="connsiteX32" fmla="*/ 926996 w 1253299"/>
                <a:gd name="connsiteY32" fmla="*/ 383773 h 733806"/>
                <a:gd name="connsiteX33" fmla="*/ 924047 w 1253299"/>
                <a:gd name="connsiteY33" fmla="*/ 384597 h 733806"/>
                <a:gd name="connsiteX34" fmla="*/ 920755 w 1253299"/>
                <a:gd name="connsiteY34" fmla="*/ 385900 h 733806"/>
                <a:gd name="connsiteX35" fmla="*/ 918218 w 1253299"/>
                <a:gd name="connsiteY35" fmla="*/ 387134 h 733806"/>
                <a:gd name="connsiteX36" fmla="*/ 914034 w 1253299"/>
                <a:gd name="connsiteY36" fmla="*/ 389192 h 733806"/>
                <a:gd name="connsiteX37" fmla="*/ 842848 w 1253299"/>
                <a:gd name="connsiteY37" fmla="*/ 430340 h 733806"/>
                <a:gd name="connsiteX38" fmla="*/ 845386 w 1253299"/>
                <a:gd name="connsiteY38" fmla="*/ 427871 h 733806"/>
                <a:gd name="connsiteX39" fmla="*/ 847032 w 1253299"/>
                <a:gd name="connsiteY39" fmla="*/ 424510 h 733806"/>
                <a:gd name="connsiteX40" fmla="*/ 846620 w 1253299"/>
                <a:gd name="connsiteY40" fmla="*/ 420396 h 733806"/>
                <a:gd name="connsiteX41" fmla="*/ 840791 w 1253299"/>
                <a:gd name="connsiteY41" fmla="*/ 414978 h 733806"/>
                <a:gd name="connsiteX42" fmla="*/ 830367 w 1253299"/>
                <a:gd name="connsiteY42" fmla="*/ 409149 h 733806"/>
                <a:gd name="connsiteX43" fmla="*/ 816651 w 1253299"/>
                <a:gd name="connsiteY43" fmla="*/ 400782 h 733806"/>
                <a:gd name="connsiteX44" fmla="*/ 797860 w 1253299"/>
                <a:gd name="connsiteY44" fmla="*/ 390357 h 733806"/>
                <a:gd name="connsiteX45" fmla="*/ 782087 w 1253299"/>
                <a:gd name="connsiteY45" fmla="*/ 380825 h 733806"/>
                <a:gd name="connsiteX46" fmla="*/ 767479 w 1253299"/>
                <a:gd name="connsiteY46" fmla="*/ 373967 h 733806"/>
                <a:gd name="connsiteX47" fmla="*/ 759592 w 1253299"/>
                <a:gd name="connsiteY47" fmla="*/ 373555 h 733806"/>
                <a:gd name="connsiteX48" fmla="*/ 751705 w 1253299"/>
                <a:gd name="connsiteY48" fmla="*/ 374789 h 733806"/>
                <a:gd name="connsiteX49" fmla="*/ 742104 w 1253299"/>
                <a:gd name="connsiteY49" fmla="*/ 379384 h 733806"/>
                <a:gd name="connsiteX50" fmla="*/ 730446 w 1253299"/>
                <a:gd name="connsiteY50" fmla="*/ 386243 h 733806"/>
                <a:gd name="connsiteX51" fmla="*/ 712135 w 1253299"/>
                <a:gd name="connsiteY51" fmla="*/ 397078 h 733806"/>
                <a:gd name="connsiteX52" fmla="*/ 688818 w 1253299"/>
                <a:gd name="connsiteY52" fmla="*/ 410383 h 733806"/>
                <a:gd name="connsiteX53" fmla="*/ 665912 w 1253299"/>
                <a:gd name="connsiteY53" fmla="*/ 423687 h 733806"/>
                <a:gd name="connsiteX54" fmla="*/ 647189 w 1253299"/>
                <a:gd name="connsiteY54" fmla="*/ 434523 h 733806"/>
                <a:gd name="connsiteX55" fmla="*/ 636766 w 1253299"/>
                <a:gd name="connsiteY55" fmla="*/ 440352 h 733806"/>
                <a:gd name="connsiteX56" fmla="*/ 630525 w 1253299"/>
                <a:gd name="connsiteY56" fmla="*/ 444947 h 733806"/>
                <a:gd name="connsiteX57" fmla="*/ 628810 w 1253299"/>
                <a:gd name="connsiteY57" fmla="*/ 448650 h 733806"/>
                <a:gd name="connsiteX58" fmla="*/ 629291 w 1253299"/>
                <a:gd name="connsiteY58" fmla="*/ 452422 h 733806"/>
                <a:gd name="connsiteX59" fmla="*/ 635120 w 1253299"/>
                <a:gd name="connsiteY59" fmla="*/ 458251 h 733806"/>
                <a:gd name="connsiteX60" fmla="*/ 645064 w 1253299"/>
                <a:gd name="connsiteY60" fmla="*/ 464080 h 733806"/>
                <a:gd name="connsiteX61" fmla="*/ 659260 w 1253299"/>
                <a:gd name="connsiteY61" fmla="*/ 471968 h 733806"/>
                <a:gd name="connsiteX62" fmla="*/ 677570 w 1253299"/>
                <a:gd name="connsiteY62" fmla="*/ 482803 h 733806"/>
                <a:gd name="connsiteX63" fmla="*/ 693824 w 1253299"/>
                <a:gd name="connsiteY63" fmla="*/ 492404 h 733806"/>
                <a:gd name="connsiteX64" fmla="*/ 700682 w 1253299"/>
                <a:gd name="connsiteY64" fmla="*/ 496176 h 733806"/>
                <a:gd name="connsiteX65" fmla="*/ 708158 w 1253299"/>
                <a:gd name="connsiteY65" fmla="*/ 499056 h 733806"/>
                <a:gd name="connsiteX66" fmla="*/ 716044 w 1253299"/>
                <a:gd name="connsiteY66" fmla="*/ 499468 h 733806"/>
                <a:gd name="connsiteX67" fmla="*/ 724000 w 1253299"/>
                <a:gd name="connsiteY67" fmla="*/ 498233 h 733806"/>
                <a:gd name="connsiteX68" fmla="*/ 728594 w 1253299"/>
                <a:gd name="connsiteY68" fmla="*/ 496176 h 733806"/>
                <a:gd name="connsiteX69" fmla="*/ 656105 w 1253299"/>
                <a:gd name="connsiteY69" fmla="*/ 538216 h 733806"/>
                <a:gd name="connsiteX70" fmla="*/ 654459 w 1253299"/>
                <a:gd name="connsiteY70" fmla="*/ 539039 h 733806"/>
                <a:gd name="connsiteX71" fmla="*/ 652402 w 1253299"/>
                <a:gd name="connsiteY71" fmla="*/ 540685 h 733806"/>
                <a:gd name="connsiteX72" fmla="*/ 650276 w 1253299"/>
                <a:gd name="connsiteY72" fmla="*/ 542330 h 733806"/>
                <a:gd name="connsiteX73" fmla="*/ 648218 w 1253299"/>
                <a:gd name="connsiteY73" fmla="*/ 544045 h 733806"/>
                <a:gd name="connsiteX74" fmla="*/ 647395 w 1253299"/>
                <a:gd name="connsiteY74" fmla="*/ 545280 h 733806"/>
                <a:gd name="connsiteX75" fmla="*/ 646092 w 1253299"/>
                <a:gd name="connsiteY75" fmla="*/ 546514 h 733806"/>
                <a:gd name="connsiteX76" fmla="*/ 645269 w 1253299"/>
                <a:gd name="connsiteY76" fmla="*/ 547748 h 733806"/>
                <a:gd name="connsiteX77" fmla="*/ 644447 w 1253299"/>
                <a:gd name="connsiteY77" fmla="*/ 549051 h 733806"/>
                <a:gd name="connsiteX78" fmla="*/ 644035 w 1253299"/>
                <a:gd name="connsiteY78" fmla="*/ 550286 h 733806"/>
                <a:gd name="connsiteX79" fmla="*/ 643624 w 1253299"/>
                <a:gd name="connsiteY79" fmla="*/ 551520 h 733806"/>
                <a:gd name="connsiteX80" fmla="*/ 643212 w 1253299"/>
                <a:gd name="connsiteY80" fmla="*/ 553166 h 733806"/>
                <a:gd name="connsiteX81" fmla="*/ 642801 w 1253299"/>
                <a:gd name="connsiteY81" fmla="*/ 554469 h 733806"/>
                <a:gd name="connsiteX82" fmla="*/ 642389 w 1253299"/>
                <a:gd name="connsiteY82" fmla="*/ 555704 h 733806"/>
                <a:gd name="connsiteX83" fmla="*/ 642389 w 1253299"/>
                <a:gd name="connsiteY83" fmla="*/ 557761 h 733806"/>
                <a:gd name="connsiteX84" fmla="*/ 642801 w 1253299"/>
                <a:gd name="connsiteY84" fmla="*/ 558996 h 733806"/>
                <a:gd name="connsiteX85" fmla="*/ 642801 w 1253299"/>
                <a:gd name="connsiteY85" fmla="*/ 560161 h 733806"/>
                <a:gd name="connsiteX86" fmla="*/ 643212 w 1253299"/>
                <a:gd name="connsiteY86" fmla="*/ 560984 h 733806"/>
                <a:gd name="connsiteX87" fmla="*/ 643624 w 1253299"/>
                <a:gd name="connsiteY87" fmla="*/ 561396 h 733806"/>
                <a:gd name="connsiteX88" fmla="*/ 643624 w 1253299"/>
                <a:gd name="connsiteY88" fmla="*/ 562630 h 733806"/>
                <a:gd name="connsiteX89" fmla="*/ 644035 w 1253299"/>
                <a:gd name="connsiteY89" fmla="*/ 563453 h 733806"/>
                <a:gd name="connsiteX90" fmla="*/ 644858 w 1253299"/>
                <a:gd name="connsiteY90" fmla="*/ 564688 h 733806"/>
                <a:gd name="connsiteX91" fmla="*/ 645269 w 1253299"/>
                <a:gd name="connsiteY91" fmla="*/ 565579 h 733806"/>
                <a:gd name="connsiteX92" fmla="*/ 645681 w 1253299"/>
                <a:gd name="connsiteY92" fmla="*/ 566402 h 733806"/>
                <a:gd name="connsiteX93" fmla="*/ 646572 w 1253299"/>
                <a:gd name="connsiteY93" fmla="*/ 567225 h 733806"/>
                <a:gd name="connsiteX94" fmla="*/ 646984 w 1253299"/>
                <a:gd name="connsiteY94" fmla="*/ 568048 h 733806"/>
                <a:gd name="connsiteX95" fmla="*/ 647807 w 1253299"/>
                <a:gd name="connsiteY95" fmla="*/ 568871 h 733806"/>
                <a:gd name="connsiteX96" fmla="*/ 648218 w 1253299"/>
                <a:gd name="connsiteY96" fmla="*/ 569283 h 733806"/>
                <a:gd name="connsiteX97" fmla="*/ 648630 w 1253299"/>
                <a:gd name="connsiteY97" fmla="*/ 569694 h 733806"/>
                <a:gd name="connsiteX98" fmla="*/ 649041 w 1253299"/>
                <a:gd name="connsiteY98" fmla="*/ 570106 h 733806"/>
                <a:gd name="connsiteX99" fmla="*/ 649864 w 1253299"/>
                <a:gd name="connsiteY99" fmla="*/ 570929 h 733806"/>
                <a:gd name="connsiteX100" fmla="*/ 650282 w 1253299"/>
                <a:gd name="connsiteY100" fmla="*/ 571334 h 733806"/>
                <a:gd name="connsiteX101" fmla="*/ 650276 w 1253299"/>
                <a:gd name="connsiteY101" fmla="*/ 571409 h 733806"/>
                <a:gd name="connsiteX102" fmla="*/ 651099 w 1253299"/>
                <a:gd name="connsiteY102" fmla="*/ 571820 h 733806"/>
                <a:gd name="connsiteX103" fmla="*/ 651510 w 1253299"/>
                <a:gd name="connsiteY103" fmla="*/ 572232 h 733806"/>
                <a:gd name="connsiteX104" fmla="*/ 652402 w 1253299"/>
                <a:gd name="connsiteY104" fmla="*/ 572643 h 733806"/>
                <a:gd name="connsiteX105" fmla="*/ 652813 w 1253299"/>
                <a:gd name="connsiteY105" fmla="*/ 573054 h 733806"/>
                <a:gd name="connsiteX106" fmla="*/ 653225 w 1253299"/>
                <a:gd name="connsiteY106" fmla="*/ 573466 h 733806"/>
                <a:gd name="connsiteX107" fmla="*/ 653636 w 1253299"/>
                <a:gd name="connsiteY107" fmla="*/ 573877 h 733806"/>
                <a:gd name="connsiteX108" fmla="*/ 654047 w 1253299"/>
                <a:gd name="connsiteY108" fmla="*/ 574289 h 733806"/>
                <a:gd name="connsiteX109" fmla="*/ 654870 w 1253299"/>
                <a:gd name="connsiteY109" fmla="*/ 574289 h 733806"/>
                <a:gd name="connsiteX110" fmla="*/ 655282 w 1253299"/>
                <a:gd name="connsiteY110" fmla="*/ 574700 h 733806"/>
                <a:gd name="connsiteX111" fmla="*/ 656105 w 1253299"/>
                <a:gd name="connsiteY111" fmla="*/ 575112 h 733806"/>
                <a:gd name="connsiteX112" fmla="*/ 769056 w 1253299"/>
                <a:gd name="connsiteY112" fmla="*/ 640537 h 733806"/>
                <a:gd name="connsiteX113" fmla="*/ 607893 w 1253299"/>
                <a:gd name="connsiteY113" fmla="*/ 733806 h 733806"/>
                <a:gd name="connsiteX114" fmla="*/ 153619 w 1253299"/>
                <a:gd name="connsiteY114" fmla="*/ 471488 h 733806"/>
                <a:gd name="connsiteX115" fmla="*/ 153619 w 1253299"/>
                <a:gd name="connsiteY115" fmla="*/ 450914 h 733806"/>
                <a:gd name="connsiteX116" fmla="*/ 0 w 1253299"/>
                <a:gd name="connsiteY116" fmla="*/ 362651 h 733806"/>
                <a:gd name="connsiteX117" fmla="*/ 627850 w 1253299"/>
                <a:gd name="connsiteY117" fmla="*/ 0 h 733806"/>
                <a:gd name="connsiteX118" fmla="*/ 801494 w 1253299"/>
                <a:gd name="connsiteY118" fmla="*/ 100675 h 733806"/>
                <a:gd name="connsiteX119" fmla="*/ 828172 w 1253299"/>
                <a:gd name="connsiteY119" fmla="*/ 116037 h 733806"/>
                <a:gd name="connsiteX120" fmla="*/ 828584 w 1253299"/>
                <a:gd name="connsiteY120" fmla="*/ 116037 h 733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253299" h="733806">
                  <a:moveTo>
                    <a:pt x="1253300" y="361279"/>
                  </a:moveTo>
                  <a:cubicBezTo>
                    <a:pt x="1199533" y="392140"/>
                    <a:pt x="1145835" y="423001"/>
                    <a:pt x="1091725" y="454137"/>
                  </a:cubicBezTo>
                  <a:lnTo>
                    <a:pt x="978843" y="389192"/>
                  </a:lnTo>
                  <a:lnTo>
                    <a:pt x="978431" y="388780"/>
                  </a:lnTo>
                  <a:lnTo>
                    <a:pt x="978019" y="388780"/>
                  </a:lnTo>
                  <a:cubicBezTo>
                    <a:pt x="978019" y="388553"/>
                    <a:pt x="977835" y="388369"/>
                    <a:pt x="977608" y="388369"/>
                  </a:cubicBezTo>
                  <a:cubicBezTo>
                    <a:pt x="977196" y="388369"/>
                    <a:pt x="977196" y="388369"/>
                    <a:pt x="977196" y="387957"/>
                  </a:cubicBezTo>
                  <a:lnTo>
                    <a:pt x="976373" y="387957"/>
                  </a:lnTo>
                  <a:cubicBezTo>
                    <a:pt x="976373" y="387546"/>
                    <a:pt x="975962" y="387546"/>
                    <a:pt x="975551" y="387546"/>
                  </a:cubicBezTo>
                  <a:lnTo>
                    <a:pt x="975139" y="387134"/>
                  </a:lnTo>
                  <a:cubicBezTo>
                    <a:pt x="973082" y="386311"/>
                    <a:pt x="972602" y="386311"/>
                    <a:pt x="972602" y="385900"/>
                  </a:cubicBezTo>
                  <a:cubicBezTo>
                    <a:pt x="972149" y="385956"/>
                    <a:pt x="971695" y="385805"/>
                    <a:pt x="971367" y="385488"/>
                  </a:cubicBezTo>
                  <a:lnTo>
                    <a:pt x="970544" y="385488"/>
                  </a:lnTo>
                  <a:cubicBezTo>
                    <a:pt x="970544" y="385076"/>
                    <a:pt x="970133" y="385076"/>
                    <a:pt x="969721" y="385076"/>
                  </a:cubicBezTo>
                  <a:cubicBezTo>
                    <a:pt x="969310" y="385076"/>
                    <a:pt x="968898" y="384597"/>
                    <a:pt x="968487" y="384597"/>
                  </a:cubicBezTo>
                  <a:cubicBezTo>
                    <a:pt x="968076" y="384597"/>
                    <a:pt x="967664" y="384185"/>
                    <a:pt x="967253" y="384185"/>
                  </a:cubicBezTo>
                  <a:cubicBezTo>
                    <a:pt x="966841" y="384185"/>
                    <a:pt x="965950" y="383774"/>
                    <a:pt x="965538" y="383774"/>
                  </a:cubicBezTo>
                  <a:cubicBezTo>
                    <a:pt x="965127" y="383774"/>
                    <a:pt x="964715" y="383362"/>
                    <a:pt x="964303" y="383362"/>
                  </a:cubicBezTo>
                  <a:cubicBezTo>
                    <a:pt x="963892" y="383362"/>
                    <a:pt x="963069" y="382951"/>
                    <a:pt x="962657" y="382951"/>
                  </a:cubicBezTo>
                  <a:cubicBezTo>
                    <a:pt x="962205" y="383007"/>
                    <a:pt x="961751" y="382855"/>
                    <a:pt x="961423" y="382539"/>
                  </a:cubicBezTo>
                  <a:lnTo>
                    <a:pt x="959709" y="382539"/>
                  </a:lnTo>
                  <a:cubicBezTo>
                    <a:pt x="959297" y="382539"/>
                    <a:pt x="958886" y="382128"/>
                    <a:pt x="958474" y="382128"/>
                  </a:cubicBezTo>
                  <a:lnTo>
                    <a:pt x="956828" y="382128"/>
                  </a:lnTo>
                  <a:cubicBezTo>
                    <a:pt x="956324" y="381790"/>
                    <a:pt x="955716" y="381644"/>
                    <a:pt x="955114" y="381716"/>
                  </a:cubicBezTo>
                  <a:lnTo>
                    <a:pt x="954222" y="381716"/>
                  </a:lnTo>
                  <a:cubicBezTo>
                    <a:pt x="953399" y="381716"/>
                    <a:pt x="952988" y="381716"/>
                    <a:pt x="952576" y="381305"/>
                  </a:cubicBezTo>
                  <a:lnTo>
                    <a:pt x="940506" y="381305"/>
                  </a:lnTo>
                  <a:cubicBezTo>
                    <a:pt x="939729" y="381640"/>
                    <a:pt x="938882" y="381781"/>
                    <a:pt x="938037" y="381716"/>
                  </a:cubicBezTo>
                  <a:cubicBezTo>
                    <a:pt x="937302" y="381604"/>
                    <a:pt x="936552" y="381749"/>
                    <a:pt x="935912" y="382128"/>
                  </a:cubicBezTo>
                  <a:lnTo>
                    <a:pt x="933648" y="382128"/>
                  </a:lnTo>
                  <a:cubicBezTo>
                    <a:pt x="932981" y="382427"/>
                    <a:pt x="932253" y="382568"/>
                    <a:pt x="931522" y="382539"/>
                  </a:cubicBezTo>
                  <a:cubicBezTo>
                    <a:pt x="930699" y="382951"/>
                    <a:pt x="929876" y="382951"/>
                    <a:pt x="929054" y="383362"/>
                  </a:cubicBezTo>
                  <a:cubicBezTo>
                    <a:pt x="928345" y="383334"/>
                    <a:pt x="927640" y="383475"/>
                    <a:pt x="926996" y="383773"/>
                  </a:cubicBezTo>
                  <a:cubicBezTo>
                    <a:pt x="926105" y="384185"/>
                    <a:pt x="924870" y="384185"/>
                    <a:pt x="924047" y="384597"/>
                  </a:cubicBezTo>
                  <a:cubicBezTo>
                    <a:pt x="923224" y="385008"/>
                    <a:pt x="921990" y="385488"/>
                    <a:pt x="920755" y="385900"/>
                  </a:cubicBezTo>
                  <a:lnTo>
                    <a:pt x="918218" y="387134"/>
                  </a:lnTo>
                  <a:cubicBezTo>
                    <a:pt x="916716" y="387576"/>
                    <a:pt x="915301" y="388272"/>
                    <a:pt x="914034" y="389192"/>
                  </a:cubicBezTo>
                  <a:lnTo>
                    <a:pt x="842848" y="430340"/>
                  </a:lnTo>
                  <a:lnTo>
                    <a:pt x="845386" y="427871"/>
                  </a:lnTo>
                  <a:cubicBezTo>
                    <a:pt x="846175" y="426885"/>
                    <a:pt x="846737" y="425738"/>
                    <a:pt x="847032" y="424510"/>
                  </a:cubicBezTo>
                  <a:cubicBezTo>
                    <a:pt x="847103" y="423126"/>
                    <a:pt x="846965" y="421739"/>
                    <a:pt x="846620" y="420396"/>
                  </a:cubicBezTo>
                  <a:cubicBezTo>
                    <a:pt x="845233" y="418071"/>
                    <a:pt x="843211" y="416191"/>
                    <a:pt x="840791" y="414978"/>
                  </a:cubicBezTo>
                  <a:cubicBezTo>
                    <a:pt x="837515" y="412700"/>
                    <a:pt x="834023" y="410747"/>
                    <a:pt x="830367" y="409149"/>
                  </a:cubicBezTo>
                  <a:cubicBezTo>
                    <a:pt x="825772" y="406611"/>
                    <a:pt x="821177" y="403730"/>
                    <a:pt x="816651" y="400782"/>
                  </a:cubicBezTo>
                  <a:cubicBezTo>
                    <a:pt x="810410" y="397490"/>
                    <a:pt x="804169" y="393924"/>
                    <a:pt x="797860" y="390357"/>
                  </a:cubicBezTo>
                  <a:cubicBezTo>
                    <a:pt x="792922" y="387066"/>
                    <a:pt x="787504" y="384117"/>
                    <a:pt x="782087" y="380825"/>
                  </a:cubicBezTo>
                  <a:cubicBezTo>
                    <a:pt x="777622" y="377761"/>
                    <a:pt x="772688" y="375445"/>
                    <a:pt x="767479" y="373967"/>
                  </a:cubicBezTo>
                  <a:cubicBezTo>
                    <a:pt x="764892" y="373386"/>
                    <a:pt x="762225" y="373247"/>
                    <a:pt x="759592" y="373555"/>
                  </a:cubicBezTo>
                  <a:cubicBezTo>
                    <a:pt x="756913" y="373525"/>
                    <a:pt x="754247" y="373942"/>
                    <a:pt x="751705" y="374789"/>
                  </a:cubicBezTo>
                  <a:cubicBezTo>
                    <a:pt x="748303" y="375857"/>
                    <a:pt x="745070" y="377404"/>
                    <a:pt x="742104" y="379384"/>
                  </a:cubicBezTo>
                  <a:cubicBezTo>
                    <a:pt x="737921" y="381853"/>
                    <a:pt x="734217" y="383911"/>
                    <a:pt x="730446" y="386243"/>
                  </a:cubicBezTo>
                  <a:cubicBezTo>
                    <a:pt x="724205" y="389946"/>
                    <a:pt x="717964" y="393101"/>
                    <a:pt x="712135" y="397078"/>
                  </a:cubicBezTo>
                  <a:cubicBezTo>
                    <a:pt x="704179" y="401604"/>
                    <a:pt x="696704" y="405788"/>
                    <a:pt x="688818" y="410383"/>
                  </a:cubicBezTo>
                  <a:cubicBezTo>
                    <a:pt x="680931" y="414978"/>
                    <a:pt x="673387" y="419092"/>
                    <a:pt x="665912" y="423687"/>
                  </a:cubicBezTo>
                  <a:cubicBezTo>
                    <a:pt x="659671" y="427048"/>
                    <a:pt x="653430" y="430545"/>
                    <a:pt x="647189" y="434523"/>
                  </a:cubicBezTo>
                  <a:cubicBezTo>
                    <a:pt x="643829" y="436169"/>
                    <a:pt x="640331" y="438295"/>
                    <a:pt x="636766" y="440352"/>
                  </a:cubicBezTo>
                  <a:cubicBezTo>
                    <a:pt x="634347" y="441361"/>
                    <a:pt x="632206" y="442937"/>
                    <a:pt x="630525" y="444947"/>
                  </a:cubicBezTo>
                  <a:cubicBezTo>
                    <a:pt x="629624" y="446001"/>
                    <a:pt x="629031" y="447282"/>
                    <a:pt x="628810" y="448650"/>
                  </a:cubicBezTo>
                  <a:cubicBezTo>
                    <a:pt x="628497" y="449924"/>
                    <a:pt x="628668" y="451268"/>
                    <a:pt x="629291" y="452422"/>
                  </a:cubicBezTo>
                  <a:cubicBezTo>
                    <a:pt x="630426" y="455033"/>
                    <a:pt x="632509" y="457116"/>
                    <a:pt x="635120" y="458251"/>
                  </a:cubicBezTo>
                  <a:cubicBezTo>
                    <a:pt x="638248" y="460496"/>
                    <a:pt x="641577" y="462448"/>
                    <a:pt x="645064" y="464080"/>
                  </a:cubicBezTo>
                  <a:cubicBezTo>
                    <a:pt x="649659" y="466550"/>
                    <a:pt x="654665" y="469499"/>
                    <a:pt x="659260" y="471968"/>
                  </a:cubicBezTo>
                  <a:cubicBezTo>
                    <a:pt x="665501" y="475739"/>
                    <a:pt x="671330" y="479511"/>
                    <a:pt x="677570" y="482803"/>
                  </a:cubicBezTo>
                  <a:cubicBezTo>
                    <a:pt x="683811" y="486095"/>
                    <a:pt x="688406" y="489044"/>
                    <a:pt x="693824" y="492404"/>
                  </a:cubicBezTo>
                  <a:cubicBezTo>
                    <a:pt x="695882" y="493639"/>
                    <a:pt x="698350" y="494873"/>
                    <a:pt x="700682" y="496176"/>
                  </a:cubicBezTo>
                  <a:cubicBezTo>
                    <a:pt x="703102" y="497314"/>
                    <a:pt x="705600" y="498277"/>
                    <a:pt x="708158" y="499056"/>
                  </a:cubicBezTo>
                  <a:cubicBezTo>
                    <a:pt x="710771" y="499408"/>
                    <a:pt x="713409" y="499545"/>
                    <a:pt x="716044" y="499468"/>
                  </a:cubicBezTo>
                  <a:cubicBezTo>
                    <a:pt x="718743" y="499460"/>
                    <a:pt x="721425" y="499044"/>
                    <a:pt x="724000" y="498233"/>
                  </a:cubicBezTo>
                  <a:cubicBezTo>
                    <a:pt x="725627" y="497787"/>
                    <a:pt x="727177" y="497093"/>
                    <a:pt x="728594" y="496176"/>
                  </a:cubicBezTo>
                  <a:lnTo>
                    <a:pt x="656105" y="538216"/>
                  </a:lnTo>
                  <a:cubicBezTo>
                    <a:pt x="655282" y="538627"/>
                    <a:pt x="654870" y="539039"/>
                    <a:pt x="654459" y="539039"/>
                  </a:cubicBezTo>
                  <a:cubicBezTo>
                    <a:pt x="654047" y="539039"/>
                    <a:pt x="652813" y="540273"/>
                    <a:pt x="652402" y="540685"/>
                  </a:cubicBezTo>
                  <a:cubicBezTo>
                    <a:pt x="651607" y="541112"/>
                    <a:pt x="650888" y="541668"/>
                    <a:pt x="650276" y="542330"/>
                  </a:cubicBezTo>
                  <a:cubicBezTo>
                    <a:pt x="649453" y="542810"/>
                    <a:pt x="649041" y="543634"/>
                    <a:pt x="648218" y="544045"/>
                  </a:cubicBezTo>
                  <a:cubicBezTo>
                    <a:pt x="647395" y="544457"/>
                    <a:pt x="647395" y="544868"/>
                    <a:pt x="647395" y="545280"/>
                  </a:cubicBezTo>
                  <a:lnTo>
                    <a:pt x="646092" y="546514"/>
                  </a:lnTo>
                  <a:cubicBezTo>
                    <a:pt x="646092" y="546926"/>
                    <a:pt x="645681" y="547337"/>
                    <a:pt x="645269" y="547748"/>
                  </a:cubicBezTo>
                  <a:cubicBezTo>
                    <a:pt x="645151" y="548263"/>
                    <a:pt x="644860" y="548723"/>
                    <a:pt x="644447" y="549051"/>
                  </a:cubicBezTo>
                  <a:cubicBezTo>
                    <a:pt x="644447" y="549463"/>
                    <a:pt x="644035" y="549874"/>
                    <a:pt x="644035" y="550286"/>
                  </a:cubicBezTo>
                  <a:cubicBezTo>
                    <a:pt x="643718" y="550614"/>
                    <a:pt x="643567" y="551068"/>
                    <a:pt x="643624" y="551520"/>
                  </a:cubicBezTo>
                  <a:cubicBezTo>
                    <a:pt x="643212" y="551932"/>
                    <a:pt x="643212" y="552343"/>
                    <a:pt x="643212" y="553166"/>
                  </a:cubicBezTo>
                  <a:cubicBezTo>
                    <a:pt x="642884" y="553515"/>
                    <a:pt x="642733" y="553995"/>
                    <a:pt x="642801" y="554469"/>
                  </a:cubicBezTo>
                  <a:cubicBezTo>
                    <a:pt x="642801" y="554881"/>
                    <a:pt x="642389" y="555292"/>
                    <a:pt x="642389" y="555704"/>
                  </a:cubicBezTo>
                  <a:lnTo>
                    <a:pt x="642389" y="557761"/>
                  </a:lnTo>
                  <a:cubicBezTo>
                    <a:pt x="642333" y="558214"/>
                    <a:pt x="642484" y="558668"/>
                    <a:pt x="642801" y="558996"/>
                  </a:cubicBezTo>
                  <a:lnTo>
                    <a:pt x="642801" y="560161"/>
                  </a:lnTo>
                  <a:cubicBezTo>
                    <a:pt x="643212" y="560573"/>
                    <a:pt x="643212" y="560573"/>
                    <a:pt x="643212" y="560984"/>
                  </a:cubicBezTo>
                  <a:lnTo>
                    <a:pt x="643624" y="561396"/>
                  </a:lnTo>
                  <a:lnTo>
                    <a:pt x="643624" y="562630"/>
                  </a:lnTo>
                  <a:cubicBezTo>
                    <a:pt x="643856" y="562845"/>
                    <a:pt x="644002" y="563138"/>
                    <a:pt x="644035" y="563453"/>
                  </a:cubicBezTo>
                  <a:cubicBezTo>
                    <a:pt x="644447" y="563865"/>
                    <a:pt x="644447" y="564276"/>
                    <a:pt x="644858" y="564688"/>
                  </a:cubicBezTo>
                  <a:cubicBezTo>
                    <a:pt x="644892" y="565022"/>
                    <a:pt x="645037" y="565336"/>
                    <a:pt x="645269" y="565579"/>
                  </a:cubicBezTo>
                  <a:cubicBezTo>
                    <a:pt x="645493" y="565801"/>
                    <a:pt x="645637" y="566090"/>
                    <a:pt x="645681" y="566402"/>
                  </a:cubicBezTo>
                  <a:cubicBezTo>
                    <a:pt x="646092" y="566402"/>
                    <a:pt x="646092" y="566813"/>
                    <a:pt x="646572" y="567225"/>
                  </a:cubicBezTo>
                  <a:cubicBezTo>
                    <a:pt x="646796" y="567447"/>
                    <a:pt x="646940" y="567736"/>
                    <a:pt x="646984" y="568048"/>
                  </a:cubicBezTo>
                  <a:cubicBezTo>
                    <a:pt x="647395" y="568048"/>
                    <a:pt x="647395" y="568460"/>
                    <a:pt x="647807" y="568871"/>
                  </a:cubicBezTo>
                  <a:cubicBezTo>
                    <a:pt x="648034" y="568871"/>
                    <a:pt x="648218" y="569055"/>
                    <a:pt x="648218" y="569283"/>
                  </a:cubicBezTo>
                  <a:lnTo>
                    <a:pt x="648630" y="569694"/>
                  </a:lnTo>
                  <a:lnTo>
                    <a:pt x="649041" y="570106"/>
                  </a:lnTo>
                  <a:lnTo>
                    <a:pt x="649864" y="570929"/>
                  </a:lnTo>
                  <a:cubicBezTo>
                    <a:pt x="650091" y="570925"/>
                    <a:pt x="650278" y="571107"/>
                    <a:pt x="650282" y="571334"/>
                  </a:cubicBezTo>
                  <a:cubicBezTo>
                    <a:pt x="650282" y="571359"/>
                    <a:pt x="650280" y="571384"/>
                    <a:pt x="650276" y="571409"/>
                  </a:cubicBezTo>
                  <a:cubicBezTo>
                    <a:pt x="650687" y="571409"/>
                    <a:pt x="650687" y="571820"/>
                    <a:pt x="651099" y="571820"/>
                  </a:cubicBezTo>
                  <a:lnTo>
                    <a:pt x="651510" y="572232"/>
                  </a:lnTo>
                  <a:cubicBezTo>
                    <a:pt x="651921" y="572643"/>
                    <a:pt x="651921" y="572643"/>
                    <a:pt x="652402" y="572643"/>
                  </a:cubicBezTo>
                  <a:cubicBezTo>
                    <a:pt x="652402" y="572870"/>
                    <a:pt x="652586" y="573054"/>
                    <a:pt x="652813" y="573054"/>
                  </a:cubicBezTo>
                  <a:lnTo>
                    <a:pt x="653225" y="573466"/>
                  </a:lnTo>
                  <a:cubicBezTo>
                    <a:pt x="653452" y="573466"/>
                    <a:pt x="653636" y="573650"/>
                    <a:pt x="653636" y="573877"/>
                  </a:cubicBezTo>
                  <a:cubicBezTo>
                    <a:pt x="654047" y="573877"/>
                    <a:pt x="654047" y="573877"/>
                    <a:pt x="654047" y="574289"/>
                  </a:cubicBezTo>
                  <a:lnTo>
                    <a:pt x="654870" y="574289"/>
                  </a:lnTo>
                  <a:cubicBezTo>
                    <a:pt x="654870" y="574700"/>
                    <a:pt x="654870" y="574700"/>
                    <a:pt x="655282" y="574700"/>
                  </a:cubicBezTo>
                  <a:cubicBezTo>
                    <a:pt x="655504" y="574924"/>
                    <a:pt x="655793" y="575068"/>
                    <a:pt x="656105" y="575112"/>
                  </a:cubicBezTo>
                  <a:lnTo>
                    <a:pt x="769056" y="640537"/>
                  </a:lnTo>
                  <a:cubicBezTo>
                    <a:pt x="715289" y="671810"/>
                    <a:pt x="661592" y="702259"/>
                    <a:pt x="607893" y="733806"/>
                  </a:cubicBezTo>
                  <a:lnTo>
                    <a:pt x="153619" y="471488"/>
                  </a:lnTo>
                  <a:lnTo>
                    <a:pt x="153619" y="450914"/>
                  </a:lnTo>
                  <a:lnTo>
                    <a:pt x="0" y="362651"/>
                  </a:lnTo>
                  <a:cubicBezTo>
                    <a:pt x="209443" y="241447"/>
                    <a:pt x="418727" y="120564"/>
                    <a:pt x="627850" y="0"/>
                  </a:cubicBezTo>
                  <a:lnTo>
                    <a:pt x="801494" y="100675"/>
                  </a:lnTo>
                  <a:lnTo>
                    <a:pt x="828172" y="116037"/>
                  </a:lnTo>
                  <a:lnTo>
                    <a:pt x="828584" y="116037"/>
                  </a:lnTo>
                  <a:close/>
                </a:path>
              </a:pathLst>
            </a:custGeom>
            <a:solidFill>
              <a:srgbClr val="D6DDE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8D73901-CAC7-6D83-2741-897BF6EC9AB6}"/>
                </a:ext>
              </a:extLst>
            </p:cNvPr>
            <p:cNvSpPr/>
            <p:nvPr/>
          </p:nvSpPr>
          <p:spPr>
            <a:xfrm>
              <a:off x="5682991" y="4232003"/>
              <a:ext cx="153276" cy="176936"/>
            </a:xfrm>
            <a:custGeom>
              <a:avLst/>
              <a:gdLst>
                <a:gd name="connsiteX0" fmla="*/ 153276 w 153276"/>
                <a:gd name="connsiteY0" fmla="*/ 0 h 176936"/>
                <a:gd name="connsiteX1" fmla="*/ 153276 w 153276"/>
                <a:gd name="connsiteY1" fmla="*/ 176936 h 176936"/>
                <a:gd name="connsiteX2" fmla="*/ 0 w 153276"/>
                <a:gd name="connsiteY2" fmla="*/ 88537 h 176936"/>
                <a:gd name="connsiteX3" fmla="*/ 153276 w 153276"/>
                <a:gd name="connsiteY3" fmla="*/ 0 h 17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276" h="176936">
                  <a:moveTo>
                    <a:pt x="153276" y="0"/>
                  </a:moveTo>
                  <a:lnTo>
                    <a:pt x="153276" y="176936"/>
                  </a:lnTo>
                  <a:lnTo>
                    <a:pt x="0" y="88537"/>
                  </a:lnTo>
                  <a:cubicBezTo>
                    <a:pt x="51229" y="59116"/>
                    <a:pt x="102047" y="29558"/>
                    <a:pt x="153276" y="0"/>
                  </a:cubicBez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0D974F9-F3C2-8135-0F8B-30BD8067E89B}"/>
                </a:ext>
              </a:extLst>
            </p:cNvPr>
            <p:cNvSpPr/>
            <p:nvPr/>
          </p:nvSpPr>
          <p:spPr>
            <a:xfrm>
              <a:off x="5330353" y="4320540"/>
              <a:ext cx="505914" cy="292013"/>
            </a:xfrm>
            <a:custGeom>
              <a:avLst/>
              <a:gdLst>
                <a:gd name="connsiteX0" fmla="*/ 505914 w 505914"/>
                <a:gd name="connsiteY0" fmla="*/ 88400 h 292013"/>
                <a:gd name="connsiteX1" fmla="*/ 153619 w 505914"/>
                <a:gd name="connsiteY1" fmla="*/ 292014 h 292013"/>
                <a:gd name="connsiteX2" fmla="*/ 0 w 505914"/>
                <a:gd name="connsiteY2" fmla="*/ 203340 h 292013"/>
                <a:gd name="connsiteX3" fmla="*/ 352638 w 505914"/>
                <a:gd name="connsiteY3" fmla="*/ 0 h 29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5914" h="292013">
                  <a:moveTo>
                    <a:pt x="505914" y="88400"/>
                  </a:moveTo>
                  <a:lnTo>
                    <a:pt x="153619" y="292014"/>
                  </a:lnTo>
                  <a:lnTo>
                    <a:pt x="0" y="203340"/>
                  </a:lnTo>
                  <a:cubicBezTo>
                    <a:pt x="117820" y="135446"/>
                    <a:pt x="235367" y="67665"/>
                    <a:pt x="352638" y="0"/>
                  </a:cubicBezTo>
                  <a:close/>
                </a:path>
              </a:pathLst>
            </a:custGeom>
            <a:solidFill>
              <a:srgbClr val="C7CED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2497F6D-8969-62B4-BDDC-4A026A747965}"/>
                </a:ext>
              </a:extLst>
            </p:cNvPr>
            <p:cNvSpPr/>
            <p:nvPr/>
          </p:nvSpPr>
          <p:spPr>
            <a:xfrm>
              <a:off x="5451876" y="4999482"/>
              <a:ext cx="322326" cy="202791"/>
            </a:xfrm>
            <a:custGeom>
              <a:avLst/>
              <a:gdLst>
                <a:gd name="connsiteX0" fmla="*/ 322326 w 322326"/>
                <a:gd name="connsiteY0" fmla="*/ 0 h 202791"/>
                <a:gd name="connsiteX1" fmla="*/ 322326 w 322326"/>
                <a:gd name="connsiteY1" fmla="*/ 16665 h 202791"/>
                <a:gd name="connsiteX2" fmla="*/ 0 w 322326"/>
                <a:gd name="connsiteY2" fmla="*/ 202791 h 202791"/>
                <a:gd name="connsiteX3" fmla="*/ 0 w 322326"/>
                <a:gd name="connsiteY3" fmla="*/ 186538 h 202791"/>
                <a:gd name="connsiteX4" fmla="*/ 322326 w 322326"/>
                <a:gd name="connsiteY4" fmla="*/ 0 h 20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326" h="202791">
                  <a:moveTo>
                    <a:pt x="322326" y="0"/>
                  </a:moveTo>
                  <a:lnTo>
                    <a:pt x="322326" y="16665"/>
                  </a:lnTo>
                  <a:cubicBezTo>
                    <a:pt x="214884" y="78707"/>
                    <a:pt x="107442" y="140749"/>
                    <a:pt x="0" y="202791"/>
                  </a:cubicBezTo>
                  <a:lnTo>
                    <a:pt x="0" y="186538"/>
                  </a:lnTo>
                  <a:cubicBezTo>
                    <a:pt x="107465" y="124816"/>
                    <a:pt x="214861" y="62339"/>
                    <a:pt x="322326" y="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3041FCF-BA0D-7952-5E2D-EC63756E3925}"/>
                </a:ext>
              </a:extLst>
            </p:cNvPr>
            <p:cNvSpPr/>
            <p:nvPr/>
          </p:nvSpPr>
          <p:spPr>
            <a:xfrm>
              <a:off x="5661320" y="4924112"/>
              <a:ext cx="112882" cy="75369"/>
            </a:xfrm>
            <a:custGeom>
              <a:avLst/>
              <a:gdLst>
                <a:gd name="connsiteX0" fmla="*/ 112882 w 112882"/>
                <a:gd name="connsiteY0" fmla="*/ 65220 h 75369"/>
                <a:gd name="connsiteX1" fmla="*/ 112882 w 112882"/>
                <a:gd name="connsiteY1" fmla="*/ 75369 h 75369"/>
                <a:gd name="connsiteX2" fmla="*/ 0 w 112882"/>
                <a:gd name="connsiteY2" fmla="*/ 10012 h 75369"/>
                <a:gd name="connsiteX3" fmla="*/ 0 w 112882"/>
                <a:gd name="connsiteY3" fmla="*/ 0 h 75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2" h="75369">
                  <a:moveTo>
                    <a:pt x="112882" y="65220"/>
                  </a:moveTo>
                  <a:lnTo>
                    <a:pt x="112882" y="75369"/>
                  </a:lnTo>
                  <a:lnTo>
                    <a:pt x="0" y="100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CA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55B0284-FC3E-EB87-FEE2-1BF2F98E22CA}"/>
                </a:ext>
              </a:extLst>
            </p:cNvPr>
            <p:cNvSpPr/>
            <p:nvPr/>
          </p:nvSpPr>
          <p:spPr>
            <a:xfrm>
              <a:off x="5326501" y="4926650"/>
              <a:ext cx="447701" cy="259369"/>
            </a:xfrm>
            <a:custGeom>
              <a:avLst/>
              <a:gdLst>
                <a:gd name="connsiteX0" fmla="*/ 447702 w 447701"/>
                <a:gd name="connsiteY0" fmla="*/ 72832 h 259369"/>
                <a:gd name="connsiteX1" fmla="*/ 125376 w 447701"/>
                <a:gd name="connsiteY1" fmla="*/ 259370 h 259369"/>
                <a:gd name="connsiteX2" fmla="*/ 125376 w 447701"/>
                <a:gd name="connsiteY2" fmla="*/ 248945 h 259369"/>
                <a:gd name="connsiteX3" fmla="*/ 12493 w 447701"/>
                <a:gd name="connsiteY3" fmla="*/ 183589 h 259369"/>
                <a:gd name="connsiteX4" fmla="*/ 11670 w 447701"/>
                <a:gd name="connsiteY4" fmla="*/ 183177 h 259369"/>
                <a:gd name="connsiteX5" fmla="*/ 11258 w 447701"/>
                <a:gd name="connsiteY5" fmla="*/ 182766 h 259369"/>
                <a:gd name="connsiteX6" fmla="*/ 10435 w 447701"/>
                <a:gd name="connsiteY6" fmla="*/ 182766 h 259369"/>
                <a:gd name="connsiteX7" fmla="*/ 10024 w 447701"/>
                <a:gd name="connsiteY7" fmla="*/ 182354 h 259369"/>
                <a:gd name="connsiteX8" fmla="*/ 9613 w 447701"/>
                <a:gd name="connsiteY8" fmla="*/ 181943 h 259369"/>
                <a:gd name="connsiteX9" fmla="*/ 9201 w 447701"/>
                <a:gd name="connsiteY9" fmla="*/ 181531 h 259369"/>
                <a:gd name="connsiteX10" fmla="*/ 8790 w 447701"/>
                <a:gd name="connsiteY10" fmla="*/ 181120 h 259369"/>
                <a:gd name="connsiteX11" fmla="*/ 7898 w 447701"/>
                <a:gd name="connsiteY11" fmla="*/ 180708 h 259369"/>
                <a:gd name="connsiteX12" fmla="*/ 7487 w 447701"/>
                <a:gd name="connsiteY12" fmla="*/ 180297 h 259369"/>
                <a:gd name="connsiteX13" fmla="*/ 6664 w 447701"/>
                <a:gd name="connsiteY13" fmla="*/ 179885 h 259369"/>
                <a:gd name="connsiteX14" fmla="*/ 6327 w 447701"/>
                <a:gd name="connsiteY14" fmla="*/ 179411 h 259369"/>
                <a:gd name="connsiteX15" fmla="*/ 6252 w 447701"/>
                <a:gd name="connsiteY15" fmla="*/ 179405 h 259369"/>
                <a:gd name="connsiteX16" fmla="*/ 5429 w 447701"/>
                <a:gd name="connsiteY16" fmla="*/ 178582 h 259369"/>
                <a:gd name="connsiteX17" fmla="*/ 5018 w 447701"/>
                <a:gd name="connsiteY17" fmla="*/ 178171 h 259369"/>
                <a:gd name="connsiteX18" fmla="*/ 4606 w 447701"/>
                <a:gd name="connsiteY18" fmla="*/ 177759 h 259369"/>
                <a:gd name="connsiteX19" fmla="*/ 4195 w 447701"/>
                <a:gd name="connsiteY19" fmla="*/ 177348 h 259369"/>
                <a:gd name="connsiteX20" fmla="*/ 3372 w 447701"/>
                <a:gd name="connsiteY20" fmla="*/ 176525 h 259369"/>
                <a:gd name="connsiteX21" fmla="*/ 2961 w 447701"/>
                <a:gd name="connsiteY21" fmla="*/ 175702 h 259369"/>
                <a:gd name="connsiteX22" fmla="*/ 2069 w 447701"/>
                <a:gd name="connsiteY22" fmla="*/ 174879 h 259369"/>
                <a:gd name="connsiteX23" fmla="*/ 1657 w 447701"/>
                <a:gd name="connsiteY23" fmla="*/ 174056 h 259369"/>
                <a:gd name="connsiteX24" fmla="*/ 1246 w 447701"/>
                <a:gd name="connsiteY24" fmla="*/ 173165 h 259369"/>
                <a:gd name="connsiteX25" fmla="*/ 423 w 447701"/>
                <a:gd name="connsiteY25" fmla="*/ 171930 h 259369"/>
                <a:gd name="connsiteX26" fmla="*/ 12 w 447701"/>
                <a:gd name="connsiteY26" fmla="*/ 171107 h 259369"/>
                <a:gd name="connsiteX27" fmla="*/ 12 w 447701"/>
                <a:gd name="connsiteY27" fmla="*/ 169873 h 259369"/>
                <a:gd name="connsiteX28" fmla="*/ 423 w 447701"/>
                <a:gd name="connsiteY28" fmla="*/ 168638 h 259369"/>
                <a:gd name="connsiteX29" fmla="*/ 835 w 447701"/>
                <a:gd name="connsiteY29" fmla="*/ 167335 h 259369"/>
                <a:gd name="connsiteX30" fmla="*/ 1657 w 447701"/>
                <a:gd name="connsiteY30" fmla="*/ 166101 h 259369"/>
                <a:gd name="connsiteX31" fmla="*/ 2480 w 447701"/>
                <a:gd name="connsiteY31" fmla="*/ 164866 h 259369"/>
                <a:gd name="connsiteX32" fmla="*/ 3783 w 447701"/>
                <a:gd name="connsiteY32" fmla="*/ 163632 h 259369"/>
                <a:gd name="connsiteX33" fmla="*/ 4606 w 447701"/>
                <a:gd name="connsiteY33" fmla="*/ 162397 h 259369"/>
                <a:gd name="connsiteX34" fmla="*/ 6664 w 447701"/>
                <a:gd name="connsiteY34" fmla="*/ 160683 h 259369"/>
                <a:gd name="connsiteX35" fmla="*/ 8790 w 447701"/>
                <a:gd name="connsiteY35" fmla="*/ 159037 h 259369"/>
                <a:gd name="connsiteX36" fmla="*/ 10847 w 447701"/>
                <a:gd name="connsiteY36" fmla="*/ 157391 h 259369"/>
                <a:gd name="connsiteX37" fmla="*/ 12493 w 447701"/>
                <a:gd name="connsiteY37" fmla="*/ 156568 h 259369"/>
                <a:gd name="connsiteX38" fmla="*/ 270217 w 447701"/>
                <a:gd name="connsiteY38" fmla="*/ 7475 h 259369"/>
                <a:gd name="connsiteX39" fmla="*/ 274400 w 447701"/>
                <a:gd name="connsiteY39" fmla="*/ 5418 h 259369"/>
                <a:gd name="connsiteX40" fmla="*/ 276937 w 447701"/>
                <a:gd name="connsiteY40" fmla="*/ 4526 h 259369"/>
                <a:gd name="connsiteX41" fmla="*/ 280229 w 447701"/>
                <a:gd name="connsiteY41" fmla="*/ 3292 h 259369"/>
                <a:gd name="connsiteX42" fmla="*/ 283178 w 447701"/>
                <a:gd name="connsiteY42" fmla="*/ 2469 h 259369"/>
                <a:gd name="connsiteX43" fmla="*/ 285236 w 447701"/>
                <a:gd name="connsiteY43" fmla="*/ 1646 h 259369"/>
                <a:gd name="connsiteX44" fmla="*/ 287704 w 447701"/>
                <a:gd name="connsiteY44" fmla="*/ 1234 h 259369"/>
                <a:gd name="connsiteX45" fmla="*/ 289830 w 447701"/>
                <a:gd name="connsiteY45" fmla="*/ 823 h 259369"/>
                <a:gd name="connsiteX46" fmla="*/ 292299 w 447701"/>
                <a:gd name="connsiteY46" fmla="*/ 411 h 259369"/>
                <a:gd name="connsiteX47" fmla="*/ 294426 w 447701"/>
                <a:gd name="connsiteY47" fmla="*/ 411 h 259369"/>
                <a:gd name="connsiteX48" fmla="*/ 296894 w 447701"/>
                <a:gd name="connsiteY48" fmla="*/ 0 h 259369"/>
                <a:gd name="connsiteX49" fmla="*/ 308553 w 447701"/>
                <a:gd name="connsiteY49" fmla="*/ 0 h 259369"/>
                <a:gd name="connsiteX50" fmla="*/ 310199 w 447701"/>
                <a:gd name="connsiteY50" fmla="*/ 411 h 259369"/>
                <a:gd name="connsiteX51" fmla="*/ 313148 w 447701"/>
                <a:gd name="connsiteY51" fmla="*/ 411 h 259369"/>
                <a:gd name="connsiteX52" fmla="*/ 314794 w 447701"/>
                <a:gd name="connsiteY52" fmla="*/ 823 h 259369"/>
                <a:gd name="connsiteX53" fmla="*/ 316028 w 447701"/>
                <a:gd name="connsiteY53" fmla="*/ 1234 h 259369"/>
                <a:gd name="connsiteX54" fmla="*/ 317742 w 447701"/>
                <a:gd name="connsiteY54" fmla="*/ 1234 h 259369"/>
                <a:gd name="connsiteX55" fmla="*/ 318977 w 447701"/>
                <a:gd name="connsiteY55" fmla="*/ 1646 h 259369"/>
                <a:gd name="connsiteX56" fmla="*/ 320623 w 447701"/>
                <a:gd name="connsiteY56" fmla="*/ 2057 h 259369"/>
                <a:gd name="connsiteX57" fmla="*/ 321858 w 447701"/>
                <a:gd name="connsiteY57" fmla="*/ 2469 h 259369"/>
                <a:gd name="connsiteX58" fmla="*/ 323572 w 447701"/>
                <a:gd name="connsiteY58" fmla="*/ 2880 h 259369"/>
                <a:gd name="connsiteX59" fmla="*/ 326864 w 447701"/>
                <a:gd name="connsiteY59" fmla="*/ 4115 h 259369"/>
                <a:gd name="connsiteX60" fmla="*/ 327687 w 447701"/>
                <a:gd name="connsiteY60" fmla="*/ 4115 h 259369"/>
                <a:gd name="connsiteX61" fmla="*/ 328921 w 447701"/>
                <a:gd name="connsiteY61" fmla="*/ 4526 h 259369"/>
                <a:gd name="connsiteX62" fmla="*/ 329813 w 447701"/>
                <a:gd name="connsiteY62" fmla="*/ 5006 h 259369"/>
                <a:gd name="connsiteX63" fmla="*/ 330636 w 447701"/>
                <a:gd name="connsiteY63" fmla="*/ 5418 h 259369"/>
                <a:gd name="connsiteX64" fmla="*/ 331458 w 447701"/>
                <a:gd name="connsiteY64" fmla="*/ 5829 h 259369"/>
                <a:gd name="connsiteX65" fmla="*/ 331870 w 447701"/>
                <a:gd name="connsiteY65" fmla="*/ 6241 h 259369"/>
                <a:gd name="connsiteX66" fmla="*/ 332693 w 447701"/>
                <a:gd name="connsiteY66" fmla="*/ 6652 h 259369"/>
                <a:gd name="connsiteX67" fmla="*/ 333516 w 447701"/>
                <a:gd name="connsiteY67" fmla="*/ 6652 h 259369"/>
                <a:gd name="connsiteX68" fmla="*/ 333928 w 447701"/>
                <a:gd name="connsiteY68" fmla="*/ 7064 h 259369"/>
                <a:gd name="connsiteX69" fmla="*/ 334339 w 447701"/>
                <a:gd name="connsiteY69" fmla="*/ 7064 h 259369"/>
                <a:gd name="connsiteX70" fmla="*/ 334751 w 447701"/>
                <a:gd name="connsiteY70" fmla="*/ 7475 h 259369"/>
                <a:gd name="connsiteX71" fmla="*/ 335162 w 447701"/>
                <a:gd name="connsiteY71" fmla="*/ 7475 h 25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47701" h="259369">
                  <a:moveTo>
                    <a:pt x="447702" y="72832"/>
                  </a:moveTo>
                  <a:cubicBezTo>
                    <a:pt x="340237" y="134897"/>
                    <a:pt x="232840" y="197373"/>
                    <a:pt x="125376" y="259370"/>
                  </a:cubicBezTo>
                  <a:lnTo>
                    <a:pt x="125376" y="248945"/>
                  </a:lnTo>
                  <a:lnTo>
                    <a:pt x="12493" y="183589"/>
                  </a:lnTo>
                  <a:cubicBezTo>
                    <a:pt x="12181" y="183545"/>
                    <a:pt x="11892" y="183401"/>
                    <a:pt x="11670" y="183177"/>
                  </a:cubicBezTo>
                  <a:cubicBezTo>
                    <a:pt x="11258" y="183177"/>
                    <a:pt x="11258" y="183177"/>
                    <a:pt x="11258" y="182766"/>
                  </a:cubicBezTo>
                  <a:lnTo>
                    <a:pt x="10435" y="182766"/>
                  </a:lnTo>
                  <a:cubicBezTo>
                    <a:pt x="10435" y="182354"/>
                    <a:pt x="10435" y="182354"/>
                    <a:pt x="10024" y="182354"/>
                  </a:cubicBezTo>
                  <a:cubicBezTo>
                    <a:pt x="10024" y="182127"/>
                    <a:pt x="9840" y="181943"/>
                    <a:pt x="9613" y="181943"/>
                  </a:cubicBezTo>
                  <a:lnTo>
                    <a:pt x="9201" y="181531"/>
                  </a:lnTo>
                  <a:cubicBezTo>
                    <a:pt x="8974" y="181531"/>
                    <a:pt x="8790" y="181347"/>
                    <a:pt x="8790" y="181120"/>
                  </a:cubicBezTo>
                  <a:cubicBezTo>
                    <a:pt x="8310" y="181120"/>
                    <a:pt x="8310" y="181120"/>
                    <a:pt x="7898" y="180708"/>
                  </a:cubicBezTo>
                  <a:lnTo>
                    <a:pt x="7487" y="180297"/>
                  </a:lnTo>
                  <a:cubicBezTo>
                    <a:pt x="7075" y="180297"/>
                    <a:pt x="7075" y="179885"/>
                    <a:pt x="6664" y="179885"/>
                  </a:cubicBezTo>
                  <a:cubicBezTo>
                    <a:pt x="6702" y="179661"/>
                    <a:pt x="6551" y="179449"/>
                    <a:pt x="6327" y="179411"/>
                  </a:cubicBezTo>
                  <a:cubicBezTo>
                    <a:pt x="6302" y="179407"/>
                    <a:pt x="6277" y="179405"/>
                    <a:pt x="6252" y="179405"/>
                  </a:cubicBezTo>
                  <a:lnTo>
                    <a:pt x="5429" y="178582"/>
                  </a:lnTo>
                  <a:lnTo>
                    <a:pt x="5018" y="178171"/>
                  </a:lnTo>
                  <a:lnTo>
                    <a:pt x="4606" y="177759"/>
                  </a:lnTo>
                  <a:cubicBezTo>
                    <a:pt x="4606" y="177532"/>
                    <a:pt x="4422" y="177348"/>
                    <a:pt x="4195" y="177348"/>
                  </a:cubicBezTo>
                  <a:cubicBezTo>
                    <a:pt x="3783" y="176936"/>
                    <a:pt x="3783" y="176525"/>
                    <a:pt x="3372" y="176525"/>
                  </a:cubicBezTo>
                  <a:cubicBezTo>
                    <a:pt x="3328" y="176213"/>
                    <a:pt x="3184" y="175924"/>
                    <a:pt x="2961" y="175702"/>
                  </a:cubicBezTo>
                  <a:cubicBezTo>
                    <a:pt x="2480" y="175290"/>
                    <a:pt x="2480" y="174879"/>
                    <a:pt x="2069" y="174879"/>
                  </a:cubicBezTo>
                  <a:cubicBezTo>
                    <a:pt x="2025" y="174567"/>
                    <a:pt x="1881" y="174278"/>
                    <a:pt x="1657" y="174056"/>
                  </a:cubicBezTo>
                  <a:cubicBezTo>
                    <a:pt x="1425" y="173813"/>
                    <a:pt x="1280" y="173499"/>
                    <a:pt x="1246" y="173165"/>
                  </a:cubicBezTo>
                  <a:cubicBezTo>
                    <a:pt x="835" y="172753"/>
                    <a:pt x="835" y="172342"/>
                    <a:pt x="423" y="171930"/>
                  </a:cubicBezTo>
                  <a:cubicBezTo>
                    <a:pt x="390" y="171615"/>
                    <a:pt x="244" y="171322"/>
                    <a:pt x="12" y="171107"/>
                  </a:cubicBezTo>
                  <a:lnTo>
                    <a:pt x="12" y="169873"/>
                  </a:lnTo>
                  <a:cubicBezTo>
                    <a:pt x="-45" y="169420"/>
                    <a:pt x="107" y="168967"/>
                    <a:pt x="423" y="168638"/>
                  </a:cubicBezTo>
                  <a:cubicBezTo>
                    <a:pt x="423" y="168227"/>
                    <a:pt x="835" y="167747"/>
                    <a:pt x="835" y="167335"/>
                  </a:cubicBezTo>
                  <a:cubicBezTo>
                    <a:pt x="835" y="166923"/>
                    <a:pt x="1657" y="166512"/>
                    <a:pt x="1657" y="166101"/>
                  </a:cubicBezTo>
                  <a:cubicBezTo>
                    <a:pt x="1657" y="165689"/>
                    <a:pt x="2480" y="165278"/>
                    <a:pt x="2480" y="164866"/>
                  </a:cubicBezTo>
                  <a:lnTo>
                    <a:pt x="3783" y="163632"/>
                  </a:lnTo>
                  <a:cubicBezTo>
                    <a:pt x="3783" y="163220"/>
                    <a:pt x="4195" y="162809"/>
                    <a:pt x="4606" y="162397"/>
                  </a:cubicBezTo>
                  <a:cubicBezTo>
                    <a:pt x="5018" y="161986"/>
                    <a:pt x="5841" y="161094"/>
                    <a:pt x="6664" y="160683"/>
                  </a:cubicBezTo>
                  <a:cubicBezTo>
                    <a:pt x="7160" y="159904"/>
                    <a:pt x="7911" y="159322"/>
                    <a:pt x="8790" y="159037"/>
                  </a:cubicBezTo>
                  <a:cubicBezTo>
                    <a:pt x="9391" y="158390"/>
                    <a:pt x="10084" y="157836"/>
                    <a:pt x="10847" y="157391"/>
                  </a:cubicBezTo>
                  <a:cubicBezTo>
                    <a:pt x="11258" y="156980"/>
                    <a:pt x="11670" y="156980"/>
                    <a:pt x="12493" y="156568"/>
                  </a:cubicBezTo>
                  <a:lnTo>
                    <a:pt x="270217" y="7475"/>
                  </a:lnTo>
                  <a:cubicBezTo>
                    <a:pt x="271658" y="6889"/>
                    <a:pt x="273056" y="6201"/>
                    <a:pt x="274400" y="5418"/>
                  </a:cubicBezTo>
                  <a:cubicBezTo>
                    <a:pt x="275167" y="4931"/>
                    <a:pt x="276035" y="4626"/>
                    <a:pt x="276937" y="4526"/>
                  </a:cubicBezTo>
                  <a:lnTo>
                    <a:pt x="280229" y="3292"/>
                  </a:lnTo>
                  <a:cubicBezTo>
                    <a:pt x="281147" y="2820"/>
                    <a:pt x="282150" y="2540"/>
                    <a:pt x="283178" y="2469"/>
                  </a:cubicBezTo>
                  <a:cubicBezTo>
                    <a:pt x="284001" y="2057"/>
                    <a:pt x="284824" y="2057"/>
                    <a:pt x="285236" y="1646"/>
                  </a:cubicBezTo>
                  <a:cubicBezTo>
                    <a:pt x="286080" y="1711"/>
                    <a:pt x="286927" y="1570"/>
                    <a:pt x="287704" y="1234"/>
                  </a:cubicBezTo>
                  <a:cubicBezTo>
                    <a:pt x="288435" y="1263"/>
                    <a:pt x="289163" y="1123"/>
                    <a:pt x="289830" y="823"/>
                  </a:cubicBezTo>
                  <a:cubicBezTo>
                    <a:pt x="290675" y="888"/>
                    <a:pt x="291522" y="747"/>
                    <a:pt x="292299" y="411"/>
                  </a:cubicBezTo>
                  <a:lnTo>
                    <a:pt x="294426" y="411"/>
                  </a:lnTo>
                  <a:cubicBezTo>
                    <a:pt x="295248" y="411"/>
                    <a:pt x="296071" y="0"/>
                    <a:pt x="296894" y="0"/>
                  </a:cubicBezTo>
                  <a:lnTo>
                    <a:pt x="308553" y="0"/>
                  </a:lnTo>
                  <a:cubicBezTo>
                    <a:pt x="308964" y="0"/>
                    <a:pt x="309376" y="411"/>
                    <a:pt x="310199" y="411"/>
                  </a:cubicBezTo>
                  <a:lnTo>
                    <a:pt x="313148" y="411"/>
                  </a:lnTo>
                  <a:cubicBezTo>
                    <a:pt x="313559" y="823"/>
                    <a:pt x="313971" y="823"/>
                    <a:pt x="314794" y="823"/>
                  </a:cubicBezTo>
                  <a:cubicBezTo>
                    <a:pt x="315246" y="766"/>
                    <a:pt x="315700" y="918"/>
                    <a:pt x="316028" y="1234"/>
                  </a:cubicBezTo>
                  <a:lnTo>
                    <a:pt x="317742" y="1234"/>
                  </a:lnTo>
                  <a:cubicBezTo>
                    <a:pt x="318154" y="1234"/>
                    <a:pt x="318565" y="1646"/>
                    <a:pt x="318977" y="1646"/>
                  </a:cubicBezTo>
                  <a:cubicBezTo>
                    <a:pt x="319389" y="1646"/>
                    <a:pt x="320212" y="2057"/>
                    <a:pt x="320623" y="2057"/>
                  </a:cubicBezTo>
                  <a:cubicBezTo>
                    <a:pt x="321076" y="2001"/>
                    <a:pt x="321529" y="2152"/>
                    <a:pt x="321858" y="2469"/>
                  </a:cubicBezTo>
                  <a:cubicBezTo>
                    <a:pt x="322459" y="2414"/>
                    <a:pt x="323061" y="2558"/>
                    <a:pt x="323572" y="2880"/>
                  </a:cubicBezTo>
                  <a:cubicBezTo>
                    <a:pt x="326452" y="3703"/>
                    <a:pt x="326864" y="3703"/>
                    <a:pt x="326864" y="4115"/>
                  </a:cubicBezTo>
                  <a:lnTo>
                    <a:pt x="327687" y="4115"/>
                  </a:lnTo>
                  <a:cubicBezTo>
                    <a:pt x="328015" y="4431"/>
                    <a:pt x="328469" y="4583"/>
                    <a:pt x="328921" y="4526"/>
                  </a:cubicBezTo>
                  <a:cubicBezTo>
                    <a:pt x="329160" y="4776"/>
                    <a:pt x="329472" y="4944"/>
                    <a:pt x="329813" y="5006"/>
                  </a:cubicBezTo>
                  <a:cubicBezTo>
                    <a:pt x="330034" y="5230"/>
                    <a:pt x="330324" y="5374"/>
                    <a:pt x="330636" y="5418"/>
                  </a:cubicBezTo>
                  <a:cubicBezTo>
                    <a:pt x="330951" y="5450"/>
                    <a:pt x="331243" y="5596"/>
                    <a:pt x="331458" y="5829"/>
                  </a:cubicBezTo>
                  <a:cubicBezTo>
                    <a:pt x="331686" y="5829"/>
                    <a:pt x="331870" y="6013"/>
                    <a:pt x="331870" y="6241"/>
                  </a:cubicBezTo>
                  <a:cubicBezTo>
                    <a:pt x="332281" y="6241"/>
                    <a:pt x="332693" y="6241"/>
                    <a:pt x="332693" y="6652"/>
                  </a:cubicBezTo>
                  <a:lnTo>
                    <a:pt x="333516" y="6652"/>
                  </a:lnTo>
                  <a:cubicBezTo>
                    <a:pt x="333516" y="6879"/>
                    <a:pt x="333700" y="7064"/>
                    <a:pt x="333928" y="7064"/>
                  </a:cubicBezTo>
                  <a:lnTo>
                    <a:pt x="334339" y="7064"/>
                  </a:lnTo>
                  <a:cubicBezTo>
                    <a:pt x="334339" y="7291"/>
                    <a:pt x="334523" y="7475"/>
                    <a:pt x="334751" y="7475"/>
                  </a:cubicBezTo>
                  <a:lnTo>
                    <a:pt x="335162" y="7475"/>
                  </a:lnTo>
                  <a:close/>
                </a:path>
              </a:pathLst>
            </a:custGeom>
            <a:solidFill>
              <a:srgbClr val="CBD1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9B2B38B-C894-6730-F521-F5E888CF4172}"/>
                </a:ext>
              </a:extLst>
            </p:cNvPr>
            <p:cNvSpPr/>
            <p:nvPr/>
          </p:nvSpPr>
          <p:spPr>
            <a:xfrm>
              <a:off x="5596306" y="4916363"/>
              <a:ext cx="65014" cy="18036"/>
            </a:xfrm>
            <a:custGeom>
              <a:avLst/>
              <a:gdLst>
                <a:gd name="connsiteX0" fmla="*/ 65014 w 65014"/>
                <a:gd name="connsiteY0" fmla="*/ 8024 h 18036"/>
                <a:gd name="connsiteX1" fmla="*/ 65014 w 65014"/>
                <a:gd name="connsiteY1" fmla="*/ 18037 h 18036"/>
                <a:gd name="connsiteX2" fmla="*/ 64603 w 65014"/>
                <a:gd name="connsiteY2" fmla="*/ 18037 h 18036"/>
                <a:gd name="connsiteX3" fmla="*/ 64191 w 65014"/>
                <a:gd name="connsiteY3" fmla="*/ 17625 h 18036"/>
                <a:gd name="connsiteX4" fmla="*/ 63779 w 65014"/>
                <a:gd name="connsiteY4" fmla="*/ 17625 h 18036"/>
                <a:gd name="connsiteX5" fmla="*/ 63368 w 65014"/>
                <a:gd name="connsiteY5" fmla="*/ 17214 h 18036"/>
                <a:gd name="connsiteX6" fmla="*/ 62545 w 65014"/>
                <a:gd name="connsiteY6" fmla="*/ 17214 h 18036"/>
                <a:gd name="connsiteX7" fmla="*/ 61722 w 65014"/>
                <a:gd name="connsiteY7" fmla="*/ 16802 h 18036"/>
                <a:gd name="connsiteX8" fmla="*/ 61311 w 65014"/>
                <a:gd name="connsiteY8" fmla="*/ 16391 h 18036"/>
                <a:gd name="connsiteX9" fmla="*/ 60488 w 65014"/>
                <a:gd name="connsiteY9" fmla="*/ 15979 h 18036"/>
                <a:gd name="connsiteX10" fmla="*/ 59665 w 65014"/>
                <a:gd name="connsiteY10" fmla="*/ 15568 h 18036"/>
                <a:gd name="connsiteX11" fmla="*/ 58773 w 65014"/>
                <a:gd name="connsiteY11" fmla="*/ 15088 h 18036"/>
                <a:gd name="connsiteX12" fmla="*/ 57539 w 65014"/>
                <a:gd name="connsiteY12" fmla="*/ 14676 h 18036"/>
                <a:gd name="connsiteX13" fmla="*/ 56716 w 65014"/>
                <a:gd name="connsiteY13" fmla="*/ 14676 h 18036"/>
                <a:gd name="connsiteX14" fmla="*/ 55893 w 65014"/>
                <a:gd name="connsiteY14" fmla="*/ 14265 h 18036"/>
                <a:gd name="connsiteX15" fmla="*/ 54178 w 65014"/>
                <a:gd name="connsiteY15" fmla="*/ 13853 h 18036"/>
                <a:gd name="connsiteX16" fmla="*/ 52944 w 65014"/>
                <a:gd name="connsiteY16" fmla="*/ 13442 h 18036"/>
                <a:gd name="connsiteX17" fmla="*/ 48829 w 65014"/>
                <a:gd name="connsiteY17" fmla="*/ 12207 h 18036"/>
                <a:gd name="connsiteX18" fmla="*/ 47595 w 65014"/>
                <a:gd name="connsiteY18" fmla="*/ 11796 h 18036"/>
                <a:gd name="connsiteX19" fmla="*/ 45880 w 65014"/>
                <a:gd name="connsiteY19" fmla="*/ 11796 h 18036"/>
                <a:gd name="connsiteX20" fmla="*/ 44646 w 65014"/>
                <a:gd name="connsiteY20" fmla="*/ 11384 h 18036"/>
                <a:gd name="connsiteX21" fmla="*/ 43000 w 65014"/>
                <a:gd name="connsiteY21" fmla="*/ 10973 h 18036"/>
                <a:gd name="connsiteX22" fmla="*/ 40394 w 65014"/>
                <a:gd name="connsiteY22" fmla="*/ 10973 h 18036"/>
                <a:gd name="connsiteX23" fmla="*/ 38748 w 65014"/>
                <a:gd name="connsiteY23" fmla="*/ 10561 h 18036"/>
                <a:gd name="connsiteX24" fmla="*/ 26678 w 65014"/>
                <a:gd name="connsiteY24" fmla="*/ 10561 h 18036"/>
                <a:gd name="connsiteX25" fmla="*/ 24209 w 65014"/>
                <a:gd name="connsiteY25" fmla="*/ 10973 h 18036"/>
                <a:gd name="connsiteX26" fmla="*/ 22083 w 65014"/>
                <a:gd name="connsiteY26" fmla="*/ 10973 h 18036"/>
                <a:gd name="connsiteX27" fmla="*/ 19614 w 65014"/>
                <a:gd name="connsiteY27" fmla="*/ 11384 h 18036"/>
                <a:gd name="connsiteX28" fmla="*/ 17488 w 65014"/>
                <a:gd name="connsiteY28" fmla="*/ 11796 h 18036"/>
                <a:gd name="connsiteX29" fmla="*/ 15019 w 65014"/>
                <a:gd name="connsiteY29" fmla="*/ 12207 h 18036"/>
                <a:gd name="connsiteX30" fmla="*/ 12962 w 65014"/>
                <a:gd name="connsiteY30" fmla="*/ 13030 h 18036"/>
                <a:gd name="connsiteX31" fmla="*/ 10013 w 65014"/>
                <a:gd name="connsiteY31" fmla="*/ 13853 h 18036"/>
                <a:gd name="connsiteX32" fmla="*/ 6721 w 65014"/>
                <a:gd name="connsiteY32" fmla="*/ 15088 h 18036"/>
                <a:gd name="connsiteX33" fmla="*/ 4184 w 65014"/>
                <a:gd name="connsiteY33" fmla="*/ 15979 h 18036"/>
                <a:gd name="connsiteX34" fmla="*/ 0 w 65014"/>
                <a:gd name="connsiteY34" fmla="*/ 18037 h 18036"/>
                <a:gd name="connsiteX35" fmla="*/ 0 w 65014"/>
                <a:gd name="connsiteY35" fmla="*/ 8024 h 18036"/>
                <a:gd name="connsiteX36" fmla="*/ 4183 w 65014"/>
                <a:gd name="connsiteY36" fmla="*/ 5966 h 18036"/>
                <a:gd name="connsiteX37" fmla="*/ 6721 w 65014"/>
                <a:gd name="connsiteY37" fmla="*/ 4732 h 18036"/>
                <a:gd name="connsiteX38" fmla="*/ 10013 w 65014"/>
                <a:gd name="connsiteY38" fmla="*/ 3429 h 18036"/>
                <a:gd name="connsiteX39" fmla="*/ 12962 w 65014"/>
                <a:gd name="connsiteY39" fmla="*/ 2606 h 18036"/>
                <a:gd name="connsiteX40" fmla="*/ 15019 w 65014"/>
                <a:gd name="connsiteY40" fmla="*/ 2195 h 18036"/>
                <a:gd name="connsiteX41" fmla="*/ 17488 w 65014"/>
                <a:gd name="connsiteY41" fmla="*/ 1372 h 18036"/>
                <a:gd name="connsiteX42" fmla="*/ 19820 w 65014"/>
                <a:gd name="connsiteY42" fmla="*/ 823 h 18036"/>
                <a:gd name="connsiteX43" fmla="*/ 22289 w 65014"/>
                <a:gd name="connsiteY43" fmla="*/ 823 h 18036"/>
                <a:gd name="connsiteX44" fmla="*/ 24414 w 65014"/>
                <a:gd name="connsiteY44" fmla="*/ 411 h 18036"/>
                <a:gd name="connsiteX45" fmla="*/ 26883 w 65014"/>
                <a:gd name="connsiteY45" fmla="*/ 0 h 18036"/>
                <a:gd name="connsiteX46" fmla="*/ 38542 w 65014"/>
                <a:gd name="connsiteY46" fmla="*/ 0 h 18036"/>
                <a:gd name="connsiteX47" fmla="*/ 40188 w 65014"/>
                <a:gd name="connsiteY47" fmla="*/ 411 h 18036"/>
                <a:gd name="connsiteX48" fmla="*/ 41423 w 65014"/>
                <a:gd name="connsiteY48" fmla="*/ 411 h 18036"/>
                <a:gd name="connsiteX49" fmla="*/ 43137 w 65014"/>
                <a:gd name="connsiteY49" fmla="*/ 823 h 18036"/>
                <a:gd name="connsiteX50" fmla="*/ 44783 w 65014"/>
                <a:gd name="connsiteY50" fmla="*/ 823 h 18036"/>
                <a:gd name="connsiteX51" fmla="*/ 46017 w 65014"/>
                <a:gd name="connsiteY51" fmla="*/ 1234 h 18036"/>
                <a:gd name="connsiteX52" fmla="*/ 47732 w 65014"/>
                <a:gd name="connsiteY52" fmla="*/ 1234 h 18036"/>
                <a:gd name="connsiteX53" fmla="*/ 48966 w 65014"/>
                <a:gd name="connsiteY53" fmla="*/ 1646 h 18036"/>
                <a:gd name="connsiteX54" fmla="*/ 50612 w 65014"/>
                <a:gd name="connsiteY54" fmla="*/ 2057 h 18036"/>
                <a:gd name="connsiteX55" fmla="*/ 51846 w 65014"/>
                <a:gd name="connsiteY55" fmla="*/ 2469 h 18036"/>
                <a:gd name="connsiteX56" fmla="*/ 53561 w 65014"/>
                <a:gd name="connsiteY56" fmla="*/ 2880 h 18036"/>
                <a:gd name="connsiteX57" fmla="*/ 54795 w 65014"/>
                <a:gd name="connsiteY57" fmla="*/ 3292 h 18036"/>
                <a:gd name="connsiteX58" fmla="*/ 56030 w 65014"/>
                <a:gd name="connsiteY58" fmla="*/ 3772 h 18036"/>
                <a:gd name="connsiteX59" fmla="*/ 56853 w 65014"/>
                <a:gd name="connsiteY59" fmla="*/ 4183 h 18036"/>
                <a:gd name="connsiteX60" fmla="*/ 57676 w 65014"/>
                <a:gd name="connsiteY60" fmla="*/ 4183 h 18036"/>
                <a:gd name="connsiteX61" fmla="*/ 58910 w 65014"/>
                <a:gd name="connsiteY61" fmla="*/ 4595 h 18036"/>
                <a:gd name="connsiteX62" fmla="*/ 59802 w 65014"/>
                <a:gd name="connsiteY62" fmla="*/ 5006 h 18036"/>
                <a:gd name="connsiteX63" fmla="*/ 61859 w 65014"/>
                <a:gd name="connsiteY63" fmla="*/ 6241 h 18036"/>
                <a:gd name="connsiteX64" fmla="*/ 62682 w 65014"/>
                <a:gd name="connsiteY64" fmla="*/ 6652 h 18036"/>
                <a:gd name="connsiteX65" fmla="*/ 63505 w 65014"/>
                <a:gd name="connsiteY65" fmla="*/ 6652 h 18036"/>
                <a:gd name="connsiteX66" fmla="*/ 63917 w 65014"/>
                <a:gd name="connsiteY66" fmla="*/ 7064 h 18036"/>
                <a:gd name="connsiteX67" fmla="*/ 64328 w 65014"/>
                <a:gd name="connsiteY67" fmla="*/ 7475 h 18036"/>
                <a:gd name="connsiteX68" fmla="*/ 64740 w 65014"/>
                <a:gd name="connsiteY68" fmla="*/ 7475 h 1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5014" h="18036">
                  <a:moveTo>
                    <a:pt x="65014" y="8024"/>
                  </a:moveTo>
                  <a:lnTo>
                    <a:pt x="65014" y="18037"/>
                  </a:lnTo>
                  <a:lnTo>
                    <a:pt x="64603" y="18037"/>
                  </a:lnTo>
                  <a:cubicBezTo>
                    <a:pt x="64375" y="18037"/>
                    <a:pt x="64191" y="17852"/>
                    <a:pt x="64191" y="17625"/>
                  </a:cubicBezTo>
                  <a:lnTo>
                    <a:pt x="63779" y="17625"/>
                  </a:lnTo>
                  <a:cubicBezTo>
                    <a:pt x="63552" y="17625"/>
                    <a:pt x="63368" y="17441"/>
                    <a:pt x="63368" y="17214"/>
                  </a:cubicBezTo>
                  <a:lnTo>
                    <a:pt x="62545" y="17214"/>
                  </a:lnTo>
                  <a:cubicBezTo>
                    <a:pt x="62545" y="16802"/>
                    <a:pt x="62133" y="16802"/>
                    <a:pt x="61722" y="16802"/>
                  </a:cubicBezTo>
                  <a:cubicBezTo>
                    <a:pt x="61722" y="16575"/>
                    <a:pt x="61538" y="16391"/>
                    <a:pt x="61311" y="16391"/>
                  </a:cubicBezTo>
                  <a:cubicBezTo>
                    <a:pt x="61095" y="16158"/>
                    <a:pt x="60803" y="16012"/>
                    <a:pt x="60488" y="15979"/>
                  </a:cubicBezTo>
                  <a:cubicBezTo>
                    <a:pt x="60176" y="15936"/>
                    <a:pt x="59887" y="15791"/>
                    <a:pt x="59665" y="15568"/>
                  </a:cubicBezTo>
                  <a:cubicBezTo>
                    <a:pt x="59324" y="15505"/>
                    <a:pt x="59013" y="15338"/>
                    <a:pt x="58773" y="15088"/>
                  </a:cubicBezTo>
                  <a:cubicBezTo>
                    <a:pt x="58321" y="15144"/>
                    <a:pt x="57867" y="14993"/>
                    <a:pt x="57539" y="14676"/>
                  </a:cubicBezTo>
                  <a:lnTo>
                    <a:pt x="56716" y="14676"/>
                  </a:lnTo>
                  <a:cubicBezTo>
                    <a:pt x="56716" y="14265"/>
                    <a:pt x="56304" y="14265"/>
                    <a:pt x="55893" y="14265"/>
                  </a:cubicBezTo>
                  <a:cubicBezTo>
                    <a:pt x="55382" y="13943"/>
                    <a:pt x="54779" y="13798"/>
                    <a:pt x="54178" y="13853"/>
                  </a:cubicBezTo>
                  <a:cubicBezTo>
                    <a:pt x="53850" y="13536"/>
                    <a:pt x="53396" y="13385"/>
                    <a:pt x="52944" y="13442"/>
                  </a:cubicBezTo>
                  <a:cubicBezTo>
                    <a:pt x="50063" y="12618"/>
                    <a:pt x="49240" y="12207"/>
                    <a:pt x="48829" y="12207"/>
                  </a:cubicBezTo>
                  <a:cubicBezTo>
                    <a:pt x="48417" y="12207"/>
                    <a:pt x="48006" y="11796"/>
                    <a:pt x="47595" y="11796"/>
                  </a:cubicBezTo>
                  <a:lnTo>
                    <a:pt x="45880" y="11796"/>
                  </a:lnTo>
                  <a:cubicBezTo>
                    <a:pt x="45552" y="11479"/>
                    <a:pt x="45098" y="11328"/>
                    <a:pt x="44646" y="11384"/>
                  </a:cubicBezTo>
                  <a:cubicBezTo>
                    <a:pt x="43823" y="11384"/>
                    <a:pt x="43411" y="11384"/>
                    <a:pt x="43000" y="10973"/>
                  </a:cubicBezTo>
                  <a:lnTo>
                    <a:pt x="40394" y="10973"/>
                  </a:lnTo>
                  <a:cubicBezTo>
                    <a:pt x="39571" y="10973"/>
                    <a:pt x="39159" y="10561"/>
                    <a:pt x="38748" y="10561"/>
                  </a:cubicBezTo>
                  <a:lnTo>
                    <a:pt x="26678" y="10561"/>
                  </a:lnTo>
                  <a:cubicBezTo>
                    <a:pt x="25855" y="10561"/>
                    <a:pt x="25032" y="10973"/>
                    <a:pt x="24209" y="10973"/>
                  </a:cubicBezTo>
                  <a:lnTo>
                    <a:pt x="22083" y="10973"/>
                  </a:lnTo>
                  <a:cubicBezTo>
                    <a:pt x="21306" y="11308"/>
                    <a:pt x="20458" y="11449"/>
                    <a:pt x="19614" y="11384"/>
                  </a:cubicBezTo>
                  <a:cubicBezTo>
                    <a:pt x="18947" y="11684"/>
                    <a:pt x="18219" y="11824"/>
                    <a:pt x="17488" y="11796"/>
                  </a:cubicBezTo>
                  <a:cubicBezTo>
                    <a:pt x="16711" y="12131"/>
                    <a:pt x="15864" y="12272"/>
                    <a:pt x="15019" y="12207"/>
                  </a:cubicBezTo>
                  <a:cubicBezTo>
                    <a:pt x="14608" y="12618"/>
                    <a:pt x="13785" y="12618"/>
                    <a:pt x="12962" y="13030"/>
                  </a:cubicBezTo>
                  <a:cubicBezTo>
                    <a:pt x="11933" y="13102"/>
                    <a:pt x="10930" y="13382"/>
                    <a:pt x="10013" y="13853"/>
                  </a:cubicBezTo>
                  <a:lnTo>
                    <a:pt x="6721" y="15088"/>
                  </a:lnTo>
                  <a:cubicBezTo>
                    <a:pt x="5819" y="15188"/>
                    <a:pt x="4951" y="15493"/>
                    <a:pt x="4184" y="15979"/>
                  </a:cubicBezTo>
                  <a:cubicBezTo>
                    <a:pt x="2839" y="16763"/>
                    <a:pt x="1442" y="17450"/>
                    <a:pt x="0" y="18037"/>
                  </a:cubicBezTo>
                  <a:lnTo>
                    <a:pt x="0" y="8024"/>
                  </a:lnTo>
                  <a:cubicBezTo>
                    <a:pt x="1267" y="7104"/>
                    <a:pt x="2682" y="6408"/>
                    <a:pt x="4183" y="5966"/>
                  </a:cubicBezTo>
                  <a:lnTo>
                    <a:pt x="6721" y="4732"/>
                  </a:lnTo>
                  <a:cubicBezTo>
                    <a:pt x="7956" y="4321"/>
                    <a:pt x="8778" y="3909"/>
                    <a:pt x="10013" y="3429"/>
                  </a:cubicBezTo>
                  <a:cubicBezTo>
                    <a:pt x="11247" y="2949"/>
                    <a:pt x="12070" y="3018"/>
                    <a:pt x="12962" y="2606"/>
                  </a:cubicBezTo>
                  <a:cubicBezTo>
                    <a:pt x="13605" y="2307"/>
                    <a:pt x="14310" y="2166"/>
                    <a:pt x="15019" y="2195"/>
                  </a:cubicBezTo>
                  <a:cubicBezTo>
                    <a:pt x="15842" y="1783"/>
                    <a:pt x="16665" y="1783"/>
                    <a:pt x="17488" y="1372"/>
                  </a:cubicBezTo>
                  <a:cubicBezTo>
                    <a:pt x="18299" y="1392"/>
                    <a:pt x="19102" y="1203"/>
                    <a:pt x="19820" y="823"/>
                  </a:cubicBezTo>
                  <a:lnTo>
                    <a:pt x="22289" y="823"/>
                  </a:lnTo>
                  <a:cubicBezTo>
                    <a:pt x="22929" y="445"/>
                    <a:pt x="23679" y="299"/>
                    <a:pt x="24414" y="411"/>
                  </a:cubicBezTo>
                  <a:cubicBezTo>
                    <a:pt x="25259" y="477"/>
                    <a:pt x="26106" y="336"/>
                    <a:pt x="26883" y="0"/>
                  </a:cubicBezTo>
                  <a:lnTo>
                    <a:pt x="38542" y="0"/>
                  </a:lnTo>
                  <a:cubicBezTo>
                    <a:pt x="38953" y="411"/>
                    <a:pt x="39365" y="411"/>
                    <a:pt x="40188" y="411"/>
                  </a:cubicBezTo>
                  <a:lnTo>
                    <a:pt x="41423" y="411"/>
                  </a:lnTo>
                  <a:cubicBezTo>
                    <a:pt x="42025" y="339"/>
                    <a:pt x="42633" y="485"/>
                    <a:pt x="43137" y="823"/>
                  </a:cubicBezTo>
                  <a:lnTo>
                    <a:pt x="44783" y="823"/>
                  </a:lnTo>
                  <a:cubicBezTo>
                    <a:pt x="45194" y="823"/>
                    <a:pt x="45606" y="1234"/>
                    <a:pt x="46017" y="1234"/>
                  </a:cubicBezTo>
                  <a:lnTo>
                    <a:pt x="47732" y="1234"/>
                  </a:lnTo>
                  <a:cubicBezTo>
                    <a:pt x="48060" y="1551"/>
                    <a:pt x="48514" y="1702"/>
                    <a:pt x="48966" y="1646"/>
                  </a:cubicBezTo>
                  <a:cubicBezTo>
                    <a:pt x="49378" y="1646"/>
                    <a:pt x="50201" y="2057"/>
                    <a:pt x="50612" y="2057"/>
                  </a:cubicBezTo>
                  <a:cubicBezTo>
                    <a:pt x="51024" y="2057"/>
                    <a:pt x="51435" y="2469"/>
                    <a:pt x="51846" y="2469"/>
                  </a:cubicBezTo>
                  <a:cubicBezTo>
                    <a:pt x="52258" y="2469"/>
                    <a:pt x="53081" y="2880"/>
                    <a:pt x="53561" y="2880"/>
                  </a:cubicBezTo>
                  <a:cubicBezTo>
                    <a:pt x="54041" y="2880"/>
                    <a:pt x="54384" y="3292"/>
                    <a:pt x="54795" y="3292"/>
                  </a:cubicBezTo>
                  <a:cubicBezTo>
                    <a:pt x="55207" y="3292"/>
                    <a:pt x="55618" y="3772"/>
                    <a:pt x="56030" y="3772"/>
                  </a:cubicBezTo>
                  <a:cubicBezTo>
                    <a:pt x="56442" y="3772"/>
                    <a:pt x="56853" y="3772"/>
                    <a:pt x="56853" y="4183"/>
                  </a:cubicBezTo>
                  <a:lnTo>
                    <a:pt x="57676" y="4183"/>
                  </a:lnTo>
                  <a:cubicBezTo>
                    <a:pt x="58004" y="4500"/>
                    <a:pt x="58458" y="4651"/>
                    <a:pt x="58910" y="4595"/>
                  </a:cubicBezTo>
                  <a:cubicBezTo>
                    <a:pt x="58910" y="5006"/>
                    <a:pt x="59391" y="5006"/>
                    <a:pt x="59802" y="5006"/>
                  </a:cubicBezTo>
                  <a:lnTo>
                    <a:pt x="61859" y="6241"/>
                  </a:lnTo>
                  <a:cubicBezTo>
                    <a:pt x="62271" y="6241"/>
                    <a:pt x="62682" y="6241"/>
                    <a:pt x="62682" y="6652"/>
                  </a:cubicBezTo>
                  <a:lnTo>
                    <a:pt x="63505" y="6652"/>
                  </a:lnTo>
                  <a:cubicBezTo>
                    <a:pt x="63505" y="7064"/>
                    <a:pt x="63505" y="7064"/>
                    <a:pt x="63917" y="7064"/>
                  </a:cubicBezTo>
                  <a:cubicBezTo>
                    <a:pt x="64144" y="7064"/>
                    <a:pt x="64328" y="7248"/>
                    <a:pt x="64328" y="7475"/>
                  </a:cubicBezTo>
                  <a:lnTo>
                    <a:pt x="64740" y="7475"/>
                  </a:lnTo>
                  <a:close/>
                </a:path>
              </a:pathLst>
            </a:custGeom>
            <a:solidFill>
              <a:srgbClr val="BDCA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DE4D1EE-B3DC-DBD9-35E8-8FE2CAE6AF3A}"/>
                </a:ext>
              </a:extLst>
            </p:cNvPr>
            <p:cNvSpPr/>
            <p:nvPr/>
          </p:nvSpPr>
          <p:spPr>
            <a:xfrm>
              <a:off x="5558083" y="4038102"/>
              <a:ext cx="52384" cy="47071"/>
            </a:xfrm>
            <a:custGeom>
              <a:avLst/>
              <a:gdLst>
                <a:gd name="connsiteX0" fmla="*/ 52076 w 52384"/>
                <a:gd name="connsiteY0" fmla="*/ 6472 h 47071"/>
                <a:gd name="connsiteX1" fmla="*/ 52076 w 52384"/>
                <a:gd name="connsiteY1" fmla="*/ 11478 h 47071"/>
                <a:gd name="connsiteX2" fmla="*/ 50361 w 52384"/>
                <a:gd name="connsiteY2" fmla="*/ 17307 h 47071"/>
                <a:gd name="connsiteX3" fmla="*/ 45835 w 52384"/>
                <a:gd name="connsiteY3" fmla="*/ 24165 h 47071"/>
                <a:gd name="connsiteX4" fmla="*/ 38291 w 52384"/>
                <a:gd name="connsiteY4" fmla="*/ 29171 h 47071"/>
                <a:gd name="connsiteX5" fmla="*/ 27524 w 52384"/>
                <a:gd name="connsiteY5" fmla="*/ 35412 h 47071"/>
                <a:gd name="connsiteX6" fmla="*/ 17511 w 52384"/>
                <a:gd name="connsiteY6" fmla="*/ 40830 h 47071"/>
                <a:gd name="connsiteX7" fmla="*/ 9556 w 52384"/>
                <a:gd name="connsiteY7" fmla="*/ 45837 h 47071"/>
                <a:gd name="connsiteX8" fmla="*/ 5853 w 52384"/>
                <a:gd name="connsiteY8" fmla="*/ 47071 h 47071"/>
                <a:gd name="connsiteX9" fmla="*/ 2904 w 52384"/>
                <a:gd name="connsiteY9" fmla="*/ 46248 h 47071"/>
                <a:gd name="connsiteX10" fmla="*/ 847 w 52384"/>
                <a:gd name="connsiteY10" fmla="*/ 43779 h 47071"/>
                <a:gd name="connsiteX11" fmla="*/ 23 w 52384"/>
                <a:gd name="connsiteY11" fmla="*/ 40008 h 47071"/>
                <a:gd name="connsiteX12" fmla="*/ 435 w 52384"/>
                <a:gd name="connsiteY12" fmla="*/ 35413 h 47071"/>
                <a:gd name="connsiteX13" fmla="*/ 2081 w 52384"/>
                <a:gd name="connsiteY13" fmla="*/ 29172 h 47071"/>
                <a:gd name="connsiteX14" fmla="*/ 6264 w 52384"/>
                <a:gd name="connsiteY14" fmla="*/ 22932 h 47071"/>
                <a:gd name="connsiteX15" fmla="*/ 14151 w 52384"/>
                <a:gd name="connsiteY15" fmla="*/ 17513 h 47071"/>
                <a:gd name="connsiteX16" fmla="*/ 24987 w 52384"/>
                <a:gd name="connsiteY16" fmla="*/ 11273 h 47071"/>
                <a:gd name="connsiteX17" fmla="*/ 34999 w 52384"/>
                <a:gd name="connsiteY17" fmla="*/ 5855 h 47071"/>
                <a:gd name="connsiteX18" fmla="*/ 42886 w 52384"/>
                <a:gd name="connsiteY18" fmla="*/ 1260 h 47071"/>
                <a:gd name="connsiteX19" fmla="*/ 46658 w 52384"/>
                <a:gd name="connsiteY19" fmla="*/ 26 h 47071"/>
                <a:gd name="connsiteX20" fmla="*/ 49538 w 52384"/>
                <a:gd name="connsiteY20" fmla="*/ 849 h 47071"/>
                <a:gd name="connsiteX21" fmla="*/ 51664 w 52384"/>
                <a:gd name="connsiteY21" fmla="*/ 2975 h 47071"/>
                <a:gd name="connsiteX22" fmla="*/ 52076 w 52384"/>
                <a:gd name="connsiteY22" fmla="*/ 6472 h 47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2384" h="47071">
                  <a:moveTo>
                    <a:pt x="52076" y="6472"/>
                  </a:moveTo>
                  <a:cubicBezTo>
                    <a:pt x="52488" y="8115"/>
                    <a:pt x="52488" y="9835"/>
                    <a:pt x="52076" y="11478"/>
                  </a:cubicBezTo>
                  <a:cubicBezTo>
                    <a:pt x="51987" y="13532"/>
                    <a:pt x="51399" y="15533"/>
                    <a:pt x="50361" y="17307"/>
                  </a:cubicBezTo>
                  <a:cubicBezTo>
                    <a:pt x="49278" y="19847"/>
                    <a:pt x="47745" y="22171"/>
                    <a:pt x="45835" y="24165"/>
                  </a:cubicBezTo>
                  <a:cubicBezTo>
                    <a:pt x="43605" y="26228"/>
                    <a:pt x="41058" y="27918"/>
                    <a:pt x="38291" y="29171"/>
                  </a:cubicBezTo>
                  <a:cubicBezTo>
                    <a:pt x="34588" y="31298"/>
                    <a:pt x="30816" y="33355"/>
                    <a:pt x="27524" y="35412"/>
                  </a:cubicBezTo>
                  <a:cubicBezTo>
                    <a:pt x="24281" y="37389"/>
                    <a:pt x="20939" y="39197"/>
                    <a:pt x="17511" y="40830"/>
                  </a:cubicBezTo>
                  <a:cubicBezTo>
                    <a:pt x="14974" y="42545"/>
                    <a:pt x="12505" y="44191"/>
                    <a:pt x="9556" y="45837"/>
                  </a:cubicBezTo>
                  <a:lnTo>
                    <a:pt x="5853" y="47071"/>
                  </a:lnTo>
                  <a:cubicBezTo>
                    <a:pt x="4826" y="46990"/>
                    <a:pt x="3824" y="46711"/>
                    <a:pt x="2904" y="46248"/>
                  </a:cubicBezTo>
                  <a:cubicBezTo>
                    <a:pt x="1917" y="45732"/>
                    <a:pt x="1176" y="44843"/>
                    <a:pt x="847" y="43779"/>
                  </a:cubicBezTo>
                  <a:cubicBezTo>
                    <a:pt x="435" y="42545"/>
                    <a:pt x="435" y="41242"/>
                    <a:pt x="23" y="40008"/>
                  </a:cubicBezTo>
                  <a:cubicBezTo>
                    <a:pt x="-60" y="38464"/>
                    <a:pt x="79" y="36917"/>
                    <a:pt x="435" y="35413"/>
                  </a:cubicBezTo>
                  <a:cubicBezTo>
                    <a:pt x="602" y="33250"/>
                    <a:pt x="1160" y="31136"/>
                    <a:pt x="2081" y="29172"/>
                  </a:cubicBezTo>
                  <a:cubicBezTo>
                    <a:pt x="3001" y="26810"/>
                    <a:pt x="4429" y="24680"/>
                    <a:pt x="6264" y="22932"/>
                  </a:cubicBezTo>
                  <a:cubicBezTo>
                    <a:pt x="8733" y="20873"/>
                    <a:pt x="11682" y="19228"/>
                    <a:pt x="14151" y="17513"/>
                  </a:cubicBezTo>
                  <a:cubicBezTo>
                    <a:pt x="17923" y="15456"/>
                    <a:pt x="21009" y="13399"/>
                    <a:pt x="24987" y="11273"/>
                  </a:cubicBezTo>
                  <a:cubicBezTo>
                    <a:pt x="28422" y="9654"/>
                    <a:pt x="31765" y="7845"/>
                    <a:pt x="34999" y="5855"/>
                  </a:cubicBezTo>
                  <a:cubicBezTo>
                    <a:pt x="37497" y="4109"/>
                    <a:pt x="40135" y="2572"/>
                    <a:pt x="42886" y="1260"/>
                  </a:cubicBezTo>
                  <a:cubicBezTo>
                    <a:pt x="43994" y="486"/>
                    <a:pt x="45306" y="56"/>
                    <a:pt x="46658" y="26"/>
                  </a:cubicBezTo>
                  <a:cubicBezTo>
                    <a:pt x="47689" y="-93"/>
                    <a:pt x="48726" y="203"/>
                    <a:pt x="49538" y="849"/>
                  </a:cubicBezTo>
                  <a:cubicBezTo>
                    <a:pt x="50438" y="1336"/>
                    <a:pt x="51177" y="2075"/>
                    <a:pt x="51664" y="2975"/>
                  </a:cubicBezTo>
                  <a:cubicBezTo>
                    <a:pt x="51982" y="4112"/>
                    <a:pt x="52121" y="5292"/>
                    <a:pt x="52076" y="6472"/>
                  </a:cubicBezTo>
                  <a:close/>
                </a:path>
              </a:pathLst>
            </a:custGeom>
            <a:solidFill>
              <a:srgbClr val="00663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03649BC-1406-85E0-5AFB-9EB0AB0B4C53}"/>
                </a:ext>
              </a:extLst>
            </p:cNvPr>
            <p:cNvSpPr/>
            <p:nvPr/>
          </p:nvSpPr>
          <p:spPr>
            <a:xfrm>
              <a:off x="5338651" y="4924386"/>
              <a:ext cx="257723" cy="159105"/>
            </a:xfrm>
            <a:custGeom>
              <a:avLst/>
              <a:gdLst>
                <a:gd name="connsiteX0" fmla="*/ 257724 w 257723"/>
                <a:gd name="connsiteY0" fmla="*/ 0 h 159105"/>
                <a:gd name="connsiteX1" fmla="*/ 257724 w 257723"/>
                <a:gd name="connsiteY1" fmla="*/ 10013 h 159105"/>
                <a:gd name="connsiteX2" fmla="*/ 0 w 257723"/>
                <a:gd name="connsiteY2" fmla="*/ 159106 h 159105"/>
                <a:gd name="connsiteX3" fmla="*/ 0 w 257723"/>
                <a:gd name="connsiteY3" fmla="*/ 148681 h 159105"/>
                <a:gd name="connsiteX4" fmla="*/ 72489 w 257723"/>
                <a:gd name="connsiteY4" fmla="*/ 106642 h 159105"/>
                <a:gd name="connsiteX5" fmla="*/ 77427 w 257723"/>
                <a:gd name="connsiteY5" fmla="*/ 104104 h 159105"/>
                <a:gd name="connsiteX6" fmla="*/ 88674 w 257723"/>
                <a:gd name="connsiteY6" fmla="*/ 97246 h 159105"/>
                <a:gd name="connsiteX7" fmla="*/ 107465 w 257723"/>
                <a:gd name="connsiteY7" fmla="*/ 86411 h 159105"/>
                <a:gd name="connsiteX8" fmla="*/ 130371 w 257723"/>
                <a:gd name="connsiteY8" fmla="*/ 73107 h 159105"/>
                <a:gd name="connsiteX9" fmla="*/ 153688 w 257723"/>
                <a:gd name="connsiteY9" fmla="*/ 59802 h 159105"/>
                <a:gd name="connsiteX10" fmla="*/ 170284 w 257723"/>
                <a:gd name="connsiteY10" fmla="*/ 50201 h 159105"/>
                <a:gd name="connsiteX11" fmla="*/ 179886 w 257723"/>
                <a:gd name="connsiteY11" fmla="*/ 44783 h 159105"/>
                <a:gd name="connsiteX12" fmla="*/ 182354 w 257723"/>
                <a:gd name="connsiteY12" fmla="*/ 43137 h 159105"/>
                <a:gd name="connsiteX13" fmla="*/ 186538 w 257723"/>
                <a:gd name="connsiteY13" fmla="*/ 40599 h 159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7723" h="159105">
                  <a:moveTo>
                    <a:pt x="257724" y="0"/>
                  </a:moveTo>
                  <a:lnTo>
                    <a:pt x="257724" y="10013"/>
                  </a:lnTo>
                  <a:lnTo>
                    <a:pt x="0" y="159106"/>
                  </a:lnTo>
                  <a:lnTo>
                    <a:pt x="0" y="148681"/>
                  </a:lnTo>
                  <a:lnTo>
                    <a:pt x="72489" y="106642"/>
                  </a:lnTo>
                  <a:lnTo>
                    <a:pt x="77427" y="104104"/>
                  </a:lnTo>
                  <a:cubicBezTo>
                    <a:pt x="81199" y="101636"/>
                    <a:pt x="84971" y="99510"/>
                    <a:pt x="88674" y="97246"/>
                  </a:cubicBezTo>
                  <a:cubicBezTo>
                    <a:pt x="94915" y="93475"/>
                    <a:pt x="101224" y="90388"/>
                    <a:pt x="107465" y="86411"/>
                  </a:cubicBezTo>
                  <a:cubicBezTo>
                    <a:pt x="114940" y="81816"/>
                    <a:pt x="122827" y="77701"/>
                    <a:pt x="130371" y="73107"/>
                  </a:cubicBezTo>
                  <a:cubicBezTo>
                    <a:pt x="137915" y="68511"/>
                    <a:pt x="145733" y="64328"/>
                    <a:pt x="153688" y="59802"/>
                  </a:cubicBezTo>
                  <a:cubicBezTo>
                    <a:pt x="159517" y="56442"/>
                    <a:pt x="164867" y="52944"/>
                    <a:pt x="170284" y="50201"/>
                  </a:cubicBezTo>
                  <a:lnTo>
                    <a:pt x="179886" y="44783"/>
                  </a:lnTo>
                  <a:cubicBezTo>
                    <a:pt x="180608" y="44096"/>
                    <a:pt x="181443" y="43539"/>
                    <a:pt x="182354" y="43137"/>
                  </a:cubicBezTo>
                  <a:cubicBezTo>
                    <a:pt x="183657" y="42314"/>
                    <a:pt x="185303" y="41423"/>
                    <a:pt x="186538" y="40599"/>
                  </a:cubicBezTo>
                  <a:close/>
                </a:path>
              </a:pathLst>
            </a:custGeom>
            <a:solidFill>
              <a:srgbClr val="BDCA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925DDCD-A65B-38A0-644A-531D03BDB049}"/>
                </a:ext>
              </a:extLst>
            </p:cNvPr>
            <p:cNvSpPr/>
            <p:nvPr/>
          </p:nvSpPr>
          <p:spPr>
            <a:xfrm>
              <a:off x="5311202" y="4908454"/>
              <a:ext cx="218187" cy="126092"/>
            </a:xfrm>
            <a:custGeom>
              <a:avLst/>
              <a:gdLst>
                <a:gd name="connsiteX0" fmla="*/ 217758 w 218187"/>
                <a:gd name="connsiteY0" fmla="*/ 46794 h 126092"/>
                <a:gd name="connsiteX1" fmla="*/ 218169 w 218187"/>
                <a:gd name="connsiteY1" fmla="*/ 50908 h 126092"/>
                <a:gd name="connsiteX2" fmla="*/ 216523 w 218187"/>
                <a:gd name="connsiteY2" fmla="*/ 54269 h 126092"/>
                <a:gd name="connsiteX3" fmla="*/ 213986 w 218187"/>
                <a:gd name="connsiteY3" fmla="*/ 56738 h 126092"/>
                <a:gd name="connsiteX4" fmla="*/ 209803 w 218187"/>
                <a:gd name="connsiteY4" fmla="*/ 59275 h 126092"/>
                <a:gd name="connsiteX5" fmla="*/ 207334 w 218187"/>
                <a:gd name="connsiteY5" fmla="*/ 60921 h 126092"/>
                <a:gd name="connsiteX6" fmla="*/ 197732 w 218187"/>
                <a:gd name="connsiteY6" fmla="*/ 66339 h 126092"/>
                <a:gd name="connsiteX7" fmla="*/ 181136 w 218187"/>
                <a:gd name="connsiteY7" fmla="*/ 75940 h 126092"/>
                <a:gd name="connsiteX8" fmla="*/ 157819 w 218187"/>
                <a:gd name="connsiteY8" fmla="*/ 89245 h 126092"/>
                <a:gd name="connsiteX9" fmla="*/ 134913 w 218187"/>
                <a:gd name="connsiteY9" fmla="*/ 102549 h 126092"/>
                <a:gd name="connsiteX10" fmla="*/ 116122 w 218187"/>
                <a:gd name="connsiteY10" fmla="*/ 113385 h 126092"/>
                <a:gd name="connsiteX11" fmla="*/ 104875 w 218187"/>
                <a:gd name="connsiteY11" fmla="*/ 120243 h 126092"/>
                <a:gd name="connsiteX12" fmla="*/ 99937 w 218187"/>
                <a:gd name="connsiteY12" fmla="*/ 122781 h 126092"/>
                <a:gd name="connsiteX13" fmla="*/ 95343 w 218187"/>
                <a:gd name="connsiteY13" fmla="*/ 124838 h 126092"/>
                <a:gd name="connsiteX14" fmla="*/ 87387 w 218187"/>
                <a:gd name="connsiteY14" fmla="*/ 126072 h 126092"/>
                <a:gd name="connsiteX15" fmla="*/ 79501 w 218187"/>
                <a:gd name="connsiteY15" fmla="*/ 125661 h 126092"/>
                <a:gd name="connsiteX16" fmla="*/ 72025 w 218187"/>
                <a:gd name="connsiteY16" fmla="*/ 122781 h 126092"/>
                <a:gd name="connsiteX17" fmla="*/ 65167 w 218187"/>
                <a:gd name="connsiteY17" fmla="*/ 119009 h 126092"/>
                <a:gd name="connsiteX18" fmla="*/ 48914 w 218187"/>
                <a:gd name="connsiteY18" fmla="*/ 109407 h 126092"/>
                <a:gd name="connsiteX19" fmla="*/ 30603 w 218187"/>
                <a:gd name="connsiteY19" fmla="*/ 98572 h 126092"/>
                <a:gd name="connsiteX20" fmla="*/ 16407 w 218187"/>
                <a:gd name="connsiteY20" fmla="*/ 90685 h 126092"/>
                <a:gd name="connsiteX21" fmla="*/ 6463 w 218187"/>
                <a:gd name="connsiteY21" fmla="*/ 84856 h 126092"/>
                <a:gd name="connsiteX22" fmla="*/ 634 w 218187"/>
                <a:gd name="connsiteY22" fmla="*/ 79027 h 126092"/>
                <a:gd name="connsiteX23" fmla="*/ 154 w 218187"/>
                <a:gd name="connsiteY23" fmla="*/ 75255 h 126092"/>
                <a:gd name="connsiteX24" fmla="*/ 1868 w 218187"/>
                <a:gd name="connsiteY24" fmla="*/ 71552 h 126092"/>
                <a:gd name="connsiteX25" fmla="*/ 8109 w 218187"/>
                <a:gd name="connsiteY25" fmla="*/ 66957 h 126092"/>
                <a:gd name="connsiteX26" fmla="*/ 18533 w 218187"/>
                <a:gd name="connsiteY26" fmla="*/ 61127 h 126092"/>
                <a:gd name="connsiteX27" fmla="*/ 37255 w 218187"/>
                <a:gd name="connsiteY27" fmla="*/ 50291 h 126092"/>
                <a:gd name="connsiteX28" fmla="*/ 60161 w 218187"/>
                <a:gd name="connsiteY28" fmla="*/ 36987 h 126092"/>
                <a:gd name="connsiteX29" fmla="*/ 83478 w 218187"/>
                <a:gd name="connsiteY29" fmla="*/ 23682 h 126092"/>
                <a:gd name="connsiteX30" fmla="*/ 101789 w 218187"/>
                <a:gd name="connsiteY30" fmla="*/ 12847 h 126092"/>
                <a:gd name="connsiteX31" fmla="*/ 113448 w 218187"/>
                <a:gd name="connsiteY31" fmla="*/ 5989 h 126092"/>
                <a:gd name="connsiteX32" fmla="*/ 123049 w 218187"/>
                <a:gd name="connsiteY32" fmla="*/ 1394 h 126092"/>
                <a:gd name="connsiteX33" fmla="*/ 130936 w 218187"/>
                <a:gd name="connsiteY33" fmla="*/ 159 h 126092"/>
                <a:gd name="connsiteX34" fmla="*/ 138823 w 218187"/>
                <a:gd name="connsiteY34" fmla="*/ 571 h 126092"/>
                <a:gd name="connsiteX35" fmla="*/ 153430 w 218187"/>
                <a:gd name="connsiteY35" fmla="*/ 7429 h 126092"/>
                <a:gd name="connsiteX36" fmla="*/ 169203 w 218187"/>
                <a:gd name="connsiteY36" fmla="*/ 16962 h 126092"/>
                <a:gd name="connsiteX37" fmla="*/ 187994 w 218187"/>
                <a:gd name="connsiteY37" fmla="*/ 27386 h 126092"/>
                <a:gd name="connsiteX38" fmla="*/ 201710 w 218187"/>
                <a:gd name="connsiteY38" fmla="*/ 35752 h 126092"/>
                <a:gd name="connsiteX39" fmla="*/ 212135 w 218187"/>
                <a:gd name="connsiteY39" fmla="*/ 41582 h 126092"/>
                <a:gd name="connsiteX40" fmla="*/ 217758 w 218187"/>
                <a:gd name="connsiteY40" fmla="*/ 46794 h 126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18187" h="126092">
                  <a:moveTo>
                    <a:pt x="217758" y="46794"/>
                  </a:moveTo>
                  <a:cubicBezTo>
                    <a:pt x="218102" y="48137"/>
                    <a:pt x="218241" y="49524"/>
                    <a:pt x="218169" y="50908"/>
                  </a:cubicBezTo>
                  <a:cubicBezTo>
                    <a:pt x="217875" y="52136"/>
                    <a:pt x="217313" y="53283"/>
                    <a:pt x="216523" y="54269"/>
                  </a:cubicBezTo>
                  <a:lnTo>
                    <a:pt x="213986" y="56738"/>
                  </a:lnTo>
                  <a:cubicBezTo>
                    <a:pt x="212752" y="57561"/>
                    <a:pt x="211106" y="58452"/>
                    <a:pt x="209803" y="59275"/>
                  </a:cubicBezTo>
                  <a:cubicBezTo>
                    <a:pt x="208891" y="59678"/>
                    <a:pt x="208055" y="60234"/>
                    <a:pt x="207334" y="60921"/>
                  </a:cubicBezTo>
                  <a:lnTo>
                    <a:pt x="197732" y="66339"/>
                  </a:lnTo>
                  <a:cubicBezTo>
                    <a:pt x="192315" y="69220"/>
                    <a:pt x="186965" y="72580"/>
                    <a:pt x="181136" y="75940"/>
                  </a:cubicBezTo>
                  <a:cubicBezTo>
                    <a:pt x="173181" y="80467"/>
                    <a:pt x="165706" y="84650"/>
                    <a:pt x="157819" y="89245"/>
                  </a:cubicBezTo>
                  <a:cubicBezTo>
                    <a:pt x="149932" y="93840"/>
                    <a:pt x="142388" y="97955"/>
                    <a:pt x="134913" y="102549"/>
                  </a:cubicBezTo>
                  <a:cubicBezTo>
                    <a:pt x="128672" y="106321"/>
                    <a:pt x="122363" y="109407"/>
                    <a:pt x="116122" y="113385"/>
                  </a:cubicBezTo>
                  <a:cubicBezTo>
                    <a:pt x="112419" y="115442"/>
                    <a:pt x="108647" y="117568"/>
                    <a:pt x="104875" y="120243"/>
                  </a:cubicBezTo>
                  <a:lnTo>
                    <a:pt x="99937" y="122781"/>
                  </a:lnTo>
                  <a:cubicBezTo>
                    <a:pt x="98520" y="123698"/>
                    <a:pt x="96970" y="124392"/>
                    <a:pt x="95343" y="124838"/>
                  </a:cubicBezTo>
                  <a:cubicBezTo>
                    <a:pt x="92768" y="125648"/>
                    <a:pt x="90086" y="126065"/>
                    <a:pt x="87387" y="126072"/>
                  </a:cubicBezTo>
                  <a:cubicBezTo>
                    <a:pt x="84752" y="126149"/>
                    <a:pt x="82114" y="126012"/>
                    <a:pt x="79501" y="125661"/>
                  </a:cubicBezTo>
                  <a:cubicBezTo>
                    <a:pt x="76943" y="124881"/>
                    <a:pt x="74445" y="123919"/>
                    <a:pt x="72025" y="122781"/>
                  </a:cubicBezTo>
                  <a:cubicBezTo>
                    <a:pt x="69488" y="121477"/>
                    <a:pt x="67019" y="120243"/>
                    <a:pt x="65167" y="119009"/>
                  </a:cubicBezTo>
                  <a:cubicBezTo>
                    <a:pt x="59750" y="115648"/>
                    <a:pt x="54332" y="112151"/>
                    <a:pt x="48914" y="109407"/>
                  </a:cubicBezTo>
                  <a:cubicBezTo>
                    <a:pt x="43496" y="106664"/>
                    <a:pt x="36844" y="102549"/>
                    <a:pt x="30603" y="98572"/>
                  </a:cubicBezTo>
                  <a:cubicBezTo>
                    <a:pt x="26008" y="96103"/>
                    <a:pt x="21002" y="93154"/>
                    <a:pt x="16407" y="90685"/>
                  </a:cubicBezTo>
                  <a:cubicBezTo>
                    <a:pt x="12920" y="89053"/>
                    <a:pt x="9591" y="87101"/>
                    <a:pt x="6463" y="84856"/>
                  </a:cubicBezTo>
                  <a:cubicBezTo>
                    <a:pt x="3852" y="83721"/>
                    <a:pt x="1769" y="81638"/>
                    <a:pt x="634" y="79027"/>
                  </a:cubicBezTo>
                  <a:cubicBezTo>
                    <a:pt x="11" y="77873"/>
                    <a:pt x="-160" y="76528"/>
                    <a:pt x="154" y="75255"/>
                  </a:cubicBezTo>
                  <a:cubicBezTo>
                    <a:pt x="374" y="73887"/>
                    <a:pt x="967" y="72605"/>
                    <a:pt x="1868" y="71552"/>
                  </a:cubicBezTo>
                  <a:cubicBezTo>
                    <a:pt x="3549" y="69541"/>
                    <a:pt x="5690" y="67966"/>
                    <a:pt x="8109" y="66957"/>
                  </a:cubicBezTo>
                  <a:cubicBezTo>
                    <a:pt x="11812" y="64899"/>
                    <a:pt x="14967" y="62773"/>
                    <a:pt x="18533" y="61127"/>
                  </a:cubicBezTo>
                  <a:cubicBezTo>
                    <a:pt x="24774" y="57355"/>
                    <a:pt x="31015" y="53652"/>
                    <a:pt x="37255" y="50291"/>
                  </a:cubicBezTo>
                  <a:cubicBezTo>
                    <a:pt x="44731" y="45697"/>
                    <a:pt x="52617" y="41170"/>
                    <a:pt x="60161" y="36987"/>
                  </a:cubicBezTo>
                  <a:cubicBezTo>
                    <a:pt x="67705" y="32804"/>
                    <a:pt x="75523" y="28209"/>
                    <a:pt x="83478" y="23682"/>
                  </a:cubicBezTo>
                  <a:cubicBezTo>
                    <a:pt x="89308" y="19911"/>
                    <a:pt x="95548" y="16824"/>
                    <a:pt x="101789" y="12847"/>
                  </a:cubicBezTo>
                  <a:cubicBezTo>
                    <a:pt x="105561" y="10721"/>
                    <a:pt x="109264" y="8663"/>
                    <a:pt x="113448" y="5989"/>
                  </a:cubicBezTo>
                  <a:cubicBezTo>
                    <a:pt x="116413" y="4008"/>
                    <a:pt x="119647" y="2461"/>
                    <a:pt x="123049" y="1394"/>
                  </a:cubicBezTo>
                  <a:cubicBezTo>
                    <a:pt x="125591" y="546"/>
                    <a:pt x="128257" y="129"/>
                    <a:pt x="130936" y="159"/>
                  </a:cubicBezTo>
                  <a:cubicBezTo>
                    <a:pt x="133569" y="-149"/>
                    <a:pt x="136236" y="-10"/>
                    <a:pt x="138823" y="571"/>
                  </a:cubicBezTo>
                  <a:cubicBezTo>
                    <a:pt x="144032" y="2050"/>
                    <a:pt x="148966" y="4366"/>
                    <a:pt x="153430" y="7429"/>
                  </a:cubicBezTo>
                  <a:cubicBezTo>
                    <a:pt x="158848" y="10721"/>
                    <a:pt x="164265" y="13670"/>
                    <a:pt x="169203" y="16962"/>
                  </a:cubicBezTo>
                  <a:cubicBezTo>
                    <a:pt x="175513" y="20322"/>
                    <a:pt x="181753" y="23820"/>
                    <a:pt x="187994" y="27386"/>
                  </a:cubicBezTo>
                  <a:cubicBezTo>
                    <a:pt x="192520" y="30335"/>
                    <a:pt x="197116" y="33215"/>
                    <a:pt x="201710" y="35752"/>
                  </a:cubicBezTo>
                  <a:cubicBezTo>
                    <a:pt x="205367" y="37351"/>
                    <a:pt x="208858" y="39303"/>
                    <a:pt x="212135" y="41582"/>
                  </a:cubicBezTo>
                  <a:cubicBezTo>
                    <a:pt x="214452" y="42770"/>
                    <a:pt x="216397" y="44574"/>
                    <a:pt x="217758" y="46794"/>
                  </a:cubicBezTo>
                  <a:close/>
                </a:path>
              </a:pathLst>
            </a:custGeom>
            <a:solidFill>
              <a:srgbClr val="CBD1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5D059DF-3228-2904-8C2F-69BD4070594D}"/>
                </a:ext>
              </a:extLst>
            </p:cNvPr>
            <p:cNvSpPr/>
            <p:nvPr/>
          </p:nvSpPr>
          <p:spPr>
            <a:xfrm>
              <a:off x="5310327" y="4524016"/>
              <a:ext cx="173644" cy="111991"/>
            </a:xfrm>
            <a:custGeom>
              <a:avLst/>
              <a:gdLst>
                <a:gd name="connsiteX0" fmla="*/ 173645 w 173644"/>
                <a:gd name="connsiteY0" fmla="*/ 88537 h 111991"/>
                <a:gd name="connsiteX1" fmla="*/ 173645 w 173644"/>
                <a:gd name="connsiteY1" fmla="*/ 111991 h 111991"/>
                <a:gd name="connsiteX2" fmla="*/ 0 w 173644"/>
                <a:gd name="connsiteY2" fmla="*/ 11659 h 111991"/>
                <a:gd name="connsiteX3" fmla="*/ 20026 w 173644"/>
                <a:gd name="connsiteY3" fmla="*/ 0 h 111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644" h="111991">
                  <a:moveTo>
                    <a:pt x="173645" y="88537"/>
                  </a:moveTo>
                  <a:lnTo>
                    <a:pt x="173645" y="111991"/>
                  </a:lnTo>
                  <a:lnTo>
                    <a:pt x="0" y="11659"/>
                  </a:lnTo>
                  <a:cubicBezTo>
                    <a:pt x="6858" y="7887"/>
                    <a:pt x="13716" y="4115"/>
                    <a:pt x="20026" y="0"/>
                  </a:cubicBez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995C803-1E8C-4EEF-B76E-8FD8122DAC95}"/>
                </a:ext>
              </a:extLst>
            </p:cNvPr>
            <p:cNvSpPr/>
            <p:nvPr/>
          </p:nvSpPr>
          <p:spPr>
            <a:xfrm>
              <a:off x="5290371" y="5175869"/>
              <a:ext cx="161163" cy="119946"/>
            </a:xfrm>
            <a:custGeom>
              <a:avLst/>
              <a:gdLst>
                <a:gd name="connsiteX0" fmla="*/ 161163 w 161163"/>
                <a:gd name="connsiteY0" fmla="*/ 10424 h 119946"/>
                <a:gd name="connsiteX1" fmla="*/ 161163 w 161163"/>
                <a:gd name="connsiteY1" fmla="*/ 26678 h 119946"/>
                <a:gd name="connsiteX2" fmla="*/ 0 w 161163"/>
                <a:gd name="connsiteY2" fmla="*/ 119947 h 119946"/>
                <a:gd name="connsiteX3" fmla="*/ 0 w 161163"/>
                <a:gd name="connsiteY3" fmla="*/ 93269 h 119946"/>
                <a:gd name="connsiteX4" fmla="*/ 161163 w 161163"/>
                <a:gd name="connsiteY4" fmla="*/ 0 h 11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163" h="119946">
                  <a:moveTo>
                    <a:pt x="161163" y="10424"/>
                  </a:moveTo>
                  <a:lnTo>
                    <a:pt x="161163" y="26678"/>
                  </a:lnTo>
                  <a:cubicBezTo>
                    <a:pt x="107396" y="57882"/>
                    <a:pt x="53698" y="88400"/>
                    <a:pt x="0" y="119947"/>
                  </a:cubicBezTo>
                  <a:lnTo>
                    <a:pt x="0" y="93269"/>
                  </a:lnTo>
                  <a:cubicBezTo>
                    <a:pt x="53698" y="62065"/>
                    <a:pt x="107396" y="31547"/>
                    <a:pt x="161163" y="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6A69757-B989-5F81-0A1A-211371808136}"/>
                </a:ext>
              </a:extLst>
            </p:cNvPr>
            <p:cNvSpPr/>
            <p:nvPr/>
          </p:nvSpPr>
          <p:spPr>
            <a:xfrm>
              <a:off x="5324923" y="5073068"/>
              <a:ext cx="13727" cy="23728"/>
            </a:xfrm>
            <a:custGeom>
              <a:avLst/>
              <a:gdLst>
                <a:gd name="connsiteX0" fmla="*/ 13728 w 13727"/>
                <a:gd name="connsiteY0" fmla="*/ 0 h 23728"/>
                <a:gd name="connsiteX1" fmla="*/ 13728 w 13727"/>
                <a:gd name="connsiteY1" fmla="*/ 10424 h 23728"/>
                <a:gd name="connsiteX2" fmla="*/ 12082 w 13727"/>
                <a:gd name="connsiteY2" fmla="*/ 11247 h 23728"/>
                <a:gd name="connsiteX3" fmla="*/ 10024 w 13727"/>
                <a:gd name="connsiteY3" fmla="*/ 12893 h 23728"/>
                <a:gd name="connsiteX4" fmla="*/ 7899 w 13727"/>
                <a:gd name="connsiteY4" fmla="*/ 14539 h 23728"/>
                <a:gd name="connsiteX5" fmla="*/ 5841 w 13727"/>
                <a:gd name="connsiteY5" fmla="*/ 16253 h 23728"/>
                <a:gd name="connsiteX6" fmla="*/ 5018 w 13727"/>
                <a:gd name="connsiteY6" fmla="*/ 17488 h 23728"/>
                <a:gd name="connsiteX7" fmla="*/ 3715 w 13727"/>
                <a:gd name="connsiteY7" fmla="*/ 18723 h 23728"/>
                <a:gd name="connsiteX8" fmla="*/ 2892 w 13727"/>
                <a:gd name="connsiteY8" fmla="*/ 19957 h 23728"/>
                <a:gd name="connsiteX9" fmla="*/ 2069 w 13727"/>
                <a:gd name="connsiteY9" fmla="*/ 21191 h 23728"/>
                <a:gd name="connsiteX10" fmla="*/ 1658 w 13727"/>
                <a:gd name="connsiteY10" fmla="*/ 22494 h 23728"/>
                <a:gd name="connsiteX11" fmla="*/ 1246 w 13727"/>
                <a:gd name="connsiteY11" fmla="*/ 23729 h 23728"/>
                <a:gd name="connsiteX12" fmla="*/ 835 w 13727"/>
                <a:gd name="connsiteY12" fmla="*/ 23317 h 23728"/>
                <a:gd name="connsiteX13" fmla="*/ 423 w 13727"/>
                <a:gd name="connsiteY13" fmla="*/ 22494 h 23728"/>
                <a:gd name="connsiteX14" fmla="*/ 423 w 13727"/>
                <a:gd name="connsiteY14" fmla="*/ 20780 h 23728"/>
                <a:gd name="connsiteX15" fmla="*/ 12 w 13727"/>
                <a:gd name="connsiteY15" fmla="*/ 19546 h 23728"/>
                <a:gd name="connsiteX16" fmla="*/ 12 w 13727"/>
                <a:gd name="connsiteY16" fmla="*/ 17488 h 23728"/>
                <a:gd name="connsiteX17" fmla="*/ 423 w 13727"/>
                <a:gd name="connsiteY17" fmla="*/ 16253 h 23728"/>
                <a:gd name="connsiteX18" fmla="*/ 835 w 13727"/>
                <a:gd name="connsiteY18" fmla="*/ 14950 h 23728"/>
                <a:gd name="connsiteX19" fmla="*/ 1246 w 13727"/>
                <a:gd name="connsiteY19" fmla="*/ 13305 h 23728"/>
                <a:gd name="connsiteX20" fmla="*/ 1657 w 13727"/>
                <a:gd name="connsiteY20" fmla="*/ 12070 h 23728"/>
                <a:gd name="connsiteX21" fmla="*/ 2069 w 13727"/>
                <a:gd name="connsiteY21" fmla="*/ 10836 h 23728"/>
                <a:gd name="connsiteX22" fmla="*/ 2892 w 13727"/>
                <a:gd name="connsiteY22" fmla="*/ 9533 h 23728"/>
                <a:gd name="connsiteX23" fmla="*/ 3715 w 13727"/>
                <a:gd name="connsiteY23" fmla="*/ 8298 h 23728"/>
                <a:gd name="connsiteX24" fmla="*/ 5018 w 13727"/>
                <a:gd name="connsiteY24" fmla="*/ 7064 h 23728"/>
                <a:gd name="connsiteX25" fmla="*/ 5841 w 13727"/>
                <a:gd name="connsiteY25" fmla="*/ 5830 h 23728"/>
                <a:gd name="connsiteX26" fmla="*/ 7899 w 13727"/>
                <a:gd name="connsiteY26" fmla="*/ 4115 h 23728"/>
                <a:gd name="connsiteX27" fmla="*/ 10024 w 13727"/>
                <a:gd name="connsiteY27" fmla="*/ 2469 h 23728"/>
                <a:gd name="connsiteX28" fmla="*/ 12082 w 13727"/>
                <a:gd name="connsiteY28" fmla="*/ 823 h 23728"/>
                <a:gd name="connsiteX29" fmla="*/ 13728 w 13727"/>
                <a:gd name="connsiteY29" fmla="*/ 0 h 2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727" h="23728">
                  <a:moveTo>
                    <a:pt x="13728" y="0"/>
                  </a:moveTo>
                  <a:lnTo>
                    <a:pt x="13728" y="10424"/>
                  </a:lnTo>
                  <a:cubicBezTo>
                    <a:pt x="12905" y="10836"/>
                    <a:pt x="12493" y="10836"/>
                    <a:pt x="12082" y="11247"/>
                  </a:cubicBezTo>
                  <a:cubicBezTo>
                    <a:pt x="11319" y="11692"/>
                    <a:pt x="10626" y="12246"/>
                    <a:pt x="10024" y="12893"/>
                  </a:cubicBezTo>
                  <a:cubicBezTo>
                    <a:pt x="9146" y="13178"/>
                    <a:pt x="8395" y="13760"/>
                    <a:pt x="7899" y="14539"/>
                  </a:cubicBezTo>
                  <a:cubicBezTo>
                    <a:pt x="7076" y="14950"/>
                    <a:pt x="6664" y="15774"/>
                    <a:pt x="5841" y="16253"/>
                  </a:cubicBezTo>
                  <a:cubicBezTo>
                    <a:pt x="5018" y="16734"/>
                    <a:pt x="5018" y="17076"/>
                    <a:pt x="5018" y="17488"/>
                  </a:cubicBezTo>
                  <a:lnTo>
                    <a:pt x="3715" y="18723"/>
                  </a:lnTo>
                  <a:cubicBezTo>
                    <a:pt x="3715" y="19134"/>
                    <a:pt x="3304" y="19546"/>
                    <a:pt x="2892" y="19957"/>
                  </a:cubicBezTo>
                  <a:cubicBezTo>
                    <a:pt x="2481" y="20368"/>
                    <a:pt x="2481" y="20780"/>
                    <a:pt x="2069" y="21191"/>
                  </a:cubicBezTo>
                  <a:cubicBezTo>
                    <a:pt x="1658" y="21603"/>
                    <a:pt x="1658" y="22083"/>
                    <a:pt x="1658" y="22494"/>
                  </a:cubicBezTo>
                  <a:cubicBezTo>
                    <a:pt x="1341" y="22823"/>
                    <a:pt x="1190" y="23276"/>
                    <a:pt x="1246" y="23729"/>
                  </a:cubicBezTo>
                  <a:lnTo>
                    <a:pt x="835" y="23317"/>
                  </a:lnTo>
                  <a:cubicBezTo>
                    <a:pt x="835" y="22906"/>
                    <a:pt x="835" y="22906"/>
                    <a:pt x="423" y="22494"/>
                  </a:cubicBezTo>
                  <a:lnTo>
                    <a:pt x="423" y="20780"/>
                  </a:lnTo>
                  <a:cubicBezTo>
                    <a:pt x="106" y="20452"/>
                    <a:pt x="-45" y="19998"/>
                    <a:pt x="12" y="19546"/>
                  </a:cubicBezTo>
                  <a:lnTo>
                    <a:pt x="12" y="17488"/>
                  </a:lnTo>
                  <a:cubicBezTo>
                    <a:pt x="12" y="17076"/>
                    <a:pt x="423" y="16665"/>
                    <a:pt x="423" y="16253"/>
                  </a:cubicBezTo>
                  <a:cubicBezTo>
                    <a:pt x="355" y="15779"/>
                    <a:pt x="507" y="15300"/>
                    <a:pt x="835" y="14950"/>
                  </a:cubicBezTo>
                  <a:cubicBezTo>
                    <a:pt x="835" y="14127"/>
                    <a:pt x="835" y="13716"/>
                    <a:pt x="1246" y="13305"/>
                  </a:cubicBezTo>
                  <a:cubicBezTo>
                    <a:pt x="1190" y="12852"/>
                    <a:pt x="1341" y="12398"/>
                    <a:pt x="1657" y="12070"/>
                  </a:cubicBezTo>
                  <a:cubicBezTo>
                    <a:pt x="1658" y="11659"/>
                    <a:pt x="2069" y="11247"/>
                    <a:pt x="2069" y="10836"/>
                  </a:cubicBezTo>
                  <a:cubicBezTo>
                    <a:pt x="2483" y="10507"/>
                    <a:pt x="2773" y="10048"/>
                    <a:pt x="2892" y="9533"/>
                  </a:cubicBezTo>
                  <a:cubicBezTo>
                    <a:pt x="3304" y="9121"/>
                    <a:pt x="3715" y="8710"/>
                    <a:pt x="3715" y="8298"/>
                  </a:cubicBezTo>
                  <a:lnTo>
                    <a:pt x="5018" y="7064"/>
                  </a:lnTo>
                  <a:cubicBezTo>
                    <a:pt x="5018" y="6652"/>
                    <a:pt x="5430" y="6241"/>
                    <a:pt x="5841" y="5830"/>
                  </a:cubicBezTo>
                  <a:cubicBezTo>
                    <a:pt x="6253" y="5418"/>
                    <a:pt x="7076" y="4595"/>
                    <a:pt x="7899" y="4115"/>
                  </a:cubicBezTo>
                  <a:cubicBezTo>
                    <a:pt x="8511" y="3452"/>
                    <a:pt x="9230" y="2897"/>
                    <a:pt x="10024" y="2469"/>
                  </a:cubicBezTo>
                  <a:cubicBezTo>
                    <a:pt x="10436" y="2058"/>
                    <a:pt x="11259" y="1646"/>
                    <a:pt x="12082" y="823"/>
                  </a:cubicBezTo>
                  <a:cubicBezTo>
                    <a:pt x="12905" y="0"/>
                    <a:pt x="12905" y="411"/>
                    <a:pt x="13728" y="0"/>
                  </a:cubicBezTo>
                  <a:close/>
                </a:path>
              </a:pathLst>
            </a:custGeom>
            <a:solidFill>
              <a:srgbClr val="BDCA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5F22688-81E3-9C08-0EEE-9307B13B71D6}"/>
                </a:ext>
              </a:extLst>
            </p:cNvPr>
            <p:cNvSpPr/>
            <p:nvPr/>
          </p:nvSpPr>
          <p:spPr>
            <a:xfrm>
              <a:off x="4836097" y="5007094"/>
              <a:ext cx="454273" cy="288722"/>
            </a:xfrm>
            <a:custGeom>
              <a:avLst/>
              <a:gdLst>
                <a:gd name="connsiteX0" fmla="*/ 454274 w 454273"/>
                <a:gd name="connsiteY0" fmla="*/ 262044 h 288722"/>
                <a:gd name="connsiteX1" fmla="*/ 454274 w 454273"/>
                <a:gd name="connsiteY1" fmla="*/ 288722 h 288722"/>
                <a:gd name="connsiteX2" fmla="*/ 0 w 454273"/>
                <a:gd name="connsiteY2" fmla="*/ 26678 h 288722"/>
                <a:gd name="connsiteX3" fmla="*/ 0 w 454273"/>
                <a:gd name="connsiteY3" fmla="*/ 0 h 28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4273" h="288722">
                  <a:moveTo>
                    <a:pt x="454274" y="262044"/>
                  </a:moveTo>
                  <a:lnTo>
                    <a:pt x="454274" y="288722"/>
                  </a:lnTo>
                  <a:lnTo>
                    <a:pt x="0" y="26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DF32614-C4A6-E5AF-48DC-8B535E71B7AF}"/>
                </a:ext>
              </a:extLst>
            </p:cNvPr>
            <p:cNvSpPr/>
            <p:nvPr/>
          </p:nvSpPr>
          <p:spPr>
            <a:xfrm>
              <a:off x="4865449" y="4039362"/>
              <a:ext cx="374378" cy="273992"/>
            </a:xfrm>
            <a:custGeom>
              <a:avLst/>
              <a:gdLst>
                <a:gd name="connsiteX0" fmla="*/ 374378 w 374378"/>
                <a:gd name="connsiteY0" fmla="*/ 0 h 273992"/>
                <a:gd name="connsiteX1" fmla="*/ 356479 w 374378"/>
                <a:gd name="connsiteY1" fmla="*/ 58293 h 273992"/>
                <a:gd name="connsiteX2" fmla="*/ 355999 w 374378"/>
                <a:gd name="connsiteY2" fmla="*/ 59939 h 273992"/>
                <a:gd name="connsiteX3" fmla="*/ 355176 w 374378"/>
                <a:gd name="connsiteY3" fmla="*/ 61996 h 273992"/>
                <a:gd name="connsiteX4" fmla="*/ 354353 w 374378"/>
                <a:gd name="connsiteY4" fmla="*/ 64122 h 273992"/>
                <a:gd name="connsiteX5" fmla="*/ 353530 w 374378"/>
                <a:gd name="connsiteY5" fmla="*/ 66180 h 273992"/>
                <a:gd name="connsiteX6" fmla="*/ 352707 w 374378"/>
                <a:gd name="connsiteY6" fmla="*/ 68237 h 273992"/>
                <a:gd name="connsiteX7" fmla="*/ 351884 w 374378"/>
                <a:gd name="connsiteY7" fmla="*/ 70363 h 273992"/>
                <a:gd name="connsiteX8" fmla="*/ 351061 w 374378"/>
                <a:gd name="connsiteY8" fmla="*/ 72420 h 273992"/>
                <a:gd name="connsiteX9" fmla="*/ 349758 w 374378"/>
                <a:gd name="connsiteY9" fmla="*/ 74958 h 273992"/>
                <a:gd name="connsiteX10" fmla="*/ 348935 w 374378"/>
                <a:gd name="connsiteY10" fmla="*/ 77015 h 273992"/>
                <a:gd name="connsiteX11" fmla="*/ 347701 w 374378"/>
                <a:gd name="connsiteY11" fmla="*/ 79073 h 273992"/>
                <a:gd name="connsiteX12" fmla="*/ 346466 w 374378"/>
                <a:gd name="connsiteY12" fmla="*/ 80787 h 273992"/>
                <a:gd name="connsiteX13" fmla="*/ 345232 w 374378"/>
                <a:gd name="connsiteY13" fmla="*/ 82845 h 273992"/>
                <a:gd name="connsiteX14" fmla="*/ 344340 w 374378"/>
                <a:gd name="connsiteY14" fmla="*/ 84902 h 273992"/>
                <a:gd name="connsiteX15" fmla="*/ 342694 w 374378"/>
                <a:gd name="connsiteY15" fmla="*/ 87028 h 273992"/>
                <a:gd name="connsiteX16" fmla="*/ 341048 w 374378"/>
                <a:gd name="connsiteY16" fmla="*/ 89908 h 273992"/>
                <a:gd name="connsiteX17" fmla="*/ 338991 w 374378"/>
                <a:gd name="connsiteY17" fmla="*/ 92857 h 273992"/>
                <a:gd name="connsiteX18" fmla="*/ 336865 w 374378"/>
                <a:gd name="connsiteY18" fmla="*/ 95326 h 273992"/>
                <a:gd name="connsiteX19" fmla="*/ 334396 w 374378"/>
                <a:gd name="connsiteY19" fmla="*/ 98275 h 273992"/>
                <a:gd name="connsiteX20" fmla="*/ 332270 w 374378"/>
                <a:gd name="connsiteY20" fmla="*/ 100744 h 273992"/>
                <a:gd name="connsiteX21" fmla="*/ 330213 w 374378"/>
                <a:gd name="connsiteY21" fmla="*/ 103213 h 273992"/>
                <a:gd name="connsiteX22" fmla="*/ 327744 w 374378"/>
                <a:gd name="connsiteY22" fmla="*/ 105339 h 273992"/>
                <a:gd name="connsiteX23" fmla="*/ 325206 w 374378"/>
                <a:gd name="connsiteY23" fmla="*/ 107808 h 273992"/>
                <a:gd name="connsiteX24" fmla="*/ 321914 w 374378"/>
                <a:gd name="connsiteY24" fmla="*/ 110756 h 273992"/>
                <a:gd name="connsiteX25" fmla="*/ 318143 w 374378"/>
                <a:gd name="connsiteY25" fmla="*/ 113637 h 273992"/>
                <a:gd name="connsiteX26" fmla="*/ 312313 w 374378"/>
                <a:gd name="connsiteY26" fmla="*/ 116997 h 273992"/>
                <a:gd name="connsiteX27" fmla="*/ 52464 w 374378"/>
                <a:gd name="connsiteY27" fmla="*/ 267325 h 273992"/>
                <a:gd name="connsiteX28" fmla="*/ 52052 w 374378"/>
                <a:gd name="connsiteY28" fmla="*/ 267325 h 273992"/>
                <a:gd name="connsiteX29" fmla="*/ 48349 w 374378"/>
                <a:gd name="connsiteY29" fmla="*/ 269382 h 273992"/>
                <a:gd name="connsiteX30" fmla="*/ 44988 w 374378"/>
                <a:gd name="connsiteY30" fmla="*/ 271028 h 273992"/>
                <a:gd name="connsiteX31" fmla="*/ 42519 w 374378"/>
                <a:gd name="connsiteY31" fmla="*/ 271851 h 273992"/>
                <a:gd name="connsiteX32" fmla="*/ 39982 w 374378"/>
                <a:gd name="connsiteY32" fmla="*/ 272743 h 273992"/>
                <a:gd name="connsiteX33" fmla="*/ 37513 w 374378"/>
                <a:gd name="connsiteY33" fmla="*/ 273154 h 273992"/>
                <a:gd name="connsiteX34" fmla="*/ 34976 w 374378"/>
                <a:gd name="connsiteY34" fmla="*/ 273566 h 273992"/>
                <a:gd name="connsiteX35" fmla="*/ 32918 w 374378"/>
                <a:gd name="connsiteY35" fmla="*/ 273566 h 273992"/>
                <a:gd name="connsiteX36" fmla="*/ 30450 w 374378"/>
                <a:gd name="connsiteY36" fmla="*/ 273977 h 273992"/>
                <a:gd name="connsiteX37" fmla="*/ 28324 w 374378"/>
                <a:gd name="connsiteY37" fmla="*/ 273566 h 273992"/>
                <a:gd name="connsiteX38" fmla="*/ 27912 w 374378"/>
                <a:gd name="connsiteY38" fmla="*/ 273566 h 273992"/>
                <a:gd name="connsiteX39" fmla="*/ 27912 w 374378"/>
                <a:gd name="connsiteY39" fmla="*/ 273154 h 273992"/>
                <a:gd name="connsiteX40" fmla="*/ 27500 w 374378"/>
                <a:gd name="connsiteY40" fmla="*/ 273154 h 273992"/>
                <a:gd name="connsiteX41" fmla="*/ 26678 w 374378"/>
                <a:gd name="connsiteY41" fmla="*/ 271851 h 273992"/>
                <a:gd name="connsiteX42" fmla="*/ 26266 w 374378"/>
                <a:gd name="connsiteY42" fmla="*/ 270617 h 273992"/>
                <a:gd name="connsiteX43" fmla="*/ 25855 w 374378"/>
                <a:gd name="connsiteY43" fmla="*/ 270205 h 273992"/>
                <a:gd name="connsiteX44" fmla="*/ 25443 w 374378"/>
                <a:gd name="connsiteY44" fmla="*/ 269382 h 273992"/>
                <a:gd name="connsiteX45" fmla="*/ 25443 w 374378"/>
                <a:gd name="connsiteY45" fmla="*/ 268971 h 273992"/>
                <a:gd name="connsiteX46" fmla="*/ 25032 w 374378"/>
                <a:gd name="connsiteY46" fmla="*/ 268559 h 273992"/>
                <a:gd name="connsiteX47" fmla="*/ 25032 w 374378"/>
                <a:gd name="connsiteY47" fmla="*/ 268148 h 273992"/>
                <a:gd name="connsiteX48" fmla="*/ 24620 w 374378"/>
                <a:gd name="connsiteY48" fmla="*/ 267736 h 273992"/>
                <a:gd name="connsiteX49" fmla="*/ 24620 w 374378"/>
                <a:gd name="connsiteY49" fmla="*/ 267462 h 273992"/>
                <a:gd name="connsiteX50" fmla="*/ 17076 w 374378"/>
                <a:gd name="connsiteY50" fmla="*/ 251620 h 273992"/>
                <a:gd name="connsiteX51" fmla="*/ 0 w 374378"/>
                <a:gd name="connsiteY51" fmla="*/ 216233 h 273992"/>
                <a:gd name="connsiteX52" fmla="*/ 175290 w 374378"/>
                <a:gd name="connsiteY52" fmla="*/ 115009 h 273992"/>
                <a:gd name="connsiteX53" fmla="*/ 374378 w 374378"/>
                <a:gd name="connsiteY53" fmla="*/ 0 h 273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74378" h="273992">
                  <a:moveTo>
                    <a:pt x="374378" y="0"/>
                  </a:moveTo>
                  <a:cubicBezTo>
                    <a:pt x="368549" y="19545"/>
                    <a:pt x="362308" y="38679"/>
                    <a:pt x="356479" y="58293"/>
                  </a:cubicBezTo>
                  <a:cubicBezTo>
                    <a:pt x="356479" y="58704"/>
                    <a:pt x="355999" y="59527"/>
                    <a:pt x="355999" y="59939"/>
                  </a:cubicBezTo>
                  <a:cubicBezTo>
                    <a:pt x="355999" y="60350"/>
                    <a:pt x="355587" y="61173"/>
                    <a:pt x="355176" y="61996"/>
                  </a:cubicBezTo>
                  <a:cubicBezTo>
                    <a:pt x="355022" y="62746"/>
                    <a:pt x="354744" y="63465"/>
                    <a:pt x="354353" y="64122"/>
                  </a:cubicBezTo>
                  <a:cubicBezTo>
                    <a:pt x="354353" y="64945"/>
                    <a:pt x="353941" y="65357"/>
                    <a:pt x="353530" y="66180"/>
                  </a:cubicBezTo>
                  <a:cubicBezTo>
                    <a:pt x="353513" y="66943"/>
                    <a:pt x="353221" y="67673"/>
                    <a:pt x="352707" y="68237"/>
                  </a:cubicBezTo>
                  <a:cubicBezTo>
                    <a:pt x="352707" y="69024"/>
                    <a:pt x="352414" y="69782"/>
                    <a:pt x="351884" y="70363"/>
                  </a:cubicBezTo>
                  <a:cubicBezTo>
                    <a:pt x="351473" y="71186"/>
                    <a:pt x="351473" y="72009"/>
                    <a:pt x="351061" y="72420"/>
                  </a:cubicBezTo>
                  <a:cubicBezTo>
                    <a:pt x="350650" y="72832"/>
                    <a:pt x="350169" y="74066"/>
                    <a:pt x="349758" y="74958"/>
                  </a:cubicBezTo>
                  <a:cubicBezTo>
                    <a:pt x="349347" y="75849"/>
                    <a:pt x="349347" y="76192"/>
                    <a:pt x="348935" y="77015"/>
                  </a:cubicBezTo>
                  <a:cubicBezTo>
                    <a:pt x="348433" y="77643"/>
                    <a:pt x="348018" y="78335"/>
                    <a:pt x="347701" y="79073"/>
                  </a:cubicBezTo>
                  <a:cubicBezTo>
                    <a:pt x="347289" y="79484"/>
                    <a:pt x="346878" y="80376"/>
                    <a:pt x="346466" y="80787"/>
                  </a:cubicBezTo>
                  <a:cubicBezTo>
                    <a:pt x="346148" y="81525"/>
                    <a:pt x="345733" y="82217"/>
                    <a:pt x="345232" y="82845"/>
                  </a:cubicBezTo>
                  <a:cubicBezTo>
                    <a:pt x="345232" y="83668"/>
                    <a:pt x="344340" y="84491"/>
                    <a:pt x="344340" y="84902"/>
                  </a:cubicBezTo>
                  <a:cubicBezTo>
                    <a:pt x="344340" y="85314"/>
                    <a:pt x="343106" y="86205"/>
                    <a:pt x="342694" y="87028"/>
                  </a:cubicBezTo>
                  <a:cubicBezTo>
                    <a:pt x="342283" y="87851"/>
                    <a:pt x="341460" y="89085"/>
                    <a:pt x="341048" y="89908"/>
                  </a:cubicBezTo>
                  <a:cubicBezTo>
                    <a:pt x="340112" y="90691"/>
                    <a:pt x="339402" y="91709"/>
                    <a:pt x="338991" y="92857"/>
                  </a:cubicBezTo>
                  <a:cubicBezTo>
                    <a:pt x="338149" y="93555"/>
                    <a:pt x="337430" y="94390"/>
                    <a:pt x="336865" y="95326"/>
                  </a:cubicBezTo>
                  <a:cubicBezTo>
                    <a:pt x="336042" y="96149"/>
                    <a:pt x="335219" y="97384"/>
                    <a:pt x="334396" y="98275"/>
                  </a:cubicBezTo>
                  <a:cubicBezTo>
                    <a:pt x="333831" y="99212"/>
                    <a:pt x="333112" y="100046"/>
                    <a:pt x="332270" y="100744"/>
                  </a:cubicBezTo>
                  <a:cubicBezTo>
                    <a:pt x="331466" y="101461"/>
                    <a:pt x="330773" y="102293"/>
                    <a:pt x="330213" y="103213"/>
                  </a:cubicBezTo>
                  <a:cubicBezTo>
                    <a:pt x="329390" y="104104"/>
                    <a:pt x="328567" y="104516"/>
                    <a:pt x="327744" y="105339"/>
                  </a:cubicBezTo>
                  <a:lnTo>
                    <a:pt x="325206" y="107808"/>
                  </a:lnTo>
                  <a:cubicBezTo>
                    <a:pt x="324020" y="108686"/>
                    <a:pt x="322917" y="109673"/>
                    <a:pt x="321914" y="110756"/>
                  </a:cubicBezTo>
                  <a:cubicBezTo>
                    <a:pt x="320612" y="111580"/>
                    <a:pt x="319377" y="112814"/>
                    <a:pt x="318143" y="113637"/>
                  </a:cubicBezTo>
                  <a:cubicBezTo>
                    <a:pt x="316292" y="114910"/>
                    <a:pt x="314342" y="116033"/>
                    <a:pt x="312313" y="116997"/>
                  </a:cubicBezTo>
                  <a:cubicBezTo>
                    <a:pt x="225697" y="166924"/>
                    <a:pt x="139080" y="217330"/>
                    <a:pt x="52464" y="267325"/>
                  </a:cubicBezTo>
                  <a:lnTo>
                    <a:pt x="52052" y="267325"/>
                  </a:lnTo>
                  <a:cubicBezTo>
                    <a:pt x="50818" y="268148"/>
                    <a:pt x="49583" y="268559"/>
                    <a:pt x="48349" y="269382"/>
                  </a:cubicBezTo>
                  <a:cubicBezTo>
                    <a:pt x="47114" y="270205"/>
                    <a:pt x="46223" y="270617"/>
                    <a:pt x="44988" y="271028"/>
                  </a:cubicBezTo>
                  <a:cubicBezTo>
                    <a:pt x="43754" y="271440"/>
                    <a:pt x="43342" y="271440"/>
                    <a:pt x="42519" y="271851"/>
                  </a:cubicBezTo>
                  <a:cubicBezTo>
                    <a:pt x="41697" y="272263"/>
                    <a:pt x="40805" y="272263"/>
                    <a:pt x="39982" y="272743"/>
                  </a:cubicBezTo>
                  <a:cubicBezTo>
                    <a:pt x="39159" y="273223"/>
                    <a:pt x="38336" y="273154"/>
                    <a:pt x="37513" y="273154"/>
                  </a:cubicBezTo>
                  <a:cubicBezTo>
                    <a:pt x="36690" y="273154"/>
                    <a:pt x="35867" y="273566"/>
                    <a:pt x="34976" y="273566"/>
                  </a:cubicBezTo>
                  <a:lnTo>
                    <a:pt x="32918" y="273566"/>
                  </a:lnTo>
                  <a:cubicBezTo>
                    <a:pt x="32141" y="273901"/>
                    <a:pt x="31294" y="274042"/>
                    <a:pt x="30450" y="273977"/>
                  </a:cubicBezTo>
                  <a:cubicBezTo>
                    <a:pt x="29749" y="273801"/>
                    <a:pt x="29039" y="273664"/>
                    <a:pt x="28324" y="273566"/>
                  </a:cubicBezTo>
                  <a:lnTo>
                    <a:pt x="27912" y="273566"/>
                  </a:lnTo>
                  <a:lnTo>
                    <a:pt x="27912" y="273154"/>
                  </a:lnTo>
                  <a:lnTo>
                    <a:pt x="27500" y="273154"/>
                  </a:lnTo>
                  <a:cubicBezTo>
                    <a:pt x="27382" y="272639"/>
                    <a:pt x="27091" y="272180"/>
                    <a:pt x="26678" y="271851"/>
                  </a:cubicBezTo>
                  <a:cubicBezTo>
                    <a:pt x="26678" y="271440"/>
                    <a:pt x="26266" y="271028"/>
                    <a:pt x="26266" y="270617"/>
                  </a:cubicBezTo>
                  <a:lnTo>
                    <a:pt x="25855" y="270205"/>
                  </a:lnTo>
                  <a:cubicBezTo>
                    <a:pt x="25822" y="269890"/>
                    <a:pt x="25676" y="269598"/>
                    <a:pt x="25443" y="269382"/>
                  </a:cubicBezTo>
                  <a:lnTo>
                    <a:pt x="25443" y="268971"/>
                  </a:lnTo>
                  <a:lnTo>
                    <a:pt x="25032" y="268559"/>
                  </a:lnTo>
                  <a:lnTo>
                    <a:pt x="25032" y="268148"/>
                  </a:lnTo>
                  <a:lnTo>
                    <a:pt x="24620" y="267736"/>
                  </a:lnTo>
                  <a:lnTo>
                    <a:pt x="24620" y="267462"/>
                  </a:lnTo>
                  <a:cubicBezTo>
                    <a:pt x="22083" y="262044"/>
                    <a:pt x="19614" y="257038"/>
                    <a:pt x="17076" y="251620"/>
                  </a:cubicBezTo>
                  <a:cubicBezTo>
                    <a:pt x="11247" y="239961"/>
                    <a:pt x="5829" y="227891"/>
                    <a:pt x="0" y="216233"/>
                  </a:cubicBezTo>
                  <a:cubicBezTo>
                    <a:pt x="58704" y="182491"/>
                    <a:pt x="117135" y="148750"/>
                    <a:pt x="175290" y="115009"/>
                  </a:cubicBezTo>
                  <a:cubicBezTo>
                    <a:pt x="241950" y="76672"/>
                    <a:pt x="308130" y="38336"/>
                    <a:pt x="374378" y="0"/>
                  </a:cubicBezTo>
                  <a:close/>
                </a:path>
              </a:pathLst>
            </a:custGeom>
            <a:solidFill>
              <a:srgbClr val="B8C8D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1799F74E-684D-379A-B275-6CA35477DF48}"/>
                </a:ext>
              </a:extLst>
            </p:cNvPr>
            <p:cNvSpPr/>
            <p:nvPr/>
          </p:nvSpPr>
          <p:spPr>
            <a:xfrm>
              <a:off x="4894184" y="4156290"/>
              <a:ext cx="300860" cy="166443"/>
            </a:xfrm>
            <a:custGeom>
              <a:avLst/>
              <a:gdLst>
                <a:gd name="connsiteX0" fmla="*/ 300860 w 300860"/>
                <a:gd name="connsiteY0" fmla="*/ 9876 h 166443"/>
                <a:gd name="connsiteX1" fmla="*/ 236738 w 300860"/>
                <a:gd name="connsiteY1" fmla="*/ 46978 h 166443"/>
                <a:gd name="connsiteX2" fmla="*/ 229880 w 300860"/>
                <a:gd name="connsiteY2" fmla="*/ 51092 h 166443"/>
                <a:gd name="connsiteX3" fmla="*/ 216576 w 300860"/>
                <a:gd name="connsiteY3" fmla="*/ 58636 h 166443"/>
                <a:gd name="connsiteX4" fmla="*/ 177416 w 300860"/>
                <a:gd name="connsiteY4" fmla="*/ 81542 h 166443"/>
                <a:gd name="connsiteX5" fmla="*/ 166581 w 300860"/>
                <a:gd name="connsiteY5" fmla="*/ 87782 h 166443"/>
                <a:gd name="connsiteX6" fmla="*/ 153688 w 300860"/>
                <a:gd name="connsiteY6" fmla="*/ 95258 h 166443"/>
                <a:gd name="connsiteX7" fmla="*/ 136200 w 300860"/>
                <a:gd name="connsiteY7" fmla="*/ 105271 h 166443"/>
                <a:gd name="connsiteX8" fmla="*/ 134142 w 300860"/>
                <a:gd name="connsiteY8" fmla="*/ 106505 h 166443"/>
                <a:gd name="connsiteX9" fmla="*/ 131673 w 300860"/>
                <a:gd name="connsiteY9" fmla="*/ 107739 h 166443"/>
                <a:gd name="connsiteX10" fmla="*/ 122484 w 300860"/>
                <a:gd name="connsiteY10" fmla="*/ 113157 h 166443"/>
                <a:gd name="connsiteX11" fmla="*/ 107876 w 300860"/>
                <a:gd name="connsiteY11" fmla="*/ 121867 h 166443"/>
                <a:gd name="connsiteX12" fmla="*/ 85862 w 300860"/>
                <a:gd name="connsiteY12" fmla="*/ 134417 h 166443"/>
                <a:gd name="connsiteX13" fmla="*/ 85451 w 300860"/>
                <a:gd name="connsiteY13" fmla="*/ 134417 h 166443"/>
                <a:gd name="connsiteX14" fmla="*/ 63368 w 300860"/>
                <a:gd name="connsiteY14" fmla="*/ 147310 h 166443"/>
                <a:gd name="connsiteX15" fmla="*/ 54590 w 300860"/>
                <a:gd name="connsiteY15" fmla="*/ 152316 h 166443"/>
                <a:gd name="connsiteX16" fmla="*/ 51298 w 300860"/>
                <a:gd name="connsiteY16" fmla="*/ 154374 h 166443"/>
                <a:gd name="connsiteX17" fmla="*/ 42931 w 300860"/>
                <a:gd name="connsiteY17" fmla="*/ 158968 h 166443"/>
                <a:gd name="connsiteX18" fmla="*/ 41285 w 300860"/>
                <a:gd name="connsiteY18" fmla="*/ 159791 h 166443"/>
                <a:gd name="connsiteX19" fmla="*/ 41285 w 300860"/>
                <a:gd name="connsiteY19" fmla="*/ 160203 h 166443"/>
                <a:gd name="connsiteX20" fmla="*/ 37513 w 300860"/>
                <a:gd name="connsiteY20" fmla="*/ 162261 h 166443"/>
                <a:gd name="connsiteX21" fmla="*/ 36142 w 300860"/>
                <a:gd name="connsiteY21" fmla="*/ 162261 h 166443"/>
                <a:gd name="connsiteX22" fmla="*/ 34496 w 300860"/>
                <a:gd name="connsiteY22" fmla="*/ 163152 h 166443"/>
                <a:gd name="connsiteX23" fmla="*/ 33261 w 300860"/>
                <a:gd name="connsiteY23" fmla="*/ 163564 h 166443"/>
                <a:gd name="connsiteX24" fmla="*/ 32438 w 300860"/>
                <a:gd name="connsiteY24" fmla="*/ 163975 h 166443"/>
                <a:gd name="connsiteX25" fmla="*/ 30724 w 300860"/>
                <a:gd name="connsiteY25" fmla="*/ 164386 h 166443"/>
                <a:gd name="connsiteX26" fmla="*/ 30724 w 300860"/>
                <a:gd name="connsiteY26" fmla="*/ 164798 h 166443"/>
                <a:gd name="connsiteX27" fmla="*/ 28255 w 300860"/>
                <a:gd name="connsiteY27" fmla="*/ 165209 h 166443"/>
                <a:gd name="connsiteX28" fmla="*/ 27021 w 300860"/>
                <a:gd name="connsiteY28" fmla="*/ 165621 h 166443"/>
                <a:gd name="connsiteX29" fmla="*/ 26197 w 300860"/>
                <a:gd name="connsiteY29" fmla="*/ 165621 h 166443"/>
                <a:gd name="connsiteX30" fmla="*/ 25718 w 300860"/>
                <a:gd name="connsiteY30" fmla="*/ 166032 h 166443"/>
                <a:gd name="connsiteX31" fmla="*/ 24071 w 300860"/>
                <a:gd name="connsiteY31" fmla="*/ 166032 h 166443"/>
                <a:gd name="connsiteX32" fmla="*/ 23660 w 300860"/>
                <a:gd name="connsiteY32" fmla="*/ 166444 h 166443"/>
                <a:gd name="connsiteX33" fmla="*/ 15568 w 300860"/>
                <a:gd name="connsiteY33" fmla="*/ 166444 h 166443"/>
                <a:gd name="connsiteX34" fmla="*/ 15156 w 300860"/>
                <a:gd name="connsiteY34" fmla="*/ 166032 h 166443"/>
                <a:gd name="connsiteX35" fmla="*/ 13442 w 300860"/>
                <a:gd name="connsiteY35" fmla="*/ 166032 h 166443"/>
                <a:gd name="connsiteX36" fmla="*/ 12207 w 300860"/>
                <a:gd name="connsiteY36" fmla="*/ 165621 h 166443"/>
                <a:gd name="connsiteX37" fmla="*/ 10973 w 300860"/>
                <a:gd name="connsiteY37" fmla="*/ 165209 h 166443"/>
                <a:gd name="connsiteX38" fmla="*/ 9327 w 300860"/>
                <a:gd name="connsiteY38" fmla="*/ 164798 h 166443"/>
                <a:gd name="connsiteX39" fmla="*/ 9327 w 300860"/>
                <a:gd name="connsiteY39" fmla="*/ 164249 h 166443"/>
                <a:gd name="connsiteX40" fmla="*/ 8710 w 300860"/>
                <a:gd name="connsiteY40" fmla="*/ 164249 h 166443"/>
                <a:gd name="connsiteX41" fmla="*/ 8298 w 300860"/>
                <a:gd name="connsiteY41" fmla="*/ 163838 h 166443"/>
                <a:gd name="connsiteX42" fmla="*/ 7475 w 300860"/>
                <a:gd name="connsiteY42" fmla="*/ 163426 h 166443"/>
                <a:gd name="connsiteX43" fmla="*/ 7064 w 300860"/>
                <a:gd name="connsiteY43" fmla="*/ 163426 h 166443"/>
                <a:gd name="connsiteX44" fmla="*/ 6652 w 300860"/>
                <a:gd name="connsiteY44" fmla="*/ 163015 h 166443"/>
                <a:gd name="connsiteX45" fmla="*/ 6241 w 300860"/>
                <a:gd name="connsiteY45" fmla="*/ 162535 h 166443"/>
                <a:gd name="connsiteX46" fmla="*/ 5418 w 300860"/>
                <a:gd name="connsiteY46" fmla="*/ 162123 h 166443"/>
                <a:gd name="connsiteX47" fmla="*/ 5006 w 300860"/>
                <a:gd name="connsiteY47" fmla="*/ 161712 h 166443"/>
                <a:gd name="connsiteX48" fmla="*/ 4183 w 300860"/>
                <a:gd name="connsiteY48" fmla="*/ 161300 h 166443"/>
                <a:gd name="connsiteX49" fmla="*/ 4183 w 300860"/>
                <a:gd name="connsiteY49" fmla="*/ 160889 h 166443"/>
                <a:gd name="connsiteX50" fmla="*/ 3772 w 300860"/>
                <a:gd name="connsiteY50" fmla="*/ 160889 h 166443"/>
                <a:gd name="connsiteX51" fmla="*/ 3360 w 300860"/>
                <a:gd name="connsiteY51" fmla="*/ 160889 h 166443"/>
                <a:gd name="connsiteX52" fmla="*/ 3360 w 300860"/>
                <a:gd name="connsiteY52" fmla="*/ 160477 h 166443"/>
                <a:gd name="connsiteX53" fmla="*/ 2880 w 300860"/>
                <a:gd name="connsiteY53" fmla="*/ 160066 h 166443"/>
                <a:gd name="connsiteX54" fmla="*/ 2057 w 300860"/>
                <a:gd name="connsiteY54" fmla="*/ 159243 h 166443"/>
                <a:gd name="connsiteX55" fmla="*/ 823 w 300860"/>
                <a:gd name="connsiteY55" fmla="*/ 158009 h 166443"/>
                <a:gd name="connsiteX56" fmla="*/ 411 w 300860"/>
                <a:gd name="connsiteY56" fmla="*/ 157597 h 166443"/>
                <a:gd name="connsiteX57" fmla="*/ 411 w 300860"/>
                <a:gd name="connsiteY57" fmla="*/ 157391 h 166443"/>
                <a:gd name="connsiteX58" fmla="*/ 0 w 300860"/>
                <a:gd name="connsiteY58" fmla="*/ 157391 h 166443"/>
                <a:gd name="connsiteX59" fmla="*/ 0 w 300860"/>
                <a:gd name="connsiteY59" fmla="*/ 156500 h 166443"/>
                <a:gd name="connsiteX60" fmla="*/ 2057 w 300860"/>
                <a:gd name="connsiteY60" fmla="*/ 156911 h 166443"/>
                <a:gd name="connsiteX61" fmla="*/ 4595 w 300860"/>
                <a:gd name="connsiteY61" fmla="*/ 156500 h 166443"/>
                <a:gd name="connsiteX62" fmla="*/ 6652 w 300860"/>
                <a:gd name="connsiteY62" fmla="*/ 156500 h 166443"/>
                <a:gd name="connsiteX63" fmla="*/ 9121 w 300860"/>
                <a:gd name="connsiteY63" fmla="*/ 156088 h 166443"/>
                <a:gd name="connsiteX64" fmla="*/ 11658 w 300860"/>
                <a:gd name="connsiteY64" fmla="*/ 155677 h 166443"/>
                <a:gd name="connsiteX65" fmla="*/ 14127 w 300860"/>
                <a:gd name="connsiteY65" fmla="*/ 154854 h 166443"/>
                <a:gd name="connsiteX66" fmla="*/ 16665 w 300860"/>
                <a:gd name="connsiteY66" fmla="*/ 154031 h 166443"/>
                <a:gd name="connsiteX67" fmla="*/ 19957 w 300860"/>
                <a:gd name="connsiteY67" fmla="*/ 152385 h 166443"/>
                <a:gd name="connsiteX68" fmla="*/ 23729 w 300860"/>
                <a:gd name="connsiteY68" fmla="*/ 150259 h 166443"/>
                <a:gd name="connsiteX69" fmla="*/ 24140 w 300860"/>
                <a:gd name="connsiteY69" fmla="*/ 150259 h 166443"/>
                <a:gd name="connsiteX70" fmla="*/ 283990 w 300860"/>
                <a:gd name="connsiteY70" fmla="*/ 0 h 166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00860" h="166443">
                  <a:moveTo>
                    <a:pt x="300860" y="9876"/>
                  </a:moveTo>
                  <a:lnTo>
                    <a:pt x="236738" y="46978"/>
                  </a:lnTo>
                  <a:lnTo>
                    <a:pt x="229880" y="51092"/>
                  </a:lnTo>
                  <a:lnTo>
                    <a:pt x="216576" y="58636"/>
                  </a:lnTo>
                  <a:lnTo>
                    <a:pt x="177416" y="81542"/>
                  </a:lnTo>
                  <a:lnTo>
                    <a:pt x="166581" y="87782"/>
                  </a:lnTo>
                  <a:lnTo>
                    <a:pt x="153688" y="95258"/>
                  </a:lnTo>
                  <a:lnTo>
                    <a:pt x="136200" y="105271"/>
                  </a:lnTo>
                  <a:cubicBezTo>
                    <a:pt x="135377" y="105682"/>
                    <a:pt x="134965" y="106093"/>
                    <a:pt x="134142" y="106505"/>
                  </a:cubicBezTo>
                  <a:lnTo>
                    <a:pt x="131673" y="107739"/>
                  </a:lnTo>
                  <a:lnTo>
                    <a:pt x="122484" y="113157"/>
                  </a:lnTo>
                  <a:cubicBezTo>
                    <a:pt x="117477" y="116037"/>
                    <a:pt x="112883" y="118575"/>
                    <a:pt x="107876" y="121867"/>
                  </a:cubicBezTo>
                  <a:lnTo>
                    <a:pt x="85862" y="134417"/>
                  </a:lnTo>
                  <a:lnTo>
                    <a:pt x="85451" y="134417"/>
                  </a:lnTo>
                  <a:lnTo>
                    <a:pt x="63368" y="147310"/>
                  </a:lnTo>
                  <a:lnTo>
                    <a:pt x="54590" y="152316"/>
                  </a:lnTo>
                  <a:lnTo>
                    <a:pt x="51298" y="154374"/>
                  </a:lnTo>
                  <a:cubicBezTo>
                    <a:pt x="48424" y="155746"/>
                    <a:pt x="45631" y="157280"/>
                    <a:pt x="42931" y="158968"/>
                  </a:cubicBezTo>
                  <a:cubicBezTo>
                    <a:pt x="42536" y="159478"/>
                    <a:pt x="41930" y="159781"/>
                    <a:pt x="41285" y="159791"/>
                  </a:cubicBezTo>
                  <a:lnTo>
                    <a:pt x="41285" y="160203"/>
                  </a:lnTo>
                  <a:cubicBezTo>
                    <a:pt x="40051" y="161026"/>
                    <a:pt x="38816" y="161438"/>
                    <a:pt x="37513" y="162261"/>
                  </a:cubicBezTo>
                  <a:lnTo>
                    <a:pt x="36142" y="162261"/>
                  </a:lnTo>
                  <a:cubicBezTo>
                    <a:pt x="35730" y="162672"/>
                    <a:pt x="34907" y="162672"/>
                    <a:pt x="34496" y="163152"/>
                  </a:cubicBezTo>
                  <a:cubicBezTo>
                    <a:pt x="34084" y="163632"/>
                    <a:pt x="33673" y="163564"/>
                    <a:pt x="33261" y="163564"/>
                  </a:cubicBezTo>
                  <a:cubicBezTo>
                    <a:pt x="32850" y="163564"/>
                    <a:pt x="32850" y="163975"/>
                    <a:pt x="32438" y="163975"/>
                  </a:cubicBezTo>
                  <a:cubicBezTo>
                    <a:pt x="32027" y="163975"/>
                    <a:pt x="31547" y="164386"/>
                    <a:pt x="30724" y="164386"/>
                  </a:cubicBezTo>
                  <a:lnTo>
                    <a:pt x="30724" y="164798"/>
                  </a:lnTo>
                  <a:cubicBezTo>
                    <a:pt x="29901" y="164798"/>
                    <a:pt x="29078" y="165209"/>
                    <a:pt x="28255" y="165209"/>
                  </a:cubicBezTo>
                  <a:cubicBezTo>
                    <a:pt x="27927" y="165526"/>
                    <a:pt x="27473" y="165677"/>
                    <a:pt x="27021" y="165621"/>
                  </a:cubicBezTo>
                  <a:lnTo>
                    <a:pt x="26197" y="165621"/>
                  </a:lnTo>
                  <a:cubicBezTo>
                    <a:pt x="26197" y="166032"/>
                    <a:pt x="25718" y="166032"/>
                    <a:pt x="25718" y="166032"/>
                  </a:cubicBezTo>
                  <a:lnTo>
                    <a:pt x="24071" y="166032"/>
                  </a:lnTo>
                  <a:lnTo>
                    <a:pt x="23660" y="166444"/>
                  </a:lnTo>
                  <a:lnTo>
                    <a:pt x="15568" y="166444"/>
                  </a:lnTo>
                  <a:lnTo>
                    <a:pt x="15156" y="166032"/>
                  </a:lnTo>
                  <a:lnTo>
                    <a:pt x="13442" y="166032"/>
                  </a:lnTo>
                  <a:cubicBezTo>
                    <a:pt x="13030" y="166032"/>
                    <a:pt x="12619" y="165621"/>
                    <a:pt x="12207" y="165621"/>
                  </a:cubicBezTo>
                  <a:cubicBezTo>
                    <a:pt x="11796" y="165621"/>
                    <a:pt x="11384" y="165209"/>
                    <a:pt x="10973" y="165209"/>
                  </a:cubicBezTo>
                  <a:cubicBezTo>
                    <a:pt x="10561" y="165209"/>
                    <a:pt x="9738" y="164798"/>
                    <a:pt x="9327" y="164798"/>
                  </a:cubicBezTo>
                  <a:lnTo>
                    <a:pt x="9327" y="164249"/>
                  </a:lnTo>
                  <a:lnTo>
                    <a:pt x="8710" y="164249"/>
                  </a:lnTo>
                  <a:cubicBezTo>
                    <a:pt x="8710" y="164022"/>
                    <a:pt x="8525" y="163838"/>
                    <a:pt x="8298" y="163838"/>
                  </a:cubicBezTo>
                  <a:cubicBezTo>
                    <a:pt x="7887" y="163838"/>
                    <a:pt x="7887" y="163426"/>
                    <a:pt x="7475" y="163426"/>
                  </a:cubicBezTo>
                  <a:lnTo>
                    <a:pt x="7064" y="163426"/>
                  </a:lnTo>
                  <a:lnTo>
                    <a:pt x="6652" y="163015"/>
                  </a:lnTo>
                  <a:lnTo>
                    <a:pt x="6241" y="162535"/>
                  </a:lnTo>
                  <a:cubicBezTo>
                    <a:pt x="5926" y="162502"/>
                    <a:pt x="5633" y="162356"/>
                    <a:pt x="5418" y="162123"/>
                  </a:cubicBezTo>
                  <a:lnTo>
                    <a:pt x="5006" y="161712"/>
                  </a:lnTo>
                  <a:cubicBezTo>
                    <a:pt x="4694" y="161668"/>
                    <a:pt x="4405" y="161524"/>
                    <a:pt x="4183" y="161300"/>
                  </a:cubicBezTo>
                  <a:lnTo>
                    <a:pt x="4183" y="160889"/>
                  </a:lnTo>
                  <a:lnTo>
                    <a:pt x="3772" y="160889"/>
                  </a:lnTo>
                  <a:cubicBezTo>
                    <a:pt x="3772" y="160889"/>
                    <a:pt x="3360" y="161300"/>
                    <a:pt x="3360" y="160889"/>
                  </a:cubicBezTo>
                  <a:lnTo>
                    <a:pt x="3360" y="160477"/>
                  </a:lnTo>
                  <a:lnTo>
                    <a:pt x="2880" y="160066"/>
                  </a:lnTo>
                  <a:lnTo>
                    <a:pt x="2057" y="159243"/>
                  </a:lnTo>
                  <a:lnTo>
                    <a:pt x="823" y="158009"/>
                  </a:lnTo>
                  <a:cubicBezTo>
                    <a:pt x="823" y="157781"/>
                    <a:pt x="639" y="157597"/>
                    <a:pt x="411" y="157597"/>
                  </a:cubicBezTo>
                  <a:lnTo>
                    <a:pt x="411" y="157391"/>
                  </a:lnTo>
                  <a:lnTo>
                    <a:pt x="0" y="157391"/>
                  </a:lnTo>
                  <a:lnTo>
                    <a:pt x="0" y="156500"/>
                  </a:lnTo>
                  <a:cubicBezTo>
                    <a:pt x="693" y="156596"/>
                    <a:pt x="1380" y="156734"/>
                    <a:pt x="2057" y="156911"/>
                  </a:cubicBezTo>
                  <a:cubicBezTo>
                    <a:pt x="2924" y="156977"/>
                    <a:pt x="3793" y="156836"/>
                    <a:pt x="4595" y="156500"/>
                  </a:cubicBezTo>
                  <a:lnTo>
                    <a:pt x="6652" y="156500"/>
                  </a:lnTo>
                  <a:cubicBezTo>
                    <a:pt x="7475" y="156500"/>
                    <a:pt x="8298" y="156088"/>
                    <a:pt x="9121" y="156088"/>
                  </a:cubicBezTo>
                  <a:cubicBezTo>
                    <a:pt x="9944" y="156088"/>
                    <a:pt x="10836" y="155677"/>
                    <a:pt x="11658" y="155677"/>
                  </a:cubicBezTo>
                  <a:cubicBezTo>
                    <a:pt x="12481" y="155677"/>
                    <a:pt x="13305" y="155265"/>
                    <a:pt x="14127" y="154854"/>
                  </a:cubicBezTo>
                  <a:cubicBezTo>
                    <a:pt x="14950" y="154442"/>
                    <a:pt x="15842" y="154442"/>
                    <a:pt x="16665" y="154031"/>
                  </a:cubicBezTo>
                  <a:cubicBezTo>
                    <a:pt x="17488" y="153619"/>
                    <a:pt x="18722" y="152796"/>
                    <a:pt x="19957" y="152385"/>
                  </a:cubicBezTo>
                  <a:cubicBezTo>
                    <a:pt x="21191" y="151974"/>
                    <a:pt x="22494" y="151082"/>
                    <a:pt x="23729" y="150259"/>
                  </a:cubicBezTo>
                  <a:lnTo>
                    <a:pt x="24140" y="150259"/>
                  </a:lnTo>
                  <a:cubicBezTo>
                    <a:pt x="110757" y="100333"/>
                    <a:pt x="197373" y="49926"/>
                    <a:pt x="283990" y="0"/>
                  </a:cubicBezTo>
                  <a:close/>
                </a:path>
              </a:pathLst>
            </a:custGeom>
            <a:solidFill>
              <a:srgbClr val="C9D2D6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F825732-1F70-A3F3-DCEA-1C2172FB2CD4}"/>
                </a:ext>
              </a:extLst>
            </p:cNvPr>
            <p:cNvSpPr/>
            <p:nvPr/>
          </p:nvSpPr>
          <p:spPr>
            <a:xfrm>
              <a:off x="4716150" y="4986726"/>
              <a:ext cx="119946" cy="123649"/>
            </a:xfrm>
            <a:custGeom>
              <a:avLst/>
              <a:gdLst>
                <a:gd name="connsiteX0" fmla="*/ 119947 w 119946"/>
                <a:gd name="connsiteY0" fmla="*/ 47046 h 123649"/>
                <a:gd name="connsiteX1" fmla="*/ 119947 w 119946"/>
                <a:gd name="connsiteY1" fmla="*/ 54521 h 123649"/>
                <a:gd name="connsiteX2" fmla="*/ 0 w 119946"/>
                <a:gd name="connsiteY2" fmla="*/ 123650 h 123649"/>
                <a:gd name="connsiteX3" fmla="*/ 0 w 119946"/>
                <a:gd name="connsiteY3" fmla="*/ 69540 h 123649"/>
                <a:gd name="connsiteX4" fmla="*/ 119947 w 119946"/>
                <a:gd name="connsiteY4" fmla="*/ 0 h 123649"/>
                <a:gd name="connsiteX5" fmla="*/ 119947 w 119946"/>
                <a:gd name="connsiteY5" fmla="*/ 47046 h 12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9946" h="123649">
                  <a:moveTo>
                    <a:pt x="119947" y="47046"/>
                  </a:moveTo>
                  <a:lnTo>
                    <a:pt x="119947" y="54521"/>
                  </a:lnTo>
                  <a:lnTo>
                    <a:pt x="0" y="123650"/>
                  </a:lnTo>
                  <a:lnTo>
                    <a:pt x="0" y="69540"/>
                  </a:lnTo>
                  <a:lnTo>
                    <a:pt x="119947" y="0"/>
                  </a:lnTo>
                  <a:lnTo>
                    <a:pt x="119947" y="47046"/>
                  </a:ln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78EEB01-121F-6633-CCDA-53429F643FA1}"/>
                </a:ext>
              </a:extLst>
            </p:cNvPr>
            <p:cNvSpPr/>
            <p:nvPr/>
          </p:nvSpPr>
          <p:spPr>
            <a:xfrm>
              <a:off x="4353911" y="4898189"/>
              <a:ext cx="482185" cy="366834"/>
            </a:xfrm>
            <a:custGeom>
              <a:avLst/>
              <a:gdLst>
                <a:gd name="connsiteX0" fmla="*/ 482186 w 482185"/>
                <a:gd name="connsiteY0" fmla="*/ 88262 h 366834"/>
                <a:gd name="connsiteX1" fmla="*/ 362239 w 482185"/>
                <a:gd name="connsiteY1" fmla="*/ 157803 h 366834"/>
                <a:gd name="connsiteX2" fmla="*/ 0 w 482185"/>
                <a:gd name="connsiteY2" fmla="*/ 366834 h 366834"/>
                <a:gd name="connsiteX3" fmla="*/ 0 w 482185"/>
                <a:gd name="connsiteY3" fmla="*/ 189418 h 366834"/>
                <a:gd name="connsiteX4" fmla="*/ 328567 w 482185"/>
                <a:gd name="connsiteY4" fmla="*/ 0 h 366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85" h="366834">
                  <a:moveTo>
                    <a:pt x="482186" y="88262"/>
                  </a:moveTo>
                  <a:lnTo>
                    <a:pt x="362239" y="157803"/>
                  </a:lnTo>
                  <a:cubicBezTo>
                    <a:pt x="241539" y="227343"/>
                    <a:pt x="120792" y="297020"/>
                    <a:pt x="0" y="366834"/>
                  </a:cubicBezTo>
                  <a:lnTo>
                    <a:pt x="0" y="189418"/>
                  </a:lnTo>
                  <a:cubicBezTo>
                    <a:pt x="109728" y="126096"/>
                    <a:pt x="219250" y="62956"/>
                    <a:pt x="328567" y="0"/>
                  </a:cubicBezTo>
                  <a:close/>
                </a:path>
              </a:pathLst>
            </a:custGeom>
            <a:solidFill>
              <a:srgbClr val="C7CED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B36EEA2-88DF-BE19-F86D-AAE4CA943DC8}"/>
                </a:ext>
              </a:extLst>
            </p:cNvPr>
            <p:cNvSpPr/>
            <p:nvPr/>
          </p:nvSpPr>
          <p:spPr>
            <a:xfrm>
              <a:off x="3984882" y="5029451"/>
              <a:ext cx="731268" cy="496588"/>
            </a:xfrm>
            <a:custGeom>
              <a:avLst/>
              <a:gdLst>
                <a:gd name="connsiteX0" fmla="*/ 731268 w 731268"/>
                <a:gd name="connsiteY0" fmla="*/ 26540 h 496588"/>
                <a:gd name="connsiteX1" fmla="*/ 731268 w 731268"/>
                <a:gd name="connsiteY1" fmla="*/ 80650 h 496588"/>
                <a:gd name="connsiteX2" fmla="*/ 48006 w 731268"/>
                <a:gd name="connsiteY2" fmla="*/ 474985 h 496588"/>
                <a:gd name="connsiteX3" fmla="*/ 0 w 731268"/>
                <a:gd name="connsiteY3" fmla="*/ 496588 h 496588"/>
                <a:gd name="connsiteX4" fmla="*/ 0 w 731268"/>
                <a:gd name="connsiteY4" fmla="*/ 206838 h 496588"/>
                <a:gd name="connsiteX5" fmla="*/ 48006 w 731268"/>
                <a:gd name="connsiteY5" fmla="*/ 185166 h 496588"/>
                <a:gd name="connsiteX6" fmla="*/ 369029 w 731268"/>
                <a:gd name="connsiteY6" fmla="*/ 0 h 496588"/>
                <a:gd name="connsiteX7" fmla="*/ 369029 w 731268"/>
                <a:gd name="connsiteY7" fmla="*/ 235709 h 496588"/>
                <a:gd name="connsiteX8" fmla="*/ 731268 w 731268"/>
                <a:gd name="connsiteY8" fmla="*/ 26540 h 49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1268" h="496588">
                  <a:moveTo>
                    <a:pt x="731268" y="26540"/>
                  </a:moveTo>
                  <a:lnTo>
                    <a:pt x="731268" y="80650"/>
                  </a:lnTo>
                  <a:cubicBezTo>
                    <a:pt x="503537" y="212278"/>
                    <a:pt x="275783" y="343723"/>
                    <a:pt x="48006" y="474985"/>
                  </a:cubicBezTo>
                  <a:cubicBezTo>
                    <a:pt x="32745" y="483731"/>
                    <a:pt x="16667" y="490967"/>
                    <a:pt x="0" y="496588"/>
                  </a:cubicBezTo>
                  <a:lnTo>
                    <a:pt x="0" y="206838"/>
                  </a:lnTo>
                  <a:cubicBezTo>
                    <a:pt x="16669" y="201193"/>
                    <a:pt x="32748" y="193935"/>
                    <a:pt x="48006" y="185166"/>
                  </a:cubicBezTo>
                  <a:cubicBezTo>
                    <a:pt x="155082" y="123490"/>
                    <a:pt x="262090" y="61768"/>
                    <a:pt x="369029" y="0"/>
                  </a:cubicBezTo>
                  <a:lnTo>
                    <a:pt x="369029" y="235709"/>
                  </a:lnTo>
                  <a:cubicBezTo>
                    <a:pt x="489821" y="165667"/>
                    <a:pt x="610568" y="95943"/>
                    <a:pt x="731268" y="26540"/>
                  </a:cubicBezTo>
                  <a:close/>
                </a:path>
              </a:pathLst>
            </a:custGeom>
            <a:solidFill>
              <a:srgbClr val="DEE7E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ED92B44-C162-823C-3241-21682F77F373}"/>
                </a:ext>
              </a:extLst>
            </p:cNvPr>
            <p:cNvSpPr/>
            <p:nvPr/>
          </p:nvSpPr>
          <p:spPr>
            <a:xfrm>
              <a:off x="4512605" y="4641739"/>
              <a:ext cx="52004" cy="47212"/>
            </a:xfrm>
            <a:custGeom>
              <a:avLst/>
              <a:gdLst>
                <a:gd name="connsiteX0" fmla="*/ 51984 w 52004"/>
                <a:gd name="connsiteY0" fmla="*/ 6613 h 47212"/>
                <a:gd name="connsiteX1" fmla="*/ 51984 w 52004"/>
                <a:gd name="connsiteY1" fmla="*/ 11620 h 47212"/>
                <a:gd name="connsiteX2" fmla="*/ 50338 w 52004"/>
                <a:gd name="connsiteY2" fmla="*/ 17449 h 47212"/>
                <a:gd name="connsiteX3" fmla="*/ 45743 w 52004"/>
                <a:gd name="connsiteY3" fmla="*/ 24307 h 47212"/>
                <a:gd name="connsiteX4" fmla="*/ 37856 w 52004"/>
                <a:gd name="connsiteY4" fmla="*/ 29313 h 47212"/>
                <a:gd name="connsiteX5" fmla="*/ 27021 w 52004"/>
                <a:gd name="connsiteY5" fmla="*/ 35554 h 47212"/>
                <a:gd name="connsiteX6" fmla="*/ 17488 w 52004"/>
                <a:gd name="connsiteY6" fmla="*/ 40972 h 47212"/>
                <a:gd name="connsiteX7" fmla="*/ 9533 w 52004"/>
                <a:gd name="connsiteY7" fmla="*/ 45978 h 47212"/>
                <a:gd name="connsiteX8" fmla="*/ 5829 w 52004"/>
                <a:gd name="connsiteY8" fmla="*/ 47213 h 47212"/>
                <a:gd name="connsiteX9" fmla="*/ 2880 w 52004"/>
                <a:gd name="connsiteY9" fmla="*/ 46390 h 47212"/>
                <a:gd name="connsiteX10" fmla="*/ 823 w 52004"/>
                <a:gd name="connsiteY10" fmla="*/ 43852 h 47212"/>
                <a:gd name="connsiteX11" fmla="*/ 0 w 52004"/>
                <a:gd name="connsiteY11" fmla="*/ 40149 h 47212"/>
                <a:gd name="connsiteX12" fmla="*/ 0 w 52004"/>
                <a:gd name="connsiteY12" fmla="*/ 35417 h 47212"/>
                <a:gd name="connsiteX13" fmla="*/ 2057 w 52004"/>
                <a:gd name="connsiteY13" fmla="*/ 29176 h 47212"/>
                <a:gd name="connsiteX14" fmla="*/ 6241 w 52004"/>
                <a:gd name="connsiteY14" fmla="*/ 22936 h 47212"/>
                <a:gd name="connsiteX15" fmla="*/ 14127 w 52004"/>
                <a:gd name="connsiteY15" fmla="*/ 17518 h 47212"/>
                <a:gd name="connsiteX16" fmla="*/ 24963 w 52004"/>
                <a:gd name="connsiteY16" fmla="*/ 11277 h 47212"/>
                <a:gd name="connsiteX17" fmla="*/ 34496 w 52004"/>
                <a:gd name="connsiteY17" fmla="*/ 5859 h 47212"/>
                <a:gd name="connsiteX18" fmla="*/ 42451 w 52004"/>
                <a:gd name="connsiteY18" fmla="*/ 1264 h 47212"/>
                <a:gd name="connsiteX19" fmla="*/ 46154 w 52004"/>
                <a:gd name="connsiteY19" fmla="*/ 30 h 47212"/>
                <a:gd name="connsiteX20" fmla="*/ 49515 w 52004"/>
                <a:gd name="connsiteY20" fmla="*/ 441 h 47212"/>
                <a:gd name="connsiteX21" fmla="*/ 51161 w 52004"/>
                <a:gd name="connsiteY21" fmla="*/ 2910 h 47212"/>
                <a:gd name="connsiteX22" fmla="*/ 51984 w 52004"/>
                <a:gd name="connsiteY22" fmla="*/ 6613 h 47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2004" h="47212">
                  <a:moveTo>
                    <a:pt x="51984" y="6613"/>
                  </a:moveTo>
                  <a:lnTo>
                    <a:pt x="51984" y="11620"/>
                  </a:lnTo>
                  <a:cubicBezTo>
                    <a:pt x="51618" y="13610"/>
                    <a:pt x="51067" y="15562"/>
                    <a:pt x="50338" y="17449"/>
                  </a:cubicBezTo>
                  <a:cubicBezTo>
                    <a:pt x="49238" y="19997"/>
                    <a:pt x="47681" y="22321"/>
                    <a:pt x="45743" y="24307"/>
                  </a:cubicBezTo>
                  <a:cubicBezTo>
                    <a:pt x="43330" y="26294"/>
                    <a:pt x="40681" y="27975"/>
                    <a:pt x="37856" y="29313"/>
                  </a:cubicBezTo>
                  <a:cubicBezTo>
                    <a:pt x="34496" y="31371"/>
                    <a:pt x="30998" y="33497"/>
                    <a:pt x="27021" y="35554"/>
                  </a:cubicBezTo>
                  <a:cubicBezTo>
                    <a:pt x="23043" y="37612"/>
                    <a:pt x="20780" y="38846"/>
                    <a:pt x="17488" y="40972"/>
                  </a:cubicBezTo>
                  <a:cubicBezTo>
                    <a:pt x="14196" y="43098"/>
                    <a:pt x="12482" y="44264"/>
                    <a:pt x="9533" y="45978"/>
                  </a:cubicBezTo>
                  <a:lnTo>
                    <a:pt x="5829" y="47213"/>
                  </a:lnTo>
                  <a:cubicBezTo>
                    <a:pt x="4792" y="47196"/>
                    <a:pt x="3776" y="46913"/>
                    <a:pt x="2880" y="46390"/>
                  </a:cubicBezTo>
                  <a:cubicBezTo>
                    <a:pt x="2074" y="45649"/>
                    <a:pt x="1381" y="44794"/>
                    <a:pt x="823" y="43852"/>
                  </a:cubicBezTo>
                  <a:cubicBezTo>
                    <a:pt x="354" y="42669"/>
                    <a:pt x="76" y="41419"/>
                    <a:pt x="0" y="40149"/>
                  </a:cubicBezTo>
                  <a:lnTo>
                    <a:pt x="0" y="35417"/>
                  </a:lnTo>
                  <a:cubicBezTo>
                    <a:pt x="308" y="33231"/>
                    <a:pt x="1005" y="31117"/>
                    <a:pt x="2057" y="29176"/>
                  </a:cubicBezTo>
                  <a:cubicBezTo>
                    <a:pt x="2916" y="26783"/>
                    <a:pt x="4353" y="24639"/>
                    <a:pt x="6241" y="22936"/>
                  </a:cubicBezTo>
                  <a:cubicBezTo>
                    <a:pt x="8568" y="20727"/>
                    <a:pt x="11230" y="18898"/>
                    <a:pt x="14127" y="17518"/>
                  </a:cubicBezTo>
                  <a:cubicBezTo>
                    <a:pt x="17899" y="15392"/>
                    <a:pt x="20985" y="13334"/>
                    <a:pt x="24963" y="11277"/>
                  </a:cubicBezTo>
                  <a:cubicBezTo>
                    <a:pt x="28261" y="9691"/>
                    <a:pt x="31446" y="7881"/>
                    <a:pt x="34496" y="5859"/>
                  </a:cubicBezTo>
                  <a:cubicBezTo>
                    <a:pt x="37445" y="4213"/>
                    <a:pt x="39914" y="2499"/>
                    <a:pt x="42451" y="1264"/>
                  </a:cubicBezTo>
                  <a:cubicBezTo>
                    <a:pt x="43540" y="503"/>
                    <a:pt x="44826" y="74"/>
                    <a:pt x="46154" y="30"/>
                  </a:cubicBezTo>
                  <a:cubicBezTo>
                    <a:pt x="47291" y="-67"/>
                    <a:pt x="48435" y="73"/>
                    <a:pt x="49515" y="441"/>
                  </a:cubicBezTo>
                  <a:cubicBezTo>
                    <a:pt x="50202" y="1163"/>
                    <a:pt x="50759" y="1998"/>
                    <a:pt x="51161" y="2910"/>
                  </a:cubicBezTo>
                  <a:cubicBezTo>
                    <a:pt x="51800" y="4034"/>
                    <a:pt x="52087" y="5324"/>
                    <a:pt x="51984" y="6613"/>
                  </a:cubicBezTo>
                  <a:close/>
                </a:path>
              </a:pathLst>
            </a:custGeom>
            <a:solidFill>
              <a:srgbClr val="F1723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B9B3132-E59D-C58B-A531-31CEA91007AC}"/>
                </a:ext>
              </a:extLst>
            </p:cNvPr>
            <p:cNvSpPr/>
            <p:nvPr/>
          </p:nvSpPr>
          <p:spPr>
            <a:xfrm>
              <a:off x="4011148" y="2564476"/>
              <a:ext cx="276583" cy="171865"/>
            </a:xfrm>
            <a:custGeom>
              <a:avLst/>
              <a:gdLst>
                <a:gd name="connsiteX0" fmla="*/ 276583 w 276583"/>
                <a:gd name="connsiteY0" fmla="*/ 24076 h 171865"/>
                <a:gd name="connsiteX1" fmla="*/ 20780 w 276583"/>
                <a:gd name="connsiteY1" fmla="*/ 171866 h 171865"/>
                <a:gd name="connsiteX2" fmla="*/ 19545 w 276583"/>
                <a:gd name="connsiteY2" fmla="*/ 163156 h 171865"/>
                <a:gd name="connsiteX3" fmla="*/ 7887 w 276583"/>
                <a:gd name="connsiteY3" fmla="*/ 149440 h 171865"/>
                <a:gd name="connsiteX4" fmla="*/ 0 w 276583"/>
                <a:gd name="connsiteY4" fmla="*/ 148206 h 171865"/>
                <a:gd name="connsiteX5" fmla="*/ 255323 w 276583"/>
                <a:gd name="connsiteY5" fmla="*/ 416 h 171865"/>
                <a:gd name="connsiteX6" fmla="*/ 263279 w 276583"/>
                <a:gd name="connsiteY6" fmla="*/ 1650 h 171865"/>
                <a:gd name="connsiteX7" fmla="*/ 271988 w 276583"/>
                <a:gd name="connsiteY7" fmla="*/ 10360 h 171865"/>
                <a:gd name="connsiteX8" fmla="*/ 272400 w 276583"/>
                <a:gd name="connsiteY8" fmla="*/ 11663 h 171865"/>
                <a:gd name="connsiteX9" fmla="*/ 274937 w 276583"/>
                <a:gd name="connsiteY9" fmla="*/ 15778 h 171865"/>
                <a:gd name="connsiteX10" fmla="*/ 276583 w 276583"/>
                <a:gd name="connsiteY10" fmla="*/ 24076 h 17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6583" h="171865">
                  <a:moveTo>
                    <a:pt x="276583" y="24076"/>
                  </a:moveTo>
                  <a:cubicBezTo>
                    <a:pt x="191224" y="73179"/>
                    <a:pt x="105956" y="122443"/>
                    <a:pt x="20780" y="171866"/>
                  </a:cubicBezTo>
                  <a:cubicBezTo>
                    <a:pt x="20773" y="168919"/>
                    <a:pt x="20358" y="165988"/>
                    <a:pt x="19545" y="163156"/>
                  </a:cubicBezTo>
                  <a:cubicBezTo>
                    <a:pt x="17123" y="157518"/>
                    <a:pt x="13061" y="152739"/>
                    <a:pt x="7887" y="149440"/>
                  </a:cubicBezTo>
                  <a:cubicBezTo>
                    <a:pt x="5664" y="147658"/>
                    <a:pt x="2662" y="147188"/>
                    <a:pt x="0" y="148206"/>
                  </a:cubicBezTo>
                  <a:cubicBezTo>
                    <a:pt x="85131" y="98645"/>
                    <a:pt x="170238" y="49382"/>
                    <a:pt x="255323" y="416"/>
                  </a:cubicBezTo>
                  <a:cubicBezTo>
                    <a:pt x="258023" y="-428"/>
                    <a:pt x="260962" y="28"/>
                    <a:pt x="263279" y="1650"/>
                  </a:cubicBezTo>
                  <a:cubicBezTo>
                    <a:pt x="266767" y="3903"/>
                    <a:pt x="269736" y="6872"/>
                    <a:pt x="271988" y="10360"/>
                  </a:cubicBezTo>
                  <a:cubicBezTo>
                    <a:pt x="272400" y="10771"/>
                    <a:pt x="272811" y="11251"/>
                    <a:pt x="272400" y="11663"/>
                  </a:cubicBezTo>
                  <a:cubicBezTo>
                    <a:pt x="273642" y="12747"/>
                    <a:pt x="274526" y="14181"/>
                    <a:pt x="274937" y="15778"/>
                  </a:cubicBezTo>
                  <a:cubicBezTo>
                    <a:pt x="275912" y="18442"/>
                    <a:pt x="276467" y="21242"/>
                    <a:pt x="276583" y="24076"/>
                  </a:cubicBezTo>
                  <a:close/>
                </a:path>
              </a:pathLst>
            </a:custGeom>
            <a:solidFill>
              <a:srgbClr val="363638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9779F38-42DE-DABF-79BA-6745C86C09DE}"/>
                </a:ext>
              </a:extLst>
            </p:cNvPr>
            <p:cNvSpPr/>
            <p:nvPr/>
          </p:nvSpPr>
          <p:spPr>
            <a:xfrm>
              <a:off x="4015400" y="2285839"/>
              <a:ext cx="110345" cy="82021"/>
            </a:xfrm>
            <a:custGeom>
              <a:avLst/>
              <a:gdLst>
                <a:gd name="connsiteX0" fmla="*/ 110345 w 110345"/>
                <a:gd name="connsiteY0" fmla="*/ 23729 h 82021"/>
                <a:gd name="connsiteX1" fmla="*/ 107876 w 110345"/>
                <a:gd name="connsiteY1" fmla="*/ 25374 h 82021"/>
                <a:gd name="connsiteX2" fmla="*/ 9601 w 110345"/>
                <a:gd name="connsiteY2" fmla="*/ 82022 h 82021"/>
                <a:gd name="connsiteX3" fmla="*/ 0 w 110345"/>
                <a:gd name="connsiteY3" fmla="*/ 40394 h 82021"/>
                <a:gd name="connsiteX4" fmla="*/ 0 w 110345"/>
                <a:gd name="connsiteY4" fmla="*/ 39982 h 82021"/>
                <a:gd name="connsiteX5" fmla="*/ 69129 w 110345"/>
                <a:gd name="connsiteY5" fmla="*/ 0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45" h="82021">
                  <a:moveTo>
                    <a:pt x="110345" y="23729"/>
                  </a:moveTo>
                  <a:cubicBezTo>
                    <a:pt x="109623" y="24416"/>
                    <a:pt x="108788" y="24972"/>
                    <a:pt x="107876" y="25374"/>
                  </a:cubicBezTo>
                  <a:cubicBezTo>
                    <a:pt x="74958" y="44508"/>
                    <a:pt x="42520" y="63299"/>
                    <a:pt x="9601" y="82022"/>
                  </a:cubicBezTo>
                  <a:lnTo>
                    <a:pt x="0" y="40394"/>
                  </a:lnTo>
                  <a:lnTo>
                    <a:pt x="0" y="39982"/>
                  </a:lnTo>
                  <a:lnTo>
                    <a:pt x="69129" y="0"/>
                  </a:ln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715586F-66C0-2827-C92E-B3F681FFB8BC}"/>
                </a:ext>
              </a:extLst>
            </p:cNvPr>
            <p:cNvSpPr/>
            <p:nvPr/>
          </p:nvSpPr>
          <p:spPr>
            <a:xfrm>
              <a:off x="4011148" y="2712083"/>
              <a:ext cx="20779" cy="24258"/>
            </a:xfrm>
            <a:custGeom>
              <a:avLst/>
              <a:gdLst>
                <a:gd name="connsiteX0" fmla="*/ 19271 w 20779"/>
                <a:gd name="connsiteY0" fmla="*/ 15549 h 24258"/>
                <a:gd name="connsiteX1" fmla="*/ 20780 w 20779"/>
                <a:gd name="connsiteY1" fmla="*/ 24258 h 24258"/>
                <a:gd name="connsiteX2" fmla="*/ 7887 w 20779"/>
                <a:gd name="connsiteY2" fmla="*/ 16783 h 24258"/>
                <a:gd name="connsiteX3" fmla="*/ 8298 w 20779"/>
                <a:gd name="connsiteY3" fmla="*/ 16372 h 24258"/>
                <a:gd name="connsiteX4" fmla="*/ 10356 w 20779"/>
                <a:gd name="connsiteY4" fmla="*/ 13834 h 24258"/>
                <a:gd name="connsiteX5" fmla="*/ 0 w 20779"/>
                <a:gd name="connsiteY5" fmla="*/ 530 h 24258"/>
                <a:gd name="connsiteX6" fmla="*/ 7887 w 20779"/>
                <a:gd name="connsiteY6" fmla="*/ 1764 h 24258"/>
                <a:gd name="connsiteX7" fmla="*/ 19271 w 20779"/>
                <a:gd name="connsiteY7" fmla="*/ 15549 h 24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779" h="24258">
                  <a:moveTo>
                    <a:pt x="19271" y="15549"/>
                  </a:moveTo>
                  <a:cubicBezTo>
                    <a:pt x="20177" y="18368"/>
                    <a:pt x="20685" y="21299"/>
                    <a:pt x="20780" y="24258"/>
                  </a:cubicBezTo>
                  <a:lnTo>
                    <a:pt x="7887" y="16783"/>
                  </a:lnTo>
                  <a:cubicBezTo>
                    <a:pt x="7887" y="16556"/>
                    <a:pt x="8071" y="16372"/>
                    <a:pt x="8298" y="16372"/>
                  </a:cubicBezTo>
                  <a:lnTo>
                    <a:pt x="10356" y="13834"/>
                  </a:lnTo>
                  <a:lnTo>
                    <a:pt x="0" y="530"/>
                  </a:lnTo>
                  <a:cubicBezTo>
                    <a:pt x="2662" y="-488"/>
                    <a:pt x="5664" y="-19"/>
                    <a:pt x="7887" y="1764"/>
                  </a:cubicBezTo>
                  <a:cubicBezTo>
                    <a:pt x="12969" y="5123"/>
                    <a:pt x="16934" y="9923"/>
                    <a:pt x="19271" y="15549"/>
                  </a:cubicBez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CD9B348-78E6-5084-251C-902E70AAA94F}"/>
                </a:ext>
              </a:extLst>
            </p:cNvPr>
            <p:cNvSpPr/>
            <p:nvPr/>
          </p:nvSpPr>
          <p:spPr>
            <a:xfrm>
              <a:off x="3621133" y="1673763"/>
              <a:ext cx="403867" cy="833589"/>
            </a:xfrm>
            <a:custGeom>
              <a:avLst/>
              <a:gdLst>
                <a:gd name="connsiteX0" fmla="*/ 394266 w 403867"/>
                <a:gd name="connsiteY0" fmla="*/ 652470 h 833589"/>
                <a:gd name="connsiteX1" fmla="*/ 403868 w 403867"/>
                <a:gd name="connsiteY1" fmla="*/ 694098 h 833589"/>
                <a:gd name="connsiteX2" fmla="*/ 378905 w 403867"/>
                <a:gd name="connsiteY2" fmla="*/ 708637 h 833589"/>
                <a:gd name="connsiteX3" fmla="*/ 311010 w 403867"/>
                <a:gd name="connsiteY3" fmla="*/ 419710 h 833589"/>
                <a:gd name="connsiteX4" fmla="*/ 307650 w 403867"/>
                <a:gd name="connsiteY4" fmla="*/ 410520 h 833589"/>
                <a:gd name="connsiteX5" fmla="*/ 295580 w 403867"/>
                <a:gd name="connsiteY5" fmla="*/ 395158 h 833589"/>
                <a:gd name="connsiteX6" fmla="*/ 286870 w 403867"/>
                <a:gd name="connsiteY6" fmla="*/ 390975 h 833589"/>
                <a:gd name="connsiteX7" fmla="*/ 275212 w 403867"/>
                <a:gd name="connsiteY7" fmla="*/ 388506 h 833589"/>
                <a:gd name="connsiteX8" fmla="*/ 231046 w 403867"/>
                <a:gd name="connsiteY8" fmla="*/ 413880 h 833589"/>
                <a:gd name="connsiteX9" fmla="*/ 309776 w 403867"/>
                <a:gd name="connsiteY9" fmla="*/ 748619 h 833589"/>
                <a:gd name="connsiteX10" fmla="*/ 162809 w 403867"/>
                <a:gd name="connsiteY10" fmla="*/ 833590 h 833589"/>
                <a:gd name="connsiteX11" fmla="*/ 0 w 403867"/>
                <a:gd name="connsiteY11" fmla="*/ 139492 h 833589"/>
                <a:gd name="connsiteX12" fmla="*/ 241059 w 403867"/>
                <a:gd name="connsiteY12" fmla="*/ 0 h 833589"/>
                <a:gd name="connsiteX13" fmla="*/ 329321 w 403867"/>
                <a:gd name="connsiteY13" fmla="*/ 375956 h 833589"/>
                <a:gd name="connsiteX14" fmla="*/ 331859 w 403867"/>
                <a:gd name="connsiteY14" fmla="*/ 386791 h 833589"/>
                <a:gd name="connsiteX15" fmla="*/ 388848 w 403867"/>
                <a:gd name="connsiteY15" fmla="*/ 629564 h 833589"/>
                <a:gd name="connsiteX16" fmla="*/ 393855 w 403867"/>
                <a:gd name="connsiteY16" fmla="*/ 652470 h 833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3867" h="833589">
                  <a:moveTo>
                    <a:pt x="394266" y="652470"/>
                  </a:moveTo>
                  <a:lnTo>
                    <a:pt x="403868" y="694098"/>
                  </a:lnTo>
                  <a:cubicBezTo>
                    <a:pt x="395569" y="699105"/>
                    <a:pt x="387203" y="704111"/>
                    <a:pt x="378905" y="708637"/>
                  </a:cubicBezTo>
                  <a:lnTo>
                    <a:pt x="311010" y="419710"/>
                  </a:lnTo>
                  <a:cubicBezTo>
                    <a:pt x="310543" y="416446"/>
                    <a:pt x="309398" y="413316"/>
                    <a:pt x="307650" y="410520"/>
                  </a:cubicBezTo>
                  <a:cubicBezTo>
                    <a:pt x="304882" y="404527"/>
                    <a:pt x="300748" y="399265"/>
                    <a:pt x="295580" y="395158"/>
                  </a:cubicBezTo>
                  <a:cubicBezTo>
                    <a:pt x="293050" y="393092"/>
                    <a:pt x="290064" y="391658"/>
                    <a:pt x="286870" y="390975"/>
                  </a:cubicBezTo>
                  <a:lnTo>
                    <a:pt x="275212" y="388506"/>
                  </a:lnTo>
                  <a:lnTo>
                    <a:pt x="231046" y="413880"/>
                  </a:lnTo>
                  <a:lnTo>
                    <a:pt x="309776" y="748619"/>
                  </a:lnTo>
                  <a:cubicBezTo>
                    <a:pt x="260604" y="776943"/>
                    <a:pt x="211912" y="805266"/>
                    <a:pt x="162809" y="833590"/>
                  </a:cubicBezTo>
                  <a:lnTo>
                    <a:pt x="0" y="139492"/>
                  </a:lnTo>
                  <a:lnTo>
                    <a:pt x="241059" y="0"/>
                  </a:lnTo>
                  <a:lnTo>
                    <a:pt x="329321" y="375956"/>
                  </a:lnTo>
                  <a:lnTo>
                    <a:pt x="331859" y="386791"/>
                  </a:lnTo>
                  <a:lnTo>
                    <a:pt x="388848" y="629564"/>
                  </a:lnTo>
                  <a:lnTo>
                    <a:pt x="393855" y="652470"/>
                  </a:lnTo>
                  <a:close/>
                </a:path>
              </a:pathLst>
            </a:custGeom>
            <a:solidFill>
              <a:srgbClr val="58585C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80E102A-E6C9-8ABC-6B14-8311C0806C73}"/>
                </a:ext>
              </a:extLst>
            </p:cNvPr>
            <p:cNvSpPr/>
            <p:nvPr/>
          </p:nvSpPr>
          <p:spPr>
            <a:xfrm>
              <a:off x="3144777" y="2725917"/>
              <a:ext cx="876452" cy="507148"/>
            </a:xfrm>
            <a:custGeom>
              <a:avLst/>
              <a:gdLst>
                <a:gd name="connsiteX0" fmla="*/ 876452 w 876452"/>
                <a:gd name="connsiteY0" fmla="*/ 0 h 507148"/>
                <a:gd name="connsiteX1" fmla="*/ 874395 w 876452"/>
                <a:gd name="connsiteY1" fmla="*/ 2537 h 507148"/>
                <a:gd name="connsiteX2" fmla="*/ 873984 w 876452"/>
                <a:gd name="connsiteY2" fmla="*/ 2949 h 507148"/>
                <a:gd name="connsiteX3" fmla="*/ 823 w 876452"/>
                <a:gd name="connsiteY3" fmla="*/ 507149 h 507148"/>
                <a:gd name="connsiteX4" fmla="*/ 0 w 876452"/>
                <a:gd name="connsiteY4" fmla="*/ 505915 h 5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452" h="507148">
                  <a:moveTo>
                    <a:pt x="876452" y="0"/>
                  </a:moveTo>
                  <a:lnTo>
                    <a:pt x="874395" y="2537"/>
                  </a:lnTo>
                  <a:cubicBezTo>
                    <a:pt x="874168" y="2537"/>
                    <a:pt x="873984" y="2722"/>
                    <a:pt x="873984" y="2949"/>
                  </a:cubicBezTo>
                  <a:cubicBezTo>
                    <a:pt x="582930" y="170741"/>
                    <a:pt x="291876" y="338808"/>
                    <a:pt x="823" y="507149"/>
                  </a:cubicBezTo>
                  <a:cubicBezTo>
                    <a:pt x="411" y="506738"/>
                    <a:pt x="411" y="506326"/>
                    <a:pt x="0" y="505915"/>
                  </a:cubicBez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056A51A-9EEE-C350-B8A1-B83E8398A490}"/>
                </a:ext>
              </a:extLst>
            </p:cNvPr>
            <p:cNvSpPr/>
            <p:nvPr/>
          </p:nvSpPr>
          <p:spPr>
            <a:xfrm>
              <a:off x="3888458" y="2093473"/>
              <a:ext cx="111579" cy="314370"/>
            </a:xfrm>
            <a:custGeom>
              <a:avLst/>
              <a:gdLst>
                <a:gd name="connsiteX0" fmla="*/ 43686 w 111579"/>
                <a:gd name="connsiteY0" fmla="*/ 0 h 314370"/>
                <a:gd name="connsiteX1" fmla="*/ 111580 w 111579"/>
                <a:gd name="connsiteY1" fmla="*/ 288928 h 314370"/>
                <a:gd name="connsiteX2" fmla="*/ 67414 w 111579"/>
                <a:gd name="connsiteY2" fmla="*/ 314371 h 314370"/>
                <a:gd name="connsiteX3" fmla="*/ 0 w 111579"/>
                <a:gd name="connsiteY3" fmla="*/ 25649 h 314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579" h="314370">
                  <a:moveTo>
                    <a:pt x="43686" y="0"/>
                  </a:moveTo>
                  <a:lnTo>
                    <a:pt x="111580" y="288928"/>
                  </a:lnTo>
                  <a:cubicBezTo>
                    <a:pt x="96972" y="297706"/>
                    <a:pt x="82022" y="306004"/>
                    <a:pt x="67414" y="314371"/>
                  </a:cubicBezTo>
                  <a:lnTo>
                    <a:pt x="0" y="25649"/>
                  </a:lnTo>
                  <a:close/>
                </a:path>
              </a:pathLst>
            </a:custGeom>
            <a:solidFill>
              <a:srgbClr val="40404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01820FAC-133F-554D-7A97-1287CB5340E1}"/>
                </a:ext>
              </a:extLst>
            </p:cNvPr>
            <p:cNvSpPr/>
            <p:nvPr/>
          </p:nvSpPr>
          <p:spPr>
            <a:xfrm>
              <a:off x="3697737" y="5225796"/>
              <a:ext cx="286870" cy="321396"/>
            </a:xfrm>
            <a:custGeom>
              <a:avLst/>
              <a:gdLst>
                <a:gd name="connsiteX0" fmla="*/ 286870 w 286870"/>
                <a:gd name="connsiteY0" fmla="*/ 10493 h 321396"/>
                <a:gd name="connsiteX1" fmla="*/ 286870 w 286870"/>
                <a:gd name="connsiteY1" fmla="*/ 300243 h 321396"/>
                <a:gd name="connsiteX2" fmla="*/ 0 w 286870"/>
                <a:gd name="connsiteY2" fmla="*/ 289888 h 321396"/>
                <a:gd name="connsiteX3" fmla="*/ 0 w 286870"/>
                <a:gd name="connsiteY3" fmla="*/ 0 h 321396"/>
                <a:gd name="connsiteX4" fmla="*/ 286870 w 286870"/>
                <a:gd name="connsiteY4" fmla="*/ 10493 h 321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870" h="321396">
                  <a:moveTo>
                    <a:pt x="286870" y="10493"/>
                  </a:moveTo>
                  <a:lnTo>
                    <a:pt x="286870" y="300243"/>
                  </a:lnTo>
                  <a:cubicBezTo>
                    <a:pt x="197716" y="331516"/>
                    <a:pt x="83256" y="328155"/>
                    <a:pt x="0" y="289888"/>
                  </a:cubicBezTo>
                  <a:lnTo>
                    <a:pt x="0" y="0"/>
                  </a:lnTo>
                  <a:cubicBezTo>
                    <a:pt x="83256" y="38336"/>
                    <a:pt x="197785" y="41697"/>
                    <a:pt x="286870" y="10493"/>
                  </a:cubicBezTo>
                  <a:close/>
                </a:path>
              </a:pathLst>
            </a:custGeom>
            <a:solidFill>
              <a:srgbClr val="CCD6D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6345AE51-22F0-06B0-1BB5-2CAB81793363}"/>
                </a:ext>
              </a:extLst>
            </p:cNvPr>
            <p:cNvSpPr/>
            <p:nvPr/>
          </p:nvSpPr>
          <p:spPr>
            <a:xfrm>
              <a:off x="3697737" y="4745736"/>
              <a:ext cx="286870" cy="511649"/>
            </a:xfrm>
            <a:custGeom>
              <a:avLst/>
              <a:gdLst>
                <a:gd name="connsiteX0" fmla="*/ 286870 w 286870"/>
                <a:gd name="connsiteY0" fmla="*/ 10013 h 511649"/>
                <a:gd name="connsiteX1" fmla="*/ 286870 w 286870"/>
                <a:gd name="connsiteY1" fmla="*/ 490553 h 511649"/>
                <a:gd name="connsiteX2" fmla="*/ 0 w 286870"/>
                <a:gd name="connsiteY2" fmla="*/ 480129 h 511649"/>
                <a:gd name="connsiteX3" fmla="*/ 0 w 286870"/>
                <a:gd name="connsiteY3" fmla="*/ 0 h 511649"/>
                <a:gd name="connsiteX4" fmla="*/ 5418 w 286870"/>
                <a:gd name="connsiteY4" fmla="*/ 2469 h 511649"/>
                <a:gd name="connsiteX5" fmla="*/ 14951 w 286870"/>
                <a:gd name="connsiteY5" fmla="*/ 6241 h 511649"/>
                <a:gd name="connsiteX6" fmla="*/ 24963 w 286870"/>
                <a:gd name="connsiteY6" fmla="*/ 9944 h 511649"/>
                <a:gd name="connsiteX7" fmla="*/ 34976 w 286870"/>
                <a:gd name="connsiteY7" fmla="*/ 13305 h 511649"/>
                <a:gd name="connsiteX8" fmla="*/ 45811 w 286870"/>
                <a:gd name="connsiteY8" fmla="*/ 16596 h 511649"/>
                <a:gd name="connsiteX9" fmla="*/ 56647 w 286870"/>
                <a:gd name="connsiteY9" fmla="*/ 19545 h 511649"/>
                <a:gd name="connsiteX10" fmla="*/ 67414 w 286870"/>
                <a:gd name="connsiteY10" fmla="*/ 22014 h 511649"/>
                <a:gd name="connsiteX11" fmla="*/ 78661 w 286870"/>
                <a:gd name="connsiteY11" fmla="*/ 24552 h 511649"/>
                <a:gd name="connsiteX12" fmla="*/ 95738 w 286870"/>
                <a:gd name="connsiteY12" fmla="*/ 27021 h 511649"/>
                <a:gd name="connsiteX13" fmla="*/ 113226 w 286870"/>
                <a:gd name="connsiteY13" fmla="*/ 29147 h 511649"/>
                <a:gd name="connsiteX14" fmla="*/ 131125 w 286870"/>
                <a:gd name="connsiteY14" fmla="*/ 30792 h 511649"/>
                <a:gd name="connsiteX15" fmla="*/ 171107 w 286870"/>
                <a:gd name="connsiteY15" fmla="*/ 31204 h 511649"/>
                <a:gd name="connsiteX16" fmla="*/ 197785 w 286870"/>
                <a:gd name="connsiteY16" fmla="*/ 29558 h 511649"/>
                <a:gd name="connsiteX17" fmla="*/ 215273 w 286870"/>
                <a:gd name="connsiteY17" fmla="*/ 27432 h 511649"/>
                <a:gd name="connsiteX18" fmla="*/ 232761 w 286870"/>
                <a:gd name="connsiteY18" fmla="*/ 24552 h 511649"/>
                <a:gd name="connsiteX19" fmla="*/ 249426 w 286870"/>
                <a:gd name="connsiteY19" fmla="*/ 21191 h 511649"/>
                <a:gd name="connsiteX20" fmla="*/ 260193 w 286870"/>
                <a:gd name="connsiteY20" fmla="*/ 18722 h 511649"/>
                <a:gd name="connsiteX21" fmla="*/ 271028 w 286870"/>
                <a:gd name="connsiteY21" fmla="*/ 15773 h 511649"/>
                <a:gd name="connsiteX22" fmla="*/ 281452 w 286870"/>
                <a:gd name="connsiteY22" fmla="*/ 12482 h 511649"/>
                <a:gd name="connsiteX23" fmla="*/ 286870 w 286870"/>
                <a:gd name="connsiteY23" fmla="*/ 10013 h 51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6870" h="511649">
                  <a:moveTo>
                    <a:pt x="286870" y="10013"/>
                  </a:moveTo>
                  <a:lnTo>
                    <a:pt x="286870" y="490553"/>
                  </a:lnTo>
                  <a:cubicBezTo>
                    <a:pt x="197716" y="521757"/>
                    <a:pt x="83256" y="518396"/>
                    <a:pt x="0" y="480129"/>
                  </a:cubicBezTo>
                  <a:lnTo>
                    <a:pt x="0" y="0"/>
                  </a:lnTo>
                  <a:cubicBezTo>
                    <a:pt x="1763" y="913"/>
                    <a:pt x="3572" y="1738"/>
                    <a:pt x="5418" y="2469"/>
                  </a:cubicBezTo>
                  <a:cubicBezTo>
                    <a:pt x="8298" y="3703"/>
                    <a:pt x="11659" y="4938"/>
                    <a:pt x="14951" y="6241"/>
                  </a:cubicBezTo>
                  <a:lnTo>
                    <a:pt x="24963" y="9944"/>
                  </a:lnTo>
                  <a:cubicBezTo>
                    <a:pt x="28236" y="11248"/>
                    <a:pt x="31579" y="12370"/>
                    <a:pt x="34976" y="13305"/>
                  </a:cubicBezTo>
                  <a:cubicBezTo>
                    <a:pt x="38525" y="14599"/>
                    <a:pt x="42142" y="15698"/>
                    <a:pt x="45811" y="16596"/>
                  </a:cubicBezTo>
                  <a:cubicBezTo>
                    <a:pt x="49103" y="17488"/>
                    <a:pt x="52670" y="18722"/>
                    <a:pt x="56647" y="19545"/>
                  </a:cubicBezTo>
                  <a:lnTo>
                    <a:pt x="67414" y="22014"/>
                  </a:lnTo>
                  <a:lnTo>
                    <a:pt x="78661" y="24552"/>
                  </a:lnTo>
                  <a:lnTo>
                    <a:pt x="95738" y="27021"/>
                  </a:lnTo>
                  <a:cubicBezTo>
                    <a:pt x="101567" y="27843"/>
                    <a:pt x="107396" y="28666"/>
                    <a:pt x="113226" y="29147"/>
                  </a:cubicBezTo>
                  <a:cubicBezTo>
                    <a:pt x="119055" y="29627"/>
                    <a:pt x="124884" y="30381"/>
                    <a:pt x="131125" y="30792"/>
                  </a:cubicBezTo>
                  <a:cubicBezTo>
                    <a:pt x="144498" y="31615"/>
                    <a:pt x="157803" y="31615"/>
                    <a:pt x="171107" y="31204"/>
                  </a:cubicBezTo>
                  <a:cubicBezTo>
                    <a:pt x="180297" y="30792"/>
                    <a:pt x="189006" y="30381"/>
                    <a:pt x="197785" y="29558"/>
                  </a:cubicBezTo>
                  <a:cubicBezTo>
                    <a:pt x="203614" y="29147"/>
                    <a:pt x="209443" y="28255"/>
                    <a:pt x="215273" y="27432"/>
                  </a:cubicBezTo>
                  <a:cubicBezTo>
                    <a:pt x="221102" y="26609"/>
                    <a:pt x="226931" y="25786"/>
                    <a:pt x="232761" y="24552"/>
                  </a:cubicBezTo>
                  <a:cubicBezTo>
                    <a:pt x="238590" y="23317"/>
                    <a:pt x="244008" y="22426"/>
                    <a:pt x="249426" y="21191"/>
                  </a:cubicBezTo>
                  <a:lnTo>
                    <a:pt x="260193" y="18722"/>
                  </a:lnTo>
                  <a:cubicBezTo>
                    <a:pt x="263965" y="17899"/>
                    <a:pt x="267736" y="16596"/>
                    <a:pt x="271028" y="15773"/>
                  </a:cubicBezTo>
                  <a:cubicBezTo>
                    <a:pt x="274320" y="14950"/>
                    <a:pt x="277886" y="13716"/>
                    <a:pt x="281452" y="12482"/>
                  </a:cubicBezTo>
                  <a:cubicBezTo>
                    <a:pt x="283510" y="11316"/>
                    <a:pt x="285224" y="10836"/>
                    <a:pt x="286870" y="10013"/>
                  </a:cubicBezTo>
                  <a:close/>
                </a:path>
              </a:pathLst>
            </a:custGeom>
            <a:solidFill>
              <a:srgbClr val="CCD6D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6BF63CC-AC17-138E-0FA0-D902D38F8961}"/>
                </a:ext>
              </a:extLst>
            </p:cNvPr>
            <p:cNvSpPr/>
            <p:nvPr/>
          </p:nvSpPr>
          <p:spPr>
            <a:xfrm>
              <a:off x="3697737" y="4625858"/>
              <a:ext cx="286870" cy="151008"/>
            </a:xfrm>
            <a:custGeom>
              <a:avLst/>
              <a:gdLst>
                <a:gd name="connsiteX0" fmla="*/ 286870 w 286870"/>
                <a:gd name="connsiteY0" fmla="*/ 10835 h 151008"/>
                <a:gd name="connsiteX1" fmla="*/ 286870 w 286870"/>
                <a:gd name="connsiteY1" fmla="*/ 129891 h 151008"/>
                <a:gd name="connsiteX2" fmla="*/ 281452 w 286870"/>
                <a:gd name="connsiteY2" fmla="*/ 132017 h 151008"/>
                <a:gd name="connsiteX3" fmla="*/ 271028 w 286870"/>
                <a:gd name="connsiteY3" fmla="*/ 135308 h 151008"/>
                <a:gd name="connsiteX4" fmla="*/ 260193 w 286870"/>
                <a:gd name="connsiteY4" fmla="*/ 138257 h 151008"/>
                <a:gd name="connsiteX5" fmla="*/ 249426 w 286870"/>
                <a:gd name="connsiteY5" fmla="*/ 140726 h 151008"/>
                <a:gd name="connsiteX6" fmla="*/ 232761 w 286870"/>
                <a:gd name="connsiteY6" fmla="*/ 144087 h 151008"/>
                <a:gd name="connsiteX7" fmla="*/ 215273 w 286870"/>
                <a:gd name="connsiteY7" fmla="*/ 146967 h 151008"/>
                <a:gd name="connsiteX8" fmla="*/ 197785 w 286870"/>
                <a:gd name="connsiteY8" fmla="*/ 149093 h 151008"/>
                <a:gd name="connsiteX9" fmla="*/ 171107 w 286870"/>
                <a:gd name="connsiteY9" fmla="*/ 150739 h 151008"/>
                <a:gd name="connsiteX10" fmla="*/ 131125 w 286870"/>
                <a:gd name="connsiteY10" fmla="*/ 150327 h 151008"/>
                <a:gd name="connsiteX11" fmla="*/ 113226 w 286870"/>
                <a:gd name="connsiteY11" fmla="*/ 148681 h 151008"/>
                <a:gd name="connsiteX12" fmla="*/ 95738 w 286870"/>
                <a:gd name="connsiteY12" fmla="*/ 146555 h 151008"/>
                <a:gd name="connsiteX13" fmla="*/ 78661 w 286870"/>
                <a:gd name="connsiteY13" fmla="*/ 144087 h 151008"/>
                <a:gd name="connsiteX14" fmla="*/ 67414 w 286870"/>
                <a:gd name="connsiteY14" fmla="*/ 141549 h 151008"/>
                <a:gd name="connsiteX15" fmla="*/ 56647 w 286870"/>
                <a:gd name="connsiteY15" fmla="*/ 139080 h 151008"/>
                <a:gd name="connsiteX16" fmla="*/ 45812 w 286870"/>
                <a:gd name="connsiteY16" fmla="*/ 136131 h 151008"/>
                <a:gd name="connsiteX17" fmla="*/ 34976 w 286870"/>
                <a:gd name="connsiteY17" fmla="*/ 132839 h 151008"/>
                <a:gd name="connsiteX18" fmla="*/ 24963 w 286870"/>
                <a:gd name="connsiteY18" fmla="*/ 129479 h 151008"/>
                <a:gd name="connsiteX19" fmla="*/ 14951 w 286870"/>
                <a:gd name="connsiteY19" fmla="*/ 125775 h 151008"/>
                <a:gd name="connsiteX20" fmla="*/ 5418 w 286870"/>
                <a:gd name="connsiteY20" fmla="*/ 122004 h 151008"/>
                <a:gd name="connsiteX21" fmla="*/ 0 w 286870"/>
                <a:gd name="connsiteY21" fmla="*/ 119535 h 151008"/>
                <a:gd name="connsiteX22" fmla="*/ 0 w 286870"/>
                <a:gd name="connsiteY22" fmla="*/ 0 h 151008"/>
                <a:gd name="connsiteX23" fmla="*/ 44097 w 286870"/>
                <a:gd name="connsiteY23" fmla="*/ 16253 h 151008"/>
                <a:gd name="connsiteX24" fmla="*/ 116175 w 286870"/>
                <a:gd name="connsiteY24" fmla="*/ 29969 h 151008"/>
                <a:gd name="connsiteX25" fmla="*/ 192367 w 286870"/>
                <a:gd name="connsiteY25" fmla="*/ 30381 h 151008"/>
                <a:gd name="connsiteX26" fmla="*/ 265199 w 286870"/>
                <a:gd name="connsiteY26" fmla="*/ 17488 h 151008"/>
                <a:gd name="connsiteX27" fmla="*/ 286870 w 286870"/>
                <a:gd name="connsiteY27" fmla="*/ 10835 h 151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86870" h="151008">
                  <a:moveTo>
                    <a:pt x="286870" y="10835"/>
                  </a:moveTo>
                  <a:lnTo>
                    <a:pt x="286870" y="129891"/>
                  </a:lnTo>
                  <a:cubicBezTo>
                    <a:pt x="285224" y="130713"/>
                    <a:pt x="283510" y="131194"/>
                    <a:pt x="281452" y="132017"/>
                  </a:cubicBezTo>
                  <a:cubicBezTo>
                    <a:pt x="278160" y="133251"/>
                    <a:pt x="274594" y="134074"/>
                    <a:pt x="271028" y="135308"/>
                  </a:cubicBezTo>
                  <a:cubicBezTo>
                    <a:pt x="267462" y="136543"/>
                    <a:pt x="264170" y="137434"/>
                    <a:pt x="260193" y="138257"/>
                  </a:cubicBezTo>
                  <a:lnTo>
                    <a:pt x="249426" y="140726"/>
                  </a:lnTo>
                  <a:cubicBezTo>
                    <a:pt x="244008" y="141960"/>
                    <a:pt x="238178" y="143263"/>
                    <a:pt x="232761" y="144087"/>
                  </a:cubicBezTo>
                  <a:cubicBezTo>
                    <a:pt x="227343" y="144910"/>
                    <a:pt x="221102" y="146144"/>
                    <a:pt x="215273" y="146967"/>
                  </a:cubicBezTo>
                  <a:cubicBezTo>
                    <a:pt x="209443" y="147790"/>
                    <a:pt x="203614" y="148681"/>
                    <a:pt x="197785" y="149093"/>
                  </a:cubicBezTo>
                  <a:cubicBezTo>
                    <a:pt x="189006" y="149916"/>
                    <a:pt x="180297" y="150327"/>
                    <a:pt x="171107" y="150739"/>
                  </a:cubicBezTo>
                  <a:cubicBezTo>
                    <a:pt x="157803" y="151150"/>
                    <a:pt x="144498" y="151150"/>
                    <a:pt x="131125" y="150327"/>
                  </a:cubicBezTo>
                  <a:cubicBezTo>
                    <a:pt x="124884" y="149916"/>
                    <a:pt x="119055" y="149504"/>
                    <a:pt x="113226" y="148681"/>
                  </a:cubicBezTo>
                  <a:cubicBezTo>
                    <a:pt x="107396" y="147858"/>
                    <a:pt x="101567" y="147378"/>
                    <a:pt x="95738" y="146555"/>
                  </a:cubicBezTo>
                  <a:lnTo>
                    <a:pt x="78661" y="144087"/>
                  </a:lnTo>
                  <a:lnTo>
                    <a:pt x="67414" y="141549"/>
                  </a:lnTo>
                  <a:lnTo>
                    <a:pt x="56647" y="139080"/>
                  </a:lnTo>
                  <a:cubicBezTo>
                    <a:pt x="52875" y="138257"/>
                    <a:pt x="49103" y="137023"/>
                    <a:pt x="45812" y="136131"/>
                  </a:cubicBezTo>
                  <a:cubicBezTo>
                    <a:pt x="42142" y="135232"/>
                    <a:pt x="38525" y="134134"/>
                    <a:pt x="34976" y="132839"/>
                  </a:cubicBezTo>
                  <a:cubicBezTo>
                    <a:pt x="31579" y="131905"/>
                    <a:pt x="28236" y="130783"/>
                    <a:pt x="24963" y="129479"/>
                  </a:cubicBezTo>
                  <a:lnTo>
                    <a:pt x="14951" y="125775"/>
                  </a:lnTo>
                  <a:cubicBezTo>
                    <a:pt x="11659" y="124472"/>
                    <a:pt x="8093" y="123238"/>
                    <a:pt x="5418" y="122004"/>
                  </a:cubicBezTo>
                  <a:cubicBezTo>
                    <a:pt x="3572" y="121272"/>
                    <a:pt x="1763" y="120448"/>
                    <a:pt x="0" y="119535"/>
                  </a:cubicBezTo>
                  <a:lnTo>
                    <a:pt x="0" y="0"/>
                  </a:lnTo>
                  <a:cubicBezTo>
                    <a:pt x="14216" y="6648"/>
                    <a:pt x="28967" y="12085"/>
                    <a:pt x="44097" y="16253"/>
                  </a:cubicBezTo>
                  <a:cubicBezTo>
                    <a:pt x="67641" y="23067"/>
                    <a:pt x="91773" y="27660"/>
                    <a:pt x="116175" y="29969"/>
                  </a:cubicBezTo>
                  <a:cubicBezTo>
                    <a:pt x="141516" y="32232"/>
                    <a:pt x="167002" y="32370"/>
                    <a:pt x="192367" y="30381"/>
                  </a:cubicBezTo>
                  <a:cubicBezTo>
                    <a:pt x="216985" y="28297"/>
                    <a:pt x="241362" y="23982"/>
                    <a:pt x="265199" y="17488"/>
                  </a:cubicBezTo>
                  <a:cubicBezTo>
                    <a:pt x="272468" y="15431"/>
                    <a:pt x="279807" y="13305"/>
                    <a:pt x="286870" y="10835"/>
                  </a:cubicBezTo>
                  <a:close/>
                </a:path>
              </a:pathLst>
            </a:custGeom>
            <a:solidFill>
              <a:srgbClr val="39393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1D1FD3A-FF10-CC39-2C6F-2B0CB63213B3}"/>
                </a:ext>
              </a:extLst>
            </p:cNvPr>
            <p:cNvSpPr/>
            <p:nvPr/>
          </p:nvSpPr>
          <p:spPr>
            <a:xfrm>
              <a:off x="3697737" y="4597466"/>
              <a:ext cx="286870" cy="60511"/>
            </a:xfrm>
            <a:custGeom>
              <a:avLst/>
              <a:gdLst>
                <a:gd name="connsiteX0" fmla="*/ 286870 w 286870"/>
                <a:gd name="connsiteY0" fmla="*/ 11727 h 60511"/>
                <a:gd name="connsiteX1" fmla="*/ 286870 w 286870"/>
                <a:gd name="connsiteY1" fmla="*/ 39159 h 60511"/>
                <a:gd name="connsiteX2" fmla="*/ 265199 w 286870"/>
                <a:gd name="connsiteY2" fmla="*/ 46017 h 60511"/>
                <a:gd name="connsiteX3" fmla="*/ 192367 w 286870"/>
                <a:gd name="connsiteY3" fmla="*/ 59116 h 60511"/>
                <a:gd name="connsiteX4" fmla="*/ 116175 w 286870"/>
                <a:gd name="connsiteY4" fmla="*/ 58704 h 60511"/>
                <a:gd name="connsiteX5" fmla="*/ 44097 w 286870"/>
                <a:gd name="connsiteY5" fmla="*/ 44988 h 60511"/>
                <a:gd name="connsiteX6" fmla="*/ 0 w 286870"/>
                <a:gd name="connsiteY6" fmla="*/ 28735 h 60511"/>
                <a:gd name="connsiteX7" fmla="*/ 0 w 286870"/>
                <a:gd name="connsiteY7" fmla="*/ 0 h 60511"/>
                <a:gd name="connsiteX8" fmla="*/ 52052 w 286870"/>
                <a:gd name="connsiteY8" fmla="*/ 20574 h 60511"/>
                <a:gd name="connsiteX9" fmla="*/ 119055 w 286870"/>
                <a:gd name="connsiteY9" fmla="*/ 32644 h 60511"/>
                <a:gd name="connsiteX10" fmla="*/ 189829 w 286870"/>
                <a:gd name="connsiteY10" fmla="*/ 33056 h 60511"/>
                <a:gd name="connsiteX11" fmla="*/ 257312 w 286870"/>
                <a:gd name="connsiteY11" fmla="*/ 21397 h 60511"/>
                <a:gd name="connsiteX12" fmla="*/ 286870 w 286870"/>
                <a:gd name="connsiteY12" fmla="*/ 11727 h 60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6870" h="60511">
                  <a:moveTo>
                    <a:pt x="286870" y="11727"/>
                  </a:moveTo>
                  <a:lnTo>
                    <a:pt x="286870" y="39159"/>
                  </a:lnTo>
                  <a:cubicBezTo>
                    <a:pt x="280012" y="41628"/>
                    <a:pt x="272743" y="43754"/>
                    <a:pt x="265199" y="46017"/>
                  </a:cubicBezTo>
                  <a:cubicBezTo>
                    <a:pt x="241369" y="52581"/>
                    <a:pt x="216991" y="56965"/>
                    <a:pt x="192367" y="59116"/>
                  </a:cubicBezTo>
                  <a:cubicBezTo>
                    <a:pt x="167003" y="61105"/>
                    <a:pt x="141516" y="60967"/>
                    <a:pt x="116175" y="58704"/>
                  </a:cubicBezTo>
                  <a:cubicBezTo>
                    <a:pt x="91773" y="56395"/>
                    <a:pt x="67642" y="51803"/>
                    <a:pt x="44097" y="44988"/>
                  </a:cubicBezTo>
                  <a:cubicBezTo>
                    <a:pt x="28967" y="40820"/>
                    <a:pt x="14216" y="35383"/>
                    <a:pt x="0" y="28735"/>
                  </a:cubicBezTo>
                  <a:lnTo>
                    <a:pt x="0" y="0"/>
                  </a:lnTo>
                  <a:cubicBezTo>
                    <a:pt x="16608" y="8606"/>
                    <a:pt x="34049" y="15499"/>
                    <a:pt x="52052" y="20574"/>
                  </a:cubicBezTo>
                  <a:cubicBezTo>
                    <a:pt x="73994" y="26533"/>
                    <a:pt x="96413" y="30571"/>
                    <a:pt x="119055" y="32644"/>
                  </a:cubicBezTo>
                  <a:cubicBezTo>
                    <a:pt x="142579" y="35044"/>
                    <a:pt x="166279" y="35182"/>
                    <a:pt x="189829" y="33056"/>
                  </a:cubicBezTo>
                  <a:cubicBezTo>
                    <a:pt x="212646" y="31348"/>
                    <a:pt x="235245" y="27444"/>
                    <a:pt x="257312" y="21397"/>
                  </a:cubicBezTo>
                  <a:cubicBezTo>
                    <a:pt x="267325" y="18379"/>
                    <a:pt x="277681" y="15088"/>
                    <a:pt x="286870" y="11727"/>
                  </a:cubicBezTo>
                  <a:close/>
                </a:path>
              </a:pathLst>
            </a:custGeom>
            <a:solidFill>
              <a:srgbClr val="4C4B5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6001392A-FA4C-89CB-053E-A10F4AEC7053}"/>
                </a:ext>
              </a:extLst>
            </p:cNvPr>
            <p:cNvSpPr/>
            <p:nvPr/>
          </p:nvSpPr>
          <p:spPr>
            <a:xfrm>
              <a:off x="3697737" y="4544933"/>
              <a:ext cx="286870" cy="87017"/>
            </a:xfrm>
            <a:custGeom>
              <a:avLst/>
              <a:gdLst>
                <a:gd name="connsiteX0" fmla="*/ 286870 w 286870"/>
                <a:gd name="connsiteY0" fmla="*/ 15156 h 87017"/>
                <a:gd name="connsiteX1" fmla="*/ 286870 w 286870"/>
                <a:gd name="connsiteY1" fmla="*/ 64260 h 87017"/>
                <a:gd name="connsiteX2" fmla="*/ 257312 w 286870"/>
                <a:gd name="connsiteY2" fmla="*/ 73861 h 87017"/>
                <a:gd name="connsiteX3" fmla="*/ 189830 w 286870"/>
                <a:gd name="connsiteY3" fmla="*/ 85519 h 87017"/>
                <a:gd name="connsiteX4" fmla="*/ 119055 w 286870"/>
                <a:gd name="connsiteY4" fmla="*/ 85108 h 87017"/>
                <a:gd name="connsiteX5" fmla="*/ 52052 w 286870"/>
                <a:gd name="connsiteY5" fmla="*/ 73038 h 87017"/>
                <a:gd name="connsiteX6" fmla="*/ 0 w 286870"/>
                <a:gd name="connsiteY6" fmla="*/ 52464 h 87017"/>
                <a:gd name="connsiteX7" fmla="*/ 0 w 286870"/>
                <a:gd name="connsiteY7" fmla="*/ 0 h 87017"/>
                <a:gd name="connsiteX8" fmla="*/ 25375 w 286870"/>
                <a:gd name="connsiteY8" fmla="*/ 14608 h 87017"/>
                <a:gd name="connsiteX9" fmla="*/ 33741 w 286870"/>
                <a:gd name="connsiteY9" fmla="*/ 19134 h 87017"/>
                <a:gd name="connsiteX10" fmla="*/ 40599 w 286870"/>
                <a:gd name="connsiteY10" fmla="*/ 22906 h 87017"/>
                <a:gd name="connsiteX11" fmla="*/ 51847 w 286870"/>
                <a:gd name="connsiteY11" fmla="*/ 28735 h 87017"/>
                <a:gd name="connsiteX12" fmla="*/ 101361 w 286870"/>
                <a:gd name="connsiteY12" fmla="*/ 44577 h 87017"/>
                <a:gd name="connsiteX13" fmla="*/ 211089 w 286870"/>
                <a:gd name="connsiteY13" fmla="*/ 44577 h 87017"/>
                <a:gd name="connsiteX14" fmla="*/ 261084 w 286870"/>
                <a:gd name="connsiteY14" fmla="*/ 29147 h 87017"/>
                <a:gd name="connsiteX15" fmla="*/ 272331 w 286870"/>
                <a:gd name="connsiteY15" fmla="*/ 23729 h 87017"/>
                <a:gd name="connsiteX16" fmla="*/ 278572 w 286870"/>
                <a:gd name="connsiteY16" fmla="*/ 20026 h 87017"/>
                <a:gd name="connsiteX17" fmla="*/ 286870 w 286870"/>
                <a:gd name="connsiteY17" fmla="*/ 15156 h 8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6870" h="87017">
                  <a:moveTo>
                    <a:pt x="286870" y="15156"/>
                  </a:moveTo>
                  <a:lnTo>
                    <a:pt x="286870" y="64260"/>
                  </a:lnTo>
                  <a:cubicBezTo>
                    <a:pt x="277681" y="67620"/>
                    <a:pt x="267325" y="71118"/>
                    <a:pt x="257312" y="73861"/>
                  </a:cubicBezTo>
                  <a:cubicBezTo>
                    <a:pt x="235245" y="79908"/>
                    <a:pt x="212646" y="83812"/>
                    <a:pt x="189830" y="85519"/>
                  </a:cubicBezTo>
                  <a:cubicBezTo>
                    <a:pt x="166279" y="87645"/>
                    <a:pt x="142579" y="87508"/>
                    <a:pt x="119055" y="85108"/>
                  </a:cubicBezTo>
                  <a:cubicBezTo>
                    <a:pt x="96413" y="83035"/>
                    <a:pt x="73994" y="78997"/>
                    <a:pt x="52052" y="73038"/>
                  </a:cubicBezTo>
                  <a:cubicBezTo>
                    <a:pt x="34049" y="67963"/>
                    <a:pt x="16608" y="61069"/>
                    <a:pt x="0" y="52464"/>
                  </a:cubicBezTo>
                  <a:lnTo>
                    <a:pt x="0" y="0"/>
                  </a:lnTo>
                  <a:cubicBezTo>
                    <a:pt x="8298" y="4595"/>
                    <a:pt x="16665" y="9601"/>
                    <a:pt x="25375" y="14608"/>
                  </a:cubicBezTo>
                  <a:cubicBezTo>
                    <a:pt x="27912" y="16254"/>
                    <a:pt x="30793" y="17488"/>
                    <a:pt x="33741" y="19134"/>
                  </a:cubicBezTo>
                  <a:cubicBezTo>
                    <a:pt x="35865" y="20667"/>
                    <a:pt x="38168" y="21933"/>
                    <a:pt x="40599" y="22906"/>
                  </a:cubicBezTo>
                  <a:cubicBezTo>
                    <a:pt x="44162" y="25190"/>
                    <a:pt x="47927" y="27141"/>
                    <a:pt x="51847" y="28735"/>
                  </a:cubicBezTo>
                  <a:cubicBezTo>
                    <a:pt x="67703" y="35861"/>
                    <a:pt x="84313" y="41175"/>
                    <a:pt x="101361" y="44577"/>
                  </a:cubicBezTo>
                  <a:cubicBezTo>
                    <a:pt x="137600" y="51608"/>
                    <a:pt x="174851" y="51608"/>
                    <a:pt x="211089" y="44577"/>
                  </a:cubicBezTo>
                  <a:cubicBezTo>
                    <a:pt x="228307" y="41432"/>
                    <a:pt x="245090" y="36252"/>
                    <a:pt x="261084" y="29147"/>
                  </a:cubicBezTo>
                  <a:cubicBezTo>
                    <a:pt x="264788" y="27501"/>
                    <a:pt x="268559" y="25443"/>
                    <a:pt x="272331" y="23729"/>
                  </a:cubicBezTo>
                  <a:cubicBezTo>
                    <a:pt x="274328" y="22359"/>
                    <a:pt x="276413" y="21122"/>
                    <a:pt x="278572" y="20026"/>
                  </a:cubicBezTo>
                  <a:cubicBezTo>
                    <a:pt x="281041" y="18037"/>
                    <a:pt x="283990" y="16802"/>
                    <a:pt x="286870" y="15156"/>
                  </a:cubicBezTo>
                  <a:close/>
                </a:path>
              </a:pathLst>
            </a:custGeom>
            <a:solidFill>
              <a:srgbClr val="39393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DA8A12C-A0A5-3EB2-93ED-6512902DB3B3}"/>
                </a:ext>
              </a:extLst>
            </p:cNvPr>
            <p:cNvSpPr/>
            <p:nvPr/>
          </p:nvSpPr>
          <p:spPr>
            <a:xfrm>
              <a:off x="3755619" y="5266944"/>
              <a:ext cx="157871" cy="259506"/>
            </a:xfrm>
            <a:custGeom>
              <a:avLst/>
              <a:gdLst>
                <a:gd name="connsiteX0" fmla="*/ 157871 w 157871"/>
                <a:gd name="connsiteY0" fmla="*/ 6858 h 259506"/>
                <a:gd name="connsiteX1" fmla="*/ 98275 w 157871"/>
                <a:gd name="connsiteY1" fmla="*/ 11179 h 259506"/>
                <a:gd name="connsiteX2" fmla="*/ 0 w 157871"/>
                <a:gd name="connsiteY2" fmla="*/ 0 h 259506"/>
                <a:gd name="connsiteX3" fmla="*/ 0 w 157871"/>
                <a:gd name="connsiteY3" fmla="*/ 246888 h 259506"/>
                <a:gd name="connsiteX4" fmla="*/ 98001 w 157871"/>
                <a:gd name="connsiteY4" fmla="*/ 259507 h 259506"/>
                <a:gd name="connsiteX5" fmla="*/ 157597 w 157871"/>
                <a:gd name="connsiteY5" fmla="*/ 254981 h 259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7871" h="259506">
                  <a:moveTo>
                    <a:pt x="157871" y="6858"/>
                  </a:moveTo>
                  <a:cubicBezTo>
                    <a:pt x="138127" y="9647"/>
                    <a:pt x="118216" y="11090"/>
                    <a:pt x="98275" y="11179"/>
                  </a:cubicBezTo>
                  <a:cubicBezTo>
                    <a:pt x="65198" y="11209"/>
                    <a:pt x="32226" y="7459"/>
                    <a:pt x="0" y="0"/>
                  </a:cubicBezTo>
                  <a:lnTo>
                    <a:pt x="0" y="246888"/>
                  </a:lnTo>
                  <a:cubicBezTo>
                    <a:pt x="31997" y="255248"/>
                    <a:pt x="64930" y="259489"/>
                    <a:pt x="98001" y="259507"/>
                  </a:cubicBezTo>
                  <a:cubicBezTo>
                    <a:pt x="117950" y="259461"/>
                    <a:pt x="137869" y="257948"/>
                    <a:pt x="157597" y="254981"/>
                  </a:cubicBezTo>
                  <a:close/>
                </a:path>
              </a:pathLst>
            </a:custGeom>
            <a:solidFill>
              <a:srgbClr val="EAF3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56C7DDB-BF8B-97C9-7C04-0A73A525F7E8}"/>
                </a:ext>
              </a:extLst>
            </p:cNvPr>
            <p:cNvSpPr/>
            <p:nvPr/>
          </p:nvSpPr>
          <p:spPr>
            <a:xfrm>
              <a:off x="3755619" y="4786815"/>
              <a:ext cx="157871" cy="449885"/>
            </a:xfrm>
            <a:custGeom>
              <a:avLst/>
              <a:gdLst>
                <a:gd name="connsiteX0" fmla="*/ 157871 w 157871"/>
                <a:gd name="connsiteY0" fmla="*/ 6927 h 449885"/>
                <a:gd name="connsiteX1" fmla="*/ 141961 w 157871"/>
                <a:gd name="connsiteY1" fmla="*/ 9053 h 449885"/>
                <a:gd name="connsiteX2" fmla="*/ 114049 w 157871"/>
                <a:gd name="connsiteY2" fmla="*/ 10698 h 449885"/>
                <a:gd name="connsiteX3" fmla="*/ 96561 w 157871"/>
                <a:gd name="connsiteY3" fmla="*/ 11179 h 449885"/>
                <a:gd name="connsiteX4" fmla="*/ 72009 w 157871"/>
                <a:gd name="connsiteY4" fmla="*/ 10287 h 449885"/>
                <a:gd name="connsiteX5" fmla="*/ 53698 w 157871"/>
                <a:gd name="connsiteY5" fmla="*/ 8641 h 449885"/>
                <a:gd name="connsiteX6" fmla="*/ 34976 w 157871"/>
                <a:gd name="connsiteY6" fmla="*/ 6584 h 449885"/>
                <a:gd name="connsiteX7" fmla="*/ 16253 w 157871"/>
                <a:gd name="connsiteY7" fmla="*/ 3635 h 449885"/>
                <a:gd name="connsiteX8" fmla="*/ 0 w 157871"/>
                <a:gd name="connsiteY8" fmla="*/ 0 h 449885"/>
                <a:gd name="connsiteX9" fmla="*/ 0 w 157871"/>
                <a:gd name="connsiteY9" fmla="*/ 437335 h 449885"/>
                <a:gd name="connsiteX10" fmla="*/ 98001 w 157871"/>
                <a:gd name="connsiteY10" fmla="*/ 449885 h 449885"/>
                <a:gd name="connsiteX11" fmla="*/ 157597 w 157871"/>
                <a:gd name="connsiteY11" fmla="*/ 445290 h 44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7871" h="449885">
                  <a:moveTo>
                    <a:pt x="157871" y="6927"/>
                  </a:moveTo>
                  <a:cubicBezTo>
                    <a:pt x="152609" y="7916"/>
                    <a:pt x="147298" y="8625"/>
                    <a:pt x="141961" y="9053"/>
                  </a:cubicBezTo>
                  <a:cubicBezTo>
                    <a:pt x="132839" y="9876"/>
                    <a:pt x="123650" y="10287"/>
                    <a:pt x="114049" y="10698"/>
                  </a:cubicBezTo>
                  <a:cubicBezTo>
                    <a:pt x="108219" y="10698"/>
                    <a:pt x="102390" y="11179"/>
                    <a:pt x="96561" y="11179"/>
                  </a:cubicBezTo>
                  <a:cubicBezTo>
                    <a:pt x="88262" y="11179"/>
                    <a:pt x="79896" y="10698"/>
                    <a:pt x="72009" y="10287"/>
                  </a:cubicBezTo>
                  <a:cubicBezTo>
                    <a:pt x="64122" y="9876"/>
                    <a:pt x="58704" y="9464"/>
                    <a:pt x="53698" y="8641"/>
                  </a:cubicBezTo>
                  <a:cubicBezTo>
                    <a:pt x="48692" y="7818"/>
                    <a:pt x="42040" y="7407"/>
                    <a:pt x="34976" y="6584"/>
                  </a:cubicBezTo>
                  <a:lnTo>
                    <a:pt x="16253" y="3635"/>
                  </a:lnTo>
                  <a:lnTo>
                    <a:pt x="0" y="0"/>
                  </a:lnTo>
                  <a:lnTo>
                    <a:pt x="0" y="437335"/>
                  </a:lnTo>
                  <a:cubicBezTo>
                    <a:pt x="32000" y="445672"/>
                    <a:pt x="64933" y="449889"/>
                    <a:pt x="98001" y="449885"/>
                  </a:cubicBezTo>
                  <a:cubicBezTo>
                    <a:pt x="117952" y="449816"/>
                    <a:pt x="137871" y="448280"/>
                    <a:pt x="157597" y="445290"/>
                  </a:cubicBezTo>
                  <a:close/>
                </a:path>
              </a:pathLst>
            </a:custGeom>
            <a:solidFill>
              <a:srgbClr val="EAF3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E638517-F74F-65E5-CC20-B3D929F5AC5C}"/>
                </a:ext>
              </a:extLst>
            </p:cNvPr>
            <p:cNvSpPr/>
            <p:nvPr/>
          </p:nvSpPr>
          <p:spPr>
            <a:xfrm>
              <a:off x="3755619" y="4666731"/>
              <a:ext cx="157871" cy="89428"/>
            </a:xfrm>
            <a:custGeom>
              <a:avLst/>
              <a:gdLst>
                <a:gd name="connsiteX0" fmla="*/ 157871 w 157871"/>
                <a:gd name="connsiteY0" fmla="*/ 7544 h 89428"/>
                <a:gd name="connsiteX1" fmla="*/ 136131 w 157871"/>
                <a:gd name="connsiteY1" fmla="*/ 10356 h 89428"/>
                <a:gd name="connsiteX2" fmla="*/ 99921 w 157871"/>
                <a:gd name="connsiteY2" fmla="*/ 11590 h 89428"/>
                <a:gd name="connsiteX3" fmla="*/ 56167 w 157871"/>
                <a:gd name="connsiteY3" fmla="*/ 9944 h 89428"/>
                <a:gd name="connsiteX4" fmla="*/ 0 w 157871"/>
                <a:gd name="connsiteY4" fmla="*/ 0 h 89428"/>
                <a:gd name="connsiteX5" fmla="*/ 0 w 157871"/>
                <a:gd name="connsiteY5" fmla="*/ 77084 h 89428"/>
                <a:gd name="connsiteX6" fmla="*/ 3703 w 157871"/>
                <a:gd name="connsiteY6" fmla="*/ 78181 h 89428"/>
                <a:gd name="connsiteX7" fmla="*/ 23729 w 157871"/>
                <a:gd name="connsiteY7" fmla="*/ 82365 h 89428"/>
                <a:gd name="connsiteX8" fmla="*/ 42040 w 157871"/>
                <a:gd name="connsiteY8" fmla="*/ 85314 h 89428"/>
                <a:gd name="connsiteX9" fmla="*/ 58293 w 157871"/>
                <a:gd name="connsiteY9" fmla="*/ 86959 h 89428"/>
                <a:gd name="connsiteX10" fmla="*/ 74546 w 157871"/>
                <a:gd name="connsiteY10" fmla="*/ 88606 h 89428"/>
                <a:gd name="connsiteX11" fmla="*/ 96561 w 157871"/>
                <a:gd name="connsiteY11" fmla="*/ 89429 h 89428"/>
                <a:gd name="connsiteX12" fmla="*/ 112403 w 157871"/>
                <a:gd name="connsiteY12" fmla="*/ 89017 h 89428"/>
                <a:gd name="connsiteX13" fmla="*/ 138669 w 157871"/>
                <a:gd name="connsiteY13" fmla="*/ 87371 h 89428"/>
                <a:gd name="connsiteX14" fmla="*/ 154442 w 157871"/>
                <a:gd name="connsiteY14" fmla="*/ 85314 h 89428"/>
                <a:gd name="connsiteX15" fmla="*/ 157871 w 157871"/>
                <a:gd name="connsiteY15" fmla="*/ 84833 h 89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7871" h="89428">
                  <a:moveTo>
                    <a:pt x="157871" y="7544"/>
                  </a:moveTo>
                  <a:cubicBezTo>
                    <a:pt x="150602" y="8504"/>
                    <a:pt x="143264" y="9739"/>
                    <a:pt x="136131" y="10356"/>
                  </a:cubicBezTo>
                  <a:cubicBezTo>
                    <a:pt x="124473" y="11179"/>
                    <a:pt x="112403" y="11590"/>
                    <a:pt x="99921" y="11590"/>
                  </a:cubicBezTo>
                  <a:cubicBezTo>
                    <a:pt x="85314" y="11590"/>
                    <a:pt x="70775" y="11179"/>
                    <a:pt x="56167" y="9944"/>
                  </a:cubicBezTo>
                  <a:cubicBezTo>
                    <a:pt x="37254" y="7814"/>
                    <a:pt x="18495" y="4492"/>
                    <a:pt x="0" y="0"/>
                  </a:cubicBezTo>
                  <a:lnTo>
                    <a:pt x="0" y="77084"/>
                  </a:lnTo>
                  <a:lnTo>
                    <a:pt x="3703" y="78181"/>
                  </a:lnTo>
                  <a:lnTo>
                    <a:pt x="23729" y="82365"/>
                  </a:lnTo>
                  <a:lnTo>
                    <a:pt x="42040" y="85314"/>
                  </a:lnTo>
                  <a:cubicBezTo>
                    <a:pt x="47046" y="86136"/>
                    <a:pt x="52052" y="86548"/>
                    <a:pt x="58293" y="86959"/>
                  </a:cubicBezTo>
                  <a:cubicBezTo>
                    <a:pt x="64534" y="87371"/>
                    <a:pt x="69129" y="88194"/>
                    <a:pt x="74546" y="88606"/>
                  </a:cubicBezTo>
                  <a:cubicBezTo>
                    <a:pt x="82022" y="89017"/>
                    <a:pt x="89086" y="89429"/>
                    <a:pt x="96561" y="89429"/>
                  </a:cubicBezTo>
                  <a:cubicBezTo>
                    <a:pt x="101978" y="89429"/>
                    <a:pt x="106985" y="89017"/>
                    <a:pt x="112403" y="89017"/>
                  </a:cubicBezTo>
                  <a:cubicBezTo>
                    <a:pt x="121181" y="88606"/>
                    <a:pt x="129479" y="88194"/>
                    <a:pt x="138669" y="87371"/>
                  </a:cubicBezTo>
                  <a:cubicBezTo>
                    <a:pt x="143607" y="86959"/>
                    <a:pt x="149024" y="86136"/>
                    <a:pt x="154442" y="85314"/>
                  </a:cubicBezTo>
                  <a:cubicBezTo>
                    <a:pt x="155540" y="85314"/>
                    <a:pt x="156774" y="84902"/>
                    <a:pt x="157871" y="84833"/>
                  </a:cubicBezTo>
                  <a:close/>
                </a:path>
              </a:pathLst>
            </a:custGeom>
            <a:solidFill>
              <a:srgbClr val="43434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6918E14-C762-2A84-512C-54100BBBB1B9}"/>
                </a:ext>
              </a:extLst>
            </p:cNvPr>
            <p:cNvSpPr/>
            <p:nvPr/>
          </p:nvSpPr>
          <p:spPr>
            <a:xfrm>
              <a:off x="3852179" y="2087918"/>
              <a:ext cx="103692" cy="334738"/>
            </a:xfrm>
            <a:custGeom>
              <a:avLst/>
              <a:gdLst>
                <a:gd name="connsiteX0" fmla="*/ 36279 w 103692"/>
                <a:gd name="connsiteY0" fmla="*/ 31204 h 334738"/>
                <a:gd name="connsiteX1" fmla="*/ 103693 w 103692"/>
                <a:gd name="connsiteY1" fmla="*/ 320200 h 334738"/>
                <a:gd name="connsiteX2" fmla="*/ 78730 w 103692"/>
                <a:gd name="connsiteY2" fmla="*/ 334739 h 334738"/>
                <a:gd name="connsiteX3" fmla="*/ 0 w 103692"/>
                <a:gd name="connsiteY3" fmla="*/ 0 h 334738"/>
                <a:gd name="connsiteX4" fmla="*/ 11658 w 103692"/>
                <a:gd name="connsiteY4" fmla="*/ 2469 h 334738"/>
                <a:gd name="connsiteX5" fmla="*/ 20437 w 103692"/>
                <a:gd name="connsiteY5" fmla="*/ 6652 h 334738"/>
                <a:gd name="connsiteX6" fmla="*/ 32918 w 103692"/>
                <a:gd name="connsiteY6" fmla="*/ 22083 h 334738"/>
                <a:gd name="connsiteX7" fmla="*/ 36279 w 103692"/>
                <a:gd name="connsiteY7" fmla="*/ 31204 h 334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692" h="334738">
                  <a:moveTo>
                    <a:pt x="36279" y="31204"/>
                  </a:moveTo>
                  <a:lnTo>
                    <a:pt x="103693" y="320200"/>
                  </a:lnTo>
                  <a:cubicBezTo>
                    <a:pt x="95395" y="325206"/>
                    <a:pt x="87028" y="329733"/>
                    <a:pt x="78730" y="334739"/>
                  </a:cubicBezTo>
                  <a:lnTo>
                    <a:pt x="0" y="0"/>
                  </a:lnTo>
                  <a:lnTo>
                    <a:pt x="11658" y="2469"/>
                  </a:lnTo>
                  <a:cubicBezTo>
                    <a:pt x="14863" y="3182"/>
                    <a:pt x="17864" y="4613"/>
                    <a:pt x="20437" y="6652"/>
                  </a:cubicBezTo>
                  <a:cubicBezTo>
                    <a:pt x="25694" y="10802"/>
                    <a:pt x="29958" y="16074"/>
                    <a:pt x="32918" y="22083"/>
                  </a:cubicBezTo>
                  <a:cubicBezTo>
                    <a:pt x="34255" y="25039"/>
                    <a:pt x="35378" y="28087"/>
                    <a:pt x="36279" y="31204"/>
                  </a:cubicBez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723EF7F-2F59-78E9-6A62-58DA0A9076FE}"/>
                </a:ext>
              </a:extLst>
            </p:cNvPr>
            <p:cNvSpPr/>
            <p:nvPr/>
          </p:nvSpPr>
          <p:spPr>
            <a:xfrm>
              <a:off x="3863838" y="2064738"/>
              <a:ext cx="68305" cy="54109"/>
            </a:xfrm>
            <a:custGeom>
              <a:avLst/>
              <a:gdLst>
                <a:gd name="connsiteX0" fmla="*/ 68306 w 68305"/>
                <a:gd name="connsiteY0" fmla="*/ 28735 h 54109"/>
                <a:gd name="connsiteX1" fmla="*/ 24620 w 68305"/>
                <a:gd name="connsiteY1" fmla="*/ 54110 h 54109"/>
                <a:gd name="connsiteX2" fmla="*/ 21260 w 68305"/>
                <a:gd name="connsiteY2" fmla="*/ 44988 h 54109"/>
                <a:gd name="connsiteX3" fmla="*/ 8778 w 68305"/>
                <a:gd name="connsiteY3" fmla="*/ 29558 h 54109"/>
                <a:gd name="connsiteX4" fmla="*/ 0 w 68305"/>
                <a:gd name="connsiteY4" fmla="*/ 25375 h 54109"/>
                <a:gd name="connsiteX5" fmla="*/ 44166 w 68305"/>
                <a:gd name="connsiteY5" fmla="*/ 0 h 54109"/>
                <a:gd name="connsiteX6" fmla="*/ 52875 w 68305"/>
                <a:gd name="connsiteY6" fmla="*/ 4183 h 54109"/>
                <a:gd name="connsiteX7" fmla="*/ 64945 w 68305"/>
                <a:gd name="connsiteY7" fmla="*/ 19545 h 54109"/>
                <a:gd name="connsiteX8" fmla="*/ 68306 w 68305"/>
                <a:gd name="connsiteY8" fmla="*/ 28735 h 54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305" h="54109">
                  <a:moveTo>
                    <a:pt x="68306" y="28735"/>
                  </a:moveTo>
                  <a:lnTo>
                    <a:pt x="24620" y="54110"/>
                  </a:lnTo>
                  <a:cubicBezTo>
                    <a:pt x="23719" y="50993"/>
                    <a:pt x="22596" y="47945"/>
                    <a:pt x="21260" y="44988"/>
                  </a:cubicBezTo>
                  <a:cubicBezTo>
                    <a:pt x="18300" y="38980"/>
                    <a:pt x="14036" y="33708"/>
                    <a:pt x="8778" y="29558"/>
                  </a:cubicBezTo>
                  <a:cubicBezTo>
                    <a:pt x="6206" y="27519"/>
                    <a:pt x="3204" y="26088"/>
                    <a:pt x="0" y="25375"/>
                  </a:cubicBezTo>
                  <a:lnTo>
                    <a:pt x="44166" y="0"/>
                  </a:lnTo>
                  <a:cubicBezTo>
                    <a:pt x="47360" y="683"/>
                    <a:pt x="50345" y="2117"/>
                    <a:pt x="52875" y="4183"/>
                  </a:cubicBezTo>
                  <a:cubicBezTo>
                    <a:pt x="58044" y="8291"/>
                    <a:pt x="62177" y="13552"/>
                    <a:pt x="64945" y="19545"/>
                  </a:cubicBezTo>
                  <a:cubicBezTo>
                    <a:pt x="66693" y="22341"/>
                    <a:pt x="67838" y="25471"/>
                    <a:pt x="68306" y="28735"/>
                  </a:cubicBezTo>
                  <a:close/>
                </a:path>
              </a:pathLst>
            </a:custGeom>
            <a:solidFill>
              <a:srgbClr val="40404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116F2BA9-A7EF-DC51-C7A9-47B5451B0F16}"/>
                </a:ext>
              </a:extLst>
            </p:cNvPr>
            <p:cNvSpPr/>
            <p:nvPr/>
          </p:nvSpPr>
          <p:spPr>
            <a:xfrm>
              <a:off x="3877005" y="2070293"/>
              <a:ext cx="47937" cy="39364"/>
            </a:xfrm>
            <a:custGeom>
              <a:avLst/>
              <a:gdLst>
                <a:gd name="connsiteX0" fmla="*/ 14196 w 47937"/>
                <a:gd name="connsiteY0" fmla="*/ 37788 h 39364"/>
                <a:gd name="connsiteX1" fmla="*/ 0 w 47937"/>
                <a:gd name="connsiteY1" fmla="*/ 19477 h 39364"/>
                <a:gd name="connsiteX2" fmla="*/ 33810 w 47937"/>
                <a:gd name="connsiteY2" fmla="*/ 0 h 39364"/>
                <a:gd name="connsiteX3" fmla="*/ 36073 w 47937"/>
                <a:gd name="connsiteY3" fmla="*/ 3703 h 39364"/>
                <a:gd name="connsiteX4" fmla="*/ 46223 w 47937"/>
                <a:gd name="connsiteY4" fmla="*/ 16802 h 39364"/>
                <a:gd name="connsiteX5" fmla="*/ 47938 w 47937"/>
                <a:gd name="connsiteY5" fmla="*/ 20163 h 39364"/>
                <a:gd name="connsiteX6" fmla="*/ 14882 w 47937"/>
                <a:gd name="connsiteY6" fmla="*/ 39365 h 39364"/>
                <a:gd name="connsiteX7" fmla="*/ 14196 w 47937"/>
                <a:gd name="connsiteY7" fmla="*/ 37788 h 39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937" h="39364">
                  <a:moveTo>
                    <a:pt x="14196" y="37788"/>
                  </a:moveTo>
                  <a:cubicBezTo>
                    <a:pt x="10912" y="30687"/>
                    <a:pt x="6058" y="24426"/>
                    <a:pt x="0" y="19477"/>
                  </a:cubicBezTo>
                  <a:lnTo>
                    <a:pt x="33810" y="0"/>
                  </a:lnTo>
                  <a:cubicBezTo>
                    <a:pt x="32301" y="1097"/>
                    <a:pt x="34564" y="2537"/>
                    <a:pt x="36073" y="3703"/>
                  </a:cubicBezTo>
                  <a:cubicBezTo>
                    <a:pt x="40431" y="7219"/>
                    <a:pt x="43906" y="11705"/>
                    <a:pt x="46223" y="16802"/>
                  </a:cubicBezTo>
                  <a:cubicBezTo>
                    <a:pt x="46862" y="17887"/>
                    <a:pt x="47434" y="19009"/>
                    <a:pt x="47938" y="20163"/>
                  </a:cubicBezTo>
                  <a:lnTo>
                    <a:pt x="14882" y="39365"/>
                  </a:lnTo>
                  <a:cubicBezTo>
                    <a:pt x="14676" y="38816"/>
                    <a:pt x="14402" y="38336"/>
                    <a:pt x="14196" y="37788"/>
                  </a:cubicBezTo>
                  <a:close/>
                </a:path>
              </a:pathLst>
            </a:custGeom>
            <a:solidFill>
              <a:srgbClr val="4C4C4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59316C4-15E7-0C4F-2B6C-EC9726ECA797}"/>
                </a:ext>
              </a:extLst>
            </p:cNvPr>
            <p:cNvSpPr/>
            <p:nvPr/>
          </p:nvSpPr>
          <p:spPr>
            <a:xfrm>
              <a:off x="3852179" y="2062200"/>
              <a:ext cx="55824" cy="27911"/>
            </a:xfrm>
            <a:custGeom>
              <a:avLst/>
              <a:gdLst>
                <a:gd name="connsiteX0" fmla="*/ 55824 w 55824"/>
                <a:gd name="connsiteY0" fmla="*/ 2537 h 27911"/>
                <a:gd name="connsiteX1" fmla="*/ 11658 w 55824"/>
                <a:gd name="connsiteY1" fmla="*/ 27912 h 27911"/>
                <a:gd name="connsiteX2" fmla="*/ 0 w 55824"/>
                <a:gd name="connsiteY2" fmla="*/ 25443 h 27911"/>
                <a:gd name="connsiteX3" fmla="*/ 44166 w 55824"/>
                <a:gd name="connsiteY3" fmla="*/ 0 h 27911"/>
                <a:gd name="connsiteX4" fmla="*/ 55824 w 55824"/>
                <a:gd name="connsiteY4" fmla="*/ 2537 h 27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824" h="27911">
                  <a:moveTo>
                    <a:pt x="55824" y="2537"/>
                  </a:moveTo>
                  <a:lnTo>
                    <a:pt x="11658" y="27912"/>
                  </a:lnTo>
                  <a:lnTo>
                    <a:pt x="0" y="25443"/>
                  </a:lnTo>
                  <a:lnTo>
                    <a:pt x="44166" y="0"/>
                  </a:lnTo>
                  <a:lnTo>
                    <a:pt x="55824" y="2537"/>
                  </a:lnTo>
                  <a:close/>
                </a:path>
              </a:pathLst>
            </a:custGeom>
            <a:solidFill>
              <a:srgbClr val="40404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BD26838-BCB6-542B-4D6E-EDF57A3E2BBC}"/>
                </a:ext>
              </a:extLst>
            </p:cNvPr>
            <p:cNvSpPr/>
            <p:nvPr/>
          </p:nvSpPr>
          <p:spPr>
            <a:xfrm>
              <a:off x="3618184" y="1670403"/>
              <a:ext cx="244007" cy="142852"/>
            </a:xfrm>
            <a:custGeom>
              <a:avLst/>
              <a:gdLst>
                <a:gd name="connsiteX0" fmla="*/ 244008 w 244007"/>
                <a:gd name="connsiteY0" fmla="*/ 3360 h 142852"/>
                <a:gd name="connsiteX1" fmla="*/ 2949 w 244007"/>
                <a:gd name="connsiteY1" fmla="*/ 142852 h 142852"/>
                <a:gd name="connsiteX2" fmla="*/ 411 w 244007"/>
                <a:gd name="connsiteY2" fmla="*/ 132839 h 142852"/>
                <a:gd name="connsiteX3" fmla="*/ 0 w 244007"/>
                <a:gd name="connsiteY3" fmla="*/ 132017 h 142852"/>
                <a:gd name="connsiteX4" fmla="*/ 228166 w 244007"/>
                <a:gd name="connsiteY4" fmla="*/ 0 h 142852"/>
                <a:gd name="connsiteX5" fmla="*/ 244008 w 244007"/>
                <a:gd name="connsiteY5" fmla="*/ 3360 h 142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4007" h="142852">
                  <a:moveTo>
                    <a:pt x="244008" y="3360"/>
                  </a:moveTo>
                  <a:lnTo>
                    <a:pt x="2949" y="142852"/>
                  </a:lnTo>
                  <a:lnTo>
                    <a:pt x="411" y="132839"/>
                  </a:lnTo>
                  <a:lnTo>
                    <a:pt x="0" y="132017"/>
                  </a:lnTo>
                  <a:lnTo>
                    <a:pt x="228166" y="0"/>
                  </a:lnTo>
                  <a:lnTo>
                    <a:pt x="244008" y="3360"/>
                  </a:lnTo>
                  <a:close/>
                </a:path>
              </a:pathLst>
            </a:custGeom>
            <a:solidFill>
              <a:srgbClr val="6E6E6E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2BA9623-F88C-C037-09C9-8A613206CED2}"/>
                </a:ext>
              </a:extLst>
            </p:cNvPr>
            <p:cNvSpPr/>
            <p:nvPr/>
          </p:nvSpPr>
          <p:spPr>
            <a:xfrm>
              <a:off x="2272682" y="4347972"/>
              <a:ext cx="1425055" cy="1167643"/>
            </a:xfrm>
            <a:custGeom>
              <a:avLst/>
              <a:gdLst>
                <a:gd name="connsiteX0" fmla="*/ 1425055 w 1425055"/>
                <a:gd name="connsiteY0" fmla="*/ 877824 h 1167643"/>
                <a:gd name="connsiteX1" fmla="*/ 1425055 w 1425055"/>
                <a:gd name="connsiteY1" fmla="*/ 1167643 h 1167643"/>
                <a:gd name="connsiteX2" fmla="*/ 1403384 w 1425055"/>
                <a:gd name="connsiteY2" fmla="*/ 1156396 h 1167643"/>
                <a:gd name="connsiteX3" fmla="*/ 73892 w 1425055"/>
                <a:gd name="connsiteY3" fmla="*/ 389054 h 1167643"/>
                <a:gd name="connsiteX4" fmla="*/ 237 w 1425055"/>
                <a:gd name="connsiteY4" fmla="*/ 279326 h 1167643"/>
                <a:gd name="connsiteX5" fmla="*/ 237 w 1425055"/>
                <a:gd name="connsiteY5" fmla="*/ 0 h 1167643"/>
                <a:gd name="connsiteX6" fmla="*/ 649 w 1425055"/>
                <a:gd name="connsiteY6" fmla="*/ 4595 h 1167643"/>
                <a:gd name="connsiteX7" fmla="*/ 1060 w 1425055"/>
                <a:gd name="connsiteY7" fmla="*/ 8778 h 1167643"/>
                <a:gd name="connsiteX8" fmla="*/ 1060 w 1425055"/>
                <a:gd name="connsiteY8" fmla="*/ 10013 h 1167643"/>
                <a:gd name="connsiteX9" fmla="*/ 73892 w 1425055"/>
                <a:gd name="connsiteY9" fmla="*/ 99167 h 1167643"/>
                <a:gd name="connsiteX10" fmla="*/ 1403384 w 1425055"/>
                <a:gd name="connsiteY10" fmla="*/ 866577 h 1167643"/>
                <a:gd name="connsiteX11" fmla="*/ 1425055 w 1425055"/>
                <a:gd name="connsiteY11" fmla="*/ 877824 h 1167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5055" h="1167643">
                  <a:moveTo>
                    <a:pt x="1425055" y="877824"/>
                  </a:moveTo>
                  <a:lnTo>
                    <a:pt x="1425055" y="1167643"/>
                  </a:lnTo>
                  <a:cubicBezTo>
                    <a:pt x="1417639" y="1164278"/>
                    <a:pt x="1410405" y="1160524"/>
                    <a:pt x="1403384" y="1156396"/>
                  </a:cubicBezTo>
                  <a:lnTo>
                    <a:pt x="73892" y="389054"/>
                  </a:lnTo>
                  <a:cubicBezTo>
                    <a:pt x="21840" y="359085"/>
                    <a:pt x="-2712" y="319103"/>
                    <a:pt x="237" y="279326"/>
                  </a:cubicBezTo>
                  <a:lnTo>
                    <a:pt x="237" y="0"/>
                  </a:lnTo>
                  <a:cubicBezTo>
                    <a:pt x="184" y="1543"/>
                    <a:pt x="323" y="3086"/>
                    <a:pt x="649" y="4595"/>
                  </a:cubicBezTo>
                  <a:cubicBezTo>
                    <a:pt x="600" y="6001"/>
                    <a:pt x="739" y="7408"/>
                    <a:pt x="1060" y="8778"/>
                  </a:cubicBezTo>
                  <a:lnTo>
                    <a:pt x="1060" y="10013"/>
                  </a:lnTo>
                  <a:cubicBezTo>
                    <a:pt x="6478" y="42520"/>
                    <a:pt x="31030" y="74135"/>
                    <a:pt x="73892" y="99167"/>
                  </a:cubicBezTo>
                  <a:lnTo>
                    <a:pt x="1403384" y="866577"/>
                  </a:lnTo>
                  <a:cubicBezTo>
                    <a:pt x="1410448" y="870966"/>
                    <a:pt x="1417580" y="874121"/>
                    <a:pt x="1425055" y="877824"/>
                  </a:cubicBezTo>
                  <a:close/>
                </a:path>
              </a:pathLst>
            </a:custGeom>
            <a:solidFill>
              <a:srgbClr val="CCD6D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D105287-BE45-88F6-3AEE-FB17561FFCAE}"/>
                </a:ext>
              </a:extLst>
            </p:cNvPr>
            <p:cNvSpPr/>
            <p:nvPr/>
          </p:nvSpPr>
          <p:spPr>
            <a:xfrm>
              <a:off x="2272902" y="3863454"/>
              <a:ext cx="1424835" cy="1362341"/>
            </a:xfrm>
            <a:custGeom>
              <a:avLst/>
              <a:gdLst>
                <a:gd name="connsiteX0" fmla="*/ 1424835 w 1424835"/>
                <a:gd name="connsiteY0" fmla="*/ 882282 h 1362341"/>
                <a:gd name="connsiteX1" fmla="*/ 1424835 w 1424835"/>
                <a:gd name="connsiteY1" fmla="*/ 1362342 h 1362341"/>
                <a:gd name="connsiteX2" fmla="*/ 1403164 w 1424835"/>
                <a:gd name="connsiteY2" fmla="*/ 1351095 h 1362341"/>
                <a:gd name="connsiteX3" fmla="*/ 73672 w 1424835"/>
                <a:gd name="connsiteY3" fmla="*/ 583753 h 1362341"/>
                <a:gd name="connsiteX4" fmla="*/ 840 w 1424835"/>
                <a:gd name="connsiteY4" fmla="*/ 494599 h 1362341"/>
                <a:gd name="connsiteX5" fmla="*/ 840 w 1424835"/>
                <a:gd name="connsiteY5" fmla="*/ 493365 h 1362341"/>
                <a:gd name="connsiteX6" fmla="*/ 428 w 1424835"/>
                <a:gd name="connsiteY6" fmla="*/ 489181 h 1362341"/>
                <a:gd name="connsiteX7" fmla="*/ 17 w 1424835"/>
                <a:gd name="connsiteY7" fmla="*/ 480471 h 1362341"/>
                <a:gd name="connsiteX8" fmla="*/ 17 w 1424835"/>
                <a:gd name="connsiteY8" fmla="*/ 0 h 1362341"/>
                <a:gd name="connsiteX9" fmla="*/ 428 w 1424835"/>
                <a:gd name="connsiteY9" fmla="*/ 8367 h 1362341"/>
                <a:gd name="connsiteX10" fmla="*/ 1251 w 1424835"/>
                <a:gd name="connsiteY10" fmla="*/ 14607 h 1362341"/>
                <a:gd name="connsiteX11" fmla="*/ 3309 w 1424835"/>
                <a:gd name="connsiteY11" fmla="*/ 23728 h 1362341"/>
                <a:gd name="connsiteX12" fmla="*/ 6669 w 1424835"/>
                <a:gd name="connsiteY12" fmla="*/ 34153 h 1362341"/>
                <a:gd name="connsiteX13" fmla="*/ 11676 w 1424835"/>
                <a:gd name="connsiteY13" fmla="*/ 44166 h 1362341"/>
                <a:gd name="connsiteX14" fmla="*/ 17505 w 1424835"/>
                <a:gd name="connsiteY14" fmla="*/ 53767 h 1362341"/>
                <a:gd name="connsiteX15" fmla="*/ 22031 w 1424835"/>
                <a:gd name="connsiteY15" fmla="*/ 60008 h 1362341"/>
                <a:gd name="connsiteX16" fmla="*/ 27038 w 1424835"/>
                <a:gd name="connsiteY16" fmla="*/ 66249 h 1362341"/>
                <a:gd name="connsiteX17" fmla="*/ 32867 w 1424835"/>
                <a:gd name="connsiteY17" fmla="*/ 72489 h 1362341"/>
                <a:gd name="connsiteX18" fmla="*/ 39108 w 1424835"/>
                <a:gd name="connsiteY18" fmla="*/ 78318 h 1362341"/>
                <a:gd name="connsiteX19" fmla="*/ 45966 w 1424835"/>
                <a:gd name="connsiteY19" fmla="*/ 83736 h 1362341"/>
                <a:gd name="connsiteX20" fmla="*/ 52824 w 1424835"/>
                <a:gd name="connsiteY20" fmla="*/ 89565 h 1362341"/>
                <a:gd name="connsiteX21" fmla="*/ 60299 w 1424835"/>
                <a:gd name="connsiteY21" fmla="*/ 94983 h 1362341"/>
                <a:gd name="connsiteX22" fmla="*/ 68186 w 1424835"/>
                <a:gd name="connsiteY22" fmla="*/ 99921 h 1362341"/>
                <a:gd name="connsiteX23" fmla="*/ 71957 w 1424835"/>
                <a:gd name="connsiteY23" fmla="*/ 102047 h 1362341"/>
                <a:gd name="connsiteX24" fmla="*/ 73603 w 1424835"/>
                <a:gd name="connsiteY24" fmla="*/ 102870 h 1362341"/>
                <a:gd name="connsiteX25" fmla="*/ 73603 w 1424835"/>
                <a:gd name="connsiteY25" fmla="*/ 103281 h 1362341"/>
                <a:gd name="connsiteX26" fmla="*/ 1165328 w 1424835"/>
                <a:gd name="connsiteY26" fmla="*/ 733669 h 1362341"/>
                <a:gd name="connsiteX27" fmla="*/ 1381013 w 1424835"/>
                <a:gd name="connsiteY27" fmla="*/ 858210 h 1362341"/>
                <a:gd name="connsiteX28" fmla="*/ 1400215 w 1424835"/>
                <a:gd name="connsiteY28" fmla="*/ 868977 h 1362341"/>
                <a:gd name="connsiteX29" fmla="*/ 1402684 w 1424835"/>
                <a:gd name="connsiteY29" fmla="*/ 870280 h 1362341"/>
                <a:gd name="connsiteX30" fmla="*/ 1403095 w 1424835"/>
                <a:gd name="connsiteY30" fmla="*/ 870692 h 1362341"/>
                <a:gd name="connsiteX31" fmla="*/ 1411874 w 1424835"/>
                <a:gd name="connsiteY31" fmla="*/ 875630 h 1362341"/>
                <a:gd name="connsiteX32" fmla="*/ 1420583 w 1424835"/>
                <a:gd name="connsiteY32" fmla="*/ 879813 h 1362341"/>
                <a:gd name="connsiteX33" fmla="*/ 1424835 w 1424835"/>
                <a:gd name="connsiteY33" fmla="*/ 882282 h 136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424835" h="1362341">
                  <a:moveTo>
                    <a:pt x="1424835" y="882282"/>
                  </a:moveTo>
                  <a:lnTo>
                    <a:pt x="1424835" y="1362342"/>
                  </a:lnTo>
                  <a:cubicBezTo>
                    <a:pt x="1417360" y="1358570"/>
                    <a:pt x="1410228" y="1355484"/>
                    <a:pt x="1403164" y="1351095"/>
                  </a:cubicBezTo>
                  <a:lnTo>
                    <a:pt x="73672" y="583753"/>
                  </a:lnTo>
                  <a:cubicBezTo>
                    <a:pt x="30809" y="558790"/>
                    <a:pt x="6258" y="527174"/>
                    <a:pt x="840" y="494599"/>
                  </a:cubicBezTo>
                  <a:lnTo>
                    <a:pt x="840" y="493365"/>
                  </a:lnTo>
                  <a:cubicBezTo>
                    <a:pt x="518" y="491995"/>
                    <a:pt x="380" y="490588"/>
                    <a:pt x="428" y="489181"/>
                  </a:cubicBezTo>
                  <a:cubicBezTo>
                    <a:pt x="86" y="486291"/>
                    <a:pt x="-51" y="483381"/>
                    <a:pt x="17" y="480471"/>
                  </a:cubicBezTo>
                  <a:lnTo>
                    <a:pt x="17" y="0"/>
                  </a:lnTo>
                  <a:cubicBezTo>
                    <a:pt x="-51" y="2795"/>
                    <a:pt x="86" y="5592"/>
                    <a:pt x="428" y="8367"/>
                  </a:cubicBezTo>
                  <a:cubicBezTo>
                    <a:pt x="500" y="10469"/>
                    <a:pt x="775" y="12559"/>
                    <a:pt x="1251" y="14607"/>
                  </a:cubicBezTo>
                  <a:cubicBezTo>
                    <a:pt x="1741" y="17689"/>
                    <a:pt x="2428" y="20735"/>
                    <a:pt x="3309" y="23728"/>
                  </a:cubicBezTo>
                  <a:cubicBezTo>
                    <a:pt x="4200" y="27273"/>
                    <a:pt x="5323" y="30755"/>
                    <a:pt x="6669" y="34153"/>
                  </a:cubicBezTo>
                  <a:cubicBezTo>
                    <a:pt x="7976" y="37659"/>
                    <a:pt x="9655" y="41016"/>
                    <a:pt x="11676" y="44166"/>
                  </a:cubicBezTo>
                  <a:cubicBezTo>
                    <a:pt x="13322" y="47046"/>
                    <a:pt x="15379" y="50407"/>
                    <a:pt x="17505" y="53767"/>
                  </a:cubicBezTo>
                  <a:cubicBezTo>
                    <a:pt x="18894" y="55931"/>
                    <a:pt x="20405" y="58015"/>
                    <a:pt x="22031" y="60008"/>
                  </a:cubicBezTo>
                  <a:cubicBezTo>
                    <a:pt x="23746" y="62065"/>
                    <a:pt x="25392" y="64123"/>
                    <a:pt x="27038" y="66249"/>
                  </a:cubicBezTo>
                  <a:cubicBezTo>
                    <a:pt x="28683" y="68374"/>
                    <a:pt x="30809" y="70363"/>
                    <a:pt x="32867" y="72489"/>
                  </a:cubicBezTo>
                  <a:cubicBezTo>
                    <a:pt x="35080" y="74284"/>
                    <a:pt x="37166" y="76232"/>
                    <a:pt x="39108" y="78318"/>
                  </a:cubicBezTo>
                  <a:cubicBezTo>
                    <a:pt x="41234" y="79965"/>
                    <a:pt x="43291" y="82022"/>
                    <a:pt x="45966" y="83736"/>
                  </a:cubicBezTo>
                  <a:cubicBezTo>
                    <a:pt x="48640" y="85451"/>
                    <a:pt x="50560" y="87440"/>
                    <a:pt x="52824" y="89565"/>
                  </a:cubicBezTo>
                  <a:cubicBezTo>
                    <a:pt x="55416" y="91229"/>
                    <a:pt x="57911" y="93038"/>
                    <a:pt x="60299" y="94983"/>
                  </a:cubicBezTo>
                  <a:cubicBezTo>
                    <a:pt x="62768" y="96629"/>
                    <a:pt x="65305" y="98275"/>
                    <a:pt x="68186" y="99921"/>
                  </a:cubicBezTo>
                  <a:cubicBezTo>
                    <a:pt x="69420" y="100813"/>
                    <a:pt x="70723" y="101224"/>
                    <a:pt x="71957" y="102047"/>
                  </a:cubicBezTo>
                  <a:cubicBezTo>
                    <a:pt x="72353" y="102557"/>
                    <a:pt x="72958" y="102860"/>
                    <a:pt x="73603" y="102870"/>
                  </a:cubicBezTo>
                  <a:lnTo>
                    <a:pt x="73603" y="103281"/>
                  </a:lnTo>
                  <a:cubicBezTo>
                    <a:pt x="437535" y="313137"/>
                    <a:pt x="801443" y="523266"/>
                    <a:pt x="1165328" y="733669"/>
                  </a:cubicBezTo>
                  <a:cubicBezTo>
                    <a:pt x="1237406" y="774817"/>
                    <a:pt x="1309004" y="816513"/>
                    <a:pt x="1381013" y="858210"/>
                  </a:cubicBezTo>
                  <a:cubicBezTo>
                    <a:pt x="1387253" y="861502"/>
                    <a:pt x="1393563" y="865068"/>
                    <a:pt x="1400215" y="868977"/>
                  </a:cubicBezTo>
                  <a:lnTo>
                    <a:pt x="1402684" y="870280"/>
                  </a:lnTo>
                  <a:cubicBezTo>
                    <a:pt x="1402684" y="870508"/>
                    <a:pt x="1402868" y="870692"/>
                    <a:pt x="1403095" y="870692"/>
                  </a:cubicBezTo>
                  <a:lnTo>
                    <a:pt x="1411874" y="875630"/>
                  </a:lnTo>
                  <a:cubicBezTo>
                    <a:pt x="1414754" y="876932"/>
                    <a:pt x="1417703" y="878579"/>
                    <a:pt x="1420583" y="879813"/>
                  </a:cubicBezTo>
                  <a:cubicBezTo>
                    <a:pt x="1421886" y="880636"/>
                    <a:pt x="1423601" y="881048"/>
                    <a:pt x="1424835" y="882282"/>
                  </a:cubicBezTo>
                  <a:close/>
                </a:path>
              </a:pathLst>
            </a:custGeom>
            <a:solidFill>
              <a:srgbClr val="CCD6D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6EE6D88A-C9F5-2338-AA3F-9D91BB59238B}"/>
                </a:ext>
              </a:extLst>
            </p:cNvPr>
            <p:cNvSpPr/>
            <p:nvPr/>
          </p:nvSpPr>
          <p:spPr>
            <a:xfrm>
              <a:off x="2272954" y="3744468"/>
              <a:ext cx="1424783" cy="1001268"/>
            </a:xfrm>
            <a:custGeom>
              <a:avLst/>
              <a:gdLst>
                <a:gd name="connsiteX0" fmla="*/ 1424783 w 1424783"/>
                <a:gd name="connsiteY0" fmla="*/ 881390 h 1001268"/>
                <a:gd name="connsiteX1" fmla="*/ 1424783 w 1424783"/>
                <a:gd name="connsiteY1" fmla="*/ 1001268 h 1001268"/>
                <a:gd name="connsiteX2" fmla="*/ 1420600 w 1424783"/>
                <a:gd name="connsiteY2" fmla="*/ 999142 h 1001268"/>
                <a:gd name="connsiteX3" fmla="*/ 1411890 w 1424783"/>
                <a:gd name="connsiteY3" fmla="*/ 994959 h 1001268"/>
                <a:gd name="connsiteX4" fmla="*/ 1403112 w 1424783"/>
                <a:gd name="connsiteY4" fmla="*/ 990021 h 1001268"/>
                <a:gd name="connsiteX5" fmla="*/ 1402700 w 1424783"/>
                <a:gd name="connsiteY5" fmla="*/ 989609 h 1001268"/>
                <a:gd name="connsiteX6" fmla="*/ 1400232 w 1424783"/>
                <a:gd name="connsiteY6" fmla="*/ 988306 h 1001268"/>
                <a:gd name="connsiteX7" fmla="*/ 1381029 w 1424783"/>
                <a:gd name="connsiteY7" fmla="*/ 977539 h 1001268"/>
                <a:gd name="connsiteX8" fmla="*/ 1165345 w 1424783"/>
                <a:gd name="connsiteY8" fmla="*/ 852998 h 1001268"/>
                <a:gd name="connsiteX9" fmla="*/ 73620 w 1424783"/>
                <a:gd name="connsiteY9" fmla="*/ 222611 h 1001268"/>
                <a:gd name="connsiteX10" fmla="*/ 73620 w 1424783"/>
                <a:gd name="connsiteY10" fmla="*/ 222199 h 1001268"/>
                <a:gd name="connsiteX11" fmla="*/ 71974 w 1424783"/>
                <a:gd name="connsiteY11" fmla="*/ 221376 h 1001268"/>
                <a:gd name="connsiteX12" fmla="*/ 68202 w 1424783"/>
                <a:gd name="connsiteY12" fmla="*/ 219250 h 1001268"/>
                <a:gd name="connsiteX13" fmla="*/ 60316 w 1424783"/>
                <a:gd name="connsiteY13" fmla="*/ 214313 h 1001268"/>
                <a:gd name="connsiteX14" fmla="*/ 52840 w 1424783"/>
                <a:gd name="connsiteY14" fmla="*/ 208895 h 1001268"/>
                <a:gd name="connsiteX15" fmla="*/ 45982 w 1424783"/>
                <a:gd name="connsiteY15" fmla="*/ 203065 h 1001268"/>
                <a:gd name="connsiteX16" fmla="*/ 39124 w 1424783"/>
                <a:gd name="connsiteY16" fmla="*/ 197648 h 1001268"/>
                <a:gd name="connsiteX17" fmla="*/ 32884 w 1424783"/>
                <a:gd name="connsiteY17" fmla="*/ 191818 h 1001268"/>
                <a:gd name="connsiteX18" fmla="*/ 27054 w 1424783"/>
                <a:gd name="connsiteY18" fmla="*/ 185577 h 1001268"/>
                <a:gd name="connsiteX19" fmla="*/ 22048 w 1424783"/>
                <a:gd name="connsiteY19" fmla="*/ 179337 h 1001268"/>
                <a:gd name="connsiteX20" fmla="*/ 17522 w 1424783"/>
                <a:gd name="connsiteY20" fmla="*/ 173096 h 1001268"/>
                <a:gd name="connsiteX21" fmla="*/ 11692 w 1424783"/>
                <a:gd name="connsiteY21" fmla="*/ 163495 h 1001268"/>
                <a:gd name="connsiteX22" fmla="*/ 6686 w 1424783"/>
                <a:gd name="connsiteY22" fmla="*/ 153482 h 1001268"/>
                <a:gd name="connsiteX23" fmla="*/ 3326 w 1424783"/>
                <a:gd name="connsiteY23" fmla="*/ 143058 h 1001268"/>
                <a:gd name="connsiteX24" fmla="*/ 1268 w 1424783"/>
                <a:gd name="connsiteY24" fmla="*/ 133937 h 1001268"/>
                <a:gd name="connsiteX25" fmla="*/ 445 w 1424783"/>
                <a:gd name="connsiteY25" fmla="*/ 127696 h 1001268"/>
                <a:gd name="connsiteX26" fmla="*/ 34 w 1424783"/>
                <a:gd name="connsiteY26" fmla="*/ 119329 h 1001268"/>
                <a:gd name="connsiteX27" fmla="*/ 34 w 1424783"/>
                <a:gd name="connsiteY27" fmla="*/ 0 h 1001268"/>
                <a:gd name="connsiteX28" fmla="*/ 857 w 1424783"/>
                <a:gd name="connsiteY28" fmla="*/ 11247 h 1001268"/>
                <a:gd name="connsiteX29" fmla="*/ 2503 w 1424783"/>
                <a:gd name="connsiteY29" fmla="*/ 20368 h 1001268"/>
                <a:gd name="connsiteX30" fmla="*/ 23900 w 1424783"/>
                <a:gd name="connsiteY30" fmla="*/ 62408 h 1001268"/>
                <a:gd name="connsiteX31" fmla="*/ 43033 w 1424783"/>
                <a:gd name="connsiteY31" fmla="*/ 81542 h 1001268"/>
                <a:gd name="connsiteX32" fmla="*/ 54280 w 1424783"/>
                <a:gd name="connsiteY32" fmla="*/ 90252 h 1001268"/>
                <a:gd name="connsiteX33" fmla="*/ 66762 w 1424783"/>
                <a:gd name="connsiteY33" fmla="*/ 98618 h 1001268"/>
                <a:gd name="connsiteX34" fmla="*/ 73620 w 1424783"/>
                <a:gd name="connsiteY34" fmla="*/ 102801 h 1001268"/>
                <a:gd name="connsiteX35" fmla="*/ 83633 w 1424783"/>
                <a:gd name="connsiteY35" fmla="*/ 108631 h 1001268"/>
                <a:gd name="connsiteX36" fmla="*/ 93645 w 1424783"/>
                <a:gd name="connsiteY36" fmla="*/ 114460 h 1001268"/>
                <a:gd name="connsiteX37" fmla="*/ 113602 w 1424783"/>
                <a:gd name="connsiteY37" fmla="*/ 126119 h 1001268"/>
                <a:gd name="connsiteX38" fmla="*/ 153584 w 1424783"/>
                <a:gd name="connsiteY38" fmla="*/ 149024 h 1001268"/>
                <a:gd name="connsiteX39" fmla="*/ 233549 w 1424783"/>
                <a:gd name="connsiteY39" fmla="*/ 195179 h 1001268"/>
                <a:gd name="connsiteX40" fmla="*/ 393820 w 1424783"/>
                <a:gd name="connsiteY40" fmla="*/ 287625 h 1001268"/>
                <a:gd name="connsiteX41" fmla="*/ 713609 w 1424783"/>
                <a:gd name="connsiteY41" fmla="*/ 472791 h 1001268"/>
                <a:gd name="connsiteX42" fmla="*/ 1033809 w 1424783"/>
                <a:gd name="connsiteY42" fmla="*/ 657957 h 1001268"/>
                <a:gd name="connsiteX43" fmla="*/ 1193669 w 1424783"/>
                <a:gd name="connsiteY43" fmla="*/ 749922 h 1001268"/>
                <a:gd name="connsiteX44" fmla="*/ 1274044 w 1424783"/>
                <a:gd name="connsiteY44" fmla="*/ 796145 h 1001268"/>
                <a:gd name="connsiteX45" fmla="*/ 1354352 w 1424783"/>
                <a:gd name="connsiteY45" fmla="*/ 841820 h 1001268"/>
                <a:gd name="connsiteX46" fmla="*/ 1403455 w 1424783"/>
                <a:gd name="connsiteY46" fmla="*/ 870555 h 1001268"/>
                <a:gd name="connsiteX47" fmla="*/ 1424783 w 1424783"/>
                <a:gd name="connsiteY47" fmla="*/ 881390 h 1001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424783" h="1001268">
                  <a:moveTo>
                    <a:pt x="1424783" y="881390"/>
                  </a:moveTo>
                  <a:lnTo>
                    <a:pt x="1424783" y="1001268"/>
                  </a:lnTo>
                  <a:cubicBezTo>
                    <a:pt x="1423549" y="1000376"/>
                    <a:pt x="1421834" y="999965"/>
                    <a:pt x="1420600" y="999142"/>
                  </a:cubicBezTo>
                  <a:cubicBezTo>
                    <a:pt x="1417719" y="997908"/>
                    <a:pt x="1414771" y="996262"/>
                    <a:pt x="1411890" y="994959"/>
                  </a:cubicBezTo>
                  <a:lnTo>
                    <a:pt x="1403112" y="990021"/>
                  </a:lnTo>
                  <a:cubicBezTo>
                    <a:pt x="1402885" y="990021"/>
                    <a:pt x="1402700" y="989837"/>
                    <a:pt x="1402700" y="989609"/>
                  </a:cubicBezTo>
                  <a:lnTo>
                    <a:pt x="1400232" y="988306"/>
                  </a:lnTo>
                  <a:cubicBezTo>
                    <a:pt x="1393374" y="984603"/>
                    <a:pt x="1387270" y="980831"/>
                    <a:pt x="1381029" y="977539"/>
                  </a:cubicBezTo>
                  <a:cubicBezTo>
                    <a:pt x="1309020" y="935843"/>
                    <a:pt x="1237423" y="894215"/>
                    <a:pt x="1165345" y="852998"/>
                  </a:cubicBezTo>
                  <a:cubicBezTo>
                    <a:pt x="801460" y="642686"/>
                    <a:pt x="437551" y="432557"/>
                    <a:pt x="73620" y="222611"/>
                  </a:cubicBezTo>
                  <a:lnTo>
                    <a:pt x="73620" y="222199"/>
                  </a:lnTo>
                  <a:cubicBezTo>
                    <a:pt x="72975" y="222189"/>
                    <a:pt x="72369" y="221886"/>
                    <a:pt x="71974" y="221376"/>
                  </a:cubicBezTo>
                  <a:cubicBezTo>
                    <a:pt x="70740" y="220553"/>
                    <a:pt x="69437" y="220142"/>
                    <a:pt x="68202" y="219250"/>
                  </a:cubicBezTo>
                  <a:cubicBezTo>
                    <a:pt x="65322" y="217604"/>
                    <a:pt x="62784" y="215958"/>
                    <a:pt x="60316" y="214313"/>
                  </a:cubicBezTo>
                  <a:cubicBezTo>
                    <a:pt x="57928" y="212367"/>
                    <a:pt x="55432" y="210558"/>
                    <a:pt x="52840" y="208895"/>
                  </a:cubicBezTo>
                  <a:cubicBezTo>
                    <a:pt x="50303" y="206769"/>
                    <a:pt x="47834" y="205123"/>
                    <a:pt x="45982" y="203065"/>
                  </a:cubicBezTo>
                  <a:cubicBezTo>
                    <a:pt x="44131" y="201008"/>
                    <a:pt x="41456" y="199293"/>
                    <a:pt x="39124" y="197648"/>
                  </a:cubicBezTo>
                  <a:cubicBezTo>
                    <a:pt x="37182" y="195561"/>
                    <a:pt x="35097" y="193614"/>
                    <a:pt x="32884" y="191818"/>
                  </a:cubicBezTo>
                  <a:cubicBezTo>
                    <a:pt x="30826" y="189692"/>
                    <a:pt x="29180" y="187635"/>
                    <a:pt x="27054" y="185577"/>
                  </a:cubicBezTo>
                  <a:cubicBezTo>
                    <a:pt x="24928" y="183520"/>
                    <a:pt x="23762" y="181394"/>
                    <a:pt x="22048" y="179337"/>
                  </a:cubicBezTo>
                  <a:cubicBezTo>
                    <a:pt x="20422" y="177344"/>
                    <a:pt x="18911" y="175261"/>
                    <a:pt x="17522" y="173096"/>
                  </a:cubicBezTo>
                  <a:cubicBezTo>
                    <a:pt x="15396" y="169736"/>
                    <a:pt x="13338" y="166238"/>
                    <a:pt x="11692" y="163495"/>
                  </a:cubicBezTo>
                  <a:cubicBezTo>
                    <a:pt x="9671" y="160346"/>
                    <a:pt x="7993" y="156989"/>
                    <a:pt x="6686" y="153482"/>
                  </a:cubicBezTo>
                  <a:cubicBezTo>
                    <a:pt x="5340" y="150084"/>
                    <a:pt x="4217" y="146602"/>
                    <a:pt x="3326" y="143058"/>
                  </a:cubicBezTo>
                  <a:cubicBezTo>
                    <a:pt x="2445" y="140065"/>
                    <a:pt x="1758" y="137018"/>
                    <a:pt x="1268" y="133937"/>
                  </a:cubicBezTo>
                  <a:cubicBezTo>
                    <a:pt x="792" y="131888"/>
                    <a:pt x="517" y="129798"/>
                    <a:pt x="445" y="127696"/>
                  </a:cubicBezTo>
                  <a:cubicBezTo>
                    <a:pt x="103" y="124921"/>
                    <a:pt x="-35" y="122124"/>
                    <a:pt x="34" y="119329"/>
                  </a:cubicBezTo>
                  <a:lnTo>
                    <a:pt x="34" y="0"/>
                  </a:lnTo>
                  <a:cubicBezTo>
                    <a:pt x="-102" y="3768"/>
                    <a:pt x="174" y="7539"/>
                    <a:pt x="857" y="11247"/>
                  </a:cubicBezTo>
                  <a:cubicBezTo>
                    <a:pt x="1005" y="14346"/>
                    <a:pt x="1558" y="17413"/>
                    <a:pt x="2503" y="20368"/>
                  </a:cubicBezTo>
                  <a:cubicBezTo>
                    <a:pt x="6349" y="35825"/>
                    <a:pt x="13667" y="50202"/>
                    <a:pt x="23900" y="62408"/>
                  </a:cubicBezTo>
                  <a:cubicBezTo>
                    <a:pt x="29752" y="69290"/>
                    <a:pt x="36151" y="75689"/>
                    <a:pt x="43033" y="81542"/>
                  </a:cubicBezTo>
                  <a:cubicBezTo>
                    <a:pt x="46625" y="84642"/>
                    <a:pt x="50380" y="87550"/>
                    <a:pt x="54280" y="90252"/>
                  </a:cubicBezTo>
                  <a:cubicBezTo>
                    <a:pt x="58211" y="93369"/>
                    <a:pt x="62385" y="96166"/>
                    <a:pt x="66762" y="98618"/>
                  </a:cubicBezTo>
                  <a:cubicBezTo>
                    <a:pt x="68967" y="100141"/>
                    <a:pt x="71257" y="101538"/>
                    <a:pt x="73620" y="102801"/>
                  </a:cubicBezTo>
                  <a:cubicBezTo>
                    <a:pt x="76980" y="104859"/>
                    <a:pt x="80478" y="106505"/>
                    <a:pt x="83633" y="108631"/>
                  </a:cubicBezTo>
                  <a:cubicBezTo>
                    <a:pt x="86787" y="110757"/>
                    <a:pt x="90491" y="112334"/>
                    <a:pt x="93645" y="114460"/>
                  </a:cubicBezTo>
                  <a:cubicBezTo>
                    <a:pt x="100503" y="118163"/>
                    <a:pt x="106950" y="121935"/>
                    <a:pt x="113602" y="126119"/>
                  </a:cubicBezTo>
                  <a:cubicBezTo>
                    <a:pt x="126907" y="133594"/>
                    <a:pt x="140280" y="141481"/>
                    <a:pt x="153584" y="149024"/>
                  </a:cubicBezTo>
                  <a:lnTo>
                    <a:pt x="233549" y="195179"/>
                  </a:lnTo>
                  <a:cubicBezTo>
                    <a:pt x="287270" y="226040"/>
                    <a:pt x="340693" y="256855"/>
                    <a:pt x="393820" y="287625"/>
                  </a:cubicBezTo>
                  <a:lnTo>
                    <a:pt x="713609" y="472791"/>
                  </a:lnTo>
                  <a:cubicBezTo>
                    <a:pt x="820593" y="534467"/>
                    <a:pt x="927327" y="596189"/>
                    <a:pt x="1033809" y="657957"/>
                  </a:cubicBezTo>
                  <a:cubicBezTo>
                    <a:pt x="1087095" y="688749"/>
                    <a:pt x="1140382" y="719130"/>
                    <a:pt x="1193669" y="749922"/>
                  </a:cubicBezTo>
                  <a:cubicBezTo>
                    <a:pt x="1220346" y="765353"/>
                    <a:pt x="1247367" y="780783"/>
                    <a:pt x="1274044" y="796145"/>
                  </a:cubicBezTo>
                  <a:lnTo>
                    <a:pt x="1354352" y="841820"/>
                  </a:lnTo>
                  <a:cubicBezTo>
                    <a:pt x="1370536" y="851421"/>
                    <a:pt x="1387201" y="861022"/>
                    <a:pt x="1403455" y="870555"/>
                  </a:cubicBezTo>
                  <a:cubicBezTo>
                    <a:pt x="1409764" y="874326"/>
                    <a:pt x="1416828" y="877824"/>
                    <a:pt x="1424783" y="881390"/>
                  </a:cubicBezTo>
                  <a:close/>
                </a:path>
              </a:pathLst>
            </a:custGeom>
            <a:solidFill>
              <a:srgbClr val="39393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44506294-6F3B-BF05-3193-00625289DEFA}"/>
                </a:ext>
              </a:extLst>
            </p:cNvPr>
            <p:cNvSpPr/>
            <p:nvPr/>
          </p:nvSpPr>
          <p:spPr>
            <a:xfrm>
              <a:off x="2272885" y="3439904"/>
              <a:ext cx="1424851" cy="1185954"/>
            </a:xfrm>
            <a:custGeom>
              <a:avLst/>
              <a:gdLst>
                <a:gd name="connsiteX0" fmla="*/ 1424852 w 1424851"/>
                <a:gd name="connsiteY0" fmla="*/ 1157219 h 1185954"/>
                <a:gd name="connsiteX1" fmla="*/ 1424852 w 1424851"/>
                <a:gd name="connsiteY1" fmla="*/ 1185954 h 1185954"/>
                <a:gd name="connsiteX2" fmla="*/ 1403180 w 1424851"/>
                <a:gd name="connsiteY2" fmla="*/ 1175118 h 1185954"/>
                <a:gd name="connsiteX3" fmla="*/ 1354077 w 1424851"/>
                <a:gd name="connsiteY3" fmla="*/ 1146383 h 1185954"/>
                <a:gd name="connsiteX4" fmla="*/ 1274113 w 1424851"/>
                <a:gd name="connsiteY4" fmla="*/ 1100092 h 1185954"/>
                <a:gd name="connsiteX5" fmla="*/ 1193737 w 1424851"/>
                <a:gd name="connsiteY5" fmla="*/ 1053869 h 1185954"/>
                <a:gd name="connsiteX6" fmla="*/ 1033877 w 1424851"/>
                <a:gd name="connsiteY6" fmla="*/ 961903 h 1185954"/>
                <a:gd name="connsiteX7" fmla="*/ 713677 w 1424851"/>
                <a:gd name="connsiteY7" fmla="*/ 776737 h 1185954"/>
                <a:gd name="connsiteX8" fmla="*/ 393889 w 1424851"/>
                <a:gd name="connsiteY8" fmla="*/ 591571 h 1185954"/>
                <a:gd name="connsiteX9" fmla="*/ 233617 w 1424851"/>
                <a:gd name="connsiteY9" fmla="*/ 499125 h 1185954"/>
                <a:gd name="connsiteX10" fmla="*/ 153653 w 1424851"/>
                <a:gd name="connsiteY10" fmla="*/ 452971 h 1185954"/>
                <a:gd name="connsiteX11" fmla="*/ 113671 w 1424851"/>
                <a:gd name="connsiteY11" fmla="*/ 430065 h 1185954"/>
                <a:gd name="connsiteX12" fmla="*/ 93714 w 1424851"/>
                <a:gd name="connsiteY12" fmla="*/ 418406 h 1185954"/>
                <a:gd name="connsiteX13" fmla="*/ 83701 w 1424851"/>
                <a:gd name="connsiteY13" fmla="*/ 412577 h 1185954"/>
                <a:gd name="connsiteX14" fmla="*/ 73689 w 1424851"/>
                <a:gd name="connsiteY14" fmla="*/ 406748 h 1185954"/>
                <a:gd name="connsiteX15" fmla="*/ 66831 w 1424851"/>
                <a:gd name="connsiteY15" fmla="*/ 402565 h 1185954"/>
                <a:gd name="connsiteX16" fmla="*/ 54349 w 1424851"/>
                <a:gd name="connsiteY16" fmla="*/ 394198 h 1185954"/>
                <a:gd name="connsiteX17" fmla="*/ 43102 w 1424851"/>
                <a:gd name="connsiteY17" fmla="*/ 385489 h 1185954"/>
                <a:gd name="connsiteX18" fmla="*/ 23968 w 1424851"/>
                <a:gd name="connsiteY18" fmla="*/ 366972 h 1185954"/>
                <a:gd name="connsiteX19" fmla="*/ 2503 w 1424851"/>
                <a:gd name="connsiteY19" fmla="*/ 325138 h 1185954"/>
                <a:gd name="connsiteX20" fmla="*/ 857 w 1424851"/>
                <a:gd name="connsiteY20" fmla="*/ 316017 h 1185954"/>
                <a:gd name="connsiteX21" fmla="*/ 34 w 1424851"/>
                <a:gd name="connsiteY21" fmla="*/ 304770 h 1185954"/>
                <a:gd name="connsiteX22" fmla="*/ 34 w 1424851"/>
                <a:gd name="connsiteY22" fmla="*/ 303123 h 1185954"/>
                <a:gd name="connsiteX23" fmla="*/ 445 w 1424851"/>
                <a:gd name="connsiteY23" fmla="*/ 294345 h 1185954"/>
                <a:gd name="connsiteX24" fmla="*/ 857 w 1424851"/>
                <a:gd name="connsiteY24" fmla="*/ 292699 h 1185954"/>
                <a:gd name="connsiteX25" fmla="*/ 1268 w 1424851"/>
                <a:gd name="connsiteY25" fmla="*/ 289750 h 1185954"/>
                <a:gd name="connsiteX26" fmla="*/ 12104 w 1424851"/>
                <a:gd name="connsiteY26" fmla="*/ 256557 h 1185954"/>
                <a:gd name="connsiteX27" fmla="*/ 37067 w 1424851"/>
                <a:gd name="connsiteY27" fmla="*/ 223228 h 1185954"/>
                <a:gd name="connsiteX28" fmla="*/ 75335 w 1424851"/>
                <a:gd name="connsiteY28" fmla="*/ 194835 h 1185954"/>
                <a:gd name="connsiteX29" fmla="*/ 95909 w 1424851"/>
                <a:gd name="connsiteY29" fmla="*/ 182354 h 1185954"/>
                <a:gd name="connsiteX30" fmla="*/ 96320 w 1424851"/>
                <a:gd name="connsiteY30" fmla="*/ 182354 h 1185954"/>
                <a:gd name="connsiteX31" fmla="*/ 96320 w 1424851"/>
                <a:gd name="connsiteY31" fmla="*/ 181943 h 1185954"/>
                <a:gd name="connsiteX32" fmla="*/ 97143 w 1424851"/>
                <a:gd name="connsiteY32" fmla="*/ 181531 h 1185954"/>
                <a:gd name="connsiteX33" fmla="*/ 116757 w 1424851"/>
                <a:gd name="connsiteY33" fmla="*/ 170284 h 1185954"/>
                <a:gd name="connsiteX34" fmla="*/ 199601 w 1424851"/>
                <a:gd name="connsiteY34" fmla="*/ 122827 h 1185954"/>
                <a:gd name="connsiteX35" fmla="*/ 282858 w 1424851"/>
                <a:gd name="connsiteY35" fmla="*/ 74478 h 1185954"/>
                <a:gd name="connsiteX36" fmla="*/ 387785 w 1424851"/>
                <a:gd name="connsiteY36" fmla="*/ 14127 h 1185954"/>
                <a:gd name="connsiteX37" fmla="*/ 387785 w 1424851"/>
                <a:gd name="connsiteY37" fmla="*/ 13716 h 1185954"/>
                <a:gd name="connsiteX38" fmla="*/ 411925 w 1424851"/>
                <a:gd name="connsiteY38" fmla="*/ 0 h 1185954"/>
                <a:gd name="connsiteX39" fmla="*/ 415697 w 1424851"/>
                <a:gd name="connsiteY39" fmla="*/ 4526 h 1185954"/>
                <a:gd name="connsiteX40" fmla="*/ 415286 w 1424851"/>
                <a:gd name="connsiteY40" fmla="*/ 4526 h 1185954"/>
                <a:gd name="connsiteX41" fmla="*/ 276617 w 1424851"/>
                <a:gd name="connsiteY41" fmla="*/ 84490 h 1185954"/>
                <a:gd name="connsiteX42" fmla="*/ 206254 w 1424851"/>
                <a:gd name="connsiteY42" fmla="*/ 125638 h 1185954"/>
                <a:gd name="connsiteX43" fmla="*/ 135479 w 1424851"/>
                <a:gd name="connsiteY43" fmla="*/ 166032 h 1185954"/>
                <a:gd name="connsiteX44" fmla="*/ 86307 w 1424851"/>
                <a:gd name="connsiteY44" fmla="*/ 194767 h 1185954"/>
                <a:gd name="connsiteX45" fmla="*/ 42622 w 1424851"/>
                <a:gd name="connsiteY45" fmla="*/ 229743 h 1185954"/>
                <a:gd name="connsiteX46" fmla="*/ 20951 w 1424851"/>
                <a:gd name="connsiteY46" fmla="*/ 268491 h 1185954"/>
                <a:gd name="connsiteX47" fmla="*/ 20128 w 1424851"/>
                <a:gd name="connsiteY47" fmla="*/ 309639 h 1185954"/>
                <a:gd name="connsiteX48" fmla="*/ 40702 w 1424851"/>
                <a:gd name="connsiteY48" fmla="*/ 348318 h 1185954"/>
                <a:gd name="connsiteX49" fmla="*/ 58258 w 1424851"/>
                <a:gd name="connsiteY49" fmla="*/ 365257 h 1185954"/>
                <a:gd name="connsiteX50" fmla="*/ 68614 w 1424851"/>
                <a:gd name="connsiteY50" fmla="*/ 373212 h 1185954"/>
                <a:gd name="connsiteX51" fmla="*/ 80272 w 1424851"/>
                <a:gd name="connsiteY51" fmla="*/ 381099 h 1185954"/>
                <a:gd name="connsiteX52" fmla="*/ 86513 w 1424851"/>
                <a:gd name="connsiteY52" fmla="*/ 384871 h 1185954"/>
                <a:gd name="connsiteX53" fmla="*/ 96526 w 1424851"/>
                <a:gd name="connsiteY53" fmla="*/ 390700 h 1185954"/>
                <a:gd name="connsiteX54" fmla="*/ 106538 w 1424851"/>
                <a:gd name="connsiteY54" fmla="*/ 396529 h 1185954"/>
                <a:gd name="connsiteX55" fmla="*/ 126495 w 1424851"/>
                <a:gd name="connsiteY55" fmla="*/ 408188 h 1185954"/>
                <a:gd name="connsiteX56" fmla="*/ 166477 w 1424851"/>
                <a:gd name="connsiteY56" fmla="*/ 431094 h 1185954"/>
                <a:gd name="connsiteX57" fmla="*/ 246853 w 1424851"/>
                <a:gd name="connsiteY57" fmla="*/ 477317 h 1185954"/>
                <a:gd name="connsiteX58" fmla="*/ 406713 w 1424851"/>
                <a:gd name="connsiteY58" fmla="*/ 569694 h 1185954"/>
                <a:gd name="connsiteX59" fmla="*/ 726913 w 1424851"/>
                <a:gd name="connsiteY59" fmla="*/ 754860 h 1185954"/>
                <a:gd name="connsiteX60" fmla="*/ 1046702 w 1424851"/>
                <a:gd name="connsiteY60" fmla="*/ 940026 h 1185954"/>
                <a:gd name="connsiteX61" fmla="*/ 1207042 w 1424851"/>
                <a:gd name="connsiteY61" fmla="*/ 1032061 h 1185954"/>
                <a:gd name="connsiteX62" fmla="*/ 1286937 w 1424851"/>
                <a:gd name="connsiteY62" fmla="*/ 1078283 h 1185954"/>
                <a:gd name="connsiteX63" fmla="*/ 1366902 w 1424851"/>
                <a:gd name="connsiteY63" fmla="*/ 1124438 h 1185954"/>
                <a:gd name="connsiteX64" fmla="*/ 1416005 w 1424851"/>
                <a:gd name="connsiteY64" fmla="*/ 1153173 h 1185954"/>
                <a:gd name="connsiteX65" fmla="*/ 1424852 w 1424851"/>
                <a:gd name="connsiteY65" fmla="*/ 1157219 h 1185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1424851" h="1185954">
                  <a:moveTo>
                    <a:pt x="1424852" y="1157219"/>
                  </a:moveTo>
                  <a:lnTo>
                    <a:pt x="1424852" y="1185954"/>
                  </a:lnTo>
                  <a:cubicBezTo>
                    <a:pt x="1416896" y="1182182"/>
                    <a:pt x="1409833" y="1179096"/>
                    <a:pt x="1403180" y="1175118"/>
                  </a:cubicBezTo>
                  <a:cubicBezTo>
                    <a:pt x="1386927" y="1165586"/>
                    <a:pt x="1370262" y="1155985"/>
                    <a:pt x="1354077" y="1146383"/>
                  </a:cubicBezTo>
                  <a:lnTo>
                    <a:pt x="1274113" y="1100092"/>
                  </a:lnTo>
                  <a:cubicBezTo>
                    <a:pt x="1247435" y="1084730"/>
                    <a:pt x="1220415" y="1069300"/>
                    <a:pt x="1193737" y="1053869"/>
                  </a:cubicBezTo>
                  <a:cubicBezTo>
                    <a:pt x="1140451" y="1023077"/>
                    <a:pt x="1087164" y="992696"/>
                    <a:pt x="1033877" y="961903"/>
                  </a:cubicBezTo>
                  <a:cubicBezTo>
                    <a:pt x="927304" y="900227"/>
                    <a:pt x="820571" y="838505"/>
                    <a:pt x="713677" y="776737"/>
                  </a:cubicBezTo>
                  <a:lnTo>
                    <a:pt x="393889" y="591571"/>
                  </a:lnTo>
                  <a:cubicBezTo>
                    <a:pt x="340625" y="560756"/>
                    <a:pt x="287201" y="529941"/>
                    <a:pt x="233617" y="499125"/>
                  </a:cubicBezTo>
                  <a:lnTo>
                    <a:pt x="153653" y="452971"/>
                  </a:lnTo>
                  <a:cubicBezTo>
                    <a:pt x="140348" y="445427"/>
                    <a:pt x="126975" y="437541"/>
                    <a:pt x="113671" y="430065"/>
                  </a:cubicBezTo>
                  <a:cubicBezTo>
                    <a:pt x="106813" y="425882"/>
                    <a:pt x="100366" y="422110"/>
                    <a:pt x="93714" y="418406"/>
                  </a:cubicBezTo>
                  <a:cubicBezTo>
                    <a:pt x="90354" y="416280"/>
                    <a:pt x="86856" y="414635"/>
                    <a:pt x="83701" y="412577"/>
                  </a:cubicBezTo>
                  <a:cubicBezTo>
                    <a:pt x="80547" y="410520"/>
                    <a:pt x="76843" y="408806"/>
                    <a:pt x="73689" y="406748"/>
                  </a:cubicBezTo>
                  <a:cubicBezTo>
                    <a:pt x="71325" y="405484"/>
                    <a:pt x="69036" y="404088"/>
                    <a:pt x="66831" y="402565"/>
                  </a:cubicBezTo>
                  <a:cubicBezTo>
                    <a:pt x="62454" y="400113"/>
                    <a:pt x="58280" y="397315"/>
                    <a:pt x="54349" y="394198"/>
                  </a:cubicBezTo>
                  <a:cubicBezTo>
                    <a:pt x="50448" y="391496"/>
                    <a:pt x="46694" y="388589"/>
                    <a:pt x="43102" y="385489"/>
                  </a:cubicBezTo>
                  <a:cubicBezTo>
                    <a:pt x="36244" y="379832"/>
                    <a:pt x="29846" y="373641"/>
                    <a:pt x="23968" y="366972"/>
                  </a:cubicBezTo>
                  <a:cubicBezTo>
                    <a:pt x="13738" y="354832"/>
                    <a:pt x="6399" y="340528"/>
                    <a:pt x="2503" y="325138"/>
                  </a:cubicBezTo>
                  <a:cubicBezTo>
                    <a:pt x="1558" y="322183"/>
                    <a:pt x="1005" y="319116"/>
                    <a:pt x="857" y="316017"/>
                  </a:cubicBezTo>
                  <a:cubicBezTo>
                    <a:pt x="174" y="312309"/>
                    <a:pt x="-102" y="308538"/>
                    <a:pt x="34" y="304770"/>
                  </a:cubicBezTo>
                  <a:lnTo>
                    <a:pt x="34" y="303123"/>
                  </a:lnTo>
                  <a:cubicBezTo>
                    <a:pt x="-35" y="300191"/>
                    <a:pt x="103" y="297258"/>
                    <a:pt x="445" y="294345"/>
                  </a:cubicBezTo>
                  <a:cubicBezTo>
                    <a:pt x="384" y="293765"/>
                    <a:pt x="529" y="293182"/>
                    <a:pt x="857" y="292699"/>
                  </a:cubicBezTo>
                  <a:cubicBezTo>
                    <a:pt x="791" y="291698"/>
                    <a:pt x="931" y="290695"/>
                    <a:pt x="1268" y="289750"/>
                  </a:cubicBezTo>
                  <a:cubicBezTo>
                    <a:pt x="2864" y="278127"/>
                    <a:pt x="6534" y="266884"/>
                    <a:pt x="12104" y="256557"/>
                  </a:cubicBezTo>
                  <a:cubicBezTo>
                    <a:pt x="18638" y="244215"/>
                    <a:pt x="27061" y="232970"/>
                    <a:pt x="37067" y="223228"/>
                  </a:cubicBezTo>
                  <a:cubicBezTo>
                    <a:pt x="48894" y="212572"/>
                    <a:pt x="61707" y="203065"/>
                    <a:pt x="75335" y="194835"/>
                  </a:cubicBezTo>
                  <a:cubicBezTo>
                    <a:pt x="82193" y="190241"/>
                    <a:pt x="89051" y="186537"/>
                    <a:pt x="95909" y="182354"/>
                  </a:cubicBezTo>
                  <a:lnTo>
                    <a:pt x="96320" y="182354"/>
                  </a:lnTo>
                  <a:lnTo>
                    <a:pt x="96320" y="181943"/>
                  </a:lnTo>
                  <a:cubicBezTo>
                    <a:pt x="96731" y="181943"/>
                    <a:pt x="96731" y="181943"/>
                    <a:pt x="97143" y="181531"/>
                  </a:cubicBezTo>
                  <a:cubicBezTo>
                    <a:pt x="104001" y="177759"/>
                    <a:pt x="110859" y="174056"/>
                    <a:pt x="116757" y="170284"/>
                  </a:cubicBezTo>
                  <a:cubicBezTo>
                    <a:pt x="144600" y="154442"/>
                    <a:pt x="172101" y="138600"/>
                    <a:pt x="199601" y="122827"/>
                  </a:cubicBezTo>
                  <a:lnTo>
                    <a:pt x="282858" y="74478"/>
                  </a:lnTo>
                  <a:cubicBezTo>
                    <a:pt x="317833" y="54521"/>
                    <a:pt x="352809" y="34153"/>
                    <a:pt x="387785" y="14127"/>
                  </a:cubicBezTo>
                  <a:lnTo>
                    <a:pt x="387785" y="13716"/>
                  </a:lnTo>
                  <a:cubicBezTo>
                    <a:pt x="395672" y="9121"/>
                    <a:pt x="404038" y="4526"/>
                    <a:pt x="411925" y="0"/>
                  </a:cubicBezTo>
                  <a:cubicBezTo>
                    <a:pt x="413160" y="1646"/>
                    <a:pt x="414463" y="2880"/>
                    <a:pt x="415697" y="4526"/>
                  </a:cubicBezTo>
                  <a:lnTo>
                    <a:pt x="415286" y="4526"/>
                  </a:lnTo>
                  <a:lnTo>
                    <a:pt x="276617" y="84490"/>
                  </a:lnTo>
                  <a:cubicBezTo>
                    <a:pt x="252888" y="98206"/>
                    <a:pt x="229571" y="111922"/>
                    <a:pt x="206254" y="125638"/>
                  </a:cubicBezTo>
                  <a:cubicBezTo>
                    <a:pt x="182937" y="139354"/>
                    <a:pt x="159208" y="152728"/>
                    <a:pt x="135479" y="166032"/>
                  </a:cubicBezTo>
                  <a:cubicBezTo>
                    <a:pt x="119226" y="175633"/>
                    <a:pt x="102972" y="185166"/>
                    <a:pt x="86307" y="194767"/>
                  </a:cubicBezTo>
                  <a:cubicBezTo>
                    <a:pt x="69920" y="203942"/>
                    <a:pt x="55160" y="215760"/>
                    <a:pt x="42622" y="229743"/>
                  </a:cubicBezTo>
                  <a:cubicBezTo>
                    <a:pt x="32664" y="240927"/>
                    <a:pt x="25268" y="254151"/>
                    <a:pt x="20951" y="268491"/>
                  </a:cubicBezTo>
                  <a:cubicBezTo>
                    <a:pt x="17084" y="281899"/>
                    <a:pt x="16801" y="296086"/>
                    <a:pt x="20128" y="309639"/>
                  </a:cubicBezTo>
                  <a:cubicBezTo>
                    <a:pt x="24038" y="323896"/>
                    <a:pt x="31065" y="337107"/>
                    <a:pt x="40702" y="348318"/>
                  </a:cubicBezTo>
                  <a:cubicBezTo>
                    <a:pt x="46025" y="354487"/>
                    <a:pt x="51902" y="360157"/>
                    <a:pt x="58258" y="365257"/>
                  </a:cubicBezTo>
                  <a:cubicBezTo>
                    <a:pt x="61550" y="367794"/>
                    <a:pt x="65116" y="370675"/>
                    <a:pt x="68614" y="373212"/>
                  </a:cubicBezTo>
                  <a:cubicBezTo>
                    <a:pt x="72347" y="376060"/>
                    <a:pt x="76240" y="378693"/>
                    <a:pt x="80272" y="381099"/>
                  </a:cubicBezTo>
                  <a:lnTo>
                    <a:pt x="86513" y="384871"/>
                  </a:lnTo>
                  <a:cubicBezTo>
                    <a:pt x="89873" y="386928"/>
                    <a:pt x="93371" y="388574"/>
                    <a:pt x="96526" y="390700"/>
                  </a:cubicBezTo>
                  <a:cubicBezTo>
                    <a:pt x="99680" y="392826"/>
                    <a:pt x="103384" y="394403"/>
                    <a:pt x="106538" y="396529"/>
                  </a:cubicBezTo>
                  <a:cubicBezTo>
                    <a:pt x="113396" y="400233"/>
                    <a:pt x="119843" y="404005"/>
                    <a:pt x="126495" y="408188"/>
                  </a:cubicBezTo>
                  <a:cubicBezTo>
                    <a:pt x="140211" y="415664"/>
                    <a:pt x="153173" y="423550"/>
                    <a:pt x="166477" y="431094"/>
                  </a:cubicBezTo>
                  <a:cubicBezTo>
                    <a:pt x="193155" y="446456"/>
                    <a:pt x="219764" y="461886"/>
                    <a:pt x="246853" y="477317"/>
                  </a:cubicBezTo>
                  <a:lnTo>
                    <a:pt x="406713" y="569694"/>
                  </a:lnTo>
                  <a:cubicBezTo>
                    <a:pt x="513378" y="631370"/>
                    <a:pt x="620111" y="693092"/>
                    <a:pt x="726913" y="754860"/>
                  </a:cubicBezTo>
                  <a:lnTo>
                    <a:pt x="1046702" y="940026"/>
                  </a:lnTo>
                  <a:cubicBezTo>
                    <a:pt x="1099988" y="970819"/>
                    <a:pt x="1153275" y="1001748"/>
                    <a:pt x="1207042" y="1032061"/>
                  </a:cubicBezTo>
                  <a:lnTo>
                    <a:pt x="1286937" y="1078283"/>
                  </a:lnTo>
                  <a:lnTo>
                    <a:pt x="1366902" y="1124438"/>
                  </a:lnTo>
                  <a:cubicBezTo>
                    <a:pt x="1383155" y="1134039"/>
                    <a:pt x="1399820" y="1143640"/>
                    <a:pt x="1416005" y="1153173"/>
                  </a:cubicBezTo>
                  <a:cubicBezTo>
                    <a:pt x="1418866" y="1154706"/>
                    <a:pt x="1421821" y="1156058"/>
                    <a:pt x="1424852" y="1157219"/>
                  </a:cubicBezTo>
                  <a:close/>
                </a:path>
              </a:pathLst>
            </a:custGeom>
            <a:solidFill>
              <a:srgbClr val="4C4B5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AF9754BC-804D-BFA9-D318-4EC26A8859A9}"/>
                </a:ext>
              </a:extLst>
            </p:cNvPr>
            <p:cNvSpPr/>
            <p:nvPr/>
          </p:nvSpPr>
          <p:spPr>
            <a:xfrm>
              <a:off x="2290848" y="3443813"/>
              <a:ext cx="1406888" cy="1153309"/>
            </a:xfrm>
            <a:custGeom>
              <a:avLst/>
              <a:gdLst>
                <a:gd name="connsiteX0" fmla="*/ 1406889 w 1406888"/>
                <a:gd name="connsiteY0" fmla="*/ 1100846 h 1153309"/>
                <a:gd name="connsiteX1" fmla="*/ 1406889 w 1406888"/>
                <a:gd name="connsiteY1" fmla="*/ 1153310 h 1153309"/>
                <a:gd name="connsiteX2" fmla="*/ 1398111 w 1406888"/>
                <a:gd name="connsiteY2" fmla="*/ 1148715 h 1153309"/>
                <a:gd name="connsiteX3" fmla="*/ 1349007 w 1406888"/>
                <a:gd name="connsiteY3" fmla="*/ 1119980 h 1153309"/>
                <a:gd name="connsiteX4" fmla="*/ 1269043 w 1406888"/>
                <a:gd name="connsiteY4" fmla="*/ 1073826 h 1153309"/>
                <a:gd name="connsiteX5" fmla="*/ 1189147 w 1406888"/>
                <a:gd name="connsiteY5" fmla="*/ 1027603 h 1153309"/>
                <a:gd name="connsiteX6" fmla="*/ 1028807 w 1406888"/>
                <a:gd name="connsiteY6" fmla="*/ 935568 h 1153309"/>
                <a:gd name="connsiteX7" fmla="*/ 709019 w 1406888"/>
                <a:gd name="connsiteY7" fmla="*/ 750402 h 1153309"/>
                <a:gd name="connsiteX8" fmla="*/ 388819 w 1406888"/>
                <a:gd name="connsiteY8" fmla="*/ 565236 h 1153309"/>
                <a:gd name="connsiteX9" fmla="*/ 228959 w 1406888"/>
                <a:gd name="connsiteY9" fmla="*/ 472859 h 1153309"/>
                <a:gd name="connsiteX10" fmla="*/ 148583 w 1406888"/>
                <a:gd name="connsiteY10" fmla="*/ 426636 h 1153309"/>
                <a:gd name="connsiteX11" fmla="*/ 108601 w 1406888"/>
                <a:gd name="connsiteY11" fmla="*/ 403731 h 1153309"/>
                <a:gd name="connsiteX12" fmla="*/ 88644 w 1406888"/>
                <a:gd name="connsiteY12" fmla="*/ 392072 h 1153309"/>
                <a:gd name="connsiteX13" fmla="*/ 78631 w 1406888"/>
                <a:gd name="connsiteY13" fmla="*/ 386242 h 1153309"/>
                <a:gd name="connsiteX14" fmla="*/ 68619 w 1406888"/>
                <a:gd name="connsiteY14" fmla="*/ 380413 h 1153309"/>
                <a:gd name="connsiteX15" fmla="*/ 62378 w 1406888"/>
                <a:gd name="connsiteY15" fmla="*/ 376641 h 1153309"/>
                <a:gd name="connsiteX16" fmla="*/ 50719 w 1406888"/>
                <a:gd name="connsiteY16" fmla="*/ 368755 h 1153309"/>
                <a:gd name="connsiteX17" fmla="*/ 40364 w 1406888"/>
                <a:gd name="connsiteY17" fmla="*/ 360800 h 1153309"/>
                <a:gd name="connsiteX18" fmla="*/ 22876 w 1406888"/>
                <a:gd name="connsiteY18" fmla="*/ 342900 h 1153309"/>
                <a:gd name="connsiteX19" fmla="*/ 2302 w 1406888"/>
                <a:gd name="connsiteY19" fmla="*/ 304221 h 1153309"/>
                <a:gd name="connsiteX20" fmla="*/ 3125 w 1406888"/>
                <a:gd name="connsiteY20" fmla="*/ 263073 h 1153309"/>
                <a:gd name="connsiteX21" fmla="*/ 24933 w 1406888"/>
                <a:gd name="connsiteY21" fmla="*/ 225217 h 1153309"/>
                <a:gd name="connsiteX22" fmla="*/ 68619 w 1406888"/>
                <a:gd name="connsiteY22" fmla="*/ 190241 h 1153309"/>
                <a:gd name="connsiteX23" fmla="*/ 117791 w 1406888"/>
                <a:gd name="connsiteY23" fmla="*/ 161506 h 1153309"/>
                <a:gd name="connsiteX24" fmla="*/ 188565 w 1406888"/>
                <a:gd name="connsiteY24" fmla="*/ 121112 h 1153309"/>
                <a:gd name="connsiteX25" fmla="*/ 258928 w 1406888"/>
                <a:gd name="connsiteY25" fmla="*/ 79964 h 1153309"/>
                <a:gd name="connsiteX26" fmla="*/ 397597 w 1406888"/>
                <a:gd name="connsiteY26" fmla="*/ 0 h 1153309"/>
                <a:gd name="connsiteX27" fmla="*/ 398009 w 1406888"/>
                <a:gd name="connsiteY27" fmla="*/ 0 h 1153309"/>
                <a:gd name="connsiteX28" fmla="*/ 420914 w 1406888"/>
                <a:gd name="connsiteY28" fmla="*/ 29627 h 1153309"/>
                <a:gd name="connsiteX29" fmla="*/ 428801 w 1406888"/>
                <a:gd name="connsiteY29" fmla="*/ 34564 h 1153309"/>
                <a:gd name="connsiteX30" fmla="*/ 114430 w 1406888"/>
                <a:gd name="connsiteY30" fmla="*/ 216164 h 1153309"/>
                <a:gd name="connsiteX31" fmla="*/ 109424 w 1406888"/>
                <a:gd name="connsiteY31" fmla="*/ 219456 h 1153309"/>
                <a:gd name="connsiteX32" fmla="*/ 104486 w 1406888"/>
                <a:gd name="connsiteY32" fmla="*/ 222405 h 1153309"/>
                <a:gd name="connsiteX33" fmla="*/ 95708 w 1406888"/>
                <a:gd name="connsiteY33" fmla="*/ 229263 h 1153309"/>
                <a:gd name="connsiteX34" fmla="*/ 81443 w 1406888"/>
                <a:gd name="connsiteY34" fmla="*/ 243939 h 1153309"/>
                <a:gd name="connsiteX35" fmla="*/ 66424 w 1406888"/>
                <a:gd name="connsiteY35" fmla="*/ 274800 h 1153309"/>
                <a:gd name="connsiteX36" fmla="*/ 90564 w 1406888"/>
                <a:gd name="connsiteY36" fmla="*/ 336522 h 1153309"/>
                <a:gd name="connsiteX37" fmla="*/ 108052 w 1406888"/>
                <a:gd name="connsiteY37" fmla="*/ 350238 h 1153309"/>
                <a:gd name="connsiteX38" fmla="*/ 113059 w 1406888"/>
                <a:gd name="connsiteY38" fmla="*/ 353119 h 1153309"/>
                <a:gd name="connsiteX39" fmla="*/ 120534 w 1406888"/>
                <a:gd name="connsiteY39" fmla="*/ 357302 h 1153309"/>
                <a:gd name="connsiteX40" fmla="*/ 137199 w 1406888"/>
                <a:gd name="connsiteY40" fmla="*/ 367246 h 1153309"/>
                <a:gd name="connsiteX41" fmla="*/ 203378 w 1406888"/>
                <a:gd name="connsiteY41" fmla="*/ 405582 h 1153309"/>
                <a:gd name="connsiteX42" fmla="*/ 336218 w 1406888"/>
                <a:gd name="connsiteY42" fmla="*/ 482186 h 1153309"/>
                <a:gd name="connsiteX43" fmla="*/ 867919 w 1406888"/>
                <a:gd name="connsiteY43" fmla="*/ 789081 h 1153309"/>
                <a:gd name="connsiteX44" fmla="*/ 1398934 w 1406888"/>
                <a:gd name="connsiteY44" fmla="*/ 1096183 h 1153309"/>
                <a:gd name="connsiteX45" fmla="*/ 1406889 w 1406888"/>
                <a:gd name="connsiteY45" fmla="*/ 1100846 h 1153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6888" h="1153309">
                  <a:moveTo>
                    <a:pt x="1406889" y="1100846"/>
                  </a:moveTo>
                  <a:lnTo>
                    <a:pt x="1406889" y="1153310"/>
                  </a:lnTo>
                  <a:cubicBezTo>
                    <a:pt x="1403867" y="1151968"/>
                    <a:pt x="1400935" y="1150434"/>
                    <a:pt x="1398111" y="1148715"/>
                  </a:cubicBezTo>
                  <a:cubicBezTo>
                    <a:pt x="1381926" y="1139183"/>
                    <a:pt x="1365261" y="1129581"/>
                    <a:pt x="1349007" y="1119980"/>
                  </a:cubicBezTo>
                  <a:lnTo>
                    <a:pt x="1269043" y="1073826"/>
                  </a:lnTo>
                  <a:lnTo>
                    <a:pt x="1189147" y="1027603"/>
                  </a:lnTo>
                  <a:cubicBezTo>
                    <a:pt x="1135381" y="997153"/>
                    <a:pt x="1082094" y="966361"/>
                    <a:pt x="1028807" y="935568"/>
                  </a:cubicBezTo>
                  <a:lnTo>
                    <a:pt x="709019" y="750402"/>
                  </a:lnTo>
                  <a:cubicBezTo>
                    <a:pt x="602034" y="688817"/>
                    <a:pt x="495301" y="627095"/>
                    <a:pt x="388819" y="565236"/>
                  </a:cubicBezTo>
                  <a:lnTo>
                    <a:pt x="228959" y="472859"/>
                  </a:lnTo>
                  <a:cubicBezTo>
                    <a:pt x="201527" y="457428"/>
                    <a:pt x="175261" y="441998"/>
                    <a:pt x="148583" y="426636"/>
                  </a:cubicBezTo>
                  <a:cubicBezTo>
                    <a:pt x="135278" y="419093"/>
                    <a:pt x="121974" y="411206"/>
                    <a:pt x="108601" y="403731"/>
                  </a:cubicBezTo>
                  <a:cubicBezTo>
                    <a:pt x="101743" y="399547"/>
                    <a:pt x="95296" y="395775"/>
                    <a:pt x="88644" y="392072"/>
                  </a:cubicBezTo>
                  <a:cubicBezTo>
                    <a:pt x="85284" y="389946"/>
                    <a:pt x="81786" y="388300"/>
                    <a:pt x="78631" y="386242"/>
                  </a:cubicBezTo>
                  <a:cubicBezTo>
                    <a:pt x="75477" y="384185"/>
                    <a:pt x="71773" y="382471"/>
                    <a:pt x="68619" y="380413"/>
                  </a:cubicBezTo>
                  <a:lnTo>
                    <a:pt x="62378" y="376641"/>
                  </a:lnTo>
                  <a:cubicBezTo>
                    <a:pt x="58346" y="374235"/>
                    <a:pt x="54453" y="371602"/>
                    <a:pt x="50719" y="368755"/>
                  </a:cubicBezTo>
                  <a:cubicBezTo>
                    <a:pt x="47016" y="366217"/>
                    <a:pt x="43861" y="363337"/>
                    <a:pt x="40364" y="360800"/>
                  </a:cubicBezTo>
                  <a:cubicBezTo>
                    <a:pt x="33988" y="355393"/>
                    <a:pt x="28133" y="349400"/>
                    <a:pt x="22876" y="342900"/>
                  </a:cubicBezTo>
                  <a:cubicBezTo>
                    <a:pt x="13239" y="331689"/>
                    <a:pt x="6212" y="318478"/>
                    <a:pt x="2302" y="304221"/>
                  </a:cubicBezTo>
                  <a:cubicBezTo>
                    <a:pt x="-1025" y="290669"/>
                    <a:pt x="-741" y="276481"/>
                    <a:pt x="3125" y="263073"/>
                  </a:cubicBezTo>
                  <a:cubicBezTo>
                    <a:pt x="7600" y="249038"/>
                    <a:pt x="15037" y="236129"/>
                    <a:pt x="24933" y="225217"/>
                  </a:cubicBezTo>
                  <a:cubicBezTo>
                    <a:pt x="37471" y="211233"/>
                    <a:pt x="52231" y="199416"/>
                    <a:pt x="68619" y="190241"/>
                  </a:cubicBezTo>
                  <a:cubicBezTo>
                    <a:pt x="85284" y="180640"/>
                    <a:pt x="101537" y="171107"/>
                    <a:pt x="117791" y="161506"/>
                  </a:cubicBezTo>
                  <a:cubicBezTo>
                    <a:pt x="141519" y="148201"/>
                    <a:pt x="164837" y="134074"/>
                    <a:pt x="188565" y="121112"/>
                  </a:cubicBezTo>
                  <a:cubicBezTo>
                    <a:pt x="212294" y="108151"/>
                    <a:pt x="235200" y="94092"/>
                    <a:pt x="258928" y="79964"/>
                  </a:cubicBezTo>
                  <a:lnTo>
                    <a:pt x="397597" y="0"/>
                  </a:lnTo>
                  <a:lnTo>
                    <a:pt x="398009" y="0"/>
                  </a:lnTo>
                  <a:cubicBezTo>
                    <a:pt x="405484" y="10013"/>
                    <a:pt x="413370" y="19614"/>
                    <a:pt x="420914" y="29627"/>
                  </a:cubicBezTo>
                  <a:cubicBezTo>
                    <a:pt x="423383" y="31272"/>
                    <a:pt x="425921" y="32918"/>
                    <a:pt x="428801" y="34564"/>
                  </a:cubicBezTo>
                  <a:cubicBezTo>
                    <a:pt x="323645" y="94960"/>
                    <a:pt x="218855" y="155494"/>
                    <a:pt x="114430" y="216164"/>
                  </a:cubicBezTo>
                  <a:cubicBezTo>
                    <a:pt x="111961" y="217810"/>
                    <a:pt x="111138" y="218221"/>
                    <a:pt x="109424" y="219456"/>
                  </a:cubicBezTo>
                  <a:cubicBezTo>
                    <a:pt x="107709" y="220691"/>
                    <a:pt x="106132" y="221514"/>
                    <a:pt x="104486" y="222405"/>
                  </a:cubicBezTo>
                  <a:cubicBezTo>
                    <a:pt x="101126" y="224874"/>
                    <a:pt x="98177" y="226931"/>
                    <a:pt x="95708" y="229263"/>
                  </a:cubicBezTo>
                  <a:cubicBezTo>
                    <a:pt x="90432" y="233621"/>
                    <a:pt x="85649" y="238542"/>
                    <a:pt x="81443" y="243939"/>
                  </a:cubicBezTo>
                  <a:cubicBezTo>
                    <a:pt x="73964" y="252827"/>
                    <a:pt x="68804" y="263430"/>
                    <a:pt x="66424" y="274800"/>
                  </a:cubicBezTo>
                  <a:cubicBezTo>
                    <a:pt x="62241" y="295991"/>
                    <a:pt x="70196" y="318074"/>
                    <a:pt x="90564" y="336522"/>
                  </a:cubicBezTo>
                  <a:cubicBezTo>
                    <a:pt x="95969" y="341611"/>
                    <a:pt x="101822" y="346201"/>
                    <a:pt x="108052" y="350238"/>
                  </a:cubicBezTo>
                  <a:cubicBezTo>
                    <a:pt x="109698" y="351061"/>
                    <a:pt x="111413" y="352296"/>
                    <a:pt x="113059" y="353119"/>
                  </a:cubicBezTo>
                  <a:cubicBezTo>
                    <a:pt x="115395" y="354774"/>
                    <a:pt x="117901" y="356177"/>
                    <a:pt x="120534" y="357302"/>
                  </a:cubicBezTo>
                  <a:cubicBezTo>
                    <a:pt x="125952" y="360594"/>
                    <a:pt x="131369" y="364160"/>
                    <a:pt x="137199" y="367246"/>
                  </a:cubicBezTo>
                  <a:cubicBezTo>
                    <a:pt x="159281" y="379796"/>
                    <a:pt x="181364" y="392689"/>
                    <a:pt x="203378" y="405582"/>
                  </a:cubicBezTo>
                  <a:cubicBezTo>
                    <a:pt x="247955" y="430957"/>
                    <a:pt x="292235" y="456491"/>
                    <a:pt x="336218" y="482186"/>
                  </a:cubicBezTo>
                  <a:cubicBezTo>
                    <a:pt x="513611" y="584233"/>
                    <a:pt x="690845" y="686531"/>
                    <a:pt x="867919" y="789081"/>
                  </a:cubicBezTo>
                  <a:cubicBezTo>
                    <a:pt x="1044992" y="891631"/>
                    <a:pt x="1221997" y="993998"/>
                    <a:pt x="1398934" y="1096183"/>
                  </a:cubicBezTo>
                  <a:cubicBezTo>
                    <a:pt x="1401471" y="1097966"/>
                    <a:pt x="1404351" y="1099200"/>
                    <a:pt x="1406889" y="1100846"/>
                  </a:cubicBezTo>
                  <a:close/>
                </a:path>
              </a:pathLst>
            </a:custGeom>
            <a:solidFill>
              <a:srgbClr val="39393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4188C839-B0BF-863C-8B5B-5A92C24B7958}"/>
                </a:ext>
              </a:extLst>
            </p:cNvPr>
            <p:cNvSpPr/>
            <p:nvPr/>
          </p:nvSpPr>
          <p:spPr>
            <a:xfrm>
              <a:off x="2872240" y="3221428"/>
              <a:ext cx="277131" cy="171978"/>
            </a:xfrm>
            <a:custGeom>
              <a:avLst/>
              <a:gdLst>
                <a:gd name="connsiteX0" fmla="*/ 277132 w 277131"/>
                <a:gd name="connsiteY0" fmla="*/ 24120 h 171978"/>
                <a:gd name="connsiteX1" fmla="*/ 21260 w 277131"/>
                <a:gd name="connsiteY1" fmla="*/ 171979 h 171978"/>
                <a:gd name="connsiteX2" fmla="*/ 7955 w 277131"/>
                <a:gd name="connsiteY2" fmla="*/ 149484 h 171978"/>
                <a:gd name="connsiteX3" fmla="*/ 0 w 277131"/>
                <a:gd name="connsiteY3" fmla="*/ 148250 h 171978"/>
                <a:gd name="connsiteX4" fmla="*/ 255666 w 277131"/>
                <a:gd name="connsiteY4" fmla="*/ 391 h 171978"/>
                <a:gd name="connsiteX5" fmla="*/ 264033 w 277131"/>
                <a:gd name="connsiteY5" fmla="*/ 2106 h 171978"/>
                <a:gd name="connsiteX6" fmla="*/ 272331 w 277131"/>
                <a:gd name="connsiteY6" fmla="*/ 10404 h 171978"/>
                <a:gd name="connsiteX7" fmla="*/ 273154 w 277131"/>
                <a:gd name="connsiteY7" fmla="*/ 11638 h 171978"/>
                <a:gd name="connsiteX8" fmla="*/ 275280 w 277131"/>
                <a:gd name="connsiteY8" fmla="*/ 15822 h 171978"/>
                <a:gd name="connsiteX9" fmla="*/ 277132 w 277131"/>
                <a:gd name="connsiteY9" fmla="*/ 24120 h 171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7131" h="171978">
                  <a:moveTo>
                    <a:pt x="277132" y="24120"/>
                  </a:moveTo>
                  <a:cubicBezTo>
                    <a:pt x="191773" y="73726"/>
                    <a:pt x="106482" y="123013"/>
                    <a:pt x="21260" y="171979"/>
                  </a:cubicBezTo>
                  <a:cubicBezTo>
                    <a:pt x="20911" y="162714"/>
                    <a:pt x="15906" y="154252"/>
                    <a:pt x="7955" y="149484"/>
                  </a:cubicBezTo>
                  <a:cubicBezTo>
                    <a:pt x="5627" y="147891"/>
                    <a:pt x="2702" y="147437"/>
                    <a:pt x="0" y="148250"/>
                  </a:cubicBezTo>
                  <a:cubicBezTo>
                    <a:pt x="85359" y="99101"/>
                    <a:pt x="170581" y="49815"/>
                    <a:pt x="255666" y="391"/>
                  </a:cubicBezTo>
                  <a:cubicBezTo>
                    <a:pt x="258565" y="-497"/>
                    <a:pt x="261717" y="149"/>
                    <a:pt x="264033" y="2106"/>
                  </a:cubicBezTo>
                  <a:cubicBezTo>
                    <a:pt x="267290" y="4334"/>
                    <a:pt x="270104" y="7148"/>
                    <a:pt x="272331" y="10404"/>
                  </a:cubicBezTo>
                  <a:cubicBezTo>
                    <a:pt x="272743" y="10816"/>
                    <a:pt x="272743" y="11227"/>
                    <a:pt x="273154" y="11638"/>
                  </a:cubicBezTo>
                  <a:cubicBezTo>
                    <a:pt x="274078" y="12913"/>
                    <a:pt x="274795" y="14325"/>
                    <a:pt x="275280" y="15822"/>
                  </a:cubicBezTo>
                  <a:cubicBezTo>
                    <a:pt x="276254" y="18496"/>
                    <a:pt x="276877" y="21285"/>
                    <a:pt x="277132" y="24120"/>
                  </a:cubicBezTo>
                  <a:close/>
                </a:path>
              </a:pathLst>
            </a:custGeom>
            <a:solidFill>
              <a:srgbClr val="363638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AFDD709-B618-57F0-3155-D125BB6C5E2F}"/>
                </a:ext>
              </a:extLst>
            </p:cNvPr>
            <p:cNvSpPr/>
            <p:nvPr/>
          </p:nvSpPr>
          <p:spPr>
            <a:xfrm>
              <a:off x="2872240" y="3369282"/>
              <a:ext cx="21259" cy="24124"/>
            </a:xfrm>
            <a:custGeom>
              <a:avLst/>
              <a:gdLst>
                <a:gd name="connsiteX0" fmla="*/ 21260 w 21259"/>
                <a:gd name="connsiteY0" fmla="*/ 24124 h 24124"/>
                <a:gd name="connsiteX1" fmla="*/ 7955 w 21259"/>
                <a:gd name="connsiteY1" fmla="*/ 16580 h 24124"/>
                <a:gd name="connsiteX2" fmla="*/ 10424 w 21259"/>
                <a:gd name="connsiteY2" fmla="*/ 13700 h 24124"/>
                <a:gd name="connsiteX3" fmla="*/ 0 w 21259"/>
                <a:gd name="connsiteY3" fmla="*/ 396 h 24124"/>
                <a:gd name="connsiteX4" fmla="*/ 7955 w 21259"/>
                <a:gd name="connsiteY4" fmla="*/ 1630 h 24124"/>
                <a:gd name="connsiteX5" fmla="*/ 21260 w 21259"/>
                <a:gd name="connsiteY5" fmla="*/ 24124 h 24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259" h="24124">
                  <a:moveTo>
                    <a:pt x="21260" y="24124"/>
                  </a:moveTo>
                  <a:lnTo>
                    <a:pt x="7955" y="16580"/>
                  </a:lnTo>
                  <a:lnTo>
                    <a:pt x="10424" y="13700"/>
                  </a:lnTo>
                  <a:lnTo>
                    <a:pt x="0" y="396"/>
                  </a:lnTo>
                  <a:cubicBezTo>
                    <a:pt x="2702" y="-417"/>
                    <a:pt x="5627" y="37"/>
                    <a:pt x="7955" y="1630"/>
                  </a:cubicBezTo>
                  <a:cubicBezTo>
                    <a:pt x="15906" y="6398"/>
                    <a:pt x="20911" y="14860"/>
                    <a:pt x="21260" y="24124"/>
                  </a:cubicBez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E8403E9F-A307-8E07-A96C-7E535688732B}"/>
                </a:ext>
              </a:extLst>
            </p:cNvPr>
            <p:cNvSpPr/>
            <p:nvPr/>
          </p:nvSpPr>
          <p:spPr>
            <a:xfrm>
              <a:off x="2720472" y="3382982"/>
              <a:ext cx="162397" cy="95326"/>
            </a:xfrm>
            <a:custGeom>
              <a:avLst/>
              <a:gdLst>
                <a:gd name="connsiteX0" fmla="*/ 162397 w 162397"/>
                <a:gd name="connsiteY0" fmla="*/ 0 h 95326"/>
                <a:gd name="connsiteX1" fmla="*/ 159929 w 162397"/>
                <a:gd name="connsiteY1" fmla="*/ 2880 h 95326"/>
                <a:gd name="connsiteX2" fmla="*/ 0 w 162397"/>
                <a:gd name="connsiteY2" fmla="*/ 95326 h 95326"/>
                <a:gd name="connsiteX3" fmla="*/ 1715 w 162397"/>
                <a:gd name="connsiteY3" fmla="*/ 92857 h 95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397" h="95326">
                  <a:moveTo>
                    <a:pt x="162397" y="0"/>
                  </a:moveTo>
                  <a:lnTo>
                    <a:pt x="159929" y="2880"/>
                  </a:lnTo>
                  <a:cubicBezTo>
                    <a:pt x="106642" y="33741"/>
                    <a:pt x="52875" y="64602"/>
                    <a:pt x="0" y="95326"/>
                  </a:cubicBezTo>
                  <a:lnTo>
                    <a:pt x="1715" y="92857"/>
                  </a:ln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706AD3E-2139-37C9-3FB0-ACA701600114}"/>
                </a:ext>
              </a:extLst>
            </p:cNvPr>
            <p:cNvSpPr/>
            <p:nvPr/>
          </p:nvSpPr>
          <p:spPr>
            <a:xfrm>
              <a:off x="2415703" y="2369096"/>
              <a:ext cx="404690" cy="851077"/>
            </a:xfrm>
            <a:custGeom>
              <a:avLst/>
              <a:gdLst>
                <a:gd name="connsiteX0" fmla="*/ 241950 w 404690"/>
                <a:gd name="connsiteY0" fmla="*/ 0 h 851077"/>
                <a:gd name="connsiteX1" fmla="*/ 404691 w 404690"/>
                <a:gd name="connsiteY1" fmla="*/ 694098 h 851077"/>
                <a:gd name="connsiteX2" fmla="*/ 279395 w 404690"/>
                <a:gd name="connsiteY2" fmla="*/ 766587 h 851077"/>
                <a:gd name="connsiteX3" fmla="*/ 211501 w 404690"/>
                <a:gd name="connsiteY3" fmla="*/ 478002 h 851077"/>
                <a:gd name="connsiteX4" fmla="*/ 208209 w 404690"/>
                <a:gd name="connsiteY4" fmla="*/ 468401 h 851077"/>
                <a:gd name="connsiteX5" fmla="*/ 195727 w 404690"/>
                <a:gd name="connsiteY5" fmla="*/ 453451 h 851077"/>
                <a:gd name="connsiteX6" fmla="*/ 187361 w 404690"/>
                <a:gd name="connsiteY6" fmla="*/ 448856 h 851077"/>
                <a:gd name="connsiteX7" fmla="*/ 175702 w 404690"/>
                <a:gd name="connsiteY7" fmla="*/ 446387 h 851077"/>
                <a:gd name="connsiteX8" fmla="*/ 131605 w 404690"/>
                <a:gd name="connsiteY8" fmla="*/ 472173 h 851077"/>
                <a:gd name="connsiteX9" fmla="*/ 210335 w 404690"/>
                <a:gd name="connsiteY9" fmla="*/ 806501 h 851077"/>
                <a:gd name="connsiteX10" fmla="*/ 203477 w 404690"/>
                <a:gd name="connsiteY10" fmla="*/ 810684 h 851077"/>
                <a:gd name="connsiteX11" fmla="*/ 186812 w 404690"/>
                <a:gd name="connsiteY11" fmla="*/ 823989 h 851077"/>
                <a:gd name="connsiteX12" fmla="*/ 182217 w 404690"/>
                <a:gd name="connsiteY12" fmla="*/ 828995 h 851077"/>
                <a:gd name="connsiteX13" fmla="*/ 180160 w 404690"/>
                <a:gd name="connsiteY13" fmla="*/ 830709 h 851077"/>
                <a:gd name="connsiteX14" fmla="*/ 180160 w 404690"/>
                <a:gd name="connsiteY14" fmla="*/ 831121 h 851077"/>
                <a:gd name="connsiteX15" fmla="*/ 179337 w 404690"/>
                <a:gd name="connsiteY15" fmla="*/ 831944 h 851077"/>
                <a:gd name="connsiteX16" fmla="*/ 179337 w 404690"/>
                <a:gd name="connsiteY16" fmla="*/ 832355 h 851077"/>
                <a:gd name="connsiteX17" fmla="*/ 178925 w 404690"/>
                <a:gd name="connsiteY17" fmla="*/ 832355 h 851077"/>
                <a:gd name="connsiteX18" fmla="*/ 175565 w 404690"/>
                <a:gd name="connsiteY18" fmla="*/ 836950 h 851077"/>
                <a:gd name="connsiteX19" fmla="*/ 174330 w 404690"/>
                <a:gd name="connsiteY19" fmla="*/ 839008 h 851077"/>
                <a:gd name="connsiteX20" fmla="*/ 166855 w 404690"/>
                <a:gd name="connsiteY20" fmla="*/ 851078 h 851077"/>
                <a:gd name="connsiteX21" fmla="*/ 0 w 404690"/>
                <a:gd name="connsiteY21" fmla="*/ 139903 h 851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4690" h="851077">
                  <a:moveTo>
                    <a:pt x="241950" y="0"/>
                  </a:moveTo>
                  <a:lnTo>
                    <a:pt x="404691" y="694098"/>
                  </a:lnTo>
                  <a:cubicBezTo>
                    <a:pt x="363063" y="718238"/>
                    <a:pt x="321023" y="742104"/>
                    <a:pt x="279395" y="766587"/>
                  </a:cubicBezTo>
                  <a:lnTo>
                    <a:pt x="211501" y="478002"/>
                  </a:lnTo>
                  <a:cubicBezTo>
                    <a:pt x="210765" y="474689"/>
                    <a:pt x="209661" y="471469"/>
                    <a:pt x="208209" y="468401"/>
                  </a:cubicBezTo>
                  <a:cubicBezTo>
                    <a:pt x="205234" y="462537"/>
                    <a:pt x="200966" y="457425"/>
                    <a:pt x="195727" y="453451"/>
                  </a:cubicBezTo>
                  <a:cubicBezTo>
                    <a:pt x="193398" y="451201"/>
                    <a:pt x="190509" y="449615"/>
                    <a:pt x="187361" y="448856"/>
                  </a:cubicBezTo>
                  <a:lnTo>
                    <a:pt x="175702" y="446387"/>
                  </a:lnTo>
                  <a:lnTo>
                    <a:pt x="131605" y="472173"/>
                  </a:lnTo>
                  <a:lnTo>
                    <a:pt x="210335" y="806501"/>
                  </a:lnTo>
                  <a:cubicBezTo>
                    <a:pt x="207866" y="807804"/>
                    <a:pt x="205740" y="809450"/>
                    <a:pt x="203477" y="810684"/>
                  </a:cubicBezTo>
                  <a:cubicBezTo>
                    <a:pt x="197237" y="814186"/>
                    <a:pt x="191609" y="818679"/>
                    <a:pt x="186812" y="823989"/>
                  </a:cubicBezTo>
                  <a:cubicBezTo>
                    <a:pt x="184993" y="825369"/>
                    <a:pt x="183437" y="827065"/>
                    <a:pt x="182217" y="828995"/>
                  </a:cubicBezTo>
                  <a:cubicBezTo>
                    <a:pt x="181394" y="829407"/>
                    <a:pt x="180983" y="830298"/>
                    <a:pt x="180160" y="830709"/>
                  </a:cubicBezTo>
                  <a:lnTo>
                    <a:pt x="180160" y="831121"/>
                  </a:lnTo>
                  <a:lnTo>
                    <a:pt x="179337" y="831944"/>
                  </a:lnTo>
                  <a:lnTo>
                    <a:pt x="179337" y="832355"/>
                  </a:lnTo>
                  <a:lnTo>
                    <a:pt x="178925" y="832355"/>
                  </a:lnTo>
                  <a:cubicBezTo>
                    <a:pt x="177622" y="834001"/>
                    <a:pt x="176799" y="835236"/>
                    <a:pt x="175565" y="836950"/>
                  </a:cubicBezTo>
                  <a:cubicBezTo>
                    <a:pt x="175063" y="837578"/>
                    <a:pt x="174648" y="838270"/>
                    <a:pt x="174330" y="839008"/>
                  </a:cubicBezTo>
                  <a:cubicBezTo>
                    <a:pt x="171342" y="842701"/>
                    <a:pt x="168831" y="846757"/>
                    <a:pt x="166855" y="851078"/>
                  </a:cubicBezTo>
                  <a:lnTo>
                    <a:pt x="0" y="139903"/>
                  </a:lnTo>
                  <a:close/>
                </a:path>
              </a:pathLst>
            </a:custGeom>
            <a:solidFill>
              <a:srgbClr val="58585C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0B3668D7-80FF-0198-EE2C-3C3292153669}"/>
                </a:ext>
              </a:extLst>
            </p:cNvPr>
            <p:cNvSpPr/>
            <p:nvPr/>
          </p:nvSpPr>
          <p:spPr>
            <a:xfrm>
              <a:off x="2576377" y="3201451"/>
              <a:ext cx="145809" cy="277268"/>
            </a:xfrm>
            <a:custGeom>
              <a:avLst/>
              <a:gdLst>
                <a:gd name="connsiteX0" fmla="*/ 29635 w 145809"/>
                <a:gd name="connsiteY0" fmla="*/ 124061 h 277268"/>
                <a:gd name="connsiteX1" fmla="*/ 145809 w 145809"/>
                <a:gd name="connsiteY1" fmla="*/ 274388 h 277268"/>
                <a:gd name="connsiteX2" fmla="*/ 144095 w 145809"/>
                <a:gd name="connsiteY2" fmla="*/ 276857 h 277268"/>
                <a:gd name="connsiteX3" fmla="*/ 143683 w 145809"/>
                <a:gd name="connsiteY3" fmla="*/ 277269 h 277268"/>
                <a:gd name="connsiteX4" fmla="*/ 27097 w 145809"/>
                <a:gd name="connsiteY4" fmla="*/ 127010 h 277268"/>
                <a:gd name="connsiteX5" fmla="*/ 6523 w 145809"/>
                <a:gd name="connsiteY5" fmla="*/ 19957 h 277268"/>
                <a:gd name="connsiteX6" fmla="*/ 13381 w 145809"/>
                <a:gd name="connsiteY6" fmla="*/ 6652 h 277268"/>
                <a:gd name="connsiteX7" fmla="*/ 14616 w 145809"/>
                <a:gd name="connsiteY7" fmla="*/ 4595 h 277268"/>
                <a:gd name="connsiteX8" fmla="*/ 17976 w 145809"/>
                <a:gd name="connsiteY8" fmla="*/ 0 h 277268"/>
                <a:gd name="connsiteX9" fmla="*/ 18388 w 145809"/>
                <a:gd name="connsiteY9" fmla="*/ 0 h 277268"/>
                <a:gd name="connsiteX10" fmla="*/ 29635 w 145809"/>
                <a:gd name="connsiteY10" fmla="*/ 124061 h 27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5809" h="277268">
                  <a:moveTo>
                    <a:pt x="29635" y="124061"/>
                  </a:moveTo>
                  <a:cubicBezTo>
                    <a:pt x="68314" y="174056"/>
                    <a:pt x="107062" y="224394"/>
                    <a:pt x="145809" y="274388"/>
                  </a:cubicBezTo>
                  <a:lnTo>
                    <a:pt x="144095" y="276857"/>
                  </a:lnTo>
                  <a:cubicBezTo>
                    <a:pt x="144095" y="277085"/>
                    <a:pt x="143911" y="277269"/>
                    <a:pt x="143683" y="277269"/>
                  </a:cubicBezTo>
                  <a:cubicBezTo>
                    <a:pt x="105004" y="227343"/>
                    <a:pt x="65845" y="176936"/>
                    <a:pt x="27097" y="127010"/>
                  </a:cubicBezTo>
                  <a:cubicBezTo>
                    <a:pt x="77" y="92034"/>
                    <a:pt x="-6644" y="51572"/>
                    <a:pt x="6523" y="19957"/>
                  </a:cubicBezTo>
                  <a:cubicBezTo>
                    <a:pt x="8374" y="15311"/>
                    <a:pt x="10671" y="10855"/>
                    <a:pt x="13381" y="6652"/>
                  </a:cubicBezTo>
                  <a:cubicBezTo>
                    <a:pt x="13699" y="5914"/>
                    <a:pt x="14114" y="5222"/>
                    <a:pt x="14616" y="4595"/>
                  </a:cubicBezTo>
                  <a:cubicBezTo>
                    <a:pt x="15850" y="2880"/>
                    <a:pt x="16673" y="1646"/>
                    <a:pt x="17976" y="0"/>
                  </a:cubicBezTo>
                  <a:lnTo>
                    <a:pt x="18388" y="0"/>
                  </a:lnTo>
                  <a:cubicBezTo>
                    <a:pt x="-5752" y="32438"/>
                    <a:pt x="-2872" y="82022"/>
                    <a:pt x="29635" y="124061"/>
                  </a:cubicBezTo>
                  <a:close/>
                </a:path>
              </a:pathLst>
            </a:custGeom>
            <a:solidFill>
              <a:srgbClr val="50505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34DD19E9-9E29-A461-1CD8-3ACB2DB09A4C}"/>
                </a:ext>
              </a:extLst>
            </p:cNvPr>
            <p:cNvSpPr/>
            <p:nvPr/>
          </p:nvSpPr>
          <p:spPr>
            <a:xfrm>
              <a:off x="2574539" y="3220174"/>
              <a:ext cx="145521" cy="258546"/>
            </a:xfrm>
            <a:custGeom>
              <a:avLst/>
              <a:gdLst>
                <a:gd name="connsiteX0" fmla="*/ 28936 w 145521"/>
                <a:gd name="connsiteY0" fmla="*/ 108288 h 258546"/>
                <a:gd name="connsiteX1" fmla="*/ 145522 w 145521"/>
                <a:gd name="connsiteY1" fmla="*/ 258546 h 258546"/>
                <a:gd name="connsiteX2" fmla="*/ 145110 w 145521"/>
                <a:gd name="connsiteY2" fmla="*/ 258546 h 258546"/>
                <a:gd name="connsiteX3" fmla="*/ 137224 w 145521"/>
                <a:gd name="connsiteY3" fmla="*/ 253609 h 258546"/>
                <a:gd name="connsiteX4" fmla="*/ 114318 w 145521"/>
                <a:gd name="connsiteY4" fmla="*/ 223982 h 258546"/>
                <a:gd name="connsiteX5" fmla="*/ 110546 w 145521"/>
                <a:gd name="connsiteY5" fmla="*/ 219456 h 258546"/>
                <a:gd name="connsiteX6" fmla="*/ 105951 w 145521"/>
                <a:gd name="connsiteY6" fmla="*/ 213626 h 258546"/>
                <a:gd name="connsiteX7" fmla="*/ 26879 w 145521"/>
                <a:gd name="connsiteY7" fmla="*/ 111168 h 258546"/>
                <a:gd name="connsiteX8" fmla="*/ 15220 w 145521"/>
                <a:gd name="connsiteY8" fmla="*/ 93680 h 258546"/>
                <a:gd name="connsiteX9" fmla="*/ 201 w 145521"/>
                <a:gd name="connsiteY9" fmla="*/ 30792 h 258546"/>
                <a:gd name="connsiteX10" fmla="*/ 2738 w 145521"/>
                <a:gd name="connsiteY10" fmla="*/ 15019 h 258546"/>
                <a:gd name="connsiteX11" fmla="*/ 7745 w 145521"/>
                <a:gd name="connsiteY11" fmla="*/ 0 h 258546"/>
                <a:gd name="connsiteX12" fmla="*/ 8156 w 145521"/>
                <a:gd name="connsiteY12" fmla="*/ 1234 h 258546"/>
                <a:gd name="connsiteX13" fmla="*/ 28936 w 145521"/>
                <a:gd name="connsiteY13" fmla="*/ 108288 h 25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5521" h="258546">
                  <a:moveTo>
                    <a:pt x="28936" y="108288"/>
                  </a:moveTo>
                  <a:cubicBezTo>
                    <a:pt x="67684" y="158214"/>
                    <a:pt x="106843" y="208620"/>
                    <a:pt x="145522" y="258546"/>
                  </a:cubicBezTo>
                  <a:lnTo>
                    <a:pt x="145110" y="258546"/>
                  </a:lnTo>
                  <a:cubicBezTo>
                    <a:pt x="142230" y="256901"/>
                    <a:pt x="139693" y="255255"/>
                    <a:pt x="137224" y="253609"/>
                  </a:cubicBezTo>
                  <a:cubicBezTo>
                    <a:pt x="129680" y="243596"/>
                    <a:pt x="121793" y="233995"/>
                    <a:pt x="114318" y="223982"/>
                  </a:cubicBezTo>
                  <a:cubicBezTo>
                    <a:pt x="113084" y="222336"/>
                    <a:pt x="111781" y="221102"/>
                    <a:pt x="110546" y="219456"/>
                  </a:cubicBezTo>
                  <a:cubicBezTo>
                    <a:pt x="109182" y="217386"/>
                    <a:pt x="107645" y="215436"/>
                    <a:pt x="105951" y="213626"/>
                  </a:cubicBezTo>
                  <a:cubicBezTo>
                    <a:pt x="79754" y="179337"/>
                    <a:pt x="53076" y="145047"/>
                    <a:pt x="26879" y="111168"/>
                  </a:cubicBezTo>
                  <a:cubicBezTo>
                    <a:pt x="22593" y="105615"/>
                    <a:pt x="18698" y="99772"/>
                    <a:pt x="15220" y="93680"/>
                  </a:cubicBezTo>
                  <a:cubicBezTo>
                    <a:pt x="4105" y="74664"/>
                    <a:pt x="-1121" y="52779"/>
                    <a:pt x="201" y="30792"/>
                  </a:cubicBezTo>
                  <a:cubicBezTo>
                    <a:pt x="168" y="25430"/>
                    <a:pt x="1025" y="20100"/>
                    <a:pt x="2738" y="15019"/>
                  </a:cubicBezTo>
                  <a:cubicBezTo>
                    <a:pt x="3876" y="9851"/>
                    <a:pt x="5554" y="4817"/>
                    <a:pt x="7745" y="0"/>
                  </a:cubicBezTo>
                  <a:lnTo>
                    <a:pt x="8156" y="1234"/>
                  </a:lnTo>
                  <a:cubicBezTo>
                    <a:pt x="-4805" y="32507"/>
                    <a:pt x="1915" y="73312"/>
                    <a:pt x="28936" y="108288"/>
                  </a:cubicBezTo>
                  <a:close/>
                </a:path>
              </a:pathLst>
            </a:custGeom>
            <a:solidFill>
              <a:srgbClr val="50505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4108D15-0699-DDE5-FCB2-42DA5129EBCF}"/>
                </a:ext>
              </a:extLst>
            </p:cNvPr>
            <p:cNvSpPr/>
            <p:nvPr/>
          </p:nvSpPr>
          <p:spPr>
            <a:xfrm>
              <a:off x="2583106" y="2847098"/>
              <a:ext cx="111991" cy="314370"/>
            </a:xfrm>
            <a:custGeom>
              <a:avLst/>
              <a:gdLst>
                <a:gd name="connsiteX0" fmla="*/ 44097 w 111991"/>
                <a:gd name="connsiteY0" fmla="*/ 0 h 314370"/>
                <a:gd name="connsiteX1" fmla="*/ 111991 w 111991"/>
                <a:gd name="connsiteY1" fmla="*/ 288585 h 314370"/>
                <a:gd name="connsiteX2" fmla="*/ 67826 w 111991"/>
                <a:gd name="connsiteY2" fmla="*/ 314371 h 314370"/>
                <a:gd name="connsiteX3" fmla="*/ 0 w 111991"/>
                <a:gd name="connsiteY3" fmla="*/ 25375 h 314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991" h="314370">
                  <a:moveTo>
                    <a:pt x="44097" y="0"/>
                  </a:moveTo>
                  <a:lnTo>
                    <a:pt x="111991" y="288585"/>
                  </a:lnTo>
                  <a:cubicBezTo>
                    <a:pt x="97384" y="297294"/>
                    <a:pt x="82433" y="305661"/>
                    <a:pt x="67826" y="314371"/>
                  </a:cubicBezTo>
                  <a:lnTo>
                    <a:pt x="0" y="25375"/>
                  </a:lnTo>
                  <a:close/>
                </a:path>
              </a:pathLst>
            </a:custGeom>
            <a:solidFill>
              <a:srgbClr val="40404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8608E57-EB3D-A812-1F7D-F17940C7FAAE}"/>
                </a:ext>
              </a:extLst>
            </p:cNvPr>
            <p:cNvSpPr/>
            <p:nvPr/>
          </p:nvSpPr>
          <p:spPr>
            <a:xfrm>
              <a:off x="2660945" y="3433800"/>
              <a:ext cx="24140" cy="19545"/>
            </a:xfrm>
            <a:custGeom>
              <a:avLst/>
              <a:gdLst>
                <a:gd name="connsiteX0" fmla="*/ 19545 w 24140"/>
                <a:gd name="connsiteY0" fmla="*/ 0 h 19545"/>
                <a:gd name="connsiteX1" fmla="*/ 24140 w 24140"/>
                <a:gd name="connsiteY1" fmla="*/ 5829 h 19545"/>
                <a:gd name="connsiteX2" fmla="*/ 0 w 24140"/>
                <a:gd name="connsiteY2" fmla="*/ 19545 h 19545"/>
                <a:gd name="connsiteX3" fmla="*/ 0 w 24140"/>
                <a:gd name="connsiteY3" fmla="*/ 10836 h 19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140" h="19545">
                  <a:moveTo>
                    <a:pt x="19545" y="0"/>
                  </a:moveTo>
                  <a:cubicBezTo>
                    <a:pt x="21239" y="1810"/>
                    <a:pt x="22776" y="3760"/>
                    <a:pt x="24140" y="5829"/>
                  </a:cubicBezTo>
                  <a:cubicBezTo>
                    <a:pt x="16254" y="10355"/>
                    <a:pt x="7887" y="14950"/>
                    <a:pt x="0" y="19545"/>
                  </a:cubicBezTo>
                  <a:lnTo>
                    <a:pt x="0" y="10836"/>
                  </a:lnTo>
                  <a:close/>
                </a:path>
              </a:pathLst>
            </a:custGeom>
            <a:solidFill>
              <a:srgbClr val="4C4B50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FC1F9D3-9000-DA45-521A-3C73C0876C81}"/>
                </a:ext>
              </a:extLst>
            </p:cNvPr>
            <p:cNvSpPr/>
            <p:nvPr/>
          </p:nvSpPr>
          <p:spPr>
            <a:xfrm>
              <a:off x="2369480" y="3168396"/>
              <a:ext cx="311010" cy="276240"/>
            </a:xfrm>
            <a:custGeom>
              <a:avLst/>
              <a:gdLst>
                <a:gd name="connsiteX0" fmla="*/ 231938 w 311010"/>
                <a:gd name="connsiteY0" fmla="*/ 162946 h 276240"/>
                <a:gd name="connsiteX1" fmla="*/ 311010 w 311010"/>
                <a:gd name="connsiteY1" fmla="*/ 265405 h 276240"/>
                <a:gd name="connsiteX2" fmla="*/ 291465 w 311010"/>
                <a:gd name="connsiteY2" fmla="*/ 276240 h 276240"/>
                <a:gd name="connsiteX3" fmla="*/ 0 w 311010"/>
                <a:gd name="connsiteY3" fmla="*/ 108014 h 276240"/>
                <a:gd name="connsiteX4" fmla="*/ 186126 w 311010"/>
                <a:gd name="connsiteY4" fmla="*/ 0 h 276240"/>
                <a:gd name="connsiteX5" fmla="*/ 186538 w 311010"/>
                <a:gd name="connsiteY5" fmla="*/ 2126 h 276240"/>
                <a:gd name="connsiteX6" fmla="*/ 202380 w 311010"/>
                <a:gd name="connsiteY6" fmla="*/ 69540 h 276240"/>
                <a:gd name="connsiteX7" fmla="*/ 145733 w 311010"/>
                <a:gd name="connsiteY7" fmla="*/ 102047 h 276240"/>
                <a:gd name="connsiteX8" fmla="*/ 220279 w 311010"/>
                <a:gd name="connsiteY8" fmla="*/ 145321 h 276240"/>
                <a:gd name="connsiteX9" fmla="*/ 231938 w 311010"/>
                <a:gd name="connsiteY9" fmla="*/ 162946 h 276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1010" h="276240">
                  <a:moveTo>
                    <a:pt x="231938" y="162946"/>
                  </a:moveTo>
                  <a:cubicBezTo>
                    <a:pt x="258135" y="197236"/>
                    <a:pt x="284813" y="231526"/>
                    <a:pt x="311010" y="265405"/>
                  </a:cubicBezTo>
                  <a:lnTo>
                    <a:pt x="291465" y="276240"/>
                  </a:lnTo>
                  <a:lnTo>
                    <a:pt x="0" y="108014"/>
                  </a:lnTo>
                  <a:lnTo>
                    <a:pt x="186126" y="0"/>
                  </a:lnTo>
                  <a:lnTo>
                    <a:pt x="186538" y="2126"/>
                  </a:lnTo>
                  <a:lnTo>
                    <a:pt x="202380" y="69540"/>
                  </a:lnTo>
                  <a:lnTo>
                    <a:pt x="145733" y="102047"/>
                  </a:lnTo>
                  <a:lnTo>
                    <a:pt x="220279" y="145321"/>
                  </a:lnTo>
                  <a:cubicBezTo>
                    <a:pt x="223752" y="151460"/>
                    <a:pt x="227647" y="157349"/>
                    <a:pt x="231938" y="162946"/>
                  </a:cubicBezTo>
                  <a:close/>
                </a:path>
              </a:pathLst>
            </a:custGeom>
            <a:solidFill>
              <a:srgbClr val="50505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0C4EFBA-449F-0E99-785A-F5AC496C81F7}"/>
                </a:ext>
              </a:extLst>
            </p:cNvPr>
            <p:cNvSpPr/>
            <p:nvPr/>
          </p:nvSpPr>
          <p:spPr>
            <a:xfrm>
              <a:off x="2369480" y="3276409"/>
              <a:ext cx="291465" cy="345163"/>
            </a:xfrm>
            <a:custGeom>
              <a:avLst/>
              <a:gdLst>
                <a:gd name="connsiteX0" fmla="*/ 291465 w 291465"/>
                <a:gd name="connsiteY0" fmla="*/ 176936 h 345163"/>
                <a:gd name="connsiteX1" fmla="*/ 291465 w 291465"/>
                <a:gd name="connsiteY1" fmla="*/ 177348 h 345163"/>
                <a:gd name="connsiteX2" fmla="*/ 186538 w 291465"/>
                <a:gd name="connsiteY2" fmla="*/ 237698 h 345163"/>
                <a:gd name="connsiteX3" fmla="*/ 103282 w 291465"/>
                <a:gd name="connsiteY3" fmla="*/ 286047 h 345163"/>
                <a:gd name="connsiteX4" fmla="*/ 20437 w 291465"/>
                <a:gd name="connsiteY4" fmla="*/ 333505 h 345163"/>
                <a:gd name="connsiteX5" fmla="*/ 823 w 291465"/>
                <a:gd name="connsiteY5" fmla="*/ 344752 h 345163"/>
                <a:gd name="connsiteX6" fmla="*/ 0 w 291465"/>
                <a:gd name="connsiteY6" fmla="*/ 345163 h 345163"/>
                <a:gd name="connsiteX7" fmla="*/ 0 w 291465"/>
                <a:gd name="connsiteY7" fmla="*/ 0 h 345163"/>
                <a:gd name="connsiteX8" fmla="*/ 291465 w 291465"/>
                <a:gd name="connsiteY8" fmla="*/ 168227 h 345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1465" h="345163">
                  <a:moveTo>
                    <a:pt x="291465" y="176936"/>
                  </a:moveTo>
                  <a:lnTo>
                    <a:pt x="291465" y="177348"/>
                  </a:lnTo>
                  <a:cubicBezTo>
                    <a:pt x="256489" y="197373"/>
                    <a:pt x="221513" y="217742"/>
                    <a:pt x="186538" y="237698"/>
                  </a:cubicBezTo>
                  <a:lnTo>
                    <a:pt x="103282" y="286047"/>
                  </a:lnTo>
                  <a:cubicBezTo>
                    <a:pt x="75850" y="301821"/>
                    <a:pt x="48418" y="317663"/>
                    <a:pt x="20437" y="333505"/>
                  </a:cubicBezTo>
                  <a:cubicBezTo>
                    <a:pt x="14196" y="337276"/>
                    <a:pt x="7475" y="340980"/>
                    <a:pt x="823" y="344752"/>
                  </a:cubicBezTo>
                  <a:cubicBezTo>
                    <a:pt x="412" y="345163"/>
                    <a:pt x="412" y="345163"/>
                    <a:pt x="0" y="345163"/>
                  </a:cubicBezTo>
                  <a:lnTo>
                    <a:pt x="0" y="0"/>
                  </a:lnTo>
                  <a:lnTo>
                    <a:pt x="291465" y="168227"/>
                  </a:lnTo>
                  <a:close/>
                </a:path>
              </a:pathLst>
            </a:custGeom>
            <a:solidFill>
              <a:srgbClr val="343436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98F1A0E-EF70-F661-B5DA-D9EEFCE380C1}"/>
                </a:ext>
              </a:extLst>
            </p:cNvPr>
            <p:cNvSpPr/>
            <p:nvPr/>
          </p:nvSpPr>
          <p:spPr>
            <a:xfrm>
              <a:off x="2399861" y="2358260"/>
              <a:ext cx="257723" cy="150738"/>
            </a:xfrm>
            <a:custGeom>
              <a:avLst/>
              <a:gdLst>
                <a:gd name="connsiteX0" fmla="*/ 255666 w 257723"/>
                <a:gd name="connsiteY0" fmla="*/ 1715 h 150738"/>
                <a:gd name="connsiteX1" fmla="*/ 257724 w 257723"/>
                <a:gd name="connsiteY1" fmla="*/ 10836 h 150738"/>
                <a:gd name="connsiteX2" fmla="*/ 15842 w 257723"/>
                <a:gd name="connsiteY2" fmla="*/ 150739 h 150738"/>
                <a:gd name="connsiteX3" fmla="*/ 0 w 257723"/>
                <a:gd name="connsiteY3" fmla="*/ 147447 h 150738"/>
                <a:gd name="connsiteX4" fmla="*/ 255255 w 257723"/>
                <a:gd name="connsiteY4" fmla="*/ 0 h 150738"/>
                <a:gd name="connsiteX5" fmla="*/ 255666 w 257723"/>
                <a:gd name="connsiteY5" fmla="*/ 1715 h 150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7723" h="150738">
                  <a:moveTo>
                    <a:pt x="255666" y="1715"/>
                  </a:moveTo>
                  <a:lnTo>
                    <a:pt x="257724" y="10836"/>
                  </a:lnTo>
                  <a:lnTo>
                    <a:pt x="15842" y="150739"/>
                  </a:lnTo>
                  <a:lnTo>
                    <a:pt x="0" y="147447"/>
                  </a:lnTo>
                  <a:lnTo>
                    <a:pt x="255255" y="0"/>
                  </a:lnTo>
                  <a:lnTo>
                    <a:pt x="255666" y="1715"/>
                  </a:lnTo>
                  <a:close/>
                </a:path>
              </a:pathLst>
            </a:custGeom>
            <a:solidFill>
              <a:srgbClr val="6E6E6E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083B4D95-DDFD-70DC-EAA0-CF7543BA29FA}"/>
                </a:ext>
              </a:extLst>
            </p:cNvPr>
            <p:cNvSpPr/>
            <p:nvPr/>
          </p:nvSpPr>
          <p:spPr>
            <a:xfrm>
              <a:off x="2547308" y="2841269"/>
              <a:ext cx="103624" cy="334396"/>
            </a:xfrm>
            <a:custGeom>
              <a:avLst/>
              <a:gdLst>
                <a:gd name="connsiteX0" fmla="*/ 35799 w 103624"/>
                <a:gd name="connsiteY0" fmla="*/ 31204 h 334396"/>
                <a:gd name="connsiteX1" fmla="*/ 103624 w 103624"/>
                <a:gd name="connsiteY1" fmla="*/ 320269 h 334396"/>
                <a:gd name="connsiteX2" fmla="*/ 78661 w 103624"/>
                <a:gd name="connsiteY2" fmla="*/ 334396 h 334396"/>
                <a:gd name="connsiteX3" fmla="*/ 0 w 103624"/>
                <a:gd name="connsiteY3" fmla="*/ 0 h 334396"/>
                <a:gd name="connsiteX4" fmla="*/ 11659 w 103624"/>
                <a:gd name="connsiteY4" fmla="*/ 2538 h 334396"/>
                <a:gd name="connsiteX5" fmla="*/ 20368 w 103624"/>
                <a:gd name="connsiteY5" fmla="*/ 6652 h 334396"/>
                <a:gd name="connsiteX6" fmla="*/ 32438 w 103624"/>
                <a:gd name="connsiteY6" fmla="*/ 22083 h 334396"/>
                <a:gd name="connsiteX7" fmla="*/ 35799 w 103624"/>
                <a:gd name="connsiteY7" fmla="*/ 31204 h 334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624" h="334396">
                  <a:moveTo>
                    <a:pt x="35799" y="31204"/>
                  </a:moveTo>
                  <a:lnTo>
                    <a:pt x="103624" y="320269"/>
                  </a:lnTo>
                  <a:cubicBezTo>
                    <a:pt x="95326" y="324864"/>
                    <a:pt x="87028" y="329870"/>
                    <a:pt x="78661" y="334396"/>
                  </a:cubicBezTo>
                  <a:lnTo>
                    <a:pt x="0" y="0"/>
                  </a:lnTo>
                  <a:lnTo>
                    <a:pt x="11659" y="2538"/>
                  </a:lnTo>
                  <a:cubicBezTo>
                    <a:pt x="14842" y="3215"/>
                    <a:pt x="17823" y="4624"/>
                    <a:pt x="20368" y="6652"/>
                  </a:cubicBezTo>
                  <a:cubicBezTo>
                    <a:pt x="25499" y="10824"/>
                    <a:pt x="29625" y="16098"/>
                    <a:pt x="32438" y="22083"/>
                  </a:cubicBezTo>
                  <a:cubicBezTo>
                    <a:pt x="33986" y="24948"/>
                    <a:pt x="35117" y="28020"/>
                    <a:pt x="35799" y="31204"/>
                  </a:cubicBez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A6FB2BE-ADDE-24CD-92C9-E42A53CAF1AA}"/>
                </a:ext>
              </a:extLst>
            </p:cNvPr>
            <p:cNvSpPr/>
            <p:nvPr/>
          </p:nvSpPr>
          <p:spPr>
            <a:xfrm>
              <a:off x="2558966" y="2817952"/>
              <a:ext cx="68237" cy="54521"/>
            </a:xfrm>
            <a:custGeom>
              <a:avLst/>
              <a:gdLst>
                <a:gd name="connsiteX0" fmla="*/ 68237 w 68237"/>
                <a:gd name="connsiteY0" fmla="*/ 29147 h 54521"/>
                <a:gd name="connsiteX1" fmla="*/ 24140 w 68237"/>
                <a:gd name="connsiteY1" fmla="*/ 54521 h 54521"/>
                <a:gd name="connsiteX2" fmla="*/ 20780 w 68237"/>
                <a:gd name="connsiteY2" fmla="*/ 45400 h 54521"/>
                <a:gd name="connsiteX3" fmla="*/ 8710 w 68237"/>
                <a:gd name="connsiteY3" fmla="*/ 29970 h 54521"/>
                <a:gd name="connsiteX4" fmla="*/ 0 w 68237"/>
                <a:gd name="connsiteY4" fmla="*/ 25855 h 54521"/>
                <a:gd name="connsiteX5" fmla="*/ 44097 w 68237"/>
                <a:gd name="connsiteY5" fmla="*/ 0 h 54521"/>
                <a:gd name="connsiteX6" fmla="*/ 52464 w 68237"/>
                <a:gd name="connsiteY6" fmla="*/ 4595 h 54521"/>
                <a:gd name="connsiteX7" fmla="*/ 64945 w 68237"/>
                <a:gd name="connsiteY7" fmla="*/ 19545 h 54521"/>
                <a:gd name="connsiteX8" fmla="*/ 68237 w 68237"/>
                <a:gd name="connsiteY8" fmla="*/ 29147 h 5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237" h="54521">
                  <a:moveTo>
                    <a:pt x="68237" y="29147"/>
                  </a:moveTo>
                  <a:lnTo>
                    <a:pt x="24140" y="54521"/>
                  </a:lnTo>
                  <a:cubicBezTo>
                    <a:pt x="23459" y="51337"/>
                    <a:pt x="22327" y="48266"/>
                    <a:pt x="20780" y="45400"/>
                  </a:cubicBezTo>
                  <a:cubicBezTo>
                    <a:pt x="17966" y="39416"/>
                    <a:pt x="13841" y="34141"/>
                    <a:pt x="8710" y="29970"/>
                  </a:cubicBezTo>
                  <a:cubicBezTo>
                    <a:pt x="6165" y="27941"/>
                    <a:pt x="3183" y="26532"/>
                    <a:pt x="0" y="25855"/>
                  </a:cubicBezTo>
                  <a:lnTo>
                    <a:pt x="44097" y="0"/>
                  </a:lnTo>
                  <a:cubicBezTo>
                    <a:pt x="47245" y="759"/>
                    <a:pt x="50134" y="2345"/>
                    <a:pt x="52464" y="4595"/>
                  </a:cubicBezTo>
                  <a:cubicBezTo>
                    <a:pt x="57703" y="8569"/>
                    <a:pt x="61971" y="13681"/>
                    <a:pt x="64945" y="19545"/>
                  </a:cubicBezTo>
                  <a:cubicBezTo>
                    <a:pt x="66397" y="22613"/>
                    <a:pt x="67501" y="25833"/>
                    <a:pt x="68237" y="29147"/>
                  </a:cubicBezTo>
                  <a:close/>
                </a:path>
              </a:pathLst>
            </a:custGeom>
            <a:solidFill>
              <a:srgbClr val="40404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432943B-D3B4-70CE-B1FC-FA8F5D3720A8}"/>
                </a:ext>
              </a:extLst>
            </p:cNvPr>
            <p:cNvSpPr/>
            <p:nvPr/>
          </p:nvSpPr>
          <p:spPr>
            <a:xfrm>
              <a:off x="2571654" y="2824810"/>
              <a:ext cx="47937" cy="38404"/>
            </a:xfrm>
            <a:custGeom>
              <a:avLst/>
              <a:gdLst>
                <a:gd name="connsiteX0" fmla="*/ 13236 w 47937"/>
                <a:gd name="connsiteY0" fmla="*/ 35387 h 38404"/>
                <a:gd name="connsiteX1" fmla="*/ 0 w 47937"/>
                <a:gd name="connsiteY1" fmla="*/ 18585 h 38404"/>
                <a:gd name="connsiteX2" fmla="*/ 31821 w 47937"/>
                <a:gd name="connsiteY2" fmla="*/ 0 h 38404"/>
                <a:gd name="connsiteX3" fmla="*/ 35044 w 47937"/>
                <a:gd name="connsiteY3" fmla="*/ 2195 h 38404"/>
                <a:gd name="connsiteX4" fmla="*/ 46429 w 47937"/>
                <a:gd name="connsiteY4" fmla="*/ 15568 h 38404"/>
                <a:gd name="connsiteX5" fmla="*/ 47937 w 47937"/>
                <a:gd name="connsiteY5" fmla="*/ 19340 h 38404"/>
                <a:gd name="connsiteX6" fmla="*/ 14745 w 47937"/>
                <a:gd name="connsiteY6" fmla="*/ 38405 h 38404"/>
                <a:gd name="connsiteX7" fmla="*/ 13236 w 47937"/>
                <a:gd name="connsiteY7" fmla="*/ 35387 h 3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937" h="38404">
                  <a:moveTo>
                    <a:pt x="13236" y="35387"/>
                  </a:moveTo>
                  <a:cubicBezTo>
                    <a:pt x="10126" y="28874"/>
                    <a:pt x="5604" y="23134"/>
                    <a:pt x="0" y="18585"/>
                  </a:cubicBezTo>
                  <a:lnTo>
                    <a:pt x="31821" y="0"/>
                  </a:lnTo>
                  <a:cubicBezTo>
                    <a:pt x="33043" y="487"/>
                    <a:pt x="34144" y="1236"/>
                    <a:pt x="35044" y="2195"/>
                  </a:cubicBezTo>
                  <a:cubicBezTo>
                    <a:pt x="39835" y="5698"/>
                    <a:pt x="43735" y="10279"/>
                    <a:pt x="46429" y="15568"/>
                  </a:cubicBezTo>
                  <a:cubicBezTo>
                    <a:pt x="47020" y="16788"/>
                    <a:pt x="47524" y="18049"/>
                    <a:pt x="47937" y="19340"/>
                  </a:cubicBezTo>
                  <a:lnTo>
                    <a:pt x="14745" y="38405"/>
                  </a:lnTo>
                  <a:cubicBezTo>
                    <a:pt x="14608" y="37445"/>
                    <a:pt x="14059" y="36416"/>
                    <a:pt x="13236" y="35387"/>
                  </a:cubicBezTo>
                  <a:close/>
                </a:path>
              </a:pathLst>
            </a:custGeom>
            <a:solidFill>
              <a:srgbClr val="4C4C4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25505B6-5BD0-7A1B-1F8F-C44888C20124}"/>
                </a:ext>
              </a:extLst>
            </p:cNvPr>
            <p:cNvSpPr/>
            <p:nvPr/>
          </p:nvSpPr>
          <p:spPr>
            <a:xfrm>
              <a:off x="2547308" y="2815483"/>
              <a:ext cx="55755" cy="28323"/>
            </a:xfrm>
            <a:custGeom>
              <a:avLst/>
              <a:gdLst>
                <a:gd name="connsiteX0" fmla="*/ 55756 w 55755"/>
                <a:gd name="connsiteY0" fmla="*/ 2469 h 28323"/>
                <a:gd name="connsiteX1" fmla="*/ 11659 w 55755"/>
                <a:gd name="connsiteY1" fmla="*/ 28324 h 28323"/>
                <a:gd name="connsiteX2" fmla="*/ 0 w 55755"/>
                <a:gd name="connsiteY2" fmla="*/ 25786 h 28323"/>
                <a:gd name="connsiteX3" fmla="*/ 44097 w 55755"/>
                <a:gd name="connsiteY3" fmla="*/ 0 h 28323"/>
                <a:gd name="connsiteX4" fmla="*/ 55756 w 55755"/>
                <a:gd name="connsiteY4" fmla="*/ 2469 h 2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5" h="28323">
                  <a:moveTo>
                    <a:pt x="55756" y="2469"/>
                  </a:moveTo>
                  <a:lnTo>
                    <a:pt x="11659" y="28324"/>
                  </a:lnTo>
                  <a:lnTo>
                    <a:pt x="0" y="25786"/>
                  </a:lnTo>
                  <a:lnTo>
                    <a:pt x="44097" y="0"/>
                  </a:lnTo>
                  <a:lnTo>
                    <a:pt x="55756" y="2469"/>
                  </a:lnTo>
                  <a:close/>
                </a:path>
              </a:pathLst>
            </a:custGeom>
            <a:solidFill>
              <a:srgbClr val="40404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BAF36BCA-83C0-049C-9D78-546648479AE2}"/>
                </a:ext>
              </a:extLst>
            </p:cNvPr>
            <p:cNvSpPr/>
            <p:nvPr/>
          </p:nvSpPr>
          <p:spPr>
            <a:xfrm>
              <a:off x="2515212" y="3235192"/>
              <a:ext cx="74546" cy="78661"/>
            </a:xfrm>
            <a:custGeom>
              <a:avLst/>
              <a:gdLst>
                <a:gd name="connsiteX0" fmla="*/ 74546 w 74546"/>
                <a:gd name="connsiteY0" fmla="*/ 78661 h 78661"/>
                <a:gd name="connsiteX1" fmla="*/ 0 w 74546"/>
                <a:gd name="connsiteY1" fmla="*/ 35387 h 78661"/>
                <a:gd name="connsiteX2" fmla="*/ 56647 w 74546"/>
                <a:gd name="connsiteY2" fmla="*/ 2880 h 78661"/>
                <a:gd name="connsiteX3" fmla="*/ 61653 w 74546"/>
                <a:gd name="connsiteY3" fmla="*/ 0 h 78661"/>
                <a:gd name="connsiteX4" fmla="*/ 62065 w 74546"/>
                <a:gd name="connsiteY4" fmla="*/ 0 h 78661"/>
                <a:gd name="connsiteX5" fmla="*/ 59527 w 74546"/>
                <a:gd name="connsiteY5" fmla="*/ 15773 h 78661"/>
                <a:gd name="connsiteX6" fmla="*/ 74546 w 74546"/>
                <a:gd name="connsiteY6" fmla="*/ 78661 h 78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546" h="78661">
                  <a:moveTo>
                    <a:pt x="74546" y="78661"/>
                  </a:moveTo>
                  <a:lnTo>
                    <a:pt x="0" y="35387"/>
                  </a:lnTo>
                  <a:lnTo>
                    <a:pt x="56647" y="2880"/>
                  </a:lnTo>
                  <a:lnTo>
                    <a:pt x="61653" y="0"/>
                  </a:lnTo>
                  <a:lnTo>
                    <a:pt x="62065" y="0"/>
                  </a:lnTo>
                  <a:cubicBezTo>
                    <a:pt x="60352" y="5081"/>
                    <a:pt x="59494" y="10411"/>
                    <a:pt x="59527" y="15773"/>
                  </a:cubicBezTo>
                  <a:cubicBezTo>
                    <a:pt x="58205" y="37760"/>
                    <a:pt x="63432" y="59645"/>
                    <a:pt x="74546" y="78661"/>
                  </a:cubicBezTo>
                  <a:close/>
                </a:path>
              </a:pathLst>
            </a:custGeom>
            <a:solidFill>
              <a:srgbClr val="343436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92D3AD2-EFD1-8472-9E69-2A0E95ADFE50}"/>
                </a:ext>
              </a:extLst>
            </p:cNvPr>
            <p:cNvSpPr/>
            <p:nvPr/>
          </p:nvSpPr>
          <p:spPr>
            <a:xfrm>
              <a:off x="2399724" y="2505707"/>
              <a:ext cx="182559" cy="732365"/>
            </a:xfrm>
            <a:custGeom>
              <a:avLst/>
              <a:gdLst>
                <a:gd name="connsiteX0" fmla="*/ 15979 w 182559"/>
                <a:gd name="connsiteY0" fmla="*/ 3292 h 732365"/>
                <a:gd name="connsiteX1" fmla="*/ 182560 w 182559"/>
                <a:gd name="connsiteY1" fmla="*/ 714466 h 732365"/>
                <a:gd name="connsiteX2" fmla="*/ 177554 w 182559"/>
                <a:gd name="connsiteY2" fmla="*/ 729485 h 732365"/>
                <a:gd name="connsiteX3" fmla="*/ 177142 w 182559"/>
                <a:gd name="connsiteY3" fmla="*/ 729485 h 732365"/>
                <a:gd name="connsiteX4" fmla="*/ 172136 w 182559"/>
                <a:gd name="connsiteY4" fmla="*/ 732366 h 732365"/>
                <a:gd name="connsiteX5" fmla="*/ 156294 w 182559"/>
                <a:gd name="connsiteY5" fmla="*/ 664952 h 732365"/>
                <a:gd name="connsiteX6" fmla="*/ 155882 w 182559"/>
                <a:gd name="connsiteY6" fmla="*/ 662826 h 732365"/>
                <a:gd name="connsiteX7" fmla="*/ 0 w 182559"/>
                <a:gd name="connsiteY7" fmla="*/ 0 h 732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2559" h="732365">
                  <a:moveTo>
                    <a:pt x="15979" y="3292"/>
                  </a:moveTo>
                  <a:lnTo>
                    <a:pt x="182560" y="714466"/>
                  </a:lnTo>
                  <a:cubicBezTo>
                    <a:pt x="180369" y="719283"/>
                    <a:pt x="178691" y="724317"/>
                    <a:pt x="177554" y="729485"/>
                  </a:cubicBezTo>
                  <a:lnTo>
                    <a:pt x="177142" y="729485"/>
                  </a:lnTo>
                  <a:lnTo>
                    <a:pt x="172136" y="732366"/>
                  </a:lnTo>
                  <a:lnTo>
                    <a:pt x="156294" y="664952"/>
                  </a:lnTo>
                  <a:lnTo>
                    <a:pt x="155882" y="6628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484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5A6A6C3-87DF-6AD9-6DF1-0F0FB7AC13D1}"/>
                </a:ext>
              </a:extLst>
            </p:cNvPr>
            <p:cNvSpPr/>
            <p:nvPr/>
          </p:nvSpPr>
          <p:spPr>
            <a:xfrm>
              <a:off x="2419536" y="1674422"/>
              <a:ext cx="1439514" cy="834027"/>
            </a:xfrm>
            <a:custGeom>
              <a:avLst/>
              <a:gdLst>
                <a:gd name="connsiteX0" fmla="*/ 3093 w 1439514"/>
                <a:gd name="connsiteY0" fmla="*/ 834028 h 834027"/>
                <a:gd name="connsiteX1" fmla="*/ 418 w 1439514"/>
                <a:gd name="connsiteY1" fmla="*/ 832519 h 834027"/>
                <a:gd name="connsiteX2" fmla="*/ 1516 w 1439514"/>
                <a:gd name="connsiteY2" fmla="*/ 828199 h 834027"/>
                <a:gd name="connsiteX3" fmla="*/ 1434838 w 1439514"/>
                <a:gd name="connsiteY3" fmla="*/ 438 h 834027"/>
                <a:gd name="connsiteX4" fmla="*/ 1439070 w 1439514"/>
                <a:gd name="connsiteY4" fmla="*/ 1502 h 834027"/>
                <a:gd name="connsiteX5" fmla="*/ 1439089 w 1439514"/>
                <a:gd name="connsiteY5" fmla="*/ 1535 h 834027"/>
                <a:gd name="connsiteX6" fmla="*/ 1437940 w 1439514"/>
                <a:gd name="connsiteY6" fmla="*/ 5846 h 834027"/>
                <a:gd name="connsiteX7" fmla="*/ 1437924 w 1439514"/>
                <a:gd name="connsiteY7" fmla="*/ 5856 h 834027"/>
                <a:gd name="connsiteX8" fmla="*/ 4602 w 1439514"/>
                <a:gd name="connsiteY8" fmla="*/ 833616 h 834027"/>
                <a:gd name="connsiteX9" fmla="*/ 3093 w 1439514"/>
                <a:gd name="connsiteY9" fmla="*/ 834028 h 834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39514" h="834027">
                  <a:moveTo>
                    <a:pt x="3093" y="834028"/>
                  </a:moveTo>
                  <a:cubicBezTo>
                    <a:pt x="2000" y="834022"/>
                    <a:pt x="988" y="833451"/>
                    <a:pt x="418" y="832519"/>
                  </a:cubicBezTo>
                  <a:cubicBezTo>
                    <a:pt x="-431" y="831017"/>
                    <a:pt x="52" y="829113"/>
                    <a:pt x="1516" y="828199"/>
                  </a:cubicBezTo>
                  <a:lnTo>
                    <a:pt x="1434838" y="438"/>
                  </a:lnTo>
                  <a:cubicBezTo>
                    <a:pt x="1436300" y="-437"/>
                    <a:pt x="1438195" y="40"/>
                    <a:pt x="1439070" y="1502"/>
                  </a:cubicBezTo>
                  <a:cubicBezTo>
                    <a:pt x="1439077" y="1513"/>
                    <a:pt x="1439083" y="1524"/>
                    <a:pt x="1439089" y="1535"/>
                  </a:cubicBezTo>
                  <a:cubicBezTo>
                    <a:pt x="1439963" y="3043"/>
                    <a:pt x="1439448" y="4973"/>
                    <a:pt x="1437940" y="5846"/>
                  </a:cubicBezTo>
                  <a:cubicBezTo>
                    <a:pt x="1437935" y="5849"/>
                    <a:pt x="1437929" y="5853"/>
                    <a:pt x="1437924" y="5856"/>
                  </a:cubicBezTo>
                  <a:lnTo>
                    <a:pt x="4602" y="833616"/>
                  </a:lnTo>
                  <a:cubicBezTo>
                    <a:pt x="4141" y="833878"/>
                    <a:pt x="3622" y="834019"/>
                    <a:pt x="3093" y="834028"/>
                  </a:cubicBezTo>
                  <a:close/>
                </a:path>
              </a:pathLst>
            </a:custGeom>
            <a:solidFill>
              <a:srgbClr val="83838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6B72CD-9506-B2EC-E61F-E679DBCA3014}"/>
                </a:ext>
              </a:extLst>
            </p:cNvPr>
            <p:cNvSpPr/>
            <p:nvPr/>
          </p:nvSpPr>
          <p:spPr>
            <a:xfrm>
              <a:off x="2390534" y="1178341"/>
              <a:ext cx="1540649" cy="1969480"/>
            </a:xfrm>
            <a:custGeom>
              <a:avLst/>
              <a:gdLst>
                <a:gd name="connsiteX0" fmla="*/ 1252957 w 1540649"/>
                <a:gd name="connsiteY0" fmla="*/ 0 h 1969480"/>
                <a:gd name="connsiteX1" fmla="*/ 0 w 1540649"/>
                <a:gd name="connsiteY1" fmla="*/ 685114 h 1969480"/>
                <a:gd name="connsiteX2" fmla="*/ 313479 w 1540649"/>
                <a:gd name="connsiteY2" fmla="*/ 1969480 h 1969480"/>
                <a:gd name="connsiteX3" fmla="*/ 1540650 w 1540649"/>
                <a:gd name="connsiteY3" fmla="*/ 1269964 h 1969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0649" h="1969480">
                  <a:moveTo>
                    <a:pt x="1252957" y="0"/>
                  </a:moveTo>
                  <a:lnTo>
                    <a:pt x="0" y="685114"/>
                  </a:lnTo>
                  <a:lnTo>
                    <a:pt x="313479" y="1969480"/>
                  </a:lnTo>
                  <a:cubicBezTo>
                    <a:pt x="634502" y="1784314"/>
                    <a:pt x="1219627" y="1455130"/>
                    <a:pt x="1540650" y="1269964"/>
                  </a:cubicBezTo>
                  <a:close/>
                </a:path>
              </a:pathLst>
            </a:custGeom>
            <a:solidFill>
              <a:srgbClr val="F5F5F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9B743036-DB64-F6E7-26BF-0A3587E67FAF}"/>
                </a:ext>
              </a:extLst>
            </p:cNvPr>
            <p:cNvSpPr/>
            <p:nvPr/>
          </p:nvSpPr>
          <p:spPr>
            <a:xfrm>
              <a:off x="5177968" y="4025028"/>
              <a:ext cx="86548" cy="141069"/>
            </a:xfrm>
            <a:custGeom>
              <a:avLst/>
              <a:gdLst>
                <a:gd name="connsiteX0" fmla="*/ 86548 w 86548"/>
                <a:gd name="connsiteY0" fmla="*/ 0 h 141069"/>
                <a:gd name="connsiteX1" fmla="*/ 84491 w 86548"/>
                <a:gd name="connsiteY1" fmla="*/ 6858 h 141069"/>
                <a:gd name="connsiteX2" fmla="*/ 63231 w 86548"/>
                <a:gd name="connsiteY2" fmla="*/ 75438 h 141069"/>
                <a:gd name="connsiteX3" fmla="*/ 61996 w 86548"/>
                <a:gd name="connsiteY3" fmla="*/ 80033 h 141069"/>
                <a:gd name="connsiteX4" fmla="*/ 61173 w 86548"/>
                <a:gd name="connsiteY4" fmla="*/ 82090 h 141069"/>
                <a:gd name="connsiteX5" fmla="*/ 61173 w 86548"/>
                <a:gd name="connsiteY5" fmla="*/ 82502 h 141069"/>
                <a:gd name="connsiteX6" fmla="*/ 60762 w 86548"/>
                <a:gd name="connsiteY6" fmla="*/ 83736 h 141069"/>
                <a:gd name="connsiteX7" fmla="*/ 59939 w 86548"/>
                <a:gd name="connsiteY7" fmla="*/ 86274 h 141069"/>
                <a:gd name="connsiteX8" fmla="*/ 59528 w 86548"/>
                <a:gd name="connsiteY8" fmla="*/ 88331 h 141069"/>
                <a:gd name="connsiteX9" fmla="*/ 59116 w 86548"/>
                <a:gd name="connsiteY9" fmla="*/ 88331 h 141069"/>
                <a:gd name="connsiteX10" fmla="*/ 58705 w 86548"/>
                <a:gd name="connsiteY10" fmla="*/ 89977 h 141069"/>
                <a:gd name="connsiteX11" fmla="*/ 58705 w 86548"/>
                <a:gd name="connsiteY11" fmla="*/ 90457 h 141069"/>
                <a:gd name="connsiteX12" fmla="*/ 57402 w 86548"/>
                <a:gd name="connsiteY12" fmla="*/ 92515 h 141069"/>
                <a:gd name="connsiteX13" fmla="*/ 56990 w 86548"/>
                <a:gd name="connsiteY13" fmla="*/ 94161 h 141069"/>
                <a:gd name="connsiteX14" fmla="*/ 56579 w 86548"/>
                <a:gd name="connsiteY14" fmla="*/ 94572 h 141069"/>
                <a:gd name="connsiteX15" fmla="*/ 55756 w 86548"/>
                <a:gd name="connsiteY15" fmla="*/ 96698 h 141069"/>
                <a:gd name="connsiteX16" fmla="*/ 54521 w 86548"/>
                <a:gd name="connsiteY16" fmla="*/ 98755 h 141069"/>
                <a:gd name="connsiteX17" fmla="*/ 53698 w 86548"/>
                <a:gd name="connsiteY17" fmla="*/ 100813 h 141069"/>
                <a:gd name="connsiteX18" fmla="*/ 53698 w 86548"/>
                <a:gd name="connsiteY18" fmla="*/ 101224 h 141069"/>
                <a:gd name="connsiteX19" fmla="*/ 52875 w 86548"/>
                <a:gd name="connsiteY19" fmla="*/ 102527 h 141069"/>
                <a:gd name="connsiteX20" fmla="*/ 52464 w 86548"/>
                <a:gd name="connsiteY20" fmla="*/ 102939 h 141069"/>
                <a:gd name="connsiteX21" fmla="*/ 51572 w 86548"/>
                <a:gd name="connsiteY21" fmla="*/ 104585 h 141069"/>
                <a:gd name="connsiteX22" fmla="*/ 51572 w 86548"/>
                <a:gd name="connsiteY22" fmla="*/ 104996 h 141069"/>
                <a:gd name="connsiteX23" fmla="*/ 51161 w 86548"/>
                <a:gd name="connsiteY23" fmla="*/ 104996 h 141069"/>
                <a:gd name="connsiteX24" fmla="*/ 51161 w 86548"/>
                <a:gd name="connsiteY24" fmla="*/ 105408 h 141069"/>
                <a:gd name="connsiteX25" fmla="*/ 50338 w 86548"/>
                <a:gd name="connsiteY25" fmla="*/ 107054 h 141069"/>
                <a:gd name="connsiteX26" fmla="*/ 49103 w 86548"/>
                <a:gd name="connsiteY26" fmla="*/ 109180 h 141069"/>
                <a:gd name="connsiteX27" fmla="*/ 48692 w 86548"/>
                <a:gd name="connsiteY27" fmla="*/ 109591 h 141069"/>
                <a:gd name="connsiteX28" fmla="*/ 47869 w 86548"/>
                <a:gd name="connsiteY28" fmla="*/ 111237 h 141069"/>
                <a:gd name="connsiteX29" fmla="*/ 47252 w 86548"/>
                <a:gd name="connsiteY29" fmla="*/ 111237 h 141069"/>
                <a:gd name="connsiteX30" fmla="*/ 46017 w 86548"/>
                <a:gd name="connsiteY30" fmla="*/ 113294 h 141069"/>
                <a:gd name="connsiteX31" fmla="*/ 45537 w 86548"/>
                <a:gd name="connsiteY31" fmla="*/ 114186 h 141069"/>
                <a:gd name="connsiteX32" fmla="*/ 43480 w 86548"/>
                <a:gd name="connsiteY32" fmla="*/ 116655 h 141069"/>
                <a:gd name="connsiteX33" fmla="*/ 42246 w 86548"/>
                <a:gd name="connsiteY33" fmla="*/ 118712 h 141069"/>
                <a:gd name="connsiteX34" fmla="*/ 41422 w 86548"/>
                <a:gd name="connsiteY34" fmla="*/ 119604 h 141069"/>
                <a:gd name="connsiteX35" fmla="*/ 39296 w 86548"/>
                <a:gd name="connsiteY35" fmla="*/ 122072 h 141069"/>
                <a:gd name="connsiteX36" fmla="*/ 36828 w 86548"/>
                <a:gd name="connsiteY36" fmla="*/ 124542 h 141069"/>
                <a:gd name="connsiteX37" fmla="*/ 34770 w 86548"/>
                <a:gd name="connsiteY37" fmla="*/ 127079 h 141069"/>
                <a:gd name="connsiteX38" fmla="*/ 32233 w 86548"/>
                <a:gd name="connsiteY38" fmla="*/ 129548 h 141069"/>
                <a:gd name="connsiteX39" fmla="*/ 29764 w 86548"/>
                <a:gd name="connsiteY39" fmla="*/ 131674 h 141069"/>
                <a:gd name="connsiteX40" fmla="*/ 29352 w 86548"/>
                <a:gd name="connsiteY40" fmla="*/ 132085 h 141069"/>
                <a:gd name="connsiteX41" fmla="*/ 26815 w 86548"/>
                <a:gd name="connsiteY41" fmla="*/ 134142 h 141069"/>
                <a:gd name="connsiteX42" fmla="*/ 26403 w 86548"/>
                <a:gd name="connsiteY42" fmla="*/ 134966 h 141069"/>
                <a:gd name="connsiteX43" fmla="*/ 23523 w 86548"/>
                <a:gd name="connsiteY43" fmla="*/ 137092 h 141069"/>
                <a:gd name="connsiteX44" fmla="*/ 22700 w 86548"/>
                <a:gd name="connsiteY44" fmla="*/ 137503 h 141069"/>
                <a:gd name="connsiteX45" fmla="*/ 22700 w 86548"/>
                <a:gd name="connsiteY45" fmla="*/ 137777 h 141069"/>
                <a:gd name="connsiteX46" fmla="*/ 21809 w 86548"/>
                <a:gd name="connsiteY46" fmla="*/ 138189 h 141069"/>
                <a:gd name="connsiteX47" fmla="*/ 16871 w 86548"/>
                <a:gd name="connsiteY47" fmla="*/ 141069 h 141069"/>
                <a:gd name="connsiteX48" fmla="*/ 0 w 86548"/>
                <a:gd name="connsiteY48" fmla="*/ 130919 h 141069"/>
                <a:gd name="connsiteX49" fmla="*/ 5829 w 86548"/>
                <a:gd name="connsiteY49" fmla="*/ 127559 h 141069"/>
                <a:gd name="connsiteX50" fmla="*/ 9533 w 86548"/>
                <a:gd name="connsiteY50" fmla="*/ 124610 h 141069"/>
                <a:gd name="connsiteX51" fmla="*/ 12893 w 86548"/>
                <a:gd name="connsiteY51" fmla="*/ 121730 h 141069"/>
                <a:gd name="connsiteX52" fmla="*/ 15362 w 86548"/>
                <a:gd name="connsiteY52" fmla="*/ 119261 h 141069"/>
                <a:gd name="connsiteX53" fmla="*/ 17899 w 86548"/>
                <a:gd name="connsiteY53" fmla="*/ 117135 h 141069"/>
                <a:gd name="connsiteX54" fmla="*/ 19957 w 86548"/>
                <a:gd name="connsiteY54" fmla="*/ 114666 h 141069"/>
                <a:gd name="connsiteX55" fmla="*/ 22014 w 86548"/>
                <a:gd name="connsiteY55" fmla="*/ 112129 h 141069"/>
                <a:gd name="connsiteX56" fmla="*/ 24552 w 86548"/>
                <a:gd name="connsiteY56" fmla="*/ 109248 h 141069"/>
                <a:gd name="connsiteX57" fmla="*/ 26609 w 86548"/>
                <a:gd name="connsiteY57" fmla="*/ 106711 h 141069"/>
                <a:gd name="connsiteX58" fmla="*/ 28735 w 86548"/>
                <a:gd name="connsiteY58" fmla="*/ 103831 h 141069"/>
                <a:gd name="connsiteX59" fmla="*/ 30381 w 86548"/>
                <a:gd name="connsiteY59" fmla="*/ 100881 h 141069"/>
                <a:gd name="connsiteX60" fmla="*/ 32027 w 86548"/>
                <a:gd name="connsiteY60" fmla="*/ 98824 h 141069"/>
                <a:gd name="connsiteX61" fmla="*/ 32850 w 86548"/>
                <a:gd name="connsiteY61" fmla="*/ 96767 h 141069"/>
                <a:gd name="connsiteX62" fmla="*/ 34084 w 86548"/>
                <a:gd name="connsiteY62" fmla="*/ 94641 h 141069"/>
                <a:gd name="connsiteX63" fmla="*/ 35387 w 86548"/>
                <a:gd name="connsiteY63" fmla="*/ 92994 h 141069"/>
                <a:gd name="connsiteX64" fmla="*/ 36622 w 86548"/>
                <a:gd name="connsiteY64" fmla="*/ 90937 h 141069"/>
                <a:gd name="connsiteX65" fmla="*/ 37445 w 86548"/>
                <a:gd name="connsiteY65" fmla="*/ 88811 h 141069"/>
                <a:gd name="connsiteX66" fmla="*/ 38679 w 86548"/>
                <a:gd name="connsiteY66" fmla="*/ 86342 h 141069"/>
                <a:gd name="connsiteX67" fmla="*/ 39502 w 86548"/>
                <a:gd name="connsiteY67" fmla="*/ 84285 h 141069"/>
                <a:gd name="connsiteX68" fmla="*/ 40394 w 86548"/>
                <a:gd name="connsiteY68" fmla="*/ 82159 h 141069"/>
                <a:gd name="connsiteX69" fmla="*/ 41217 w 86548"/>
                <a:gd name="connsiteY69" fmla="*/ 80102 h 141069"/>
                <a:gd name="connsiteX70" fmla="*/ 42040 w 86548"/>
                <a:gd name="connsiteY70" fmla="*/ 77976 h 141069"/>
                <a:gd name="connsiteX71" fmla="*/ 42863 w 86548"/>
                <a:gd name="connsiteY71" fmla="*/ 75919 h 141069"/>
                <a:gd name="connsiteX72" fmla="*/ 43686 w 86548"/>
                <a:gd name="connsiteY72" fmla="*/ 73861 h 141069"/>
                <a:gd name="connsiteX73" fmla="*/ 44097 w 86548"/>
                <a:gd name="connsiteY73" fmla="*/ 72146 h 141069"/>
                <a:gd name="connsiteX74" fmla="*/ 61996 w 86548"/>
                <a:gd name="connsiteY74" fmla="*/ 13853 h 141069"/>
                <a:gd name="connsiteX75" fmla="*/ 86548 w 86548"/>
                <a:gd name="connsiteY75" fmla="*/ 0 h 141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86548" h="141069">
                  <a:moveTo>
                    <a:pt x="86548" y="0"/>
                  </a:moveTo>
                  <a:cubicBezTo>
                    <a:pt x="85725" y="2469"/>
                    <a:pt x="85314" y="4595"/>
                    <a:pt x="84491" y="6858"/>
                  </a:cubicBezTo>
                  <a:cubicBezTo>
                    <a:pt x="77633" y="29764"/>
                    <a:pt x="70363" y="52670"/>
                    <a:pt x="63231" y="75438"/>
                  </a:cubicBezTo>
                  <a:cubicBezTo>
                    <a:pt x="62819" y="77084"/>
                    <a:pt x="62408" y="78319"/>
                    <a:pt x="61996" y="80033"/>
                  </a:cubicBezTo>
                  <a:cubicBezTo>
                    <a:pt x="61585" y="81748"/>
                    <a:pt x="61585" y="81268"/>
                    <a:pt x="61173" y="82090"/>
                  </a:cubicBezTo>
                  <a:lnTo>
                    <a:pt x="61173" y="82502"/>
                  </a:lnTo>
                  <a:cubicBezTo>
                    <a:pt x="61173" y="82913"/>
                    <a:pt x="60762" y="83325"/>
                    <a:pt x="60762" y="83736"/>
                  </a:cubicBezTo>
                  <a:cubicBezTo>
                    <a:pt x="60687" y="84634"/>
                    <a:pt x="60406" y="85503"/>
                    <a:pt x="59939" y="86274"/>
                  </a:cubicBezTo>
                  <a:cubicBezTo>
                    <a:pt x="59762" y="86951"/>
                    <a:pt x="59624" y="87638"/>
                    <a:pt x="59528" y="88331"/>
                  </a:cubicBezTo>
                  <a:lnTo>
                    <a:pt x="59116" y="88331"/>
                  </a:lnTo>
                  <a:cubicBezTo>
                    <a:pt x="59116" y="89154"/>
                    <a:pt x="58705" y="89565"/>
                    <a:pt x="58705" y="89977"/>
                  </a:cubicBezTo>
                  <a:lnTo>
                    <a:pt x="58705" y="90457"/>
                  </a:lnTo>
                  <a:cubicBezTo>
                    <a:pt x="58293" y="91280"/>
                    <a:pt x="57882" y="91692"/>
                    <a:pt x="57402" y="92515"/>
                  </a:cubicBezTo>
                  <a:cubicBezTo>
                    <a:pt x="56922" y="93338"/>
                    <a:pt x="56990" y="93749"/>
                    <a:pt x="56990" y="94161"/>
                  </a:cubicBezTo>
                  <a:cubicBezTo>
                    <a:pt x="56763" y="94161"/>
                    <a:pt x="56579" y="94345"/>
                    <a:pt x="56579" y="94572"/>
                  </a:cubicBezTo>
                  <a:cubicBezTo>
                    <a:pt x="56167" y="95395"/>
                    <a:pt x="56167" y="96287"/>
                    <a:pt x="55756" y="96698"/>
                  </a:cubicBezTo>
                  <a:cubicBezTo>
                    <a:pt x="55438" y="97436"/>
                    <a:pt x="55023" y="98128"/>
                    <a:pt x="54521" y="98755"/>
                  </a:cubicBezTo>
                  <a:cubicBezTo>
                    <a:pt x="54505" y="99518"/>
                    <a:pt x="54212" y="100249"/>
                    <a:pt x="53698" y="100813"/>
                  </a:cubicBezTo>
                  <a:lnTo>
                    <a:pt x="53698" y="101224"/>
                  </a:lnTo>
                  <a:cubicBezTo>
                    <a:pt x="53284" y="101553"/>
                    <a:pt x="52994" y="102012"/>
                    <a:pt x="52875" y="102527"/>
                  </a:cubicBezTo>
                  <a:lnTo>
                    <a:pt x="52464" y="102939"/>
                  </a:lnTo>
                  <a:cubicBezTo>
                    <a:pt x="52052" y="103762"/>
                    <a:pt x="51572" y="104173"/>
                    <a:pt x="51572" y="104585"/>
                  </a:cubicBezTo>
                  <a:lnTo>
                    <a:pt x="51572" y="104996"/>
                  </a:lnTo>
                  <a:lnTo>
                    <a:pt x="51161" y="104996"/>
                  </a:lnTo>
                  <a:lnTo>
                    <a:pt x="51161" y="105408"/>
                  </a:lnTo>
                  <a:cubicBezTo>
                    <a:pt x="51161" y="105819"/>
                    <a:pt x="50749" y="106231"/>
                    <a:pt x="50338" y="107054"/>
                  </a:cubicBezTo>
                  <a:cubicBezTo>
                    <a:pt x="49926" y="107877"/>
                    <a:pt x="49515" y="108357"/>
                    <a:pt x="49103" y="109180"/>
                  </a:cubicBezTo>
                  <a:cubicBezTo>
                    <a:pt x="48876" y="109180"/>
                    <a:pt x="48692" y="109364"/>
                    <a:pt x="48692" y="109591"/>
                  </a:cubicBezTo>
                  <a:cubicBezTo>
                    <a:pt x="48692" y="110003"/>
                    <a:pt x="48280" y="110414"/>
                    <a:pt x="47869" y="111237"/>
                  </a:cubicBezTo>
                  <a:lnTo>
                    <a:pt x="47252" y="111237"/>
                  </a:lnTo>
                  <a:cubicBezTo>
                    <a:pt x="46840" y="112060"/>
                    <a:pt x="46429" y="112471"/>
                    <a:pt x="46017" y="113294"/>
                  </a:cubicBezTo>
                  <a:cubicBezTo>
                    <a:pt x="45768" y="113534"/>
                    <a:pt x="45600" y="113846"/>
                    <a:pt x="45537" y="114186"/>
                  </a:cubicBezTo>
                  <a:cubicBezTo>
                    <a:pt x="44714" y="115009"/>
                    <a:pt x="44303" y="115832"/>
                    <a:pt x="43480" y="116655"/>
                  </a:cubicBezTo>
                  <a:cubicBezTo>
                    <a:pt x="43162" y="117393"/>
                    <a:pt x="42747" y="118085"/>
                    <a:pt x="42246" y="118712"/>
                  </a:cubicBezTo>
                  <a:lnTo>
                    <a:pt x="41422" y="119604"/>
                  </a:lnTo>
                  <a:cubicBezTo>
                    <a:pt x="40599" y="120320"/>
                    <a:pt x="39883" y="121152"/>
                    <a:pt x="39296" y="122072"/>
                  </a:cubicBezTo>
                  <a:lnTo>
                    <a:pt x="36828" y="124542"/>
                  </a:lnTo>
                  <a:cubicBezTo>
                    <a:pt x="36005" y="125433"/>
                    <a:pt x="35593" y="126256"/>
                    <a:pt x="34770" y="127079"/>
                  </a:cubicBezTo>
                  <a:lnTo>
                    <a:pt x="32233" y="129548"/>
                  </a:lnTo>
                  <a:cubicBezTo>
                    <a:pt x="31516" y="130371"/>
                    <a:pt x="30684" y="131087"/>
                    <a:pt x="29764" y="131674"/>
                  </a:cubicBezTo>
                  <a:lnTo>
                    <a:pt x="29352" y="132085"/>
                  </a:lnTo>
                  <a:cubicBezTo>
                    <a:pt x="28612" y="132891"/>
                    <a:pt x="27757" y="133585"/>
                    <a:pt x="26815" y="134142"/>
                  </a:cubicBezTo>
                  <a:cubicBezTo>
                    <a:pt x="26403" y="134554"/>
                    <a:pt x="26403" y="134554"/>
                    <a:pt x="26403" y="134966"/>
                  </a:cubicBezTo>
                  <a:cubicBezTo>
                    <a:pt x="26403" y="135377"/>
                    <a:pt x="24346" y="136200"/>
                    <a:pt x="23523" y="137092"/>
                  </a:cubicBezTo>
                  <a:cubicBezTo>
                    <a:pt x="22700" y="137983"/>
                    <a:pt x="23112" y="137503"/>
                    <a:pt x="22700" y="137503"/>
                  </a:cubicBezTo>
                  <a:lnTo>
                    <a:pt x="22700" y="137777"/>
                  </a:lnTo>
                  <a:cubicBezTo>
                    <a:pt x="22220" y="137777"/>
                    <a:pt x="22220" y="137777"/>
                    <a:pt x="21809" y="138189"/>
                  </a:cubicBezTo>
                  <a:cubicBezTo>
                    <a:pt x="20163" y="139423"/>
                    <a:pt x="18517" y="139835"/>
                    <a:pt x="16871" y="141069"/>
                  </a:cubicBezTo>
                  <a:lnTo>
                    <a:pt x="0" y="130919"/>
                  </a:lnTo>
                  <a:cubicBezTo>
                    <a:pt x="2007" y="129914"/>
                    <a:pt x="3953" y="128792"/>
                    <a:pt x="5829" y="127559"/>
                  </a:cubicBezTo>
                  <a:cubicBezTo>
                    <a:pt x="7064" y="126736"/>
                    <a:pt x="8298" y="125502"/>
                    <a:pt x="9533" y="124610"/>
                  </a:cubicBezTo>
                  <a:cubicBezTo>
                    <a:pt x="10563" y="123550"/>
                    <a:pt x="11688" y="122586"/>
                    <a:pt x="12893" y="121730"/>
                  </a:cubicBezTo>
                  <a:lnTo>
                    <a:pt x="15362" y="119261"/>
                  </a:lnTo>
                  <a:cubicBezTo>
                    <a:pt x="16185" y="118369"/>
                    <a:pt x="17077" y="117958"/>
                    <a:pt x="17899" y="117135"/>
                  </a:cubicBezTo>
                  <a:cubicBezTo>
                    <a:pt x="18460" y="116215"/>
                    <a:pt x="19153" y="115383"/>
                    <a:pt x="19957" y="114666"/>
                  </a:cubicBezTo>
                  <a:cubicBezTo>
                    <a:pt x="20763" y="113926"/>
                    <a:pt x="21456" y="113070"/>
                    <a:pt x="22014" y="112129"/>
                  </a:cubicBezTo>
                  <a:cubicBezTo>
                    <a:pt x="22906" y="111306"/>
                    <a:pt x="23729" y="110071"/>
                    <a:pt x="24552" y="109248"/>
                  </a:cubicBezTo>
                  <a:cubicBezTo>
                    <a:pt x="25127" y="108318"/>
                    <a:pt x="25818" y="107466"/>
                    <a:pt x="26609" y="106711"/>
                  </a:cubicBezTo>
                  <a:cubicBezTo>
                    <a:pt x="27050" y="105579"/>
                    <a:pt x="27784" y="104585"/>
                    <a:pt x="28735" y="103831"/>
                  </a:cubicBezTo>
                  <a:cubicBezTo>
                    <a:pt x="29147" y="103007"/>
                    <a:pt x="29970" y="101773"/>
                    <a:pt x="30381" y="100881"/>
                  </a:cubicBezTo>
                  <a:cubicBezTo>
                    <a:pt x="30793" y="99990"/>
                    <a:pt x="31615" y="99647"/>
                    <a:pt x="32027" y="98824"/>
                  </a:cubicBezTo>
                  <a:cubicBezTo>
                    <a:pt x="32438" y="98001"/>
                    <a:pt x="32850" y="97590"/>
                    <a:pt x="32850" y="96767"/>
                  </a:cubicBezTo>
                  <a:cubicBezTo>
                    <a:pt x="33350" y="96113"/>
                    <a:pt x="33765" y="95399"/>
                    <a:pt x="34084" y="94641"/>
                  </a:cubicBezTo>
                  <a:cubicBezTo>
                    <a:pt x="34564" y="94229"/>
                    <a:pt x="34976" y="93406"/>
                    <a:pt x="35387" y="92994"/>
                  </a:cubicBezTo>
                  <a:cubicBezTo>
                    <a:pt x="35705" y="92257"/>
                    <a:pt x="36120" y="91565"/>
                    <a:pt x="36622" y="90937"/>
                  </a:cubicBezTo>
                  <a:cubicBezTo>
                    <a:pt x="37033" y="90114"/>
                    <a:pt x="37033" y="89223"/>
                    <a:pt x="37445" y="88811"/>
                  </a:cubicBezTo>
                  <a:lnTo>
                    <a:pt x="38679" y="86342"/>
                  </a:lnTo>
                  <a:cubicBezTo>
                    <a:pt x="39091" y="85931"/>
                    <a:pt x="39091" y="85108"/>
                    <a:pt x="39502" y="84285"/>
                  </a:cubicBezTo>
                  <a:cubicBezTo>
                    <a:pt x="40026" y="83694"/>
                    <a:pt x="40340" y="82947"/>
                    <a:pt x="40394" y="82159"/>
                  </a:cubicBezTo>
                  <a:cubicBezTo>
                    <a:pt x="40908" y="81595"/>
                    <a:pt x="41200" y="80864"/>
                    <a:pt x="41217" y="80102"/>
                  </a:cubicBezTo>
                  <a:cubicBezTo>
                    <a:pt x="41676" y="79480"/>
                    <a:pt x="41960" y="78745"/>
                    <a:pt x="42040" y="77976"/>
                  </a:cubicBezTo>
                  <a:cubicBezTo>
                    <a:pt x="42424" y="77339"/>
                    <a:pt x="42702" y="76644"/>
                    <a:pt x="42863" y="75919"/>
                  </a:cubicBezTo>
                  <a:cubicBezTo>
                    <a:pt x="43274" y="75095"/>
                    <a:pt x="43274" y="74272"/>
                    <a:pt x="43686" y="73861"/>
                  </a:cubicBezTo>
                  <a:cubicBezTo>
                    <a:pt x="44097" y="73449"/>
                    <a:pt x="44097" y="72626"/>
                    <a:pt x="44097" y="72146"/>
                  </a:cubicBezTo>
                  <a:cubicBezTo>
                    <a:pt x="49926" y="52601"/>
                    <a:pt x="56167" y="33467"/>
                    <a:pt x="61996" y="13853"/>
                  </a:cubicBezTo>
                  <a:cubicBezTo>
                    <a:pt x="70363" y="9601"/>
                    <a:pt x="78250" y="4595"/>
                    <a:pt x="86548" y="0"/>
                  </a:cubicBezTo>
                  <a:close/>
                </a:path>
              </a:pathLst>
            </a:custGeom>
            <a:solidFill>
              <a:srgbClr val="C9D2D6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2F432774-84B2-5AA4-8E32-0575863A5DCD}"/>
                </a:ext>
              </a:extLst>
            </p:cNvPr>
            <p:cNvSpPr/>
            <p:nvPr/>
          </p:nvSpPr>
          <p:spPr>
            <a:xfrm>
              <a:off x="2704356" y="2838183"/>
              <a:ext cx="506120" cy="637656"/>
            </a:xfrm>
            <a:custGeom>
              <a:avLst/>
              <a:gdLst>
                <a:gd name="connsiteX0" fmla="*/ 142921 w 506120"/>
                <a:gd name="connsiteY0" fmla="*/ 209512 h 637656"/>
                <a:gd name="connsiteX1" fmla="*/ 0 w 506120"/>
                <a:gd name="connsiteY1" fmla="*/ 614614 h 637656"/>
                <a:gd name="connsiteX2" fmla="*/ 17831 w 506120"/>
                <a:gd name="connsiteY2" fmla="*/ 637657 h 637656"/>
                <a:gd name="connsiteX3" fmla="*/ 178514 w 506120"/>
                <a:gd name="connsiteY3" fmla="*/ 544800 h 637656"/>
                <a:gd name="connsiteX4" fmla="*/ 168090 w 506120"/>
                <a:gd name="connsiteY4" fmla="*/ 531495 h 637656"/>
                <a:gd name="connsiteX5" fmla="*/ 337071 w 506120"/>
                <a:gd name="connsiteY5" fmla="*/ 433769 h 637656"/>
                <a:gd name="connsiteX6" fmla="*/ 506120 w 506120"/>
                <a:gd name="connsiteY6" fmla="*/ 0 h 637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6120" h="637656">
                  <a:moveTo>
                    <a:pt x="142921" y="209512"/>
                  </a:moveTo>
                  <a:lnTo>
                    <a:pt x="0" y="614614"/>
                  </a:lnTo>
                  <a:lnTo>
                    <a:pt x="17831" y="637657"/>
                  </a:lnTo>
                  <a:lnTo>
                    <a:pt x="178514" y="544800"/>
                  </a:lnTo>
                  <a:lnTo>
                    <a:pt x="168090" y="531495"/>
                  </a:lnTo>
                  <a:cubicBezTo>
                    <a:pt x="224508" y="498988"/>
                    <a:pt x="280835" y="466412"/>
                    <a:pt x="337071" y="433769"/>
                  </a:cubicBezTo>
                  <a:lnTo>
                    <a:pt x="506120" y="0"/>
                  </a:lnTo>
                  <a:close/>
                </a:path>
              </a:pathLst>
            </a:custGeom>
            <a:solidFill>
              <a:srgbClr val="3F3F4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2B5C49B-A140-C32B-F5B6-CAD6EA7B7E76}"/>
                </a:ext>
              </a:extLst>
            </p:cNvPr>
            <p:cNvSpPr/>
            <p:nvPr/>
          </p:nvSpPr>
          <p:spPr>
            <a:xfrm>
              <a:off x="2579021" y="3047695"/>
              <a:ext cx="268461" cy="405102"/>
            </a:xfrm>
            <a:custGeom>
              <a:avLst/>
              <a:gdLst>
                <a:gd name="connsiteX0" fmla="*/ 241372 w 268461"/>
                <a:gd name="connsiteY0" fmla="*/ 15499 h 405102"/>
                <a:gd name="connsiteX1" fmla="*/ 116077 w 268461"/>
                <a:gd name="connsiteY1" fmla="*/ 87988 h 405102"/>
                <a:gd name="connsiteX2" fmla="*/ 71911 w 268461"/>
                <a:gd name="connsiteY2" fmla="*/ 113774 h 405102"/>
                <a:gd name="connsiteX3" fmla="*/ 46948 w 268461"/>
                <a:gd name="connsiteY3" fmla="*/ 127902 h 405102"/>
                <a:gd name="connsiteX4" fmla="*/ 40090 w 268461"/>
                <a:gd name="connsiteY4" fmla="*/ 132085 h 405102"/>
                <a:gd name="connsiteX5" fmla="*/ 23425 w 268461"/>
                <a:gd name="connsiteY5" fmla="*/ 145390 h 405102"/>
                <a:gd name="connsiteX6" fmla="*/ 18830 w 268461"/>
                <a:gd name="connsiteY6" fmla="*/ 150396 h 405102"/>
                <a:gd name="connsiteX7" fmla="*/ 16773 w 268461"/>
                <a:gd name="connsiteY7" fmla="*/ 152522 h 405102"/>
                <a:gd name="connsiteX8" fmla="*/ 15950 w 268461"/>
                <a:gd name="connsiteY8" fmla="*/ 153345 h 405102"/>
                <a:gd name="connsiteX9" fmla="*/ 15950 w 268461"/>
                <a:gd name="connsiteY9" fmla="*/ 153756 h 405102"/>
                <a:gd name="connsiteX10" fmla="*/ 27197 w 268461"/>
                <a:gd name="connsiteY10" fmla="*/ 277818 h 405102"/>
                <a:gd name="connsiteX11" fmla="*/ 125541 w 268461"/>
                <a:gd name="connsiteY11" fmla="*/ 405102 h 405102"/>
                <a:gd name="connsiteX12" fmla="*/ 268462 w 268461"/>
                <a:gd name="connsiteY12" fmla="*/ 0 h 405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461" h="405102">
                  <a:moveTo>
                    <a:pt x="241372" y="15499"/>
                  </a:moveTo>
                  <a:cubicBezTo>
                    <a:pt x="199744" y="39639"/>
                    <a:pt x="157705" y="63505"/>
                    <a:pt x="116077" y="87988"/>
                  </a:cubicBezTo>
                  <a:cubicBezTo>
                    <a:pt x="101469" y="96698"/>
                    <a:pt x="86519" y="105065"/>
                    <a:pt x="71911" y="113774"/>
                  </a:cubicBezTo>
                  <a:cubicBezTo>
                    <a:pt x="63613" y="118369"/>
                    <a:pt x="55315" y="123376"/>
                    <a:pt x="46948" y="127902"/>
                  </a:cubicBezTo>
                  <a:cubicBezTo>
                    <a:pt x="44479" y="129205"/>
                    <a:pt x="42353" y="130851"/>
                    <a:pt x="40090" y="132085"/>
                  </a:cubicBezTo>
                  <a:cubicBezTo>
                    <a:pt x="33850" y="135587"/>
                    <a:pt x="28222" y="140080"/>
                    <a:pt x="23425" y="145390"/>
                  </a:cubicBezTo>
                  <a:cubicBezTo>
                    <a:pt x="21606" y="146770"/>
                    <a:pt x="20050" y="148466"/>
                    <a:pt x="18830" y="150396"/>
                  </a:cubicBezTo>
                  <a:cubicBezTo>
                    <a:pt x="17951" y="150888"/>
                    <a:pt x="17236" y="151627"/>
                    <a:pt x="16773" y="152522"/>
                  </a:cubicBezTo>
                  <a:lnTo>
                    <a:pt x="15950" y="153345"/>
                  </a:lnTo>
                  <a:lnTo>
                    <a:pt x="15950" y="153756"/>
                  </a:lnTo>
                  <a:cubicBezTo>
                    <a:pt x="-8190" y="186195"/>
                    <a:pt x="-5310" y="236052"/>
                    <a:pt x="27197" y="277818"/>
                  </a:cubicBezTo>
                  <a:cubicBezTo>
                    <a:pt x="59704" y="319583"/>
                    <a:pt x="92760" y="362720"/>
                    <a:pt x="125541" y="405102"/>
                  </a:cubicBezTo>
                  <a:lnTo>
                    <a:pt x="268462" y="0"/>
                  </a:lnTo>
                  <a:close/>
                </a:path>
              </a:pathLst>
            </a:custGeom>
            <a:solidFill>
              <a:srgbClr val="46464D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F028E9E8-66A5-E3B3-D0A2-29E098582038}"/>
                </a:ext>
              </a:extLst>
            </p:cNvPr>
            <p:cNvSpPr/>
            <p:nvPr/>
          </p:nvSpPr>
          <p:spPr>
            <a:xfrm>
              <a:off x="3988585" y="2277510"/>
              <a:ext cx="448787" cy="467404"/>
            </a:xfrm>
            <a:custGeom>
              <a:avLst/>
              <a:gdLst>
                <a:gd name="connsiteX0" fmla="*/ 421561 w 448787"/>
                <a:gd name="connsiteY0" fmla="*/ 172373 h 467404"/>
                <a:gd name="connsiteX1" fmla="*/ 418201 w 448787"/>
                <a:gd name="connsiteY1" fmla="*/ 168190 h 467404"/>
                <a:gd name="connsiteX2" fmla="*/ 332887 w 448787"/>
                <a:gd name="connsiteY2" fmla="*/ 57845 h 467404"/>
                <a:gd name="connsiteX3" fmla="*/ 171724 w 448787"/>
                <a:gd name="connsiteY3" fmla="*/ 12513 h 467404"/>
                <a:gd name="connsiteX4" fmla="*/ 137434 w 448787"/>
                <a:gd name="connsiteY4" fmla="*/ 32058 h 467404"/>
                <a:gd name="connsiteX5" fmla="*/ 134966 w 448787"/>
                <a:gd name="connsiteY5" fmla="*/ 33704 h 467404"/>
                <a:gd name="connsiteX6" fmla="*/ 128107 w 448787"/>
                <a:gd name="connsiteY6" fmla="*/ 37682 h 467404"/>
                <a:gd name="connsiteX7" fmla="*/ 0 w 448787"/>
                <a:gd name="connsiteY7" fmla="*/ 467404 h 467404"/>
                <a:gd name="connsiteX8" fmla="*/ 32919 w 448787"/>
                <a:gd name="connsiteY8" fmla="*/ 448408 h 467404"/>
                <a:gd name="connsiteX9" fmla="*/ 22563 w 448787"/>
                <a:gd name="connsiteY9" fmla="*/ 435103 h 467404"/>
                <a:gd name="connsiteX10" fmla="*/ 277886 w 448787"/>
                <a:gd name="connsiteY10" fmla="*/ 287382 h 467404"/>
                <a:gd name="connsiteX11" fmla="*/ 285842 w 448787"/>
                <a:gd name="connsiteY11" fmla="*/ 288616 h 467404"/>
                <a:gd name="connsiteX12" fmla="*/ 294551 w 448787"/>
                <a:gd name="connsiteY12" fmla="*/ 297326 h 467404"/>
                <a:gd name="connsiteX13" fmla="*/ 445427 w 448787"/>
                <a:gd name="connsiteY13" fmla="*/ 209887 h 467404"/>
                <a:gd name="connsiteX14" fmla="*/ 448788 w 448787"/>
                <a:gd name="connsiteY14" fmla="*/ 207829 h 467404"/>
                <a:gd name="connsiteX15" fmla="*/ 421561 w 448787"/>
                <a:gd name="connsiteY15" fmla="*/ 172373 h 467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8787" h="467404">
                  <a:moveTo>
                    <a:pt x="421561" y="172373"/>
                  </a:moveTo>
                  <a:cubicBezTo>
                    <a:pt x="420573" y="170878"/>
                    <a:pt x="419448" y="169477"/>
                    <a:pt x="418201" y="168190"/>
                  </a:cubicBezTo>
                  <a:cubicBezTo>
                    <a:pt x="389946" y="131568"/>
                    <a:pt x="361211" y="94535"/>
                    <a:pt x="332887" y="57845"/>
                  </a:cubicBezTo>
                  <a:cubicBezTo>
                    <a:pt x="291739" y="4970"/>
                    <a:pt x="219593" y="-15399"/>
                    <a:pt x="171724" y="12513"/>
                  </a:cubicBezTo>
                  <a:cubicBezTo>
                    <a:pt x="160066" y="19371"/>
                    <a:pt x="148819" y="25818"/>
                    <a:pt x="137434" y="32058"/>
                  </a:cubicBezTo>
                  <a:cubicBezTo>
                    <a:pt x="136713" y="32745"/>
                    <a:pt x="135877" y="33302"/>
                    <a:pt x="134966" y="33704"/>
                  </a:cubicBezTo>
                  <a:lnTo>
                    <a:pt x="128107" y="37682"/>
                  </a:lnTo>
                  <a:lnTo>
                    <a:pt x="0" y="467404"/>
                  </a:lnTo>
                  <a:lnTo>
                    <a:pt x="32919" y="448408"/>
                  </a:lnTo>
                  <a:lnTo>
                    <a:pt x="22563" y="435103"/>
                  </a:lnTo>
                  <a:cubicBezTo>
                    <a:pt x="107694" y="385589"/>
                    <a:pt x="192801" y="336348"/>
                    <a:pt x="277886" y="287382"/>
                  </a:cubicBezTo>
                  <a:cubicBezTo>
                    <a:pt x="280586" y="286538"/>
                    <a:pt x="283525" y="286994"/>
                    <a:pt x="285842" y="288616"/>
                  </a:cubicBezTo>
                  <a:cubicBezTo>
                    <a:pt x="289329" y="290869"/>
                    <a:pt x="292298" y="293838"/>
                    <a:pt x="294551" y="297326"/>
                  </a:cubicBezTo>
                  <a:lnTo>
                    <a:pt x="445427" y="209887"/>
                  </a:lnTo>
                  <a:lnTo>
                    <a:pt x="448788" y="207829"/>
                  </a:lnTo>
                  <a:cubicBezTo>
                    <a:pt x="439872" y="196102"/>
                    <a:pt x="430751" y="184032"/>
                    <a:pt x="421561" y="172373"/>
                  </a:cubicBezTo>
                  <a:close/>
                </a:path>
              </a:pathLst>
            </a:custGeom>
            <a:solidFill>
              <a:srgbClr val="46464D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3696C7F6-96C7-A60F-169C-C9F01D707C69}"/>
                </a:ext>
              </a:extLst>
            </p:cNvPr>
            <p:cNvSpPr/>
            <p:nvPr/>
          </p:nvSpPr>
          <p:spPr>
            <a:xfrm>
              <a:off x="3041427" y="2544455"/>
              <a:ext cx="677501" cy="727496"/>
            </a:xfrm>
            <a:custGeom>
              <a:avLst/>
              <a:gdLst>
                <a:gd name="connsiteX0" fmla="*/ 169050 w 677501"/>
                <a:gd name="connsiteY0" fmla="*/ 293728 h 727496"/>
                <a:gd name="connsiteX1" fmla="*/ 0 w 677501"/>
                <a:gd name="connsiteY1" fmla="*/ 727497 h 727496"/>
                <a:gd name="connsiteX2" fmla="*/ 86685 w 677501"/>
                <a:gd name="connsiteY2" fmla="*/ 677365 h 727496"/>
                <a:gd name="connsiteX3" fmla="*/ 95052 w 677501"/>
                <a:gd name="connsiteY3" fmla="*/ 679079 h 727496"/>
                <a:gd name="connsiteX4" fmla="*/ 103350 w 677501"/>
                <a:gd name="connsiteY4" fmla="*/ 687377 h 727496"/>
                <a:gd name="connsiteX5" fmla="*/ 602064 w 677501"/>
                <a:gd name="connsiteY5" fmla="*/ 399341 h 727496"/>
                <a:gd name="connsiteX6" fmla="*/ 677502 w 677501"/>
                <a:gd name="connsiteY6" fmla="*/ 0 h 727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7501" h="727496">
                  <a:moveTo>
                    <a:pt x="169050" y="293728"/>
                  </a:moveTo>
                  <a:lnTo>
                    <a:pt x="0" y="727497"/>
                  </a:lnTo>
                  <a:cubicBezTo>
                    <a:pt x="28872" y="710763"/>
                    <a:pt x="57881" y="694167"/>
                    <a:pt x="86685" y="677365"/>
                  </a:cubicBezTo>
                  <a:cubicBezTo>
                    <a:pt x="89584" y="676476"/>
                    <a:pt x="92736" y="677122"/>
                    <a:pt x="95052" y="679079"/>
                  </a:cubicBezTo>
                  <a:cubicBezTo>
                    <a:pt x="98309" y="681307"/>
                    <a:pt x="101122" y="684121"/>
                    <a:pt x="103350" y="687377"/>
                  </a:cubicBezTo>
                  <a:lnTo>
                    <a:pt x="602064" y="399341"/>
                  </a:lnTo>
                  <a:lnTo>
                    <a:pt x="677502" y="0"/>
                  </a:lnTo>
                  <a:close/>
                </a:path>
              </a:pathLst>
            </a:custGeom>
            <a:solidFill>
              <a:srgbClr val="46464D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88CA225-C665-7BE1-1CE9-C4BDB614DF58}"/>
                </a:ext>
              </a:extLst>
            </p:cNvPr>
            <p:cNvSpPr/>
            <p:nvPr/>
          </p:nvSpPr>
          <p:spPr>
            <a:xfrm>
              <a:off x="3643833" y="2315397"/>
              <a:ext cx="472927" cy="628604"/>
            </a:xfrm>
            <a:custGeom>
              <a:avLst/>
              <a:gdLst>
                <a:gd name="connsiteX0" fmla="*/ 381236 w 472927"/>
                <a:gd name="connsiteY0" fmla="*/ 52464 h 628604"/>
                <a:gd name="connsiteX1" fmla="*/ 356273 w 472927"/>
                <a:gd name="connsiteY1" fmla="*/ 67003 h 628604"/>
                <a:gd name="connsiteX2" fmla="*/ 312108 w 472927"/>
                <a:gd name="connsiteY2" fmla="*/ 92446 h 628604"/>
                <a:gd name="connsiteX3" fmla="*/ 287144 w 472927"/>
                <a:gd name="connsiteY3" fmla="*/ 106985 h 628604"/>
                <a:gd name="connsiteX4" fmla="*/ 140178 w 472927"/>
                <a:gd name="connsiteY4" fmla="*/ 191955 h 628604"/>
                <a:gd name="connsiteX5" fmla="*/ 75438 w 472927"/>
                <a:gd name="connsiteY5" fmla="*/ 229263 h 628604"/>
                <a:gd name="connsiteX6" fmla="*/ 0 w 472927"/>
                <a:gd name="connsiteY6" fmla="*/ 628604 h 628604"/>
                <a:gd name="connsiteX7" fmla="*/ 344820 w 472927"/>
                <a:gd name="connsiteY7" fmla="*/ 429722 h 628604"/>
                <a:gd name="connsiteX8" fmla="*/ 472928 w 472927"/>
                <a:gd name="connsiteY8" fmla="*/ 0 h 628604"/>
                <a:gd name="connsiteX9" fmla="*/ 381236 w 472927"/>
                <a:gd name="connsiteY9" fmla="*/ 52464 h 6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2927" h="628604">
                  <a:moveTo>
                    <a:pt x="381236" y="52464"/>
                  </a:moveTo>
                  <a:cubicBezTo>
                    <a:pt x="372938" y="57470"/>
                    <a:pt x="364571" y="62476"/>
                    <a:pt x="356273" y="67003"/>
                  </a:cubicBezTo>
                  <a:cubicBezTo>
                    <a:pt x="341666" y="75781"/>
                    <a:pt x="326715" y="84079"/>
                    <a:pt x="312108" y="92446"/>
                  </a:cubicBezTo>
                  <a:cubicBezTo>
                    <a:pt x="303809" y="97452"/>
                    <a:pt x="295443" y="101978"/>
                    <a:pt x="287144" y="106985"/>
                  </a:cubicBezTo>
                  <a:cubicBezTo>
                    <a:pt x="237972" y="135308"/>
                    <a:pt x="189281" y="163632"/>
                    <a:pt x="140178" y="191955"/>
                  </a:cubicBezTo>
                  <a:lnTo>
                    <a:pt x="75438" y="229263"/>
                  </a:lnTo>
                  <a:lnTo>
                    <a:pt x="0" y="628604"/>
                  </a:lnTo>
                  <a:lnTo>
                    <a:pt x="344820" y="429722"/>
                  </a:lnTo>
                  <a:lnTo>
                    <a:pt x="472928" y="0"/>
                  </a:lnTo>
                  <a:cubicBezTo>
                    <a:pt x="441998" y="17556"/>
                    <a:pt x="411754" y="35044"/>
                    <a:pt x="381236" y="52464"/>
                  </a:cubicBezTo>
                  <a:close/>
                </a:path>
              </a:pathLst>
            </a:custGeom>
            <a:solidFill>
              <a:srgbClr val="3F3F45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3F52CA8-54B7-A0D4-9F62-A305B2DD7621}"/>
                </a:ext>
              </a:extLst>
            </p:cNvPr>
            <p:cNvSpPr/>
            <p:nvPr/>
          </p:nvSpPr>
          <p:spPr>
            <a:xfrm>
              <a:off x="2270642" y="3175665"/>
              <a:ext cx="4140318" cy="1483934"/>
            </a:xfrm>
            <a:custGeom>
              <a:avLst/>
              <a:gdLst>
                <a:gd name="connsiteX0" fmla="*/ 1583732 w 4140318"/>
                <a:gd name="connsiteY0" fmla="*/ 1483934 h 1483934"/>
                <a:gd name="connsiteX1" fmla="*/ 1543270 w 4140318"/>
                <a:gd name="connsiteY1" fmla="*/ 1482082 h 1483934"/>
                <a:gd name="connsiteX2" fmla="*/ 1470507 w 4140318"/>
                <a:gd name="connsiteY2" fmla="*/ 1468366 h 1483934"/>
                <a:gd name="connsiteX3" fmla="*/ 1404464 w 4140318"/>
                <a:gd name="connsiteY3" fmla="*/ 1440934 h 1483934"/>
                <a:gd name="connsiteX4" fmla="*/ 1275191 w 4140318"/>
                <a:gd name="connsiteY4" fmla="*/ 1366388 h 1483934"/>
                <a:gd name="connsiteX5" fmla="*/ 1195158 w 4140318"/>
                <a:gd name="connsiteY5" fmla="*/ 1320165 h 1483934"/>
                <a:gd name="connsiteX6" fmla="*/ 1035092 w 4140318"/>
                <a:gd name="connsiteY6" fmla="*/ 1227788 h 1483934"/>
                <a:gd name="connsiteX7" fmla="*/ 715098 w 4140318"/>
                <a:gd name="connsiteY7" fmla="*/ 1043033 h 1483934"/>
                <a:gd name="connsiteX8" fmla="*/ 74903 w 4140318"/>
                <a:gd name="connsiteY8" fmla="*/ 673456 h 1483934"/>
                <a:gd name="connsiteX9" fmla="*/ 68045 w 4140318"/>
                <a:gd name="connsiteY9" fmla="*/ 669272 h 1483934"/>
                <a:gd name="connsiteX10" fmla="*/ 55427 w 4140318"/>
                <a:gd name="connsiteY10" fmla="*/ 660837 h 1483934"/>
                <a:gd name="connsiteX11" fmla="*/ 44042 w 4140318"/>
                <a:gd name="connsiteY11" fmla="*/ 651921 h 1483934"/>
                <a:gd name="connsiteX12" fmla="*/ 24840 w 4140318"/>
                <a:gd name="connsiteY12" fmla="*/ 632513 h 1483934"/>
                <a:gd name="connsiteX13" fmla="*/ 2551 w 4140318"/>
                <a:gd name="connsiteY13" fmla="*/ 589719 h 1483934"/>
                <a:gd name="connsiteX14" fmla="*/ 220 w 4140318"/>
                <a:gd name="connsiteY14" fmla="*/ 562287 h 1483934"/>
                <a:gd name="connsiteX15" fmla="*/ 2346 w 4140318"/>
                <a:gd name="connsiteY15" fmla="*/ 560367 h 1483934"/>
                <a:gd name="connsiteX16" fmla="*/ 2346 w 4140318"/>
                <a:gd name="connsiteY16" fmla="*/ 560367 h 1483934"/>
                <a:gd name="connsiteX17" fmla="*/ 4273 w 4140318"/>
                <a:gd name="connsiteY17" fmla="*/ 562547 h 1483934"/>
                <a:gd name="connsiteX18" fmla="*/ 4266 w 4140318"/>
                <a:gd name="connsiteY18" fmla="*/ 562631 h 1483934"/>
                <a:gd name="connsiteX19" fmla="*/ 6461 w 4140318"/>
                <a:gd name="connsiteY19" fmla="*/ 588554 h 1483934"/>
                <a:gd name="connsiteX20" fmla="*/ 27926 w 4140318"/>
                <a:gd name="connsiteY20" fmla="*/ 629702 h 1483934"/>
                <a:gd name="connsiteX21" fmla="*/ 46786 w 4140318"/>
                <a:gd name="connsiteY21" fmla="*/ 648699 h 1483934"/>
                <a:gd name="connsiteX22" fmla="*/ 58033 w 4140318"/>
                <a:gd name="connsiteY22" fmla="*/ 657476 h 1483934"/>
                <a:gd name="connsiteX23" fmla="*/ 70309 w 4140318"/>
                <a:gd name="connsiteY23" fmla="*/ 665775 h 1483934"/>
                <a:gd name="connsiteX24" fmla="*/ 77167 w 4140318"/>
                <a:gd name="connsiteY24" fmla="*/ 669821 h 1483934"/>
                <a:gd name="connsiteX25" fmla="*/ 237164 w 4140318"/>
                <a:gd name="connsiteY25" fmla="*/ 762198 h 1483934"/>
                <a:gd name="connsiteX26" fmla="*/ 717224 w 4140318"/>
                <a:gd name="connsiteY26" fmla="*/ 1039398 h 1483934"/>
                <a:gd name="connsiteX27" fmla="*/ 1037218 w 4140318"/>
                <a:gd name="connsiteY27" fmla="*/ 1224565 h 1483934"/>
                <a:gd name="connsiteX28" fmla="*/ 1197215 w 4140318"/>
                <a:gd name="connsiteY28" fmla="*/ 1316325 h 1483934"/>
                <a:gd name="connsiteX29" fmla="*/ 1277248 w 4140318"/>
                <a:gd name="connsiteY29" fmla="*/ 1362479 h 1483934"/>
                <a:gd name="connsiteX30" fmla="*/ 1406521 w 4140318"/>
                <a:gd name="connsiteY30" fmla="*/ 1437163 h 1483934"/>
                <a:gd name="connsiteX31" fmla="*/ 1471672 w 4140318"/>
                <a:gd name="connsiteY31" fmla="*/ 1464595 h 1483934"/>
                <a:gd name="connsiteX32" fmla="*/ 1543613 w 4140318"/>
                <a:gd name="connsiteY32" fmla="*/ 1478311 h 1483934"/>
                <a:gd name="connsiteX33" fmla="*/ 1619051 w 4140318"/>
                <a:gd name="connsiteY33" fmla="*/ 1478311 h 1483934"/>
                <a:gd name="connsiteX34" fmla="*/ 1691402 w 4140318"/>
                <a:gd name="connsiteY34" fmla="*/ 1465760 h 1483934"/>
                <a:gd name="connsiteX35" fmla="*/ 1724321 w 4140318"/>
                <a:gd name="connsiteY35" fmla="*/ 1454925 h 1483934"/>
                <a:gd name="connsiteX36" fmla="*/ 1739614 w 4140318"/>
                <a:gd name="connsiteY36" fmla="*/ 1448478 h 1483934"/>
                <a:gd name="connsiteX37" fmla="*/ 1753879 w 4140318"/>
                <a:gd name="connsiteY37" fmla="*/ 1441620 h 1483934"/>
                <a:gd name="connsiteX38" fmla="*/ 1760737 w 4140318"/>
                <a:gd name="connsiteY38" fmla="*/ 1437711 h 1483934"/>
                <a:gd name="connsiteX39" fmla="*/ 1796673 w 4140318"/>
                <a:gd name="connsiteY39" fmla="*/ 1417137 h 1483934"/>
                <a:gd name="connsiteX40" fmla="*/ 1832677 w 4140318"/>
                <a:gd name="connsiteY40" fmla="*/ 1396563 h 1483934"/>
                <a:gd name="connsiteX41" fmla="*/ 4063448 w 4140318"/>
                <a:gd name="connsiteY41" fmla="*/ 108151 h 1483934"/>
                <a:gd name="connsiteX42" fmla="*/ 4110219 w 4140318"/>
                <a:gd name="connsiteY42" fmla="*/ 70774 h 1483934"/>
                <a:gd name="connsiteX43" fmla="*/ 4133057 w 4140318"/>
                <a:gd name="connsiteY43" fmla="*/ 29626 h 1483934"/>
                <a:gd name="connsiteX44" fmla="*/ 4136074 w 4140318"/>
                <a:gd name="connsiteY44" fmla="*/ 2194 h 1483934"/>
                <a:gd name="connsiteX45" fmla="*/ 4137989 w 4140318"/>
                <a:gd name="connsiteY45" fmla="*/ 4 h 1483934"/>
                <a:gd name="connsiteX46" fmla="*/ 4138063 w 4140318"/>
                <a:gd name="connsiteY46" fmla="*/ 0 h 1483934"/>
                <a:gd name="connsiteX47" fmla="*/ 4138063 w 4140318"/>
                <a:gd name="connsiteY47" fmla="*/ 0 h 1483934"/>
                <a:gd name="connsiteX48" fmla="*/ 4140189 w 4140318"/>
                <a:gd name="connsiteY48" fmla="*/ 1989 h 1483934"/>
                <a:gd name="connsiteX49" fmla="*/ 4137034 w 4140318"/>
                <a:gd name="connsiteY49" fmla="*/ 30930 h 1483934"/>
                <a:gd name="connsiteX50" fmla="*/ 4113305 w 4140318"/>
                <a:gd name="connsiteY50" fmla="*/ 73449 h 1483934"/>
                <a:gd name="connsiteX51" fmla="*/ 4065299 w 4140318"/>
                <a:gd name="connsiteY51" fmla="*/ 111786 h 1483934"/>
                <a:gd name="connsiteX52" fmla="*/ 1835146 w 4140318"/>
                <a:gd name="connsiteY52" fmla="*/ 1399512 h 1483934"/>
                <a:gd name="connsiteX53" fmla="*/ 1799142 w 4140318"/>
                <a:gd name="connsiteY53" fmla="*/ 1420086 h 1483934"/>
                <a:gd name="connsiteX54" fmla="*/ 1763137 w 4140318"/>
                <a:gd name="connsiteY54" fmla="*/ 1440660 h 1483934"/>
                <a:gd name="connsiteX55" fmla="*/ 1756279 w 4140318"/>
                <a:gd name="connsiteY55" fmla="*/ 1444706 h 1483934"/>
                <a:gd name="connsiteX56" fmla="*/ 1741740 w 4140318"/>
                <a:gd name="connsiteY56" fmla="*/ 1451907 h 1483934"/>
                <a:gd name="connsiteX57" fmla="*/ 1726241 w 4140318"/>
                <a:gd name="connsiteY57" fmla="*/ 1458422 h 1483934"/>
                <a:gd name="connsiteX58" fmla="*/ 1692980 w 4140318"/>
                <a:gd name="connsiteY58" fmla="*/ 1469463 h 1483934"/>
                <a:gd name="connsiteX59" fmla="*/ 1619805 w 4140318"/>
                <a:gd name="connsiteY59" fmla="*/ 1482151 h 1483934"/>
                <a:gd name="connsiteX60" fmla="*/ 1583732 w 4140318"/>
                <a:gd name="connsiteY60" fmla="*/ 1483934 h 1483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140318" h="1483934">
                  <a:moveTo>
                    <a:pt x="1583732" y="1483934"/>
                  </a:moveTo>
                  <a:cubicBezTo>
                    <a:pt x="1570016" y="1483934"/>
                    <a:pt x="1556643" y="1483317"/>
                    <a:pt x="1543270" y="1482082"/>
                  </a:cubicBezTo>
                  <a:cubicBezTo>
                    <a:pt x="1518643" y="1479772"/>
                    <a:pt x="1494284" y="1475180"/>
                    <a:pt x="1470507" y="1468366"/>
                  </a:cubicBezTo>
                  <a:cubicBezTo>
                    <a:pt x="1447502" y="1461818"/>
                    <a:pt x="1425338" y="1452612"/>
                    <a:pt x="1404464" y="1440934"/>
                  </a:cubicBezTo>
                  <a:lnTo>
                    <a:pt x="1275191" y="1366388"/>
                  </a:lnTo>
                  <a:lnTo>
                    <a:pt x="1195158" y="1320165"/>
                  </a:lnTo>
                  <a:lnTo>
                    <a:pt x="1035092" y="1227788"/>
                  </a:lnTo>
                  <a:lnTo>
                    <a:pt x="715098" y="1043033"/>
                  </a:lnTo>
                  <a:lnTo>
                    <a:pt x="74903" y="673456"/>
                  </a:lnTo>
                  <a:lnTo>
                    <a:pt x="68045" y="669272"/>
                  </a:lnTo>
                  <a:cubicBezTo>
                    <a:pt x="63588" y="666529"/>
                    <a:pt x="59336" y="663649"/>
                    <a:pt x="55427" y="660837"/>
                  </a:cubicBezTo>
                  <a:cubicBezTo>
                    <a:pt x="51518" y="658025"/>
                    <a:pt x="47883" y="655145"/>
                    <a:pt x="44042" y="651921"/>
                  </a:cubicBezTo>
                  <a:cubicBezTo>
                    <a:pt x="37084" y="646029"/>
                    <a:pt x="30658" y="639534"/>
                    <a:pt x="24840" y="632513"/>
                  </a:cubicBezTo>
                  <a:cubicBezTo>
                    <a:pt x="14327" y="620079"/>
                    <a:pt x="6714" y="605461"/>
                    <a:pt x="2551" y="589719"/>
                  </a:cubicBezTo>
                  <a:cubicBezTo>
                    <a:pt x="359" y="580751"/>
                    <a:pt x="-428" y="571497"/>
                    <a:pt x="220" y="562287"/>
                  </a:cubicBezTo>
                  <a:cubicBezTo>
                    <a:pt x="326" y="561194"/>
                    <a:pt x="1247" y="560362"/>
                    <a:pt x="2346" y="560367"/>
                  </a:cubicBezTo>
                  <a:lnTo>
                    <a:pt x="2346" y="560367"/>
                  </a:lnTo>
                  <a:cubicBezTo>
                    <a:pt x="3480" y="560437"/>
                    <a:pt x="4343" y="561413"/>
                    <a:pt x="4273" y="562547"/>
                  </a:cubicBezTo>
                  <a:cubicBezTo>
                    <a:pt x="4271" y="562575"/>
                    <a:pt x="4269" y="562603"/>
                    <a:pt x="4266" y="562631"/>
                  </a:cubicBezTo>
                  <a:cubicBezTo>
                    <a:pt x="3657" y="571333"/>
                    <a:pt x="4397" y="580077"/>
                    <a:pt x="6461" y="588554"/>
                  </a:cubicBezTo>
                  <a:cubicBezTo>
                    <a:pt x="10489" y="603687"/>
                    <a:pt x="17820" y="617739"/>
                    <a:pt x="27926" y="629702"/>
                  </a:cubicBezTo>
                  <a:cubicBezTo>
                    <a:pt x="33655" y="636565"/>
                    <a:pt x="39965" y="642920"/>
                    <a:pt x="46786" y="648699"/>
                  </a:cubicBezTo>
                  <a:cubicBezTo>
                    <a:pt x="50558" y="651853"/>
                    <a:pt x="54261" y="654802"/>
                    <a:pt x="58033" y="657476"/>
                  </a:cubicBezTo>
                  <a:cubicBezTo>
                    <a:pt x="61805" y="660151"/>
                    <a:pt x="65919" y="663031"/>
                    <a:pt x="70309" y="665775"/>
                  </a:cubicBezTo>
                  <a:cubicBezTo>
                    <a:pt x="72503" y="667146"/>
                    <a:pt x="74903" y="668586"/>
                    <a:pt x="77167" y="669821"/>
                  </a:cubicBezTo>
                  <a:lnTo>
                    <a:pt x="237164" y="762198"/>
                  </a:lnTo>
                  <a:lnTo>
                    <a:pt x="717224" y="1039398"/>
                  </a:lnTo>
                  <a:lnTo>
                    <a:pt x="1037218" y="1224565"/>
                  </a:lnTo>
                  <a:lnTo>
                    <a:pt x="1197215" y="1316325"/>
                  </a:lnTo>
                  <a:lnTo>
                    <a:pt x="1277248" y="1362479"/>
                  </a:lnTo>
                  <a:lnTo>
                    <a:pt x="1406521" y="1437163"/>
                  </a:lnTo>
                  <a:cubicBezTo>
                    <a:pt x="1427108" y="1448788"/>
                    <a:pt x="1448970" y="1457993"/>
                    <a:pt x="1471672" y="1464595"/>
                  </a:cubicBezTo>
                  <a:cubicBezTo>
                    <a:pt x="1495180" y="1471369"/>
                    <a:pt x="1519262" y="1475961"/>
                    <a:pt x="1543613" y="1478311"/>
                  </a:cubicBezTo>
                  <a:cubicBezTo>
                    <a:pt x="1568711" y="1480497"/>
                    <a:pt x="1593952" y="1480497"/>
                    <a:pt x="1619051" y="1478311"/>
                  </a:cubicBezTo>
                  <a:cubicBezTo>
                    <a:pt x="1643506" y="1476385"/>
                    <a:pt x="1667728" y="1472184"/>
                    <a:pt x="1691402" y="1465760"/>
                  </a:cubicBezTo>
                  <a:cubicBezTo>
                    <a:pt x="1702569" y="1462768"/>
                    <a:pt x="1713560" y="1459150"/>
                    <a:pt x="1724321" y="1454925"/>
                  </a:cubicBezTo>
                  <a:cubicBezTo>
                    <a:pt x="1729464" y="1452936"/>
                    <a:pt x="1734608" y="1450741"/>
                    <a:pt x="1739614" y="1448478"/>
                  </a:cubicBezTo>
                  <a:cubicBezTo>
                    <a:pt x="1744621" y="1446215"/>
                    <a:pt x="1749284" y="1443815"/>
                    <a:pt x="1753879" y="1441620"/>
                  </a:cubicBezTo>
                  <a:lnTo>
                    <a:pt x="1760737" y="1437711"/>
                  </a:lnTo>
                  <a:lnTo>
                    <a:pt x="1796673" y="1417137"/>
                  </a:lnTo>
                  <a:lnTo>
                    <a:pt x="1832677" y="1396563"/>
                  </a:lnTo>
                  <a:lnTo>
                    <a:pt x="4063448" y="108151"/>
                  </a:lnTo>
                  <a:cubicBezTo>
                    <a:pt x="4080971" y="98324"/>
                    <a:pt x="4096770" y="85699"/>
                    <a:pt x="4110219" y="70774"/>
                  </a:cubicBezTo>
                  <a:cubicBezTo>
                    <a:pt x="4120812" y="58938"/>
                    <a:pt x="4128616" y="44877"/>
                    <a:pt x="4133057" y="29626"/>
                  </a:cubicBezTo>
                  <a:cubicBezTo>
                    <a:pt x="4135584" y="20714"/>
                    <a:pt x="4136604" y="11443"/>
                    <a:pt x="4136074" y="2194"/>
                  </a:cubicBezTo>
                  <a:cubicBezTo>
                    <a:pt x="4135998" y="1061"/>
                    <a:pt x="4136855" y="80"/>
                    <a:pt x="4137989" y="4"/>
                  </a:cubicBezTo>
                  <a:cubicBezTo>
                    <a:pt x="4138013" y="2"/>
                    <a:pt x="4138038" y="1"/>
                    <a:pt x="4138063" y="0"/>
                  </a:cubicBezTo>
                  <a:lnTo>
                    <a:pt x="4138063" y="0"/>
                  </a:lnTo>
                  <a:cubicBezTo>
                    <a:pt x="4139172" y="30"/>
                    <a:pt x="4140085" y="884"/>
                    <a:pt x="4140189" y="1989"/>
                  </a:cubicBezTo>
                  <a:cubicBezTo>
                    <a:pt x="4140714" y="11743"/>
                    <a:pt x="4139648" y="21518"/>
                    <a:pt x="4137034" y="30930"/>
                  </a:cubicBezTo>
                  <a:cubicBezTo>
                    <a:pt x="4132387" y="46692"/>
                    <a:pt x="4124280" y="61218"/>
                    <a:pt x="4113305" y="73449"/>
                  </a:cubicBezTo>
                  <a:cubicBezTo>
                    <a:pt x="4099531" y="88793"/>
                    <a:pt x="4083309" y="101747"/>
                    <a:pt x="4065299" y="111786"/>
                  </a:cubicBezTo>
                  <a:lnTo>
                    <a:pt x="1835146" y="1399512"/>
                  </a:lnTo>
                  <a:lnTo>
                    <a:pt x="1799142" y="1420086"/>
                  </a:lnTo>
                  <a:lnTo>
                    <a:pt x="1763137" y="1440660"/>
                  </a:lnTo>
                  <a:lnTo>
                    <a:pt x="1756279" y="1444706"/>
                  </a:lnTo>
                  <a:cubicBezTo>
                    <a:pt x="1751616" y="1447175"/>
                    <a:pt x="1746678" y="1449575"/>
                    <a:pt x="1741740" y="1451907"/>
                  </a:cubicBezTo>
                  <a:cubicBezTo>
                    <a:pt x="1736803" y="1454239"/>
                    <a:pt x="1731453" y="1456433"/>
                    <a:pt x="1726241" y="1458422"/>
                  </a:cubicBezTo>
                  <a:cubicBezTo>
                    <a:pt x="1715364" y="1462707"/>
                    <a:pt x="1704260" y="1466393"/>
                    <a:pt x="1692980" y="1469463"/>
                  </a:cubicBezTo>
                  <a:cubicBezTo>
                    <a:pt x="1669038" y="1475965"/>
                    <a:pt x="1644539" y="1480213"/>
                    <a:pt x="1619805" y="1482151"/>
                  </a:cubicBezTo>
                  <a:cubicBezTo>
                    <a:pt x="1607689" y="1483340"/>
                    <a:pt x="1595665" y="1483934"/>
                    <a:pt x="1583732" y="1483934"/>
                  </a:cubicBezTo>
                  <a:close/>
                </a:path>
              </a:pathLst>
            </a:custGeom>
            <a:solidFill>
              <a:srgbClr val="70707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C49B954-FDC7-83EB-11B8-527327F3950F}"/>
                </a:ext>
              </a:extLst>
            </p:cNvPr>
            <p:cNvSpPr/>
            <p:nvPr/>
          </p:nvSpPr>
          <p:spPr>
            <a:xfrm>
              <a:off x="6333009" y="3293250"/>
              <a:ext cx="78101" cy="113941"/>
            </a:xfrm>
            <a:custGeom>
              <a:avLst/>
              <a:gdLst>
                <a:gd name="connsiteX0" fmla="*/ 2110 w 78101"/>
                <a:gd name="connsiteY0" fmla="*/ 113804 h 113941"/>
                <a:gd name="connsiteX1" fmla="*/ 258 w 78101"/>
                <a:gd name="connsiteY1" fmla="*/ 112776 h 113941"/>
                <a:gd name="connsiteX2" fmla="*/ 1012 w 78101"/>
                <a:gd name="connsiteY2" fmla="*/ 109895 h 113941"/>
                <a:gd name="connsiteX3" fmla="*/ 9173 w 78101"/>
                <a:gd name="connsiteY3" fmla="*/ 104958 h 113941"/>
                <a:gd name="connsiteX4" fmla="*/ 16923 w 78101"/>
                <a:gd name="connsiteY4" fmla="*/ 99883 h 113941"/>
                <a:gd name="connsiteX5" fmla="*/ 24192 w 78101"/>
                <a:gd name="connsiteY5" fmla="*/ 94533 h 113941"/>
                <a:gd name="connsiteX6" fmla="*/ 31050 w 78101"/>
                <a:gd name="connsiteY6" fmla="*/ 89047 h 113941"/>
                <a:gd name="connsiteX7" fmla="*/ 37497 w 78101"/>
                <a:gd name="connsiteY7" fmla="*/ 83355 h 113941"/>
                <a:gd name="connsiteX8" fmla="*/ 43326 w 78101"/>
                <a:gd name="connsiteY8" fmla="*/ 77526 h 113941"/>
                <a:gd name="connsiteX9" fmla="*/ 48744 w 78101"/>
                <a:gd name="connsiteY9" fmla="*/ 71491 h 113941"/>
                <a:gd name="connsiteX10" fmla="*/ 53682 w 78101"/>
                <a:gd name="connsiteY10" fmla="*/ 65387 h 113941"/>
                <a:gd name="connsiteX11" fmla="*/ 58071 w 78101"/>
                <a:gd name="connsiteY11" fmla="*/ 59078 h 113941"/>
                <a:gd name="connsiteX12" fmla="*/ 61911 w 78101"/>
                <a:gd name="connsiteY12" fmla="*/ 52768 h 113941"/>
                <a:gd name="connsiteX13" fmla="*/ 66712 w 78101"/>
                <a:gd name="connsiteY13" fmla="*/ 43030 h 113941"/>
                <a:gd name="connsiteX14" fmla="*/ 70278 w 78101"/>
                <a:gd name="connsiteY14" fmla="*/ 33223 h 113941"/>
                <a:gd name="connsiteX15" fmla="*/ 72678 w 78101"/>
                <a:gd name="connsiteY15" fmla="*/ 23210 h 113941"/>
                <a:gd name="connsiteX16" fmla="*/ 73707 w 78101"/>
                <a:gd name="connsiteY16" fmla="*/ 2636 h 113941"/>
                <a:gd name="connsiteX17" fmla="*/ 75261 w 78101"/>
                <a:gd name="connsiteY17" fmla="*/ 62 h 113941"/>
                <a:gd name="connsiteX18" fmla="*/ 77835 w 78101"/>
                <a:gd name="connsiteY18" fmla="*/ 1617 h 113941"/>
                <a:gd name="connsiteX19" fmla="*/ 77891 w 78101"/>
                <a:gd name="connsiteY19" fmla="*/ 2293 h 113941"/>
                <a:gd name="connsiteX20" fmla="*/ 76794 w 78101"/>
                <a:gd name="connsiteY20" fmla="*/ 24102 h 113941"/>
                <a:gd name="connsiteX21" fmla="*/ 74256 w 78101"/>
                <a:gd name="connsiteY21" fmla="*/ 34526 h 113941"/>
                <a:gd name="connsiteX22" fmla="*/ 70485 w 78101"/>
                <a:gd name="connsiteY22" fmla="*/ 44813 h 113941"/>
                <a:gd name="connsiteX23" fmla="*/ 65478 w 78101"/>
                <a:gd name="connsiteY23" fmla="*/ 54963 h 113941"/>
                <a:gd name="connsiteX24" fmla="*/ 61500 w 78101"/>
                <a:gd name="connsiteY24" fmla="*/ 61821 h 113941"/>
                <a:gd name="connsiteX25" fmla="*/ 56974 w 78101"/>
                <a:gd name="connsiteY25" fmla="*/ 68267 h 113941"/>
                <a:gd name="connsiteX26" fmla="*/ 51898 w 78101"/>
                <a:gd name="connsiteY26" fmla="*/ 74645 h 113941"/>
                <a:gd name="connsiteX27" fmla="*/ 46343 w 78101"/>
                <a:gd name="connsiteY27" fmla="*/ 80749 h 113941"/>
                <a:gd name="connsiteX28" fmla="*/ 40308 w 78101"/>
                <a:gd name="connsiteY28" fmla="*/ 86784 h 113941"/>
                <a:gd name="connsiteX29" fmla="*/ 33450 w 78101"/>
                <a:gd name="connsiteY29" fmla="*/ 92613 h 113941"/>
                <a:gd name="connsiteX30" fmla="*/ 26592 w 78101"/>
                <a:gd name="connsiteY30" fmla="*/ 98237 h 113941"/>
                <a:gd name="connsiteX31" fmla="*/ 19117 w 78101"/>
                <a:gd name="connsiteY31" fmla="*/ 103723 h 113941"/>
                <a:gd name="connsiteX32" fmla="*/ 11231 w 78101"/>
                <a:gd name="connsiteY32" fmla="*/ 108935 h 113941"/>
                <a:gd name="connsiteX33" fmla="*/ 3001 w 78101"/>
                <a:gd name="connsiteY33" fmla="*/ 113942 h 113941"/>
                <a:gd name="connsiteX34" fmla="*/ 2109 w 78101"/>
                <a:gd name="connsiteY34" fmla="*/ 113804 h 11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78101" h="113941">
                  <a:moveTo>
                    <a:pt x="2110" y="113804"/>
                  </a:moveTo>
                  <a:cubicBezTo>
                    <a:pt x="1353" y="113815"/>
                    <a:pt x="648" y="113423"/>
                    <a:pt x="258" y="112776"/>
                  </a:cubicBezTo>
                  <a:cubicBezTo>
                    <a:pt x="-280" y="111766"/>
                    <a:pt x="48" y="110512"/>
                    <a:pt x="1012" y="109895"/>
                  </a:cubicBezTo>
                  <a:cubicBezTo>
                    <a:pt x="3824" y="108318"/>
                    <a:pt x="6499" y="106672"/>
                    <a:pt x="9173" y="104958"/>
                  </a:cubicBezTo>
                  <a:cubicBezTo>
                    <a:pt x="11848" y="103243"/>
                    <a:pt x="14317" y="101597"/>
                    <a:pt x="16923" y="99883"/>
                  </a:cubicBezTo>
                  <a:lnTo>
                    <a:pt x="24192" y="94533"/>
                  </a:lnTo>
                  <a:cubicBezTo>
                    <a:pt x="26456" y="92750"/>
                    <a:pt x="28787" y="90899"/>
                    <a:pt x="31050" y="89047"/>
                  </a:cubicBezTo>
                  <a:cubicBezTo>
                    <a:pt x="33314" y="87195"/>
                    <a:pt x="35439" y="85275"/>
                    <a:pt x="37497" y="83355"/>
                  </a:cubicBezTo>
                  <a:lnTo>
                    <a:pt x="43326" y="77526"/>
                  </a:lnTo>
                  <a:cubicBezTo>
                    <a:pt x="45246" y="75537"/>
                    <a:pt x="47030" y="73548"/>
                    <a:pt x="48744" y="71491"/>
                  </a:cubicBezTo>
                  <a:cubicBezTo>
                    <a:pt x="50459" y="69433"/>
                    <a:pt x="52104" y="67444"/>
                    <a:pt x="53682" y="65387"/>
                  </a:cubicBezTo>
                  <a:cubicBezTo>
                    <a:pt x="55259" y="63329"/>
                    <a:pt x="56630" y="61204"/>
                    <a:pt x="58071" y="59078"/>
                  </a:cubicBezTo>
                  <a:cubicBezTo>
                    <a:pt x="59511" y="56952"/>
                    <a:pt x="60677" y="54894"/>
                    <a:pt x="61911" y="52768"/>
                  </a:cubicBezTo>
                  <a:cubicBezTo>
                    <a:pt x="63676" y="49606"/>
                    <a:pt x="65279" y="46355"/>
                    <a:pt x="66712" y="43030"/>
                  </a:cubicBezTo>
                  <a:cubicBezTo>
                    <a:pt x="68095" y="39835"/>
                    <a:pt x="69286" y="36560"/>
                    <a:pt x="70278" y="33223"/>
                  </a:cubicBezTo>
                  <a:cubicBezTo>
                    <a:pt x="71270" y="29934"/>
                    <a:pt x="72071" y="26591"/>
                    <a:pt x="72678" y="23210"/>
                  </a:cubicBezTo>
                  <a:cubicBezTo>
                    <a:pt x="73864" y="16420"/>
                    <a:pt x="74210" y="9510"/>
                    <a:pt x="73707" y="2636"/>
                  </a:cubicBezTo>
                  <a:cubicBezTo>
                    <a:pt x="73426" y="1496"/>
                    <a:pt x="74122" y="344"/>
                    <a:pt x="75261" y="62"/>
                  </a:cubicBezTo>
                  <a:cubicBezTo>
                    <a:pt x="76401" y="-219"/>
                    <a:pt x="77554" y="477"/>
                    <a:pt x="77835" y="1617"/>
                  </a:cubicBezTo>
                  <a:cubicBezTo>
                    <a:pt x="77890" y="1838"/>
                    <a:pt x="77909" y="2066"/>
                    <a:pt x="77891" y="2293"/>
                  </a:cubicBezTo>
                  <a:cubicBezTo>
                    <a:pt x="78382" y="9581"/>
                    <a:pt x="78013" y="16900"/>
                    <a:pt x="76794" y="24102"/>
                  </a:cubicBezTo>
                  <a:cubicBezTo>
                    <a:pt x="76158" y="27624"/>
                    <a:pt x="75311" y="31105"/>
                    <a:pt x="74256" y="34526"/>
                  </a:cubicBezTo>
                  <a:cubicBezTo>
                    <a:pt x="73207" y="38027"/>
                    <a:pt x="71947" y="41463"/>
                    <a:pt x="70485" y="44813"/>
                  </a:cubicBezTo>
                  <a:cubicBezTo>
                    <a:pt x="69039" y="48301"/>
                    <a:pt x="67366" y="51692"/>
                    <a:pt x="65478" y="54963"/>
                  </a:cubicBezTo>
                  <a:cubicBezTo>
                    <a:pt x="64243" y="57157"/>
                    <a:pt x="62940" y="59352"/>
                    <a:pt x="61500" y="61821"/>
                  </a:cubicBezTo>
                  <a:cubicBezTo>
                    <a:pt x="60059" y="64289"/>
                    <a:pt x="58551" y="66141"/>
                    <a:pt x="56974" y="68267"/>
                  </a:cubicBezTo>
                  <a:cubicBezTo>
                    <a:pt x="55396" y="70393"/>
                    <a:pt x="53682" y="72519"/>
                    <a:pt x="51898" y="74645"/>
                  </a:cubicBezTo>
                  <a:cubicBezTo>
                    <a:pt x="50116" y="76771"/>
                    <a:pt x="48264" y="78760"/>
                    <a:pt x="46343" y="80749"/>
                  </a:cubicBezTo>
                  <a:cubicBezTo>
                    <a:pt x="44423" y="82738"/>
                    <a:pt x="42366" y="84795"/>
                    <a:pt x="40308" y="86784"/>
                  </a:cubicBezTo>
                  <a:cubicBezTo>
                    <a:pt x="38251" y="88773"/>
                    <a:pt x="35988" y="90693"/>
                    <a:pt x="33450" y="92613"/>
                  </a:cubicBezTo>
                  <a:cubicBezTo>
                    <a:pt x="30913" y="94533"/>
                    <a:pt x="28924" y="96385"/>
                    <a:pt x="26592" y="98237"/>
                  </a:cubicBezTo>
                  <a:cubicBezTo>
                    <a:pt x="24261" y="100088"/>
                    <a:pt x="21655" y="101940"/>
                    <a:pt x="19117" y="103723"/>
                  </a:cubicBezTo>
                  <a:cubicBezTo>
                    <a:pt x="16580" y="105506"/>
                    <a:pt x="13974" y="107221"/>
                    <a:pt x="11231" y="108935"/>
                  </a:cubicBezTo>
                  <a:cubicBezTo>
                    <a:pt x="8488" y="110650"/>
                    <a:pt x="5813" y="112295"/>
                    <a:pt x="3001" y="113942"/>
                  </a:cubicBezTo>
                  <a:cubicBezTo>
                    <a:pt x="2698" y="113943"/>
                    <a:pt x="2397" y="113897"/>
                    <a:pt x="2109" y="113804"/>
                  </a:cubicBezTo>
                  <a:close/>
                </a:path>
              </a:pathLst>
            </a:custGeom>
            <a:solidFill>
              <a:srgbClr val="4D525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ADA0D94-085C-6AAE-F5A6-207A2C4339FD}"/>
                </a:ext>
              </a:extLst>
            </p:cNvPr>
            <p:cNvSpPr/>
            <p:nvPr/>
          </p:nvSpPr>
          <p:spPr>
            <a:xfrm>
              <a:off x="2270989" y="3402869"/>
              <a:ext cx="4066193" cy="1376059"/>
            </a:xfrm>
            <a:custGeom>
              <a:avLst/>
              <a:gdLst>
                <a:gd name="connsiteX0" fmla="*/ 1583522 w 4066193"/>
                <a:gd name="connsiteY0" fmla="*/ 1376060 h 1376059"/>
                <a:gd name="connsiteX1" fmla="*/ 1557667 w 4066193"/>
                <a:gd name="connsiteY1" fmla="*/ 1375305 h 1376059"/>
                <a:gd name="connsiteX2" fmla="*/ 1539836 w 4066193"/>
                <a:gd name="connsiteY2" fmla="*/ 1373865 h 1376059"/>
                <a:gd name="connsiteX3" fmla="*/ 1522348 w 4066193"/>
                <a:gd name="connsiteY3" fmla="*/ 1371739 h 1376059"/>
                <a:gd name="connsiteX4" fmla="*/ 1505066 w 4066193"/>
                <a:gd name="connsiteY4" fmla="*/ 1368927 h 1376059"/>
                <a:gd name="connsiteX5" fmla="*/ 1493819 w 4066193"/>
                <a:gd name="connsiteY5" fmla="*/ 1366596 h 1376059"/>
                <a:gd name="connsiteX6" fmla="*/ 1482709 w 4066193"/>
                <a:gd name="connsiteY6" fmla="*/ 1364058 h 1376059"/>
                <a:gd name="connsiteX7" fmla="*/ 1471874 w 4066193"/>
                <a:gd name="connsiteY7" fmla="*/ 1361109 h 1376059"/>
                <a:gd name="connsiteX8" fmla="*/ 1461243 w 4066193"/>
                <a:gd name="connsiteY8" fmla="*/ 1357955 h 1376059"/>
                <a:gd name="connsiteX9" fmla="*/ 1450888 w 4066193"/>
                <a:gd name="connsiteY9" fmla="*/ 1354457 h 1376059"/>
                <a:gd name="connsiteX10" fmla="*/ 1440875 w 4066193"/>
                <a:gd name="connsiteY10" fmla="*/ 1350754 h 1376059"/>
                <a:gd name="connsiteX11" fmla="*/ 1431137 w 4066193"/>
                <a:gd name="connsiteY11" fmla="*/ 1346707 h 1376059"/>
                <a:gd name="connsiteX12" fmla="*/ 1421742 w 4066193"/>
                <a:gd name="connsiteY12" fmla="*/ 1342455 h 1376059"/>
                <a:gd name="connsiteX13" fmla="*/ 1412689 w 4066193"/>
                <a:gd name="connsiteY13" fmla="*/ 1337861 h 1376059"/>
                <a:gd name="connsiteX14" fmla="*/ 1404048 w 4066193"/>
                <a:gd name="connsiteY14" fmla="*/ 1333129 h 1376059"/>
                <a:gd name="connsiteX15" fmla="*/ 1404459 w 4066193"/>
                <a:gd name="connsiteY15" fmla="*/ 1330934 h 1376059"/>
                <a:gd name="connsiteX16" fmla="*/ 1403431 w 4066193"/>
                <a:gd name="connsiteY16" fmla="*/ 1332786 h 1376059"/>
                <a:gd name="connsiteX17" fmla="*/ 1382034 w 4066193"/>
                <a:gd name="connsiteY17" fmla="*/ 1320372 h 1376059"/>
                <a:gd name="connsiteX18" fmla="*/ 72773 w 4066193"/>
                <a:gd name="connsiteY18" fmla="*/ 564484 h 1376059"/>
                <a:gd name="connsiteX19" fmla="*/ 69070 w 4066193"/>
                <a:gd name="connsiteY19" fmla="*/ 562221 h 1376059"/>
                <a:gd name="connsiteX20" fmla="*/ 61046 w 4066193"/>
                <a:gd name="connsiteY20" fmla="*/ 557077 h 1376059"/>
                <a:gd name="connsiteX21" fmla="*/ 53433 w 4066193"/>
                <a:gd name="connsiteY21" fmla="*/ 551728 h 1376059"/>
                <a:gd name="connsiteX22" fmla="*/ 46575 w 4066193"/>
                <a:gd name="connsiteY22" fmla="*/ 546104 h 1376059"/>
                <a:gd name="connsiteX23" fmla="*/ 39717 w 4066193"/>
                <a:gd name="connsiteY23" fmla="*/ 540344 h 1376059"/>
                <a:gd name="connsiteX24" fmla="*/ 33476 w 4066193"/>
                <a:gd name="connsiteY24" fmla="*/ 534308 h 1376059"/>
                <a:gd name="connsiteX25" fmla="*/ 27784 w 4066193"/>
                <a:gd name="connsiteY25" fmla="*/ 528205 h 1376059"/>
                <a:gd name="connsiteX26" fmla="*/ 22504 w 4066193"/>
                <a:gd name="connsiteY26" fmla="*/ 521896 h 1376059"/>
                <a:gd name="connsiteX27" fmla="*/ 17840 w 4066193"/>
                <a:gd name="connsiteY27" fmla="*/ 515449 h 1376059"/>
                <a:gd name="connsiteX28" fmla="*/ 11737 w 4066193"/>
                <a:gd name="connsiteY28" fmla="*/ 505573 h 1376059"/>
                <a:gd name="connsiteX29" fmla="*/ 6867 w 4066193"/>
                <a:gd name="connsiteY29" fmla="*/ 495424 h 1376059"/>
                <a:gd name="connsiteX30" fmla="*/ 3301 w 4066193"/>
                <a:gd name="connsiteY30" fmla="*/ 485068 h 1376059"/>
                <a:gd name="connsiteX31" fmla="*/ 284 w 4066193"/>
                <a:gd name="connsiteY31" fmla="*/ 469295 h 1376059"/>
                <a:gd name="connsiteX32" fmla="*/ 284 w 4066193"/>
                <a:gd name="connsiteY32" fmla="*/ 455167 h 1376059"/>
                <a:gd name="connsiteX33" fmla="*/ 2410 w 4066193"/>
                <a:gd name="connsiteY33" fmla="*/ 453179 h 1376059"/>
                <a:gd name="connsiteX34" fmla="*/ 2410 w 4066193"/>
                <a:gd name="connsiteY34" fmla="*/ 453179 h 1376059"/>
                <a:gd name="connsiteX35" fmla="*/ 4331 w 4066193"/>
                <a:gd name="connsiteY35" fmla="*/ 455364 h 1376059"/>
                <a:gd name="connsiteX36" fmla="*/ 4330 w 4066193"/>
                <a:gd name="connsiteY36" fmla="*/ 455373 h 1376059"/>
                <a:gd name="connsiteX37" fmla="*/ 7485 w 4066193"/>
                <a:gd name="connsiteY37" fmla="*/ 483834 h 1376059"/>
                <a:gd name="connsiteX38" fmla="*/ 10845 w 4066193"/>
                <a:gd name="connsiteY38" fmla="*/ 493710 h 1376059"/>
                <a:gd name="connsiteX39" fmla="*/ 15509 w 4066193"/>
                <a:gd name="connsiteY39" fmla="*/ 503516 h 1376059"/>
                <a:gd name="connsiteX40" fmla="*/ 21063 w 4066193"/>
                <a:gd name="connsiteY40" fmla="*/ 513049 h 1376059"/>
                <a:gd name="connsiteX41" fmla="*/ 25590 w 4066193"/>
                <a:gd name="connsiteY41" fmla="*/ 519289 h 1376059"/>
                <a:gd name="connsiteX42" fmla="*/ 30665 w 4066193"/>
                <a:gd name="connsiteY42" fmla="*/ 525393 h 1376059"/>
                <a:gd name="connsiteX43" fmla="*/ 36288 w 4066193"/>
                <a:gd name="connsiteY43" fmla="*/ 531360 h 1376059"/>
                <a:gd name="connsiteX44" fmla="*/ 42323 w 4066193"/>
                <a:gd name="connsiteY44" fmla="*/ 537189 h 1376059"/>
                <a:gd name="connsiteX45" fmla="*/ 49181 w 4066193"/>
                <a:gd name="connsiteY45" fmla="*/ 542813 h 1376059"/>
                <a:gd name="connsiteX46" fmla="*/ 56039 w 4066193"/>
                <a:gd name="connsiteY46" fmla="*/ 548299 h 1376059"/>
                <a:gd name="connsiteX47" fmla="*/ 63515 w 4066193"/>
                <a:gd name="connsiteY47" fmla="*/ 553579 h 1376059"/>
                <a:gd name="connsiteX48" fmla="*/ 71401 w 4066193"/>
                <a:gd name="connsiteY48" fmla="*/ 558655 h 1376059"/>
                <a:gd name="connsiteX49" fmla="*/ 75036 w 4066193"/>
                <a:gd name="connsiteY49" fmla="*/ 560849 h 1376059"/>
                <a:gd name="connsiteX50" fmla="*/ 76888 w 4066193"/>
                <a:gd name="connsiteY50" fmla="*/ 561946 h 1376059"/>
                <a:gd name="connsiteX51" fmla="*/ 1405488 w 4066193"/>
                <a:gd name="connsiteY51" fmla="*/ 1329151 h 1376059"/>
                <a:gd name="connsiteX52" fmla="*/ 1404939 w 4066193"/>
                <a:gd name="connsiteY52" fmla="*/ 1331208 h 1376059"/>
                <a:gd name="connsiteX53" fmla="*/ 1405968 w 4066193"/>
                <a:gd name="connsiteY53" fmla="*/ 1329425 h 1376059"/>
                <a:gd name="connsiteX54" fmla="*/ 1414678 w 4066193"/>
                <a:gd name="connsiteY54" fmla="*/ 1334226 h 1376059"/>
                <a:gd name="connsiteX55" fmla="*/ 1423524 w 4066193"/>
                <a:gd name="connsiteY55" fmla="*/ 1338684 h 1376059"/>
                <a:gd name="connsiteX56" fmla="*/ 1432783 w 4066193"/>
                <a:gd name="connsiteY56" fmla="*/ 1342867 h 1376059"/>
                <a:gd name="connsiteX57" fmla="*/ 1442384 w 4066193"/>
                <a:gd name="connsiteY57" fmla="*/ 1346845 h 1376059"/>
                <a:gd name="connsiteX58" fmla="*/ 1452328 w 4066193"/>
                <a:gd name="connsiteY58" fmla="*/ 1350548 h 1376059"/>
                <a:gd name="connsiteX59" fmla="*/ 1462547 w 4066193"/>
                <a:gd name="connsiteY59" fmla="*/ 1353977 h 1376059"/>
                <a:gd name="connsiteX60" fmla="*/ 1472971 w 4066193"/>
                <a:gd name="connsiteY60" fmla="*/ 1357132 h 1376059"/>
                <a:gd name="connsiteX61" fmla="*/ 1483738 w 4066193"/>
                <a:gd name="connsiteY61" fmla="*/ 1360012 h 1376059"/>
                <a:gd name="connsiteX62" fmla="*/ 1494711 w 4066193"/>
                <a:gd name="connsiteY62" fmla="*/ 1362549 h 1376059"/>
                <a:gd name="connsiteX63" fmla="*/ 1505820 w 4066193"/>
                <a:gd name="connsiteY63" fmla="*/ 1364813 h 1376059"/>
                <a:gd name="connsiteX64" fmla="*/ 1522897 w 4066193"/>
                <a:gd name="connsiteY64" fmla="*/ 1367624 h 1376059"/>
                <a:gd name="connsiteX65" fmla="*/ 1540248 w 4066193"/>
                <a:gd name="connsiteY65" fmla="*/ 1369750 h 1376059"/>
                <a:gd name="connsiteX66" fmla="*/ 1557873 w 4066193"/>
                <a:gd name="connsiteY66" fmla="*/ 1371122 h 1376059"/>
                <a:gd name="connsiteX67" fmla="*/ 1597855 w 4066193"/>
                <a:gd name="connsiteY67" fmla="*/ 1371671 h 1376059"/>
                <a:gd name="connsiteX68" fmla="*/ 1624327 w 4066193"/>
                <a:gd name="connsiteY68" fmla="*/ 1369956 h 1376059"/>
                <a:gd name="connsiteX69" fmla="*/ 1641815 w 4066193"/>
                <a:gd name="connsiteY69" fmla="*/ 1367967 h 1376059"/>
                <a:gd name="connsiteX70" fmla="*/ 1658960 w 4066193"/>
                <a:gd name="connsiteY70" fmla="*/ 1365224 h 1376059"/>
                <a:gd name="connsiteX71" fmla="*/ 1675693 w 4066193"/>
                <a:gd name="connsiteY71" fmla="*/ 1361795 h 1376059"/>
                <a:gd name="connsiteX72" fmla="*/ 1686597 w 4066193"/>
                <a:gd name="connsiteY72" fmla="*/ 1359120 h 1376059"/>
                <a:gd name="connsiteX73" fmla="*/ 1697296 w 4066193"/>
                <a:gd name="connsiteY73" fmla="*/ 1356171 h 1376059"/>
                <a:gd name="connsiteX74" fmla="*/ 1707720 w 4066193"/>
                <a:gd name="connsiteY74" fmla="*/ 1352880 h 1376059"/>
                <a:gd name="connsiteX75" fmla="*/ 1717870 w 4066193"/>
                <a:gd name="connsiteY75" fmla="*/ 1349382 h 1376059"/>
                <a:gd name="connsiteX76" fmla="*/ 1727677 w 4066193"/>
                <a:gd name="connsiteY76" fmla="*/ 1345610 h 1376059"/>
                <a:gd name="connsiteX77" fmla="*/ 1737210 w 4066193"/>
                <a:gd name="connsiteY77" fmla="*/ 1341495 h 1376059"/>
                <a:gd name="connsiteX78" fmla="*/ 1746399 w 4066193"/>
                <a:gd name="connsiteY78" fmla="*/ 1337175 h 1376059"/>
                <a:gd name="connsiteX79" fmla="*/ 1755177 w 4066193"/>
                <a:gd name="connsiteY79" fmla="*/ 1332649 h 1376059"/>
                <a:gd name="connsiteX80" fmla="*/ 1758949 w 4066193"/>
                <a:gd name="connsiteY80" fmla="*/ 1330523 h 1376059"/>
                <a:gd name="connsiteX81" fmla="*/ 1760938 w 4066193"/>
                <a:gd name="connsiteY81" fmla="*/ 1329151 h 1376059"/>
                <a:gd name="connsiteX82" fmla="*/ 4063100 w 4066193"/>
                <a:gd name="connsiteY82" fmla="*/ 276 h 1376059"/>
                <a:gd name="connsiteX83" fmla="*/ 4065911 w 4066193"/>
                <a:gd name="connsiteY83" fmla="*/ 1029 h 1376059"/>
                <a:gd name="connsiteX84" fmla="*/ 4065912 w 4066193"/>
                <a:gd name="connsiteY84" fmla="*/ 1031 h 1376059"/>
                <a:gd name="connsiteX85" fmla="*/ 4065158 w 4066193"/>
                <a:gd name="connsiteY85" fmla="*/ 3911 h 1376059"/>
                <a:gd name="connsiteX86" fmla="*/ 1760870 w 4066193"/>
                <a:gd name="connsiteY86" fmla="*/ 1334363 h 1376059"/>
                <a:gd name="connsiteX87" fmla="*/ 1757029 w 4066193"/>
                <a:gd name="connsiteY87" fmla="*/ 1336489 h 1376059"/>
                <a:gd name="connsiteX88" fmla="*/ 1748114 w 4066193"/>
                <a:gd name="connsiteY88" fmla="*/ 1341152 h 1376059"/>
                <a:gd name="connsiteX89" fmla="*/ 1738787 w 4066193"/>
                <a:gd name="connsiteY89" fmla="*/ 1345542 h 1376059"/>
                <a:gd name="connsiteX90" fmla="*/ 1729117 w 4066193"/>
                <a:gd name="connsiteY90" fmla="*/ 1349656 h 1376059"/>
                <a:gd name="connsiteX91" fmla="*/ 1719173 w 4066193"/>
                <a:gd name="connsiteY91" fmla="*/ 1353497 h 1376059"/>
                <a:gd name="connsiteX92" fmla="*/ 1708817 w 4066193"/>
                <a:gd name="connsiteY92" fmla="*/ 1357063 h 1376059"/>
                <a:gd name="connsiteX93" fmla="*/ 1698325 w 4066193"/>
                <a:gd name="connsiteY93" fmla="*/ 1360355 h 1376059"/>
                <a:gd name="connsiteX94" fmla="*/ 1687557 w 4066193"/>
                <a:gd name="connsiteY94" fmla="*/ 1363372 h 1376059"/>
                <a:gd name="connsiteX95" fmla="*/ 1676516 w 4066193"/>
                <a:gd name="connsiteY95" fmla="*/ 1366047 h 1376059"/>
                <a:gd name="connsiteX96" fmla="*/ 1659508 w 4066193"/>
                <a:gd name="connsiteY96" fmla="*/ 1369545 h 1376059"/>
                <a:gd name="connsiteX97" fmla="*/ 1642226 w 4066193"/>
                <a:gd name="connsiteY97" fmla="*/ 1372288 h 1376059"/>
                <a:gd name="connsiteX98" fmla="*/ 1624601 w 4066193"/>
                <a:gd name="connsiteY98" fmla="*/ 1374277 h 1376059"/>
                <a:gd name="connsiteX99" fmla="*/ 1597855 w 4066193"/>
                <a:gd name="connsiteY99" fmla="*/ 1375991 h 1376059"/>
                <a:gd name="connsiteX100" fmla="*/ 1583522 w 4066193"/>
                <a:gd name="connsiteY100" fmla="*/ 1376060 h 1376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4066193" h="1376059">
                  <a:moveTo>
                    <a:pt x="1583522" y="1376060"/>
                  </a:moveTo>
                  <a:cubicBezTo>
                    <a:pt x="1574881" y="1376060"/>
                    <a:pt x="1566239" y="1376060"/>
                    <a:pt x="1557667" y="1375305"/>
                  </a:cubicBezTo>
                  <a:cubicBezTo>
                    <a:pt x="1551358" y="1374894"/>
                    <a:pt x="1545528" y="1374482"/>
                    <a:pt x="1539836" y="1373865"/>
                  </a:cubicBezTo>
                  <a:cubicBezTo>
                    <a:pt x="1534144" y="1373248"/>
                    <a:pt x="1528246" y="1372631"/>
                    <a:pt x="1522348" y="1371739"/>
                  </a:cubicBezTo>
                  <a:cubicBezTo>
                    <a:pt x="1516451" y="1370848"/>
                    <a:pt x="1510690" y="1369956"/>
                    <a:pt x="1505066" y="1368927"/>
                  </a:cubicBezTo>
                  <a:lnTo>
                    <a:pt x="1493819" y="1366596"/>
                  </a:lnTo>
                  <a:cubicBezTo>
                    <a:pt x="1490116" y="1365841"/>
                    <a:pt x="1486344" y="1364949"/>
                    <a:pt x="1482709" y="1364058"/>
                  </a:cubicBezTo>
                  <a:lnTo>
                    <a:pt x="1471874" y="1361109"/>
                  </a:lnTo>
                  <a:cubicBezTo>
                    <a:pt x="1468239" y="1360149"/>
                    <a:pt x="1465016" y="1359052"/>
                    <a:pt x="1461243" y="1357955"/>
                  </a:cubicBezTo>
                  <a:cubicBezTo>
                    <a:pt x="1457472" y="1356857"/>
                    <a:pt x="1454385" y="1355691"/>
                    <a:pt x="1450888" y="1354457"/>
                  </a:cubicBezTo>
                  <a:cubicBezTo>
                    <a:pt x="1447390" y="1353223"/>
                    <a:pt x="1444030" y="1352057"/>
                    <a:pt x="1440875" y="1350754"/>
                  </a:cubicBezTo>
                  <a:lnTo>
                    <a:pt x="1431137" y="1346707"/>
                  </a:lnTo>
                  <a:lnTo>
                    <a:pt x="1421742" y="1342455"/>
                  </a:lnTo>
                  <a:lnTo>
                    <a:pt x="1412689" y="1337861"/>
                  </a:lnTo>
                  <a:cubicBezTo>
                    <a:pt x="1409740" y="1336352"/>
                    <a:pt x="1406928" y="1334775"/>
                    <a:pt x="1404048" y="1333129"/>
                  </a:cubicBezTo>
                  <a:lnTo>
                    <a:pt x="1404459" y="1330934"/>
                  </a:lnTo>
                  <a:lnTo>
                    <a:pt x="1403431" y="1332786"/>
                  </a:lnTo>
                  <a:lnTo>
                    <a:pt x="1382034" y="1320372"/>
                  </a:lnTo>
                  <a:lnTo>
                    <a:pt x="72773" y="564484"/>
                  </a:lnTo>
                  <a:lnTo>
                    <a:pt x="69070" y="562221"/>
                  </a:lnTo>
                  <a:cubicBezTo>
                    <a:pt x="66326" y="560575"/>
                    <a:pt x="63652" y="558860"/>
                    <a:pt x="61046" y="557077"/>
                  </a:cubicBezTo>
                  <a:cubicBezTo>
                    <a:pt x="58440" y="555363"/>
                    <a:pt x="55902" y="553511"/>
                    <a:pt x="53433" y="551728"/>
                  </a:cubicBezTo>
                  <a:cubicBezTo>
                    <a:pt x="50964" y="549945"/>
                    <a:pt x="48496" y="548024"/>
                    <a:pt x="46575" y="546104"/>
                  </a:cubicBezTo>
                  <a:cubicBezTo>
                    <a:pt x="44655" y="544184"/>
                    <a:pt x="41980" y="542264"/>
                    <a:pt x="39717" y="540344"/>
                  </a:cubicBezTo>
                  <a:cubicBezTo>
                    <a:pt x="37454" y="538424"/>
                    <a:pt x="35465" y="536366"/>
                    <a:pt x="33476" y="534308"/>
                  </a:cubicBezTo>
                  <a:cubicBezTo>
                    <a:pt x="31488" y="532251"/>
                    <a:pt x="29636" y="530263"/>
                    <a:pt x="27784" y="528205"/>
                  </a:cubicBezTo>
                  <a:cubicBezTo>
                    <a:pt x="25933" y="526147"/>
                    <a:pt x="24150" y="524021"/>
                    <a:pt x="22504" y="521896"/>
                  </a:cubicBezTo>
                  <a:cubicBezTo>
                    <a:pt x="20858" y="519770"/>
                    <a:pt x="19280" y="517575"/>
                    <a:pt x="17840" y="515449"/>
                  </a:cubicBezTo>
                  <a:cubicBezTo>
                    <a:pt x="15641" y="512262"/>
                    <a:pt x="13603" y="508966"/>
                    <a:pt x="11737" y="505573"/>
                  </a:cubicBezTo>
                  <a:cubicBezTo>
                    <a:pt x="9885" y="502144"/>
                    <a:pt x="8308" y="498715"/>
                    <a:pt x="6867" y="495424"/>
                  </a:cubicBezTo>
                  <a:cubicBezTo>
                    <a:pt x="5485" y="492042"/>
                    <a:pt x="4295" y="488584"/>
                    <a:pt x="3301" y="485068"/>
                  </a:cubicBezTo>
                  <a:cubicBezTo>
                    <a:pt x="1828" y="479911"/>
                    <a:pt x="818" y="474632"/>
                    <a:pt x="284" y="469295"/>
                  </a:cubicBezTo>
                  <a:cubicBezTo>
                    <a:pt x="-95" y="464593"/>
                    <a:pt x="-95" y="459869"/>
                    <a:pt x="284" y="455167"/>
                  </a:cubicBezTo>
                  <a:cubicBezTo>
                    <a:pt x="387" y="454062"/>
                    <a:pt x="1300" y="453208"/>
                    <a:pt x="2410" y="453179"/>
                  </a:cubicBezTo>
                  <a:lnTo>
                    <a:pt x="2410" y="453179"/>
                  </a:lnTo>
                  <a:cubicBezTo>
                    <a:pt x="3544" y="453252"/>
                    <a:pt x="4404" y="454230"/>
                    <a:pt x="4331" y="455364"/>
                  </a:cubicBezTo>
                  <a:cubicBezTo>
                    <a:pt x="4330" y="455367"/>
                    <a:pt x="4330" y="455370"/>
                    <a:pt x="4330" y="455373"/>
                  </a:cubicBezTo>
                  <a:cubicBezTo>
                    <a:pt x="3674" y="464973"/>
                    <a:pt x="4742" y="474612"/>
                    <a:pt x="7485" y="483834"/>
                  </a:cubicBezTo>
                  <a:cubicBezTo>
                    <a:pt x="8398" y="487193"/>
                    <a:pt x="9521" y="490491"/>
                    <a:pt x="10845" y="493710"/>
                  </a:cubicBezTo>
                  <a:cubicBezTo>
                    <a:pt x="12217" y="496933"/>
                    <a:pt x="13794" y="500224"/>
                    <a:pt x="15509" y="503516"/>
                  </a:cubicBezTo>
                  <a:cubicBezTo>
                    <a:pt x="17195" y="506787"/>
                    <a:pt x="19049" y="509969"/>
                    <a:pt x="21063" y="513049"/>
                  </a:cubicBezTo>
                  <a:cubicBezTo>
                    <a:pt x="22504" y="515106"/>
                    <a:pt x="24012" y="517232"/>
                    <a:pt x="25590" y="519289"/>
                  </a:cubicBezTo>
                  <a:cubicBezTo>
                    <a:pt x="27167" y="521347"/>
                    <a:pt x="28882" y="523336"/>
                    <a:pt x="30665" y="525393"/>
                  </a:cubicBezTo>
                  <a:cubicBezTo>
                    <a:pt x="32448" y="527450"/>
                    <a:pt x="34299" y="529371"/>
                    <a:pt x="36288" y="531360"/>
                  </a:cubicBezTo>
                  <a:cubicBezTo>
                    <a:pt x="38277" y="533349"/>
                    <a:pt x="40197" y="535269"/>
                    <a:pt x="42323" y="537189"/>
                  </a:cubicBezTo>
                  <a:cubicBezTo>
                    <a:pt x="44449" y="539109"/>
                    <a:pt x="46575" y="540961"/>
                    <a:pt x="49181" y="542813"/>
                  </a:cubicBezTo>
                  <a:cubicBezTo>
                    <a:pt x="51787" y="544664"/>
                    <a:pt x="53776" y="546516"/>
                    <a:pt x="56039" y="548299"/>
                  </a:cubicBezTo>
                  <a:cubicBezTo>
                    <a:pt x="58302" y="550082"/>
                    <a:pt x="60908" y="551865"/>
                    <a:pt x="63515" y="553579"/>
                  </a:cubicBezTo>
                  <a:cubicBezTo>
                    <a:pt x="66121" y="555294"/>
                    <a:pt x="68658" y="557008"/>
                    <a:pt x="71401" y="558655"/>
                  </a:cubicBezTo>
                  <a:lnTo>
                    <a:pt x="75036" y="560849"/>
                  </a:lnTo>
                  <a:lnTo>
                    <a:pt x="76888" y="561946"/>
                  </a:lnTo>
                  <a:lnTo>
                    <a:pt x="1405488" y="1329151"/>
                  </a:lnTo>
                  <a:lnTo>
                    <a:pt x="1404939" y="1331208"/>
                  </a:lnTo>
                  <a:lnTo>
                    <a:pt x="1405968" y="1329425"/>
                  </a:lnTo>
                  <a:cubicBezTo>
                    <a:pt x="1408917" y="1331140"/>
                    <a:pt x="1411729" y="1332717"/>
                    <a:pt x="1414678" y="1334226"/>
                  </a:cubicBezTo>
                  <a:cubicBezTo>
                    <a:pt x="1417627" y="1335735"/>
                    <a:pt x="1420507" y="1337243"/>
                    <a:pt x="1423524" y="1338684"/>
                  </a:cubicBezTo>
                  <a:lnTo>
                    <a:pt x="1432783" y="1342867"/>
                  </a:lnTo>
                  <a:cubicBezTo>
                    <a:pt x="1435937" y="1344239"/>
                    <a:pt x="1439092" y="1345610"/>
                    <a:pt x="1442384" y="1346845"/>
                  </a:cubicBezTo>
                  <a:cubicBezTo>
                    <a:pt x="1445676" y="1348079"/>
                    <a:pt x="1448899" y="1349382"/>
                    <a:pt x="1452328" y="1350548"/>
                  </a:cubicBezTo>
                  <a:cubicBezTo>
                    <a:pt x="1455757" y="1351714"/>
                    <a:pt x="1459186" y="1352880"/>
                    <a:pt x="1462547" y="1353977"/>
                  </a:cubicBezTo>
                  <a:lnTo>
                    <a:pt x="1472971" y="1357132"/>
                  </a:lnTo>
                  <a:cubicBezTo>
                    <a:pt x="1476537" y="1358160"/>
                    <a:pt x="1479829" y="1359052"/>
                    <a:pt x="1483738" y="1360012"/>
                  </a:cubicBezTo>
                  <a:lnTo>
                    <a:pt x="1494711" y="1362549"/>
                  </a:lnTo>
                  <a:cubicBezTo>
                    <a:pt x="1498345" y="1363372"/>
                    <a:pt x="1502117" y="1364127"/>
                    <a:pt x="1505820" y="1364813"/>
                  </a:cubicBezTo>
                  <a:cubicBezTo>
                    <a:pt x="1511375" y="1365841"/>
                    <a:pt x="1517136" y="1366801"/>
                    <a:pt x="1522897" y="1367624"/>
                  </a:cubicBezTo>
                  <a:cubicBezTo>
                    <a:pt x="1528658" y="1368447"/>
                    <a:pt x="1534624" y="1369133"/>
                    <a:pt x="1540248" y="1369750"/>
                  </a:cubicBezTo>
                  <a:cubicBezTo>
                    <a:pt x="1545871" y="1370368"/>
                    <a:pt x="1551701" y="1370779"/>
                    <a:pt x="1557873" y="1371122"/>
                  </a:cubicBezTo>
                  <a:cubicBezTo>
                    <a:pt x="1571177" y="1371876"/>
                    <a:pt x="1584550" y="1372013"/>
                    <a:pt x="1597855" y="1371671"/>
                  </a:cubicBezTo>
                  <a:cubicBezTo>
                    <a:pt x="1606702" y="1371328"/>
                    <a:pt x="1615617" y="1370779"/>
                    <a:pt x="1624327" y="1369956"/>
                  </a:cubicBezTo>
                  <a:cubicBezTo>
                    <a:pt x="1630362" y="1369407"/>
                    <a:pt x="1636191" y="1368722"/>
                    <a:pt x="1641815" y="1367967"/>
                  </a:cubicBezTo>
                  <a:cubicBezTo>
                    <a:pt x="1647438" y="1367213"/>
                    <a:pt x="1653267" y="1366252"/>
                    <a:pt x="1658960" y="1365224"/>
                  </a:cubicBezTo>
                  <a:cubicBezTo>
                    <a:pt x="1664652" y="1364195"/>
                    <a:pt x="1670275" y="1363029"/>
                    <a:pt x="1675693" y="1361795"/>
                  </a:cubicBezTo>
                  <a:cubicBezTo>
                    <a:pt x="1679328" y="1360972"/>
                    <a:pt x="1683031" y="1360081"/>
                    <a:pt x="1686597" y="1359120"/>
                  </a:cubicBezTo>
                  <a:cubicBezTo>
                    <a:pt x="1690164" y="1358160"/>
                    <a:pt x="1693455" y="1357200"/>
                    <a:pt x="1697296" y="1356171"/>
                  </a:cubicBezTo>
                  <a:cubicBezTo>
                    <a:pt x="1701136" y="1355143"/>
                    <a:pt x="1704154" y="1354045"/>
                    <a:pt x="1707720" y="1352880"/>
                  </a:cubicBezTo>
                  <a:cubicBezTo>
                    <a:pt x="1711286" y="1351714"/>
                    <a:pt x="1714578" y="1350616"/>
                    <a:pt x="1717870" y="1349382"/>
                  </a:cubicBezTo>
                  <a:lnTo>
                    <a:pt x="1727677" y="1345610"/>
                  </a:lnTo>
                  <a:lnTo>
                    <a:pt x="1737210" y="1341495"/>
                  </a:lnTo>
                  <a:cubicBezTo>
                    <a:pt x="1740296" y="1340124"/>
                    <a:pt x="1743382" y="1338684"/>
                    <a:pt x="1746399" y="1337175"/>
                  </a:cubicBezTo>
                  <a:cubicBezTo>
                    <a:pt x="1749417" y="1335666"/>
                    <a:pt x="1752366" y="1334157"/>
                    <a:pt x="1755177" y="1332649"/>
                  </a:cubicBezTo>
                  <a:lnTo>
                    <a:pt x="1758949" y="1330523"/>
                  </a:lnTo>
                  <a:lnTo>
                    <a:pt x="1760938" y="1329151"/>
                  </a:lnTo>
                  <a:lnTo>
                    <a:pt x="4063100" y="276"/>
                  </a:lnTo>
                  <a:cubicBezTo>
                    <a:pt x="4064084" y="-292"/>
                    <a:pt x="4065343" y="45"/>
                    <a:pt x="4065911" y="1029"/>
                  </a:cubicBezTo>
                  <a:cubicBezTo>
                    <a:pt x="4065911" y="1029"/>
                    <a:pt x="4065912" y="1030"/>
                    <a:pt x="4065912" y="1031"/>
                  </a:cubicBezTo>
                  <a:cubicBezTo>
                    <a:pt x="4066487" y="2036"/>
                    <a:pt x="4066152" y="3317"/>
                    <a:pt x="4065158" y="3911"/>
                  </a:cubicBezTo>
                  <a:lnTo>
                    <a:pt x="1760870" y="1334363"/>
                  </a:lnTo>
                  <a:cubicBezTo>
                    <a:pt x="1759635" y="1335117"/>
                    <a:pt x="1758332" y="1335803"/>
                    <a:pt x="1757029" y="1336489"/>
                  </a:cubicBezTo>
                  <a:cubicBezTo>
                    <a:pt x="1754080" y="1338066"/>
                    <a:pt x="1751131" y="1339644"/>
                    <a:pt x="1748114" y="1341152"/>
                  </a:cubicBezTo>
                  <a:lnTo>
                    <a:pt x="1738787" y="1345542"/>
                  </a:lnTo>
                  <a:lnTo>
                    <a:pt x="1729117" y="1349656"/>
                  </a:lnTo>
                  <a:lnTo>
                    <a:pt x="1719173" y="1353497"/>
                  </a:lnTo>
                  <a:lnTo>
                    <a:pt x="1708817" y="1357063"/>
                  </a:lnTo>
                  <a:cubicBezTo>
                    <a:pt x="1705388" y="1358252"/>
                    <a:pt x="1701891" y="1359349"/>
                    <a:pt x="1698325" y="1360355"/>
                  </a:cubicBezTo>
                  <a:lnTo>
                    <a:pt x="1687557" y="1363372"/>
                  </a:lnTo>
                  <a:lnTo>
                    <a:pt x="1676516" y="1366047"/>
                  </a:lnTo>
                  <a:cubicBezTo>
                    <a:pt x="1671030" y="1367281"/>
                    <a:pt x="1665338" y="1368447"/>
                    <a:pt x="1659508" y="1369545"/>
                  </a:cubicBezTo>
                  <a:cubicBezTo>
                    <a:pt x="1653679" y="1370642"/>
                    <a:pt x="1647987" y="1371465"/>
                    <a:pt x="1642226" y="1372288"/>
                  </a:cubicBezTo>
                  <a:cubicBezTo>
                    <a:pt x="1636466" y="1373110"/>
                    <a:pt x="1630636" y="1373728"/>
                    <a:pt x="1624601" y="1374277"/>
                  </a:cubicBezTo>
                  <a:cubicBezTo>
                    <a:pt x="1615823" y="1375168"/>
                    <a:pt x="1606839" y="1375717"/>
                    <a:pt x="1597855" y="1375991"/>
                  </a:cubicBezTo>
                  <a:cubicBezTo>
                    <a:pt x="1593192" y="1375991"/>
                    <a:pt x="1588391" y="1376060"/>
                    <a:pt x="1583522" y="1376060"/>
                  </a:cubicBezTo>
                  <a:close/>
                </a:path>
              </a:pathLst>
            </a:custGeom>
            <a:solidFill>
              <a:srgbClr val="4D525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B8831D3-8BFF-FB94-BD23-EA679743D454}"/>
                </a:ext>
              </a:extLst>
            </p:cNvPr>
            <p:cNvSpPr/>
            <p:nvPr/>
          </p:nvSpPr>
          <p:spPr>
            <a:xfrm>
              <a:off x="5293493" y="5178547"/>
              <a:ext cx="151762" cy="89302"/>
            </a:xfrm>
            <a:custGeom>
              <a:avLst/>
              <a:gdLst>
                <a:gd name="connsiteX0" fmla="*/ 2296 w 151762"/>
                <a:gd name="connsiteY0" fmla="*/ 89288 h 89302"/>
                <a:gd name="connsiteX1" fmla="*/ 307 w 151762"/>
                <a:gd name="connsiteY1" fmla="*/ 88396 h 89302"/>
                <a:gd name="connsiteX2" fmla="*/ 977 w 151762"/>
                <a:gd name="connsiteY2" fmla="*/ 85565 h 89302"/>
                <a:gd name="connsiteX3" fmla="*/ 1061 w 151762"/>
                <a:gd name="connsiteY3" fmla="*/ 85516 h 89302"/>
                <a:gd name="connsiteX4" fmla="*/ 148645 w 151762"/>
                <a:gd name="connsiteY4" fmla="*/ 271 h 89302"/>
                <a:gd name="connsiteX5" fmla="*/ 151491 w 151762"/>
                <a:gd name="connsiteY5" fmla="*/ 1060 h 89302"/>
                <a:gd name="connsiteX6" fmla="*/ 150703 w 151762"/>
                <a:gd name="connsiteY6" fmla="*/ 3906 h 89302"/>
                <a:gd name="connsiteX7" fmla="*/ 3118 w 151762"/>
                <a:gd name="connsiteY7" fmla="*/ 89151 h 89302"/>
                <a:gd name="connsiteX8" fmla="*/ 2296 w 151762"/>
                <a:gd name="connsiteY8" fmla="*/ 89288 h 8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1762" h="89302">
                  <a:moveTo>
                    <a:pt x="2296" y="89288"/>
                  </a:moveTo>
                  <a:cubicBezTo>
                    <a:pt x="1519" y="89379"/>
                    <a:pt x="755" y="89037"/>
                    <a:pt x="307" y="88396"/>
                  </a:cubicBezTo>
                  <a:cubicBezTo>
                    <a:pt x="-290" y="87430"/>
                    <a:pt x="10" y="86162"/>
                    <a:pt x="977" y="85565"/>
                  </a:cubicBezTo>
                  <a:cubicBezTo>
                    <a:pt x="1005" y="85548"/>
                    <a:pt x="1033" y="85532"/>
                    <a:pt x="1061" y="85516"/>
                  </a:cubicBezTo>
                  <a:lnTo>
                    <a:pt x="148645" y="271"/>
                  </a:lnTo>
                  <a:cubicBezTo>
                    <a:pt x="149649" y="-297"/>
                    <a:pt x="150923" y="56"/>
                    <a:pt x="151491" y="1060"/>
                  </a:cubicBezTo>
                  <a:cubicBezTo>
                    <a:pt x="152059" y="2064"/>
                    <a:pt x="151706" y="3338"/>
                    <a:pt x="150703" y="3906"/>
                  </a:cubicBezTo>
                  <a:lnTo>
                    <a:pt x="3118" y="89151"/>
                  </a:lnTo>
                  <a:cubicBezTo>
                    <a:pt x="2852" y="89236"/>
                    <a:pt x="2575" y="89282"/>
                    <a:pt x="2296" y="89288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034E17F7-515C-2760-B383-631F38E9E3FE}"/>
                </a:ext>
              </a:extLst>
            </p:cNvPr>
            <p:cNvSpPr/>
            <p:nvPr/>
          </p:nvSpPr>
          <p:spPr>
            <a:xfrm>
              <a:off x="5776681" y="4897090"/>
              <a:ext cx="156970" cy="91007"/>
            </a:xfrm>
            <a:custGeom>
              <a:avLst/>
              <a:gdLst>
                <a:gd name="connsiteX0" fmla="*/ 2116 w 156970"/>
                <a:gd name="connsiteY0" fmla="*/ 91007 h 91007"/>
                <a:gd name="connsiteX1" fmla="*/ 264 w 156970"/>
                <a:gd name="connsiteY1" fmla="*/ 89978 h 91007"/>
                <a:gd name="connsiteX2" fmla="*/ 1087 w 156970"/>
                <a:gd name="connsiteY2" fmla="*/ 87098 h 91007"/>
                <a:gd name="connsiteX3" fmla="*/ 77006 w 156970"/>
                <a:gd name="connsiteY3" fmla="*/ 43961 h 91007"/>
                <a:gd name="connsiteX4" fmla="*/ 153883 w 156970"/>
                <a:gd name="connsiteY4" fmla="*/ 276 h 91007"/>
                <a:gd name="connsiteX5" fmla="*/ 156695 w 156970"/>
                <a:gd name="connsiteY5" fmla="*/ 1030 h 91007"/>
                <a:gd name="connsiteX6" fmla="*/ 155941 w 156970"/>
                <a:gd name="connsiteY6" fmla="*/ 3842 h 91007"/>
                <a:gd name="connsiteX7" fmla="*/ 79063 w 156970"/>
                <a:gd name="connsiteY7" fmla="*/ 47596 h 91007"/>
                <a:gd name="connsiteX8" fmla="*/ 3145 w 156970"/>
                <a:gd name="connsiteY8" fmla="*/ 90733 h 91007"/>
                <a:gd name="connsiteX9" fmla="*/ 2116 w 156970"/>
                <a:gd name="connsiteY9" fmla="*/ 91007 h 91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6970" h="91007">
                  <a:moveTo>
                    <a:pt x="2116" y="91007"/>
                  </a:moveTo>
                  <a:cubicBezTo>
                    <a:pt x="1366" y="90992"/>
                    <a:pt x="673" y="90607"/>
                    <a:pt x="264" y="89978"/>
                  </a:cubicBezTo>
                  <a:cubicBezTo>
                    <a:pt x="-299" y="88955"/>
                    <a:pt x="68" y="87669"/>
                    <a:pt x="1087" y="87098"/>
                  </a:cubicBezTo>
                  <a:cubicBezTo>
                    <a:pt x="27765" y="71736"/>
                    <a:pt x="52797" y="57609"/>
                    <a:pt x="77006" y="43961"/>
                  </a:cubicBezTo>
                  <a:cubicBezTo>
                    <a:pt x="101214" y="30314"/>
                    <a:pt x="126863" y="15912"/>
                    <a:pt x="153883" y="276"/>
                  </a:cubicBezTo>
                  <a:cubicBezTo>
                    <a:pt x="154868" y="-292"/>
                    <a:pt x="156127" y="46"/>
                    <a:pt x="156695" y="1030"/>
                  </a:cubicBezTo>
                  <a:cubicBezTo>
                    <a:pt x="157263" y="2015"/>
                    <a:pt x="156925" y="3274"/>
                    <a:pt x="155941" y="3842"/>
                  </a:cubicBezTo>
                  <a:cubicBezTo>
                    <a:pt x="128921" y="19478"/>
                    <a:pt x="103546" y="33811"/>
                    <a:pt x="79063" y="47596"/>
                  </a:cubicBezTo>
                  <a:cubicBezTo>
                    <a:pt x="54580" y="61381"/>
                    <a:pt x="29822" y="75028"/>
                    <a:pt x="3145" y="90733"/>
                  </a:cubicBezTo>
                  <a:cubicBezTo>
                    <a:pt x="2835" y="90919"/>
                    <a:pt x="2478" y="91014"/>
                    <a:pt x="2116" y="91007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A6838D73-61A3-EB1B-96F1-7BA250CCD172}"/>
                </a:ext>
              </a:extLst>
            </p:cNvPr>
            <p:cNvSpPr/>
            <p:nvPr/>
          </p:nvSpPr>
          <p:spPr>
            <a:xfrm>
              <a:off x="6333003" y="3801288"/>
              <a:ext cx="75480" cy="86305"/>
            </a:xfrm>
            <a:custGeom>
              <a:avLst/>
              <a:gdLst>
                <a:gd name="connsiteX0" fmla="*/ 2116 w 75480"/>
                <a:gd name="connsiteY0" fmla="*/ 86306 h 86305"/>
                <a:gd name="connsiteX1" fmla="*/ 264 w 75480"/>
                <a:gd name="connsiteY1" fmla="*/ 85277 h 86305"/>
                <a:gd name="connsiteX2" fmla="*/ 1087 w 75480"/>
                <a:gd name="connsiteY2" fmla="*/ 82397 h 86305"/>
                <a:gd name="connsiteX3" fmla="*/ 71381 w 75480"/>
                <a:gd name="connsiteY3" fmla="*/ 1541 h 86305"/>
                <a:gd name="connsiteX4" fmla="*/ 73850 w 75480"/>
                <a:gd name="connsiteY4" fmla="*/ 32 h 86305"/>
                <a:gd name="connsiteX5" fmla="*/ 75427 w 75480"/>
                <a:gd name="connsiteY5" fmla="*/ 2570 h 86305"/>
                <a:gd name="connsiteX6" fmla="*/ 3144 w 75480"/>
                <a:gd name="connsiteY6" fmla="*/ 86032 h 86305"/>
                <a:gd name="connsiteX7" fmla="*/ 2115 w 75480"/>
                <a:gd name="connsiteY7" fmla="*/ 86306 h 86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480" h="86305">
                  <a:moveTo>
                    <a:pt x="2116" y="86306"/>
                  </a:moveTo>
                  <a:cubicBezTo>
                    <a:pt x="1366" y="86291"/>
                    <a:pt x="673" y="85906"/>
                    <a:pt x="264" y="85277"/>
                  </a:cubicBezTo>
                  <a:cubicBezTo>
                    <a:pt x="-299" y="84254"/>
                    <a:pt x="68" y="82968"/>
                    <a:pt x="1087" y="82397"/>
                  </a:cubicBezTo>
                  <a:cubicBezTo>
                    <a:pt x="39355" y="60245"/>
                    <a:pt x="63701" y="32333"/>
                    <a:pt x="71381" y="1541"/>
                  </a:cubicBezTo>
                  <a:cubicBezTo>
                    <a:pt x="71710" y="490"/>
                    <a:pt x="72765" y="-156"/>
                    <a:pt x="73850" y="32"/>
                  </a:cubicBezTo>
                  <a:cubicBezTo>
                    <a:pt x="74982" y="304"/>
                    <a:pt x="75685" y="1435"/>
                    <a:pt x="75427" y="2570"/>
                  </a:cubicBezTo>
                  <a:cubicBezTo>
                    <a:pt x="67404" y="34459"/>
                    <a:pt x="42441" y="63332"/>
                    <a:pt x="3144" y="86032"/>
                  </a:cubicBezTo>
                  <a:cubicBezTo>
                    <a:pt x="2822" y="86186"/>
                    <a:pt x="2472" y="86279"/>
                    <a:pt x="2115" y="86306"/>
                  </a:cubicBez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46E08AD6-07B1-AAC5-D6C4-AA4DFD411E6E}"/>
                </a:ext>
              </a:extLst>
            </p:cNvPr>
            <p:cNvSpPr/>
            <p:nvPr/>
          </p:nvSpPr>
          <p:spPr>
            <a:xfrm>
              <a:off x="4362481" y="5053726"/>
              <a:ext cx="355732" cy="205811"/>
            </a:xfrm>
            <a:custGeom>
              <a:avLst/>
              <a:gdLst>
                <a:gd name="connsiteX0" fmla="*/ 2059 w 355732"/>
                <a:gd name="connsiteY0" fmla="*/ 205810 h 205811"/>
                <a:gd name="connsiteX1" fmla="*/ 276 w 355732"/>
                <a:gd name="connsiteY1" fmla="*/ 204781 h 205811"/>
                <a:gd name="connsiteX2" fmla="*/ 1029 w 355732"/>
                <a:gd name="connsiteY2" fmla="*/ 201971 h 205811"/>
                <a:gd name="connsiteX3" fmla="*/ 1031 w 355732"/>
                <a:gd name="connsiteY3" fmla="*/ 201969 h 205811"/>
                <a:gd name="connsiteX4" fmla="*/ 177899 w 355732"/>
                <a:gd name="connsiteY4" fmla="*/ 100472 h 205811"/>
                <a:gd name="connsiteX5" fmla="*/ 352640 w 355732"/>
                <a:gd name="connsiteY5" fmla="*/ 276 h 205811"/>
                <a:gd name="connsiteX6" fmla="*/ 355451 w 355732"/>
                <a:gd name="connsiteY6" fmla="*/ 1029 h 205811"/>
                <a:gd name="connsiteX7" fmla="*/ 355452 w 355732"/>
                <a:gd name="connsiteY7" fmla="*/ 1031 h 205811"/>
                <a:gd name="connsiteX8" fmla="*/ 354698 w 355732"/>
                <a:gd name="connsiteY8" fmla="*/ 3911 h 205811"/>
                <a:gd name="connsiteX9" fmla="*/ 179956 w 355732"/>
                <a:gd name="connsiteY9" fmla="*/ 104106 h 205811"/>
                <a:gd name="connsiteX10" fmla="*/ 3088 w 355732"/>
                <a:gd name="connsiteY10" fmla="*/ 205536 h 205811"/>
                <a:gd name="connsiteX11" fmla="*/ 2059 w 355732"/>
                <a:gd name="connsiteY11" fmla="*/ 205810 h 205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5732" h="205811">
                  <a:moveTo>
                    <a:pt x="2059" y="205810"/>
                  </a:moveTo>
                  <a:cubicBezTo>
                    <a:pt x="1324" y="205811"/>
                    <a:pt x="644" y="205419"/>
                    <a:pt x="276" y="204781"/>
                  </a:cubicBezTo>
                  <a:cubicBezTo>
                    <a:pt x="-292" y="203797"/>
                    <a:pt x="45" y="202539"/>
                    <a:pt x="1029" y="201971"/>
                  </a:cubicBezTo>
                  <a:cubicBezTo>
                    <a:pt x="1029" y="201970"/>
                    <a:pt x="1030" y="201970"/>
                    <a:pt x="1031" y="201969"/>
                  </a:cubicBezTo>
                  <a:cubicBezTo>
                    <a:pt x="61701" y="166857"/>
                    <a:pt x="120657" y="133024"/>
                    <a:pt x="177899" y="100472"/>
                  </a:cubicBezTo>
                  <a:cubicBezTo>
                    <a:pt x="234363" y="68467"/>
                    <a:pt x="292610" y="35069"/>
                    <a:pt x="352640" y="276"/>
                  </a:cubicBezTo>
                  <a:cubicBezTo>
                    <a:pt x="353624" y="-292"/>
                    <a:pt x="354883" y="45"/>
                    <a:pt x="355451" y="1029"/>
                  </a:cubicBezTo>
                  <a:cubicBezTo>
                    <a:pt x="355451" y="1030"/>
                    <a:pt x="355452" y="1030"/>
                    <a:pt x="355452" y="1031"/>
                  </a:cubicBezTo>
                  <a:cubicBezTo>
                    <a:pt x="356027" y="2036"/>
                    <a:pt x="355692" y="3317"/>
                    <a:pt x="354698" y="3911"/>
                  </a:cubicBezTo>
                  <a:cubicBezTo>
                    <a:pt x="294713" y="38521"/>
                    <a:pt x="236466" y="71919"/>
                    <a:pt x="179956" y="104106"/>
                  </a:cubicBezTo>
                  <a:cubicBezTo>
                    <a:pt x="122897" y="136750"/>
                    <a:pt x="63781" y="170492"/>
                    <a:pt x="3088" y="205536"/>
                  </a:cubicBezTo>
                  <a:cubicBezTo>
                    <a:pt x="2781" y="205730"/>
                    <a:pt x="2422" y="205826"/>
                    <a:pt x="2059" y="205810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3A4EFF77-B0BD-E862-FFF5-EE1BCBCBCD6C}"/>
                </a:ext>
              </a:extLst>
            </p:cNvPr>
            <p:cNvSpPr/>
            <p:nvPr/>
          </p:nvSpPr>
          <p:spPr>
            <a:xfrm>
              <a:off x="6333009" y="3285521"/>
              <a:ext cx="78075" cy="121567"/>
            </a:xfrm>
            <a:custGeom>
              <a:avLst/>
              <a:gdLst>
                <a:gd name="connsiteX0" fmla="*/ 2110 w 78075"/>
                <a:gd name="connsiteY0" fmla="*/ 121533 h 121567"/>
                <a:gd name="connsiteX1" fmla="*/ 258 w 78075"/>
                <a:gd name="connsiteY1" fmla="*/ 120504 h 121567"/>
                <a:gd name="connsiteX2" fmla="*/ 1012 w 78075"/>
                <a:gd name="connsiteY2" fmla="*/ 117624 h 121567"/>
                <a:gd name="connsiteX3" fmla="*/ 9173 w 78075"/>
                <a:gd name="connsiteY3" fmla="*/ 112686 h 121567"/>
                <a:gd name="connsiteX4" fmla="*/ 16923 w 78075"/>
                <a:gd name="connsiteY4" fmla="*/ 107611 h 121567"/>
                <a:gd name="connsiteX5" fmla="*/ 24192 w 78075"/>
                <a:gd name="connsiteY5" fmla="*/ 102262 h 121567"/>
                <a:gd name="connsiteX6" fmla="*/ 31050 w 78075"/>
                <a:gd name="connsiteY6" fmla="*/ 96776 h 121567"/>
                <a:gd name="connsiteX7" fmla="*/ 37497 w 78075"/>
                <a:gd name="connsiteY7" fmla="*/ 91083 h 121567"/>
                <a:gd name="connsiteX8" fmla="*/ 43326 w 78075"/>
                <a:gd name="connsiteY8" fmla="*/ 85254 h 121567"/>
                <a:gd name="connsiteX9" fmla="*/ 48744 w 78075"/>
                <a:gd name="connsiteY9" fmla="*/ 79219 h 121567"/>
                <a:gd name="connsiteX10" fmla="*/ 53682 w 78075"/>
                <a:gd name="connsiteY10" fmla="*/ 73115 h 121567"/>
                <a:gd name="connsiteX11" fmla="*/ 58071 w 78075"/>
                <a:gd name="connsiteY11" fmla="*/ 66806 h 121567"/>
                <a:gd name="connsiteX12" fmla="*/ 61911 w 78075"/>
                <a:gd name="connsiteY12" fmla="*/ 60497 h 121567"/>
                <a:gd name="connsiteX13" fmla="*/ 66712 w 78075"/>
                <a:gd name="connsiteY13" fmla="*/ 50758 h 121567"/>
                <a:gd name="connsiteX14" fmla="*/ 70278 w 78075"/>
                <a:gd name="connsiteY14" fmla="*/ 40951 h 121567"/>
                <a:gd name="connsiteX15" fmla="*/ 72678 w 78075"/>
                <a:gd name="connsiteY15" fmla="*/ 30939 h 121567"/>
                <a:gd name="connsiteX16" fmla="*/ 73501 w 78075"/>
                <a:gd name="connsiteY16" fmla="*/ 8307 h 121567"/>
                <a:gd name="connsiteX17" fmla="*/ 72747 w 78075"/>
                <a:gd name="connsiteY17" fmla="*/ 2410 h 121567"/>
                <a:gd name="connsiteX18" fmla="*/ 74405 w 78075"/>
                <a:gd name="connsiteY18" fmla="*/ 19 h 121567"/>
                <a:gd name="connsiteX19" fmla="*/ 74462 w 78075"/>
                <a:gd name="connsiteY19" fmla="*/ 9 h 121567"/>
                <a:gd name="connsiteX20" fmla="*/ 76862 w 78075"/>
                <a:gd name="connsiteY20" fmla="*/ 1724 h 121567"/>
                <a:gd name="connsiteX21" fmla="*/ 77685 w 78075"/>
                <a:gd name="connsiteY21" fmla="*/ 7896 h 121567"/>
                <a:gd name="connsiteX22" fmla="*/ 76793 w 78075"/>
                <a:gd name="connsiteY22" fmla="*/ 31693 h 121567"/>
                <a:gd name="connsiteX23" fmla="*/ 74256 w 78075"/>
                <a:gd name="connsiteY23" fmla="*/ 42117 h 121567"/>
                <a:gd name="connsiteX24" fmla="*/ 70484 w 78075"/>
                <a:gd name="connsiteY24" fmla="*/ 52404 h 121567"/>
                <a:gd name="connsiteX25" fmla="*/ 65478 w 78075"/>
                <a:gd name="connsiteY25" fmla="*/ 62554 h 121567"/>
                <a:gd name="connsiteX26" fmla="*/ 61500 w 78075"/>
                <a:gd name="connsiteY26" fmla="*/ 69412 h 121567"/>
                <a:gd name="connsiteX27" fmla="*/ 56974 w 78075"/>
                <a:gd name="connsiteY27" fmla="*/ 75859 h 121567"/>
                <a:gd name="connsiteX28" fmla="*/ 51898 w 78075"/>
                <a:gd name="connsiteY28" fmla="*/ 82237 h 121567"/>
                <a:gd name="connsiteX29" fmla="*/ 46343 w 78075"/>
                <a:gd name="connsiteY29" fmla="*/ 88340 h 121567"/>
                <a:gd name="connsiteX30" fmla="*/ 40308 w 78075"/>
                <a:gd name="connsiteY30" fmla="*/ 94375 h 121567"/>
                <a:gd name="connsiteX31" fmla="*/ 33450 w 78075"/>
                <a:gd name="connsiteY31" fmla="*/ 100205 h 121567"/>
                <a:gd name="connsiteX32" fmla="*/ 26592 w 78075"/>
                <a:gd name="connsiteY32" fmla="*/ 105828 h 121567"/>
                <a:gd name="connsiteX33" fmla="*/ 19117 w 78075"/>
                <a:gd name="connsiteY33" fmla="*/ 111315 h 121567"/>
                <a:gd name="connsiteX34" fmla="*/ 11231 w 78075"/>
                <a:gd name="connsiteY34" fmla="*/ 116527 h 121567"/>
                <a:gd name="connsiteX35" fmla="*/ 3001 w 78075"/>
                <a:gd name="connsiteY35" fmla="*/ 121533 h 121567"/>
                <a:gd name="connsiteX36" fmla="*/ 2109 w 78075"/>
                <a:gd name="connsiteY36" fmla="*/ 121533 h 121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8075" h="121567">
                  <a:moveTo>
                    <a:pt x="2110" y="121533"/>
                  </a:moveTo>
                  <a:cubicBezTo>
                    <a:pt x="1353" y="121544"/>
                    <a:pt x="648" y="121152"/>
                    <a:pt x="258" y="120504"/>
                  </a:cubicBezTo>
                  <a:cubicBezTo>
                    <a:pt x="-280" y="119494"/>
                    <a:pt x="48" y="118241"/>
                    <a:pt x="1012" y="117624"/>
                  </a:cubicBezTo>
                  <a:cubicBezTo>
                    <a:pt x="3824" y="116047"/>
                    <a:pt x="6499" y="114401"/>
                    <a:pt x="9173" y="112686"/>
                  </a:cubicBezTo>
                  <a:cubicBezTo>
                    <a:pt x="11848" y="110972"/>
                    <a:pt x="14317" y="109326"/>
                    <a:pt x="16923" y="107611"/>
                  </a:cubicBezTo>
                  <a:lnTo>
                    <a:pt x="24192" y="102262"/>
                  </a:lnTo>
                  <a:cubicBezTo>
                    <a:pt x="26456" y="100479"/>
                    <a:pt x="28787" y="98627"/>
                    <a:pt x="31050" y="96776"/>
                  </a:cubicBezTo>
                  <a:cubicBezTo>
                    <a:pt x="33314" y="94924"/>
                    <a:pt x="35439" y="93004"/>
                    <a:pt x="37497" y="91083"/>
                  </a:cubicBezTo>
                  <a:lnTo>
                    <a:pt x="43326" y="85254"/>
                  </a:lnTo>
                  <a:cubicBezTo>
                    <a:pt x="45246" y="83265"/>
                    <a:pt x="47030" y="81277"/>
                    <a:pt x="48744" y="79219"/>
                  </a:cubicBezTo>
                  <a:cubicBezTo>
                    <a:pt x="50459" y="77162"/>
                    <a:pt x="52104" y="75173"/>
                    <a:pt x="53682" y="73115"/>
                  </a:cubicBezTo>
                  <a:cubicBezTo>
                    <a:pt x="55259" y="71058"/>
                    <a:pt x="56630" y="68932"/>
                    <a:pt x="58071" y="66806"/>
                  </a:cubicBezTo>
                  <a:cubicBezTo>
                    <a:pt x="59511" y="64680"/>
                    <a:pt x="60677" y="62623"/>
                    <a:pt x="61911" y="60497"/>
                  </a:cubicBezTo>
                  <a:cubicBezTo>
                    <a:pt x="63676" y="57335"/>
                    <a:pt x="65279" y="54084"/>
                    <a:pt x="66712" y="50758"/>
                  </a:cubicBezTo>
                  <a:cubicBezTo>
                    <a:pt x="68095" y="47563"/>
                    <a:pt x="69286" y="44289"/>
                    <a:pt x="70278" y="40951"/>
                  </a:cubicBezTo>
                  <a:cubicBezTo>
                    <a:pt x="71270" y="37663"/>
                    <a:pt x="72071" y="34320"/>
                    <a:pt x="72678" y="30939"/>
                  </a:cubicBezTo>
                  <a:cubicBezTo>
                    <a:pt x="73982" y="23468"/>
                    <a:pt x="74259" y="15853"/>
                    <a:pt x="73501" y="8307"/>
                  </a:cubicBezTo>
                  <a:cubicBezTo>
                    <a:pt x="73501" y="6387"/>
                    <a:pt x="73090" y="4398"/>
                    <a:pt x="72747" y="2410"/>
                  </a:cubicBezTo>
                  <a:cubicBezTo>
                    <a:pt x="72545" y="1291"/>
                    <a:pt x="73287" y="221"/>
                    <a:pt x="74405" y="19"/>
                  </a:cubicBezTo>
                  <a:cubicBezTo>
                    <a:pt x="74424" y="15"/>
                    <a:pt x="74443" y="12"/>
                    <a:pt x="74462" y="9"/>
                  </a:cubicBezTo>
                  <a:cubicBezTo>
                    <a:pt x="75575" y="-91"/>
                    <a:pt x="76595" y="638"/>
                    <a:pt x="76862" y="1724"/>
                  </a:cubicBezTo>
                  <a:cubicBezTo>
                    <a:pt x="77182" y="3781"/>
                    <a:pt x="77456" y="5839"/>
                    <a:pt x="77685" y="7896"/>
                  </a:cubicBezTo>
                  <a:cubicBezTo>
                    <a:pt x="78418" y="15834"/>
                    <a:pt x="78119" y="23833"/>
                    <a:pt x="76793" y="31693"/>
                  </a:cubicBezTo>
                  <a:cubicBezTo>
                    <a:pt x="76157" y="35216"/>
                    <a:pt x="75310" y="38697"/>
                    <a:pt x="74256" y="42117"/>
                  </a:cubicBezTo>
                  <a:cubicBezTo>
                    <a:pt x="73206" y="45619"/>
                    <a:pt x="71946" y="49054"/>
                    <a:pt x="70484" y="52404"/>
                  </a:cubicBezTo>
                  <a:cubicBezTo>
                    <a:pt x="69038" y="55893"/>
                    <a:pt x="67365" y="59284"/>
                    <a:pt x="65478" y="62554"/>
                  </a:cubicBezTo>
                  <a:cubicBezTo>
                    <a:pt x="64243" y="64749"/>
                    <a:pt x="62940" y="66943"/>
                    <a:pt x="61500" y="69412"/>
                  </a:cubicBezTo>
                  <a:cubicBezTo>
                    <a:pt x="60059" y="71881"/>
                    <a:pt x="58551" y="73733"/>
                    <a:pt x="56974" y="75859"/>
                  </a:cubicBezTo>
                  <a:cubicBezTo>
                    <a:pt x="55396" y="77985"/>
                    <a:pt x="53682" y="80111"/>
                    <a:pt x="51898" y="82237"/>
                  </a:cubicBezTo>
                  <a:cubicBezTo>
                    <a:pt x="50116" y="84363"/>
                    <a:pt x="48264" y="86352"/>
                    <a:pt x="46343" y="88340"/>
                  </a:cubicBezTo>
                  <a:cubicBezTo>
                    <a:pt x="44423" y="90329"/>
                    <a:pt x="42366" y="92386"/>
                    <a:pt x="40308" y="94375"/>
                  </a:cubicBezTo>
                  <a:cubicBezTo>
                    <a:pt x="38251" y="96364"/>
                    <a:pt x="35988" y="98284"/>
                    <a:pt x="33450" y="100205"/>
                  </a:cubicBezTo>
                  <a:cubicBezTo>
                    <a:pt x="30913" y="102125"/>
                    <a:pt x="28924" y="103976"/>
                    <a:pt x="26592" y="105828"/>
                  </a:cubicBezTo>
                  <a:cubicBezTo>
                    <a:pt x="24261" y="107680"/>
                    <a:pt x="21655" y="109531"/>
                    <a:pt x="19117" y="111315"/>
                  </a:cubicBezTo>
                  <a:cubicBezTo>
                    <a:pt x="16580" y="113098"/>
                    <a:pt x="13974" y="114812"/>
                    <a:pt x="11231" y="116527"/>
                  </a:cubicBezTo>
                  <a:cubicBezTo>
                    <a:pt x="8488" y="118241"/>
                    <a:pt x="5813" y="119887"/>
                    <a:pt x="3001" y="121533"/>
                  </a:cubicBezTo>
                  <a:cubicBezTo>
                    <a:pt x="2705" y="121579"/>
                    <a:pt x="2405" y="121579"/>
                    <a:pt x="2109" y="121533"/>
                  </a:cubicBezTo>
                  <a:close/>
                </a:path>
              </a:pathLst>
            </a:custGeom>
            <a:solidFill>
              <a:srgbClr val="4D525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645E872-D364-CFDC-966D-AFE58FD798FD}"/>
                </a:ext>
              </a:extLst>
            </p:cNvPr>
            <p:cNvSpPr/>
            <p:nvPr/>
          </p:nvSpPr>
          <p:spPr>
            <a:xfrm>
              <a:off x="2270863" y="3402869"/>
              <a:ext cx="4066319" cy="1376059"/>
            </a:xfrm>
            <a:custGeom>
              <a:avLst/>
              <a:gdLst>
                <a:gd name="connsiteX0" fmla="*/ 1583648 w 4066319"/>
                <a:gd name="connsiteY0" fmla="*/ 1376060 h 1376059"/>
                <a:gd name="connsiteX1" fmla="*/ 1557793 w 4066319"/>
                <a:gd name="connsiteY1" fmla="*/ 1375305 h 1376059"/>
                <a:gd name="connsiteX2" fmla="*/ 1539962 w 4066319"/>
                <a:gd name="connsiteY2" fmla="*/ 1373865 h 1376059"/>
                <a:gd name="connsiteX3" fmla="*/ 1522474 w 4066319"/>
                <a:gd name="connsiteY3" fmla="*/ 1371739 h 1376059"/>
                <a:gd name="connsiteX4" fmla="*/ 1505192 w 4066319"/>
                <a:gd name="connsiteY4" fmla="*/ 1368927 h 1376059"/>
                <a:gd name="connsiteX5" fmla="*/ 1493945 w 4066319"/>
                <a:gd name="connsiteY5" fmla="*/ 1366596 h 1376059"/>
                <a:gd name="connsiteX6" fmla="*/ 1482835 w 4066319"/>
                <a:gd name="connsiteY6" fmla="*/ 1364058 h 1376059"/>
                <a:gd name="connsiteX7" fmla="*/ 1471999 w 4066319"/>
                <a:gd name="connsiteY7" fmla="*/ 1361109 h 1376059"/>
                <a:gd name="connsiteX8" fmla="*/ 1461369 w 4066319"/>
                <a:gd name="connsiteY8" fmla="*/ 1357955 h 1376059"/>
                <a:gd name="connsiteX9" fmla="*/ 1451014 w 4066319"/>
                <a:gd name="connsiteY9" fmla="*/ 1354457 h 1376059"/>
                <a:gd name="connsiteX10" fmla="*/ 1441001 w 4066319"/>
                <a:gd name="connsiteY10" fmla="*/ 1350754 h 1376059"/>
                <a:gd name="connsiteX11" fmla="*/ 1431263 w 4066319"/>
                <a:gd name="connsiteY11" fmla="*/ 1346707 h 1376059"/>
                <a:gd name="connsiteX12" fmla="*/ 1421867 w 4066319"/>
                <a:gd name="connsiteY12" fmla="*/ 1342455 h 1376059"/>
                <a:gd name="connsiteX13" fmla="*/ 1412815 w 4066319"/>
                <a:gd name="connsiteY13" fmla="*/ 1337861 h 1376059"/>
                <a:gd name="connsiteX14" fmla="*/ 1404174 w 4066319"/>
                <a:gd name="connsiteY14" fmla="*/ 1333129 h 1376059"/>
                <a:gd name="connsiteX15" fmla="*/ 1404585 w 4066319"/>
                <a:gd name="connsiteY15" fmla="*/ 1330934 h 1376059"/>
                <a:gd name="connsiteX16" fmla="*/ 1403557 w 4066319"/>
                <a:gd name="connsiteY16" fmla="*/ 1332786 h 1376059"/>
                <a:gd name="connsiteX17" fmla="*/ 1382160 w 4066319"/>
                <a:gd name="connsiteY17" fmla="*/ 1320372 h 1376059"/>
                <a:gd name="connsiteX18" fmla="*/ 72899 w 4066319"/>
                <a:gd name="connsiteY18" fmla="*/ 564484 h 1376059"/>
                <a:gd name="connsiteX19" fmla="*/ 69195 w 4066319"/>
                <a:gd name="connsiteY19" fmla="*/ 562221 h 1376059"/>
                <a:gd name="connsiteX20" fmla="*/ 61172 w 4066319"/>
                <a:gd name="connsiteY20" fmla="*/ 557077 h 1376059"/>
                <a:gd name="connsiteX21" fmla="*/ 53559 w 4066319"/>
                <a:gd name="connsiteY21" fmla="*/ 551728 h 1376059"/>
                <a:gd name="connsiteX22" fmla="*/ 46701 w 4066319"/>
                <a:gd name="connsiteY22" fmla="*/ 546104 h 1376059"/>
                <a:gd name="connsiteX23" fmla="*/ 39843 w 4066319"/>
                <a:gd name="connsiteY23" fmla="*/ 540344 h 1376059"/>
                <a:gd name="connsiteX24" fmla="*/ 33602 w 4066319"/>
                <a:gd name="connsiteY24" fmla="*/ 534308 h 1376059"/>
                <a:gd name="connsiteX25" fmla="*/ 27910 w 4066319"/>
                <a:gd name="connsiteY25" fmla="*/ 528205 h 1376059"/>
                <a:gd name="connsiteX26" fmla="*/ 22630 w 4066319"/>
                <a:gd name="connsiteY26" fmla="*/ 521896 h 1376059"/>
                <a:gd name="connsiteX27" fmla="*/ 17966 w 4066319"/>
                <a:gd name="connsiteY27" fmla="*/ 515449 h 1376059"/>
                <a:gd name="connsiteX28" fmla="*/ 11863 w 4066319"/>
                <a:gd name="connsiteY28" fmla="*/ 505573 h 1376059"/>
                <a:gd name="connsiteX29" fmla="*/ 6993 w 4066319"/>
                <a:gd name="connsiteY29" fmla="*/ 495424 h 1376059"/>
                <a:gd name="connsiteX30" fmla="*/ 3427 w 4066319"/>
                <a:gd name="connsiteY30" fmla="*/ 485068 h 1376059"/>
                <a:gd name="connsiteX31" fmla="*/ 1096 w 4066319"/>
                <a:gd name="connsiteY31" fmla="*/ 447075 h 1376059"/>
                <a:gd name="connsiteX32" fmla="*/ 3169 w 4066319"/>
                <a:gd name="connsiteY32" fmla="*/ 445321 h 1376059"/>
                <a:gd name="connsiteX33" fmla="*/ 3427 w 4066319"/>
                <a:gd name="connsiteY33" fmla="*/ 445360 h 1376059"/>
                <a:gd name="connsiteX34" fmla="*/ 5215 w 4066319"/>
                <a:gd name="connsiteY34" fmla="*/ 447656 h 1376059"/>
                <a:gd name="connsiteX35" fmla="*/ 5210 w 4066319"/>
                <a:gd name="connsiteY35" fmla="*/ 447692 h 1376059"/>
                <a:gd name="connsiteX36" fmla="*/ 4593 w 4066319"/>
                <a:gd name="connsiteY36" fmla="*/ 468884 h 1376059"/>
                <a:gd name="connsiteX37" fmla="*/ 7474 w 4066319"/>
                <a:gd name="connsiteY37" fmla="*/ 483903 h 1376059"/>
                <a:gd name="connsiteX38" fmla="*/ 10834 w 4066319"/>
                <a:gd name="connsiteY38" fmla="*/ 493778 h 1376059"/>
                <a:gd name="connsiteX39" fmla="*/ 15497 w 4066319"/>
                <a:gd name="connsiteY39" fmla="*/ 503585 h 1376059"/>
                <a:gd name="connsiteX40" fmla="*/ 21189 w 4066319"/>
                <a:gd name="connsiteY40" fmla="*/ 513049 h 1376059"/>
                <a:gd name="connsiteX41" fmla="*/ 25716 w 4066319"/>
                <a:gd name="connsiteY41" fmla="*/ 519289 h 1376059"/>
                <a:gd name="connsiteX42" fmla="*/ 30791 w 4066319"/>
                <a:gd name="connsiteY42" fmla="*/ 525393 h 1376059"/>
                <a:gd name="connsiteX43" fmla="*/ 36414 w 4066319"/>
                <a:gd name="connsiteY43" fmla="*/ 531360 h 1376059"/>
                <a:gd name="connsiteX44" fmla="*/ 42449 w 4066319"/>
                <a:gd name="connsiteY44" fmla="*/ 537189 h 1376059"/>
                <a:gd name="connsiteX45" fmla="*/ 49307 w 4066319"/>
                <a:gd name="connsiteY45" fmla="*/ 542813 h 1376059"/>
                <a:gd name="connsiteX46" fmla="*/ 56165 w 4066319"/>
                <a:gd name="connsiteY46" fmla="*/ 548299 h 1376059"/>
                <a:gd name="connsiteX47" fmla="*/ 63640 w 4066319"/>
                <a:gd name="connsiteY47" fmla="*/ 553579 h 1376059"/>
                <a:gd name="connsiteX48" fmla="*/ 71527 w 4066319"/>
                <a:gd name="connsiteY48" fmla="*/ 558655 h 1376059"/>
                <a:gd name="connsiteX49" fmla="*/ 75162 w 4066319"/>
                <a:gd name="connsiteY49" fmla="*/ 560849 h 1376059"/>
                <a:gd name="connsiteX50" fmla="*/ 77014 w 4066319"/>
                <a:gd name="connsiteY50" fmla="*/ 561946 h 1376059"/>
                <a:gd name="connsiteX51" fmla="*/ 1405614 w 4066319"/>
                <a:gd name="connsiteY51" fmla="*/ 1329151 h 1376059"/>
                <a:gd name="connsiteX52" fmla="*/ 1405065 w 4066319"/>
                <a:gd name="connsiteY52" fmla="*/ 1331208 h 1376059"/>
                <a:gd name="connsiteX53" fmla="*/ 1406094 w 4066319"/>
                <a:gd name="connsiteY53" fmla="*/ 1329425 h 1376059"/>
                <a:gd name="connsiteX54" fmla="*/ 1414804 w 4066319"/>
                <a:gd name="connsiteY54" fmla="*/ 1334226 h 1376059"/>
                <a:gd name="connsiteX55" fmla="*/ 1423650 w 4066319"/>
                <a:gd name="connsiteY55" fmla="*/ 1338684 h 1376059"/>
                <a:gd name="connsiteX56" fmla="*/ 1432909 w 4066319"/>
                <a:gd name="connsiteY56" fmla="*/ 1342867 h 1376059"/>
                <a:gd name="connsiteX57" fmla="*/ 1442510 w 4066319"/>
                <a:gd name="connsiteY57" fmla="*/ 1346845 h 1376059"/>
                <a:gd name="connsiteX58" fmla="*/ 1452454 w 4066319"/>
                <a:gd name="connsiteY58" fmla="*/ 1350548 h 1376059"/>
                <a:gd name="connsiteX59" fmla="*/ 1462672 w 4066319"/>
                <a:gd name="connsiteY59" fmla="*/ 1353977 h 1376059"/>
                <a:gd name="connsiteX60" fmla="*/ 1473097 w 4066319"/>
                <a:gd name="connsiteY60" fmla="*/ 1357132 h 1376059"/>
                <a:gd name="connsiteX61" fmla="*/ 1483864 w 4066319"/>
                <a:gd name="connsiteY61" fmla="*/ 1360012 h 1376059"/>
                <a:gd name="connsiteX62" fmla="*/ 1494837 w 4066319"/>
                <a:gd name="connsiteY62" fmla="*/ 1362549 h 1376059"/>
                <a:gd name="connsiteX63" fmla="*/ 1505946 w 4066319"/>
                <a:gd name="connsiteY63" fmla="*/ 1364813 h 1376059"/>
                <a:gd name="connsiteX64" fmla="*/ 1523023 w 4066319"/>
                <a:gd name="connsiteY64" fmla="*/ 1367624 h 1376059"/>
                <a:gd name="connsiteX65" fmla="*/ 1540374 w 4066319"/>
                <a:gd name="connsiteY65" fmla="*/ 1369750 h 1376059"/>
                <a:gd name="connsiteX66" fmla="*/ 1557999 w 4066319"/>
                <a:gd name="connsiteY66" fmla="*/ 1371122 h 1376059"/>
                <a:gd name="connsiteX67" fmla="*/ 1597981 w 4066319"/>
                <a:gd name="connsiteY67" fmla="*/ 1371671 h 1376059"/>
                <a:gd name="connsiteX68" fmla="*/ 1624453 w 4066319"/>
                <a:gd name="connsiteY68" fmla="*/ 1369956 h 1376059"/>
                <a:gd name="connsiteX69" fmla="*/ 1641941 w 4066319"/>
                <a:gd name="connsiteY69" fmla="*/ 1367967 h 1376059"/>
                <a:gd name="connsiteX70" fmla="*/ 1659086 w 4066319"/>
                <a:gd name="connsiteY70" fmla="*/ 1365224 h 1376059"/>
                <a:gd name="connsiteX71" fmla="*/ 1675819 w 4066319"/>
                <a:gd name="connsiteY71" fmla="*/ 1361795 h 1376059"/>
                <a:gd name="connsiteX72" fmla="*/ 1686723 w 4066319"/>
                <a:gd name="connsiteY72" fmla="*/ 1359120 h 1376059"/>
                <a:gd name="connsiteX73" fmla="*/ 1697422 w 4066319"/>
                <a:gd name="connsiteY73" fmla="*/ 1356171 h 1376059"/>
                <a:gd name="connsiteX74" fmla="*/ 1707846 w 4066319"/>
                <a:gd name="connsiteY74" fmla="*/ 1352880 h 1376059"/>
                <a:gd name="connsiteX75" fmla="*/ 1717996 w 4066319"/>
                <a:gd name="connsiteY75" fmla="*/ 1349382 h 1376059"/>
                <a:gd name="connsiteX76" fmla="*/ 1727803 w 4066319"/>
                <a:gd name="connsiteY76" fmla="*/ 1345610 h 1376059"/>
                <a:gd name="connsiteX77" fmla="*/ 1737335 w 4066319"/>
                <a:gd name="connsiteY77" fmla="*/ 1341495 h 1376059"/>
                <a:gd name="connsiteX78" fmla="*/ 1746525 w 4066319"/>
                <a:gd name="connsiteY78" fmla="*/ 1337175 h 1376059"/>
                <a:gd name="connsiteX79" fmla="*/ 1755303 w 4066319"/>
                <a:gd name="connsiteY79" fmla="*/ 1332649 h 1376059"/>
                <a:gd name="connsiteX80" fmla="*/ 1759075 w 4066319"/>
                <a:gd name="connsiteY80" fmla="*/ 1330523 h 1376059"/>
                <a:gd name="connsiteX81" fmla="*/ 1761064 w 4066319"/>
                <a:gd name="connsiteY81" fmla="*/ 1329151 h 1376059"/>
                <a:gd name="connsiteX82" fmla="*/ 4063226 w 4066319"/>
                <a:gd name="connsiteY82" fmla="*/ 276 h 1376059"/>
                <a:gd name="connsiteX83" fmla="*/ 4066037 w 4066319"/>
                <a:gd name="connsiteY83" fmla="*/ 1029 h 1376059"/>
                <a:gd name="connsiteX84" fmla="*/ 4066038 w 4066319"/>
                <a:gd name="connsiteY84" fmla="*/ 1031 h 1376059"/>
                <a:gd name="connsiteX85" fmla="*/ 4065284 w 4066319"/>
                <a:gd name="connsiteY85" fmla="*/ 3911 h 1376059"/>
                <a:gd name="connsiteX86" fmla="*/ 1760995 w 4066319"/>
                <a:gd name="connsiteY86" fmla="*/ 1334363 h 1376059"/>
                <a:gd name="connsiteX87" fmla="*/ 1757155 w 4066319"/>
                <a:gd name="connsiteY87" fmla="*/ 1336489 h 1376059"/>
                <a:gd name="connsiteX88" fmla="*/ 1748240 w 4066319"/>
                <a:gd name="connsiteY88" fmla="*/ 1341152 h 1376059"/>
                <a:gd name="connsiteX89" fmla="*/ 1738913 w 4066319"/>
                <a:gd name="connsiteY89" fmla="*/ 1345542 h 1376059"/>
                <a:gd name="connsiteX90" fmla="*/ 1729243 w 4066319"/>
                <a:gd name="connsiteY90" fmla="*/ 1349656 h 1376059"/>
                <a:gd name="connsiteX91" fmla="*/ 1719299 w 4066319"/>
                <a:gd name="connsiteY91" fmla="*/ 1353497 h 1376059"/>
                <a:gd name="connsiteX92" fmla="*/ 1708943 w 4066319"/>
                <a:gd name="connsiteY92" fmla="*/ 1357063 h 1376059"/>
                <a:gd name="connsiteX93" fmla="*/ 1698451 w 4066319"/>
                <a:gd name="connsiteY93" fmla="*/ 1360355 h 1376059"/>
                <a:gd name="connsiteX94" fmla="*/ 1687683 w 4066319"/>
                <a:gd name="connsiteY94" fmla="*/ 1363372 h 1376059"/>
                <a:gd name="connsiteX95" fmla="*/ 1676642 w 4066319"/>
                <a:gd name="connsiteY95" fmla="*/ 1366047 h 1376059"/>
                <a:gd name="connsiteX96" fmla="*/ 1659634 w 4066319"/>
                <a:gd name="connsiteY96" fmla="*/ 1369545 h 1376059"/>
                <a:gd name="connsiteX97" fmla="*/ 1642352 w 4066319"/>
                <a:gd name="connsiteY97" fmla="*/ 1372288 h 1376059"/>
                <a:gd name="connsiteX98" fmla="*/ 1624727 w 4066319"/>
                <a:gd name="connsiteY98" fmla="*/ 1374277 h 1376059"/>
                <a:gd name="connsiteX99" fmla="*/ 1597981 w 4066319"/>
                <a:gd name="connsiteY99" fmla="*/ 1375991 h 1376059"/>
                <a:gd name="connsiteX100" fmla="*/ 1583648 w 4066319"/>
                <a:gd name="connsiteY100" fmla="*/ 1376060 h 1376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4066319" h="1376059">
                  <a:moveTo>
                    <a:pt x="1583648" y="1376060"/>
                  </a:moveTo>
                  <a:cubicBezTo>
                    <a:pt x="1575007" y="1376060"/>
                    <a:pt x="1566365" y="1376060"/>
                    <a:pt x="1557793" y="1375305"/>
                  </a:cubicBezTo>
                  <a:cubicBezTo>
                    <a:pt x="1551484" y="1374894"/>
                    <a:pt x="1545654" y="1374482"/>
                    <a:pt x="1539962" y="1373865"/>
                  </a:cubicBezTo>
                  <a:cubicBezTo>
                    <a:pt x="1534270" y="1373248"/>
                    <a:pt x="1528372" y="1372631"/>
                    <a:pt x="1522474" y="1371739"/>
                  </a:cubicBezTo>
                  <a:cubicBezTo>
                    <a:pt x="1516576" y="1370848"/>
                    <a:pt x="1510816" y="1369956"/>
                    <a:pt x="1505192" y="1368927"/>
                  </a:cubicBezTo>
                  <a:lnTo>
                    <a:pt x="1493945" y="1366596"/>
                  </a:lnTo>
                  <a:cubicBezTo>
                    <a:pt x="1490242" y="1365841"/>
                    <a:pt x="1486470" y="1364949"/>
                    <a:pt x="1482835" y="1364058"/>
                  </a:cubicBezTo>
                  <a:lnTo>
                    <a:pt x="1471999" y="1361109"/>
                  </a:lnTo>
                  <a:cubicBezTo>
                    <a:pt x="1468365" y="1360149"/>
                    <a:pt x="1465141" y="1359052"/>
                    <a:pt x="1461369" y="1357955"/>
                  </a:cubicBezTo>
                  <a:cubicBezTo>
                    <a:pt x="1457598" y="1356857"/>
                    <a:pt x="1454511" y="1355691"/>
                    <a:pt x="1451014" y="1354457"/>
                  </a:cubicBezTo>
                  <a:cubicBezTo>
                    <a:pt x="1447516" y="1353223"/>
                    <a:pt x="1444156" y="1352057"/>
                    <a:pt x="1441001" y="1350754"/>
                  </a:cubicBezTo>
                  <a:lnTo>
                    <a:pt x="1431263" y="1346707"/>
                  </a:lnTo>
                  <a:lnTo>
                    <a:pt x="1421867" y="1342455"/>
                  </a:lnTo>
                  <a:lnTo>
                    <a:pt x="1412815" y="1337861"/>
                  </a:lnTo>
                  <a:cubicBezTo>
                    <a:pt x="1409866" y="1336352"/>
                    <a:pt x="1407054" y="1334775"/>
                    <a:pt x="1404174" y="1333129"/>
                  </a:cubicBezTo>
                  <a:lnTo>
                    <a:pt x="1404585" y="1330934"/>
                  </a:lnTo>
                  <a:lnTo>
                    <a:pt x="1403557" y="1332786"/>
                  </a:lnTo>
                  <a:lnTo>
                    <a:pt x="1382160" y="1320372"/>
                  </a:lnTo>
                  <a:lnTo>
                    <a:pt x="72899" y="564484"/>
                  </a:lnTo>
                  <a:lnTo>
                    <a:pt x="69195" y="562221"/>
                  </a:lnTo>
                  <a:cubicBezTo>
                    <a:pt x="66452" y="560575"/>
                    <a:pt x="63778" y="558860"/>
                    <a:pt x="61172" y="557077"/>
                  </a:cubicBezTo>
                  <a:cubicBezTo>
                    <a:pt x="58566" y="555363"/>
                    <a:pt x="56028" y="553511"/>
                    <a:pt x="53559" y="551728"/>
                  </a:cubicBezTo>
                  <a:cubicBezTo>
                    <a:pt x="51090" y="549945"/>
                    <a:pt x="48621" y="548024"/>
                    <a:pt x="46701" y="546104"/>
                  </a:cubicBezTo>
                  <a:cubicBezTo>
                    <a:pt x="44781" y="544184"/>
                    <a:pt x="42106" y="542264"/>
                    <a:pt x="39843" y="540344"/>
                  </a:cubicBezTo>
                  <a:cubicBezTo>
                    <a:pt x="37580" y="538424"/>
                    <a:pt x="35591" y="536366"/>
                    <a:pt x="33602" y="534308"/>
                  </a:cubicBezTo>
                  <a:cubicBezTo>
                    <a:pt x="31614" y="532251"/>
                    <a:pt x="29762" y="530263"/>
                    <a:pt x="27910" y="528205"/>
                  </a:cubicBezTo>
                  <a:cubicBezTo>
                    <a:pt x="26059" y="526147"/>
                    <a:pt x="24276" y="524021"/>
                    <a:pt x="22630" y="521896"/>
                  </a:cubicBezTo>
                  <a:cubicBezTo>
                    <a:pt x="20984" y="519770"/>
                    <a:pt x="19406" y="517575"/>
                    <a:pt x="17966" y="515449"/>
                  </a:cubicBezTo>
                  <a:cubicBezTo>
                    <a:pt x="15767" y="512262"/>
                    <a:pt x="13729" y="508966"/>
                    <a:pt x="11863" y="505573"/>
                  </a:cubicBezTo>
                  <a:cubicBezTo>
                    <a:pt x="10011" y="502144"/>
                    <a:pt x="8434" y="498715"/>
                    <a:pt x="6993" y="495424"/>
                  </a:cubicBezTo>
                  <a:cubicBezTo>
                    <a:pt x="5611" y="492042"/>
                    <a:pt x="4421" y="488584"/>
                    <a:pt x="3427" y="485068"/>
                  </a:cubicBezTo>
                  <a:cubicBezTo>
                    <a:pt x="-137" y="472730"/>
                    <a:pt x="-933" y="459757"/>
                    <a:pt x="1096" y="447075"/>
                  </a:cubicBezTo>
                  <a:cubicBezTo>
                    <a:pt x="1184" y="446018"/>
                    <a:pt x="2112" y="445233"/>
                    <a:pt x="3169" y="445321"/>
                  </a:cubicBezTo>
                  <a:cubicBezTo>
                    <a:pt x="3256" y="445328"/>
                    <a:pt x="3342" y="445342"/>
                    <a:pt x="3427" y="445360"/>
                  </a:cubicBezTo>
                  <a:cubicBezTo>
                    <a:pt x="4555" y="445501"/>
                    <a:pt x="5355" y="446528"/>
                    <a:pt x="5215" y="447656"/>
                  </a:cubicBezTo>
                  <a:cubicBezTo>
                    <a:pt x="5214" y="447668"/>
                    <a:pt x="5212" y="447680"/>
                    <a:pt x="5210" y="447692"/>
                  </a:cubicBezTo>
                  <a:cubicBezTo>
                    <a:pt x="4116" y="454702"/>
                    <a:pt x="3908" y="461822"/>
                    <a:pt x="4593" y="468884"/>
                  </a:cubicBezTo>
                  <a:cubicBezTo>
                    <a:pt x="5082" y="473969"/>
                    <a:pt x="6046" y="478997"/>
                    <a:pt x="7474" y="483903"/>
                  </a:cubicBezTo>
                  <a:cubicBezTo>
                    <a:pt x="8387" y="487261"/>
                    <a:pt x="9510" y="490559"/>
                    <a:pt x="10834" y="493778"/>
                  </a:cubicBezTo>
                  <a:cubicBezTo>
                    <a:pt x="12205" y="497001"/>
                    <a:pt x="13783" y="500293"/>
                    <a:pt x="15497" y="503585"/>
                  </a:cubicBezTo>
                  <a:cubicBezTo>
                    <a:pt x="17231" y="506835"/>
                    <a:pt x="19131" y="509994"/>
                    <a:pt x="21189" y="513049"/>
                  </a:cubicBezTo>
                  <a:cubicBezTo>
                    <a:pt x="22630" y="515106"/>
                    <a:pt x="24138" y="517232"/>
                    <a:pt x="25716" y="519289"/>
                  </a:cubicBezTo>
                  <a:cubicBezTo>
                    <a:pt x="27293" y="521347"/>
                    <a:pt x="29008" y="523336"/>
                    <a:pt x="30791" y="525393"/>
                  </a:cubicBezTo>
                  <a:cubicBezTo>
                    <a:pt x="32574" y="527450"/>
                    <a:pt x="34425" y="529371"/>
                    <a:pt x="36414" y="531360"/>
                  </a:cubicBezTo>
                  <a:cubicBezTo>
                    <a:pt x="38403" y="533349"/>
                    <a:pt x="40323" y="535269"/>
                    <a:pt x="42449" y="537189"/>
                  </a:cubicBezTo>
                  <a:cubicBezTo>
                    <a:pt x="44575" y="539109"/>
                    <a:pt x="46701" y="540961"/>
                    <a:pt x="49307" y="542813"/>
                  </a:cubicBezTo>
                  <a:cubicBezTo>
                    <a:pt x="51913" y="544664"/>
                    <a:pt x="53902" y="546516"/>
                    <a:pt x="56165" y="548299"/>
                  </a:cubicBezTo>
                  <a:cubicBezTo>
                    <a:pt x="58428" y="550082"/>
                    <a:pt x="61034" y="551865"/>
                    <a:pt x="63640" y="553579"/>
                  </a:cubicBezTo>
                  <a:cubicBezTo>
                    <a:pt x="66247" y="555294"/>
                    <a:pt x="68784" y="557008"/>
                    <a:pt x="71527" y="558655"/>
                  </a:cubicBezTo>
                  <a:lnTo>
                    <a:pt x="75162" y="560849"/>
                  </a:lnTo>
                  <a:lnTo>
                    <a:pt x="77014" y="561946"/>
                  </a:lnTo>
                  <a:lnTo>
                    <a:pt x="1405614" y="1329151"/>
                  </a:lnTo>
                  <a:lnTo>
                    <a:pt x="1405065" y="1331208"/>
                  </a:lnTo>
                  <a:lnTo>
                    <a:pt x="1406094" y="1329425"/>
                  </a:lnTo>
                  <a:cubicBezTo>
                    <a:pt x="1409043" y="1331140"/>
                    <a:pt x="1411855" y="1332717"/>
                    <a:pt x="1414804" y="1334226"/>
                  </a:cubicBezTo>
                  <a:cubicBezTo>
                    <a:pt x="1417753" y="1335735"/>
                    <a:pt x="1420633" y="1337243"/>
                    <a:pt x="1423650" y="1338684"/>
                  </a:cubicBezTo>
                  <a:lnTo>
                    <a:pt x="1432909" y="1342867"/>
                  </a:lnTo>
                  <a:cubicBezTo>
                    <a:pt x="1436063" y="1344239"/>
                    <a:pt x="1439218" y="1345610"/>
                    <a:pt x="1442510" y="1346845"/>
                  </a:cubicBezTo>
                  <a:cubicBezTo>
                    <a:pt x="1445802" y="1348079"/>
                    <a:pt x="1449025" y="1349382"/>
                    <a:pt x="1452454" y="1350548"/>
                  </a:cubicBezTo>
                  <a:cubicBezTo>
                    <a:pt x="1455883" y="1351714"/>
                    <a:pt x="1459312" y="1352880"/>
                    <a:pt x="1462672" y="1353977"/>
                  </a:cubicBezTo>
                  <a:lnTo>
                    <a:pt x="1473097" y="1357132"/>
                  </a:lnTo>
                  <a:cubicBezTo>
                    <a:pt x="1476663" y="1358160"/>
                    <a:pt x="1479955" y="1359052"/>
                    <a:pt x="1483864" y="1360012"/>
                  </a:cubicBezTo>
                  <a:lnTo>
                    <a:pt x="1494837" y="1362549"/>
                  </a:lnTo>
                  <a:cubicBezTo>
                    <a:pt x="1498471" y="1363372"/>
                    <a:pt x="1502243" y="1364127"/>
                    <a:pt x="1505946" y="1364813"/>
                  </a:cubicBezTo>
                  <a:cubicBezTo>
                    <a:pt x="1511501" y="1365841"/>
                    <a:pt x="1517262" y="1366801"/>
                    <a:pt x="1523023" y="1367624"/>
                  </a:cubicBezTo>
                  <a:cubicBezTo>
                    <a:pt x="1528784" y="1368447"/>
                    <a:pt x="1534750" y="1369133"/>
                    <a:pt x="1540374" y="1369750"/>
                  </a:cubicBezTo>
                  <a:cubicBezTo>
                    <a:pt x="1545997" y="1370368"/>
                    <a:pt x="1551826" y="1370779"/>
                    <a:pt x="1557999" y="1371122"/>
                  </a:cubicBezTo>
                  <a:cubicBezTo>
                    <a:pt x="1571303" y="1371876"/>
                    <a:pt x="1584676" y="1372013"/>
                    <a:pt x="1597981" y="1371671"/>
                  </a:cubicBezTo>
                  <a:cubicBezTo>
                    <a:pt x="1606828" y="1371328"/>
                    <a:pt x="1615743" y="1370779"/>
                    <a:pt x="1624453" y="1369956"/>
                  </a:cubicBezTo>
                  <a:cubicBezTo>
                    <a:pt x="1630488" y="1369407"/>
                    <a:pt x="1636317" y="1368722"/>
                    <a:pt x="1641941" y="1367967"/>
                  </a:cubicBezTo>
                  <a:cubicBezTo>
                    <a:pt x="1647564" y="1367213"/>
                    <a:pt x="1653393" y="1366252"/>
                    <a:pt x="1659086" y="1365224"/>
                  </a:cubicBezTo>
                  <a:cubicBezTo>
                    <a:pt x="1664778" y="1364195"/>
                    <a:pt x="1670401" y="1363029"/>
                    <a:pt x="1675819" y="1361795"/>
                  </a:cubicBezTo>
                  <a:cubicBezTo>
                    <a:pt x="1679454" y="1360972"/>
                    <a:pt x="1683157" y="1360081"/>
                    <a:pt x="1686723" y="1359120"/>
                  </a:cubicBezTo>
                  <a:cubicBezTo>
                    <a:pt x="1690290" y="1358160"/>
                    <a:pt x="1693581" y="1357200"/>
                    <a:pt x="1697422" y="1356171"/>
                  </a:cubicBezTo>
                  <a:cubicBezTo>
                    <a:pt x="1701262" y="1355143"/>
                    <a:pt x="1704280" y="1354045"/>
                    <a:pt x="1707846" y="1352880"/>
                  </a:cubicBezTo>
                  <a:cubicBezTo>
                    <a:pt x="1711412" y="1351714"/>
                    <a:pt x="1714704" y="1350616"/>
                    <a:pt x="1717996" y="1349382"/>
                  </a:cubicBezTo>
                  <a:lnTo>
                    <a:pt x="1727803" y="1345610"/>
                  </a:lnTo>
                  <a:lnTo>
                    <a:pt x="1737335" y="1341495"/>
                  </a:lnTo>
                  <a:cubicBezTo>
                    <a:pt x="1740421" y="1340124"/>
                    <a:pt x="1743508" y="1338684"/>
                    <a:pt x="1746525" y="1337175"/>
                  </a:cubicBezTo>
                  <a:cubicBezTo>
                    <a:pt x="1749543" y="1335666"/>
                    <a:pt x="1752492" y="1334157"/>
                    <a:pt x="1755303" y="1332649"/>
                  </a:cubicBezTo>
                  <a:lnTo>
                    <a:pt x="1759075" y="1330523"/>
                  </a:lnTo>
                  <a:lnTo>
                    <a:pt x="1761064" y="1329151"/>
                  </a:lnTo>
                  <a:lnTo>
                    <a:pt x="4063226" y="276"/>
                  </a:lnTo>
                  <a:cubicBezTo>
                    <a:pt x="4064210" y="-292"/>
                    <a:pt x="4065469" y="45"/>
                    <a:pt x="4066037" y="1029"/>
                  </a:cubicBezTo>
                  <a:cubicBezTo>
                    <a:pt x="4066037" y="1029"/>
                    <a:pt x="4066038" y="1030"/>
                    <a:pt x="4066038" y="1031"/>
                  </a:cubicBezTo>
                  <a:cubicBezTo>
                    <a:pt x="4066613" y="2036"/>
                    <a:pt x="4066278" y="3317"/>
                    <a:pt x="4065284" y="3911"/>
                  </a:cubicBezTo>
                  <a:lnTo>
                    <a:pt x="1760995" y="1334363"/>
                  </a:lnTo>
                  <a:cubicBezTo>
                    <a:pt x="1759761" y="1335117"/>
                    <a:pt x="1758458" y="1335803"/>
                    <a:pt x="1757155" y="1336489"/>
                  </a:cubicBezTo>
                  <a:cubicBezTo>
                    <a:pt x="1754206" y="1338066"/>
                    <a:pt x="1751257" y="1339644"/>
                    <a:pt x="1748240" y="1341152"/>
                  </a:cubicBezTo>
                  <a:lnTo>
                    <a:pt x="1738913" y="1345542"/>
                  </a:lnTo>
                  <a:lnTo>
                    <a:pt x="1729243" y="1349656"/>
                  </a:lnTo>
                  <a:lnTo>
                    <a:pt x="1719299" y="1353497"/>
                  </a:lnTo>
                  <a:lnTo>
                    <a:pt x="1708943" y="1357063"/>
                  </a:lnTo>
                  <a:cubicBezTo>
                    <a:pt x="1705514" y="1358252"/>
                    <a:pt x="1702017" y="1359349"/>
                    <a:pt x="1698451" y="1360355"/>
                  </a:cubicBezTo>
                  <a:lnTo>
                    <a:pt x="1687683" y="1363372"/>
                  </a:lnTo>
                  <a:lnTo>
                    <a:pt x="1676642" y="1366047"/>
                  </a:lnTo>
                  <a:cubicBezTo>
                    <a:pt x="1671156" y="1367281"/>
                    <a:pt x="1665464" y="1368447"/>
                    <a:pt x="1659634" y="1369545"/>
                  </a:cubicBezTo>
                  <a:cubicBezTo>
                    <a:pt x="1653805" y="1370642"/>
                    <a:pt x="1648113" y="1371465"/>
                    <a:pt x="1642352" y="1372288"/>
                  </a:cubicBezTo>
                  <a:cubicBezTo>
                    <a:pt x="1636591" y="1373110"/>
                    <a:pt x="1630762" y="1373728"/>
                    <a:pt x="1624727" y="1374277"/>
                  </a:cubicBezTo>
                  <a:cubicBezTo>
                    <a:pt x="1615949" y="1375168"/>
                    <a:pt x="1606896" y="1375717"/>
                    <a:pt x="1597981" y="1375991"/>
                  </a:cubicBezTo>
                  <a:cubicBezTo>
                    <a:pt x="1593317" y="1375991"/>
                    <a:pt x="1588517" y="1376060"/>
                    <a:pt x="1583648" y="1376060"/>
                  </a:cubicBezTo>
                  <a:close/>
                </a:path>
              </a:pathLst>
            </a:custGeom>
            <a:solidFill>
              <a:srgbClr val="4D525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9FC9F4C-97A6-224A-CDC1-E958FBB2A001}"/>
                </a:ext>
              </a:extLst>
            </p:cNvPr>
            <p:cNvSpPr/>
            <p:nvPr/>
          </p:nvSpPr>
          <p:spPr>
            <a:xfrm>
              <a:off x="6292202" y="3883409"/>
              <a:ext cx="45323" cy="27708"/>
            </a:xfrm>
            <a:custGeom>
              <a:avLst/>
              <a:gdLst>
                <a:gd name="connsiteX0" fmla="*/ 2112 w 45323"/>
                <a:gd name="connsiteY0" fmla="*/ 27708 h 27708"/>
                <a:gd name="connsiteX1" fmla="*/ 260 w 45323"/>
                <a:gd name="connsiteY1" fmla="*/ 26679 h 27708"/>
                <a:gd name="connsiteX2" fmla="*/ 1058 w 45323"/>
                <a:gd name="connsiteY2" fmla="*/ 23881 h 27708"/>
                <a:gd name="connsiteX3" fmla="*/ 1083 w 45323"/>
                <a:gd name="connsiteY3" fmla="*/ 23867 h 27708"/>
                <a:gd name="connsiteX4" fmla="*/ 42231 w 45323"/>
                <a:gd name="connsiteY4" fmla="*/ 276 h 27708"/>
                <a:gd name="connsiteX5" fmla="*/ 45042 w 45323"/>
                <a:gd name="connsiteY5" fmla="*/ 1029 h 27708"/>
                <a:gd name="connsiteX6" fmla="*/ 45043 w 45323"/>
                <a:gd name="connsiteY6" fmla="*/ 1031 h 27708"/>
                <a:gd name="connsiteX7" fmla="*/ 44289 w 45323"/>
                <a:gd name="connsiteY7" fmla="*/ 3911 h 27708"/>
                <a:gd name="connsiteX8" fmla="*/ 3140 w 45323"/>
                <a:gd name="connsiteY8" fmla="*/ 27434 h 27708"/>
                <a:gd name="connsiteX9" fmla="*/ 2111 w 45323"/>
                <a:gd name="connsiteY9" fmla="*/ 27708 h 27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323" h="27708">
                  <a:moveTo>
                    <a:pt x="2112" y="27708"/>
                  </a:moveTo>
                  <a:cubicBezTo>
                    <a:pt x="1355" y="27719"/>
                    <a:pt x="650" y="27327"/>
                    <a:pt x="260" y="26679"/>
                  </a:cubicBezTo>
                  <a:cubicBezTo>
                    <a:pt x="-293" y="25687"/>
                    <a:pt x="65" y="24434"/>
                    <a:pt x="1058" y="23881"/>
                  </a:cubicBezTo>
                  <a:cubicBezTo>
                    <a:pt x="1066" y="23877"/>
                    <a:pt x="1074" y="23872"/>
                    <a:pt x="1083" y="23867"/>
                  </a:cubicBezTo>
                  <a:lnTo>
                    <a:pt x="42231" y="276"/>
                  </a:lnTo>
                  <a:cubicBezTo>
                    <a:pt x="43215" y="-292"/>
                    <a:pt x="44473" y="45"/>
                    <a:pt x="45042" y="1029"/>
                  </a:cubicBezTo>
                  <a:cubicBezTo>
                    <a:pt x="45042" y="1030"/>
                    <a:pt x="45042" y="1030"/>
                    <a:pt x="45043" y="1031"/>
                  </a:cubicBezTo>
                  <a:cubicBezTo>
                    <a:pt x="45618" y="2036"/>
                    <a:pt x="45283" y="3317"/>
                    <a:pt x="44289" y="3911"/>
                  </a:cubicBezTo>
                  <a:lnTo>
                    <a:pt x="3140" y="27434"/>
                  </a:lnTo>
                  <a:cubicBezTo>
                    <a:pt x="2830" y="27621"/>
                    <a:pt x="2473" y="27716"/>
                    <a:pt x="2111" y="27708"/>
                  </a:cubicBez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61A537BC-1340-1D09-1203-4414DB906CE3}"/>
                </a:ext>
              </a:extLst>
            </p:cNvPr>
            <p:cNvSpPr/>
            <p:nvPr/>
          </p:nvSpPr>
          <p:spPr>
            <a:xfrm>
              <a:off x="2270652" y="4316697"/>
              <a:ext cx="3417146" cy="942634"/>
            </a:xfrm>
            <a:custGeom>
              <a:avLst/>
              <a:gdLst>
                <a:gd name="connsiteX0" fmla="*/ 1583790 w 3417146"/>
                <a:gd name="connsiteY0" fmla="*/ 942634 h 942634"/>
                <a:gd name="connsiteX1" fmla="*/ 1404454 w 3417146"/>
                <a:gd name="connsiteY1" fmla="*/ 899840 h 942634"/>
                <a:gd name="connsiteX2" fmla="*/ 74893 w 3417146"/>
                <a:gd name="connsiteY2" fmla="*/ 132224 h 942634"/>
                <a:gd name="connsiteX3" fmla="*/ 278 w 3417146"/>
                <a:gd name="connsiteY3" fmla="*/ 20576 h 942634"/>
                <a:gd name="connsiteX4" fmla="*/ 2541 w 3417146"/>
                <a:gd name="connsiteY4" fmla="*/ 18656 h 942634"/>
                <a:gd name="connsiteX5" fmla="*/ 4461 w 3417146"/>
                <a:gd name="connsiteY5" fmla="*/ 20919 h 942634"/>
                <a:gd name="connsiteX6" fmla="*/ 76951 w 3417146"/>
                <a:gd name="connsiteY6" fmla="*/ 128658 h 942634"/>
                <a:gd name="connsiteX7" fmla="*/ 1406511 w 3417146"/>
                <a:gd name="connsiteY7" fmla="*/ 896205 h 942634"/>
                <a:gd name="connsiteX8" fmla="*/ 1761138 w 3417146"/>
                <a:gd name="connsiteY8" fmla="*/ 896205 h 942634"/>
                <a:gd name="connsiteX9" fmla="*/ 2085522 w 3417146"/>
                <a:gd name="connsiteY9" fmla="*/ 708914 h 942634"/>
                <a:gd name="connsiteX10" fmla="*/ 2085522 w 3417146"/>
                <a:gd name="connsiteY10" fmla="*/ 767412 h 942634"/>
                <a:gd name="connsiteX11" fmla="*/ 3414053 w 3417146"/>
                <a:gd name="connsiteY11" fmla="*/ 276 h 942634"/>
                <a:gd name="connsiteX12" fmla="*/ 3416864 w 3417146"/>
                <a:gd name="connsiteY12" fmla="*/ 1029 h 942634"/>
                <a:gd name="connsiteX13" fmla="*/ 3416865 w 3417146"/>
                <a:gd name="connsiteY13" fmla="*/ 1031 h 942634"/>
                <a:gd name="connsiteX14" fmla="*/ 3416111 w 3417146"/>
                <a:gd name="connsiteY14" fmla="*/ 3911 h 942634"/>
                <a:gd name="connsiteX15" fmla="*/ 2081338 w 3417146"/>
                <a:gd name="connsiteY15" fmla="*/ 774613 h 942634"/>
                <a:gd name="connsiteX16" fmla="*/ 2081338 w 3417146"/>
                <a:gd name="connsiteY16" fmla="*/ 716114 h 942634"/>
                <a:gd name="connsiteX17" fmla="*/ 1763127 w 3417146"/>
                <a:gd name="connsiteY17" fmla="*/ 899840 h 942634"/>
                <a:gd name="connsiteX18" fmla="*/ 1583790 w 3417146"/>
                <a:gd name="connsiteY18" fmla="*/ 942634 h 942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7146" h="942634">
                  <a:moveTo>
                    <a:pt x="1583790" y="942634"/>
                  </a:moveTo>
                  <a:cubicBezTo>
                    <a:pt x="1518845" y="942634"/>
                    <a:pt x="1453900" y="928370"/>
                    <a:pt x="1404454" y="899840"/>
                  </a:cubicBezTo>
                  <a:lnTo>
                    <a:pt x="74893" y="132224"/>
                  </a:lnTo>
                  <a:cubicBezTo>
                    <a:pt x="24144" y="102941"/>
                    <a:pt x="-3082" y="62204"/>
                    <a:pt x="278" y="20576"/>
                  </a:cubicBezTo>
                  <a:cubicBezTo>
                    <a:pt x="387" y="19428"/>
                    <a:pt x="1391" y="18576"/>
                    <a:pt x="2541" y="18656"/>
                  </a:cubicBezTo>
                  <a:cubicBezTo>
                    <a:pt x="3672" y="18797"/>
                    <a:pt x="4506" y="19780"/>
                    <a:pt x="4461" y="20919"/>
                  </a:cubicBezTo>
                  <a:cubicBezTo>
                    <a:pt x="1238" y="60901"/>
                    <a:pt x="27710" y="100197"/>
                    <a:pt x="76951" y="128658"/>
                  </a:cubicBezTo>
                  <a:lnTo>
                    <a:pt x="1406511" y="896205"/>
                  </a:lnTo>
                  <a:cubicBezTo>
                    <a:pt x="1504237" y="952647"/>
                    <a:pt x="1663274" y="952715"/>
                    <a:pt x="1761138" y="896205"/>
                  </a:cubicBezTo>
                  <a:lnTo>
                    <a:pt x="2085522" y="708914"/>
                  </a:lnTo>
                  <a:lnTo>
                    <a:pt x="2085522" y="767412"/>
                  </a:lnTo>
                  <a:lnTo>
                    <a:pt x="3414053" y="276"/>
                  </a:lnTo>
                  <a:cubicBezTo>
                    <a:pt x="3415038" y="-292"/>
                    <a:pt x="3416296" y="45"/>
                    <a:pt x="3416864" y="1029"/>
                  </a:cubicBezTo>
                  <a:cubicBezTo>
                    <a:pt x="3416865" y="1030"/>
                    <a:pt x="3416865" y="1030"/>
                    <a:pt x="3416865" y="1031"/>
                  </a:cubicBezTo>
                  <a:cubicBezTo>
                    <a:pt x="3417441" y="2036"/>
                    <a:pt x="3417105" y="3317"/>
                    <a:pt x="3416111" y="3911"/>
                  </a:cubicBezTo>
                  <a:lnTo>
                    <a:pt x="2081338" y="774613"/>
                  </a:lnTo>
                  <a:lnTo>
                    <a:pt x="2081338" y="716114"/>
                  </a:lnTo>
                  <a:lnTo>
                    <a:pt x="1763127" y="899840"/>
                  </a:lnTo>
                  <a:cubicBezTo>
                    <a:pt x="1713749" y="928370"/>
                    <a:pt x="1648736" y="942634"/>
                    <a:pt x="1583790" y="942634"/>
                  </a:cubicBez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9B13A355-1D72-3EC3-0560-7EF6E2E70F47}"/>
                </a:ext>
              </a:extLst>
            </p:cNvPr>
            <p:cNvSpPr/>
            <p:nvPr/>
          </p:nvSpPr>
          <p:spPr>
            <a:xfrm>
              <a:off x="5690275" y="4117679"/>
              <a:ext cx="243925" cy="199528"/>
            </a:xfrm>
            <a:custGeom>
              <a:avLst/>
              <a:gdLst>
                <a:gd name="connsiteX0" fmla="*/ 2112 w 243925"/>
                <a:gd name="connsiteY0" fmla="*/ 199501 h 199528"/>
                <a:gd name="connsiteX1" fmla="*/ 260 w 243925"/>
                <a:gd name="connsiteY1" fmla="*/ 198403 h 199528"/>
                <a:gd name="connsiteX2" fmla="*/ 1058 w 243925"/>
                <a:gd name="connsiteY2" fmla="*/ 195605 h 199528"/>
                <a:gd name="connsiteX3" fmla="*/ 1083 w 243925"/>
                <a:gd name="connsiteY3" fmla="*/ 195591 h 199528"/>
                <a:gd name="connsiteX4" fmla="*/ 144072 w 243925"/>
                <a:gd name="connsiteY4" fmla="*/ 113295 h 199528"/>
                <a:gd name="connsiteX5" fmla="*/ 144072 w 243925"/>
                <a:gd name="connsiteY5" fmla="*/ 54796 h 199528"/>
                <a:gd name="connsiteX6" fmla="*/ 145169 w 243925"/>
                <a:gd name="connsiteY6" fmla="*/ 54180 h 199528"/>
                <a:gd name="connsiteX7" fmla="*/ 193175 w 243925"/>
                <a:gd name="connsiteY7" fmla="*/ 27159 h 199528"/>
                <a:gd name="connsiteX8" fmla="*/ 240839 w 243925"/>
                <a:gd name="connsiteY8" fmla="*/ 276 h 199528"/>
                <a:gd name="connsiteX9" fmla="*/ 243650 w 243925"/>
                <a:gd name="connsiteY9" fmla="*/ 1030 h 199528"/>
                <a:gd name="connsiteX10" fmla="*/ 242896 w 243925"/>
                <a:gd name="connsiteY10" fmla="*/ 3842 h 199528"/>
                <a:gd name="connsiteX11" fmla="*/ 194890 w 243925"/>
                <a:gd name="connsiteY11" fmla="*/ 30793 h 199528"/>
                <a:gd name="connsiteX12" fmla="*/ 148187 w 243925"/>
                <a:gd name="connsiteY12" fmla="*/ 57197 h 199528"/>
                <a:gd name="connsiteX13" fmla="*/ 148187 w 243925"/>
                <a:gd name="connsiteY13" fmla="*/ 115696 h 199528"/>
                <a:gd name="connsiteX14" fmla="*/ 147090 w 243925"/>
                <a:gd name="connsiteY14" fmla="*/ 116313 h 199528"/>
                <a:gd name="connsiteX15" fmla="*/ 3072 w 243925"/>
                <a:gd name="connsiteY15" fmla="*/ 199432 h 199528"/>
                <a:gd name="connsiteX16" fmla="*/ 2112 w 243925"/>
                <a:gd name="connsiteY16" fmla="*/ 199501 h 19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3925" h="199528">
                  <a:moveTo>
                    <a:pt x="2112" y="199501"/>
                  </a:moveTo>
                  <a:cubicBezTo>
                    <a:pt x="1345" y="199483"/>
                    <a:pt x="643" y="199067"/>
                    <a:pt x="260" y="198403"/>
                  </a:cubicBezTo>
                  <a:cubicBezTo>
                    <a:pt x="-293" y="197411"/>
                    <a:pt x="65" y="196158"/>
                    <a:pt x="1058" y="195605"/>
                  </a:cubicBezTo>
                  <a:cubicBezTo>
                    <a:pt x="1066" y="195601"/>
                    <a:pt x="1074" y="195596"/>
                    <a:pt x="1083" y="195591"/>
                  </a:cubicBezTo>
                  <a:lnTo>
                    <a:pt x="144072" y="113295"/>
                  </a:lnTo>
                  <a:lnTo>
                    <a:pt x="144072" y="54796"/>
                  </a:lnTo>
                  <a:lnTo>
                    <a:pt x="145169" y="54180"/>
                  </a:lnTo>
                  <a:cubicBezTo>
                    <a:pt x="161492" y="44715"/>
                    <a:pt x="177471" y="35800"/>
                    <a:pt x="193175" y="27159"/>
                  </a:cubicBezTo>
                  <a:cubicBezTo>
                    <a:pt x="208881" y="18518"/>
                    <a:pt x="224517" y="9671"/>
                    <a:pt x="240839" y="276"/>
                  </a:cubicBezTo>
                  <a:cubicBezTo>
                    <a:pt x="241824" y="-292"/>
                    <a:pt x="243082" y="46"/>
                    <a:pt x="243650" y="1030"/>
                  </a:cubicBezTo>
                  <a:cubicBezTo>
                    <a:pt x="244218" y="2015"/>
                    <a:pt x="243880" y="3274"/>
                    <a:pt x="242896" y="3842"/>
                  </a:cubicBezTo>
                  <a:cubicBezTo>
                    <a:pt x="226574" y="13306"/>
                    <a:pt x="210595" y="22221"/>
                    <a:pt x="194890" y="30793"/>
                  </a:cubicBezTo>
                  <a:cubicBezTo>
                    <a:pt x="179185" y="39366"/>
                    <a:pt x="164166" y="47938"/>
                    <a:pt x="148187" y="57197"/>
                  </a:cubicBezTo>
                  <a:lnTo>
                    <a:pt x="148187" y="115696"/>
                  </a:lnTo>
                  <a:lnTo>
                    <a:pt x="147090" y="116313"/>
                  </a:lnTo>
                  <a:lnTo>
                    <a:pt x="3072" y="199432"/>
                  </a:lnTo>
                  <a:cubicBezTo>
                    <a:pt x="2762" y="199530"/>
                    <a:pt x="2433" y="199554"/>
                    <a:pt x="2112" y="199501"/>
                  </a:cubicBezTo>
                  <a:close/>
                </a:path>
              </a:pathLst>
            </a:custGeom>
            <a:solidFill>
              <a:srgbClr val="A6B2BA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D64ED67-B5FF-BB88-5AB4-8498B2FB555F}"/>
                </a:ext>
              </a:extLst>
            </p:cNvPr>
            <p:cNvSpPr/>
            <p:nvPr/>
          </p:nvSpPr>
          <p:spPr>
            <a:xfrm>
              <a:off x="5487094" y="4410994"/>
              <a:ext cx="347049" cy="201010"/>
            </a:xfrm>
            <a:custGeom>
              <a:avLst/>
              <a:gdLst>
                <a:gd name="connsiteX0" fmla="*/ 2090 w 347049"/>
                <a:gd name="connsiteY0" fmla="*/ 201010 h 201010"/>
                <a:gd name="connsiteX1" fmla="*/ 307 w 347049"/>
                <a:gd name="connsiteY1" fmla="*/ 199981 h 201010"/>
                <a:gd name="connsiteX2" fmla="*/ 977 w 347049"/>
                <a:gd name="connsiteY2" fmla="*/ 197150 h 201010"/>
                <a:gd name="connsiteX3" fmla="*/ 1061 w 347049"/>
                <a:gd name="connsiteY3" fmla="*/ 197101 h 201010"/>
                <a:gd name="connsiteX4" fmla="*/ 172512 w 347049"/>
                <a:gd name="connsiteY4" fmla="*/ 98689 h 201010"/>
                <a:gd name="connsiteX5" fmla="*/ 343962 w 347049"/>
                <a:gd name="connsiteY5" fmla="*/ 276 h 201010"/>
                <a:gd name="connsiteX6" fmla="*/ 346772 w 347049"/>
                <a:gd name="connsiteY6" fmla="*/ 1029 h 201010"/>
                <a:gd name="connsiteX7" fmla="*/ 346774 w 347049"/>
                <a:gd name="connsiteY7" fmla="*/ 1031 h 201010"/>
                <a:gd name="connsiteX8" fmla="*/ 346021 w 347049"/>
                <a:gd name="connsiteY8" fmla="*/ 3842 h 201010"/>
                <a:gd name="connsiteX9" fmla="*/ 346019 w 347049"/>
                <a:gd name="connsiteY9" fmla="*/ 3843 h 201010"/>
                <a:gd name="connsiteX10" fmla="*/ 174569 w 347049"/>
                <a:gd name="connsiteY10" fmla="*/ 102323 h 201010"/>
                <a:gd name="connsiteX11" fmla="*/ 3119 w 347049"/>
                <a:gd name="connsiteY11" fmla="*/ 200736 h 201010"/>
                <a:gd name="connsiteX12" fmla="*/ 2090 w 347049"/>
                <a:gd name="connsiteY12" fmla="*/ 201010 h 20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7049" h="201010">
                  <a:moveTo>
                    <a:pt x="2090" y="201010"/>
                  </a:moveTo>
                  <a:cubicBezTo>
                    <a:pt x="1351" y="201026"/>
                    <a:pt x="664" y="200629"/>
                    <a:pt x="307" y="199981"/>
                  </a:cubicBezTo>
                  <a:cubicBezTo>
                    <a:pt x="-290" y="199014"/>
                    <a:pt x="10" y="197746"/>
                    <a:pt x="977" y="197150"/>
                  </a:cubicBezTo>
                  <a:cubicBezTo>
                    <a:pt x="1005" y="197133"/>
                    <a:pt x="1033" y="197116"/>
                    <a:pt x="1061" y="197101"/>
                  </a:cubicBezTo>
                  <a:cubicBezTo>
                    <a:pt x="59812" y="163222"/>
                    <a:pt x="116961" y="130418"/>
                    <a:pt x="172512" y="98689"/>
                  </a:cubicBezTo>
                  <a:cubicBezTo>
                    <a:pt x="227924" y="66936"/>
                    <a:pt x="285325" y="34155"/>
                    <a:pt x="343962" y="276"/>
                  </a:cubicBezTo>
                  <a:cubicBezTo>
                    <a:pt x="344946" y="-292"/>
                    <a:pt x="346204" y="45"/>
                    <a:pt x="346772" y="1029"/>
                  </a:cubicBezTo>
                  <a:cubicBezTo>
                    <a:pt x="346773" y="1030"/>
                    <a:pt x="346773" y="1030"/>
                    <a:pt x="346774" y="1031"/>
                  </a:cubicBezTo>
                  <a:cubicBezTo>
                    <a:pt x="347342" y="2015"/>
                    <a:pt x="347005" y="3273"/>
                    <a:pt x="346021" y="3842"/>
                  </a:cubicBezTo>
                  <a:cubicBezTo>
                    <a:pt x="346020" y="3842"/>
                    <a:pt x="346020" y="3843"/>
                    <a:pt x="346019" y="3843"/>
                  </a:cubicBezTo>
                  <a:cubicBezTo>
                    <a:pt x="287269" y="37813"/>
                    <a:pt x="230119" y="70639"/>
                    <a:pt x="174569" y="102323"/>
                  </a:cubicBezTo>
                  <a:cubicBezTo>
                    <a:pt x="119019" y="134007"/>
                    <a:pt x="61869" y="166811"/>
                    <a:pt x="3119" y="200736"/>
                  </a:cubicBezTo>
                  <a:cubicBezTo>
                    <a:pt x="2809" y="200923"/>
                    <a:pt x="2452" y="201018"/>
                    <a:pt x="2090" y="201010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29DBA19-5AF4-9589-DB6B-FA145CFC31ED}"/>
                </a:ext>
              </a:extLst>
            </p:cNvPr>
            <p:cNvSpPr/>
            <p:nvPr/>
          </p:nvSpPr>
          <p:spPr>
            <a:xfrm>
              <a:off x="4714034" y="4984529"/>
              <a:ext cx="124057" cy="73382"/>
            </a:xfrm>
            <a:custGeom>
              <a:avLst/>
              <a:gdLst>
                <a:gd name="connsiteX0" fmla="*/ 2116 w 124057"/>
                <a:gd name="connsiteY0" fmla="*/ 73383 h 73382"/>
                <a:gd name="connsiteX1" fmla="*/ 264 w 124057"/>
                <a:gd name="connsiteY1" fmla="*/ 72354 h 73382"/>
                <a:gd name="connsiteX2" fmla="*/ 1087 w 124057"/>
                <a:gd name="connsiteY2" fmla="*/ 69474 h 73382"/>
                <a:gd name="connsiteX3" fmla="*/ 120965 w 124057"/>
                <a:gd name="connsiteY3" fmla="*/ 276 h 73382"/>
                <a:gd name="connsiteX4" fmla="*/ 123776 w 124057"/>
                <a:gd name="connsiteY4" fmla="*/ 1029 h 73382"/>
                <a:gd name="connsiteX5" fmla="*/ 123777 w 124057"/>
                <a:gd name="connsiteY5" fmla="*/ 1031 h 73382"/>
                <a:gd name="connsiteX6" fmla="*/ 123022 w 124057"/>
                <a:gd name="connsiteY6" fmla="*/ 3911 h 73382"/>
                <a:gd name="connsiteX7" fmla="*/ 3145 w 124057"/>
                <a:gd name="connsiteY7" fmla="*/ 73108 h 73382"/>
                <a:gd name="connsiteX8" fmla="*/ 2116 w 124057"/>
                <a:gd name="connsiteY8" fmla="*/ 73382 h 7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057" h="73382">
                  <a:moveTo>
                    <a:pt x="2116" y="73383"/>
                  </a:moveTo>
                  <a:cubicBezTo>
                    <a:pt x="1360" y="73394"/>
                    <a:pt x="654" y="73002"/>
                    <a:pt x="264" y="72354"/>
                  </a:cubicBezTo>
                  <a:cubicBezTo>
                    <a:pt x="-299" y="71331"/>
                    <a:pt x="68" y="70045"/>
                    <a:pt x="1087" y="69474"/>
                  </a:cubicBezTo>
                  <a:lnTo>
                    <a:pt x="120965" y="276"/>
                  </a:lnTo>
                  <a:cubicBezTo>
                    <a:pt x="121949" y="-292"/>
                    <a:pt x="123207" y="45"/>
                    <a:pt x="123776" y="1029"/>
                  </a:cubicBezTo>
                  <a:cubicBezTo>
                    <a:pt x="123776" y="1030"/>
                    <a:pt x="123776" y="1030"/>
                    <a:pt x="123777" y="1031"/>
                  </a:cubicBezTo>
                  <a:cubicBezTo>
                    <a:pt x="124352" y="2036"/>
                    <a:pt x="124016" y="3317"/>
                    <a:pt x="123022" y="3911"/>
                  </a:cubicBezTo>
                  <a:lnTo>
                    <a:pt x="3145" y="73108"/>
                  </a:lnTo>
                  <a:cubicBezTo>
                    <a:pt x="2834" y="73295"/>
                    <a:pt x="2478" y="73390"/>
                    <a:pt x="2116" y="73382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4A922C01-A9BC-54B8-F9EB-15B860945847}"/>
                </a:ext>
              </a:extLst>
            </p:cNvPr>
            <p:cNvSpPr/>
            <p:nvPr/>
          </p:nvSpPr>
          <p:spPr>
            <a:xfrm>
              <a:off x="4690516" y="4902519"/>
              <a:ext cx="147547" cy="86270"/>
            </a:xfrm>
            <a:custGeom>
              <a:avLst/>
              <a:gdLst>
                <a:gd name="connsiteX0" fmla="*/ 145512 w 147547"/>
                <a:gd name="connsiteY0" fmla="*/ 86195 h 86270"/>
                <a:gd name="connsiteX1" fmla="*/ 144484 w 147547"/>
                <a:gd name="connsiteY1" fmla="*/ 86195 h 86270"/>
                <a:gd name="connsiteX2" fmla="*/ 1083 w 147547"/>
                <a:gd name="connsiteY2" fmla="*/ 3899 h 86270"/>
                <a:gd name="connsiteX3" fmla="*/ 246 w 147547"/>
                <a:gd name="connsiteY3" fmla="*/ 1112 h 86270"/>
                <a:gd name="connsiteX4" fmla="*/ 260 w 147547"/>
                <a:gd name="connsiteY4" fmla="*/ 1087 h 86270"/>
                <a:gd name="connsiteX5" fmla="*/ 3140 w 147547"/>
                <a:gd name="connsiteY5" fmla="*/ 264 h 86270"/>
                <a:gd name="connsiteX6" fmla="*/ 146541 w 147547"/>
                <a:gd name="connsiteY6" fmla="*/ 82561 h 86270"/>
                <a:gd name="connsiteX7" fmla="*/ 147295 w 147547"/>
                <a:gd name="connsiteY7" fmla="*/ 85372 h 86270"/>
                <a:gd name="connsiteX8" fmla="*/ 145512 w 147547"/>
                <a:gd name="connsiteY8" fmla="*/ 86195 h 86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7547" h="86270">
                  <a:moveTo>
                    <a:pt x="145512" y="86195"/>
                  </a:moveTo>
                  <a:cubicBezTo>
                    <a:pt x="145177" y="86296"/>
                    <a:pt x="144819" y="86296"/>
                    <a:pt x="144484" y="86195"/>
                  </a:cubicBezTo>
                  <a:lnTo>
                    <a:pt x="1083" y="3899"/>
                  </a:lnTo>
                  <a:cubicBezTo>
                    <a:pt x="82" y="3361"/>
                    <a:pt x="-292" y="2113"/>
                    <a:pt x="246" y="1112"/>
                  </a:cubicBezTo>
                  <a:cubicBezTo>
                    <a:pt x="251" y="1104"/>
                    <a:pt x="255" y="1095"/>
                    <a:pt x="260" y="1087"/>
                  </a:cubicBezTo>
                  <a:cubicBezTo>
                    <a:pt x="831" y="68"/>
                    <a:pt x="2117" y="-299"/>
                    <a:pt x="3140" y="264"/>
                  </a:cubicBezTo>
                  <a:lnTo>
                    <a:pt x="146541" y="82561"/>
                  </a:lnTo>
                  <a:cubicBezTo>
                    <a:pt x="147495" y="83152"/>
                    <a:pt x="147826" y="84383"/>
                    <a:pt x="147295" y="85372"/>
                  </a:cubicBezTo>
                  <a:cubicBezTo>
                    <a:pt x="146871" y="85921"/>
                    <a:pt x="146205" y="86228"/>
                    <a:pt x="145512" y="86195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B38A896-16D3-95C5-59AB-EAC83D6A395B}"/>
                </a:ext>
              </a:extLst>
            </p:cNvPr>
            <p:cNvSpPr/>
            <p:nvPr/>
          </p:nvSpPr>
          <p:spPr>
            <a:xfrm>
              <a:off x="5109594" y="4164106"/>
              <a:ext cx="87582" cy="52740"/>
            </a:xfrm>
            <a:custGeom>
              <a:avLst/>
              <a:gdLst>
                <a:gd name="connsiteX0" fmla="*/ 2057 w 87582"/>
                <a:gd name="connsiteY0" fmla="*/ 52740 h 52740"/>
                <a:gd name="connsiteX1" fmla="*/ 0 w 87582"/>
                <a:gd name="connsiteY1" fmla="*/ 49105 h 52740"/>
                <a:gd name="connsiteX2" fmla="*/ 0 w 87582"/>
                <a:gd name="connsiteY2" fmla="*/ 49105 h 52740"/>
                <a:gd name="connsiteX3" fmla="*/ 84490 w 87582"/>
                <a:gd name="connsiteY3" fmla="*/ 276 h 52740"/>
                <a:gd name="connsiteX4" fmla="*/ 87301 w 87582"/>
                <a:gd name="connsiteY4" fmla="*/ 1029 h 52740"/>
                <a:gd name="connsiteX5" fmla="*/ 87302 w 87582"/>
                <a:gd name="connsiteY5" fmla="*/ 1031 h 52740"/>
                <a:gd name="connsiteX6" fmla="*/ 86548 w 87582"/>
                <a:gd name="connsiteY6" fmla="*/ 3911 h 52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7582" h="52740">
                  <a:moveTo>
                    <a:pt x="2057" y="52740"/>
                  </a:moveTo>
                  <a:lnTo>
                    <a:pt x="0" y="49105"/>
                  </a:lnTo>
                  <a:lnTo>
                    <a:pt x="0" y="49105"/>
                  </a:lnTo>
                  <a:lnTo>
                    <a:pt x="84490" y="276"/>
                  </a:lnTo>
                  <a:cubicBezTo>
                    <a:pt x="85474" y="-292"/>
                    <a:pt x="86733" y="45"/>
                    <a:pt x="87301" y="1029"/>
                  </a:cubicBezTo>
                  <a:cubicBezTo>
                    <a:pt x="87301" y="1030"/>
                    <a:pt x="87302" y="1030"/>
                    <a:pt x="87302" y="1031"/>
                  </a:cubicBezTo>
                  <a:cubicBezTo>
                    <a:pt x="87877" y="2036"/>
                    <a:pt x="87542" y="3317"/>
                    <a:pt x="86548" y="3911"/>
                  </a:cubicBezTo>
                  <a:close/>
                </a:path>
              </a:pathLst>
            </a:custGeom>
            <a:solidFill>
              <a:srgbClr val="EEF6F9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92AC163-0146-080C-A193-4C7467BDE20E}"/>
                </a:ext>
              </a:extLst>
            </p:cNvPr>
            <p:cNvSpPr/>
            <p:nvPr/>
          </p:nvSpPr>
          <p:spPr>
            <a:xfrm>
              <a:off x="4713462" y="4487052"/>
              <a:ext cx="87139" cy="136473"/>
            </a:xfrm>
            <a:custGeom>
              <a:avLst/>
              <a:gdLst>
                <a:gd name="connsiteX0" fmla="*/ 14 w 87139"/>
                <a:gd name="connsiteY0" fmla="*/ 124953 h 136473"/>
                <a:gd name="connsiteX1" fmla="*/ 631 w 87139"/>
                <a:gd name="connsiteY1" fmla="*/ 129685 h 136473"/>
                <a:gd name="connsiteX2" fmla="*/ 2208 w 87139"/>
                <a:gd name="connsiteY2" fmla="*/ 133114 h 136473"/>
                <a:gd name="connsiteX3" fmla="*/ 4266 w 87139"/>
                <a:gd name="connsiteY3" fmla="*/ 135171 h 136473"/>
                <a:gd name="connsiteX4" fmla="*/ 6872 w 87139"/>
                <a:gd name="connsiteY4" fmla="*/ 136268 h 136473"/>
                <a:gd name="connsiteX5" fmla="*/ 10644 w 87139"/>
                <a:gd name="connsiteY5" fmla="*/ 136268 h 136473"/>
                <a:gd name="connsiteX6" fmla="*/ 20313 w 87139"/>
                <a:gd name="connsiteY6" fmla="*/ 131742 h 136473"/>
                <a:gd name="connsiteX7" fmla="*/ 35058 w 87139"/>
                <a:gd name="connsiteY7" fmla="*/ 123307 h 136473"/>
                <a:gd name="connsiteX8" fmla="*/ 51655 w 87139"/>
                <a:gd name="connsiteY8" fmla="*/ 113774 h 136473"/>
                <a:gd name="connsiteX9" fmla="*/ 64890 w 87139"/>
                <a:gd name="connsiteY9" fmla="*/ 106093 h 136473"/>
                <a:gd name="connsiteX10" fmla="*/ 73051 w 87139"/>
                <a:gd name="connsiteY10" fmla="*/ 101156 h 136473"/>
                <a:gd name="connsiteX11" fmla="*/ 78538 w 87139"/>
                <a:gd name="connsiteY11" fmla="*/ 95875 h 136473"/>
                <a:gd name="connsiteX12" fmla="*/ 81830 w 87139"/>
                <a:gd name="connsiteY12" fmla="*/ 91143 h 136473"/>
                <a:gd name="connsiteX13" fmla="*/ 84436 w 87139"/>
                <a:gd name="connsiteY13" fmla="*/ 85999 h 136473"/>
                <a:gd name="connsiteX14" fmla="*/ 86150 w 87139"/>
                <a:gd name="connsiteY14" fmla="*/ 80582 h 136473"/>
                <a:gd name="connsiteX15" fmla="*/ 86905 w 87139"/>
                <a:gd name="connsiteY15" fmla="*/ 74889 h 136473"/>
                <a:gd name="connsiteX16" fmla="*/ 86905 w 87139"/>
                <a:gd name="connsiteY16" fmla="*/ 67277 h 136473"/>
                <a:gd name="connsiteX17" fmla="*/ 86905 w 87139"/>
                <a:gd name="connsiteY17" fmla="*/ 53561 h 136473"/>
                <a:gd name="connsiteX18" fmla="*/ 86905 w 87139"/>
                <a:gd name="connsiteY18" fmla="*/ 34427 h 136473"/>
                <a:gd name="connsiteX19" fmla="*/ 86905 w 87139"/>
                <a:gd name="connsiteY19" fmla="*/ 17419 h 136473"/>
                <a:gd name="connsiteX20" fmla="*/ 86493 w 87139"/>
                <a:gd name="connsiteY20" fmla="*/ 6789 h 136473"/>
                <a:gd name="connsiteX21" fmla="*/ 84847 w 87139"/>
                <a:gd name="connsiteY21" fmla="*/ 3360 h 136473"/>
                <a:gd name="connsiteX22" fmla="*/ 82858 w 87139"/>
                <a:gd name="connsiteY22" fmla="*/ 1303 h 136473"/>
                <a:gd name="connsiteX23" fmla="*/ 80252 w 87139"/>
                <a:gd name="connsiteY23" fmla="*/ 206 h 136473"/>
                <a:gd name="connsiteX24" fmla="*/ 76412 w 87139"/>
                <a:gd name="connsiteY24" fmla="*/ 206 h 136473"/>
                <a:gd name="connsiteX25" fmla="*/ 66811 w 87139"/>
                <a:gd name="connsiteY25" fmla="*/ 4732 h 136473"/>
                <a:gd name="connsiteX26" fmla="*/ 51997 w 87139"/>
                <a:gd name="connsiteY26" fmla="*/ 13167 h 136473"/>
                <a:gd name="connsiteX27" fmla="*/ 35470 w 87139"/>
                <a:gd name="connsiteY27" fmla="*/ 22700 h 136473"/>
                <a:gd name="connsiteX28" fmla="*/ 22234 w 87139"/>
                <a:gd name="connsiteY28" fmla="*/ 30381 h 136473"/>
                <a:gd name="connsiteX29" fmla="*/ 14004 w 87139"/>
                <a:gd name="connsiteY29" fmla="*/ 35318 h 136473"/>
                <a:gd name="connsiteX30" fmla="*/ 8586 w 87139"/>
                <a:gd name="connsiteY30" fmla="*/ 40599 h 136473"/>
                <a:gd name="connsiteX31" fmla="*/ 5294 w 87139"/>
                <a:gd name="connsiteY31" fmla="*/ 45331 h 136473"/>
                <a:gd name="connsiteX32" fmla="*/ 2688 w 87139"/>
                <a:gd name="connsiteY32" fmla="*/ 50406 h 136473"/>
                <a:gd name="connsiteX33" fmla="*/ 905 w 87139"/>
                <a:gd name="connsiteY33" fmla="*/ 55892 h 136473"/>
                <a:gd name="connsiteX34" fmla="*/ 219 w 87139"/>
                <a:gd name="connsiteY34" fmla="*/ 61585 h 136473"/>
                <a:gd name="connsiteX35" fmla="*/ 220 w 87139"/>
                <a:gd name="connsiteY35" fmla="*/ 69197 h 136473"/>
                <a:gd name="connsiteX36" fmla="*/ 220 w 87139"/>
                <a:gd name="connsiteY36" fmla="*/ 82913 h 136473"/>
                <a:gd name="connsiteX37" fmla="*/ 220 w 87139"/>
                <a:gd name="connsiteY37" fmla="*/ 102047 h 136473"/>
                <a:gd name="connsiteX38" fmla="*/ 220 w 87139"/>
                <a:gd name="connsiteY38" fmla="*/ 119055 h 136473"/>
                <a:gd name="connsiteX39" fmla="*/ 14 w 87139"/>
                <a:gd name="connsiteY39" fmla="*/ 124953 h 136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7139" h="136473">
                  <a:moveTo>
                    <a:pt x="14" y="124953"/>
                  </a:moveTo>
                  <a:cubicBezTo>
                    <a:pt x="7" y="126550"/>
                    <a:pt x="215" y="128142"/>
                    <a:pt x="631" y="129685"/>
                  </a:cubicBezTo>
                  <a:cubicBezTo>
                    <a:pt x="944" y="130914"/>
                    <a:pt x="1478" y="132076"/>
                    <a:pt x="2208" y="133114"/>
                  </a:cubicBezTo>
                  <a:cubicBezTo>
                    <a:pt x="2750" y="133930"/>
                    <a:pt x="3450" y="134629"/>
                    <a:pt x="4266" y="135171"/>
                  </a:cubicBezTo>
                  <a:cubicBezTo>
                    <a:pt x="5063" y="135687"/>
                    <a:pt x="5946" y="136058"/>
                    <a:pt x="6872" y="136268"/>
                  </a:cubicBezTo>
                  <a:cubicBezTo>
                    <a:pt x="8114" y="136541"/>
                    <a:pt x="9401" y="136541"/>
                    <a:pt x="10644" y="136268"/>
                  </a:cubicBezTo>
                  <a:cubicBezTo>
                    <a:pt x="14132" y="135407"/>
                    <a:pt x="17418" y="133869"/>
                    <a:pt x="20313" y="131742"/>
                  </a:cubicBezTo>
                  <a:cubicBezTo>
                    <a:pt x="25320" y="128656"/>
                    <a:pt x="30120" y="126050"/>
                    <a:pt x="35058" y="123307"/>
                  </a:cubicBezTo>
                  <a:cubicBezTo>
                    <a:pt x="39996" y="120563"/>
                    <a:pt x="46168" y="116997"/>
                    <a:pt x="51655" y="113774"/>
                  </a:cubicBezTo>
                  <a:cubicBezTo>
                    <a:pt x="56044" y="111168"/>
                    <a:pt x="60364" y="108562"/>
                    <a:pt x="64890" y="106093"/>
                  </a:cubicBezTo>
                  <a:cubicBezTo>
                    <a:pt x="67734" y="104660"/>
                    <a:pt x="70463" y="103009"/>
                    <a:pt x="73051" y="101156"/>
                  </a:cubicBezTo>
                  <a:cubicBezTo>
                    <a:pt x="75091" y="99629"/>
                    <a:pt x="76934" y="97855"/>
                    <a:pt x="78538" y="95875"/>
                  </a:cubicBezTo>
                  <a:cubicBezTo>
                    <a:pt x="79758" y="94387"/>
                    <a:pt x="80859" y="92804"/>
                    <a:pt x="81830" y="91143"/>
                  </a:cubicBezTo>
                  <a:cubicBezTo>
                    <a:pt x="82807" y="89486"/>
                    <a:pt x="83678" y="87767"/>
                    <a:pt x="84436" y="85999"/>
                  </a:cubicBezTo>
                  <a:cubicBezTo>
                    <a:pt x="85151" y="84242"/>
                    <a:pt x="85724" y="82430"/>
                    <a:pt x="86150" y="80582"/>
                  </a:cubicBezTo>
                  <a:cubicBezTo>
                    <a:pt x="86541" y="78705"/>
                    <a:pt x="86793" y="76803"/>
                    <a:pt x="86905" y="74889"/>
                  </a:cubicBezTo>
                  <a:cubicBezTo>
                    <a:pt x="86905" y="72352"/>
                    <a:pt x="86905" y="69814"/>
                    <a:pt x="86905" y="67277"/>
                  </a:cubicBezTo>
                  <a:cubicBezTo>
                    <a:pt x="86905" y="62750"/>
                    <a:pt x="86905" y="58293"/>
                    <a:pt x="86905" y="53561"/>
                  </a:cubicBezTo>
                  <a:cubicBezTo>
                    <a:pt x="86905" y="47183"/>
                    <a:pt x="86905" y="40736"/>
                    <a:pt x="86905" y="34427"/>
                  </a:cubicBezTo>
                  <a:cubicBezTo>
                    <a:pt x="86905" y="28118"/>
                    <a:pt x="86425" y="23248"/>
                    <a:pt x="86905" y="17419"/>
                  </a:cubicBezTo>
                  <a:cubicBezTo>
                    <a:pt x="87321" y="13876"/>
                    <a:pt x="87182" y="10290"/>
                    <a:pt x="86493" y="6789"/>
                  </a:cubicBezTo>
                  <a:cubicBezTo>
                    <a:pt x="86157" y="5556"/>
                    <a:pt x="85599" y="4394"/>
                    <a:pt x="84847" y="3360"/>
                  </a:cubicBezTo>
                  <a:cubicBezTo>
                    <a:pt x="84312" y="2562"/>
                    <a:pt x="83638" y="1865"/>
                    <a:pt x="82858" y="1303"/>
                  </a:cubicBezTo>
                  <a:cubicBezTo>
                    <a:pt x="82049" y="811"/>
                    <a:pt x="81170" y="441"/>
                    <a:pt x="80252" y="206"/>
                  </a:cubicBezTo>
                  <a:cubicBezTo>
                    <a:pt x="78987" y="-69"/>
                    <a:pt x="77677" y="-69"/>
                    <a:pt x="76412" y="206"/>
                  </a:cubicBezTo>
                  <a:cubicBezTo>
                    <a:pt x="72942" y="1060"/>
                    <a:pt x="69678" y="2599"/>
                    <a:pt x="66811" y="4732"/>
                  </a:cubicBezTo>
                  <a:cubicBezTo>
                    <a:pt x="61804" y="7818"/>
                    <a:pt x="56935" y="10424"/>
                    <a:pt x="51997" y="13167"/>
                  </a:cubicBezTo>
                  <a:lnTo>
                    <a:pt x="35470" y="22700"/>
                  </a:lnTo>
                  <a:cubicBezTo>
                    <a:pt x="31081" y="25306"/>
                    <a:pt x="26691" y="27912"/>
                    <a:pt x="22234" y="30381"/>
                  </a:cubicBezTo>
                  <a:cubicBezTo>
                    <a:pt x="19367" y="31813"/>
                    <a:pt x="16616" y="33463"/>
                    <a:pt x="14004" y="35318"/>
                  </a:cubicBezTo>
                  <a:cubicBezTo>
                    <a:pt x="12001" y="36865"/>
                    <a:pt x="10183" y="38637"/>
                    <a:pt x="8586" y="40599"/>
                  </a:cubicBezTo>
                  <a:cubicBezTo>
                    <a:pt x="7366" y="42087"/>
                    <a:pt x="6265" y="43670"/>
                    <a:pt x="5294" y="45331"/>
                  </a:cubicBezTo>
                  <a:cubicBezTo>
                    <a:pt x="4304" y="46958"/>
                    <a:pt x="3433" y="48654"/>
                    <a:pt x="2688" y="50406"/>
                  </a:cubicBezTo>
                  <a:cubicBezTo>
                    <a:pt x="1930" y="52178"/>
                    <a:pt x="1333" y="54014"/>
                    <a:pt x="905" y="55892"/>
                  </a:cubicBezTo>
                  <a:cubicBezTo>
                    <a:pt x="504" y="57765"/>
                    <a:pt x="274" y="59670"/>
                    <a:pt x="219" y="61585"/>
                  </a:cubicBezTo>
                  <a:cubicBezTo>
                    <a:pt x="220" y="64122"/>
                    <a:pt x="220" y="66660"/>
                    <a:pt x="220" y="69197"/>
                  </a:cubicBezTo>
                  <a:cubicBezTo>
                    <a:pt x="220" y="73655"/>
                    <a:pt x="220" y="78181"/>
                    <a:pt x="220" y="82913"/>
                  </a:cubicBezTo>
                  <a:cubicBezTo>
                    <a:pt x="220" y="89291"/>
                    <a:pt x="220" y="95737"/>
                    <a:pt x="220" y="102047"/>
                  </a:cubicBezTo>
                  <a:cubicBezTo>
                    <a:pt x="220" y="108356"/>
                    <a:pt x="700" y="113225"/>
                    <a:pt x="220" y="119055"/>
                  </a:cubicBezTo>
                  <a:cubicBezTo>
                    <a:pt x="151" y="121043"/>
                    <a:pt x="-55" y="123032"/>
                    <a:pt x="14" y="124953"/>
                  </a:cubicBezTo>
                  <a:close/>
                </a:path>
              </a:pathLst>
            </a:custGeom>
            <a:solidFill>
              <a:srgbClr val="7B7B7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7EB7BD1-824A-BFD3-B320-615DAB5E3581}"/>
                </a:ext>
              </a:extLst>
            </p:cNvPr>
            <p:cNvSpPr/>
            <p:nvPr/>
          </p:nvSpPr>
          <p:spPr>
            <a:xfrm>
              <a:off x="4824013" y="4427345"/>
              <a:ext cx="87189" cy="136422"/>
            </a:xfrm>
            <a:custGeom>
              <a:avLst/>
              <a:gdLst>
                <a:gd name="connsiteX0" fmla="*/ 14 w 87189"/>
                <a:gd name="connsiteY0" fmla="*/ 124858 h 136422"/>
                <a:gd name="connsiteX1" fmla="*/ 631 w 87189"/>
                <a:gd name="connsiteY1" fmla="*/ 129590 h 136422"/>
                <a:gd name="connsiteX2" fmla="*/ 2208 w 87189"/>
                <a:gd name="connsiteY2" fmla="*/ 133088 h 136422"/>
                <a:gd name="connsiteX3" fmla="*/ 6872 w 87189"/>
                <a:gd name="connsiteY3" fmla="*/ 136242 h 136422"/>
                <a:gd name="connsiteX4" fmla="*/ 10643 w 87189"/>
                <a:gd name="connsiteY4" fmla="*/ 136242 h 136422"/>
                <a:gd name="connsiteX5" fmla="*/ 20313 w 87189"/>
                <a:gd name="connsiteY5" fmla="*/ 131785 h 136422"/>
                <a:gd name="connsiteX6" fmla="*/ 35058 w 87189"/>
                <a:gd name="connsiteY6" fmla="*/ 123280 h 136422"/>
                <a:gd name="connsiteX7" fmla="*/ 51654 w 87189"/>
                <a:gd name="connsiteY7" fmla="*/ 113748 h 136422"/>
                <a:gd name="connsiteX8" fmla="*/ 64890 w 87189"/>
                <a:gd name="connsiteY8" fmla="*/ 106067 h 136422"/>
                <a:gd name="connsiteX9" fmla="*/ 73051 w 87189"/>
                <a:gd name="connsiteY9" fmla="*/ 101129 h 136422"/>
                <a:gd name="connsiteX10" fmla="*/ 78538 w 87189"/>
                <a:gd name="connsiteY10" fmla="*/ 95848 h 136422"/>
                <a:gd name="connsiteX11" fmla="*/ 81830 w 87189"/>
                <a:gd name="connsiteY11" fmla="*/ 91116 h 136422"/>
                <a:gd name="connsiteX12" fmla="*/ 84436 w 87189"/>
                <a:gd name="connsiteY12" fmla="*/ 86041 h 136422"/>
                <a:gd name="connsiteX13" fmla="*/ 86904 w 87189"/>
                <a:gd name="connsiteY13" fmla="*/ 74863 h 136422"/>
                <a:gd name="connsiteX14" fmla="*/ 86905 w 87189"/>
                <a:gd name="connsiteY14" fmla="*/ 67251 h 136422"/>
                <a:gd name="connsiteX15" fmla="*/ 86905 w 87189"/>
                <a:gd name="connsiteY15" fmla="*/ 53535 h 136422"/>
                <a:gd name="connsiteX16" fmla="*/ 86905 w 87189"/>
                <a:gd name="connsiteY16" fmla="*/ 34469 h 136422"/>
                <a:gd name="connsiteX17" fmla="*/ 86905 w 87189"/>
                <a:gd name="connsiteY17" fmla="*/ 17393 h 136422"/>
                <a:gd name="connsiteX18" fmla="*/ 86562 w 87189"/>
                <a:gd name="connsiteY18" fmla="*/ 6763 h 136422"/>
                <a:gd name="connsiteX19" fmla="*/ 84916 w 87189"/>
                <a:gd name="connsiteY19" fmla="*/ 3334 h 136422"/>
                <a:gd name="connsiteX20" fmla="*/ 82927 w 87189"/>
                <a:gd name="connsiteY20" fmla="*/ 1345 h 136422"/>
                <a:gd name="connsiteX21" fmla="*/ 80321 w 87189"/>
                <a:gd name="connsiteY21" fmla="*/ 180 h 136422"/>
                <a:gd name="connsiteX22" fmla="*/ 76481 w 87189"/>
                <a:gd name="connsiteY22" fmla="*/ 180 h 136422"/>
                <a:gd name="connsiteX23" fmla="*/ 66879 w 87189"/>
                <a:gd name="connsiteY23" fmla="*/ 4706 h 136422"/>
                <a:gd name="connsiteX24" fmla="*/ 52066 w 87189"/>
                <a:gd name="connsiteY24" fmla="*/ 13141 h 136422"/>
                <a:gd name="connsiteX25" fmla="*/ 35538 w 87189"/>
                <a:gd name="connsiteY25" fmla="*/ 22674 h 136422"/>
                <a:gd name="connsiteX26" fmla="*/ 22302 w 87189"/>
                <a:gd name="connsiteY26" fmla="*/ 30355 h 136422"/>
                <a:gd name="connsiteX27" fmla="*/ 14072 w 87189"/>
                <a:gd name="connsiteY27" fmla="*/ 35292 h 136422"/>
                <a:gd name="connsiteX28" fmla="*/ 8586 w 87189"/>
                <a:gd name="connsiteY28" fmla="*/ 40642 h 136422"/>
                <a:gd name="connsiteX29" fmla="*/ 5294 w 87189"/>
                <a:gd name="connsiteY29" fmla="*/ 45305 h 136422"/>
                <a:gd name="connsiteX30" fmla="*/ 2757 w 87189"/>
                <a:gd name="connsiteY30" fmla="*/ 50448 h 136422"/>
                <a:gd name="connsiteX31" fmla="*/ 974 w 87189"/>
                <a:gd name="connsiteY31" fmla="*/ 55866 h 136422"/>
                <a:gd name="connsiteX32" fmla="*/ 288 w 87189"/>
                <a:gd name="connsiteY32" fmla="*/ 61558 h 136422"/>
                <a:gd name="connsiteX33" fmla="*/ 288 w 87189"/>
                <a:gd name="connsiteY33" fmla="*/ 69239 h 136422"/>
                <a:gd name="connsiteX34" fmla="*/ 288 w 87189"/>
                <a:gd name="connsiteY34" fmla="*/ 82612 h 136422"/>
                <a:gd name="connsiteX35" fmla="*/ 288 w 87189"/>
                <a:gd name="connsiteY35" fmla="*/ 101746 h 136422"/>
                <a:gd name="connsiteX36" fmla="*/ 288 w 87189"/>
                <a:gd name="connsiteY36" fmla="*/ 118823 h 136422"/>
                <a:gd name="connsiteX37" fmla="*/ 14 w 87189"/>
                <a:gd name="connsiteY37" fmla="*/ 124858 h 136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87189" h="136422">
                  <a:moveTo>
                    <a:pt x="14" y="124858"/>
                  </a:moveTo>
                  <a:cubicBezTo>
                    <a:pt x="-27" y="126458"/>
                    <a:pt x="181" y="128054"/>
                    <a:pt x="631" y="129590"/>
                  </a:cubicBezTo>
                  <a:cubicBezTo>
                    <a:pt x="943" y="130841"/>
                    <a:pt x="1477" y="132026"/>
                    <a:pt x="2208" y="133088"/>
                  </a:cubicBezTo>
                  <a:cubicBezTo>
                    <a:pt x="3343" y="134655"/>
                    <a:pt x="4995" y="135772"/>
                    <a:pt x="6872" y="136242"/>
                  </a:cubicBezTo>
                  <a:cubicBezTo>
                    <a:pt x="8117" y="136483"/>
                    <a:pt x="9398" y="136483"/>
                    <a:pt x="10643" y="136242"/>
                  </a:cubicBezTo>
                  <a:cubicBezTo>
                    <a:pt x="14121" y="135386"/>
                    <a:pt x="17403" y="133873"/>
                    <a:pt x="20313" y="131785"/>
                  </a:cubicBezTo>
                  <a:cubicBezTo>
                    <a:pt x="25320" y="128698"/>
                    <a:pt x="30120" y="126024"/>
                    <a:pt x="35058" y="123280"/>
                  </a:cubicBezTo>
                  <a:cubicBezTo>
                    <a:pt x="39996" y="120537"/>
                    <a:pt x="46168" y="117040"/>
                    <a:pt x="51654" y="113748"/>
                  </a:cubicBezTo>
                  <a:cubicBezTo>
                    <a:pt x="56044" y="111142"/>
                    <a:pt x="60364" y="108536"/>
                    <a:pt x="64890" y="106067"/>
                  </a:cubicBezTo>
                  <a:cubicBezTo>
                    <a:pt x="67734" y="104634"/>
                    <a:pt x="70462" y="102983"/>
                    <a:pt x="73051" y="101129"/>
                  </a:cubicBezTo>
                  <a:cubicBezTo>
                    <a:pt x="75092" y="99603"/>
                    <a:pt x="76935" y="97829"/>
                    <a:pt x="78538" y="95848"/>
                  </a:cubicBezTo>
                  <a:cubicBezTo>
                    <a:pt x="79758" y="94360"/>
                    <a:pt x="80858" y="92778"/>
                    <a:pt x="81830" y="91116"/>
                  </a:cubicBezTo>
                  <a:cubicBezTo>
                    <a:pt x="82807" y="89483"/>
                    <a:pt x="83677" y="87787"/>
                    <a:pt x="84436" y="86041"/>
                  </a:cubicBezTo>
                  <a:cubicBezTo>
                    <a:pt x="85892" y="82484"/>
                    <a:pt x="86727" y="78703"/>
                    <a:pt x="86904" y="74863"/>
                  </a:cubicBezTo>
                  <a:cubicBezTo>
                    <a:pt x="86905" y="72325"/>
                    <a:pt x="86905" y="69788"/>
                    <a:pt x="86905" y="67251"/>
                  </a:cubicBezTo>
                  <a:cubicBezTo>
                    <a:pt x="86905" y="62793"/>
                    <a:pt x="86905" y="58335"/>
                    <a:pt x="86905" y="53535"/>
                  </a:cubicBezTo>
                  <a:cubicBezTo>
                    <a:pt x="86905" y="47157"/>
                    <a:pt x="86905" y="40779"/>
                    <a:pt x="86905" y="34469"/>
                  </a:cubicBezTo>
                  <a:cubicBezTo>
                    <a:pt x="86905" y="28160"/>
                    <a:pt x="86356" y="23222"/>
                    <a:pt x="86905" y="17393"/>
                  </a:cubicBezTo>
                  <a:cubicBezTo>
                    <a:pt x="87377" y="13855"/>
                    <a:pt x="87261" y="10263"/>
                    <a:pt x="86562" y="6763"/>
                  </a:cubicBezTo>
                  <a:cubicBezTo>
                    <a:pt x="86225" y="5530"/>
                    <a:pt x="85667" y="4368"/>
                    <a:pt x="84916" y="3334"/>
                  </a:cubicBezTo>
                  <a:cubicBezTo>
                    <a:pt x="84360" y="2572"/>
                    <a:pt x="83689" y="1901"/>
                    <a:pt x="82927" y="1345"/>
                  </a:cubicBezTo>
                  <a:cubicBezTo>
                    <a:pt x="82135" y="804"/>
                    <a:pt x="81252" y="409"/>
                    <a:pt x="80321" y="180"/>
                  </a:cubicBezTo>
                  <a:cubicBezTo>
                    <a:pt x="79052" y="-60"/>
                    <a:pt x="77749" y="-60"/>
                    <a:pt x="76481" y="180"/>
                  </a:cubicBezTo>
                  <a:cubicBezTo>
                    <a:pt x="73010" y="1033"/>
                    <a:pt x="69746" y="2573"/>
                    <a:pt x="66879" y="4706"/>
                  </a:cubicBezTo>
                  <a:cubicBezTo>
                    <a:pt x="61873" y="7792"/>
                    <a:pt x="57004" y="10398"/>
                    <a:pt x="52066" y="13141"/>
                  </a:cubicBezTo>
                  <a:cubicBezTo>
                    <a:pt x="47128" y="15884"/>
                    <a:pt x="41025" y="19450"/>
                    <a:pt x="35538" y="22674"/>
                  </a:cubicBezTo>
                  <a:cubicBezTo>
                    <a:pt x="31080" y="25280"/>
                    <a:pt x="26760" y="27886"/>
                    <a:pt x="22302" y="30355"/>
                  </a:cubicBezTo>
                  <a:cubicBezTo>
                    <a:pt x="19450" y="31812"/>
                    <a:pt x="16701" y="33462"/>
                    <a:pt x="14072" y="35292"/>
                  </a:cubicBezTo>
                  <a:cubicBezTo>
                    <a:pt x="12062" y="36879"/>
                    <a:pt x="10223" y="38672"/>
                    <a:pt x="8586" y="40642"/>
                  </a:cubicBezTo>
                  <a:cubicBezTo>
                    <a:pt x="7396" y="42128"/>
                    <a:pt x="6296" y="43685"/>
                    <a:pt x="5294" y="45305"/>
                  </a:cubicBezTo>
                  <a:cubicBezTo>
                    <a:pt x="4339" y="46963"/>
                    <a:pt x="3492" y="48682"/>
                    <a:pt x="2757" y="50448"/>
                  </a:cubicBezTo>
                  <a:cubicBezTo>
                    <a:pt x="1999" y="52196"/>
                    <a:pt x="1402" y="54010"/>
                    <a:pt x="974" y="55866"/>
                  </a:cubicBezTo>
                  <a:cubicBezTo>
                    <a:pt x="576" y="57739"/>
                    <a:pt x="347" y="59644"/>
                    <a:pt x="288" y="61558"/>
                  </a:cubicBezTo>
                  <a:cubicBezTo>
                    <a:pt x="288" y="64096"/>
                    <a:pt x="288" y="66702"/>
                    <a:pt x="288" y="69239"/>
                  </a:cubicBezTo>
                  <a:cubicBezTo>
                    <a:pt x="288" y="73697"/>
                    <a:pt x="288" y="78155"/>
                    <a:pt x="288" y="82612"/>
                  </a:cubicBezTo>
                  <a:cubicBezTo>
                    <a:pt x="288" y="88990"/>
                    <a:pt x="288" y="95437"/>
                    <a:pt x="288" y="101746"/>
                  </a:cubicBezTo>
                  <a:cubicBezTo>
                    <a:pt x="288" y="108056"/>
                    <a:pt x="768" y="112993"/>
                    <a:pt x="288" y="118823"/>
                  </a:cubicBezTo>
                  <a:cubicBezTo>
                    <a:pt x="151" y="120949"/>
                    <a:pt x="-55" y="122938"/>
                    <a:pt x="14" y="124858"/>
                  </a:cubicBezTo>
                  <a:close/>
                </a:path>
              </a:pathLst>
            </a:custGeom>
            <a:solidFill>
              <a:srgbClr val="7B7B7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83134F4E-DCDC-44E9-6DAF-92C555F23282}"/>
                </a:ext>
              </a:extLst>
            </p:cNvPr>
            <p:cNvSpPr/>
            <p:nvPr/>
          </p:nvSpPr>
          <p:spPr>
            <a:xfrm>
              <a:off x="4987178" y="4329343"/>
              <a:ext cx="87463" cy="136121"/>
            </a:xfrm>
            <a:custGeom>
              <a:avLst/>
              <a:gdLst>
                <a:gd name="connsiteX0" fmla="*/ 0 w 87463"/>
                <a:gd name="connsiteY0" fmla="*/ 124653 h 136121"/>
                <a:gd name="connsiteX1" fmla="*/ 618 w 87463"/>
                <a:gd name="connsiteY1" fmla="*/ 129385 h 136121"/>
                <a:gd name="connsiteX2" fmla="*/ 2195 w 87463"/>
                <a:gd name="connsiteY2" fmla="*/ 132814 h 136121"/>
                <a:gd name="connsiteX3" fmla="*/ 4252 w 87463"/>
                <a:gd name="connsiteY3" fmla="*/ 134803 h 136121"/>
                <a:gd name="connsiteX4" fmla="*/ 6858 w 87463"/>
                <a:gd name="connsiteY4" fmla="*/ 135968 h 136121"/>
                <a:gd name="connsiteX5" fmla="*/ 10630 w 87463"/>
                <a:gd name="connsiteY5" fmla="*/ 135968 h 136121"/>
                <a:gd name="connsiteX6" fmla="*/ 20300 w 87463"/>
                <a:gd name="connsiteY6" fmla="*/ 131442 h 136121"/>
                <a:gd name="connsiteX7" fmla="*/ 35045 w 87463"/>
                <a:gd name="connsiteY7" fmla="*/ 123007 h 136121"/>
                <a:gd name="connsiteX8" fmla="*/ 51641 w 87463"/>
                <a:gd name="connsiteY8" fmla="*/ 113474 h 136121"/>
                <a:gd name="connsiteX9" fmla="*/ 64877 w 87463"/>
                <a:gd name="connsiteY9" fmla="*/ 105793 h 136121"/>
                <a:gd name="connsiteX10" fmla="*/ 73450 w 87463"/>
                <a:gd name="connsiteY10" fmla="*/ 100924 h 136121"/>
                <a:gd name="connsiteX11" fmla="*/ 78867 w 87463"/>
                <a:gd name="connsiteY11" fmla="*/ 95575 h 136121"/>
                <a:gd name="connsiteX12" fmla="*/ 82159 w 87463"/>
                <a:gd name="connsiteY12" fmla="*/ 90911 h 136121"/>
                <a:gd name="connsiteX13" fmla="*/ 84765 w 87463"/>
                <a:gd name="connsiteY13" fmla="*/ 85768 h 136121"/>
                <a:gd name="connsiteX14" fmla="*/ 86480 w 87463"/>
                <a:gd name="connsiteY14" fmla="*/ 80350 h 136121"/>
                <a:gd name="connsiteX15" fmla="*/ 87234 w 87463"/>
                <a:gd name="connsiteY15" fmla="*/ 74658 h 136121"/>
                <a:gd name="connsiteX16" fmla="*/ 87234 w 87463"/>
                <a:gd name="connsiteY16" fmla="*/ 66977 h 136121"/>
                <a:gd name="connsiteX17" fmla="*/ 87234 w 87463"/>
                <a:gd name="connsiteY17" fmla="*/ 53604 h 136121"/>
                <a:gd name="connsiteX18" fmla="*/ 87234 w 87463"/>
                <a:gd name="connsiteY18" fmla="*/ 34470 h 136121"/>
                <a:gd name="connsiteX19" fmla="*/ 87234 w 87463"/>
                <a:gd name="connsiteY19" fmla="*/ 17394 h 136121"/>
                <a:gd name="connsiteX20" fmla="*/ 86823 w 87463"/>
                <a:gd name="connsiteY20" fmla="*/ 6833 h 136121"/>
                <a:gd name="connsiteX21" fmla="*/ 85245 w 87463"/>
                <a:gd name="connsiteY21" fmla="*/ 3335 h 136121"/>
                <a:gd name="connsiteX22" fmla="*/ 83188 w 87463"/>
                <a:gd name="connsiteY22" fmla="*/ 1346 h 136121"/>
                <a:gd name="connsiteX23" fmla="*/ 80582 w 87463"/>
                <a:gd name="connsiteY23" fmla="*/ 181 h 136121"/>
                <a:gd name="connsiteX24" fmla="*/ 76810 w 87463"/>
                <a:gd name="connsiteY24" fmla="*/ 181 h 136121"/>
                <a:gd name="connsiteX25" fmla="*/ 66592 w 87463"/>
                <a:gd name="connsiteY25" fmla="*/ 4913 h 136121"/>
                <a:gd name="connsiteX26" fmla="*/ 51847 w 87463"/>
                <a:gd name="connsiteY26" fmla="*/ 13416 h 136121"/>
                <a:gd name="connsiteX27" fmla="*/ 35250 w 87463"/>
                <a:gd name="connsiteY27" fmla="*/ 22949 h 136121"/>
                <a:gd name="connsiteX28" fmla="*/ 22015 w 87463"/>
                <a:gd name="connsiteY28" fmla="*/ 30630 h 136121"/>
                <a:gd name="connsiteX29" fmla="*/ 13785 w 87463"/>
                <a:gd name="connsiteY29" fmla="*/ 35567 h 136121"/>
                <a:gd name="connsiteX30" fmla="*/ 8367 w 87463"/>
                <a:gd name="connsiteY30" fmla="*/ 40848 h 136121"/>
                <a:gd name="connsiteX31" fmla="*/ 5075 w 87463"/>
                <a:gd name="connsiteY31" fmla="*/ 45580 h 136121"/>
                <a:gd name="connsiteX32" fmla="*/ 686 w 87463"/>
                <a:gd name="connsiteY32" fmla="*/ 56141 h 136121"/>
                <a:gd name="connsiteX33" fmla="*/ 0 w 87463"/>
                <a:gd name="connsiteY33" fmla="*/ 61833 h 136121"/>
                <a:gd name="connsiteX34" fmla="*/ 0 w 87463"/>
                <a:gd name="connsiteY34" fmla="*/ 69446 h 136121"/>
                <a:gd name="connsiteX35" fmla="*/ 0 w 87463"/>
                <a:gd name="connsiteY35" fmla="*/ 83162 h 136121"/>
                <a:gd name="connsiteX36" fmla="*/ 0 w 87463"/>
                <a:gd name="connsiteY36" fmla="*/ 102296 h 136121"/>
                <a:gd name="connsiteX37" fmla="*/ 0 w 87463"/>
                <a:gd name="connsiteY37" fmla="*/ 119372 h 136121"/>
                <a:gd name="connsiteX38" fmla="*/ 0 w 87463"/>
                <a:gd name="connsiteY38" fmla="*/ 124653 h 136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7463" h="136121">
                  <a:moveTo>
                    <a:pt x="0" y="124653"/>
                  </a:moveTo>
                  <a:cubicBezTo>
                    <a:pt x="-1" y="126251"/>
                    <a:pt x="206" y="127841"/>
                    <a:pt x="618" y="129385"/>
                  </a:cubicBezTo>
                  <a:cubicBezTo>
                    <a:pt x="959" y="130604"/>
                    <a:pt x="1492" y="131761"/>
                    <a:pt x="2195" y="132814"/>
                  </a:cubicBezTo>
                  <a:cubicBezTo>
                    <a:pt x="2776" y="133577"/>
                    <a:pt x="3470" y="134248"/>
                    <a:pt x="4252" y="134803"/>
                  </a:cubicBezTo>
                  <a:cubicBezTo>
                    <a:pt x="5037" y="135356"/>
                    <a:pt x="5922" y="135752"/>
                    <a:pt x="6858" y="135968"/>
                  </a:cubicBezTo>
                  <a:cubicBezTo>
                    <a:pt x="8107" y="136173"/>
                    <a:pt x="9381" y="136173"/>
                    <a:pt x="10630" y="135968"/>
                  </a:cubicBezTo>
                  <a:cubicBezTo>
                    <a:pt x="14119" y="135107"/>
                    <a:pt x="17404" y="133570"/>
                    <a:pt x="20300" y="131442"/>
                  </a:cubicBezTo>
                  <a:cubicBezTo>
                    <a:pt x="25306" y="128356"/>
                    <a:pt x="30107" y="125750"/>
                    <a:pt x="35045" y="123007"/>
                  </a:cubicBezTo>
                  <a:cubicBezTo>
                    <a:pt x="39982" y="120264"/>
                    <a:pt x="46155" y="116697"/>
                    <a:pt x="51641" y="113474"/>
                  </a:cubicBezTo>
                  <a:cubicBezTo>
                    <a:pt x="56030" y="110868"/>
                    <a:pt x="60419" y="108262"/>
                    <a:pt x="64877" y="105793"/>
                  </a:cubicBezTo>
                  <a:cubicBezTo>
                    <a:pt x="67845" y="104372"/>
                    <a:pt x="70709" y="102745"/>
                    <a:pt x="73450" y="100924"/>
                  </a:cubicBezTo>
                  <a:cubicBezTo>
                    <a:pt x="75454" y="99354"/>
                    <a:pt x="77272" y="97559"/>
                    <a:pt x="78867" y="95575"/>
                  </a:cubicBezTo>
                  <a:cubicBezTo>
                    <a:pt x="80102" y="94122"/>
                    <a:pt x="81204" y="92561"/>
                    <a:pt x="82159" y="90911"/>
                  </a:cubicBezTo>
                  <a:cubicBezTo>
                    <a:pt x="83163" y="89269"/>
                    <a:pt x="84035" y="87549"/>
                    <a:pt x="84765" y="85768"/>
                  </a:cubicBezTo>
                  <a:cubicBezTo>
                    <a:pt x="85502" y="84018"/>
                    <a:pt x="86076" y="82204"/>
                    <a:pt x="86480" y="80350"/>
                  </a:cubicBezTo>
                  <a:cubicBezTo>
                    <a:pt x="86900" y="78479"/>
                    <a:pt x="87152" y="76574"/>
                    <a:pt x="87234" y="74658"/>
                  </a:cubicBezTo>
                  <a:cubicBezTo>
                    <a:pt x="87234" y="72120"/>
                    <a:pt x="87234" y="69514"/>
                    <a:pt x="87234" y="66977"/>
                  </a:cubicBezTo>
                  <a:cubicBezTo>
                    <a:pt x="87234" y="62519"/>
                    <a:pt x="87234" y="58062"/>
                    <a:pt x="87234" y="53604"/>
                  </a:cubicBezTo>
                  <a:cubicBezTo>
                    <a:pt x="87234" y="47226"/>
                    <a:pt x="87234" y="40779"/>
                    <a:pt x="87234" y="34470"/>
                  </a:cubicBezTo>
                  <a:cubicBezTo>
                    <a:pt x="87234" y="28161"/>
                    <a:pt x="86754" y="23223"/>
                    <a:pt x="87234" y="17394"/>
                  </a:cubicBezTo>
                  <a:cubicBezTo>
                    <a:pt x="87644" y="13873"/>
                    <a:pt x="87505" y="10311"/>
                    <a:pt x="86823" y="6833"/>
                  </a:cubicBezTo>
                  <a:cubicBezTo>
                    <a:pt x="86481" y="5592"/>
                    <a:pt x="85949" y="4412"/>
                    <a:pt x="85245" y="3335"/>
                  </a:cubicBezTo>
                  <a:cubicBezTo>
                    <a:pt x="84647" y="2587"/>
                    <a:pt x="83956" y="1919"/>
                    <a:pt x="83188" y="1346"/>
                  </a:cubicBezTo>
                  <a:cubicBezTo>
                    <a:pt x="82381" y="833"/>
                    <a:pt x="81503" y="440"/>
                    <a:pt x="80582" y="181"/>
                  </a:cubicBezTo>
                  <a:cubicBezTo>
                    <a:pt x="79336" y="-60"/>
                    <a:pt x="78056" y="-60"/>
                    <a:pt x="76810" y="181"/>
                  </a:cubicBezTo>
                  <a:cubicBezTo>
                    <a:pt x="73113" y="1034"/>
                    <a:pt x="69634" y="2646"/>
                    <a:pt x="66592" y="4913"/>
                  </a:cubicBezTo>
                  <a:cubicBezTo>
                    <a:pt x="61585" y="7998"/>
                    <a:pt x="56716" y="10673"/>
                    <a:pt x="51847" y="13416"/>
                  </a:cubicBezTo>
                  <a:cubicBezTo>
                    <a:pt x="46978" y="16159"/>
                    <a:pt x="40737" y="19657"/>
                    <a:pt x="35250" y="22949"/>
                  </a:cubicBezTo>
                  <a:cubicBezTo>
                    <a:pt x="30861" y="25555"/>
                    <a:pt x="26472" y="28161"/>
                    <a:pt x="22015" y="30630"/>
                  </a:cubicBezTo>
                  <a:cubicBezTo>
                    <a:pt x="19148" y="32062"/>
                    <a:pt x="16397" y="33712"/>
                    <a:pt x="13785" y="35567"/>
                  </a:cubicBezTo>
                  <a:cubicBezTo>
                    <a:pt x="11766" y="37095"/>
                    <a:pt x="9946" y="38869"/>
                    <a:pt x="8367" y="40848"/>
                  </a:cubicBezTo>
                  <a:cubicBezTo>
                    <a:pt x="7147" y="42336"/>
                    <a:pt x="6046" y="43918"/>
                    <a:pt x="5075" y="45580"/>
                  </a:cubicBezTo>
                  <a:cubicBezTo>
                    <a:pt x="3056" y="48843"/>
                    <a:pt x="1575" y="52409"/>
                    <a:pt x="686" y="56141"/>
                  </a:cubicBezTo>
                  <a:cubicBezTo>
                    <a:pt x="285" y="58014"/>
                    <a:pt x="55" y="59919"/>
                    <a:pt x="0" y="61833"/>
                  </a:cubicBezTo>
                  <a:cubicBezTo>
                    <a:pt x="0" y="64371"/>
                    <a:pt x="0" y="66908"/>
                    <a:pt x="0" y="69446"/>
                  </a:cubicBezTo>
                  <a:cubicBezTo>
                    <a:pt x="0" y="73904"/>
                    <a:pt x="0" y="78361"/>
                    <a:pt x="0" y="83162"/>
                  </a:cubicBezTo>
                  <a:cubicBezTo>
                    <a:pt x="0" y="89608"/>
                    <a:pt x="0" y="95987"/>
                    <a:pt x="0" y="102296"/>
                  </a:cubicBezTo>
                  <a:cubicBezTo>
                    <a:pt x="0" y="108605"/>
                    <a:pt x="480" y="113543"/>
                    <a:pt x="0" y="119372"/>
                  </a:cubicBezTo>
                  <a:cubicBezTo>
                    <a:pt x="138" y="120744"/>
                    <a:pt x="0" y="122664"/>
                    <a:pt x="0" y="124653"/>
                  </a:cubicBezTo>
                  <a:close/>
                </a:path>
              </a:pathLst>
            </a:custGeom>
            <a:solidFill>
              <a:srgbClr val="7B7B7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E49A8074-0A27-CB7E-F924-C7AD57B5CA89}"/>
                </a:ext>
              </a:extLst>
            </p:cNvPr>
            <p:cNvSpPr/>
            <p:nvPr/>
          </p:nvSpPr>
          <p:spPr>
            <a:xfrm>
              <a:off x="5322946" y="4135399"/>
              <a:ext cx="87120" cy="136243"/>
            </a:xfrm>
            <a:custGeom>
              <a:avLst/>
              <a:gdLst>
                <a:gd name="connsiteX0" fmla="*/ 0 w 87120"/>
                <a:gd name="connsiteY0" fmla="*/ 124722 h 136243"/>
                <a:gd name="connsiteX1" fmla="*/ 617 w 87120"/>
                <a:gd name="connsiteY1" fmla="*/ 129454 h 136243"/>
                <a:gd name="connsiteX2" fmla="*/ 2263 w 87120"/>
                <a:gd name="connsiteY2" fmla="*/ 132883 h 136243"/>
                <a:gd name="connsiteX3" fmla="*/ 4252 w 87120"/>
                <a:gd name="connsiteY3" fmla="*/ 134872 h 136243"/>
                <a:gd name="connsiteX4" fmla="*/ 6858 w 87120"/>
                <a:gd name="connsiteY4" fmla="*/ 136037 h 136243"/>
                <a:gd name="connsiteX5" fmla="*/ 10698 w 87120"/>
                <a:gd name="connsiteY5" fmla="*/ 136037 h 136243"/>
                <a:gd name="connsiteX6" fmla="*/ 20300 w 87120"/>
                <a:gd name="connsiteY6" fmla="*/ 131511 h 136243"/>
                <a:gd name="connsiteX7" fmla="*/ 35113 w 87120"/>
                <a:gd name="connsiteY7" fmla="*/ 123076 h 136243"/>
                <a:gd name="connsiteX8" fmla="*/ 51641 w 87120"/>
                <a:gd name="connsiteY8" fmla="*/ 113543 h 136243"/>
                <a:gd name="connsiteX9" fmla="*/ 64877 w 87120"/>
                <a:gd name="connsiteY9" fmla="*/ 105863 h 136243"/>
                <a:gd name="connsiteX10" fmla="*/ 73107 w 87120"/>
                <a:gd name="connsiteY10" fmla="*/ 100925 h 136243"/>
                <a:gd name="connsiteX11" fmla="*/ 78593 w 87120"/>
                <a:gd name="connsiteY11" fmla="*/ 95576 h 136243"/>
                <a:gd name="connsiteX12" fmla="*/ 81885 w 87120"/>
                <a:gd name="connsiteY12" fmla="*/ 90912 h 136243"/>
                <a:gd name="connsiteX13" fmla="*/ 84422 w 87120"/>
                <a:gd name="connsiteY13" fmla="*/ 85769 h 136243"/>
                <a:gd name="connsiteX14" fmla="*/ 86205 w 87120"/>
                <a:gd name="connsiteY14" fmla="*/ 80351 h 136243"/>
                <a:gd name="connsiteX15" fmla="*/ 86891 w 87120"/>
                <a:gd name="connsiteY15" fmla="*/ 74659 h 136243"/>
                <a:gd name="connsiteX16" fmla="*/ 86891 w 87120"/>
                <a:gd name="connsiteY16" fmla="*/ 66978 h 136243"/>
                <a:gd name="connsiteX17" fmla="*/ 86891 w 87120"/>
                <a:gd name="connsiteY17" fmla="*/ 53605 h 136243"/>
                <a:gd name="connsiteX18" fmla="*/ 86891 w 87120"/>
                <a:gd name="connsiteY18" fmla="*/ 34471 h 136243"/>
                <a:gd name="connsiteX19" fmla="*/ 86891 w 87120"/>
                <a:gd name="connsiteY19" fmla="*/ 17394 h 136243"/>
                <a:gd name="connsiteX20" fmla="*/ 86479 w 87120"/>
                <a:gd name="connsiteY20" fmla="*/ 6833 h 136243"/>
                <a:gd name="connsiteX21" fmla="*/ 84902 w 87120"/>
                <a:gd name="connsiteY21" fmla="*/ 3335 h 136243"/>
                <a:gd name="connsiteX22" fmla="*/ 80239 w 87120"/>
                <a:gd name="connsiteY22" fmla="*/ 181 h 136243"/>
                <a:gd name="connsiteX23" fmla="*/ 76467 w 87120"/>
                <a:gd name="connsiteY23" fmla="*/ 181 h 136243"/>
                <a:gd name="connsiteX24" fmla="*/ 66797 w 87120"/>
                <a:gd name="connsiteY24" fmla="*/ 4638 h 136243"/>
                <a:gd name="connsiteX25" fmla="*/ 52052 w 87120"/>
                <a:gd name="connsiteY25" fmla="*/ 13142 h 136243"/>
                <a:gd name="connsiteX26" fmla="*/ 35456 w 87120"/>
                <a:gd name="connsiteY26" fmla="*/ 22675 h 136243"/>
                <a:gd name="connsiteX27" fmla="*/ 22220 w 87120"/>
                <a:gd name="connsiteY27" fmla="*/ 30356 h 136243"/>
                <a:gd name="connsiteX28" fmla="*/ 14059 w 87120"/>
                <a:gd name="connsiteY28" fmla="*/ 35293 h 136243"/>
                <a:gd name="connsiteX29" fmla="*/ 8573 w 87120"/>
                <a:gd name="connsiteY29" fmla="*/ 40574 h 136243"/>
                <a:gd name="connsiteX30" fmla="*/ 5281 w 87120"/>
                <a:gd name="connsiteY30" fmla="*/ 45306 h 136243"/>
                <a:gd name="connsiteX31" fmla="*/ 2675 w 87120"/>
                <a:gd name="connsiteY31" fmla="*/ 50381 h 136243"/>
                <a:gd name="connsiteX32" fmla="*/ 206 w 87120"/>
                <a:gd name="connsiteY32" fmla="*/ 61560 h 136243"/>
                <a:gd name="connsiteX33" fmla="*/ 206 w 87120"/>
                <a:gd name="connsiteY33" fmla="*/ 69172 h 136243"/>
                <a:gd name="connsiteX34" fmla="*/ 206 w 87120"/>
                <a:gd name="connsiteY34" fmla="*/ 82888 h 136243"/>
                <a:gd name="connsiteX35" fmla="*/ 206 w 87120"/>
                <a:gd name="connsiteY35" fmla="*/ 101953 h 136243"/>
                <a:gd name="connsiteX36" fmla="*/ 206 w 87120"/>
                <a:gd name="connsiteY36" fmla="*/ 119030 h 136243"/>
                <a:gd name="connsiteX37" fmla="*/ 0 w 87120"/>
                <a:gd name="connsiteY37" fmla="*/ 124722 h 13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87120" h="136243">
                  <a:moveTo>
                    <a:pt x="0" y="124722"/>
                  </a:moveTo>
                  <a:cubicBezTo>
                    <a:pt x="28" y="126318"/>
                    <a:pt x="234" y="127905"/>
                    <a:pt x="617" y="129454"/>
                  </a:cubicBezTo>
                  <a:cubicBezTo>
                    <a:pt x="954" y="130687"/>
                    <a:pt x="1511" y="131849"/>
                    <a:pt x="2263" y="132883"/>
                  </a:cubicBezTo>
                  <a:cubicBezTo>
                    <a:pt x="2801" y="133661"/>
                    <a:pt x="3474" y="134335"/>
                    <a:pt x="4252" y="134872"/>
                  </a:cubicBezTo>
                  <a:cubicBezTo>
                    <a:pt x="5044" y="135413"/>
                    <a:pt x="5927" y="135808"/>
                    <a:pt x="6858" y="136037"/>
                  </a:cubicBezTo>
                  <a:cubicBezTo>
                    <a:pt x="8123" y="136312"/>
                    <a:pt x="9433" y="136312"/>
                    <a:pt x="10698" y="136037"/>
                  </a:cubicBezTo>
                  <a:cubicBezTo>
                    <a:pt x="14168" y="135184"/>
                    <a:pt x="17433" y="133644"/>
                    <a:pt x="20300" y="131511"/>
                  </a:cubicBezTo>
                  <a:cubicBezTo>
                    <a:pt x="25306" y="128425"/>
                    <a:pt x="30175" y="125819"/>
                    <a:pt x="35113" y="123076"/>
                  </a:cubicBezTo>
                  <a:cubicBezTo>
                    <a:pt x="40051" y="120333"/>
                    <a:pt x="46154" y="116767"/>
                    <a:pt x="51641" y="113543"/>
                  </a:cubicBezTo>
                  <a:cubicBezTo>
                    <a:pt x="57127" y="110320"/>
                    <a:pt x="60419" y="108331"/>
                    <a:pt x="64877" y="105863"/>
                  </a:cubicBezTo>
                  <a:cubicBezTo>
                    <a:pt x="67729" y="104405"/>
                    <a:pt x="70478" y="102755"/>
                    <a:pt x="73107" y="100925"/>
                  </a:cubicBezTo>
                  <a:cubicBezTo>
                    <a:pt x="75133" y="99357"/>
                    <a:pt x="76974" y="97562"/>
                    <a:pt x="78593" y="95576"/>
                  </a:cubicBezTo>
                  <a:cubicBezTo>
                    <a:pt x="79783" y="94089"/>
                    <a:pt x="80882" y="92532"/>
                    <a:pt x="81885" y="90912"/>
                  </a:cubicBezTo>
                  <a:cubicBezTo>
                    <a:pt x="82839" y="89254"/>
                    <a:pt x="83687" y="87535"/>
                    <a:pt x="84422" y="85769"/>
                  </a:cubicBezTo>
                  <a:cubicBezTo>
                    <a:pt x="85190" y="84024"/>
                    <a:pt x="85787" y="82210"/>
                    <a:pt x="86205" y="80351"/>
                  </a:cubicBezTo>
                  <a:cubicBezTo>
                    <a:pt x="86607" y="78478"/>
                    <a:pt x="86836" y="76573"/>
                    <a:pt x="86891" y="74659"/>
                  </a:cubicBezTo>
                  <a:cubicBezTo>
                    <a:pt x="86891" y="72121"/>
                    <a:pt x="86891" y="69584"/>
                    <a:pt x="86891" y="66978"/>
                  </a:cubicBezTo>
                  <a:cubicBezTo>
                    <a:pt x="86891" y="62520"/>
                    <a:pt x="86891" y="58062"/>
                    <a:pt x="86891" y="53605"/>
                  </a:cubicBezTo>
                  <a:cubicBezTo>
                    <a:pt x="86891" y="47227"/>
                    <a:pt x="86891" y="40780"/>
                    <a:pt x="86891" y="34471"/>
                  </a:cubicBezTo>
                  <a:cubicBezTo>
                    <a:pt x="86891" y="28161"/>
                    <a:pt x="86411" y="23292"/>
                    <a:pt x="86891" y="17394"/>
                  </a:cubicBezTo>
                  <a:cubicBezTo>
                    <a:pt x="87300" y="13873"/>
                    <a:pt x="87162" y="10311"/>
                    <a:pt x="86479" y="6833"/>
                  </a:cubicBezTo>
                  <a:cubicBezTo>
                    <a:pt x="86154" y="5587"/>
                    <a:pt x="85621" y="4404"/>
                    <a:pt x="84902" y="3335"/>
                  </a:cubicBezTo>
                  <a:cubicBezTo>
                    <a:pt x="83767" y="1768"/>
                    <a:pt x="82116" y="651"/>
                    <a:pt x="80239" y="181"/>
                  </a:cubicBezTo>
                  <a:cubicBezTo>
                    <a:pt x="78993" y="-60"/>
                    <a:pt x="77713" y="-60"/>
                    <a:pt x="76467" y="181"/>
                  </a:cubicBezTo>
                  <a:cubicBezTo>
                    <a:pt x="72989" y="1037"/>
                    <a:pt x="69707" y="2550"/>
                    <a:pt x="66797" y="4638"/>
                  </a:cubicBezTo>
                  <a:cubicBezTo>
                    <a:pt x="61791" y="7793"/>
                    <a:pt x="56990" y="10399"/>
                    <a:pt x="52052" y="13142"/>
                  </a:cubicBezTo>
                  <a:cubicBezTo>
                    <a:pt x="47114" y="15886"/>
                    <a:pt x="40942" y="19383"/>
                    <a:pt x="35456" y="22675"/>
                  </a:cubicBezTo>
                  <a:cubicBezTo>
                    <a:pt x="31067" y="25281"/>
                    <a:pt x="26746" y="27887"/>
                    <a:pt x="22220" y="30356"/>
                  </a:cubicBezTo>
                  <a:cubicBezTo>
                    <a:pt x="19376" y="31789"/>
                    <a:pt x="16648" y="33440"/>
                    <a:pt x="14059" y="35293"/>
                  </a:cubicBezTo>
                  <a:cubicBezTo>
                    <a:pt x="12034" y="36838"/>
                    <a:pt x="10194" y="38610"/>
                    <a:pt x="8573" y="40574"/>
                  </a:cubicBezTo>
                  <a:cubicBezTo>
                    <a:pt x="7352" y="42062"/>
                    <a:pt x="6251" y="43645"/>
                    <a:pt x="5281" y="45306"/>
                  </a:cubicBezTo>
                  <a:cubicBezTo>
                    <a:pt x="4318" y="46948"/>
                    <a:pt x="3447" y="48642"/>
                    <a:pt x="2675" y="50381"/>
                  </a:cubicBezTo>
                  <a:cubicBezTo>
                    <a:pt x="1218" y="53939"/>
                    <a:pt x="383" y="57720"/>
                    <a:pt x="206" y="61560"/>
                  </a:cubicBezTo>
                  <a:cubicBezTo>
                    <a:pt x="206" y="64097"/>
                    <a:pt x="206" y="66635"/>
                    <a:pt x="206" y="69172"/>
                  </a:cubicBezTo>
                  <a:cubicBezTo>
                    <a:pt x="206" y="73630"/>
                    <a:pt x="206" y="78088"/>
                    <a:pt x="206" y="82888"/>
                  </a:cubicBezTo>
                  <a:cubicBezTo>
                    <a:pt x="206" y="89266"/>
                    <a:pt x="206" y="95644"/>
                    <a:pt x="206" y="101953"/>
                  </a:cubicBezTo>
                  <a:cubicBezTo>
                    <a:pt x="206" y="108263"/>
                    <a:pt x="754" y="113201"/>
                    <a:pt x="206" y="119030"/>
                  </a:cubicBezTo>
                  <a:cubicBezTo>
                    <a:pt x="137" y="120813"/>
                    <a:pt x="0" y="122802"/>
                    <a:pt x="0" y="124722"/>
                  </a:cubicBezTo>
                  <a:close/>
                </a:path>
              </a:pathLst>
            </a:custGeom>
            <a:solidFill>
              <a:srgbClr val="7B7B7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2F6FA400-4791-6AF1-C5BA-9F67850C010B}"/>
                </a:ext>
              </a:extLst>
            </p:cNvPr>
            <p:cNvSpPr/>
            <p:nvPr/>
          </p:nvSpPr>
          <p:spPr>
            <a:xfrm>
              <a:off x="5094918" y="4266843"/>
              <a:ext cx="87149" cy="136473"/>
            </a:xfrm>
            <a:custGeom>
              <a:avLst/>
              <a:gdLst>
                <a:gd name="connsiteX0" fmla="*/ 0 w 87149"/>
                <a:gd name="connsiteY0" fmla="*/ 124952 h 136473"/>
                <a:gd name="connsiteX1" fmla="*/ 617 w 87149"/>
                <a:gd name="connsiteY1" fmla="*/ 129684 h 136473"/>
                <a:gd name="connsiteX2" fmla="*/ 2263 w 87149"/>
                <a:gd name="connsiteY2" fmla="*/ 133113 h 136473"/>
                <a:gd name="connsiteX3" fmla="*/ 4252 w 87149"/>
                <a:gd name="connsiteY3" fmla="*/ 135170 h 136473"/>
                <a:gd name="connsiteX4" fmla="*/ 6858 w 87149"/>
                <a:gd name="connsiteY4" fmla="*/ 136267 h 136473"/>
                <a:gd name="connsiteX5" fmla="*/ 10698 w 87149"/>
                <a:gd name="connsiteY5" fmla="*/ 136267 h 136473"/>
                <a:gd name="connsiteX6" fmla="*/ 20300 w 87149"/>
                <a:gd name="connsiteY6" fmla="*/ 131741 h 136473"/>
                <a:gd name="connsiteX7" fmla="*/ 35113 w 87149"/>
                <a:gd name="connsiteY7" fmla="*/ 123306 h 136473"/>
                <a:gd name="connsiteX8" fmla="*/ 51641 w 87149"/>
                <a:gd name="connsiteY8" fmla="*/ 113773 h 136473"/>
                <a:gd name="connsiteX9" fmla="*/ 64877 w 87149"/>
                <a:gd name="connsiteY9" fmla="*/ 106092 h 136473"/>
                <a:gd name="connsiteX10" fmla="*/ 73106 w 87149"/>
                <a:gd name="connsiteY10" fmla="*/ 101155 h 136473"/>
                <a:gd name="connsiteX11" fmla="*/ 78593 w 87149"/>
                <a:gd name="connsiteY11" fmla="*/ 95874 h 136473"/>
                <a:gd name="connsiteX12" fmla="*/ 81885 w 87149"/>
                <a:gd name="connsiteY12" fmla="*/ 91142 h 136473"/>
                <a:gd name="connsiteX13" fmla="*/ 84422 w 87149"/>
                <a:gd name="connsiteY13" fmla="*/ 86067 h 136473"/>
                <a:gd name="connsiteX14" fmla="*/ 86205 w 87149"/>
                <a:gd name="connsiteY14" fmla="*/ 80581 h 136473"/>
                <a:gd name="connsiteX15" fmla="*/ 86891 w 87149"/>
                <a:gd name="connsiteY15" fmla="*/ 74888 h 136473"/>
                <a:gd name="connsiteX16" fmla="*/ 86891 w 87149"/>
                <a:gd name="connsiteY16" fmla="*/ 67276 h 136473"/>
                <a:gd name="connsiteX17" fmla="*/ 86891 w 87149"/>
                <a:gd name="connsiteY17" fmla="*/ 53560 h 136473"/>
                <a:gd name="connsiteX18" fmla="*/ 86891 w 87149"/>
                <a:gd name="connsiteY18" fmla="*/ 34495 h 136473"/>
                <a:gd name="connsiteX19" fmla="*/ 86891 w 87149"/>
                <a:gd name="connsiteY19" fmla="*/ 17418 h 136473"/>
                <a:gd name="connsiteX20" fmla="*/ 86479 w 87149"/>
                <a:gd name="connsiteY20" fmla="*/ 6788 h 136473"/>
                <a:gd name="connsiteX21" fmla="*/ 84902 w 87149"/>
                <a:gd name="connsiteY21" fmla="*/ 3359 h 136473"/>
                <a:gd name="connsiteX22" fmla="*/ 82845 w 87149"/>
                <a:gd name="connsiteY22" fmla="*/ 1302 h 136473"/>
                <a:gd name="connsiteX23" fmla="*/ 80239 w 87149"/>
                <a:gd name="connsiteY23" fmla="*/ 205 h 136473"/>
                <a:gd name="connsiteX24" fmla="*/ 76467 w 87149"/>
                <a:gd name="connsiteY24" fmla="*/ 205 h 136473"/>
                <a:gd name="connsiteX25" fmla="*/ 66797 w 87149"/>
                <a:gd name="connsiteY25" fmla="*/ 4731 h 136473"/>
                <a:gd name="connsiteX26" fmla="*/ 52052 w 87149"/>
                <a:gd name="connsiteY26" fmla="*/ 13166 h 136473"/>
                <a:gd name="connsiteX27" fmla="*/ 35456 w 87149"/>
                <a:gd name="connsiteY27" fmla="*/ 22699 h 136473"/>
                <a:gd name="connsiteX28" fmla="*/ 22220 w 87149"/>
                <a:gd name="connsiteY28" fmla="*/ 30380 h 136473"/>
                <a:gd name="connsiteX29" fmla="*/ 14059 w 87149"/>
                <a:gd name="connsiteY29" fmla="*/ 35317 h 136473"/>
                <a:gd name="connsiteX30" fmla="*/ 8573 w 87149"/>
                <a:gd name="connsiteY30" fmla="*/ 40667 h 136473"/>
                <a:gd name="connsiteX31" fmla="*/ 5281 w 87149"/>
                <a:gd name="connsiteY31" fmla="*/ 45330 h 136473"/>
                <a:gd name="connsiteX32" fmla="*/ 2675 w 87149"/>
                <a:gd name="connsiteY32" fmla="*/ 50473 h 136473"/>
                <a:gd name="connsiteX33" fmla="*/ 960 w 87149"/>
                <a:gd name="connsiteY33" fmla="*/ 55891 h 136473"/>
                <a:gd name="connsiteX34" fmla="*/ 206 w 87149"/>
                <a:gd name="connsiteY34" fmla="*/ 61583 h 136473"/>
                <a:gd name="connsiteX35" fmla="*/ 206 w 87149"/>
                <a:gd name="connsiteY35" fmla="*/ 69196 h 136473"/>
                <a:gd name="connsiteX36" fmla="*/ 206 w 87149"/>
                <a:gd name="connsiteY36" fmla="*/ 82912 h 136473"/>
                <a:gd name="connsiteX37" fmla="*/ 206 w 87149"/>
                <a:gd name="connsiteY37" fmla="*/ 102046 h 136473"/>
                <a:gd name="connsiteX38" fmla="*/ 206 w 87149"/>
                <a:gd name="connsiteY38" fmla="*/ 119054 h 136473"/>
                <a:gd name="connsiteX39" fmla="*/ 0 w 87149"/>
                <a:gd name="connsiteY39" fmla="*/ 124952 h 136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7149" h="136473">
                  <a:moveTo>
                    <a:pt x="0" y="124952"/>
                  </a:moveTo>
                  <a:cubicBezTo>
                    <a:pt x="27" y="126547"/>
                    <a:pt x="235" y="128134"/>
                    <a:pt x="617" y="129684"/>
                  </a:cubicBezTo>
                  <a:cubicBezTo>
                    <a:pt x="954" y="130917"/>
                    <a:pt x="1511" y="132079"/>
                    <a:pt x="2263" y="133113"/>
                  </a:cubicBezTo>
                  <a:cubicBezTo>
                    <a:pt x="2798" y="133911"/>
                    <a:pt x="3472" y="134608"/>
                    <a:pt x="4252" y="135170"/>
                  </a:cubicBezTo>
                  <a:cubicBezTo>
                    <a:pt x="5047" y="135691"/>
                    <a:pt x="5930" y="136063"/>
                    <a:pt x="6858" y="136267"/>
                  </a:cubicBezTo>
                  <a:cubicBezTo>
                    <a:pt x="8123" y="136542"/>
                    <a:pt x="9433" y="136542"/>
                    <a:pt x="10698" y="136267"/>
                  </a:cubicBezTo>
                  <a:cubicBezTo>
                    <a:pt x="14168" y="135413"/>
                    <a:pt x="17433" y="133874"/>
                    <a:pt x="20300" y="131741"/>
                  </a:cubicBezTo>
                  <a:cubicBezTo>
                    <a:pt x="25306" y="128655"/>
                    <a:pt x="30175" y="126049"/>
                    <a:pt x="35113" y="123306"/>
                  </a:cubicBezTo>
                  <a:cubicBezTo>
                    <a:pt x="40051" y="120562"/>
                    <a:pt x="46154" y="116996"/>
                    <a:pt x="51641" y="113773"/>
                  </a:cubicBezTo>
                  <a:cubicBezTo>
                    <a:pt x="57127" y="110550"/>
                    <a:pt x="60419" y="108561"/>
                    <a:pt x="64877" y="106092"/>
                  </a:cubicBezTo>
                  <a:cubicBezTo>
                    <a:pt x="67743" y="104660"/>
                    <a:pt x="70494" y="103010"/>
                    <a:pt x="73106" y="101155"/>
                  </a:cubicBezTo>
                  <a:cubicBezTo>
                    <a:pt x="75115" y="99592"/>
                    <a:pt x="76954" y="97822"/>
                    <a:pt x="78593" y="95874"/>
                  </a:cubicBezTo>
                  <a:cubicBezTo>
                    <a:pt x="79781" y="94365"/>
                    <a:pt x="80879" y="92788"/>
                    <a:pt x="81885" y="91142"/>
                  </a:cubicBezTo>
                  <a:cubicBezTo>
                    <a:pt x="82826" y="89500"/>
                    <a:pt x="83673" y="87805"/>
                    <a:pt x="84422" y="86067"/>
                  </a:cubicBezTo>
                  <a:cubicBezTo>
                    <a:pt x="85180" y="84295"/>
                    <a:pt x="85777" y="82459"/>
                    <a:pt x="86205" y="80581"/>
                  </a:cubicBezTo>
                  <a:cubicBezTo>
                    <a:pt x="86606" y="78708"/>
                    <a:pt x="86836" y="76803"/>
                    <a:pt x="86891" y="74888"/>
                  </a:cubicBezTo>
                  <a:cubicBezTo>
                    <a:pt x="86891" y="72350"/>
                    <a:pt x="86891" y="69813"/>
                    <a:pt x="86891" y="67276"/>
                  </a:cubicBezTo>
                  <a:cubicBezTo>
                    <a:pt x="86891" y="62818"/>
                    <a:pt x="86891" y="58360"/>
                    <a:pt x="86891" y="53560"/>
                  </a:cubicBezTo>
                  <a:cubicBezTo>
                    <a:pt x="86891" y="47182"/>
                    <a:pt x="86891" y="40735"/>
                    <a:pt x="86891" y="34495"/>
                  </a:cubicBezTo>
                  <a:cubicBezTo>
                    <a:pt x="86891" y="28254"/>
                    <a:pt x="86411" y="23247"/>
                    <a:pt x="86891" y="17418"/>
                  </a:cubicBezTo>
                  <a:cubicBezTo>
                    <a:pt x="87341" y="13877"/>
                    <a:pt x="87202" y="10285"/>
                    <a:pt x="86479" y="6788"/>
                  </a:cubicBezTo>
                  <a:cubicBezTo>
                    <a:pt x="86167" y="5559"/>
                    <a:pt x="85632" y="4397"/>
                    <a:pt x="84902" y="3359"/>
                  </a:cubicBezTo>
                  <a:cubicBezTo>
                    <a:pt x="84360" y="2543"/>
                    <a:pt x="83661" y="1844"/>
                    <a:pt x="82845" y="1302"/>
                  </a:cubicBezTo>
                  <a:cubicBezTo>
                    <a:pt x="82047" y="786"/>
                    <a:pt x="81165" y="415"/>
                    <a:pt x="80239" y="205"/>
                  </a:cubicBezTo>
                  <a:cubicBezTo>
                    <a:pt x="78996" y="-68"/>
                    <a:pt x="77709" y="-68"/>
                    <a:pt x="76467" y="205"/>
                  </a:cubicBezTo>
                  <a:cubicBezTo>
                    <a:pt x="72978" y="1066"/>
                    <a:pt x="69693" y="2604"/>
                    <a:pt x="66797" y="4731"/>
                  </a:cubicBezTo>
                  <a:cubicBezTo>
                    <a:pt x="61791" y="7817"/>
                    <a:pt x="56990" y="10423"/>
                    <a:pt x="52052" y="13166"/>
                  </a:cubicBezTo>
                  <a:cubicBezTo>
                    <a:pt x="47114" y="15909"/>
                    <a:pt x="40942" y="19476"/>
                    <a:pt x="35456" y="22699"/>
                  </a:cubicBezTo>
                  <a:cubicBezTo>
                    <a:pt x="31067" y="25305"/>
                    <a:pt x="26746" y="27911"/>
                    <a:pt x="22220" y="30380"/>
                  </a:cubicBezTo>
                  <a:cubicBezTo>
                    <a:pt x="19376" y="31812"/>
                    <a:pt x="16648" y="33463"/>
                    <a:pt x="14059" y="35317"/>
                  </a:cubicBezTo>
                  <a:cubicBezTo>
                    <a:pt x="12017" y="36868"/>
                    <a:pt x="10174" y="38664"/>
                    <a:pt x="8573" y="40667"/>
                  </a:cubicBezTo>
                  <a:cubicBezTo>
                    <a:pt x="7337" y="42119"/>
                    <a:pt x="6236" y="43680"/>
                    <a:pt x="5281" y="45330"/>
                  </a:cubicBezTo>
                  <a:cubicBezTo>
                    <a:pt x="4303" y="46987"/>
                    <a:pt x="3433" y="48705"/>
                    <a:pt x="2675" y="50473"/>
                  </a:cubicBezTo>
                  <a:cubicBezTo>
                    <a:pt x="1960" y="52231"/>
                    <a:pt x="1386" y="54043"/>
                    <a:pt x="960" y="55891"/>
                  </a:cubicBezTo>
                  <a:cubicBezTo>
                    <a:pt x="570" y="57768"/>
                    <a:pt x="317" y="59670"/>
                    <a:pt x="206" y="61583"/>
                  </a:cubicBezTo>
                  <a:cubicBezTo>
                    <a:pt x="206" y="64121"/>
                    <a:pt x="206" y="66659"/>
                    <a:pt x="206" y="69196"/>
                  </a:cubicBezTo>
                  <a:cubicBezTo>
                    <a:pt x="206" y="73722"/>
                    <a:pt x="206" y="78180"/>
                    <a:pt x="206" y="82912"/>
                  </a:cubicBezTo>
                  <a:cubicBezTo>
                    <a:pt x="206" y="89290"/>
                    <a:pt x="206" y="95736"/>
                    <a:pt x="206" y="102046"/>
                  </a:cubicBezTo>
                  <a:cubicBezTo>
                    <a:pt x="206" y="108355"/>
                    <a:pt x="754" y="113224"/>
                    <a:pt x="206" y="119054"/>
                  </a:cubicBezTo>
                  <a:cubicBezTo>
                    <a:pt x="0" y="121043"/>
                    <a:pt x="0" y="123031"/>
                    <a:pt x="0" y="124952"/>
                  </a:cubicBezTo>
                  <a:close/>
                </a:path>
              </a:pathLst>
            </a:custGeom>
            <a:solidFill>
              <a:srgbClr val="7B7B7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79AD6814-37E0-098A-3A65-B5DBB25DD177}"/>
                </a:ext>
              </a:extLst>
            </p:cNvPr>
            <p:cNvSpPr/>
            <p:nvPr/>
          </p:nvSpPr>
          <p:spPr>
            <a:xfrm>
              <a:off x="4865246" y="4027962"/>
              <a:ext cx="400125" cy="297035"/>
            </a:xfrm>
            <a:custGeom>
              <a:avLst/>
              <a:gdLst>
                <a:gd name="connsiteX0" fmla="*/ 48141 w 400125"/>
                <a:gd name="connsiteY0" fmla="*/ 297035 h 297035"/>
                <a:gd name="connsiteX1" fmla="*/ 45809 w 400125"/>
                <a:gd name="connsiteY1" fmla="*/ 297035 h 297035"/>
                <a:gd name="connsiteX2" fmla="*/ 43408 w 400125"/>
                <a:gd name="connsiteY2" fmla="*/ 297035 h 297035"/>
                <a:gd name="connsiteX3" fmla="*/ 41968 w 400125"/>
                <a:gd name="connsiteY3" fmla="*/ 296692 h 297035"/>
                <a:gd name="connsiteX4" fmla="*/ 40871 w 400125"/>
                <a:gd name="connsiteY4" fmla="*/ 296692 h 297035"/>
                <a:gd name="connsiteX5" fmla="*/ 39088 w 400125"/>
                <a:gd name="connsiteY5" fmla="*/ 296144 h 297035"/>
                <a:gd name="connsiteX6" fmla="*/ 37648 w 400125"/>
                <a:gd name="connsiteY6" fmla="*/ 295664 h 297035"/>
                <a:gd name="connsiteX7" fmla="*/ 34013 w 400125"/>
                <a:gd name="connsiteY7" fmla="*/ 293675 h 297035"/>
                <a:gd name="connsiteX8" fmla="*/ 32504 w 400125"/>
                <a:gd name="connsiteY8" fmla="*/ 292715 h 297035"/>
                <a:gd name="connsiteX9" fmla="*/ 31338 w 400125"/>
                <a:gd name="connsiteY9" fmla="*/ 291755 h 297035"/>
                <a:gd name="connsiteX10" fmla="*/ 30173 w 400125"/>
                <a:gd name="connsiteY10" fmla="*/ 290726 h 297035"/>
                <a:gd name="connsiteX11" fmla="*/ 29144 w 400125"/>
                <a:gd name="connsiteY11" fmla="*/ 289697 h 297035"/>
                <a:gd name="connsiteX12" fmla="*/ 28115 w 400125"/>
                <a:gd name="connsiteY12" fmla="*/ 288531 h 297035"/>
                <a:gd name="connsiteX13" fmla="*/ 27155 w 400125"/>
                <a:gd name="connsiteY13" fmla="*/ 287365 h 297035"/>
                <a:gd name="connsiteX14" fmla="*/ 26469 w 400125"/>
                <a:gd name="connsiteY14" fmla="*/ 286337 h 297035"/>
                <a:gd name="connsiteX15" fmla="*/ 25441 w 400125"/>
                <a:gd name="connsiteY15" fmla="*/ 284691 h 297035"/>
                <a:gd name="connsiteX16" fmla="*/ 24755 w 400125"/>
                <a:gd name="connsiteY16" fmla="*/ 283525 h 297035"/>
                <a:gd name="connsiteX17" fmla="*/ 23040 w 400125"/>
                <a:gd name="connsiteY17" fmla="*/ 280027 h 297035"/>
                <a:gd name="connsiteX18" fmla="*/ 15565 w 400125"/>
                <a:gd name="connsiteY18" fmla="*/ 264323 h 297035"/>
                <a:gd name="connsiteX19" fmla="*/ 7815 w 400125"/>
                <a:gd name="connsiteY19" fmla="*/ 248000 h 297035"/>
                <a:gd name="connsiteX20" fmla="*/ 203 w 400125"/>
                <a:gd name="connsiteY20" fmla="*/ 231747 h 297035"/>
                <a:gd name="connsiteX21" fmla="*/ 1163 w 400125"/>
                <a:gd name="connsiteY21" fmla="*/ 229004 h 297035"/>
                <a:gd name="connsiteX22" fmla="*/ 3975 w 400125"/>
                <a:gd name="connsiteY22" fmla="*/ 229964 h 297035"/>
                <a:gd name="connsiteX23" fmla="*/ 11656 w 400125"/>
                <a:gd name="connsiteY23" fmla="*/ 246286 h 297035"/>
                <a:gd name="connsiteX24" fmla="*/ 19268 w 400125"/>
                <a:gd name="connsiteY24" fmla="*/ 262539 h 297035"/>
                <a:gd name="connsiteX25" fmla="*/ 26812 w 400125"/>
                <a:gd name="connsiteY25" fmla="*/ 278244 h 297035"/>
                <a:gd name="connsiteX26" fmla="*/ 27704 w 400125"/>
                <a:gd name="connsiteY26" fmla="*/ 280233 h 297035"/>
                <a:gd name="connsiteX27" fmla="*/ 27704 w 400125"/>
                <a:gd name="connsiteY27" fmla="*/ 280233 h 297035"/>
                <a:gd name="connsiteX28" fmla="*/ 28321 w 400125"/>
                <a:gd name="connsiteY28" fmla="*/ 281468 h 297035"/>
                <a:gd name="connsiteX29" fmla="*/ 29007 w 400125"/>
                <a:gd name="connsiteY29" fmla="*/ 282633 h 297035"/>
                <a:gd name="connsiteX30" fmla="*/ 29761 w 400125"/>
                <a:gd name="connsiteY30" fmla="*/ 283799 h 297035"/>
                <a:gd name="connsiteX31" fmla="*/ 30447 w 400125"/>
                <a:gd name="connsiteY31" fmla="*/ 284897 h 297035"/>
                <a:gd name="connsiteX32" fmla="*/ 31338 w 400125"/>
                <a:gd name="connsiteY32" fmla="*/ 285925 h 297035"/>
                <a:gd name="connsiteX33" fmla="*/ 32024 w 400125"/>
                <a:gd name="connsiteY33" fmla="*/ 286680 h 297035"/>
                <a:gd name="connsiteX34" fmla="*/ 33053 w 400125"/>
                <a:gd name="connsiteY34" fmla="*/ 287777 h 297035"/>
                <a:gd name="connsiteX35" fmla="*/ 34013 w 400125"/>
                <a:gd name="connsiteY35" fmla="*/ 288600 h 297035"/>
                <a:gd name="connsiteX36" fmla="*/ 35042 w 400125"/>
                <a:gd name="connsiteY36" fmla="*/ 289423 h 297035"/>
                <a:gd name="connsiteX37" fmla="*/ 36070 w 400125"/>
                <a:gd name="connsiteY37" fmla="*/ 290109 h 297035"/>
                <a:gd name="connsiteX38" fmla="*/ 39362 w 400125"/>
                <a:gd name="connsiteY38" fmla="*/ 291892 h 297035"/>
                <a:gd name="connsiteX39" fmla="*/ 40460 w 400125"/>
                <a:gd name="connsiteY39" fmla="*/ 292235 h 297035"/>
                <a:gd name="connsiteX40" fmla="*/ 41626 w 400125"/>
                <a:gd name="connsiteY40" fmla="*/ 292646 h 297035"/>
                <a:gd name="connsiteX41" fmla="*/ 42860 w 400125"/>
                <a:gd name="connsiteY41" fmla="*/ 292989 h 297035"/>
                <a:gd name="connsiteX42" fmla="*/ 44094 w 400125"/>
                <a:gd name="connsiteY42" fmla="*/ 292989 h 297035"/>
                <a:gd name="connsiteX43" fmla="*/ 46152 w 400125"/>
                <a:gd name="connsiteY43" fmla="*/ 292989 h 297035"/>
                <a:gd name="connsiteX44" fmla="*/ 50266 w 400125"/>
                <a:gd name="connsiteY44" fmla="*/ 292989 h 297035"/>
                <a:gd name="connsiteX45" fmla="*/ 52392 w 400125"/>
                <a:gd name="connsiteY45" fmla="*/ 292989 h 297035"/>
                <a:gd name="connsiteX46" fmla="*/ 54587 w 400125"/>
                <a:gd name="connsiteY46" fmla="*/ 292577 h 297035"/>
                <a:gd name="connsiteX47" fmla="*/ 56850 w 400125"/>
                <a:gd name="connsiteY47" fmla="*/ 292097 h 297035"/>
                <a:gd name="connsiteX48" fmla="*/ 59182 w 400125"/>
                <a:gd name="connsiteY48" fmla="*/ 291412 h 297035"/>
                <a:gd name="connsiteX49" fmla="*/ 61514 w 400125"/>
                <a:gd name="connsiteY49" fmla="*/ 290520 h 297035"/>
                <a:gd name="connsiteX50" fmla="*/ 65148 w 400125"/>
                <a:gd name="connsiteY50" fmla="*/ 288942 h 297035"/>
                <a:gd name="connsiteX51" fmla="*/ 67686 w 400125"/>
                <a:gd name="connsiteY51" fmla="*/ 287640 h 297035"/>
                <a:gd name="connsiteX52" fmla="*/ 67686 w 400125"/>
                <a:gd name="connsiteY52" fmla="*/ 287640 h 297035"/>
                <a:gd name="connsiteX53" fmla="*/ 68920 w 400125"/>
                <a:gd name="connsiteY53" fmla="*/ 287022 h 297035"/>
                <a:gd name="connsiteX54" fmla="*/ 328907 w 400125"/>
                <a:gd name="connsiteY54" fmla="*/ 136901 h 297035"/>
                <a:gd name="connsiteX55" fmla="*/ 334325 w 400125"/>
                <a:gd name="connsiteY55" fmla="*/ 133403 h 297035"/>
                <a:gd name="connsiteX56" fmla="*/ 337891 w 400125"/>
                <a:gd name="connsiteY56" fmla="*/ 130729 h 297035"/>
                <a:gd name="connsiteX57" fmla="*/ 341457 w 400125"/>
                <a:gd name="connsiteY57" fmla="*/ 127711 h 297035"/>
                <a:gd name="connsiteX58" fmla="*/ 343789 w 400125"/>
                <a:gd name="connsiteY58" fmla="*/ 125517 h 297035"/>
                <a:gd name="connsiteX59" fmla="*/ 346052 w 400125"/>
                <a:gd name="connsiteY59" fmla="*/ 123253 h 297035"/>
                <a:gd name="connsiteX60" fmla="*/ 348315 w 400125"/>
                <a:gd name="connsiteY60" fmla="*/ 120853 h 297035"/>
                <a:gd name="connsiteX61" fmla="*/ 350510 w 400125"/>
                <a:gd name="connsiteY61" fmla="*/ 118384 h 297035"/>
                <a:gd name="connsiteX62" fmla="*/ 352636 w 400125"/>
                <a:gd name="connsiteY62" fmla="*/ 115710 h 297035"/>
                <a:gd name="connsiteX63" fmla="*/ 354556 w 400125"/>
                <a:gd name="connsiteY63" fmla="*/ 113241 h 297035"/>
                <a:gd name="connsiteX64" fmla="*/ 356682 w 400125"/>
                <a:gd name="connsiteY64" fmla="*/ 110292 h 297035"/>
                <a:gd name="connsiteX65" fmla="*/ 358671 w 400125"/>
                <a:gd name="connsiteY65" fmla="*/ 107411 h 297035"/>
                <a:gd name="connsiteX66" fmla="*/ 362305 w 400125"/>
                <a:gd name="connsiteY66" fmla="*/ 101514 h 297035"/>
                <a:gd name="connsiteX67" fmla="*/ 363403 w 400125"/>
                <a:gd name="connsiteY67" fmla="*/ 99525 h 297035"/>
                <a:gd name="connsiteX68" fmla="*/ 364500 w 400125"/>
                <a:gd name="connsiteY68" fmla="*/ 97467 h 297035"/>
                <a:gd name="connsiteX69" fmla="*/ 366557 w 400125"/>
                <a:gd name="connsiteY69" fmla="*/ 93353 h 297035"/>
                <a:gd name="connsiteX70" fmla="*/ 367243 w 400125"/>
                <a:gd name="connsiteY70" fmla="*/ 91844 h 297035"/>
                <a:gd name="connsiteX71" fmla="*/ 367243 w 400125"/>
                <a:gd name="connsiteY71" fmla="*/ 91227 h 297035"/>
                <a:gd name="connsiteX72" fmla="*/ 368135 w 400125"/>
                <a:gd name="connsiteY72" fmla="*/ 89169 h 297035"/>
                <a:gd name="connsiteX73" fmla="*/ 370604 w 400125"/>
                <a:gd name="connsiteY73" fmla="*/ 82860 h 297035"/>
                <a:gd name="connsiteX74" fmla="*/ 371289 w 400125"/>
                <a:gd name="connsiteY74" fmla="*/ 80802 h 297035"/>
                <a:gd name="connsiteX75" fmla="*/ 371632 w 400125"/>
                <a:gd name="connsiteY75" fmla="*/ 79637 h 297035"/>
                <a:gd name="connsiteX76" fmla="*/ 371632 w 400125"/>
                <a:gd name="connsiteY76" fmla="*/ 78951 h 297035"/>
                <a:gd name="connsiteX77" fmla="*/ 383840 w 400125"/>
                <a:gd name="connsiteY77" fmla="*/ 40066 h 297035"/>
                <a:gd name="connsiteX78" fmla="*/ 396047 w 400125"/>
                <a:gd name="connsiteY78" fmla="*/ 1455 h 297035"/>
                <a:gd name="connsiteX79" fmla="*/ 398653 w 400125"/>
                <a:gd name="connsiteY79" fmla="*/ 84 h 297035"/>
                <a:gd name="connsiteX80" fmla="*/ 400040 w 400125"/>
                <a:gd name="connsiteY80" fmla="*/ 2641 h 297035"/>
                <a:gd name="connsiteX81" fmla="*/ 400025 w 400125"/>
                <a:gd name="connsiteY81" fmla="*/ 2690 h 297035"/>
                <a:gd name="connsiteX82" fmla="*/ 387817 w 400125"/>
                <a:gd name="connsiteY82" fmla="*/ 41369 h 297035"/>
                <a:gd name="connsiteX83" fmla="*/ 375679 w 400125"/>
                <a:gd name="connsiteY83" fmla="*/ 80048 h 297035"/>
                <a:gd name="connsiteX84" fmla="*/ 375679 w 400125"/>
                <a:gd name="connsiteY84" fmla="*/ 80802 h 297035"/>
                <a:gd name="connsiteX85" fmla="*/ 375267 w 400125"/>
                <a:gd name="connsiteY85" fmla="*/ 82105 h 297035"/>
                <a:gd name="connsiteX86" fmla="*/ 374581 w 400125"/>
                <a:gd name="connsiteY86" fmla="*/ 84231 h 297035"/>
                <a:gd name="connsiteX87" fmla="*/ 372044 w 400125"/>
                <a:gd name="connsiteY87" fmla="*/ 91089 h 297035"/>
                <a:gd name="connsiteX88" fmla="*/ 371084 w 400125"/>
                <a:gd name="connsiteY88" fmla="*/ 93284 h 297035"/>
                <a:gd name="connsiteX89" fmla="*/ 371084 w 400125"/>
                <a:gd name="connsiteY89" fmla="*/ 93901 h 297035"/>
                <a:gd name="connsiteX90" fmla="*/ 370329 w 400125"/>
                <a:gd name="connsiteY90" fmla="*/ 95547 h 297035"/>
                <a:gd name="connsiteX91" fmla="*/ 368272 w 400125"/>
                <a:gd name="connsiteY91" fmla="*/ 99730 h 297035"/>
                <a:gd name="connsiteX92" fmla="*/ 367106 w 400125"/>
                <a:gd name="connsiteY92" fmla="*/ 101856 h 297035"/>
                <a:gd name="connsiteX93" fmla="*/ 365940 w 400125"/>
                <a:gd name="connsiteY93" fmla="*/ 103914 h 297035"/>
                <a:gd name="connsiteX94" fmla="*/ 362237 w 400125"/>
                <a:gd name="connsiteY94" fmla="*/ 110017 h 297035"/>
                <a:gd name="connsiteX95" fmla="*/ 360180 w 400125"/>
                <a:gd name="connsiteY95" fmla="*/ 113035 h 297035"/>
                <a:gd name="connsiteX96" fmla="*/ 358122 w 400125"/>
                <a:gd name="connsiteY96" fmla="*/ 115915 h 297035"/>
                <a:gd name="connsiteX97" fmla="*/ 355996 w 400125"/>
                <a:gd name="connsiteY97" fmla="*/ 118659 h 297035"/>
                <a:gd name="connsiteX98" fmla="*/ 353733 w 400125"/>
                <a:gd name="connsiteY98" fmla="*/ 121402 h 297035"/>
                <a:gd name="connsiteX99" fmla="*/ 351607 w 400125"/>
                <a:gd name="connsiteY99" fmla="*/ 123802 h 297035"/>
                <a:gd name="connsiteX100" fmla="*/ 349138 w 400125"/>
                <a:gd name="connsiteY100" fmla="*/ 126477 h 297035"/>
                <a:gd name="connsiteX101" fmla="*/ 346738 w 400125"/>
                <a:gd name="connsiteY101" fmla="*/ 128877 h 297035"/>
                <a:gd name="connsiteX102" fmla="*/ 344338 w 400125"/>
                <a:gd name="connsiteY102" fmla="*/ 131140 h 297035"/>
                <a:gd name="connsiteX103" fmla="*/ 340566 w 400125"/>
                <a:gd name="connsiteY103" fmla="*/ 134295 h 297035"/>
                <a:gd name="connsiteX104" fmla="*/ 336794 w 400125"/>
                <a:gd name="connsiteY104" fmla="*/ 137175 h 297035"/>
                <a:gd name="connsiteX105" fmla="*/ 331033 w 400125"/>
                <a:gd name="connsiteY105" fmla="*/ 140878 h 297035"/>
                <a:gd name="connsiteX106" fmla="*/ 71938 w 400125"/>
                <a:gd name="connsiteY106" fmla="*/ 289629 h 297035"/>
                <a:gd name="connsiteX107" fmla="*/ 70909 w 400125"/>
                <a:gd name="connsiteY107" fmla="*/ 290246 h 297035"/>
                <a:gd name="connsiteX108" fmla="*/ 67000 w 400125"/>
                <a:gd name="connsiteY108" fmla="*/ 292303 h 297035"/>
                <a:gd name="connsiteX109" fmla="*/ 63160 w 400125"/>
                <a:gd name="connsiteY109" fmla="*/ 294018 h 297035"/>
                <a:gd name="connsiteX110" fmla="*/ 60553 w 400125"/>
                <a:gd name="connsiteY110" fmla="*/ 294909 h 297035"/>
                <a:gd name="connsiteX111" fmla="*/ 58016 w 400125"/>
                <a:gd name="connsiteY111" fmla="*/ 295664 h 297035"/>
                <a:gd name="connsiteX112" fmla="*/ 55479 w 400125"/>
                <a:gd name="connsiteY112" fmla="*/ 296281 h 297035"/>
                <a:gd name="connsiteX113" fmla="*/ 53010 w 400125"/>
                <a:gd name="connsiteY113" fmla="*/ 296692 h 297035"/>
                <a:gd name="connsiteX114" fmla="*/ 50609 w 400125"/>
                <a:gd name="connsiteY114" fmla="*/ 296692 h 29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400125" h="297035">
                  <a:moveTo>
                    <a:pt x="48141" y="297035"/>
                  </a:moveTo>
                  <a:lnTo>
                    <a:pt x="45809" y="297035"/>
                  </a:lnTo>
                  <a:lnTo>
                    <a:pt x="43408" y="297035"/>
                  </a:lnTo>
                  <a:lnTo>
                    <a:pt x="41968" y="296692"/>
                  </a:lnTo>
                  <a:lnTo>
                    <a:pt x="40871" y="296692"/>
                  </a:lnTo>
                  <a:lnTo>
                    <a:pt x="39088" y="296144"/>
                  </a:lnTo>
                  <a:lnTo>
                    <a:pt x="37648" y="295664"/>
                  </a:lnTo>
                  <a:lnTo>
                    <a:pt x="34013" y="293675"/>
                  </a:lnTo>
                  <a:lnTo>
                    <a:pt x="32504" y="292715"/>
                  </a:lnTo>
                  <a:lnTo>
                    <a:pt x="31338" y="291755"/>
                  </a:lnTo>
                  <a:lnTo>
                    <a:pt x="30173" y="290726"/>
                  </a:lnTo>
                  <a:lnTo>
                    <a:pt x="29144" y="289697"/>
                  </a:lnTo>
                  <a:lnTo>
                    <a:pt x="28115" y="288531"/>
                  </a:lnTo>
                  <a:lnTo>
                    <a:pt x="27155" y="287365"/>
                  </a:lnTo>
                  <a:cubicBezTo>
                    <a:pt x="27155" y="287365"/>
                    <a:pt x="26744" y="286680"/>
                    <a:pt x="26469" y="286337"/>
                  </a:cubicBezTo>
                  <a:cubicBezTo>
                    <a:pt x="26083" y="285816"/>
                    <a:pt x="25739" y="285266"/>
                    <a:pt x="25441" y="284691"/>
                  </a:cubicBezTo>
                  <a:cubicBezTo>
                    <a:pt x="25167" y="284330"/>
                    <a:pt x="24937" y="283939"/>
                    <a:pt x="24755" y="283525"/>
                  </a:cubicBezTo>
                  <a:lnTo>
                    <a:pt x="23040" y="280027"/>
                  </a:lnTo>
                  <a:cubicBezTo>
                    <a:pt x="20503" y="274815"/>
                    <a:pt x="18034" y="269535"/>
                    <a:pt x="15565" y="264323"/>
                  </a:cubicBezTo>
                  <a:cubicBezTo>
                    <a:pt x="13096" y="259110"/>
                    <a:pt x="10284" y="253213"/>
                    <a:pt x="7815" y="248000"/>
                  </a:cubicBezTo>
                  <a:cubicBezTo>
                    <a:pt x="5347" y="242788"/>
                    <a:pt x="3015" y="237645"/>
                    <a:pt x="203" y="231747"/>
                  </a:cubicBezTo>
                  <a:cubicBezTo>
                    <a:pt x="-288" y="230724"/>
                    <a:pt x="142" y="229497"/>
                    <a:pt x="1163" y="229004"/>
                  </a:cubicBezTo>
                  <a:cubicBezTo>
                    <a:pt x="2206" y="228507"/>
                    <a:pt x="3454" y="228933"/>
                    <a:pt x="3975" y="229964"/>
                  </a:cubicBezTo>
                  <a:cubicBezTo>
                    <a:pt x="6787" y="235862"/>
                    <a:pt x="9187" y="241074"/>
                    <a:pt x="11656" y="246286"/>
                  </a:cubicBezTo>
                  <a:lnTo>
                    <a:pt x="19268" y="262539"/>
                  </a:lnTo>
                  <a:cubicBezTo>
                    <a:pt x="21737" y="267820"/>
                    <a:pt x="24275" y="273032"/>
                    <a:pt x="26812" y="278244"/>
                  </a:cubicBezTo>
                  <a:lnTo>
                    <a:pt x="27704" y="280233"/>
                  </a:lnTo>
                  <a:lnTo>
                    <a:pt x="27704" y="280233"/>
                  </a:lnTo>
                  <a:lnTo>
                    <a:pt x="28321" y="281468"/>
                  </a:lnTo>
                  <a:cubicBezTo>
                    <a:pt x="28530" y="281868"/>
                    <a:pt x="28759" y="282257"/>
                    <a:pt x="29007" y="282633"/>
                  </a:cubicBezTo>
                  <a:cubicBezTo>
                    <a:pt x="29227" y="283041"/>
                    <a:pt x="29479" y="283431"/>
                    <a:pt x="29761" y="283799"/>
                  </a:cubicBezTo>
                  <a:lnTo>
                    <a:pt x="30447" y="284897"/>
                  </a:lnTo>
                  <a:lnTo>
                    <a:pt x="31338" y="285925"/>
                  </a:lnTo>
                  <a:cubicBezTo>
                    <a:pt x="31532" y="286207"/>
                    <a:pt x="31762" y="286460"/>
                    <a:pt x="32024" y="286680"/>
                  </a:cubicBezTo>
                  <a:lnTo>
                    <a:pt x="33053" y="287777"/>
                  </a:lnTo>
                  <a:cubicBezTo>
                    <a:pt x="33338" y="288089"/>
                    <a:pt x="33660" y="288366"/>
                    <a:pt x="34013" y="288600"/>
                  </a:cubicBezTo>
                  <a:cubicBezTo>
                    <a:pt x="34339" y="288895"/>
                    <a:pt x="34683" y="289169"/>
                    <a:pt x="35042" y="289423"/>
                  </a:cubicBezTo>
                  <a:lnTo>
                    <a:pt x="36070" y="290109"/>
                  </a:lnTo>
                  <a:lnTo>
                    <a:pt x="39362" y="291892"/>
                  </a:lnTo>
                  <a:lnTo>
                    <a:pt x="40460" y="292235"/>
                  </a:lnTo>
                  <a:cubicBezTo>
                    <a:pt x="40824" y="292432"/>
                    <a:pt x="41218" y="292571"/>
                    <a:pt x="41626" y="292646"/>
                  </a:cubicBezTo>
                  <a:lnTo>
                    <a:pt x="42860" y="292989"/>
                  </a:lnTo>
                  <a:lnTo>
                    <a:pt x="44094" y="292989"/>
                  </a:lnTo>
                  <a:lnTo>
                    <a:pt x="46152" y="292989"/>
                  </a:lnTo>
                  <a:cubicBezTo>
                    <a:pt x="47520" y="293129"/>
                    <a:pt x="48898" y="293129"/>
                    <a:pt x="50266" y="292989"/>
                  </a:cubicBezTo>
                  <a:lnTo>
                    <a:pt x="52392" y="292989"/>
                  </a:lnTo>
                  <a:lnTo>
                    <a:pt x="54587" y="292577"/>
                  </a:lnTo>
                  <a:lnTo>
                    <a:pt x="56850" y="292097"/>
                  </a:lnTo>
                  <a:lnTo>
                    <a:pt x="59182" y="291412"/>
                  </a:lnTo>
                  <a:lnTo>
                    <a:pt x="61514" y="290520"/>
                  </a:lnTo>
                  <a:cubicBezTo>
                    <a:pt x="62748" y="290040"/>
                    <a:pt x="63914" y="289560"/>
                    <a:pt x="65148" y="288942"/>
                  </a:cubicBezTo>
                  <a:lnTo>
                    <a:pt x="67686" y="287640"/>
                  </a:lnTo>
                  <a:lnTo>
                    <a:pt x="67686" y="287640"/>
                  </a:lnTo>
                  <a:lnTo>
                    <a:pt x="68920" y="287022"/>
                  </a:lnTo>
                  <a:lnTo>
                    <a:pt x="328907" y="136901"/>
                  </a:lnTo>
                  <a:cubicBezTo>
                    <a:pt x="330690" y="135872"/>
                    <a:pt x="332473" y="134706"/>
                    <a:pt x="334325" y="133403"/>
                  </a:cubicBezTo>
                  <a:cubicBezTo>
                    <a:pt x="336177" y="132100"/>
                    <a:pt x="336725" y="131689"/>
                    <a:pt x="337891" y="130729"/>
                  </a:cubicBezTo>
                  <a:lnTo>
                    <a:pt x="341457" y="127711"/>
                  </a:lnTo>
                  <a:lnTo>
                    <a:pt x="343789" y="125517"/>
                  </a:lnTo>
                  <a:lnTo>
                    <a:pt x="346052" y="123253"/>
                  </a:lnTo>
                  <a:lnTo>
                    <a:pt x="348315" y="120853"/>
                  </a:lnTo>
                  <a:lnTo>
                    <a:pt x="350510" y="118384"/>
                  </a:lnTo>
                  <a:cubicBezTo>
                    <a:pt x="351264" y="117492"/>
                    <a:pt x="352018" y="116601"/>
                    <a:pt x="352636" y="115710"/>
                  </a:cubicBezTo>
                  <a:cubicBezTo>
                    <a:pt x="353253" y="114818"/>
                    <a:pt x="353939" y="114063"/>
                    <a:pt x="354556" y="113241"/>
                  </a:cubicBezTo>
                  <a:cubicBezTo>
                    <a:pt x="355173" y="112418"/>
                    <a:pt x="356065" y="111183"/>
                    <a:pt x="356682" y="110292"/>
                  </a:cubicBezTo>
                  <a:cubicBezTo>
                    <a:pt x="357299" y="109400"/>
                    <a:pt x="358054" y="108372"/>
                    <a:pt x="358671" y="107411"/>
                  </a:cubicBezTo>
                  <a:lnTo>
                    <a:pt x="362305" y="101514"/>
                  </a:lnTo>
                  <a:lnTo>
                    <a:pt x="363403" y="99525"/>
                  </a:lnTo>
                  <a:cubicBezTo>
                    <a:pt x="363814" y="98839"/>
                    <a:pt x="364157" y="98153"/>
                    <a:pt x="364500" y="97467"/>
                  </a:cubicBezTo>
                  <a:lnTo>
                    <a:pt x="366557" y="93353"/>
                  </a:lnTo>
                  <a:cubicBezTo>
                    <a:pt x="366557" y="92804"/>
                    <a:pt x="367038" y="92324"/>
                    <a:pt x="367243" y="91844"/>
                  </a:cubicBezTo>
                  <a:lnTo>
                    <a:pt x="367243" y="91227"/>
                  </a:lnTo>
                  <a:lnTo>
                    <a:pt x="368135" y="89169"/>
                  </a:lnTo>
                  <a:lnTo>
                    <a:pt x="370604" y="82860"/>
                  </a:lnTo>
                  <a:cubicBezTo>
                    <a:pt x="370604" y="82174"/>
                    <a:pt x="371015" y="81488"/>
                    <a:pt x="371289" y="80802"/>
                  </a:cubicBezTo>
                  <a:cubicBezTo>
                    <a:pt x="371564" y="80117"/>
                    <a:pt x="371289" y="79979"/>
                    <a:pt x="371632" y="79637"/>
                  </a:cubicBezTo>
                  <a:lnTo>
                    <a:pt x="371632" y="78951"/>
                  </a:lnTo>
                  <a:cubicBezTo>
                    <a:pt x="375816" y="65235"/>
                    <a:pt x="379862" y="52685"/>
                    <a:pt x="383840" y="40066"/>
                  </a:cubicBezTo>
                  <a:cubicBezTo>
                    <a:pt x="387817" y="27447"/>
                    <a:pt x="391863" y="15103"/>
                    <a:pt x="396047" y="1455"/>
                  </a:cubicBezTo>
                  <a:cubicBezTo>
                    <a:pt x="396407" y="373"/>
                    <a:pt x="397557" y="-232"/>
                    <a:pt x="398653" y="84"/>
                  </a:cubicBezTo>
                  <a:cubicBezTo>
                    <a:pt x="399742" y="407"/>
                    <a:pt x="400363" y="1552"/>
                    <a:pt x="400040" y="2641"/>
                  </a:cubicBezTo>
                  <a:cubicBezTo>
                    <a:pt x="400035" y="2657"/>
                    <a:pt x="400030" y="2674"/>
                    <a:pt x="400025" y="2690"/>
                  </a:cubicBezTo>
                  <a:cubicBezTo>
                    <a:pt x="395841" y="16406"/>
                    <a:pt x="391863" y="28819"/>
                    <a:pt x="387817" y="41369"/>
                  </a:cubicBezTo>
                  <a:cubicBezTo>
                    <a:pt x="383771" y="53919"/>
                    <a:pt x="379862" y="66401"/>
                    <a:pt x="375679" y="80048"/>
                  </a:cubicBezTo>
                  <a:lnTo>
                    <a:pt x="375679" y="80802"/>
                  </a:lnTo>
                  <a:cubicBezTo>
                    <a:pt x="375572" y="81246"/>
                    <a:pt x="375434" y="81681"/>
                    <a:pt x="375267" y="82105"/>
                  </a:cubicBezTo>
                  <a:cubicBezTo>
                    <a:pt x="375267" y="82723"/>
                    <a:pt x="374856" y="83546"/>
                    <a:pt x="374581" y="84231"/>
                  </a:cubicBezTo>
                  <a:lnTo>
                    <a:pt x="372044" y="91089"/>
                  </a:lnTo>
                  <a:cubicBezTo>
                    <a:pt x="371766" y="91838"/>
                    <a:pt x="371445" y="92571"/>
                    <a:pt x="371084" y="93284"/>
                  </a:cubicBezTo>
                  <a:lnTo>
                    <a:pt x="371084" y="93901"/>
                  </a:lnTo>
                  <a:cubicBezTo>
                    <a:pt x="370861" y="94463"/>
                    <a:pt x="370609" y="95012"/>
                    <a:pt x="370329" y="95547"/>
                  </a:cubicBezTo>
                  <a:lnTo>
                    <a:pt x="368272" y="99730"/>
                  </a:lnTo>
                  <a:lnTo>
                    <a:pt x="367106" y="101856"/>
                  </a:lnTo>
                  <a:lnTo>
                    <a:pt x="365940" y="103914"/>
                  </a:lnTo>
                  <a:lnTo>
                    <a:pt x="362237" y="110017"/>
                  </a:lnTo>
                  <a:lnTo>
                    <a:pt x="360180" y="113035"/>
                  </a:lnTo>
                  <a:lnTo>
                    <a:pt x="358122" y="115915"/>
                  </a:lnTo>
                  <a:lnTo>
                    <a:pt x="355996" y="118659"/>
                  </a:lnTo>
                  <a:lnTo>
                    <a:pt x="353733" y="121402"/>
                  </a:lnTo>
                  <a:lnTo>
                    <a:pt x="351607" y="123802"/>
                  </a:lnTo>
                  <a:lnTo>
                    <a:pt x="349138" y="126477"/>
                  </a:lnTo>
                  <a:lnTo>
                    <a:pt x="346738" y="128877"/>
                  </a:lnTo>
                  <a:lnTo>
                    <a:pt x="344338" y="131140"/>
                  </a:lnTo>
                  <a:lnTo>
                    <a:pt x="340566" y="134295"/>
                  </a:lnTo>
                  <a:cubicBezTo>
                    <a:pt x="339331" y="135324"/>
                    <a:pt x="338097" y="136284"/>
                    <a:pt x="336794" y="137175"/>
                  </a:cubicBezTo>
                  <a:cubicBezTo>
                    <a:pt x="334948" y="138521"/>
                    <a:pt x="333024" y="139758"/>
                    <a:pt x="331033" y="140878"/>
                  </a:cubicBezTo>
                  <a:lnTo>
                    <a:pt x="71938" y="289629"/>
                  </a:lnTo>
                  <a:lnTo>
                    <a:pt x="70909" y="290246"/>
                  </a:lnTo>
                  <a:lnTo>
                    <a:pt x="67000" y="292303"/>
                  </a:lnTo>
                  <a:cubicBezTo>
                    <a:pt x="65697" y="292920"/>
                    <a:pt x="64463" y="293538"/>
                    <a:pt x="63160" y="294018"/>
                  </a:cubicBezTo>
                  <a:lnTo>
                    <a:pt x="60553" y="294909"/>
                  </a:lnTo>
                  <a:cubicBezTo>
                    <a:pt x="59728" y="295224"/>
                    <a:pt x="58879" y="295476"/>
                    <a:pt x="58016" y="295664"/>
                  </a:cubicBezTo>
                  <a:cubicBezTo>
                    <a:pt x="57190" y="295942"/>
                    <a:pt x="56340" y="296148"/>
                    <a:pt x="55479" y="296281"/>
                  </a:cubicBezTo>
                  <a:lnTo>
                    <a:pt x="53010" y="296692"/>
                  </a:lnTo>
                  <a:cubicBezTo>
                    <a:pt x="52211" y="296762"/>
                    <a:pt x="51408" y="296762"/>
                    <a:pt x="50609" y="296692"/>
                  </a:cubicBezTo>
                  <a:close/>
                </a:path>
              </a:pathLst>
            </a:custGeom>
            <a:solidFill>
              <a:srgbClr val="CBD1D4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38" name="Graphic 9">
              <a:extLst>
                <a:ext uri="{FF2B5EF4-FFF2-40B4-BE49-F238E27FC236}">
                  <a16:creationId xmlns:a16="http://schemas.microsoft.com/office/drawing/2014/main" id="{2809D067-EBFD-2C74-CABA-6922402FF490}"/>
                </a:ext>
              </a:extLst>
            </p:cNvPr>
            <p:cNvGrpSpPr/>
            <p:nvPr/>
          </p:nvGrpSpPr>
          <p:grpSpPr>
            <a:xfrm>
              <a:off x="4805373" y="4475530"/>
              <a:ext cx="3027532" cy="1715391"/>
              <a:chOff x="4805373" y="4475530"/>
              <a:chExt cx="3027532" cy="1715391"/>
            </a:xfrm>
          </p:grpSpPr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F1710070-2230-A0E9-8094-D1E277C6610B}"/>
                  </a:ext>
                </a:extLst>
              </p:cNvPr>
              <p:cNvSpPr/>
              <p:nvPr/>
            </p:nvSpPr>
            <p:spPr>
              <a:xfrm>
                <a:off x="4869426" y="4479919"/>
                <a:ext cx="2963478" cy="1711002"/>
              </a:xfrm>
              <a:custGeom>
                <a:avLst/>
                <a:gdLst>
                  <a:gd name="connsiteX0" fmla="*/ 2963479 w 2963478"/>
                  <a:gd name="connsiteY0" fmla="*/ 1002297 h 1711002"/>
                  <a:gd name="connsiteX1" fmla="*/ 1735966 w 2963478"/>
                  <a:gd name="connsiteY1" fmla="*/ 1711002 h 1711002"/>
                  <a:gd name="connsiteX2" fmla="*/ 0 w 2963478"/>
                  <a:gd name="connsiteY2" fmla="*/ 708706 h 1711002"/>
                  <a:gd name="connsiteX3" fmla="*/ 1227445 w 2963478"/>
                  <a:gd name="connsiteY3" fmla="*/ 0 h 1711002"/>
                  <a:gd name="connsiteX4" fmla="*/ 2963479 w 2963478"/>
                  <a:gd name="connsiteY4" fmla="*/ 1002297 h 1711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63478" h="1711002">
                    <a:moveTo>
                      <a:pt x="2963479" y="1002297"/>
                    </a:moveTo>
                    <a:lnTo>
                      <a:pt x="1735966" y="1711002"/>
                    </a:lnTo>
                    <a:lnTo>
                      <a:pt x="0" y="708706"/>
                    </a:lnTo>
                    <a:lnTo>
                      <a:pt x="1227445" y="0"/>
                    </a:lnTo>
                    <a:lnTo>
                      <a:pt x="2963479" y="1002297"/>
                    </a:lnTo>
                    <a:close/>
                  </a:path>
                </a:pathLst>
              </a:custGeom>
              <a:solidFill>
                <a:srgbClr val="9EBAEF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12748A65-8B33-2F26-9039-0AB8F48A7694}"/>
                  </a:ext>
                </a:extLst>
              </p:cNvPr>
              <p:cNvSpPr/>
              <p:nvPr/>
            </p:nvSpPr>
            <p:spPr>
              <a:xfrm>
                <a:off x="4805373" y="4475530"/>
                <a:ext cx="2963547" cy="1711002"/>
              </a:xfrm>
              <a:custGeom>
                <a:avLst/>
                <a:gdLst>
                  <a:gd name="connsiteX0" fmla="*/ 2963547 w 2963547"/>
                  <a:gd name="connsiteY0" fmla="*/ 1002297 h 1711002"/>
                  <a:gd name="connsiteX1" fmla="*/ 1736034 w 2963547"/>
                  <a:gd name="connsiteY1" fmla="*/ 1711003 h 1711002"/>
                  <a:gd name="connsiteX2" fmla="*/ 0 w 2963547"/>
                  <a:gd name="connsiteY2" fmla="*/ 708706 h 1711002"/>
                  <a:gd name="connsiteX3" fmla="*/ 1227514 w 2963547"/>
                  <a:gd name="connsiteY3" fmla="*/ 0 h 1711002"/>
                  <a:gd name="connsiteX4" fmla="*/ 2963547 w 2963547"/>
                  <a:gd name="connsiteY4" fmla="*/ 1002297 h 1711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63547" h="1711002">
                    <a:moveTo>
                      <a:pt x="2963547" y="1002297"/>
                    </a:moveTo>
                    <a:lnTo>
                      <a:pt x="1736034" y="1711003"/>
                    </a:lnTo>
                    <a:lnTo>
                      <a:pt x="0" y="708706"/>
                    </a:lnTo>
                    <a:lnTo>
                      <a:pt x="1227514" y="0"/>
                    </a:lnTo>
                    <a:lnTo>
                      <a:pt x="2963547" y="1002297"/>
                    </a:lnTo>
                    <a:close/>
                  </a:path>
                </a:pathLst>
              </a:custGeom>
              <a:solidFill>
                <a:srgbClr val="F5F5F5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92FB767C-A650-4B5A-77BC-C79108E1215F}"/>
                  </a:ext>
                </a:extLst>
              </p:cNvPr>
              <p:cNvSpPr/>
              <p:nvPr/>
            </p:nvSpPr>
            <p:spPr>
              <a:xfrm>
                <a:off x="5513873" y="4621400"/>
                <a:ext cx="642937" cy="371223"/>
              </a:xfrm>
              <a:custGeom>
                <a:avLst/>
                <a:gdLst>
                  <a:gd name="connsiteX0" fmla="*/ 642938 w 642937"/>
                  <a:gd name="connsiteY0" fmla="*/ 18037 h 371223"/>
                  <a:gd name="connsiteX1" fmla="*/ 31135 w 642937"/>
                  <a:gd name="connsiteY1" fmla="*/ 371224 h 371223"/>
                  <a:gd name="connsiteX2" fmla="*/ 0 w 642937"/>
                  <a:gd name="connsiteY2" fmla="*/ 353256 h 371223"/>
                  <a:gd name="connsiteX3" fmla="*/ 611733 w 642937"/>
                  <a:gd name="connsiteY3" fmla="*/ 0 h 371223"/>
                  <a:gd name="connsiteX4" fmla="*/ 642938 w 642937"/>
                  <a:gd name="connsiteY4" fmla="*/ 18037 h 371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2937" h="371223">
                    <a:moveTo>
                      <a:pt x="642938" y="18037"/>
                    </a:moveTo>
                    <a:lnTo>
                      <a:pt x="31135" y="371224"/>
                    </a:lnTo>
                    <a:lnTo>
                      <a:pt x="0" y="353256"/>
                    </a:lnTo>
                    <a:lnTo>
                      <a:pt x="611733" y="0"/>
                    </a:lnTo>
                    <a:lnTo>
                      <a:pt x="642938" y="180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1982D243-980E-3F2E-66CC-DE028D1582E6}"/>
                  </a:ext>
                </a:extLst>
              </p:cNvPr>
              <p:cNvSpPr/>
              <p:nvPr/>
            </p:nvSpPr>
            <p:spPr>
              <a:xfrm>
                <a:off x="5892366" y="5091927"/>
                <a:ext cx="240304" cy="138737"/>
              </a:xfrm>
              <a:custGeom>
                <a:avLst/>
                <a:gdLst>
                  <a:gd name="connsiteX0" fmla="*/ 240304 w 240304"/>
                  <a:gd name="connsiteY0" fmla="*/ 18037 h 138737"/>
                  <a:gd name="connsiteX1" fmla="*/ 31204 w 240304"/>
                  <a:gd name="connsiteY1" fmla="*/ 138738 h 138737"/>
                  <a:gd name="connsiteX2" fmla="*/ 0 w 240304"/>
                  <a:gd name="connsiteY2" fmla="*/ 120770 h 138737"/>
                  <a:gd name="connsiteX3" fmla="*/ 209169 w 240304"/>
                  <a:gd name="connsiteY3" fmla="*/ 0 h 138737"/>
                  <a:gd name="connsiteX4" fmla="*/ 240304 w 240304"/>
                  <a:gd name="connsiteY4" fmla="*/ 18037 h 138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304" h="138737">
                    <a:moveTo>
                      <a:pt x="240304" y="18037"/>
                    </a:moveTo>
                    <a:lnTo>
                      <a:pt x="31204" y="138738"/>
                    </a:lnTo>
                    <a:lnTo>
                      <a:pt x="0" y="120770"/>
                    </a:lnTo>
                    <a:lnTo>
                      <a:pt x="209169" y="0"/>
                    </a:lnTo>
                    <a:lnTo>
                      <a:pt x="240304" y="18037"/>
                    </a:lnTo>
                    <a:close/>
                  </a:path>
                </a:pathLst>
              </a:custGeom>
              <a:solidFill>
                <a:srgbClr val="C7CE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8D29B5D6-BC14-44E0-7F55-19EC9613C075}"/>
                  </a:ext>
                </a:extLst>
              </p:cNvPr>
              <p:cNvSpPr/>
              <p:nvPr/>
            </p:nvSpPr>
            <p:spPr>
              <a:xfrm>
                <a:off x="6873128" y="5658192"/>
                <a:ext cx="234543" cy="135376"/>
              </a:xfrm>
              <a:custGeom>
                <a:avLst/>
                <a:gdLst>
                  <a:gd name="connsiteX0" fmla="*/ 234544 w 234543"/>
                  <a:gd name="connsiteY0" fmla="*/ 14676 h 135376"/>
                  <a:gd name="connsiteX1" fmla="*/ 25443 w 234543"/>
                  <a:gd name="connsiteY1" fmla="*/ 135377 h 135376"/>
                  <a:gd name="connsiteX2" fmla="*/ 0 w 234543"/>
                  <a:gd name="connsiteY2" fmla="*/ 120701 h 135376"/>
                  <a:gd name="connsiteX3" fmla="*/ 209101 w 234543"/>
                  <a:gd name="connsiteY3" fmla="*/ 0 h 135376"/>
                  <a:gd name="connsiteX4" fmla="*/ 234544 w 234543"/>
                  <a:gd name="connsiteY4" fmla="*/ 14676 h 135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4543" h="135376">
                    <a:moveTo>
                      <a:pt x="234544" y="14676"/>
                    </a:moveTo>
                    <a:lnTo>
                      <a:pt x="25443" y="135377"/>
                    </a:lnTo>
                    <a:lnTo>
                      <a:pt x="0" y="120701"/>
                    </a:lnTo>
                    <a:lnTo>
                      <a:pt x="209101" y="0"/>
                    </a:lnTo>
                    <a:lnTo>
                      <a:pt x="234544" y="14676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B90AF92B-9C68-7F5E-1E6D-68DCA70A2CAC}"/>
                  </a:ext>
                </a:extLst>
              </p:cNvPr>
              <p:cNvSpPr/>
              <p:nvPr/>
            </p:nvSpPr>
            <p:spPr>
              <a:xfrm>
                <a:off x="5888594" y="4547882"/>
                <a:ext cx="125227" cy="72283"/>
              </a:xfrm>
              <a:custGeom>
                <a:avLst/>
                <a:gdLst>
                  <a:gd name="connsiteX0" fmla="*/ 125227 w 125227"/>
                  <a:gd name="connsiteY0" fmla="*/ 8984 h 72283"/>
                  <a:gd name="connsiteX1" fmla="*/ 15568 w 125227"/>
                  <a:gd name="connsiteY1" fmla="*/ 72283 h 72283"/>
                  <a:gd name="connsiteX2" fmla="*/ 0 w 125227"/>
                  <a:gd name="connsiteY2" fmla="*/ 63299 h 72283"/>
                  <a:gd name="connsiteX3" fmla="*/ 109659 w 125227"/>
                  <a:gd name="connsiteY3" fmla="*/ 0 h 72283"/>
                  <a:gd name="connsiteX4" fmla="*/ 125227 w 125227"/>
                  <a:gd name="connsiteY4" fmla="*/ 8984 h 72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227" h="72283">
                    <a:moveTo>
                      <a:pt x="125227" y="8984"/>
                    </a:moveTo>
                    <a:lnTo>
                      <a:pt x="15568" y="72283"/>
                    </a:lnTo>
                    <a:lnTo>
                      <a:pt x="0" y="63299"/>
                    </a:lnTo>
                    <a:lnTo>
                      <a:pt x="109659" y="0"/>
                    </a:lnTo>
                    <a:lnTo>
                      <a:pt x="125227" y="8984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7FE04E21-F098-6AA5-C8E7-2809440948D1}"/>
                  </a:ext>
                </a:extLst>
              </p:cNvPr>
              <p:cNvSpPr/>
              <p:nvPr/>
            </p:nvSpPr>
            <p:spPr>
              <a:xfrm>
                <a:off x="5581355" y="4660422"/>
                <a:ext cx="643006" cy="371223"/>
              </a:xfrm>
              <a:custGeom>
                <a:avLst/>
                <a:gdLst>
                  <a:gd name="connsiteX0" fmla="*/ 643006 w 643006"/>
                  <a:gd name="connsiteY0" fmla="*/ 17968 h 371223"/>
                  <a:gd name="connsiteX1" fmla="*/ 31204 w 643006"/>
                  <a:gd name="connsiteY1" fmla="*/ 371224 h 371223"/>
                  <a:gd name="connsiteX2" fmla="*/ 0 w 643006"/>
                  <a:gd name="connsiteY2" fmla="*/ 353256 h 371223"/>
                  <a:gd name="connsiteX3" fmla="*/ 611802 w 643006"/>
                  <a:gd name="connsiteY3" fmla="*/ 0 h 371223"/>
                  <a:gd name="connsiteX4" fmla="*/ 643006 w 643006"/>
                  <a:gd name="connsiteY4" fmla="*/ 17968 h 371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3006" h="371223">
                    <a:moveTo>
                      <a:pt x="643006" y="17968"/>
                    </a:moveTo>
                    <a:lnTo>
                      <a:pt x="31204" y="371224"/>
                    </a:lnTo>
                    <a:lnTo>
                      <a:pt x="0" y="353256"/>
                    </a:lnTo>
                    <a:lnTo>
                      <a:pt x="611802" y="0"/>
                    </a:lnTo>
                    <a:lnTo>
                      <a:pt x="643006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56F1EB0-6D82-5B7D-8676-EC46BFCAF421}"/>
                  </a:ext>
                </a:extLst>
              </p:cNvPr>
              <p:cNvSpPr/>
              <p:nvPr/>
            </p:nvSpPr>
            <p:spPr>
              <a:xfrm>
                <a:off x="6296988" y="4997081"/>
                <a:ext cx="510509" cy="294756"/>
              </a:xfrm>
              <a:custGeom>
                <a:avLst/>
                <a:gdLst>
                  <a:gd name="connsiteX0" fmla="*/ 510509 w 510509"/>
                  <a:gd name="connsiteY0" fmla="*/ 17968 h 294756"/>
                  <a:gd name="connsiteX1" fmla="*/ 31204 w 510509"/>
                  <a:gd name="connsiteY1" fmla="*/ 294757 h 294756"/>
                  <a:gd name="connsiteX2" fmla="*/ 0 w 510509"/>
                  <a:gd name="connsiteY2" fmla="*/ 276720 h 294756"/>
                  <a:gd name="connsiteX3" fmla="*/ 479305 w 510509"/>
                  <a:gd name="connsiteY3" fmla="*/ 0 h 294756"/>
                  <a:gd name="connsiteX4" fmla="*/ 510509 w 510509"/>
                  <a:gd name="connsiteY4" fmla="*/ 17968 h 294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0509" h="294756">
                    <a:moveTo>
                      <a:pt x="510509" y="17968"/>
                    </a:moveTo>
                    <a:lnTo>
                      <a:pt x="31204" y="294757"/>
                    </a:lnTo>
                    <a:lnTo>
                      <a:pt x="0" y="276720"/>
                    </a:lnTo>
                    <a:lnTo>
                      <a:pt x="479305" y="0"/>
                    </a:lnTo>
                    <a:lnTo>
                      <a:pt x="510509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158485C0-24EE-3DD7-D80A-7359509F0C24}"/>
                  </a:ext>
                </a:extLst>
              </p:cNvPr>
              <p:cNvSpPr/>
              <p:nvPr/>
            </p:nvSpPr>
            <p:spPr>
              <a:xfrm>
                <a:off x="6359327" y="5033086"/>
                <a:ext cx="510509" cy="294756"/>
              </a:xfrm>
              <a:custGeom>
                <a:avLst/>
                <a:gdLst>
                  <a:gd name="connsiteX0" fmla="*/ 510510 w 510509"/>
                  <a:gd name="connsiteY0" fmla="*/ 17968 h 294756"/>
                  <a:gd name="connsiteX1" fmla="*/ 31204 w 510509"/>
                  <a:gd name="connsiteY1" fmla="*/ 294757 h 294756"/>
                  <a:gd name="connsiteX2" fmla="*/ 0 w 510509"/>
                  <a:gd name="connsiteY2" fmla="*/ 276720 h 294756"/>
                  <a:gd name="connsiteX3" fmla="*/ 479306 w 510509"/>
                  <a:gd name="connsiteY3" fmla="*/ 0 h 294756"/>
                  <a:gd name="connsiteX4" fmla="*/ 510510 w 510509"/>
                  <a:gd name="connsiteY4" fmla="*/ 17968 h 294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0509" h="294756">
                    <a:moveTo>
                      <a:pt x="510510" y="17968"/>
                    </a:moveTo>
                    <a:lnTo>
                      <a:pt x="31204" y="294757"/>
                    </a:lnTo>
                    <a:lnTo>
                      <a:pt x="0" y="276720"/>
                    </a:lnTo>
                    <a:lnTo>
                      <a:pt x="479306" y="0"/>
                    </a:lnTo>
                    <a:lnTo>
                      <a:pt x="510510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F852F072-AA9D-8B4A-4067-870409C7F407}"/>
                  </a:ext>
                </a:extLst>
              </p:cNvPr>
              <p:cNvSpPr/>
              <p:nvPr/>
            </p:nvSpPr>
            <p:spPr>
              <a:xfrm>
                <a:off x="6421735" y="5069090"/>
                <a:ext cx="510441" cy="294688"/>
              </a:xfrm>
              <a:custGeom>
                <a:avLst/>
                <a:gdLst>
                  <a:gd name="connsiteX0" fmla="*/ 510441 w 510441"/>
                  <a:gd name="connsiteY0" fmla="*/ 17968 h 294688"/>
                  <a:gd name="connsiteX1" fmla="*/ 31136 w 510441"/>
                  <a:gd name="connsiteY1" fmla="*/ 294688 h 294688"/>
                  <a:gd name="connsiteX2" fmla="*/ 0 w 510441"/>
                  <a:gd name="connsiteY2" fmla="*/ 276720 h 294688"/>
                  <a:gd name="connsiteX3" fmla="*/ 479306 w 510441"/>
                  <a:gd name="connsiteY3" fmla="*/ 0 h 294688"/>
                  <a:gd name="connsiteX4" fmla="*/ 510441 w 510441"/>
                  <a:gd name="connsiteY4" fmla="*/ 17968 h 29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0441" h="294688">
                    <a:moveTo>
                      <a:pt x="510441" y="17968"/>
                    </a:moveTo>
                    <a:lnTo>
                      <a:pt x="31136" y="294688"/>
                    </a:lnTo>
                    <a:lnTo>
                      <a:pt x="0" y="276720"/>
                    </a:lnTo>
                    <a:lnTo>
                      <a:pt x="479306" y="0"/>
                    </a:lnTo>
                    <a:lnTo>
                      <a:pt x="510441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127BC740-0DB5-4F15-8CEB-90438780DB59}"/>
                  </a:ext>
                </a:extLst>
              </p:cNvPr>
              <p:cNvSpPr/>
              <p:nvPr/>
            </p:nvSpPr>
            <p:spPr>
              <a:xfrm>
                <a:off x="6092894" y="5189722"/>
                <a:ext cx="1048176" cy="605149"/>
              </a:xfrm>
              <a:custGeom>
                <a:avLst/>
                <a:gdLst>
                  <a:gd name="connsiteX0" fmla="*/ 1048177 w 1048176"/>
                  <a:gd name="connsiteY0" fmla="*/ 17968 h 605149"/>
                  <a:gd name="connsiteX1" fmla="*/ 31135 w 1048176"/>
                  <a:gd name="connsiteY1" fmla="*/ 605150 h 605149"/>
                  <a:gd name="connsiteX2" fmla="*/ 0 w 1048176"/>
                  <a:gd name="connsiteY2" fmla="*/ 587182 h 605149"/>
                  <a:gd name="connsiteX3" fmla="*/ 1017041 w 1048176"/>
                  <a:gd name="connsiteY3" fmla="*/ 0 h 605149"/>
                  <a:gd name="connsiteX4" fmla="*/ 1048177 w 1048176"/>
                  <a:gd name="connsiteY4" fmla="*/ 17968 h 605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8176" h="605149">
                    <a:moveTo>
                      <a:pt x="1048177" y="17968"/>
                    </a:moveTo>
                    <a:lnTo>
                      <a:pt x="31135" y="605150"/>
                    </a:lnTo>
                    <a:lnTo>
                      <a:pt x="0" y="587182"/>
                    </a:lnTo>
                    <a:lnTo>
                      <a:pt x="1017041" y="0"/>
                    </a:lnTo>
                    <a:lnTo>
                      <a:pt x="1048177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8EF7B25D-8D11-6E1F-36C7-E5E63F5805FA}"/>
                  </a:ext>
                </a:extLst>
              </p:cNvPr>
              <p:cNvSpPr/>
              <p:nvPr/>
            </p:nvSpPr>
            <p:spPr>
              <a:xfrm>
                <a:off x="6155233" y="5225658"/>
                <a:ext cx="1048176" cy="605218"/>
              </a:xfrm>
              <a:custGeom>
                <a:avLst/>
                <a:gdLst>
                  <a:gd name="connsiteX0" fmla="*/ 1048177 w 1048176"/>
                  <a:gd name="connsiteY0" fmla="*/ 18037 h 605218"/>
                  <a:gd name="connsiteX1" fmla="*/ 31136 w 1048176"/>
                  <a:gd name="connsiteY1" fmla="*/ 605219 h 605218"/>
                  <a:gd name="connsiteX2" fmla="*/ 0 w 1048176"/>
                  <a:gd name="connsiteY2" fmla="*/ 587251 h 605218"/>
                  <a:gd name="connsiteX3" fmla="*/ 1017041 w 1048176"/>
                  <a:gd name="connsiteY3" fmla="*/ 0 h 605218"/>
                  <a:gd name="connsiteX4" fmla="*/ 1048177 w 1048176"/>
                  <a:gd name="connsiteY4" fmla="*/ 18037 h 605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8176" h="605218">
                    <a:moveTo>
                      <a:pt x="1048177" y="18037"/>
                    </a:moveTo>
                    <a:lnTo>
                      <a:pt x="31136" y="605219"/>
                    </a:lnTo>
                    <a:lnTo>
                      <a:pt x="0" y="587251"/>
                    </a:lnTo>
                    <a:lnTo>
                      <a:pt x="1017041" y="0"/>
                    </a:lnTo>
                    <a:lnTo>
                      <a:pt x="1048177" y="180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4CFE4E6A-C1FC-D857-9DBD-55361C1B4443}"/>
                  </a:ext>
                </a:extLst>
              </p:cNvPr>
              <p:cNvSpPr/>
              <p:nvPr/>
            </p:nvSpPr>
            <p:spPr>
              <a:xfrm>
                <a:off x="6713337" y="5322836"/>
                <a:ext cx="661316" cy="381853"/>
              </a:xfrm>
              <a:custGeom>
                <a:avLst/>
                <a:gdLst>
                  <a:gd name="connsiteX0" fmla="*/ 661317 w 661316"/>
                  <a:gd name="connsiteY0" fmla="*/ 18037 h 381853"/>
                  <a:gd name="connsiteX1" fmla="*/ 31204 w 661316"/>
                  <a:gd name="connsiteY1" fmla="*/ 381853 h 381853"/>
                  <a:gd name="connsiteX2" fmla="*/ 0 w 661316"/>
                  <a:gd name="connsiteY2" fmla="*/ 363817 h 381853"/>
                  <a:gd name="connsiteX3" fmla="*/ 630182 w 661316"/>
                  <a:gd name="connsiteY3" fmla="*/ 0 h 381853"/>
                  <a:gd name="connsiteX4" fmla="*/ 661317 w 661316"/>
                  <a:gd name="connsiteY4" fmla="*/ 18037 h 381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1316" h="381853">
                    <a:moveTo>
                      <a:pt x="661317" y="18037"/>
                    </a:moveTo>
                    <a:lnTo>
                      <a:pt x="31204" y="381853"/>
                    </a:lnTo>
                    <a:lnTo>
                      <a:pt x="0" y="363817"/>
                    </a:lnTo>
                    <a:lnTo>
                      <a:pt x="630182" y="0"/>
                    </a:lnTo>
                    <a:lnTo>
                      <a:pt x="661317" y="180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8272290E-86CF-E9F3-4F91-942C5C4A5750}"/>
                  </a:ext>
                </a:extLst>
              </p:cNvPr>
              <p:cNvSpPr/>
              <p:nvPr/>
            </p:nvSpPr>
            <p:spPr>
              <a:xfrm>
                <a:off x="6765663" y="5353080"/>
                <a:ext cx="661316" cy="381784"/>
              </a:xfrm>
              <a:custGeom>
                <a:avLst/>
                <a:gdLst>
                  <a:gd name="connsiteX0" fmla="*/ 661317 w 661316"/>
                  <a:gd name="connsiteY0" fmla="*/ 17968 h 381784"/>
                  <a:gd name="connsiteX1" fmla="*/ 31204 w 661316"/>
                  <a:gd name="connsiteY1" fmla="*/ 381785 h 381784"/>
                  <a:gd name="connsiteX2" fmla="*/ 0 w 661316"/>
                  <a:gd name="connsiteY2" fmla="*/ 363817 h 381784"/>
                  <a:gd name="connsiteX3" fmla="*/ 630182 w 661316"/>
                  <a:gd name="connsiteY3" fmla="*/ 0 h 381784"/>
                  <a:gd name="connsiteX4" fmla="*/ 661317 w 661316"/>
                  <a:gd name="connsiteY4" fmla="*/ 17968 h 381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1316" h="381784">
                    <a:moveTo>
                      <a:pt x="661317" y="17968"/>
                    </a:moveTo>
                    <a:lnTo>
                      <a:pt x="31204" y="381785"/>
                    </a:lnTo>
                    <a:lnTo>
                      <a:pt x="0" y="363817"/>
                    </a:lnTo>
                    <a:lnTo>
                      <a:pt x="630182" y="0"/>
                    </a:lnTo>
                    <a:lnTo>
                      <a:pt x="661317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D95F0C4A-15D6-A926-AC8B-6345A7BA71ED}"/>
                  </a:ext>
                </a:extLst>
              </p:cNvPr>
              <p:cNvSpPr/>
              <p:nvPr/>
            </p:nvSpPr>
            <p:spPr>
              <a:xfrm>
                <a:off x="6817990" y="5383255"/>
                <a:ext cx="661316" cy="381853"/>
              </a:xfrm>
              <a:custGeom>
                <a:avLst/>
                <a:gdLst>
                  <a:gd name="connsiteX0" fmla="*/ 661317 w 661316"/>
                  <a:gd name="connsiteY0" fmla="*/ 18037 h 381853"/>
                  <a:gd name="connsiteX1" fmla="*/ 31204 w 661316"/>
                  <a:gd name="connsiteY1" fmla="*/ 381853 h 381853"/>
                  <a:gd name="connsiteX2" fmla="*/ 0 w 661316"/>
                  <a:gd name="connsiteY2" fmla="*/ 363817 h 381853"/>
                  <a:gd name="connsiteX3" fmla="*/ 630182 w 661316"/>
                  <a:gd name="connsiteY3" fmla="*/ 0 h 381853"/>
                  <a:gd name="connsiteX4" fmla="*/ 661317 w 661316"/>
                  <a:gd name="connsiteY4" fmla="*/ 18037 h 381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1316" h="381853">
                    <a:moveTo>
                      <a:pt x="661317" y="18037"/>
                    </a:moveTo>
                    <a:lnTo>
                      <a:pt x="31204" y="381853"/>
                    </a:lnTo>
                    <a:lnTo>
                      <a:pt x="0" y="363817"/>
                    </a:lnTo>
                    <a:lnTo>
                      <a:pt x="630182" y="0"/>
                    </a:lnTo>
                    <a:lnTo>
                      <a:pt x="661317" y="180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8EE51250-B2F4-A64C-784F-A2E0C419F2D3}"/>
                  </a:ext>
                </a:extLst>
              </p:cNvPr>
              <p:cNvSpPr/>
              <p:nvPr/>
            </p:nvSpPr>
            <p:spPr>
              <a:xfrm>
                <a:off x="6217572" y="5261663"/>
                <a:ext cx="1048176" cy="605218"/>
              </a:xfrm>
              <a:custGeom>
                <a:avLst/>
                <a:gdLst>
                  <a:gd name="connsiteX0" fmla="*/ 1048177 w 1048176"/>
                  <a:gd name="connsiteY0" fmla="*/ 18037 h 605218"/>
                  <a:gd name="connsiteX1" fmla="*/ 31135 w 1048176"/>
                  <a:gd name="connsiteY1" fmla="*/ 605219 h 605218"/>
                  <a:gd name="connsiteX2" fmla="*/ 0 w 1048176"/>
                  <a:gd name="connsiteY2" fmla="*/ 587182 h 605218"/>
                  <a:gd name="connsiteX3" fmla="*/ 1017041 w 1048176"/>
                  <a:gd name="connsiteY3" fmla="*/ 0 h 605218"/>
                  <a:gd name="connsiteX4" fmla="*/ 1048177 w 1048176"/>
                  <a:gd name="connsiteY4" fmla="*/ 18037 h 605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8176" h="605218">
                    <a:moveTo>
                      <a:pt x="1048177" y="18037"/>
                    </a:moveTo>
                    <a:lnTo>
                      <a:pt x="31135" y="605219"/>
                    </a:lnTo>
                    <a:lnTo>
                      <a:pt x="0" y="587182"/>
                    </a:lnTo>
                    <a:lnTo>
                      <a:pt x="1017041" y="0"/>
                    </a:lnTo>
                    <a:lnTo>
                      <a:pt x="1048177" y="180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D25F5724-3E80-74CA-1EB4-C38B6BDEFEDB}"/>
                  </a:ext>
                </a:extLst>
              </p:cNvPr>
              <p:cNvSpPr/>
              <p:nvPr/>
            </p:nvSpPr>
            <p:spPr>
              <a:xfrm>
                <a:off x="5754040" y="5012100"/>
                <a:ext cx="643006" cy="371223"/>
              </a:xfrm>
              <a:custGeom>
                <a:avLst/>
                <a:gdLst>
                  <a:gd name="connsiteX0" fmla="*/ 643006 w 643006"/>
                  <a:gd name="connsiteY0" fmla="*/ 17968 h 371223"/>
                  <a:gd name="connsiteX1" fmla="*/ 31204 w 643006"/>
                  <a:gd name="connsiteY1" fmla="*/ 371223 h 371223"/>
                  <a:gd name="connsiteX2" fmla="*/ 0 w 643006"/>
                  <a:gd name="connsiteY2" fmla="*/ 353187 h 371223"/>
                  <a:gd name="connsiteX3" fmla="*/ 611802 w 643006"/>
                  <a:gd name="connsiteY3" fmla="*/ 0 h 371223"/>
                  <a:gd name="connsiteX4" fmla="*/ 643006 w 643006"/>
                  <a:gd name="connsiteY4" fmla="*/ 17968 h 371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3006" h="371223">
                    <a:moveTo>
                      <a:pt x="643006" y="17968"/>
                    </a:moveTo>
                    <a:lnTo>
                      <a:pt x="31204" y="371223"/>
                    </a:lnTo>
                    <a:lnTo>
                      <a:pt x="0" y="353187"/>
                    </a:lnTo>
                    <a:lnTo>
                      <a:pt x="611802" y="0"/>
                    </a:lnTo>
                    <a:lnTo>
                      <a:pt x="643006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370C6D72-23AB-0000-3C87-24FDB29BCA22}"/>
                  </a:ext>
                </a:extLst>
              </p:cNvPr>
              <p:cNvSpPr/>
              <p:nvPr/>
            </p:nvSpPr>
            <p:spPr>
              <a:xfrm>
                <a:off x="5648907" y="4699444"/>
                <a:ext cx="643005" cy="371223"/>
              </a:xfrm>
              <a:custGeom>
                <a:avLst/>
                <a:gdLst>
                  <a:gd name="connsiteX0" fmla="*/ 643006 w 643005"/>
                  <a:gd name="connsiteY0" fmla="*/ 17968 h 371223"/>
                  <a:gd name="connsiteX1" fmla="*/ 31204 w 643005"/>
                  <a:gd name="connsiteY1" fmla="*/ 371224 h 371223"/>
                  <a:gd name="connsiteX2" fmla="*/ 0 w 643005"/>
                  <a:gd name="connsiteY2" fmla="*/ 353187 h 371223"/>
                  <a:gd name="connsiteX3" fmla="*/ 611802 w 643005"/>
                  <a:gd name="connsiteY3" fmla="*/ 0 h 371223"/>
                  <a:gd name="connsiteX4" fmla="*/ 643006 w 643005"/>
                  <a:gd name="connsiteY4" fmla="*/ 17968 h 371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3005" h="371223">
                    <a:moveTo>
                      <a:pt x="643006" y="17968"/>
                    </a:moveTo>
                    <a:lnTo>
                      <a:pt x="31204" y="371224"/>
                    </a:lnTo>
                    <a:lnTo>
                      <a:pt x="0" y="353187"/>
                    </a:lnTo>
                    <a:lnTo>
                      <a:pt x="611802" y="0"/>
                    </a:lnTo>
                    <a:lnTo>
                      <a:pt x="643006" y="17968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907D03E8-850A-8CBF-D9F6-7E05407038FB}"/>
                  </a:ext>
                </a:extLst>
              </p:cNvPr>
              <p:cNvSpPr/>
              <p:nvPr/>
            </p:nvSpPr>
            <p:spPr>
              <a:xfrm>
                <a:off x="5713646" y="5475358"/>
                <a:ext cx="551109" cy="197921"/>
              </a:xfrm>
              <a:custGeom>
                <a:avLst/>
                <a:gdLst>
                  <a:gd name="connsiteX0" fmla="*/ 217193 w 551109"/>
                  <a:gd name="connsiteY0" fmla="*/ 197922 h 197921"/>
                  <a:gd name="connsiteX1" fmla="*/ 215753 w 551109"/>
                  <a:gd name="connsiteY1" fmla="*/ 197030 h 197921"/>
                  <a:gd name="connsiteX2" fmla="*/ 0 w 551109"/>
                  <a:gd name="connsiteY2" fmla="*/ 72489 h 197921"/>
                  <a:gd name="connsiteX3" fmla="*/ 2881 w 551109"/>
                  <a:gd name="connsiteY3" fmla="*/ 67414 h 197921"/>
                  <a:gd name="connsiteX4" fmla="*/ 217193 w 551109"/>
                  <a:gd name="connsiteY4" fmla="*/ 191132 h 197921"/>
                  <a:gd name="connsiteX5" fmla="*/ 548160 w 551109"/>
                  <a:gd name="connsiteY5" fmla="*/ 0 h 197921"/>
                  <a:gd name="connsiteX6" fmla="*/ 551109 w 551109"/>
                  <a:gd name="connsiteY6" fmla="*/ 5075 h 197921"/>
                  <a:gd name="connsiteX7" fmla="*/ 217193 w 551109"/>
                  <a:gd name="connsiteY7" fmla="*/ 197922 h 197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51109" h="197921">
                    <a:moveTo>
                      <a:pt x="217193" y="197922"/>
                    </a:moveTo>
                    <a:lnTo>
                      <a:pt x="215753" y="197030"/>
                    </a:lnTo>
                    <a:lnTo>
                      <a:pt x="0" y="72489"/>
                    </a:lnTo>
                    <a:lnTo>
                      <a:pt x="2881" y="67414"/>
                    </a:lnTo>
                    <a:lnTo>
                      <a:pt x="217193" y="191132"/>
                    </a:lnTo>
                    <a:lnTo>
                      <a:pt x="548160" y="0"/>
                    </a:lnTo>
                    <a:lnTo>
                      <a:pt x="551109" y="5075"/>
                    </a:lnTo>
                    <a:lnTo>
                      <a:pt x="217193" y="197922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9A51D0A7-4C19-0B0F-58E2-111C28AC50DE}"/>
                  </a:ext>
                </a:extLst>
              </p:cNvPr>
              <p:cNvSpPr/>
              <p:nvPr/>
            </p:nvSpPr>
            <p:spPr>
              <a:xfrm>
                <a:off x="5697050" y="5534886"/>
                <a:ext cx="29146" cy="25237"/>
              </a:xfrm>
              <a:custGeom>
                <a:avLst/>
                <a:gdLst>
                  <a:gd name="connsiteX0" fmla="*/ 14539 w 29146"/>
                  <a:gd name="connsiteY0" fmla="*/ 25237 h 25237"/>
                  <a:gd name="connsiteX1" fmla="*/ 0 w 29146"/>
                  <a:gd name="connsiteY1" fmla="*/ 0 h 25237"/>
                  <a:gd name="connsiteX2" fmla="*/ 29147 w 29146"/>
                  <a:gd name="connsiteY2" fmla="*/ 0 h 25237"/>
                  <a:gd name="connsiteX3" fmla="*/ 14539 w 29146"/>
                  <a:gd name="connsiteY3" fmla="*/ 25237 h 25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146" h="25237">
                    <a:moveTo>
                      <a:pt x="14539" y="25237"/>
                    </a:moveTo>
                    <a:lnTo>
                      <a:pt x="0" y="0"/>
                    </a:lnTo>
                    <a:lnTo>
                      <a:pt x="29147" y="0"/>
                    </a:lnTo>
                    <a:lnTo>
                      <a:pt x="14539" y="252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83FBF8-570B-170C-B756-FEED4128A558}"/>
                  </a:ext>
                </a:extLst>
              </p:cNvPr>
              <p:cNvSpPr/>
              <p:nvPr/>
            </p:nvSpPr>
            <p:spPr>
              <a:xfrm>
                <a:off x="6252411" y="5467403"/>
                <a:ext cx="29146" cy="25237"/>
              </a:xfrm>
              <a:custGeom>
                <a:avLst/>
                <a:gdLst>
                  <a:gd name="connsiteX0" fmla="*/ 14607 w 29146"/>
                  <a:gd name="connsiteY0" fmla="*/ 25237 h 25237"/>
                  <a:gd name="connsiteX1" fmla="*/ 29147 w 29146"/>
                  <a:gd name="connsiteY1" fmla="*/ 0 h 25237"/>
                  <a:gd name="connsiteX2" fmla="*/ 0 w 29146"/>
                  <a:gd name="connsiteY2" fmla="*/ 0 h 25237"/>
                  <a:gd name="connsiteX3" fmla="*/ 14607 w 29146"/>
                  <a:gd name="connsiteY3" fmla="*/ 25237 h 25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146" h="25237">
                    <a:moveTo>
                      <a:pt x="14607" y="25237"/>
                    </a:moveTo>
                    <a:lnTo>
                      <a:pt x="29147" y="0"/>
                    </a:lnTo>
                    <a:lnTo>
                      <a:pt x="0" y="0"/>
                    </a:lnTo>
                    <a:lnTo>
                      <a:pt x="14607" y="25237"/>
                    </a:lnTo>
                    <a:close/>
                  </a:path>
                </a:pathLst>
              </a:custGeom>
              <a:solidFill>
                <a:srgbClr val="D8D9DB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419987AA-CBE2-5960-E58E-243C22E3145D}"/>
                  </a:ext>
                </a:extLst>
              </p:cNvPr>
              <p:cNvSpPr/>
              <p:nvPr/>
            </p:nvSpPr>
            <p:spPr>
              <a:xfrm>
                <a:off x="5918289" y="5561975"/>
                <a:ext cx="92651" cy="63161"/>
              </a:xfrm>
              <a:custGeom>
                <a:avLst/>
                <a:gdLst>
                  <a:gd name="connsiteX0" fmla="*/ 0 w 92651"/>
                  <a:gd name="connsiteY0" fmla="*/ 35730 h 63161"/>
                  <a:gd name="connsiteX1" fmla="*/ 48006 w 92651"/>
                  <a:gd name="connsiteY1" fmla="*/ 63162 h 63161"/>
                  <a:gd name="connsiteX2" fmla="*/ 92652 w 92651"/>
                  <a:gd name="connsiteY2" fmla="*/ 37444 h 63161"/>
                  <a:gd name="connsiteX3" fmla="*/ 27843 w 92651"/>
                  <a:gd name="connsiteY3" fmla="*/ 0 h 63161"/>
                  <a:gd name="connsiteX4" fmla="*/ 0 w 92651"/>
                  <a:gd name="connsiteY4" fmla="*/ 35730 h 63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651" h="63161">
                    <a:moveTo>
                      <a:pt x="0" y="35730"/>
                    </a:moveTo>
                    <a:lnTo>
                      <a:pt x="48006" y="63162"/>
                    </a:lnTo>
                    <a:lnTo>
                      <a:pt x="92652" y="37444"/>
                    </a:lnTo>
                    <a:lnTo>
                      <a:pt x="27843" y="0"/>
                    </a:lnTo>
                    <a:cubicBezTo>
                      <a:pt x="19235" y="12420"/>
                      <a:pt x="9940" y="24348"/>
                      <a:pt x="0" y="35730"/>
                    </a:cubicBezTo>
                    <a:close/>
                  </a:path>
                </a:pathLst>
              </a:custGeom>
              <a:solidFill>
                <a:srgbClr val="0E5C8A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80E39C82-D45F-5B4A-AABA-7A41C40ADB92}"/>
                  </a:ext>
                </a:extLst>
              </p:cNvPr>
              <p:cNvSpPr/>
              <p:nvPr/>
            </p:nvSpPr>
            <p:spPr>
              <a:xfrm>
                <a:off x="5980834" y="5456430"/>
                <a:ext cx="145801" cy="102115"/>
              </a:xfrm>
              <a:custGeom>
                <a:avLst/>
                <a:gdLst>
                  <a:gd name="connsiteX0" fmla="*/ 0 w 145801"/>
                  <a:gd name="connsiteY0" fmla="*/ 43685 h 102115"/>
                  <a:gd name="connsiteX1" fmla="*/ 101156 w 145801"/>
                  <a:gd name="connsiteY1" fmla="*/ 102116 h 102115"/>
                  <a:gd name="connsiteX2" fmla="*/ 145801 w 145801"/>
                  <a:gd name="connsiteY2" fmla="*/ 76398 h 102115"/>
                  <a:gd name="connsiteX3" fmla="*/ 13510 w 145801"/>
                  <a:gd name="connsiteY3" fmla="*/ 0 h 102115"/>
                  <a:gd name="connsiteX4" fmla="*/ 0 w 145801"/>
                  <a:gd name="connsiteY4" fmla="*/ 43685 h 10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801" h="102115">
                    <a:moveTo>
                      <a:pt x="0" y="43685"/>
                    </a:moveTo>
                    <a:lnTo>
                      <a:pt x="101156" y="102116"/>
                    </a:lnTo>
                    <a:lnTo>
                      <a:pt x="145801" y="76398"/>
                    </a:lnTo>
                    <a:lnTo>
                      <a:pt x="13510" y="0"/>
                    </a:lnTo>
                    <a:cubicBezTo>
                      <a:pt x="10541" y="14993"/>
                      <a:pt x="6012" y="29634"/>
                      <a:pt x="0" y="43685"/>
                    </a:cubicBezTo>
                    <a:close/>
                  </a:path>
                </a:pathLst>
              </a:custGeom>
              <a:solidFill>
                <a:srgbClr val="FFCA5A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25C6D06F-F221-729C-5AFD-B6417572C3E9}"/>
                  </a:ext>
                </a:extLst>
              </p:cNvPr>
              <p:cNvSpPr/>
              <p:nvPr/>
            </p:nvSpPr>
            <p:spPr>
              <a:xfrm>
                <a:off x="5984400" y="5383941"/>
                <a:ext cx="200047" cy="141274"/>
              </a:xfrm>
              <a:custGeom>
                <a:avLst/>
                <a:gdLst>
                  <a:gd name="connsiteX0" fmla="*/ 12002 w 200047"/>
                  <a:gd name="connsiteY0" fmla="*/ 58430 h 141274"/>
                  <a:gd name="connsiteX1" fmla="*/ 155471 w 200047"/>
                  <a:gd name="connsiteY1" fmla="*/ 141275 h 141274"/>
                  <a:gd name="connsiteX2" fmla="*/ 200048 w 200047"/>
                  <a:gd name="connsiteY2" fmla="*/ 115557 h 141274"/>
                  <a:gd name="connsiteX3" fmla="*/ 0 w 200047"/>
                  <a:gd name="connsiteY3" fmla="*/ 0 h 141274"/>
                  <a:gd name="connsiteX4" fmla="*/ 12002 w 200047"/>
                  <a:gd name="connsiteY4" fmla="*/ 58430 h 141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047" h="141274">
                    <a:moveTo>
                      <a:pt x="12002" y="58430"/>
                    </a:moveTo>
                    <a:lnTo>
                      <a:pt x="155471" y="141275"/>
                    </a:lnTo>
                    <a:lnTo>
                      <a:pt x="200048" y="115557"/>
                    </a:lnTo>
                    <a:lnTo>
                      <a:pt x="0" y="0"/>
                    </a:lnTo>
                    <a:cubicBezTo>
                      <a:pt x="10623" y="17508"/>
                      <a:pt x="14863" y="38152"/>
                      <a:pt x="12002" y="58430"/>
                    </a:cubicBezTo>
                    <a:close/>
                  </a:path>
                </a:pathLst>
              </a:custGeom>
              <a:solidFill>
                <a:srgbClr val="E34856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283D4972-B6C5-4626-13BF-D7A41CB79D29}"/>
                  </a:ext>
                </a:extLst>
              </p:cNvPr>
              <p:cNvSpPr/>
              <p:nvPr/>
            </p:nvSpPr>
            <p:spPr>
              <a:xfrm>
                <a:off x="5953539" y="5512323"/>
                <a:ext cx="115214" cy="79689"/>
              </a:xfrm>
              <a:custGeom>
                <a:avLst/>
                <a:gdLst>
                  <a:gd name="connsiteX0" fmla="*/ 0 w 115214"/>
                  <a:gd name="connsiteY0" fmla="*/ 38885 h 79689"/>
                  <a:gd name="connsiteX1" fmla="*/ 70637 w 115214"/>
                  <a:gd name="connsiteY1" fmla="*/ 79690 h 79689"/>
                  <a:gd name="connsiteX2" fmla="*/ 115214 w 115214"/>
                  <a:gd name="connsiteY2" fmla="*/ 53972 h 79689"/>
                  <a:gd name="connsiteX3" fmla="*/ 21808 w 115214"/>
                  <a:gd name="connsiteY3" fmla="*/ 0 h 79689"/>
                  <a:gd name="connsiteX4" fmla="*/ 0 w 115214"/>
                  <a:gd name="connsiteY4" fmla="*/ 38885 h 79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214" h="79689">
                    <a:moveTo>
                      <a:pt x="0" y="38885"/>
                    </a:moveTo>
                    <a:lnTo>
                      <a:pt x="70637" y="79690"/>
                    </a:lnTo>
                    <a:lnTo>
                      <a:pt x="115214" y="53972"/>
                    </a:lnTo>
                    <a:lnTo>
                      <a:pt x="21808" y="0"/>
                    </a:lnTo>
                    <a:cubicBezTo>
                      <a:pt x="15414" y="13433"/>
                      <a:pt x="8129" y="26424"/>
                      <a:pt x="0" y="38885"/>
                    </a:cubicBezTo>
                    <a:close/>
                  </a:path>
                </a:pathLst>
              </a:custGeom>
              <a:solidFill>
                <a:srgbClr val="34B2E4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3BF9D457-0836-81BD-D821-C4CBA14E4526}"/>
                  </a:ext>
                </a:extLst>
              </p:cNvPr>
              <p:cNvSpPr/>
              <p:nvPr/>
            </p:nvSpPr>
            <p:spPr>
              <a:xfrm>
                <a:off x="5198405" y="5203987"/>
                <a:ext cx="121797" cy="80650"/>
              </a:xfrm>
              <a:custGeom>
                <a:avLst/>
                <a:gdLst>
                  <a:gd name="connsiteX0" fmla="*/ 121798 w 121797"/>
                  <a:gd name="connsiteY0" fmla="*/ 0 h 80650"/>
                  <a:gd name="connsiteX1" fmla="*/ 91074 w 121797"/>
                  <a:gd name="connsiteY1" fmla="*/ 80650 h 80650"/>
                  <a:gd name="connsiteX2" fmla="*/ 20574 w 121797"/>
                  <a:gd name="connsiteY2" fmla="*/ 58362 h 80650"/>
                  <a:gd name="connsiteX3" fmla="*/ 0 w 121797"/>
                  <a:gd name="connsiteY3" fmla="*/ 43274 h 80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797" h="80650">
                    <a:moveTo>
                      <a:pt x="121798" y="0"/>
                    </a:moveTo>
                    <a:lnTo>
                      <a:pt x="91074" y="80650"/>
                    </a:lnTo>
                    <a:cubicBezTo>
                      <a:pt x="66341" y="77912"/>
                      <a:pt x="42387" y="70338"/>
                      <a:pt x="20574" y="58362"/>
                    </a:cubicBezTo>
                    <a:cubicBezTo>
                      <a:pt x="13153" y="54149"/>
                      <a:pt x="6248" y="49086"/>
                      <a:pt x="0" y="43274"/>
                    </a:cubicBezTo>
                    <a:close/>
                  </a:path>
                </a:pathLst>
              </a:custGeom>
              <a:solidFill>
                <a:srgbClr val="FE912A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F746929-B7AF-9F4F-C01C-076B4F2436FE}"/>
                  </a:ext>
                </a:extLst>
              </p:cNvPr>
              <p:cNvSpPr/>
              <p:nvPr/>
            </p:nvSpPr>
            <p:spPr>
              <a:xfrm>
                <a:off x="5264447" y="5109176"/>
                <a:ext cx="219078" cy="188687"/>
              </a:xfrm>
              <a:custGeom>
                <a:avLst/>
                <a:gdLst>
                  <a:gd name="connsiteX0" fmla="*/ 55755 w 219078"/>
                  <a:gd name="connsiteY0" fmla="*/ 94811 h 188687"/>
                  <a:gd name="connsiteX1" fmla="*/ 51298 w 219078"/>
                  <a:gd name="connsiteY1" fmla="*/ 33 h 188687"/>
                  <a:gd name="connsiteX2" fmla="*/ 171450 w 219078"/>
                  <a:gd name="connsiteY2" fmla="*/ 27465 h 188687"/>
                  <a:gd name="connsiteX3" fmla="*/ 171450 w 219078"/>
                  <a:gd name="connsiteY3" fmla="*/ 161127 h 188687"/>
                  <a:gd name="connsiteX4" fmla="*/ 0 w 219078"/>
                  <a:gd name="connsiteY4" fmla="*/ 183142 h 188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9078" h="188687">
                    <a:moveTo>
                      <a:pt x="55755" y="94811"/>
                    </a:moveTo>
                    <a:lnTo>
                      <a:pt x="51298" y="33"/>
                    </a:lnTo>
                    <a:cubicBezTo>
                      <a:pt x="96218" y="-653"/>
                      <a:pt x="139698" y="9360"/>
                      <a:pt x="171450" y="27465"/>
                    </a:cubicBezTo>
                    <a:cubicBezTo>
                      <a:pt x="234955" y="64155"/>
                      <a:pt x="234955" y="124437"/>
                      <a:pt x="171450" y="161127"/>
                    </a:cubicBezTo>
                    <a:cubicBezTo>
                      <a:pt x="126667" y="186982"/>
                      <a:pt x="59733" y="195417"/>
                      <a:pt x="0" y="183142"/>
                    </a:cubicBezTo>
                    <a:close/>
                  </a:path>
                </a:pathLst>
              </a:custGeom>
              <a:solidFill>
                <a:srgbClr val="00B7F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9979C480-DDC9-A03A-937D-8782EFA0F2F7}"/>
                  </a:ext>
                </a:extLst>
              </p:cNvPr>
              <p:cNvSpPr/>
              <p:nvPr/>
            </p:nvSpPr>
            <p:spPr>
              <a:xfrm>
                <a:off x="5128887" y="5093728"/>
                <a:ext cx="326418" cy="150447"/>
              </a:xfrm>
              <a:custGeom>
                <a:avLst/>
                <a:gdLst>
                  <a:gd name="connsiteX0" fmla="*/ 191315 w 326418"/>
                  <a:gd name="connsiteY0" fmla="*/ 110260 h 150447"/>
                  <a:gd name="connsiteX1" fmla="*/ 13008 w 326418"/>
                  <a:gd name="connsiteY1" fmla="*/ 150447 h 150447"/>
                  <a:gd name="connsiteX2" fmla="*/ 55870 w 326418"/>
                  <a:gd name="connsiteY2" fmla="*/ 32147 h 150447"/>
                  <a:gd name="connsiteX3" fmla="*/ 326418 w 326418"/>
                  <a:gd name="connsiteY3" fmla="*/ 32147 h 150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6418" h="150447">
                    <a:moveTo>
                      <a:pt x="191315" y="110260"/>
                    </a:moveTo>
                    <a:lnTo>
                      <a:pt x="13008" y="150447"/>
                    </a:lnTo>
                    <a:cubicBezTo>
                      <a:pt x="-14424" y="109642"/>
                      <a:pt x="2309" y="63077"/>
                      <a:pt x="55870" y="32147"/>
                    </a:cubicBezTo>
                    <a:cubicBezTo>
                      <a:pt x="130074" y="-10716"/>
                      <a:pt x="252215" y="-10716"/>
                      <a:pt x="326418" y="32147"/>
                    </a:cubicBezTo>
                    <a:close/>
                  </a:path>
                </a:pathLst>
              </a:custGeom>
              <a:solidFill>
                <a:srgbClr val="FFCA5A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59F1002A-870D-C69B-95A9-4DC9673DA977}"/>
                  </a:ext>
                </a:extLst>
              </p:cNvPr>
              <p:cNvSpPr/>
              <p:nvPr/>
            </p:nvSpPr>
            <p:spPr>
              <a:xfrm>
                <a:off x="5314374" y="5080488"/>
                <a:ext cx="157117" cy="123498"/>
              </a:xfrm>
              <a:custGeom>
                <a:avLst/>
                <a:gdLst>
                  <a:gd name="connsiteX0" fmla="*/ 5829 w 157117"/>
                  <a:gd name="connsiteY0" fmla="*/ 123499 h 123498"/>
                  <a:gd name="connsiteX1" fmla="*/ 0 w 157117"/>
                  <a:gd name="connsiteY1" fmla="*/ 55 h 123498"/>
                  <a:gd name="connsiteX2" fmla="*/ 84971 w 157117"/>
                  <a:gd name="connsiteY2" fmla="*/ 8765 h 123498"/>
                  <a:gd name="connsiteX3" fmla="*/ 157117 w 157117"/>
                  <a:gd name="connsiteY3" fmla="*/ 36197 h 12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117" h="123498">
                    <a:moveTo>
                      <a:pt x="5829" y="123499"/>
                    </a:moveTo>
                    <a:lnTo>
                      <a:pt x="0" y="55"/>
                    </a:lnTo>
                    <a:cubicBezTo>
                      <a:pt x="28570" y="-445"/>
                      <a:pt x="57097" y="2479"/>
                      <a:pt x="84971" y="8765"/>
                    </a:cubicBezTo>
                    <a:cubicBezTo>
                      <a:pt x="110233" y="14326"/>
                      <a:pt x="134541" y="23569"/>
                      <a:pt x="157117" y="36197"/>
                    </a:cubicBezTo>
                    <a:close/>
                  </a:path>
                </a:pathLst>
              </a:custGeom>
              <a:solidFill>
                <a:srgbClr val="E34856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8B863386-9C89-52FB-8073-459E6D0262D8}"/>
                  </a:ext>
                </a:extLst>
              </p:cNvPr>
              <p:cNvSpPr/>
              <p:nvPr/>
            </p:nvSpPr>
            <p:spPr>
              <a:xfrm>
                <a:off x="6360904" y="5916533"/>
                <a:ext cx="90525" cy="48074"/>
              </a:xfrm>
              <a:custGeom>
                <a:avLst/>
                <a:gdLst>
                  <a:gd name="connsiteX0" fmla="*/ 71735 w 90525"/>
                  <a:gd name="connsiteY0" fmla="*/ 0 h 48074"/>
                  <a:gd name="connsiteX1" fmla="*/ 0 w 90525"/>
                  <a:gd name="connsiteY1" fmla="*/ 15088 h 48074"/>
                  <a:gd name="connsiteX2" fmla="*/ 36553 w 90525"/>
                  <a:gd name="connsiteY2" fmla="*/ 48075 h 48074"/>
                  <a:gd name="connsiteX3" fmla="*/ 90526 w 90525"/>
                  <a:gd name="connsiteY3" fmla="*/ 16939 h 48074"/>
                  <a:gd name="connsiteX4" fmla="*/ 71735 w 90525"/>
                  <a:gd name="connsiteY4" fmla="*/ 0 h 48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25" h="48074">
                    <a:moveTo>
                      <a:pt x="71735" y="0"/>
                    </a:moveTo>
                    <a:lnTo>
                      <a:pt x="0" y="15088"/>
                    </a:lnTo>
                    <a:cubicBezTo>
                      <a:pt x="9363" y="28855"/>
                      <a:pt x="21900" y="40169"/>
                      <a:pt x="36553" y="48075"/>
                    </a:cubicBezTo>
                    <a:lnTo>
                      <a:pt x="90526" y="16939"/>
                    </a:lnTo>
                    <a:cubicBezTo>
                      <a:pt x="83005" y="12866"/>
                      <a:pt x="76564" y="7059"/>
                      <a:pt x="71735" y="0"/>
                    </a:cubicBezTo>
                    <a:close/>
                  </a:path>
                </a:pathLst>
              </a:custGeom>
              <a:solidFill>
                <a:srgbClr val="E34856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865F6B1F-DDAB-942F-33C1-0435DB64FC3D}"/>
                  </a:ext>
                </a:extLst>
              </p:cNvPr>
              <p:cNvSpPr/>
              <p:nvPr/>
            </p:nvSpPr>
            <p:spPr>
              <a:xfrm>
                <a:off x="6567193" y="5835471"/>
                <a:ext cx="90937" cy="48692"/>
              </a:xfrm>
              <a:custGeom>
                <a:avLst/>
                <a:gdLst>
                  <a:gd name="connsiteX0" fmla="*/ 0 w 90937"/>
                  <a:gd name="connsiteY0" fmla="*/ 31136 h 48692"/>
                  <a:gd name="connsiteX1" fmla="*/ 19134 w 90937"/>
                  <a:gd name="connsiteY1" fmla="*/ 48692 h 48692"/>
                  <a:gd name="connsiteX2" fmla="*/ 90937 w 90937"/>
                  <a:gd name="connsiteY2" fmla="*/ 33604 h 48692"/>
                  <a:gd name="connsiteX3" fmla="*/ 53972 w 90937"/>
                  <a:gd name="connsiteY3" fmla="*/ 0 h 48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937" h="48692">
                    <a:moveTo>
                      <a:pt x="0" y="31136"/>
                    </a:moveTo>
                    <a:cubicBezTo>
                      <a:pt x="7740" y="35304"/>
                      <a:pt x="14317" y="41338"/>
                      <a:pt x="19134" y="48692"/>
                    </a:cubicBezTo>
                    <a:lnTo>
                      <a:pt x="90937" y="33604"/>
                    </a:lnTo>
                    <a:cubicBezTo>
                      <a:pt x="81564" y="19536"/>
                      <a:pt x="68868" y="7994"/>
                      <a:pt x="53972" y="0"/>
                    </a:cubicBezTo>
                    <a:close/>
                  </a:path>
                </a:pathLst>
              </a:custGeom>
              <a:solidFill>
                <a:srgbClr val="65D9B4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2488AB81-F20F-8DD0-4669-BB0B28E778CD}"/>
                  </a:ext>
                </a:extLst>
              </p:cNvPr>
              <p:cNvSpPr/>
              <p:nvPr/>
            </p:nvSpPr>
            <p:spPr>
              <a:xfrm>
                <a:off x="6449715" y="5808725"/>
                <a:ext cx="171450" cy="57881"/>
              </a:xfrm>
              <a:custGeom>
                <a:avLst/>
                <a:gdLst>
                  <a:gd name="connsiteX0" fmla="*/ 117478 w 171450"/>
                  <a:gd name="connsiteY0" fmla="*/ 57882 h 57881"/>
                  <a:gd name="connsiteX1" fmla="*/ 171450 w 171450"/>
                  <a:gd name="connsiteY1" fmla="*/ 26747 h 57881"/>
                  <a:gd name="connsiteX2" fmla="*/ 0 w 171450"/>
                  <a:gd name="connsiteY2" fmla="*/ 6789 h 57881"/>
                  <a:gd name="connsiteX3" fmla="*/ 28324 w 171450"/>
                  <a:gd name="connsiteY3" fmla="*/ 47937 h 57881"/>
                  <a:gd name="connsiteX4" fmla="*/ 117478 w 171450"/>
                  <a:gd name="connsiteY4" fmla="*/ 57882 h 57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57881">
                    <a:moveTo>
                      <a:pt x="117478" y="57882"/>
                    </a:moveTo>
                    <a:lnTo>
                      <a:pt x="171450" y="26747"/>
                    </a:lnTo>
                    <a:cubicBezTo>
                      <a:pt x="125022" y="-69"/>
                      <a:pt x="56853" y="-6721"/>
                      <a:pt x="0" y="6789"/>
                    </a:cubicBezTo>
                    <a:lnTo>
                      <a:pt x="28324" y="47937"/>
                    </a:lnTo>
                    <a:cubicBezTo>
                      <a:pt x="57950" y="40531"/>
                      <a:pt x="93269" y="43960"/>
                      <a:pt x="117478" y="57882"/>
                    </a:cubicBezTo>
                    <a:close/>
                  </a:path>
                </a:pathLst>
              </a:custGeom>
              <a:solidFill>
                <a:srgbClr val="65D9B4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11773542-CF78-886B-FA99-102D1A2874C4}"/>
                  </a:ext>
                </a:extLst>
              </p:cNvPr>
              <p:cNvSpPr/>
              <p:nvPr/>
            </p:nvSpPr>
            <p:spPr>
              <a:xfrm>
                <a:off x="6538527" y="5869213"/>
                <a:ext cx="128940" cy="116105"/>
              </a:xfrm>
              <a:custGeom>
                <a:avLst/>
                <a:gdLst>
                  <a:gd name="connsiteX0" fmla="*/ 28666 w 128940"/>
                  <a:gd name="connsiteY0" fmla="*/ 64259 h 116105"/>
                  <a:gd name="connsiteX1" fmla="*/ 0 w 128940"/>
                  <a:gd name="connsiteY1" fmla="*/ 74958 h 116105"/>
                  <a:gd name="connsiteX2" fmla="*/ 28324 w 128940"/>
                  <a:gd name="connsiteY2" fmla="*/ 116106 h 116105"/>
                  <a:gd name="connsiteX3" fmla="*/ 82639 w 128940"/>
                  <a:gd name="connsiteY3" fmla="*/ 95532 h 116105"/>
                  <a:gd name="connsiteX4" fmla="*/ 119604 w 128940"/>
                  <a:gd name="connsiteY4" fmla="*/ 0 h 116105"/>
                  <a:gd name="connsiteX5" fmla="*/ 47800 w 128940"/>
                  <a:gd name="connsiteY5" fmla="*/ 14950 h 116105"/>
                  <a:gd name="connsiteX6" fmla="*/ 28666 w 128940"/>
                  <a:gd name="connsiteY6" fmla="*/ 64259 h 116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940" h="116105">
                    <a:moveTo>
                      <a:pt x="28666" y="64259"/>
                    </a:moveTo>
                    <a:cubicBezTo>
                      <a:pt x="19703" y="69245"/>
                      <a:pt x="10038" y="72852"/>
                      <a:pt x="0" y="74958"/>
                    </a:cubicBezTo>
                    <a:lnTo>
                      <a:pt x="28324" y="116106"/>
                    </a:lnTo>
                    <a:cubicBezTo>
                      <a:pt x="47362" y="112025"/>
                      <a:pt x="65675" y="105089"/>
                      <a:pt x="82639" y="95532"/>
                    </a:cubicBezTo>
                    <a:cubicBezTo>
                      <a:pt x="127353" y="69746"/>
                      <a:pt x="139697" y="32233"/>
                      <a:pt x="119604" y="0"/>
                    </a:cubicBezTo>
                    <a:lnTo>
                      <a:pt x="47800" y="14950"/>
                    </a:lnTo>
                    <a:cubicBezTo>
                      <a:pt x="58293" y="31615"/>
                      <a:pt x="51778" y="50955"/>
                      <a:pt x="28666" y="64259"/>
                    </a:cubicBezTo>
                    <a:close/>
                  </a:path>
                </a:pathLst>
              </a:custGeom>
              <a:solidFill>
                <a:srgbClr val="00B7F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4EA38EBA-4486-44FB-161A-24C8F876BB8D}"/>
                  </a:ext>
                </a:extLst>
              </p:cNvPr>
              <p:cNvSpPr/>
              <p:nvPr/>
            </p:nvSpPr>
            <p:spPr>
              <a:xfrm>
                <a:off x="6351159" y="5815309"/>
                <a:ext cx="126536" cy="115968"/>
              </a:xfrm>
              <a:custGeom>
                <a:avLst/>
                <a:gdLst>
                  <a:gd name="connsiteX0" fmla="*/ 100270 w 126536"/>
                  <a:gd name="connsiteY0" fmla="*/ 51298 h 115968"/>
                  <a:gd name="connsiteX1" fmla="*/ 126537 w 126536"/>
                  <a:gd name="connsiteY1" fmla="*/ 41148 h 115968"/>
                  <a:gd name="connsiteX2" fmla="*/ 98213 w 126536"/>
                  <a:gd name="connsiteY2" fmla="*/ 0 h 115968"/>
                  <a:gd name="connsiteX3" fmla="*/ 46298 w 126536"/>
                  <a:gd name="connsiteY3" fmla="*/ 19957 h 115968"/>
                  <a:gd name="connsiteX4" fmla="*/ 9745 w 126536"/>
                  <a:gd name="connsiteY4" fmla="*/ 115969 h 115968"/>
                  <a:gd name="connsiteX5" fmla="*/ 81479 w 126536"/>
                  <a:gd name="connsiteY5" fmla="*/ 100881 h 115968"/>
                  <a:gd name="connsiteX6" fmla="*/ 100270 w 126536"/>
                  <a:gd name="connsiteY6" fmla="*/ 51298 h 115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6536" h="115968">
                    <a:moveTo>
                      <a:pt x="100270" y="51298"/>
                    </a:moveTo>
                    <a:cubicBezTo>
                      <a:pt x="108509" y="46705"/>
                      <a:pt x="117350" y="43289"/>
                      <a:pt x="126537" y="41148"/>
                    </a:cubicBezTo>
                    <a:lnTo>
                      <a:pt x="98213" y="0"/>
                    </a:lnTo>
                    <a:cubicBezTo>
                      <a:pt x="80037" y="4119"/>
                      <a:pt x="62552" y="10840"/>
                      <a:pt x="46298" y="19957"/>
                    </a:cubicBezTo>
                    <a:cubicBezTo>
                      <a:pt x="1241" y="45948"/>
                      <a:pt x="-10898" y="83736"/>
                      <a:pt x="9745" y="115969"/>
                    </a:cubicBezTo>
                    <a:lnTo>
                      <a:pt x="81479" y="100881"/>
                    </a:lnTo>
                    <a:cubicBezTo>
                      <a:pt x="70712" y="84422"/>
                      <a:pt x="76885" y="64808"/>
                      <a:pt x="100270" y="51298"/>
                    </a:cubicBezTo>
                    <a:close/>
                  </a:path>
                </a:pathLst>
              </a:custGeom>
              <a:solidFill>
                <a:srgbClr val="FFCA5A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D60A7FD1-6790-A3F4-BB62-85DE37F0F567}"/>
                  </a:ext>
                </a:extLst>
              </p:cNvPr>
              <p:cNvSpPr/>
              <p:nvPr/>
            </p:nvSpPr>
            <p:spPr>
              <a:xfrm>
                <a:off x="6397457" y="5933473"/>
                <a:ext cx="169392" cy="57900"/>
              </a:xfrm>
              <a:custGeom>
                <a:avLst/>
                <a:gdLst>
                  <a:gd name="connsiteX0" fmla="*/ 53972 w 169392"/>
                  <a:gd name="connsiteY0" fmla="*/ 0 h 57900"/>
                  <a:gd name="connsiteX1" fmla="*/ 0 w 169392"/>
                  <a:gd name="connsiteY1" fmla="*/ 31135 h 57900"/>
                  <a:gd name="connsiteX2" fmla="*/ 169393 w 169392"/>
                  <a:gd name="connsiteY2" fmla="*/ 51709 h 57900"/>
                  <a:gd name="connsiteX3" fmla="*/ 141069 w 169392"/>
                  <a:gd name="connsiteY3" fmla="*/ 10561 h 57900"/>
                  <a:gd name="connsiteX4" fmla="*/ 53972 w 169392"/>
                  <a:gd name="connsiteY4" fmla="*/ 0 h 57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392" h="57900">
                    <a:moveTo>
                      <a:pt x="53972" y="0"/>
                    </a:moveTo>
                    <a:lnTo>
                      <a:pt x="0" y="31135"/>
                    </a:lnTo>
                    <a:cubicBezTo>
                      <a:pt x="45811" y="57607"/>
                      <a:pt x="112677" y="64397"/>
                      <a:pt x="169393" y="51709"/>
                    </a:cubicBezTo>
                    <a:lnTo>
                      <a:pt x="141069" y="10561"/>
                    </a:lnTo>
                    <a:cubicBezTo>
                      <a:pt x="111854" y="17145"/>
                      <a:pt x="77495" y="13579"/>
                      <a:pt x="53972" y="0"/>
                    </a:cubicBezTo>
                    <a:close/>
                  </a:path>
                </a:pathLst>
              </a:custGeom>
              <a:solidFill>
                <a:srgbClr val="00B7F3"/>
              </a:solidFill>
              <a:ln w="6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5B88117-8508-BC62-85ED-E2F8BD71C534}"/>
              </a:ext>
            </a:extLst>
          </p:cNvPr>
          <p:cNvSpPr txBox="1"/>
          <p:nvPr/>
        </p:nvSpPr>
        <p:spPr>
          <a:xfrm>
            <a:off x="220675" y="976562"/>
            <a:ext cx="7951938" cy="4708981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Inject printers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force tiny droplets of liquid ink though very fine nozzles onto a sheet of paper to replicate a digital document or image.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is it typically used for?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Mostly used for small-scale print jobs.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Usually cheaper and smaller, so they are popular for personal use.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Excellent for printing out high-quality photos, especially when used with specialist photo paper.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Why is it required?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Even now, in this age of technology, there is still a need to produce physical copies of information stored in an electronic format.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Printouts or hard copies can be easily transported and viewed at any time without the need for an electronic device or internet connection.</a:t>
            </a:r>
          </a:p>
        </p:txBody>
      </p:sp>
    </p:spTree>
    <p:extLst>
      <p:ext uri="{BB962C8B-B14F-4D97-AF65-F5344CB8AC3E}">
        <p14:creationId xmlns:p14="http://schemas.microsoft.com/office/powerpoint/2010/main" val="967716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Laser printer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04" name="Picture 1703">
            <a:extLst>
              <a:ext uri="{FF2B5EF4-FFF2-40B4-BE49-F238E27FC236}">
                <a16:creationId xmlns:a16="http://schemas.microsoft.com/office/drawing/2014/main" id="{9540BD21-7876-E889-7256-42D91C62874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9725" y="2905639"/>
            <a:ext cx="4251565" cy="3883593"/>
          </a:xfrm>
          <a:prstGeom prst="rect">
            <a:avLst/>
          </a:prstGeom>
        </p:spPr>
      </p:pic>
      <p:pic>
        <p:nvPicPr>
          <p:cNvPr id="2411" name="Picture 2410">
            <a:extLst>
              <a:ext uri="{FF2B5EF4-FFF2-40B4-BE49-F238E27FC236}">
                <a16:creationId xmlns:a16="http://schemas.microsoft.com/office/drawing/2014/main" id="{A7E414FB-72CE-A4CD-BB21-DB86EC3EE57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6461" y="536321"/>
            <a:ext cx="4608975" cy="27251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9917BD-9DF0-3C59-A45C-04E505A41BCD}"/>
              </a:ext>
            </a:extLst>
          </p:cNvPr>
          <p:cNvSpPr txBox="1"/>
          <p:nvPr/>
        </p:nvSpPr>
        <p:spPr>
          <a:xfrm>
            <a:off x="220675" y="974512"/>
            <a:ext cx="8472913" cy="155427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Laser printers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use toner cartridges, which contain powdered, electro-optically charged ink. Using a laser, a mirror image of the printer page is drawn onto a drum by creating negatively charged areas. The drum then picks up the positively charged ink particles and bonds them to the paper using heat.</a:t>
            </a:r>
          </a:p>
        </p:txBody>
      </p:sp>
    </p:spTree>
    <p:extLst>
      <p:ext uri="{BB962C8B-B14F-4D97-AF65-F5344CB8AC3E}">
        <p14:creationId xmlns:p14="http://schemas.microsoft.com/office/powerpoint/2010/main" val="4247828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Laser printer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04" name="Picture 1703">
            <a:extLst>
              <a:ext uri="{FF2B5EF4-FFF2-40B4-BE49-F238E27FC236}">
                <a16:creationId xmlns:a16="http://schemas.microsoft.com/office/drawing/2014/main" id="{9540BD21-7876-E889-7256-42D91C62874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9725" y="2905639"/>
            <a:ext cx="4251565" cy="3883593"/>
          </a:xfrm>
          <a:prstGeom prst="rect">
            <a:avLst/>
          </a:prstGeom>
        </p:spPr>
      </p:pic>
      <p:pic>
        <p:nvPicPr>
          <p:cNvPr id="2411" name="Picture 2410">
            <a:extLst>
              <a:ext uri="{FF2B5EF4-FFF2-40B4-BE49-F238E27FC236}">
                <a16:creationId xmlns:a16="http://schemas.microsoft.com/office/drawing/2014/main" id="{A7E414FB-72CE-A4CD-BB21-DB86EC3EE57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6461" y="536321"/>
            <a:ext cx="4608975" cy="27251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5BF933-4F0C-AF1E-8DAC-94F43EEE68C5}"/>
              </a:ext>
            </a:extLst>
          </p:cNvPr>
          <p:cNvSpPr txBox="1"/>
          <p:nvPr/>
        </p:nvSpPr>
        <p:spPr>
          <a:xfrm>
            <a:off x="220675" y="974512"/>
            <a:ext cx="8472913" cy="3447098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Laser printers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use toner cartridges, which contain powdered, electro-optically charged ink. Using a laser, a mirror image of the printer page is drawn onto a drum by creating negatively charged areas. The drum then picks up the positively charged ink particles and bonds them to the paper using heat.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is it typically used for?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High-quality, inexpensive printing.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Very fast and accurate for non-colour documents and images.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Lower running cost per page compared to an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inkjet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printer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Often found in schools and offices.</a:t>
            </a:r>
          </a:p>
        </p:txBody>
      </p:sp>
    </p:spTree>
    <p:extLst>
      <p:ext uri="{BB962C8B-B14F-4D97-AF65-F5344CB8AC3E}">
        <p14:creationId xmlns:p14="http://schemas.microsoft.com/office/powerpoint/2010/main" val="3160767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Laser printer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04" name="Picture 1703">
            <a:extLst>
              <a:ext uri="{FF2B5EF4-FFF2-40B4-BE49-F238E27FC236}">
                <a16:creationId xmlns:a16="http://schemas.microsoft.com/office/drawing/2014/main" id="{9540BD21-7876-E889-7256-42D91C62874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9725" y="2905639"/>
            <a:ext cx="4251565" cy="3883593"/>
          </a:xfrm>
          <a:prstGeom prst="rect">
            <a:avLst/>
          </a:prstGeom>
        </p:spPr>
      </p:pic>
      <p:pic>
        <p:nvPicPr>
          <p:cNvPr id="2411" name="Picture 2410">
            <a:extLst>
              <a:ext uri="{FF2B5EF4-FFF2-40B4-BE49-F238E27FC236}">
                <a16:creationId xmlns:a16="http://schemas.microsoft.com/office/drawing/2014/main" id="{A7E414FB-72CE-A4CD-BB21-DB86EC3EE57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6461" y="536321"/>
            <a:ext cx="4608975" cy="2725148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1DA2ADE1-0AAE-EFC9-6B1D-C0D3800F1733}"/>
              </a:ext>
            </a:extLst>
          </p:cNvPr>
          <p:cNvSpPr txBox="1"/>
          <p:nvPr/>
        </p:nvSpPr>
        <p:spPr>
          <a:xfrm>
            <a:off x="220675" y="974512"/>
            <a:ext cx="8472913" cy="526297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Laser printers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use toner cartridges, which contain powdered, electro-optically charged ink. Using a laser, a mirror image of the printer page is drawn onto a drum by creating negatively charged areas. The drum then picks up the positively charged ink particles and bonds them to the paper using heat.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is it typically used for?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High-quality, inexpensive printing.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Very fast and accurate for non-colour documents and images.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Lower running cost per page compared to an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inkjet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printer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Often found in schools and offices.</a:t>
            </a:r>
          </a:p>
          <a:p>
            <a:pPr>
              <a:spcAft>
                <a:spcPts val="600"/>
              </a:spcAft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Why is it required?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Even now, in this age of technology, there is still a need to produce physical copies of information stored in an electronic format.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Printouts or hard copies can be easily transported and viewed at any time without the need for an electronic device or internet connection.</a:t>
            </a:r>
          </a:p>
        </p:txBody>
      </p:sp>
    </p:spTree>
    <p:extLst>
      <p:ext uri="{BB962C8B-B14F-4D97-AF65-F5344CB8AC3E}">
        <p14:creationId xmlns:p14="http://schemas.microsoft.com/office/powerpoint/2010/main" val="3445825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63039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Liquid crystal display (LCD) screen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1214DE8-DF01-A40D-22E8-3FDC1C08C9FA}"/>
              </a:ext>
            </a:extLst>
          </p:cNvPr>
          <p:cNvGrpSpPr/>
          <p:nvPr/>
        </p:nvGrpSpPr>
        <p:grpSpPr>
          <a:xfrm>
            <a:off x="6792686" y="539777"/>
            <a:ext cx="5741738" cy="6420860"/>
            <a:chOff x="6792686" y="539777"/>
            <a:chExt cx="5741738" cy="6420860"/>
          </a:xfrm>
        </p:grpSpPr>
        <p:pic>
          <p:nvPicPr>
            <p:cNvPr id="3" name="Picture 2" descr="A picture containing text, electronics, display, computer&#10;&#10;Description automatically generated">
              <a:extLst>
                <a:ext uri="{FF2B5EF4-FFF2-40B4-BE49-F238E27FC236}">
                  <a16:creationId xmlns:a16="http://schemas.microsoft.com/office/drawing/2014/main" id="{B2010909-C27A-55BF-DED5-102F22775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92686" y="3138237"/>
              <a:ext cx="5741738" cy="3822400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3E3686D-C320-1E2C-2221-B78C7AA623FE}"/>
                </a:ext>
              </a:extLst>
            </p:cNvPr>
            <p:cNvGrpSpPr/>
            <p:nvPr/>
          </p:nvGrpSpPr>
          <p:grpSpPr>
            <a:xfrm>
              <a:off x="7391400" y="2643559"/>
              <a:ext cx="2109788" cy="1601732"/>
              <a:chOff x="7391400" y="2643559"/>
              <a:chExt cx="2109788" cy="1601732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CD2F6C27-D2BB-B965-9193-144A598A056B}"/>
                  </a:ext>
                </a:extLst>
              </p:cNvPr>
              <p:cNvSpPr/>
              <p:nvPr/>
            </p:nvSpPr>
            <p:spPr>
              <a:xfrm>
                <a:off x="7391400" y="2643559"/>
                <a:ext cx="2109788" cy="1576016"/>
              </a:xfrm>
              <a:custGeom>
                <a:avLst/>
                <a:gdLst>
                  <a:gd name="connsiteX0" fmla="*/ 1052513 w 2109788"/>
                  <a:gd name="connsiteY0" fmla="*/ 1676400 h 1700212"/>
                  <a:gd name="connsiteX1" fmla="*/ 0 w 2109788"/>
                  <a:gd name="connsiteY1" fmla="*/ 0 h 1700212"/>
                  <a:gd name="connsiteX2" fmla="*/ 2109788 w 2109788"/>
                  <a:gd name="connsiteY2" fmla="*/ 28575 h 1700212"/>
                  <a:gd name="connsiteX3" fmla="*/ 1176338 w 2109788"/>
                  <a:gd name="connsiteY3" fmla="*/ 1700212 h 1700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09788" h="1700212">
                    <a:moveTo>
                      <a:pt x="1052513" y="1676400"/>
                    </a:moveTo>
                    <a:lnTo>
                      <a:pt x="0" y="0"/>
                    </a:lnTo>
                    <a:lnTo>
                      <a:pt x="2109788" y="28575"/>
                    </a:lnTo>
                    <a:lnTo>
                      <a:pt x="1176338" y="1700212"/>
                    </a:lnTo>
                  </a:path>
                </a:pathLst>
              </a:custGeom>
              <a:solidFill>
                <a:schemeClr val="bg1">
                  <a:lumMod val="8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DCB2AFA-2F27-2A94-B114-6B1DC73B7E4B}"/>
                  </a:ext>
                </a:extLst>
              </p:cNvPr>
              <p:cNvSpPr/>
              <p:nvPr/>
            </p:nvSpPr>
            <p:spPr>
              <a:xfrm>
                <a:off x="8449708" y="4108131"/>
                <a:ext cx="137160" cy="137160"/>
              </a:xfrm>
              <a:prstGeom prst="ellipse">
                <a:avLst/>
              </a:pr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6E5AB2-F694-C562-4F16-7325EAD2E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76966" y="1289953"/>
              <a:ext cx="2145484" cy="2139047"/>
            </a:xfrm>
            <a:prstGeom prst="ellipse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E368FF-F9AF-3E33-5D4D-3E76351A0A43}"/>
                </a:ext>
              </a:extLst>
            </p:cNvPr>
            <p:cNvGrpSpPr/>
            <p:nvPr/>
          </p:nvGrpSpPr>
          <p:grpSpPr>
            <a:xfrm rot="4635404">
              <a:off x="8782095" y="1028277"/>
              <a:ext cx="2109788" cy="1601732"/>
              <a:chOff x="7391400" y="2643559"/>
              <a:chExt cx="2109788" cy="1601732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AF30C94B-72FE-2358-C230-241FFA36F027}"/>
                  </a:ext>
                </a:extLst>
              </p:cNvPr>
              <p:cNvSpPr/>
              <p:nvPr/>
            </p:nvSpPr>
            <p:spPr>
              <a:xfrm>
                <a:off x="7391400" y="2643559"/>
                <a:ext cx="2109788" cy="1576016"/>
              </a:xfrm>
              <a:custGeom>
                <a:avLst/>
                <a:gdLst>
                  <a:gd name="connsiteX0" fmla="*/ 1052513 w 2109788"/>
                  <a:gd name="connsiteY0" fmla="*/ 1676400 h 1700212"/>
                  <a:gd name="connsiteX1" fmla="*/ 0 w 2109788"/>
                  <a:gd name="connsiteY1" fmla="*/ 0 h 1700212"/>
                  <a:gd name="connsiteX2" fmla="*/ 2109788 w 2109788"/>
                  <a:gd name="connsiteY2" fmla="*/ 28575 h 1700212"/>
                  <a:gd name="connsiteX3" fmla="*/ 1176338 w 2109788"/>
                  <a:gd name="connsiteY3" fmla="*/ 1700212 h 1700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09788" h="1700212">
                    <a:moveTo>
                      <a:pt x="1052513" y="1676400"/>
                    </a:moveTo>
                    <a:lnTo>
                      <a:pt x="0" y="0"/>
                    </a:lnTo>
                    <a:lnTo>
                      <a:pt x="2109788" y="28575"/>
                    </a:lnTo>
                    <a:lnTo>
                      <a:pt x="1176338" y="1700212"/>
                    </a:lnTo>
                  </a:path>
                </a:pathLst>
              </a:custGeom>
              <a:solidFill>
                <a:schemeClr val="bg1">
                  <a:lumMod val="8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5097A15-6FFF-FE98-C8A3-6E218C25B735}"/>
                  </a:ext>
                </a:extLst>
              </p:cNvPr>
              <p:cNvSpPr/>
              <p:nvPr/>
            </p:nvSpPr>
            <p:spPr>
              <a:xfrm>
                <a:off x="8449708" y="4108131"/>
                <a:ext cx="137160" cy="137160"/>
              </a:xfrm>
              <a:prstGeom prst="ellipse">
                <a:avLst/>
              </a:pr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06FEE18-F6B3-39CB-7859-DF322AFE8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735230" y="539777"/>
              <a:ext cx="2139047" cy="2139047"/>
            </a:xfrm>
            <a:prstGeom prst="ellipse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A7E9CAD-A035-CB8B-F9DE-3C835D58353E}"/>
              </a:ext>
            </a:extLst>
          </p:cNvPr>
          <p:cNvSpPr txBox="1"/>
          <p:nvPr/>
        </p:nvSpPr>
        <p:spPr>
          <a:xfrm>
            <a:off x="220674" y="974512"/>
            <a:ext cx="8534118" cy="1277273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Liquid crystal displays (LCDs)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are made up of millions of tiny liquid crystals. These crystals form a matrix of pixels, which can be affected by changes in applied electric fields.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LCD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screens require a form of backlighting, often provided by a fluorescent lamp or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LEDs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975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63039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Liquid crystal display (LCD) screen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1214DE8-DF01-A40D-22E8-3FDC1C08C9FA}"/>
              </a:ext>
            </a:extLst>
          </p:cNvPr>
          <p:cNvGrpSpPr/>
          <p:nvPr/>
        </p:nvGrpSpPr>
        <p:grpSpPr>
          <a:xfrm>
            <a:off x="6792686" y="539777"/>
            <a:ext cx="5741738" cy="6420860"/>
            <a:chOff x="6792686" y="539777"/>
            <a:chExt cx="5741738" cy="6420860"/>
          </a:xfrm>
        </p:grpSpPr>
        <p:pic>
          <p:nvPicPr>
            <p:cNvPr id="3" name="Picture 2" descr="A picture containing text, electronics, display, computer&#10;&#10;Description automatically generated">
              <a:extLst>
                <a:ext uri="{FF2B5EF4-FFF2-40B4-BE49-F238E27FC236}">
                  <a16:creationId xmlns:a16="http://schemas.microsoft.com/office/drawing/2014/main" id="{B2010909-C27A-55BF-DED5-102F22775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92686" y="3138237"/>
              <a:ext cx="5741738" cy="3822400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3E3686D-C320-1E2C-2221-B78C7AA623FE}"/>
                </a:ext>
              </a:extLst>
            </p:cNvPr>
            <p:cNvGrpSpPr/>
            <p:nvPr/>
          </p:nvGrpSpPr>
          <p:grpSpPr>
            <a:xfrm>
              <a:off x="7391400" y="2643559"/>
              <a:ext cx="2109788" cy="1601732"/>
              <a:chOff x="7391400" y="2643559"/>
              <a:chExt cx="2109788" cy="1601732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CD2F6C27-D2BB-B965-9193-144A598A056B}"/>
                  </a:ext>
                </a:extLst>
              </p:cNvPr>
              <p:cNvSpPr/>
              <p:nvPr/>
            </p:nvSpPr>
            <p:spPr>
              <a:xfrm>
                <a:off x="7391400" y="2643559"/>
                <a:ext cx="2109788" cy="1576016"/>
              </a:xfrm>
              <a:custGeom>
                <a:avLst/>
                <a:gdLst>
                  <a:gd name="connsiteX0" fmla="*/ 1052513 w 2109788"/>
                  <a:gd name="connsiteY0" fmla="*/ 1676400 h 1700212"/>
                  <a:gd name="connsiteX1" fmla="*/ 0 w 2109788"/>
                  <a:gd name="connsiteY1" fmla="*/ 0 h 1700212"/>
                  <a:gd name="connsiteX2" fmla="*/ 2109788 w 2109788"/>
                  <a:gd name="connsiteY2" fmla="*/ 28575 h 1700212"/>
                  <a:gd name="connsiteX3" fmla="*/ 1176338 w 2109788"/>
                  <a:gd name="connsiteY3" fmla="*/ 1700212 h 1700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09788" h="1700212">
                    <a:moveTo>
                      <a:pt x="1052513" y="1676400"/>
                    </a:moveTo>
                    <a:lnTo>
                      <a:pt x="0" y="0"/>
                    </a:lnTo>
                    <a:lnTo>
                      <a:pt x="2109788" y="28575"/>
                    </a:lnTo>
                    <a:lnTo>
                      <a:pt x="1176338" y="1700212"/>
                    </a:lnTo>
                  </a:path>
                </a:pathLst>
              </a:custGeom>
              <a:solidFill>
                <a:schemeClr val="bg1">
                  <a:lumMod val="8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DCB2AFA-2F27-2A94-B114-6B1DC73B7E4B}"/>
                  </a:ext>
                </a:extLst>
              </p:cNvPr>
              <p:cNvSpPr/>
              <p:nvPr/>
            </p:nvSpPr>
            <p:spPr>
              <a:xfrm>
                <a:off x="8449708" y="4108131"/>
                <a:ext cx="137160" cy="137160"/>
              </a:xfrm>
              <a:prstGeom prst="ellipse">
                <a:avLst/>
              </a:pr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6E5AB2-F694-C562-4F16-7325EAD2E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76966" y="1289953"/>
              <a:ext cx="2145484" cy="2139047"/>
            </a:xfrm>
            <a:prstGeom prst="ellipse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E368FF-F9AF-3E33-5D4D-3E76351A0A43}"/>
                </a:ext>
              </a:extLst>
            </p:cNvPr>
            <p:cNvGrpSpPr/>
            <p:nvPr/>
          </p:nvGrpSpPr>
          <p:grpSpPr>
            <a:xfrm rot="4635404">
              <a:off x="8782095" y="1028277"/>
              <a:ext cx="2109788" cy="1601732"/>
              <a:chOff x="7391400" y="2643559"/>
              <a:chExt cx="2109788" cy="1601732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AF30C94B-72FE-2358-C230-241FFA36F027}"/>
                  </a:ext>
                </a:extLst>
              </p:cNvPr>
              <p:cNvSpPr/>
              <p:nvPr/>
            </p:nvSpPr>
            <p:spPr>
              <a:xfrm>
                <a:off x="7391400" y="2643559"/>
                <a:ext cx="2109788" cy="1576016"/>
              </a:xfrm>
              <a:custGeom>
                <a:avLst/>
                <a:gdLst>
                  <a:gd name="connsiteX0" fmla="*/ 1052513 w 2109788"/>
                  <a:gd name="connsiteY0" fmla="*/ 1676400 h 1700212"/>
                  <a:gd name="connsiteX1" fmla="*/ 0 w 2109788"/>
                  <a:gd name="connsiteY1" fmla="*/ 0 h 1700212"/>
                  <a:gd name="connsiteX2" fmla="*/ 2109788 w 2109788"/>
                  <a:gd name="connsiteY2" fmla="*/ 28575 h 1700212"/>
                  <a:gd name="connsiteX3" fmla="*/ 1176338 w 2109788"/>
                  <a:gd name="connsiteY3" fmla="*/ 1700212 h 1700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09788" h="1700212">
                    <a:moveTo>
                      <a:pt x="1052513" y="1676400"/>
                    </a:moveTo>
                    <a:lnTo>
                      <a:pt x="0" y="0"/>
                    </a:lnTo>
                    <a:lnTo>
                      <a:pt x="2109788" y="28575"/>
                    </a:lnTo>
                    <a:lnTo>
                      <a:pt x="1176338" y="1700212"/>
                    </a:lnTo>
                  </a:path>
                </a:pathLst>
              </a:custGeom>
              <a:solidFill>
                <a:schemeClr val="bg1">
                  <a:lumMod val="8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5097A15-6FFF-FE98-C8A3-6E218C25B735}"/>
                  </a:ext>
                </a:extLst>
              </p:cNvPr>
              <p:cNvSpPr/>
              <p:nvPr/>
            </p:nvSpPr>
            <p:spPr>
              <a:xfrm>
                <a:off x="8449708" y="4108131"/>
                <a:ext cx="137160" cy="137160"/>
              </a:xfrm>
              <a:prstGeom prst="ellipse">
                <a:avLst/>
              </a:pr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06FEE18-F6B3-39CB-7859-DF322AFE8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735230" y="539777"/>
              <a:ext cx="2139047" cy="2139047"/>
            </a:xfrm>
            <a:prstGeom prst="ellipse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89BF60D-3200-37DE-8DDC-163F9B0FC372}"/>
              </a:ext>
            </a:extLst>
          </p:cNvPr>
          <p:cNvSpPr txBox="1"/>
          <p:nvPr/>
        </p:nvSpPr>
        <p:spPr>
          <a:xfrm>
            <a:off x="220674" y="974512"/>
            <a:ext cx="8534118" cy="2616101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Liquid crystal displays (LCDs)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are made up of millions of tiny liquid crystals. These crystals form a matrix of pixels, which can be affected by changes in applied electric fields.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LCD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screens require a form of backlighting, often provided by a fluorescent lamp or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LEDs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is it typically used for?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TVs, monitors, laptops, mobile devices,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Gradually being phased out in favour of newer technologies like LED and OLED.</a:t>
            </a:r>
          </a:p>
        </p:txBody>
      </p:sp>
    </p:spTree>
    <p:extLst>
      <p:ext uri="{BB962C8B-B14F-4D97-AF65-F5344CB8AC3E}">
        <p14:creationId xmlns:p14="http://schemas.microsoft.com/office/powerpoint/2010/main" val="2072831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63039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Liquid crystal display (LCD) screen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1214DE8-DF01-A40D-22E8-3FDC1C08C9FA}"/>
              </a:ext>
            </a:extLst>
          </p:cNvPr>
          <p:cNvGrpSpPr/>
          <p:nvPr/>
        </p:nvGrpSpPr>
        <p:grpSpPr>
          <a:xfrm>
            <a:off x="6792686" y="539777"/>
            <a:ext cx="5741738" cy="6420860"/>
            <a:chOff x="6792686" y="539777"/>
            <a:chExt cx="5741738" cy="6420860"/>
          </a:xfrm>
        </p:grpSpPr>
        <p:pic>
          <p:nvPicPr>
            <p:cNvPr id="3" name="Picture 2" descr="A picture containing text, electronics, display, computer&#10;&#10;Description automatically generated">
              <a:extLst>
                <a:ext uri="{FF2B5EF4-FFF2-40B4-BE49-F238E27FC236}">
                  <a16:creationId xmlns:a16="http://schemas.microsoft.com/office/drawing/2014/main" id="{B2010909-C27A-55BF-DED5-102F22775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92686" y="3138237"/>
              <a:ext cx="5741738" cy="3822400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3E3686D-C320-1E2C-2221-B78C7AA623FE}"/>
                </a:ext>
              </a:extLst>
            </p:cNvPr>
            <p:cNvGrpSpPr/>
            <p:nvPr/>
          </p:nvGrpSpPr>
          <p:grpSpPr>
            <a:xfrm>
              <a:off x="7391400" y="2643559"/>
              <a:ext cx="2109788" cy="1601732"/>
              <a:chOff x="7391400" y="2643559"/>
              <a:chExt cx="2109788" cy="1601732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CD2F6C27-D2BB-B965-9193-144A598A056B}"/>
                  </a:ext>
                </a:extLst>
              </p:cNvPr>
              <p:cNvSpPr/>
              <p:nvPr/>
            </p:nvSpPr>
            <p:spPr>
              <a:xfrm>
                <a:off x="7391400" y="2643559"/>
                <a:ext cx="2109788" cy="1576016"/>
              </a:xfrm>
              <a:custGeom>
                <a:avLst/>
                <a:gdLst>
                  <a:gd name="connsiteX0" fmla="*/ 1052513 w 2109788"/>
                  <a:gd name="connsiteY0" fmla="*/ 1676400 h 1700212"/>
                  <a:gd name="connsiteX1" fmla="*/ 0 w 2109788"/>
                  <a:gd name="connsiteY1" fmla="*/ 0 h 1700212"/>
                  <a:gd name="connsiteX2" fmla="*/ 2109788 w 2109788"/>
                  <a:gd name="connsiteY2" fmla="*/ 28575 h 1700212"/>
                  <a:gd name="connsiteX3" fmla="*/ 1176338 w 2109788"/>
                  <a:gd name="connsiteY3" fmla="*/ 1700212 h 1700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09788" h="1700212">
                    <a:moveTo>
                      <a:pt x="1052513" y="1676400"/>
                    </a:moveTo>
                    <a:lnTo>
                      <a:pt x="0" y="0"/>
                    </a:lnTo>
                    <a:lnTo>
                      <a:pt x="2109788" y="28575"/>
                    </a:lnTo>
                    <a:lnTo>
                      <a:pt x="1176338" y="1700212"/>
                    </a:lnTo>
                  </a:path>
                </a:pathLst>
              </a:custGeom>
              <a:solidFill>
                <a:schemeClr val="bg1">
                  <a:lumMod val="8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DCB2AFA-2F27-2A94-B114-6B1DC73B7E4B}"/>
                  </a:ext>
                </a:extLst>
              </p:cNvPr>
              <p:cNvSpPr/>
              <p:nvPr/>
            </p:nvSpPr>
            <p:spPr>
              <a:xfrm>
                <a:off x="8449708" y="4108131"/>
                <a:ext cx="137160" cy="137160"/>
              </a:xfrm>
              <a:prstGeom prst="ellipse">
                <a:avLst/>
              </a:pr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6E5AB2-F694-C562-4F16-7325EAD2E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76966" y="1289953"/>
              <a:ext cx="2145484" cy="2139047"/>
            </a:xfrm>
            <a:prstGeom prst="ellipse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E368FF-F9AF-3E33-5D4D-3E76351A0A43}"/>
                </a:ext>
              </a:extLst>
            </p:cNvPr>
            <p:cNvGrpSpPr/>
            <p:nvPr/>
          </p:nvGrpSpPr>
          <p:grpSpPr>
            <a:xfrm rot="4635404">
              <a:off x="8782095" y="1028277"/>
              <a:ext cx="2109788" cy="1601732"/>
              <a:chOff x="7391400" y="2643559"/>
              <a:chExt cx="2109788" cy="1601732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AF30C94B-72FE-2358-C230-241FFA36F027}"/>
                  </a:ext>
                </a:extLst>
              </p:cNvPr>
              <p:cNvSpPr/>
              <p:nvPr/>
            </p:nvSpPr>
            <p:spPr>
              <a:xfrm>
                <a:off x="7391400" y="2643559"/>
                <a:ext cx="2109788" cy="1576016"/>
              </a:xfrm>
              <a:custGeom>
                <a:avLst/>
                <a:gdLst>
                  <a:gd name="connsiteX0" fmla="*/ 1052513 w 2109788"/>
                  <a:gd name="connsiteY0" fmla="*/ 1676400 h 1700212"/>
                  <a:gd name="connsiteX1" fmla="*/ 0 w 2109788"/>
                  <a:gd name="connsiteY1" fmla="*/ 0 h 1700212"/>
                  <a:gd name="connsiteX2" fmla="*/ 2109788 w 2109788"/>
                  <a:gd name="connsiteY2" fmla="*/ 28575 h 1700212"/>
                  <a:gd name="connsiteX3" fmla="*/ 1176338 w 2109788"/>
                  <a:gd name="connsiteY3" fmla="*/ 1700212 h 1700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09788" h="1700212">
                    <a:moveTo>
                      <a:pt x="1052513" y="1676400"/>
                    </a:moveTo>
                    <a:lnTo>
                      <a:pt x="0" y="0"/>
                    </a:lnTo>
                    <a:lnTo>
                      <a:pt x="2109788" y="28575"/>
                    </a:lnTo>
                    <a:lnTo>
                      <a:pt x="1176338" y="1700212"/>
                    </a:lnTo>
                  </a:path>
                </a:pathLst>
              </a:custGeom>
              <a:solidFill>
                <a:schemeClr val="bg1">
                  <a:lumMod val="8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5097A15-6FFF-FE98-C8A3-6E218C25B735}"/>
                  </a:ext>
                </a:extLst>
              </p:cNvPr>
              <p:cNvSpPr/>
              <p:nvPr/>
            </p:nvSpPr>
            <p:spPr>
              <a:xfrm>
                <a:off x="8449708" y="4108131"/>
                <a:ext cx="137160" cy="137160"/>
              </a:xfrm>
              <a:prstGeom prst="ellipse">
                <a:avLst/>
              </a:pr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06FEE18-F6B3-39CB-7859-DF322AFE8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735230" y="539777"/>
              <a:ext cx="2139047" cy="2139047"/>
            </a:xfrm>
            <a:prstGeom prst="ellipse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6F28386-8E79-22F9-5143-124D217B4D15}"/>
              </a:ext>
            </a:extLst>
          </p:cNvPr>
          <p:cNvSpPr txBox="1"/>
          <p:nvPr/>
        </p:nvSpPr>
        <p:spPr>
          <a:xfrm>
            <a:off x="220674" y="974512"/>
            <a:ext cx="8534118" cy="4154984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Liquid crystal displays (LCDs)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are made up of millions of tiny liquid crystals. These crystals form a matrix of pixels, which can be affected by changes in applied electric fields.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LCD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screens require a form of backlighting, often provided by a fluorescent lamp or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LEDs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is it typically used for?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TVs, monitors, laptops, mobile devices,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Gradually being phased out in favour of newer technologies like LED and OLED.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Why is it required?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We need to be able to output digital information in a visual way.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Although display technology is constantly evolving, there will probably always be a need for screens in some form.</a:t>
            </a:r>
          </a:p>
        </p:txBody>
      </p:sp>
    </p:spTree>
    <p:extLst>
      <p:ext uri="{BB962C8B-B14F-4D97-AF65-F5344CB8AC3E}">
        <p14:creationId xmlns:p14="http://schemas.microsoft.com/office/powerpoint/2010/main" val="2346572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Light-emitting diode (LED) screen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5862BA5-8A3C-5F2C-F6E1-A9DF377EB1EC}"/>
              </a:ext>
            </a:extLst>
          </p:cNvPr>
          <p:cNvGrpSpPr/>
          <p:nvPr/>
        </p:nvGrpSpPr>
        <p:grpSpPr>
          <a:xfrm>
            <a:off x="5707225" y="419878"/>
            <a:ext cx="6484775" cy="6438122"/>
            <a:chOff x="5707225" y="419878"/>
            <a:chExt cx="6484775" cy="6438122"/>
          </a:xfrm>
        </p:grpSpPr>
        <p:pic>
          <p:nvPicPr>
            <p:cNvPr id="7" name="Picture 6" descr="A group of people on a stage&#10;&#10;Description automatically generated with medium confidence">
              <a:extLst>
                <a:ext uri="{FF2B5EF4-FFF2-40B4-BE49-F238E27FC236}">
                  <a16:creationId xmlns:a16="http://schemas.microsoft.com/office/drawing/2014/main" id="{E8FD26C8-3772-7A79-6065-B83EE145FD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707225" y="419878"/>
              <a:ext cx="6484775" cy="6438122"/>
            </a:xfrm>
            <a:prstGeom prst="rect">
              <a:avLst/>
            </a:prstGeom>
          </p:spPr>
        </p:pic>
        <p:pic>
          <p:nvPicPr>
            <p:cNvPr id="9" name="Picture 8" descr="A picture containing person&#10;&#10;Description automatically generated">
              <a:extLst>
                <a:ext uri="{FF2B5EF4-FFF2-40B4-BE49-F238E27FC236}">
                  <a16:creationId xmlns:a16="http://schemas.microsoft.com/office/drawing/2014/main" id="{5DC54454-3B97-0D29-DDC8-02D37C9F4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624835" y="4478694"/>
              <a:ext cx="3567165" cy="2379306"/>
            </a:xfrm>
            <a:prstGeom prst="rect">
              <a:avLst/>
            </a:prstGeom>
            <a:ln w="76200">
              <a:solidFill>
                <a:schemeClr val="bg1"/>
              </a:solidFill>
            </a:ln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0FB4383-CA32-5138-A9BF-9A46522032AB}"/>
                </a:ext>
              </a:extLst>
            </p:cNvPr>
            <p:cNvSpPr/>
            <p:nvPr/>
          </p:nvSpPr>
          <p:spPr>
            <a:xfrm>
              <a:off x="8846975" y="5579706"/>
              <a:ext cx="205274" cy="205274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E03F555-F4E2-A0F2-0CD6-0B8FED982D25}"/>
                </a:ext>
              </a:extLst>
            </p:cNvPr>
            <p:cNvCxnSpPr>
              <a:stCxn id="12" idx="0"/>
              <a:endCxn id="11" idx="7"/>
            </p:cNvCxnSpPr>
            <p:nvPr/>
          </p:nvCxnSpPr>
          <p:spPr>
            <a:xfrm flipH="1" flipV="1">
              <a:off x="7657923" y="5037066"/>
              <a:ext cx="1291689" cy="54264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0C6E110-32A4-B716-73AB-873923E5BA11}"/>
                </a:ext>
              </a:extLst>
            </p:cNvPr>
            <p:cNvCxnSpPr>
              <a:cxnSpLocks/>
              <a:stCxn id="12" idx="4"/>
              <a:endCxn id="11" idx="5"/>
            </p:cNvCxnSpPr>
            <p:nvPr/>
          </p:nvCxnSpPr>
          <p:spPr>
            <a:xfrm flipH="1">
              <a:off x="7657923" y="5784980"/>
              <a:ext cx="1291689" cy="54031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Picture 10" descr="A picture containing person&#10;&#10;Description automatically generated">
              <a:extLst>
                <a:ext uri="{FF2B5EF4-FFF2-40B4-BE49-F238E27FC236}">
                  <a16:creationId xmlns:a16="http://schemas.microsoft.com/office/drawing/2014/main" id="{FCA68C0D-7BA5-6139-ECF0-FAC43F22B5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174962" y="4770265"/>
              <a:ext cx="1737397" cy="1821829"/>
            </a:xfrm>
            <a:prstGeom prst="ellipse">
              <a:avLst/>
            </a:prstGeom>
            <a:ln w="57150">
              <a:solidFill>
                <a:schemeClr val="bg1"/>
              </a:solidFill>
            </a:ln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21A0716-D9C1-9330-16C7-7AA5F97ABD6F}"/>
              </a:ext>
            </a:extLst>
          </p:cNvPr>
          <p:cNvSpPr txBox="1"/>
          <p:nvPr/>
        </p:nvSpPr>
        <p:spPr>
          <a:xfrm>
            <a:off x="220675" y="974512"/>
            <a:ext cx="8090358" cy="1000274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These displays use tiny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light-emitting diodes (LEDs)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to produce a bright image almost instantly without the need for any additional backlighting.</a:t>
            </a:r>
          </a:p>
        </p:txBody>
      </p:sp>
    </p:spTree>
    <p:extLst>
      <p:ext uri="{BB962C8B-B14F-4D97-AF65-F5344CB8AC3E}">
        <p14:creationId xmlns:p14="http://schemas.microsoft.com/office/powerpoint/2010/main" val="777582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Light-emitting diode (LED) screen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5862BA5-8A3C-5F2C-F6E1-A9DF377EB1EC}"/>
              </a:ext>
            </a:extLst>
          </p:cNvPr>
          <p:cNvGrpSpPr/>
          <p:nvPr/>
        </p:nvGrpSpPr>
        <p:grpSpPr>
          <a:xfrm>
            <a:off x="5707225" y="419878"/>
            <a:ext cx="6484775" cy="6438122"/>
            <a:chOff x="5707225" y="419878"/>
            <a:chExt cx="6484775" cy="6438122"/>
          </a:xfrm>
        </p:grpSpPr>
        <p:pic>
          <p:nvPicPr>
            <p:cNvPr id="7" name="Picture 6" descr="A group of people on a stage&#10;&#10;Description automatically generated with medium confidence">
              <a:extLst>
                <a:ext uri="{FF2B5EF4-FFF2-40B4-BE49-F238E27FC236}">
                  <a16:creationId xmlns:a16="http://schemas.microsoft.com/office/drawing/2014/main" id="{E8FD26C8-3772-7A79-6065-B83EE145FD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707225" y="419878"/>
              <a:ext cx="6484775" cy="6438122"/>
            </a:xfrm>
            <a:prstGeom prst="rect">
              <a:avLst/>
            </a:prstGeom>
          </p:spPr>
        </p:pic>
        <p:pic>
          <p:nvPicPr>
            <p:cNvPr id="9" name="Picture 8" descr="A picture containing person&#10;&#10;Description automatically generated">
              <a:extLst>
                <a:ext uri="{FF2B5EF4-FFF2-40B4-BE49-F238E27FC236}">
                  <a16:creationId xmlns:a16="http://schemas.microsoft.com/office/drawing/2014/main" id="{5DC54454-3B97-0D29-DDC8-02D37C9F4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624835" y="4478694"/>
              <a:ext cx="3567165" cy="2379306"/>
            </a:xfrm>
            <a:prstGeom prst="rect">
              <a:avLst/>
            </a:prstGeom>
            <a:ln w="76200">
              <a:solidFill>
                <a:schemeClr val="bg1"/>
              </a:solidFill>
            </a:ln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0FB4383-CA32-5138-A9BF-9A46522032AB}"/>
                </a:ext>
              </a:extLst>
            </p:cNvPr>
            <p:cNvSpPr/>
            <p:nvPr/>
          </p:nvSpPr>
          <p:spPr>
            <a:xfrm>
              <a:off x="8846975" y="5579706"/>
              <a:ext cx="205274" cy="205274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E03F555-F4E2-A0F2-0CD6-0B8FED982D25}"/>
                </a:ext>
              </a:extLst>
            </p:cNvPr>
            <p:cNvCxnSpPr>
              <a:stCxn id="12" idx="0"/>
              <a:endCxn id="11" idx="7"/>
            </p:cNvCxnSpPr>
            <p:nvPr/>
          </p:nvCxnSpPr>
          <p:spPr>
            <a:xfrm flipH="1" flipV="1">
              <a:off x="7657923" y="5037066"/>
              <a:ext cx="1291689" cy="54264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0C6E110-32A4-B716-73AB-873923E5BA11}"/>
                </a:ext>
              </a:extLst>
            </p:cNvPr>
            <p:cNvCxnSpPr>
              <a:cxnSpLocks/>
              <a:stCxn id="12" idx="4"/>
              <a:endCxn id="11" idx="5"/>
            </p:cNvCxnSpPr>
            <p:nvPr/>
          </p:nvCxnSpPr>
          <p:spPr>
            <a:xfrm flipH="1">
              <a:off x="7657923" y="5784980"/>
              <a:ext cx="1291689" cy="54031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Picture 10" descr="A picture containing person&#10;&#10;Description automatically generated">
              <a:extLst>
                <a:ext uri="{FF2B5EF4-FFF2-40B4-BE49-F238E27FC236}">
                  <a16:creationId xmlns:a16="http://schemas.microsoft.com/office/drawing/2014/main" id="{FCA68C0D-7BA5-6139-ECF0-FAC43F22B5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174962" y="4770265"/>
              <a:ext cx="1737397" cy="1821829"/>
            </a:xfrm>
            <a:prstGeom prst="ellipse">
              <a:avLst/>
            </a:prstGeom>
            <a:ln w="57150">
              <a:solidFill>
                <a:schemeClr val="bg1"/>
              </a:solidFill>
            </a:ln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9ADCC0C-20BB-2E60-9E1C-779D9375A8CE}"/>
              </a:ext>
            </a:extLst>
          </p:cNvPr>
          <p:cNvSpPr txBox="1"/>
          <p:nvPr/>
        </p:nvSpPr>
        <p:spPr>
          <a:xfrm>
            <a:off x="220675" y="974512"/>
            <a:ext cx="8090358" cy="28931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These displays use tiny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light-emitting diodes (LEDs)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to produce a bright image almost instantly without the need for any additional backlighting.</a:t>
            </a:r>
          </a:p>
          <a:p>
            <a:pPr>
              <a:spcAft>
                <a:spcPts val="600"/>
              </a:spcAft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is it typically used for?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Replacing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LCD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displays in more and more situations including TVs, monitors, laptops and mobile devices.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Multiple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LED 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screens can be joined together, making them ideal for very large displays used in concerts, festivals and sporting events.</a:t>
            </a: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610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Light-emitting diode (LED) screen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5862BA5-8A3C-5F2C-F6E1-A9DF377EB1EC}"/>
              </a:ext>
            </a:extLst>
          </p:cNvPr>
          <p:cNvGrpSpPr/>
          <p:nvPr/>
        </p:nvGrpSpPr>
        <p:grpSpPr>
          <a:xfrm>
            <a:off x="5707225" y="419878"/>
            <a:ext cx="6484775" cy="6438122"/>
            <a:chOff x="5707225" y="419878"/>
            <a:chExt cx="6484775" cy="6438122"/>
          </a:xfrm>
        </p:grpSpPr>
        <p:pic>
          <p:nvPicPr>
            <p:cNvPr id="7" name="Picture 6" descr="A group of people on a stage&#10;&#10;Description automatically generated with medium confidence">
              <a:extLst>
                <a:ext uri="{FF2B5EF4-FFF2-40B4-BE49-F238E27FC236}">
                  <a16:creationId xmlns:a16="http://schemas.microsoft.com/office/drawing/2014/main" id="{E8FD26C8-3772-7A79-6065-B83EE145FD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707225" y="419878"/>
              <a:ext cx="6484775" cy="6438122"/>
            </a:xfrm>
            <a:prstGeom prst="rect">
              <a:avLst/>
            </a:prstGeom>
          </p:spPr>
        </p:pic>
        <p:pic>
          <p:nvPicPr>
            <p:cNvPr id="9" name="Picture 8" descr="A picture containing person&#10;&#10;Description automatically generated">
              <a:extLst>
                <a:ext uri="{FF2B5EF4-FFF2-40B4-BE49-F238E27FC236}">
                  <a16:creationId xmlns:a16="http://schemas.microsoft.com/office/drawing/2014/main" id="{5DC54454-3B97-0D29-DDC8-02D37C9F4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624835" y="4478694"/>
              <a:ext cx="3567165" cy="2379306"/>
            </a:xfrm>
            <a:prstGeom prst="rect">
              <a:avLst/>
            </a:prstGeom>
            <a:ln w="76200">
              <a:solidFill>
                <a:schemeClr val="bg1"/>
              </a:solidFill>
            </a:ln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0FB4383-CA32-5138-A9BF-9A46522032AB}"/>
                </a:ext>
              </a:extLst>
            </p:cNvPr>
            <p:cNvSpPr/>
            <p:nvPr/>
          </p:nvSpPr>
          <p:spPr>
            <a:xfrm>
              <a:off x="8846975" y="5579706"/>
              <a:ext cx="205274" cy="205274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E03F555-F4E2-A0F2-0CD6-0B8FED982D25}"/>
                </a:ext>
              </a:extLst>
            </p:cNvPr>
            <p:cNvCxnSpPr>
              <a:stCxn id="12" idx="0"/>
              <a:endCxn id="11" idx="7"/>
            </p:cNvCxnSpPr>
            <p:nvPr/>
          </p:nvCxnSpPr>
          <p:spPr>
            <a:xfrm flipH="1" flipV="1">
              <a:off x="7657923" y="5037066"/>
              <a:ext cx="1291689" cy="54264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0C6E110-32A4-B716-73AB-873923E5BA11}"/>
                </a:ext>
              </a:extLst>
            </p:cNvPr>
            <p:cNvCxnSpPr>
              <a:cxnSpLocks/>
              <a:stCxn id="12" idx="4"/>
              <a:endCxn id="11" idx="5"/>
            </p:cNvCxnSpPr>
            <p:nvPr/>
          </p:nvCxnSpPr>
          <p:spPr>
            <a:xfrm flipH="1">
              <a:off x="7657923" y="5784980"/>
              <a:ext cx="1291689" cy="54031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Picture 10" descr="A picture containing person&#10;&#10;Description automatically generated">
              <a:extLst>
                <a:ext uri="{FF2B5EF4-FFF2-40B4-BE49-F238E27FC236}">
                  <a16:creationId xmlns:a16="http://schemas.microsoft.com/office/drawing/2014/main" id="{FCA68C0D-7BA5-6139-ECF0-FAC43F22B5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174962" y="4770265"/>
              <a:ext cx="1737397" cy="1821829"/>
            </a:xfrm>
            <a:prstGeom prst="ellipse">
              <a:avLst/>
            </a:prstGeom>
            <a:ln w="57150">
              <a:solidFill>
                <a:schemeClr val="bg1"/>
              </a:solidFill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D177646-D9C9-CC29-0463-661040247514}"/>
              </a:ext>
            </a:extLst>
          </p:cNvPr>
          <p:cNvSpPr txBox="1"/>
          <p:nvPr/>
        </p:nvSpPr>
        <p:spPr>
          <a:xfrm>
            <a:off x="220675" y="974512"/>
            <a:ext cx="8090358" cy="4708981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These displays use tiny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light-emitting diodes (LEDs)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to produce a bright image almost instantly without the need for any additional backlighting.</a:t>
            </a:r>
          </a:p>
          <a:p>
            <a:pPr>
              <a:spcAft>
                <a:spcPts val="600"/>
              </a:spcAft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is it typically used for?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Replacing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LCD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displays in more and more situations including TVs, monitors, laptops and mobile devices.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Multiple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LED 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screens can be joined together, making them ideal for very large displays used in concerts, festivals and sporting events.</a:t>
            </a: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Why is it required?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LED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technology is generally considered better than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LCD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because it: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Offers better image quality and viewing angles.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Has a longer lifespan.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Requires no additional backlighting, so it’s thinner and lighter.</a:t>
            </a:r>
          </a:p>
        </p:txBody>
      </p:sp>
    </p:spTree>
    <p:extLst>
      <p:ext uri="{BB962C8B-B14F-4D97-AF65-F5344CB8AC3E}">
        <p14:creationId xmlns:p14="http://schemas.microsoft.com/office/powerpoint/2010/main" val="270444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63039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Speaker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49EBDB-3F49-70E9-1E19-FEEA0C8C7DC2}"/>
              </a:ext>
            </a:extLst>
          </p:cNvPr>
          <p:cNvSpPr txBox="1"/>
          <p:nvPr/>
        </p:nvSpPr>
        <p:spPr>
          <a:xfrm>
            <a:off x="220675" y="974512"/>
            <a:ext cx="8220987" cy="190821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Essentially, a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speaker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is the counterpart to a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microphone 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(an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input device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) and works in the opposite way.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A digital representation of sound is passed through a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digital-to-analog convertor (DAC)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, which can then be further boosted by an amplifier before being passed to a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speaker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to create analog sound waves.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ECD2C8F-E55D-9ECC-88B6-D9979890242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5348"/>
          <a:stretch/>
        </p:blipFill>
        <p:spPr>
          <a:xfrm>
            <a:off x="8918900" y="800100"/>
            <a:ext cx="3273100" cy="589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263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63039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Speaker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502EDB-FA56-7718-DFCD-C1F7D51FCF8B}"/>
              </a:ext>
            </a:extLst>
          </p:cNvPr>
          <p:cNvSpPr txBox="1"/>
          <p:nvPr/>
        </p:nvSpPr>
        <p:spPr>
          <a:xfrm>
            <a:off x="220675" y="974512"/>
            <a:ext cx="8220987" cy="3801041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Essentially, a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speaker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is the counterpart to a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microphone 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(an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input device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) and works in the opposite way.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A digital representation of sound is passed through a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digital-to-analog convertor (DAC)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, which can then be further boosted by an amplifier before being passed to a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speaker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to create analog sound waves.</a:t>
            </a:r>
          </a:p>
          <a:p>
            <a:pPr>
              <a:spcAft>
                <a:spcPts val="600"/>
              </a:spcAft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is it typically used for?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TV, film and video games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Live music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Music recording playback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Alarms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A692540-91DC-77C1-2BC8-6A597775712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5348"/>
          <a:stretch/>
        </p:blipFill>
        <p:spPr>
          <a:xfrm>
            <a:off x="8918900" y="800100"/>
            <a:ext cx="3273100" cy="589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664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63039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Speaker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FEF45-0A6C-96A3-32DE-AA9D9CA34AD0}"/>
              </a:ext>
            </a:extLst>
          </p:cNvPr>
          <p:cNvSpPr txBox="1"/>
          <p:nvPr/>
        </p:nvSpPr>
        <p:spPr>
          <a:xfrm>
            <a:off x="220675" y="974512"/>
            <a:ext cx="8220987" cy="498598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Essentially, a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speaker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is the counterpart to a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microphone 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(an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input device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) and works in the opposite way.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A digital representation of sound is passed through a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digital-to-analog convertor (DAC)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, which can then be further boosted by an amplifier before being passed to a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speaker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to create analog sound waves.</a:t>
            </a:r>
          </a:p>
          <a:p>
            <a:pPr>
              <a:spcAft>
                <a:spcPts val="600"/>
              </a:spcAft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is it typically used for?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TV, film and video games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Live music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Music recording playback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Alarms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Why is it required?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Speakers provide us with a way to take digital sounds or recordings and output them in a form that can be heard by the human ear.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FE1E9BE-9C87-4DB1-C924-CA39774DEA9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5348"/>
          <a:stretch/>
        </p:blipFill>
        <p:spPr>
          <a:xfrm>
            <a:off x="8918900" y="800100"/>
            <a:ext cx="3273100" cy="589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1755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63039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3D printer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3" name="Picture 142">
            <a:extLst>
              <a:ext uri="{FF2B5EF4-FFF2-40B4-BE49-F238E27FC236}">
                <a16:creationId xmlns:a16="http://schemas.microsoft.com/office/drawing/2014/main" id="{FBFCD194-EB79-BBFF-D900-06C9E1F2A24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503437" y="866508"/>
            <a:ext cx="5407621" cy="57185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09222C-70DC-5E8F-983C-5B66B3A485F4}"/>
              </a:ext>
            </a:extLst>
          </p:cNvPr>
          <p:cNvSpPr txBox="1"/>
          <p:nvPr/>
        </p:nvSpPr>
        <p:spPr>
          <a:xfrm>
            <a:off x="220675" y="974512"/>
            <a:ext cx="8519567" cy="1277273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Based on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inkjet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laser printer 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technology,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3D printers 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work by depositing layers of material (often plastic) on top of each other to slowly build a 3D object. They can also use powered resin or metal, paper, ceramic, concrete – or even certain foods.</a:t>
            </a:r>
          </a:p>
        </p:txBody>
      </p:sp>
    </p:spTree>
    <p:extLst>
      <p:ext uri="{BB962C8B-B14F-4D97-AF65-F5344CB8AC3E}">
        <p14:creationId xmlns:p14="http://schemas.microsoft.com/office/powerpoint/2010/main" val="14784023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63039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3D printer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3" name="Picture 142">
            <a:extLst>
              <a:ext uri="{FF2B5EF4-FFF2-40B4-BE49-F238E27FC236}">
                <a16:creationId xmlns:a16="http://schemas.microsoft.com/office/drawing/2014/main" id="{FBFCD194-EB79-BBFF-D900-06C9E1F2A24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503437" y="866508"/>
            <a:ext cx="5407621" cy="57185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2E267A-17A9-BD18-CA4D-004007FB7C37}"/>
              </a:ext>
            </a:extLst>
          </p:cNvPr>
          <p:cNvSpPr txBox="1"/>
          <p:nvPr/>
        </p:nvSpPr>
        <p:spPr>
          <a:xfrm>
            <a:off x="220675" y="974512"/>
            <a:ext cx="8519567" cy="317009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Based on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inkjet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laser printer 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technology,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3D printers 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work by depositing layers of material (often plastic) on top of each other to slowly build a 3D object. They can also use powered resin or metal, paper, ceramic, concrete – or even certain foods.</a:t>
            </a:r>
          </a:p>
          <a:p>
            <a:pPr>
              <a:spcAft>
                <a:spcPts val="600"/>
              </a:spcAft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is it typically used for?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Inexpensive prosthetics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Spare parts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Rapid prototyping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Personalised items</a:t>
            </a: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067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63039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3D printer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3" name="Picture 142">
            <a:extLst>
              <a:ext uri="{FF2B5EF4-FFF2-40B4-BE49-F238E27FC236}">
                <a16:creationId xmlns:a16="http://schemas.microsoft.com/office/drawing/2014/main" id="{FBFCD194-EB79-BBFF-D900-06C9E1F2A24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503437" y="866508"/>
            <a:ext cx="5407621" cy="57185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BF9BB2-461A-6471-DF7E-344CAF94055D}"/>
              </a:ext>
            </a:extLst>
          </p:cNvPr>
          <p:cNvSpPr txBox="1"/>
          <p:nvPr/>
        </p:nvSpPr>
        <p:spPr>
          <a:xfrm>
            <a:off x="220675" y="974512"/>
            <a:ext cx="8519567" cy="513986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does it do? 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Based on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inkjet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laser printer 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technology,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3D printers 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work by depositing layers of material (often plastic) on top of each other to slowly build a 3D object. They can also use powered resin or metal, paper, ceramic, concrete – or even certain foods.</a:t>
            </a:r>
          </a:p>
          <a:p>
            <a:pPr>
              <a:spcAft>
                <a:spcPts val="600"/>
              </a:spcAft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What is it typically used for?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Inexpensive prosthetics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Spare parts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Rapid prototyping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Personalised items</a:t>
            </a: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GB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Why is it required?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3D printing allows us to produce real-world models of virtual objects created using </a:t>
            </a:r>
            <a:r>
              <a:rPr lang="en-GB" b="1" dirty="0">
                <a:latin typeface="Calibri" panose="020F0502020204030204" pitchFamily="34" charset="0"/>
                <a:cs typeface="Times New Roman" panose="02020603050405020304" pitchFamily="18" charset="0"/>
              </a:rPr>
              <a:t>computer-aided design (CAD)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 software.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It can create objects with intricate internal spaces and moving parts, and it provides a means of manufacturing with minimum waste.</a:t>
            </a:r>
          </a:p>
        </p:txBody>
      </p:sp>
    </p:spTree>
    <p:extLst>
      <p:ext uri="{BB962C8B-B14F-4D97-AF65-F5344CB8AC3E}">
        <p14:creationId xmlns:p14="http://schemas.microsoft.com/office/powerpoint/2010/main" val="37824929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150166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800" b="1" dirty="0"/>
              <a:t>Output device: </a:t>
            </a:r>
            <a:r>
              <a:rPr lang="en-GB" sz="1800" dirty="0"/>
              <a:t>Any device that can take data stored in digital form and convert it into another form humans can process such as sound, images or vibrations.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b="1" dirty="0"/>
              <a:t>Actuator: </a:t>
            </a:r>
            <a:r>
              <a:rPr lang="en-GB" dirty="0"/>
              <a:t>Allow physical movements to be carried out, often used in conjunction with a motor and sensor.</a:t>
            </a:r>
          </a:p>
          <a:p>
            <a:pPr marL="742950" lvl="1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dirty="0"/>
              <a:t>Opening and closing valves and doors.</a:t>
            </a:r>
          </a:p>
          <a:p>
            <a:pPr marL="742950" lvl="1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dirty="0"/>
              <a:t>Starting and stopping motorised objects like conveyor belts.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tx1"/>
                </a:solidFill>
              </a:rPr>
              <a:t>Digital light processing (DLP)</a:t>
            </a:r>
            <a:r>
              <a:rPr lang="en-GB" b="1" dirty="0"/>
              <a:t> projector: </a:t>
            </a:r>
            <a:r>
              <a:rPr lang="en-GB" dirty="0"/>
              <a:t>Millions of micro-mirrors arranged in a matrix grid, placed on a small microchip within the projector itself. </a:t>
            </a:r>
          </a:p>
          <a:p>
            <a:pPr marL="742950" lvl="1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dirty="0"/>
              <a:t>Higher contrast and smoother video than LCD projectors.</a:t>
            </a:r>
          </a:p>
          <a:p>
            <a:pPr marL="742950" lvl="1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dirty="0"/>
              <a:t>Small, light and portable.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b="1" dirty="0"/>
              <a:t>Liquid crystal display (LCD) projector: </a:t>
            </a:r>
            <a:r>
              <a:rPr lang="en-GB" dirty="0"/>
              <a:t>Uses three separate mirror filters and a prism to create an image.</a:t>
            </a:r>
          </a:p>
          <a:p>
            <a:pPr marL="742950" lvl="1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dirty="0"/>
              <a:t>Provide a sharper image with better colour reproduction than LED projectors.</a:t>
            </a:r>
          </a:p>
          <a:p>
            <a:pPr marL="742950" lvl="1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dirty="0"/>
              <a:t>Quieter, use less power and produce less heat.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tx1"/>
                </a:solidFill>
              </a:rPr>
              <a:t>I</a:t>
            </a:r>
            <a:r>
              <a:rPr lang="en-GB" b="1" dirty="0"/>
              <a:t>nkjet printer: </a:t>
            </a:r>
            <a:r>
              <a:rPr lang="en-GB" dirty="0"/>
              <a:t>Uses liquid link forced through fine nozzles.</a:t>
            </a:r>
          </a:p>
          <a:p>
            <a:pPr marL="742950" lvl="1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dirty="0"/>
              <a:t>Produces high-quality photo prints.</a:t>
            </a:r>
          </a:p>
          <a:p>
            <a:pPr marL="742950" lvl="1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dirty="0"/>
              <a:t>Tends to be cheaper, popular for home setups.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 devices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2AD10E15-51DE-4E20-BA97-AAD289A13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2571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166961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tx1"/>
                </a:solidFill>
              </a:rPr>
              <a:t>Laser printer: </a:t>
            </a:r>
            <a:r>
              <a:rPr lang="en-GB" dirty="0"/>
              <a:t>Uses dry powder fused onto paper using heat.</a:t>
            </a:r>
          </a:p>
          <a:p>
            <a:pPr marL="742950" lvl="1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</a:rPr>
              <a:t>Very fast and accurate for bulk </a:t>
            </a:r>
            <a:r>
              <a:rPr lang="en-GB" dirty="0"/>
              <a:t>printing </a:t>
            </a:r>
            <a:r>
              <a:rPr lang="en-GB" dirty="0">
                <a:solidFill>
                  <a:schemeClr val="tx1"/>
                </a:solidFill>
              </a:rPr>
              <a:t>non-colour documents.</a:t>
            </a:r>
          </a:p>
          <a:p>
            <a:pPr marL="742950" lvl="1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dirty="0"/>
              <a:t>Lower running cost per page than inkjet printers.</a:t>
            </a:r>
          </a:p>
          <a:p>
            <a:pPr marL="742950" lvl="1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</a:rPr>
              <a:t>Often used in schools and offices.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tx1"/>
                </a:solidFill>
              </a:rPr>
              <a:t>Liquid crystal display (LCD) screen: </a:t>
            </a:r>
            <a:r>
              <a:rPr lang="en-GB" dirty="0"/>
              <a:t>Made up of millions of liquid crystals, requires backlighting.</a:t>
            </a:r>
          </a:p>
          <a:p>
            <a:pPr marL="742950" lvl="1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dirty="0"/>
              <a:t>TVs, monitors, laptops.</a:t>
            </a:r>
          </a:p>
          <a:p>
            <a:pPr marL="742950" lvl="1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dirty="0"/>
              <a:t>Generally considered an older form of display technology.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tx1"/>
                </a:solidFill>
              </a:rPr>
              <a:t>Light-emitting</a:t>
            </a:r>
            <a:r>
              <a:rPr lang="en-GB" b="1" dirty="0"/>
              <a:t> diode (LED) screen:</a:t>
            </a:r>
            <a:r>
              <a:rPr lang="en-GB" dirty="0"/>
              <a:t> Uses tiny LEDs to produce bight images without the need for additional backlighting.</a:t>
            </a:r>
          </a:p>
          <a:p>
            <a:pPr marL="742950" lvl="1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dirty="0"/>
              <a:t>Superior picture quality compared to LCDs.</a:t>
            </a:r>
          </a:p>
          <a:p>
            <a:pPr marL="742950" lvl="1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</a:rPr>
              <a:t>Slimmer and lighter.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b="1" dirty="0"/>
              <a:t>Speaker:</a:t>
            </a:r>
            <a:r>
              <a:rPr lang="en-GB" dirty="0"/>
              <a:t> Converts digital representations of sound into analog waves that can be heard by the human ear.</a:t>
            </a:r>
          </a:p>
          <a:p>
            <a:pPr marL="742950" lvl="1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dirty="0"/>
              <a:t>TV, film, video games.</a:t>
            </a:r>
          </a:p>
          <a:p>
            <a:pPr marL="742950" lvl="1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dirty="0"/>
              <a:t>Live music, recording playback.</a:t>
            </a:r>
          </a:p>
          <a:p>
            <a:pPr marL="742950" lvl="1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dirty="0"/>
              <a:t>Alarms and sirens.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tx1"/>
                </a:solidFill>
              </a:rPr>
              <a:t>3D printer: </a:t>
            </a:r>
            <a:r>
              <a:rPr lang="en-GB" dirty="0"/>
              <a:t>Deposits layers of material to build a 3D object.</a:t>
            </a:r>
          </a:p>
          <a:p>
            <a:pPr marL="742950" lvl="1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</a:rPr>
              <a:t>Usable materials include plastic, powdered metal and resin, paper, ceramic, c</a:t>
            </a:r>
            <a:r>
              <a:rPr lang="en-GB" dirty="0"/>
              <a:t>oncrete and some foods.</a:t>
            </a:r>
          </a:p>
          <a:p>
            <a:pPr marL="742950" lvl="1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</a:rPr>
              <a:t>Used to produce prosthetics, spare parts, models and personalised items.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 devices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2AD10E15-51DE-4E20-BA97-AAD289A13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523174"/>
            <a:ext cx="3529637" cy="6185997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Is this gaming controller an input or output device?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2308645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Blurring the lines</a:t>
            </a:r>
          </a:p>
        </p:txBody>
      </p:sp>
      <p:pic>
        <p:nvPicPr>
          <p:cNvPr id="3" name="Picture 2" descr="A picture containing indoor, remote, sitting, monitor&#10;&#10;Description automatically generated">
            <a:extLst>
              <a:ext uri="{FF2B5EF4-FFF2-40B4-BE49-F238E27FC236}">
                <a16:creationId xmlns:a16="http://schemas.microsoft.com/office/drawing/2014/main" id="{156010EE-F79A-4471-9B22-15F56F6C2CD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720" y="993174"/>
            <a:ext cx="7744780" cy="559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9125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523174"/>
            <a:ext cx="3529637" cy="6185997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It translates button presses and stick movements into digital signals.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So, it’s an input device… right?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2308645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Blurring the lines</a:t>
            </a:r>
          </a:p>
        </p:txBody>
      </p:sp>
      <p:pic>
        <p:nvPicPr>
          <p:cNvPr id="3" name="Picture 2" descr="A picture containing indoor, remote, sitting, monitor&#10;&#10;Description automatically generated">
            <a:extLst>
              <a:ext uri="{FF2B5EF4-FFF2-40B4-BE49-F238E27FC236}">
                <a16:creationId xmlns:a16="http://schemas.microsoft.com/office/drawing/2014/main" id="{156010EE-F79A-4471-9B22-15F56F6C2CD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339" y="993174"/>
            <a:ext cx="7744780" cy="559492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F3BDAD1-8997-4131-BD99-3F26ECB6461C}"/>
              </a:ext>
            </a:extLst>
          </p:cNvPr>
          <p:cNvSpPr/>
          <p:nvPr/>
        </p:nvSpPr>
        <p:spPr>
          <a:xfrm rot="5400000">
            <a:off x="2753678" y="2074228"/>
            <a:ext cx="385762" cy="234631"/>
          </a:xfrm>
          <a:prstGeom prst="roundRect">
            <a:avLst>
              <a:gd name="adj" fmla="val 50000"/>
            </a:avLst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E686C1-DCCB-4EC2-8975-C6D01C8D19E3}"/>
              </a:ext>
            </a:extLst>
          </p:cNvPr>
          <p:cNvSpPr/>
          <p:nvPr/>
        </p:nvSpPr>
        <p:spPr>
          <a:xfrm rot="5400000">
            <a:off x="5557205" y="2074227"/>
            <a:ext cx="385762" cy="234631"/>
          </a:xfrm>
          <a:prstGeom prst="roundRect">
            <a:avLst>
              <a:gd name="adj" fmla="val 50000"/>
            </a:avLst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D33271-C867-4209-B8F0-1B6B18B9C587}"/>
              </a:ext>
            </a:extLst>
          </p:cNvPr>
          <p:cNvSpPr/>
          <p:nvPr/>
        </p:nvSpPr>
        <p:spPr>
          <a:xfrm rot="5400000">
            <a:off x="5757862" y="2614614"/>
            <a:ext cx="476250" cy="481013"/>
          </a:xfrm>
          <a:prstGeom prst="roundRect">
            <a:avLst>
              <a:gd name="adj" fmla="val 50000"/>
            </a:avLst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6B40239-ACE4-46DD-BBB4-44AF19A24455}"/>
              </a:ext>
            </a:extLst>
          </p:cNvPr>
          <p:cNvSpPr/>
          <p:nvPr/>
        </p:nvSpPr>
        <p:spPr>
          <a:xfrm rot="5400000">
            <a:off x="6255543" y="2112171"/>
            <a:ext cx="476250" cy="481013"/>
          </a:xfrm>
          <a:prstGeom prst="roundRect">
            <a:avLst>
              <a:gd name="adj" fmla="val 50000"/>
            </a:avLst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21323DD-5EEB-4795-8F16-1FCD42257305}"/>
              </a:ext>
            </a:extLst>
          </p:cNvPr>
          <p:cNvSpPr/>
          <p:nvPr/>
        </p:nvSpPr>
        <p:spPr>
          <a:xfrm rot="5400000">
            <a:off x="6766203" y="2612232"/>
            <a:ext cx="476250" cy="481013"/>
          </a:xfrm>
          <a:prstGeom prst="roundRect">
            <a:avLst>
              <a:gd name="adj" fmla="val 50000"/>
            </a:avLst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256730F-606C-44EA-9C6D-1A4FB35D9B93}"/>
              </a:ext>
            </a:extLst>
          </p:cNvPr>
          <p:cNvSpPr/>
          <p:nvPr/>
        </p:nvSpPr>
        <p:spPr>
          <a:xfrm rot="5400000">
            <a:off x="6272210" y="3114676"/>
            <a:ext cx="476250" cy="481013"/>
          </a:xfrm>
          <a:prstGeom prst="roundRect">
            <a:avLst>
              <a:gd name="adj" fmla="val 50000"/>
            </a:avLst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B5E2A65-6803-44B8-834B-42FE452ADA28}"/>
              </a:ext>
            </a:extLst>
          </p:cNvPr>
          <p:cNvSpPr/>
          <p:nvPr/>
        </p:nvSpPr>
        <p:spPr>
          <a:xfrm rot="5400000">
            <a:off x="5068983" y="3351605"/>
            <a:ext cx="813403" cy="821538"/>
          </a:xfrm>
          <a:prstGeom prst="roundRect">
            <a:avLst>
              <a:gd name="adj" fmla="val 50000"/>
            </a:avLst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A94A6BE-F8A3-4080-9D0C-7B93BB950981}"/>
              </a:ext>
            </a:extLst>
          </p:cNvPr>
          <p:cNvSpPr/>
          <p:nvPr/>
        </p:nvSpPr>
        <p:spPr>
          <a:xfrm rot="5400000">
            <a:off x="2830929" y="3351606"/>
            <a:ext cx="813403" cy="821538"/>
          </a:xfrm>
          <a:prstGeom prst="roundRect">
            <a:avLst>
              <a:gd name="adj" fmla="val 50000"/>
            </a:avLst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A9EF506-83A0-4A8A-A432-20F92A5A0B55}"/>
              </a:ext>
            </a:extLst>
          </p:cNvPr>
          <p:cNvSpPr/>
          <p:nvPr/>
        </p:nvSpPr>
        <p:spPr>
          <a:xfrm rot="5400000">
            <a:off x="4164164" y="3655684"/>
            <a:ext cx="384481" cy="388327"/>
          </a:xfrm>
          <a:prstGeom prst="roundRect">
            <a:avLst>
              <a:gd name="adj" fmla="val 50000"/>
            </a:avLst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67C7601-E53A-41D4-9C3F-95733F3F9D13}"/>
              </a:ext>
            </a:extLst>
          </p:cNvPr>
          <p:cNvSpPr/>
          <p:nvPr/>
        </p:nvSpPr>
        <p:spPr>
          <a:xfrm>
            <a:off x="2007394" y="2290763"/>
            <a:ext cx="381000" cy="488156"/>
          </a:xfrm>
          <a:custGeom>
            <a:avLst/>
            <a:gdLst>
              <a:gd name="connsiteX0" fmla="*/ 0 w 381000"/>
              <a:gd name="connsiteY0" fmla="*/ 73818 h 488156"/>
              <a:gd name="connsiteX1" fmla="*/ 38100 w 381000"/>
              <a:gd name="connsiteY1" fmla="*/ 19050 h 488156"/>
              <a:gd name="connsiteX2" fmla="*/ 92869 w 381000"/>
              <a:gd name="connsiteY2" fmla="*/ 4762 h 488156"/>
              <a:gd name="connsiteX3" fmla="*/ 238125 w 381000"/>
              <a:gd name="connsiteY3" fmla="*/ 0 h 488156"/>
              <a:gd name="connsiteX4" fmla="*/ 309562 w 381000"/>
              <a:gd name="connsiteY4" fmla="*/ 16668 h 488156"/>
              <a:gd name="connsiteX5" fmla="*/ 354806 w 381000"/>
              <a:gd name="connsiteY5" fmla="*/ 64293 h 488156"/>
              <a:gd name="connsiteX6" fmla="*/ 381000 w 381000"/>
              <a:gd name="connsiteY6" fmla="*/ 102393 h 488156"/>
              <a:gd name="connsiteX7" fmla="*/ 361950 w 381000"/>
              <a:gd name="connsiteY7" fmla="*/ 345281 h 488156"/>
              <a:gd name="connsiteX8" fmla="*/ 216694 w 381000"/>
              <a:gd name="connsiteY8" fmla="*/ 478631 h 488156"/>
              <a:gd name="connsiteX9" fmla="*/ 202406 w 381000"/>
              <a:gd name="connsiteY9" fmla="*/ 488156 h 488156"/>
              <a:gd name="connsiteX10" fmla="*/ 161925 w 381000"/>
              <a:gd name="connsiteY10" fmla="*/ 476250 h 488156"/>
              <a:gd name="connsiteX11" fmla="*/ 11906 w 381000"/>
              <a:gd name="connsiteY11" fmla="*/ 345281 h 488156"/>
              <a:gd name="connsiteX12" fmla="*/ 0 w 381000"/>
              <a:gd name="connsiteY12" fmla="*/ 73818 h 488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1000" h="488156">
                <a:moveTo>
                  <a:pt x="0" y="73818"/>
                </a:moveTo>
                <a:lnTo>
                  <a:pt x="38100" y="19050"/>
                </a:lnTo>
                <a:lnTo>
                  <a:pt x="92869" y="4762"/>
                </a:lnTo>
                <a:lnTo>
                  <a:pt x="238125" y="0"/>
                </a:lnTo>
                <a:lnTo>
                  <a:pt x="309562" y="16668"/>
                </a:lnTo>
                <a:lnTo>
                  <a:pt x="354806" y="64293"/>
                </a:lnTo>
                <a:lnTo>
                  <a:pt x="381000" y="102393"/>
                </a:lnTo>
                <a:lnTo>
                  <a:pt x="361950" y="345281"/>
                </a:lnTo>
                <a:lnTo>
                  <a:pt x="216694" y="478631"/>
                </a:lnTo>
                <a:lnTo>
                  <a:pt x="202406" y="488156"/>
                </a:lnTo>
                <a:lnTo>
                  <a:pt x="161925" y="476250"/>
                </a:lnTo>
                <a:lnTo>
                  <a:pt x="11906" y="345281"/>
                </a:lnTo>
                <a:lnTo>
                  <a:pt x="0" y="73818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028F4DA-B3A7-40D9-A77A-AE3C015ACFFF}"/>
              </a:ext>
            </a:extLst>
          </p:cNvPr>
          <p:cNvSpPr/>
          <p:nvPr/>
        </p:nvSpPr>
        <p:spPr>
          <a:xfrm rot="5400000">
            <a:off x="2333626" y="2608660"/>
            <a:ext cx="381000" cy="488156"/>
          </a:xfrm>
          <a:custGeom>
            <a:avLst/>
            <a:gdLst>
              <a:gd name="connsiteX0" fmla="*/ 0 w 381000"/>
              <a:gd name="connsiteY0" fmla="*/ 73818 h 488156"/>
              <a:gd name="connsiteX1" fmla="*/ 38100 w 381000"/>
              <a:gd name="connsiteY1" fmla="*/ 19050 h 488156"/>
              <a:gd name="connsiteX2" fmla="*/ 92869 w 381000"/>
              <a:gd name="connsiteY2" fmla="*/ 4762 h 488156"/>
              <a:gd name="connsiteX3" fmla="*/ 238125 w 381000"/>
              <a:gd name="connsiteY3" fmla="*/ 0 h 488156"/>
              <a:gd name="connsiteX4" fmla="*/ 309562 w 381000"/>
              <a:gd name="connsiteY4" fmla="*/ 16668 h 488156"/>
              <a:gd name="connsiteX5" fmla="*/ 354806 w 381000"/>
              <a:gd name="connsiteY5" fmla="*/ 64293 h 488156"/>
              <a:gd name="connsiteX6" fmla="*/ 381000 w 381000"/>
              <a:gd name="connsiteY6" fmla="*/ 102393 h 488156"/>
              <a:gd name="connsiteX7" fmla="*/ 361950 w 381000"/>
              <a:gd name="connsiteY7" fmla="*/ 345281 h 488156"/>
              <a:gd name="connsiteX8" fmla="*/ 216694 w 381000"/>
              <a:gd name="connsiteY8" fmla="*/ 478631 h 488156"/>
              <a:gd name="connsiteX9" fmla="*/ 202406 w 381000"/>
              <a:gd name="connsiteY9" fmla="*/ 488156 h 488156"/>
              <a:gd name="connsiteX10" fmla="*/ 161925 w 381000"/>
              <a:gd name="connsiteY10" fmla="*/ 476250 h 488156"/>
              <a:gd name="connsiteX11" fmla="*/ 11906 w 381000"/>
              <a:gd name="connsiteY11" fmla="*/ 345281 h 488156"/>
              <a:gd name="connsiteX12" fmla="*/ 0 w 381000"/>
              <a:gd name="connsiteY12" fmla="*/ 73818 h 488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1000" h="488156">
                <a:moveTo>
                  <a:pt x="0" y="73818"/>
                </a:moveTo>
                <a:lnTo>
                  <a:pt x="38100" y="19050"/>
                </a:lnTo>
                <a:lnTo>
                  <a:pt x="92869" y="4762"/>
                </a:lnTo>
                <a:lnTo>
                  <a:pt x="238125" y="0"/>
                </a:lnTo>
                <a:lnTo>
                  <a:pt x="309562" y="16668"/>
                </a:lnTo>
                <a:lnTo>
                  <a:pt x="354806" y="64293"/>
                </a:lnTo>
                <a:lnTo>
                  <a:pt x="381000" y="102393"/>
                </a:lnTo>
                <a:lnTo>
                  <a:pt x="361950" y="345281"/>
                </a:lnTo>
                <a:lnTo>
                  <a:pt x="216694" y="478631"/>
                </a:lnTo>
                <a:lnTo>
                  <a:pt x="202406" y="488156"/>
                </a:lnTo>
                <a:lnTo>
                  <a:pt x="161925" y="476250"/>
                </a:lnTo>
                <a:lnTo>
                  <a:pt x="11906" y="345281"/>
                </a:lnTo>
                <a:lnTo>
                  <a:pt x="0" y="73818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3E368A5-9087-459F-80D2-F19E93624D19}"/>
              </a:ext>
            </a:extLst>
          </p:cNvPr>
          <p:cNvSpPr/>
          <p:nvPr/>
        </p:nvSpPr>
        <p:spPr>
          <a:xfrm rot="10800000">
            <a:off x="2002632" y="2947987"/>
            <a:ext cx="381000" cy="488156"/>
          </a:xfrm>
          <a:custGeom>
            <a:avLst/>
            <a:gdLst>
              <a:gd name="connsiteX0" fmla="*/ 0 w 381000"/>
              <a:gd name="connsiteY0" fmla="*/ 73818 h 488156"/>
              <a:gd name="connsiteX1" fmla="*/ 38100 w 381000"/>
              <a:gd name="connsiteY1" fmla="*/ 19050 h 488156"/>
              <a:gd name="connsiteX2" fmla="*/ 92869 w 381000"/>
              <a:gd name="connsiteY2" fmla="*/ 4762 h 488156"/>
              <a:gd name="connsiteX3" fmla="*/ 238125 w 381000"/>
              <a:gd name="connsiteY3" fmla="*/ 0 h 488156"/>
              <a:gd name="connsiteX4" fmla="*/ 309562 w 381000"/>
              <a:gd name="connsiteY4" fmla="*/ 16668 h 488156"/>
              <a:gd name="connsiteX5" fmla="*/ 354806 w 381000"/>
              <a:gd name="connsiteY5" fmla="*/ 64293 h 488156"/>
              <a:gd name="connsiteX6" fmla="*/ 381000 w 381000"/>
              <a:gd name="connsiteY6" fmla="*/ 102393 h 488156"/>
              <a:gd name="connsiteX7" fmla="*/ 361950 w 381000"/>
              <a:gd name="connsiteY7" fmla="*/ 345281 h 488156"/>
              <a:gd name="connsiteX8" fmla="*/ 216694 w 381000"/>
              <a:gd name="connsiteY8" fmla="*/ 478631 h 488156"/>
              <a:gd name="connsiteX9" fmla="*/ 202406 w 381000"/>
              <a:gd name="connsiteY9" fmla="*/ 488156 h 488156"/>
              <a:gd name="connsiteX10" fmla="*/ 161925 w 381000"/>
              <a:gd name="connsiteY10" fmla="*/ 476250 h 488156"/>
              <a:gd name="connsiteX11" fmla="*/ 11906 w 381000"/>
              <a:gd name="connsiteY11" fmla="*/ 345281 h 488156"/>
              <a:gd name="connsiteX12" fmla="*/ 0 w 381000"/>
              <a:gd name="connsiteY12" fmla="*/ 73818 h 488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1000" h="488156">
                <a:moveTo>
                  <a:pt x="0" y="73818"/>
                </a:moveTo>
                <a:lnTo>
                  <a:pt x="38100" y="19050"/>
                </a:lnTo>
                <a:lnTo>
                  <a:pt x="92869" y="4762"/>
                </a:lnTo>
                <a:lnTo>
                  <a:pt x="238125" y="0"/>
                </a:lnTo>
                <a:lnTo>
                  <a:pt x="309562" y="16668"/>
                </a:lnTo>
                <a:lnTo>
                  <a:pt x="354806" y="64293"/>
                </a:lnTo>
                <a:lnTo>
                  <a:pt x="381000" y="102393"/>
                </a:lnTo>
                <a:lnTo>
                  <a:pt x="361950" y="345281"/>
                </a:lnTo>
                <a:lnTo>
                  <a:pt x="216694" y="478631"/>
                </a:lnTo>
                <a:lnTo>
                  <a:pt x="202406" y="488156"/>
                </a:lnTo>
                <a:lnTo>
                  <a:pt x="161925" y="476250"/>
                </a:lnTo>
                <a:lnTo>
                  <a:pt x="11906" y="345281"/>
                </a:lnTo>
                <a:lnTo>
                  <a:pt x="0" y="73818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62C37BC-4AC0-499A-BD79-A45FA3A8504F}"/>
              </a:ext>
            </a:extLst>
          </p:cNvPr>
          <p:cNvSpPr/>
          <p:nvPr/>
        </p:nvSpPr>
        <p:spPr>
          <a:xfrm rot="16200000">
            <a:off x="1676399" y="2608660"/>
            <a:ext cx="381000" cy="488156"/>
          </a:xfrm>
          <a:custGeom>
            <a:avLst/>
            <a:gdLst>
              <a:gd name="connsiteX0" fmla="*/ 0 w 381000"/>
              <a:gd name="connsiteY0" fmla="*/ 73818 h 488156"/>
              <a:gd name="connsiteX1" fmla="*/ 38100 w 381000"/>
              <a:gd name="connsiteY1" fmla="*/ 19050 h 488156"/>
              <a:gd name="connsiteX2" fmla="*/ 92869 w 381000"/>
              <a:gd name="connsiteY2" fmla="*/ 4762 h 488156"/>
              <a:gd name="connsiteX3" fmla="*/ 238125 w 381000"/>
              <a:gd name="connsiteY3" fmla="*/ 0 h 488156"/>
              <a:gd name="connsiteX4" fmla="*/ 309562 w 381000"/>
              <a:gd name="connsiteY4" fmla="*/ 16668 h 488156"/>
              <a:gd name="connsiteX5" fmla="*/ 354806 w 381000"/>
              <a:gd name="connsiteY5" fmla="*/ 64293 h 488156"/>
              <a:gd name="connsiteX6" fmla="*/ 381000 w 381000"/>
              <a:gd name="connsiteY6" fmla="*/ 102393 h 488156"/>
              <a:gd name="connsiteX7" fmla="*/ 361950 w 381000"/>
              <a:gd name="connsiteY7" fmla="*/ 345281 h 488156"/>
              <a:gd name="connsiteX8" fmla="*/ 216694 w 381000"/>
              <a:gd name="connsiteY8" fmla="*/ 478631 h 488156"/>
              <a:gd name="connsiteX9" fmla="*/ 202406 w 381000"/>
              <a:gd name="connsiteY9" fmla="*/ 488156 h 488156"/>
              <a:gd name="connsiteX10" fmla="*/ 161925 w 381000"/>
              <a:gd name="connsiteY10" fmla="*/ 476250 h 488156"/>
              <a:gd name="connsiteX11" fmla="*/ 11906 w 381000"/>
              <a:gd name="connsiteY11" fmla="*/ 345281 h 488156"/>
              <a:gd name="connsiteX12" fmla="*/ 0 w 381000"/>
              <a:gd name="connsiteY12" fmla="*/ 73818 h 488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1000" h="488156">
                <a:moveTo>
                  <a:pt x="0" y="73818"/>
                </a:moveTo>
                <a:lnTo>
                  <a:pt x="38100" y="19050"/>
                </a:lnTo>
                <a:lnTo>
                  <a:pt x="92869" y="4762"/>
                </a:lnTo>
                <a:lnTo>
                  <a:pt x="238125" y="0"/>
                </a:lnTo>
                <a:lnTo>
                  <a:pt x="309562" y="16668"/>
                </a:lnTo>
                <a:lnTo>
                  <a:pt x="354806" y="64293"/>
                </a:lnTo>
                <a:lnTo>
                  <a:pt x="381000" y="102393"/>
                </a:lnTo>
                <a:lnTo>
                  <a:pt x="361950" y="345281"/>
                </a:lnTo>
                <a:lnTo>
                  <a:pt x="216694" y="478631"/>
                </a:lnTo>
                <a:lnTo>
                  <a:pt x="202406" y="488156"/>
                </a:lnTo>
                <a:lnTo>
                  <a:pt x="161925" y="476250"/>
                </a:lnTo>
                <a:lnTo>
                  <a:pt x="11906" y="345281"/>
                </a:lnTo>
                <a:lnTo>
                  <a:pt x="0" y="73818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14061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523174"/>
            <a:ext cx="3529637" cy="6185997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Not exactly. Modern controllers also have built-in speakers and haptic feedback technology – these make it an output device as well.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As far as the exams are concerned, you can consider a game controller an input device primarily. 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However, be aware that the lines can sometimes be blurry, so always be sure to justify your answer.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2308645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Blurring the lines</a:t>
            </a:r>
          </a:p>
        </p:txBody>
      </p:sp>
      <p:pic>
        <p:nvPicPr>
          <p:cNvPr id="3" name="Picture 2" descr="A picture containing indoor, remote, sitting, monitor&#10;&#10;Description automatically generated">
            <a:extLst>
              <a:ext uri="{FF2B5EF4-FFF2-40B4-BE49-F238E27FC236}">
                <a16:creationId xmlns:a16="http://schemas.microsoft.com/office/drawing/2014/main" id="{156010EE-F79A-4471-9B22-15F56F6C2CD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339" y="993174"/>
            <a:ext cx="7744780" cy="559492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F3BDAD1-8997-4131-BD99-3F26ECB6461C}"/>
              </a:ext>
            </a:extLst>
          </p:cNvPr>
          <p:cNvSpPr/>
          <p:nvPr/>
        </p:nvSpPr>
        <p:spPr>
          <a:xfrm rot="5400000">
            <a:off x="2753678" y="2074228"/>
            <a:ext cx="385762" cy="234631"/>
          </a:xfrm>
          <a:prstGeom prst="roundRect">
            <a:avLst>
              <a:gd name="adj" fmla="val 50000"/>
            </a:avLst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E686C1-DCCB-4EC2-8975-C6D01C8D19E3}"/>
              </a:ext>
            </a:extLst>
          </p:cNvPr>
          <p:cNvSpPr/>
          <p:nvPr/>
        </p:nvSpPr>
        <p:spPr>
          <a:xfrm rot="5400000">
            <a:off x="5557205" y="2074227"/>
            <a:ext cx="385762" cy="234631"/>
          </a:xfrm>
          <a:prstGeom prst="roundRect">
            <a:avLst>
              <a:gd name="adj" fmla="val 50000"/>
            </a:avLst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D33271-C867-4209-B8F0-1B6B18B9C587}"/>
              </a:ext>
            </a:extLst>
          </p:cNvPr>
          <p:cNvSpPr/>
          <p:nvPr/>
        </p:nvSpPr>
        <p:spPr>
          <a:xfrm rot="5400000">
            <a:off x="5757862" y="2614614"/>
            <a:ext cx="476250" cy="481013"/>
          </a:xfrm>
          <a:prstGeom prst="roundRect">
            <a:avLst>
              <a:gd name="adj" fmla="val 50000"/>
            </a:avLst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6B40239-ACE4-46DD-BBB4-44AF19A24455}"/>
              </a:ext>
            </a:extLst>
          </p:cNvPr>
          <p:cNvSpPr/>
          <p:nvPr/>
        </p:nvSpPr>
        <p:spPr>
          <a:xfrm rot="5400000">
            <a:off x="6255543" y="2112171"/>
            <a:ext cx="476250" cy="481013"/>
          </a:xfrm>
          <a:prstGeom prst="roundRect">
            <a:avLst>
              <a:gd name="adj" fmla="val 50000"/>
            </a:avLst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21323DD-5EEB-4795-8F16-1FCD42257305}"/>
              </a:ext>
            </a:extLst>
          </p:cNvPr>
          <p:cNvSpPr/>
          <p:nvPr/>
        </p:nvSpPr>
        <p:spPr>
          <a:xfrm rot="5400000">
            <a:off x="6766203" y="2612232"/>
            <a:ext cx="476250" cy="481013"/>
          </a:xfrm>
          <a:prstGeom prst="roundRect">
            <a:avLst>
              <a:gd name="adj" fmla="val 50000"/>
            </a:avLst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256730F-606C-44EA-9C6D-1A4FB35D9B93}"/>
              </a:ext>
            </a:extLst>
          </p:cNvPr>
          <p:cNvSpPr/>
          <p:nvPr/>
        </p:nvSpPr>
        <p:spPr>
          <a:xfrm rot="5400000">
            <a:off x="6272210" y="3114676"/>
            <a:ext cx="476250" cy="481013"/>
          </a:xfrm>
          <a:prstGeom prst="roundRect">
            <a:avLst>
              <a:gd name="adj" fmla="val 50000"/>
            </a:avLst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B5E2A65-6803-44B8-834B-42FE452ADA28}"/>
              </a:ext>
            </a:extLst>
          </p:cNvPr>
          <p:cNvSpPr/>
          <p:nvPr/>
        </p:nvSpPr>
        <p:spPr>
          <a:xfrm rot="5400000">
            <a:off x="5068983" y="3351605"/>
            <a:ext cx="813403" cy="821538"/>
          </a:xfrm>
          <a:prstGeom prst="roundRect">
            <a:avLst>
              <a:gd name="adj" fmla="val 50000"/>
            </a:avLst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A94A6BE-F8A3-4080-9D0C-7B93BB950981}"/>
              </a:ext>
            </a:extLst>
          </p:cNvPr>
          <p:cNvSpPr/>
          <p:nvPr/>
        </p:nvSpPr>
        <p:spPr>
          <a:xfrm rot="5400000">
            <a:off x="2830929" y="3351606"/>
            <a:ext cx="813403" cy="821538"/>
          </a:xfrm>
          <a:prstGeom prst="roundRect">
            <a:avLst>
              <a:gd name="adj" fmla="val 50000"/>
            </a:avLst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A9EF506-83A0-4A8A-A432-20F92A5A0B55}"/>
              </a:ext>
            </a:extLst>
          </p:cNvPr>
          <p:cNvSpPr/>
          <p:nvPr/>
        </p:nvSpPr>
        <p:spPr>
          <a:xfrm rot="5400000">
            <a:off x="4164164" y="3655684"/>
            <a:ext cx="384481" cy="388327"/>
          </a:xfrm>
          <a:prstGeom prst="roundRect">
            <a:avLst>
              <a:gd name="adj" fmla="val 50000"/>
            </a:avLst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67C7601-E53A-41D4-9C3F-95733F3F9D13}"/>
              </a:ext>
            </a:extLst>
          </p:cNvPr>
          <p:cNvSpPr/>
          <p:nvPr/>
        </p:nvSpPr>
        <p:spPr>
          <a:xfrm>
            <a:off x="2007394" y="2290763"/>
            <a:ext cx="381000" cy="488156"/>
          </a:xfrm>
          <a:custGeom>
            <a:avLst/>
            <a:gdLst>
              <a:gd name="connsiteX0" fmla="*/ 0 w 381000"/>
              <a:gd name="connsiteY0" fmla="*/ 73818 h 488156"/>
              <a:gd name="connsiteX1" fmla="*/ 38100 w 381000"/>
              <a:gd name="connsiteY1" fmla="*/ 19050 h 488156"/>
              <a:gd name="connsiteX2" fmla="*/ 92869 w 381000"/>
              <a:gd name="connsiteY2" fmla="*/ 4762 h 488156"/>
              <a:gd name="connsiteX3" fmla="*/ 238125 w 381000"/>
              <a:gd name="connsiteY3" fmla="*/ 0 h 488156"/>
              <a:gd name="connsiteX4" fmla="*/ 309562 w 381000"/>
              <a:gd name="connsiteY4" fmla="*/ 16668 h 488156"/>
              <a:gd name="connsiteX5" fmla="*/ 354806 w 381000"/>
              <a:gd name="connsiteY5" fmla="*/ 64293 h 488156"/>
              <a:gd name="connsiteX6" fmla="*/ 381000 w 381000"/>
              <a:gd name="connsiteY6" fmla="*/ 102393 h 488156"/>
              <a:gd name="connsiteX7" fmla="*/ 361950 w 381000"/>
              <a:gd name="connsiteY7" fmla="*/ 345281 h 488156"/>
              <a:gd name="connsiteX8" fmla="*/ 216694 w 381000"/>
              <a:gd name="connsiteY8" fmla="*/ 478631 h 488156"/>
              <a:gd name="connsiteX9" fmla="*/ 202406 w 381000"/>
              <a:gd name="connsiteY9" fmla="*/ 488156 h 488156"/>
              <a:gd name="connsiteX10" fmla="*/ 161925 w 381000"/>
              <a:gd name="connsiteY10" fmla="*/ 476250 h 488156"/>
              <a:gd name="connsiteX11" fmla="*/ 11906 w 381000"/>
              <a:gd name="connsiteY11" fmla="*/ 345281 h 488156"/>
              <a:gd name="connsiteX12" fmla="*/ 0 w 381000"/>
              <a:gd name="connsiteY12" fmla="*/ 73818 h 488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1000" h="488156">
                <a:moveTo>
                  <a:pt x="0" y="73818"/>
                </a:moveTo>
                <a:lnTo>
                  <a:pt x="38100" y="19050"/>
                </a:lnTo>
                <a:lnTo>
                  <a:pt x="92869" y="4762"/>
                </a:lnTo>
                <a:lnTo>
                  <a:pt x="238125" y="0"/>
                </a:lnTo>
                <a:lnTo>
                  <a:pt x="309562" y="16668"/>
                </a:lnTo>
                <a:lnTo>
                  <a:pt x="354806" y="64293"/>
                </a:lnTo>
                <a:lnTo>
                  <a:pt x="381000" y="102393"/>
                </a:lnTo>
                <a:lnTo>
                  <a:pt x="361950" y="345281"/>
                </a:lnTo>
                <a:lnTo>
                  <a:pt x="216694" y="478631"/>
                </a:lnTo>
                <a:lnTo>
                  <a:pt x="202406" y="488156"/>
                </a:lnTo>
                <a:lnTo>
                  <a:pt x="161925" y="476250"/>
                </a:lnTo>
                <a:lnTo>
                  <a:pt x="11906" y="345281"/>
                </a:lnTo>
                <a:lnTo>
                  <a:pt x="0" y="73818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028F4DA-B3A7-40D9-A77A-AE3C015ACFFF}"/>
              </a:ext>
            </a:extLst>
          </p:cNvPr>
          <p:cNvSpPr/>
          <p:nvPr/>
        </p:nvSpPr>
        <p:spPr>
          <a:xfrm rot="5400000">
            <a:off x="2333626" y="2608660"/>
            <a:ext cx="381000" cy="488156"/>
          </a:xfrm>
          <a:custGeom>
            <a:avLst/>
            <a:gdLst>
              <a:gd name="connsiteX0" fmla="*/ 0 w 381000"/>
              <a:gd name="connsiteY0" fmla="*/ 73818 h 488156"/>
              <a:gd name="connsiteX1" fmla="*/ 38100 w 381000"/>
              <a:gd name="connsiteY1" fmla="*/ 19050 h 488156"/>
              <a:gd name="connsiteX2" fmla="*/ 92869 w 381000"/>
              <a:gd name="connsiteY2" fmla="*/ 4762 h 488156"/>
              <a:gd name="connsiteX3" fmla="*/ 238125 w 381000"/>
              <a:gd name="connsiteY3" fmla="*/ 0 h 488156"/>
              <a:gd name="connsiteX4" fmla="*/ 309562 w 381000"/>
              <a:gd name="connsiteY4" fmla="*/ 16668 h 488156"/>
              <a:gd name="connsiteX5" fmla="*/ 354806 w 381000"/>
              <a:gd name="connsiteY5" fmla="*/ 64293 h 488156"/>
              <a:gd name="connsiteX6" fmla="*/ 381000 w 381000"/>
              <a:gd name="connsiteY6" fmla="*/ 102393 h 488156"/>
              <a:gd name="connsiteX7" fmla="*/ 361950 w 381000"/>
              <a:gd name="connsiteY7" fmla="*/ 345281 h 488156"/>
              <a:gd name="connsiteX8" fmla="*/ 216694 w 381000"/>
              <a:gd name="connsiteY8" fmla="*/ 478631 h 488156"/>
              <a:gd name="connsiteX9" fmla="*/ 202406 w 381000"/>
              <a:gd name="connsiteY9" fmla="*/ 488156 h 488156"/>
              <a:gd name="connsiteX10" fmla="*/ 161925 w 381000"/>
              <a:gd name="connsiteY10" fmla="*/ 476250 h 488156"/>
              <a:gd name="connsiteX11" fmla="*/ 11906 w 381000"/>
              <a:gd name="connsiteY11" fmla="*/ 345281 h 488156"/>
              <a:gd name="connsiteX12" fmla="*/ 0 w 381000"/>
              <a:gd name="connsiteY12" fmla="*/ 73818 h 488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1000" h="488156">
                <a:moveTo>
                  <a:pt x="0" y="73818"/>
                </a:moveTo>
                <a:lnTo>
                  <a:pt x="38100" y="19050"/>
                </a:lnTo>
                <a:lnTo>
                  <a:pt x="92869" y="4762"/>
                </a:lnTo>
                <a:lnTo>
                  <a:pt x="238125" y="0"/>
                </a:lnTo>
                <a:lnTo>
                  <a:pt x="309562" y="16668"/>
                </a:lnTo>
                <a:lnTo>
                  <a:pt x="354806" y="64293"/>
                </a:lnTo>
                <a:lnTo>
                  <a:pt x="381000" y="102393"/>
                </a:lnTo>
                <a:lnTo>
                  <a:pt x="361950" y="345281"/>
                </a:lnTo>
                <a:lnTo>
                  <a:pt x="216694" y="478631"/>
                </a:lnTo>
                <a:lnTo>
                  <a:pt x="202406" y="488156"/>
                </a:lnTo>
                <a:lnTo>
                  <a:pt x="161925" y="476250"/>
                </a:lnTo>
                <a:lnTo>
                  <a:pt x="11906" y="345281"/>
                </a:lnTo>
                <a:lnTo>
                  <a:pt x="0" y="73818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3E368A5-9087-459F-80D2-F19E93624D19}"/>
              </a:ext>
            </a:extLst>
          </p:cNvPr>
          <p:cNvSpPr/>
          <p:nvPr/>
        </p:nvSpPr>
        <p:spPr>
          <a:xfrm rot="10800000">
            <a:off x="2002632" y="2947987"/>
            <a:ext cx="381000" cy="488156"/>
          </a:xfrm>
          <a:custGeom>
            <a:avLst/>
            <a:gdLst>
              <a:gd name="connsiteX0" fmla="*/ 0 w 381000"/>
              <a:gd name="connsiteY0" fmla="*/ 73818 h 488156"/>
              <a:gd name="connsiteX1" fmla="*/ 38100 w 381000"/>
              <a:gd name="connsiteY1" fmla="*/ 19050 h 488156"/>
              <a:gd name="connsiteX2" fmla="*/ 92869 w 381000"/>
              <a:gd name="connsiteY2" fmla="*/ 4762 h 488156"/>
              <a:gd name="connsiteX3" fmla="*/ 238125 w 381000"/>
              <a:gd name="connsiteY3" fmla="*/ 0 h 488156"/>
              <a:gd name="connsiteX4" fmla="*/ 309562 w 381000"/>
              <a:gd name="connsiteY4" fmla="*/ 16668 h 488156"/>
              <a:gd name="connsiteX5" fmla="*/ 354806 w 381000"/>
              <a:gd name="connsiteY5" fmla="*/ 64293 h 488156"/>
              <a:gd name="connsiteX6" fmla="*/ 381000 w 381000"/>
              <a:gd name="connsiteY6" fmla="*/ 102393 h 488156"/>
              <a:gd name="connsiteX7" fmla="*/ 361950 w 381000"/>
              <a:gd name="connsiteY7" fmla="*/ 345281 h 488156"/>
              <a:gd name="connsiteX8" fmla="*/ 216694 w 381000"/>
              <a:gd name="connsiteY8" fmla="*/ 478631 h 488156"/>
              <a:gd name="connsiteX9" fmla="*/ 202406 w 381000"/>
              <a:gd name="connsiteY9" fmla="*/ 488156 h 488156"/>
              <a:gd name="connsiteX10" fmla="*/ 161925 w 381000"/>
              <a:gd name="connsiteY10" fmla="*/ 476250 h 488156"/>
              <a:gd name="connsiteX11" fmla="*/ 11906 w 381000"/>
              <a:gd name="connsiteY11" fmla="*/ 345281 h 488156"/>
              <a:gd name="connsiteX12" fmla="*/ 0 w 381000"/>
              <a:gd name="connsiteY12" fmla="*/ 73818 h 488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1000" h="488156">
                <a:moveTo>
                  <a:pt x="0" y="73818"/>
                </a:moveTo>
                <a:lnTo>
                  <a:pt x="38100" y="19050"/>
                </a:lnTo>
                <a:lnTo>
                  <a:pt x="92869" y="4762"/>
                </a:lnTo>
                <a:lnTo>
                  <a:pt x="238125" y="0"/>
                </a:lnTo>
                <a:lnTo>
                  <a:pt x="309562" y="16668"/>
                </a:lnTo>
                <a:lnTo>
                  <a:pt x="354806" y="64293"/>
                </a:lnTo>
                <a:lnTo>
                  <a:pt x="381000" y="102393"/>
                </a:lnTo>
                <a:lnTo>
                  <a:pt x="361950" y="345281"/>
                </a:lnTo>
                <a:lnTo>
                  <a:pt x="216694" y="478631"/>
                </a:lnTo>
                <a:lnTo>
                  <a:pt x="202406" y="488156"/>
                </a:lnTo>
                <a:lnTo>
                  <a:pt x="161925" y="476250"/>
                </a:lnTo>
                <a:lnTo>
                  <a:pt x="11906" y="345281"/>
                </a:lnTo>
                <a:lnTo>
                  <a:pt x="0" y="73818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62C37BC-4AC0-499A-BD79-A45FA3A8504F}"/>
              </a:ext>
            </a:extLst>
          </p:cNvPr>
          <p:cNvSpPr/>
          <p:nvPr/>
        </p:nvSpPr>
        <p:spPr>
          <a:xfrm rot="16200000">
            <a:off x="1676399" y="2608660"/>
            <a:ext cx="381000" cy="488156"/>
          </a:xfrm>
          <a:custGeom>
            <a:avLst/>
            <a:gdLst>
              <a:gd name="connsiteX0" fmla="*/ 0 w 381000"/>
              <a:gd name="connsiteY0" fmla="*/ 73818 h 488156"/>
              <a:gd name="connsiteX1" fmla="*/ 38100 w 381000"/>
              <a:gd name="connsiteY1" fmla="*/ 19050 h 488156"/>
              <a:gd name="connsiteX2" fmla="*/ 92869 w 381000"/>
              <a:gd name="connsiteY2" fmla="*/ 4762 h 488156"/>
              <a:gd name="connsiteX3" fmla="*/ 238125 w 381000"/>
              <a:gd name="connsiteY3" fmla="*/ 0 h 488156"/>
              <a:gd name="connsiteX4" fmla="*/ 309562 w 381000"/>
              <a:gd name="connsiteY4" fmla="*/ 16668 h 488156"/>
              <a:gd name="connsiteX5" fmla="*/ 354806 w 381000"/>
              <a:gd name="connsiteY5" fmla="*/ 64293 h 488156"/>
              <a:gd name="connsiteX6" fmla="*/ 381000 w 381000"/>
              <a:gd name="connsiteY6" fmla="*/ 102393 h 488156"/>
              <a:gd name="connsiteX7" fmla="*/ 361950 w 381000"/>
              <a:gd name="connsiteY7" fmla="*/ 345281 h 488156"/>
              <a:gd name="connsiteX8" fmla="*/ 216694 w 381000"/>
              <a:gd name="connsiteY8" fmla="*/ 478631 h 488156"/>
              <a:gd name="connsiteX9" fmla="*/ 202406 w 381000"/>
              <a:gd name="connsiteY9" fmla="*/ 488156 h 488156"/>
              <a:gd name="connsiteX10" fmla="*/ 161925 w 381000"/>
              <a:gd name="connsiteY10" fmla="*/ 476250 h 488156"/>
              <a:gd name="connsiteX11" fmla="*/ 11906 w 381000"/>
              <a:gd name="connsiteY11" fmla="*/ 345281 h 488156"/>
              <a:gd name="connsiteX12" fmla="*/ 0 w 381000"/>
              <a:gd name="connsiteY12" fmla="*/ 73818 h 488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1000" h="488156">
                <a:moveTo>
                  <a:pt x="0" y="73818"/>
                </a:moveTo>
                <a:lnTo>
                  <a:pt x="38100" y="19050"/>
                </a:lnTo>
                <a:lnTo>
                  <a:pt x="92869" y="4762"/>
                </a:lnTo>
                <a:lnTo>
                  <a:pt x="238125" y="0"/>
                </a:lnTo>
                <a:lnTo>
                  <a:pt x="309562" y="16668"/>
                </a:lnTo>
                <a:lnTo>
                  <a:pt x="354806" y="64293"/>
                </a:lnTo>
                <a:lnTo>
                  <a:pt x="381000" y="102393"/>
                </a:lnTo>
                <a:lnTo>
                  <a:pt x="361950" y="345281"/>
                </a:lnTo>
                <a:lnTo>
                  <a:pt x="216694" y="478631"/>
                </a:lnTo>
                <a:lnTo>
                  <a:pt x="202406" y="488156"/>
                </a:lnTo>
                <a:lnTo>
                  <a:pt x="161925" y="476250"/>
                </a:lnTo>
                <a:lnTo>
                  <a:pt x="11906" y="345281"/>
                </a:lnTo>
                <a:lnTo>
                  <a:pt x="0" y="73818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Flowchart: Manual Operation 1">
            <a:extLst>
              <a:ext uri="{FF2B5EF4-FFF2-40B4-BE49-F238E27FC236}">
                <a16:creationId xmlns:a16="http://schemas.microsoft.com/office/drawing/2014/main" id="{65664286-47A6-401E-940E-7191CE473ACD}"/>
              </a:ext>
            </a:extLst>
          </p:cNvPr>
          <p:cNvSpPr/>
          <p:nvPr/>
        </p:nvSpPr>
        <p:spPr>
          <a:xfrm>
            <a:off x="4014788" y="3219450"/>
            <a:ext cx="688181" cy="295275"/>
          </a:xfrm>
          <a:prstGeom prst="flowChartManualOperation">
            <a:avLst/>
          </a:prstGeom>
          <a:solidFill>
            <a:schemeClr val="accent6"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EBE038A-E367-4AE3-AB54-07ABF8344A38}"/>
              </a:ext>
            </a:extLst>
          </p:cNvPr>
          <p:cNvSpPr/>
          <p:nvPr/>
        </p:nvSpPr>
        <p:spPr>
          <a:xfrm>
            <a:off x="957628" y="4540250"/>
            <a:ext cx="1741122" cy="1470025"/>
          </a:xfrm>
          <a:custGeom>
            <a:avLst/>
            <a:gdLst>
              <a:gd name="connsiteX0" fmla="*/ 1222 w 1741122"/>
              <a:gd name="connsiteY0" fmla="*/ 473075 h 1470025"/>
              <a:gd name="connsiteX1" fmla="*/ 23447 w 1741122"/>
              <a:gd name="connsiteY1" fmla="*/ 708025 h 1470025"/>
              <a:gd name="connsiteX2" fmla="*/ 61547 w 1741122"/>
              <a:gd name="connsiteY2" fmla="*/ 914400 h 1470025"/>
              <a:gd name="connsiteX3" fmla="*/ 121872 w 1741122"/>
              <a:gd name="connsiteY3" fmla="*/ 1076325 h 1470025"/>
              <a:gd name="connsiteX4" fmla="*/ 182197 w 1741122"/>
              <a:gd name="connsiteY4" fmla="*/ 1187450 h 1470025"/>
              <a:gd name="connsiteX5" fmla="*/ 264747 w 1741122"/>
              <a:gd name="connsiteY5" fmla="*/ 1285875 h 1470025"/>
              <a:gd name="connsiteX6" fmla="*/ 344122 w 1741122"/>
              <a:gd name="connsiteY6" fmla="*/ 1349375 h 1470025"/>
              <a:gd name="connsiteX7" fmla="*/ 423497 w 1741122"/>
              <a:gd name="connsiteY7" fmla="*/ 1397000 h 1470025"/>
              <a:gd name="connsiteX8" fmla="*/ 604472 w 1741122"/>
              <a:gd name="connsiteY8" fmla="*/ 1457325 h 1470025"/>
              <a:gd name="connsiteX9" fmla="*/ 706072 w 1741122"/>
              <a:gd name="connsiteY9" fmla="*/ 1470025 h 1470025"/>
              <a:gd name="connsiteX10" fmla="*/ 826722 w 1741122"/>
              <a:gd name="connsiteY10" fmla="*/ 1457325 h 1470025"/>
              <a:gd name="connsiteX11" fmla="*/ 953722 w 1741122"/>
              <a:gd name="connsiteY11" fmla="*/ 1422400 h 1470025"/>
              <a:gd name="connsiteX12" fmla="*/ 1064847 w 1741122"/>
              <a:gd name="connsiteY12" fmla="*/ 1362075 h 1470025"/>
              <a:gd name="connsiteX13" fmla="*/ 1172797 w 1741122"/>
              <a:gd name="connsiteY13" fmla="*/ 1270000 h 1470025"/>
              <a:gd name="connsiteX14" fmla="*/ 1214072 w 1741122"/>
              <a:gd name="connsiteY14" fmla="*/ 1212850 h 1470025"/>
              <a:gd name="connsiteX15" fmla="*/ 1293447 w 1741122"/>
              <a:gd name="connsiteY15" fmla="*/ 1127125 h 1470025"/>
              <a:gd name="connsiteX16" fmla="*/ 1414097 w 1741122"/>
              <a:gd name="connsiteY16" fmla="*/ 901700 h 1470025"/>
              <a:gd name="connsiteX17" fmla="*/ 1563322 w 1741122"/>
              <a:gd name="connsiteY17" fmla="*/ 549275 h 1470025"/>
              <a:gd name="connsiteX18" fmla="*/ 1741122 w 1741122"/>
              <a:gd name="connsiteY18" fmla="*/ 12700 h 1470025"/>
              <a:gd name="connsiteX19" fmla="*/ 17097 w 1741122"/>
              <a:gd name="connsiteY19" fmla="*/ 0 h 1470025"/>
              <a:gd name="connsiteX20" fmla="*/ 4397 w 1741122"/>
              <a:gd name="connsiteY20" fmla="*/ 206375 h 1470025"/>
              <a:gd name="connsiteX21" fmla="*/ 1222 w 1741122"/>
              <a:gd name="connsiteY21" fmla="*/ 355600 h 1470025"/>
              <a:gd name="connsiteX22" fmla="*/ 1222 w 1741122"/>
              <a:gd name="connsiteY22" fmla="*/ 473075 h 147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741122" h="1470025">
                <a:moveTo>
                  <a:pt x="1222" y="473075"/>
                </a:moveTo>
                <a:lnTo>
                  <a:pt x="23447" y="708025"/>
                </a:lnTo>
                <a:lnTo>
                  <a:pt x="61547" y="914400"/>
                </a:lnTo>
                <a:lnTo>
                  <a:pt x="121872" y="1076325"/>
                </a:lnTo>
                <a:lnTo>
                  <a:pt x="182197" y="1187450"/>
                </a:lnTo>
                <a:lnTo>
                  <a:pt x="264747" y="1285875"/>
                </a:lnTo>
                <a:lnTo>
                  <a:pt x="344122" y="1349375"/>
                </a:lnTo>
                <a:lnTo>
                  <a:pt x="423497" y="1397000"/>
                </a:lnTo>
                <a:lnTo>
                  <a:pt x="604472" y="1457325"/>
                </a:lnTo>
                <a:lnTo>
                  <a:pt x="706072" y="1470025"/>
                </a:lnTo>
                <a:lnTo>
                  <a:pt x="826722" y="1457325"/>
                </a:lnTo>
                <a:lnTo>
                  <a:pt x="953722" y="1422400"/>
                </a:lnTo>
                <a:lnTo>
                  <a:pt x="1064847" y="1362075"/>
                </a:lnTo>
                <a:lnTo>
                  <a:pt x="1172797" y="1270000"/>
                </a:lnTo>
                <a:lnTo>
                  <a:pt x="1214072" y="1212850"/>
                </a:lnTo>
                <a:lnTo>
                  <a:pt x="1293447" y="1127125"/>
                </a:lnTo>
                <a:lnTo>
                  <a:pt x="1414097" y="901700"/>
                </a:lnTo>
                <a:lnTo>
                  <a:pt x="1563322" y="549275"/>
                </a:lnTo>
                <a:lnTo>
                  <a:pt x="1741122" y="12700"/>
                </a:lnTo>
                <a:lnTo>
                  <a:pt x="17097" y="0"/>
                </a:lnTo>
                <a:lnTo>
                  <a:pt x="4397" y="206375"/>
                </a:lnTo>
                <a:cubicBezTo>
                  <a:pt x="3339" y="256117"/>
                  <a:pt x="2280" y="305858"/>
                  <a:pt x="1222" y="355600"/>
                </a:cubicBezTo>
                <a:cubicBezTo>
                  <a:pt x="164" y="396875"/>
                  <a:pt x="-895" y="438150"/>
                  <a:pt x="1222" y="473075"/>
                </a:cubicBez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9F3206-D471-4633-ACF4-3BC28BCB4152}"/>
              </a:ext>
            </a:extLst>
          </p:cNvPr>
          <p:cNvSpPr/>
          <p:nvPr/>
        </p:nvSpPr>
        <p:spPr>
          <a:xfrm flipH="1">
            <a:off x="5985101" y="4529364"/>
            <a:ext cx="1741122" cy="1470025"/>
          </a:xfrm>
          <a:custGeom>
            <a:avLst/>
            <a:gdLst>
              <a:gd name="connsiteX0" fmla="*/ 1222 w 1741122"/>
              <a:gd name="connsiteY0" fmla="*/ 473075 h 1470025"/>
              <a:gd name="connsiteX1" fmla="*/ 23447 w 1741122"/>
              <a:gd name="connsiteY1" fmla="*/ 708025 h 1470025"/>
              <a:gd name="connsiteX2" fmla="*/ 61547 w 1741122"/>
              <a:gd name="connsiteY2" fmla="*/ 914400 h 1470025"/>
              <a:gd name="connsiteX3" fmla="*/ 121872 w 1741122"/>
              <a:gd name="connsiteY3" fmla="*/ 1076325 h 1470025"/>
              <a:gd name="connsiteX4" fmla="*/ 182197 w 1741122"/>
              <a:gd name="connsiteY4" fmla="*/ 1187450 h 1470025"/>
              <a:gd name="connsiteX5" fmla="*/ 264747 w 1741122"/>
              <a:gd name="connsiteY5" fmla="*/ 1285875 h 1470025"/>
              <a:gd name="connsiteX6" fmla="*/ 344122 w 1741122"/>
              <a:gd name="connsiteY6" fmla="*/ 1349375 h 1470025"/>
              <a:gd name="connsiteX7" fmla="*/ 423497 w 1741122"/>
              <a:gd name="connsiteY7" fmla="*/ 1397000 h 1470025"/>
              <a:gd name="connsiteX8" fmla="*/ 604472 w 1741122"/>
              <a:gd name="connsiteY8" fmla="*/ 1457325 h 1470025"/>
              <a:gd name="connsiteX9" fmla="*/ 706072 w 1741122"/>
              <a:gd name="connsiteY9" fmla="*/ 1470025 h 1470025"/>
              <a:gd name="connsiteX10" fmla="*/ 826722 w 1741122"/>
              <a:gd name="connsiteY10" fmla="*/ 1457325 h 1470025"/>
              <a:gd name="connsiteX11" fmla="*/ 953722 w 1741122"/>
              <a:gd name="connsiteY11" fmla="*/ 1422400 h 1470025"/>
              <a:gd name="connsiteX12" fmla="*/ 1064847 w 1741122"/>
              <a:gd name="connsiteY12" fmla="*/ 1362075 h 1470025"/>
              <a:gd name="connsiteX13" fmla="*/ 1172797 w 1741122"/>
              <a:gd name="connsiteY13" fmla="*/ 1270000 h 1470025"/>
              <a:gd name="connsiteX14" fmla="*/ 1214072 w 1741122"/>
              <a:gd name="connsiteY14" fmla="*/ 1212850 h 1470025"/>
              <a:gd name="connsiteX15" fmla="*/ 1293447 w 1741122"/>
              <a:gd name="connsiteY15" fmla="*/ 1127125 h 1470025"/>
              <a:gd name="connsiteX16" fmla="*/ 1414097 w 1741122"/>
              <a:gd name="connsiteY16" fmla="*/ 901700 h 1470025"/>
              <a:gd name="connsiteX17" fmla="*/ 1563322 w 1741122"/>
              <a:gd name="connsiteY17" fmla="*/ 549275 h 1470025"/>
              <a:gd name="connsiteX18" fmla="*/ 1741122 w 1741122"/>
              <a:gd name="connsiteY18" fmla="*/ 12700 h 1470025"/>
              <a:gd name="connsiteX19" fmla="*/ 17097 w 1741122"/>
              <a:gd name="connsiteY19" fmla="*/ 0 h 1470025"/>
              <a:gd name="connsiteX20" fmla="*/ 4397 w 1741122"/>
              <a:gd name="connsiteY20" fmla="*/ 206375 h 1470025"/>
              <a:gd name="connsiteX21" fmla="*/ 1222 w 1741122"/>
              <a:gd name="connsiteY21" fmla="*/ 355600 h 1470025"/>
              <a:gd name="connsiteX22" fmla="*/ 1222 w 1741122"/>
              <a:gd name="connsiteY22" fmla="*/ 473075 h 147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741122" h="1470025">
                <a:moveTo>
                  <a:pt x="1222" y="473075"/>
                </a:moveTo>
                <a:lnTo>
                  <a:pt x="23447" y="708025"/>
                </a:lnTo>
                <a:lnTo>
                  <a:pt x="61547" y="914400"/>
                </a:lnTo>
                <a:lnTo>
                  <a:pt x="121872" y="1076325"/>
                </a:lnTo>
                <a:lnTo>
                  <a:pt x="182197" y="1187450"/>
                </a:lnTo>
                <a:lnTo>
                  <a:pt x="264747" y="1285875"/>
                </a:lnTo>
                <a:lnTo>
                  <a:pt x="344122" y="1349375"/>
                </a:lnTo>
                <a:lnTo>
                  <a:pt x="423497" y="1397000"/>
                </a:lnTo>
                <a:lnTo>
                  <a:pt x="604472" y="1457325"/>
                </a:lnTo>
                <a:lnTo>
                  <a:pt x="706072" y="1470025"/>
                </a:lnTo>
                <a:lnTo>
                  <a:pt x="826722" y="1457325"/>
                </a:lnTo>
                <a:lnTo>
                  <a:pt x="953722" y="1422400"/>
                </a:lnTo>
                <a:lnTo>
                  <a:pt x="1064847" y="1362075"/>
                </a:lnTo>
                <a:lnTo>
                  <a:pt x="1172797" y="1270000"/>
                </a:lnTo>
                <a:lnTo>
                  <a:pt x="1214072" y="1212850"/>
                </a:lnTo>
                <a:lnTo>
                  <a:pt x="1293447" y="1127125"/>
                </a:lnTo>
                <a:lnTo>
                  <a:pt x="1414097" y="901700"/>
                </a:lnTo>
                <a:lnTo>
                  <a:pt x="1563322" y="549275"/>
                </a:lnTo>
                <a:lnTo>
                  <a:pt x="1741122" y="12700"/>
                </a:lnTo>
                <a:lnTo>
                  <a:pt x="17097" y="0"/>
                </a:lnTo>
                <a:lnTo>
                  <a:pt x="4397" y="206375"/>
                </a:lnTo>
                <a:cubicBezTo>
                  <a:pt x="3339" y="256117"/>
                  <a:pt x="2280" y="305858"/>
                  <a:pt x="1222" y="355600"/>
                </a:cubicBezTo>
                <a:cubicBezTo>
                  <a:pt x="164" y="396875"/>
                  <a:pt x="-895" y="438150"/>
                  <a:pt x="1222" y="473075"/>
                </a:cubicBez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033D6A-F8B8-4956-B80E-7E5C51B97991}"/>
              </a:ext>
            </a:extLst>
          </p:cNvPr>
          <p:cNvGrpSpPr/>
          <p:nvPr/>
        </p:nvGrpSpPr>
        <p:grpSpPr>
          <a:xfrm>
            <a:off x="824421" y="4715922"/>
            <a:ext cx="1561455" cy="1774925"/>
            <a:chOff x="824421" y="4715922"/>
            <a:chExt cx="1561455" cy="1774925"/>
          </a:xfrm>
        </p:grpSpPr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A09E17B9-E971-438F-82AF-89D65A26A514}"/>
                </a:ext>
              </a:extLst>
            </p:cNvPr>
            <p:cNvSpPr/>
            <p:nvPr/>
          </p:nvSpPr>
          <p:spPr>
            <a:xfrm rot="8016273">
              <a:off x="898254" y="4642089"/>
              <a:ext cx="1413789" cy="1561455"/>
            </a:xfrm>
            <a:prstGeom prst="arc">
              <a:avLst>
                <a:gd name="adj1" fmla="val 16474272"/>
                <a:gd name="adj2" fmla="val 21256621"/>
              </a:avLst>
            </a:prstGeom>
            <a:ln w="12700">
              <a:solidFill>
                <a:schemeClr val="accent6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726CEC25-8D7B-41A7-BBF0-85B7DEE1D853}"/>
                </a:ext>
              </a:extLst>
            </p:cNvPr>
            <p:cNvSpPr/>
            <p:nvPr/>
          </p:nvSpPr>
          <p:spPr>
            <a:xfrm rot="8016273">
              <a:off x="1055261" y="5163744"/>
              <a:ext cx="1099773" cy="1214641"/>
            </a:xfrm>
            <a:prstGeom prst="arc">
              <a:avLst>
                <a:gd name="adj1" fmla="val 16474272"/>
                <a:gd name="adj2" fmla="val 21256621"/>
              </a:avLst>
            </a:prstGeom>
            <a:ln w="12700">
              <a:solidFill>
                <a:schemeClr val="accent6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B69B6E14-00ED-4C12-8BFE-A40D9CCBF088}"/>
                </a:ext>
              </a:extLst>
            </p:cNvPr>
            <p:cNvSpPr/>
            <p:nvPr/>
          </p:nvSpPr>
          <p:spPr>
            <a:xfrm rot="8016273">
              <a:off x="1296288" y="5840869"/>
              <a:ext cx="617718" cy="682237"/>
            </a:xfrm>
            <a:prstGeom prst="arc">
              <a:avLst>
                <a:gd name="adj1" fmla="val 16474272"/>
                <a:gd name="adj2" fmla="val 21256621"/>
              </a:avLst>
            </a:prstGeom>
            <a:ln w="12700">
              <a:solidFill>
                <a:schemeClr val="accent6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E45F7D7-9DA6-432A-870D-A288779D5E9D}"/>
              </a:ext>
            </a:extLst>
          </p:cNvPr>
          <p:cNvGrpSpPr/>
          <p:nvPr/>
        </p:nvGrpSpPr>
        <p:grpSpPr>
          <a:xfrm rot="20798735">
            <a:off x="6223600" y="4712303"/>
            <a:ext cx="1561455" cy="1774925"/>
            <a:chOff x="824421" y="4715922"/>
            <a:chExt cx="1561455" cy="1774925"/>
          </a:xfrm>
        </p:grpSpPr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FB536B6D-AF1B-4F98-9D37-769DDF1214DA}"/>
                </a:ext>
              </a:extLst>
            </p:cNvPr>
            <p:cNvSpPr/>
            <p:nvPr/>
          </p:nvSpPr>
          <p:spPr>
            <a:xfrm rot="8016273">
              <a:off x="898254" y="4642089"/>
              <a:ext cx="1413789" cy="1561455"/>
            </a:xfrm>
            <a:prstGeom prst="arc">
              <a:avLst>
                <a:gd name="adj1" fmla="val 16474272"/>
                <a:gd name="adj2" fmla="val 21256621"/>
              </a:avLst>
            </a:prstGeom>
            <a:ln w="12700">
              <a:solidFill>
                <a:schemeClr val="accent6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4FA5764B-4D39-4FDB-BD95-D2253E889C51}"/>
                </a:ext>
              </a:extLst>
            </p:cNvPr>
            <p:cNvSpPr/>
            <p:nvPr/>
          </p:nvSpPr>
          <p:spPr>
            <a:xfrm rot="8016273">
              <a:off x="1055261" y="5163744"/>
              <a:ext cx="1099773" cy="1214641"/>
            </a:xfrm>
            <a:prstGeom prst="arc">
              <a:avLst>
                <a:gd name="adj1" fmla="val 16474272"/>
                <a:gd name="adj2" fmla="val 21256621"/>
              </a:avLst>
            </a:prstGeom>
            <a:ln w="12700">
              <a:solidFill>
                <a:schemeClr val="accent6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30F11C54-F95A-4B46-991F-F23BFF5DE534}"/>
                </a:ext>
              </a:extLst>
            </p:cNvPr>
            <p:cNvSpPr/>
            <p:nvPr/>
          </p:nvSpPr>
          <p:spPr>
            <a:xfrm rot="8016273">
              <a:off x="1296288" y="5840869"/>
              <a:ext cx="617718" cy="682237"/>
            </a:xfrm>
            <a:prstGeom prst="arc">
              <a:avLst>
                <a:gd name="adj1" fmla="val 16474272"/>
                <a:gd name="adj2" fmla="val 21256621"/>
              </a:avLst>
            </a:prstGeom>
            <a:ln w="12700">
              <a:solidFill>
                <a:schemeClr val="accent6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6564108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523174"/>
            <a:ext cx="3529637" cy="6185997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What input and output devices might be used as part of this cashpoint system?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5367623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Appropriate devices for specific situations</a:t>
            </a:r>
          </a:p>
        </p:txBody>
      </p:sp>
      <p:pic>
        <p:nvPicPr>
          <p:cNvPr id="10" name="Picture 9" descr="A machine on the side of a building&#10;&#10;Description automatically generated">
            <a:extLst>
              <a:ext uri="{FF2B5EF4-FFF2-40B4-BE49-F238E27FC236}">
                <a16:creationId xmlns:a16="http://schemas.microsoft.com/office/drawing/2014/main" id="{CF347490-A55D-4C55-AF8B-74694F93897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76693" y="1082074"/>
            <a:ext cx="5136356" cy="5544251"/>
          </a:xfrm>
          <a:prstGeom prst="roundRect">
            <a:avLst>
              <a:gd name="adj" fmla="val 645"/>
            </a:avLst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0293AF3-6A27-4C56-99FE-5C8DA3750FA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6366" y="1164881"/>
            <a:ext cx="417010" cy="4113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5BF5BA-4DEF-431C-81AB-8D94D66AF92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0400" y="1164881"/>
            <a:ext cx="438950" cy="4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4694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523174"/>
            <a:ext cx="3529637" cy="6185997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What input and output devices might be used as part of this cashpoint system?</a:t>
            </a:r>
          </a:p>
          <a:p>
            <a:pPr lvl="1"/>
            <a:endParaRPr lang="en-GB" b="1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Input devices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Card reader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Keypad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Buttons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Camera</a:t>
            </a:r>
          </a:p>
          <a:p>
            <a:pPr lvl="1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5367623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Appropriate devices for specific situations</a:t>
            </a:r>
          </a:p>
        </p:txBody>
      </p:sp>
      <p:pic>
        <p:nvPicPr>
          <p:cNvPr id="10" name="Picture 9" descr="A machine on the side of a building&#10;&#10;Description automatically generated">
            <a:extLst>
              <a:ext uri="{FF2B5EF4-FFF2-40B4-BE49-F238E27FC236}">
                <a16:creationId xmlns:a16="http://schemas.microsoft.com/office/drawing/2014/main" id="{CF347490-A55D-4C55-AF8B-74694F93897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76693" y="1082074"/>
            <a:ext cx="5136356" cy="5544251"/>
          </a:xfrm>
          <a:prstGeom prst="roundRect">
            <a:avLst>
              <a:gd name="adj" fmla="val 645"/>
            </a:avLst>
          </a:prstGeom>
        </p:spPr>
      </p:pic>
      <p:sp>
        <p:nvSpPr>
          <p:cNvPr id="6" name="Trapezoid 5">
            <a:extLst>
              <a:ext uri="{FF2B5EF4-FFF2-40B4-BE49-F238E27FC236}">
                <a16:creationId xmlns:a16="http://schemas.microsoft.com/office/drawing/2014/main" id="{0B721D7D-44D8-4365-94F5-F9D486E51C4B}"/>
              </a:ext>
            </a:extLst>
          </p:cNvPr>
          <p:cNvSpPr/>
          <p:nvPr/>
        </p:nvSpPr>
        <p:spPr>
          <a:xfrm rot="10800000">
            <a:off x="5325033" y="3710639"/>
            <a:ext cx="833719" cy="1013014"/>
          </a:xfrm>
          <a:prstGeom prst="trapezoid">
            <a:avLst>
              <a:gd name="adj" fmla="val 0"/>
            </a:avLst>
          </a:prstGeom>
          <a:solidFill>
            <a:srgbClr val="FF0000">
              <a:alpha val="2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96D7D7-25CD-4394-AD7C-AF3683660226}"/>
              </a:ext>
            </a:extLst>
          </p:cNvPr>
          <p:cNvSpPr/>
          <p:nvPr/>
        </p:nvSpPr>
        <p:spPr>
          <a:xfrm>
            <a:off x="3476625" y="5622925"/>
            <a:ext cx="1578769" cy="36671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3CEFF9-165D-4D50-A2D5-B4F34CF23E4B}"/>
              </a:ext>
            </a:extLst>
          </p:cNvPr>
          <p:cNvSpPr/>
          <p:nvPr/>
        </p:nvSpPr>
        <p:spPr>
          <a:xfrm>
            <a:off x="2799557" y="4152056"/>
            <a:ext cx="296068" cy="65806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EF02C6-BD60-4646-A3F1-83C0C5440D58}"/>
              </a:ext>
            </a:extLst>
          </p:cNvPr>
          <p:cNvSpPr/>
          <p:nvPr/>
        </p:nvSpPr>
        <p:spPr>
          <a:xfrm>
            <a:off x="4904184" y="4152056"/>
            <a:ext cx="296068" cy="65806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B8E91AB-4B9D-422B-9F7C-74E67C0F9B5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6366" y="1164881"/>
            <a:ext cx="417010" cy="41139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5D717F3-7F0A-4A13-9629-CAD08751C03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0400" y="1164881"/>
            <a:ext cx="438950" cy="438950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3A1AA941-BFFF-4BF4-AE0A-BFF114A6A1D5}"/>
              </a:ext>
            </a:extLst>
          </p:cNvPr>
          <p:cNvSpPr/>
          <p:nvPr/>
        </p:nvSpPr>
        <p:spPr>
          <a:xfrm>
            <a:off x="4136366" y="1164880"/>
            <a:ext cx="417010" cy="41701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8398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523174"/>
            <a:ext cx="3529637" cy="6185997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What input and output devices might be used as part of this cashpoint system?</a:t>
            </a:r>
          </a:p>
          <a:p>
            <a:pPr lvl="1"/>
            <a:endParaRPr lang="en-GB" b="1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Input devices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Card reader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Keypad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Buttons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Camera</a:t>
            </a:r>
          </a:p>
          <a:p>
            <a:pPr lvl="1"/>
            <a:endParaRPr lang="en-GB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Output devices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Monitor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Printer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Speakers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Actuator/motor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5367623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Appropriate devices for specific situations</a:t>
            </a:r>
          </a:p>
        </p:txBody>
      </p:sp>
      <p:pic>
        <p:nvPicPr>
          <p:cNvPr id="10" name="Picture 9" descr="A machine on the side of a building&#10;&#10;Description automatically generated">
            <a:extLst>
              <a:ext uri="{FF2B5EF4-FFF2-40B4-BE49-F238E27FC236}">
                <a16:creationId xmlns:a16="http://schemas.microsoft.com/office/drawing/2014/main" id="{CF347490-A55D-4C55-AF8B-74694F93897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76693" y="1082074"/>
            <a:ext cx="5136356" cy="5544251"/>
          </a:xfrm>
          <a:prstGeom prst="roundRect">
            <a:avLst>
              <a:gd name="adj" fmla="val 645"/>
            </a:avLst>
          </a:prstGeom>
        </p:spPr>
      </p:pic>
      <p:sp>
        <p:nvSpPr>
          <p:cNvPr id="6" name="Trapezoid 5">
            <a:extLst>
              <a:ext uri="{FF2B5EF4-FFF2-40B4-BE49-F238E27FC236}">
                <a16:creationId xmlns:a16="http://schemas.microsoft.com/office/drawing/2014/main" id="{0B721D7D-44D8-4365-94F5-F9D486E51C4B}"/>
              </a:ext>
            </a:extLst>
          </p:cNvPr>
          <p:cNvSpPr/>
          <p:nvPr/>
        </p:nvSpPr>
        <p:spPr>
          <a:xfrm rot="10800000">
            <a:off x="5325033" y="3710639"/>
            <a:ext cx="833719" cy="1013014"/>
          </a:xfrm>
          <a:prstGeom prst="trapezoid">
            <a:avLst>
              <a:gd name="adj" fmla="val 0"/>
            </a:avLst>
          </a:prstGeom>
          <a:solidFill>
            <a:srgbClr val="FF0000">
              <a:alpha val="2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96D7D7-25CD-4394-AD7C-AF3683660226}"/>
              </a:ext>
            </a:extLst>
          </p:cNvPr>
          <p:cNvSpPr/>
          <p:nvPr/>
        </p:nvSpPr>
        <p:spPr>
          <a:xfrm>
            <a:off x="3476625" y="5622925"/>
            <a:ext cx="1578769" cy="36671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3CEFF9-165D-4D50-A2D5-B4F34CF23E4B}"/>
              </a:ext>
            </a:extLst>
          </p:cNvPr>
          <p:cNvSpPr/>
          <p:nvPr/>
        </p:nvSpPr>
        <p:spPr>
          <a:xfrm>
            <a:off x="2799557" y="4152056"/>
            <a:ext cx="296068" cy="65806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EF02C6-BD60-4646-A3F1-83C0C5440D58}"/>
              </a:ext>
            </a:extLst>
          </p:cNvPr>
          <p:cNvSpPr/>
          <p:nvPr/>
        </p:nvSpPr>
        <p:spPr>
          <a:xfrm>
            <a:off x="4904184" y="4152056"/>
            <a:ext cx="296068" cy="65806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B96126-0D16-4D8B-B63A-F874F7AFBBB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6366" y="1164881"/>
            <a:ext cx="417010" cy="4113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0666EA-6E4C-4F82-8FD1-3F6A1505B63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0400" y="1164881"/>
            <a:ext cx="438950" cy="43895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43D6FD2-42C9-4553-850D-1D31FBD959CC}"/>
              </a:ext>
            </a:extLst>
          </p:cNvPr>
          <p:cNvSpPr/>
          <p:nvPr/>
        </p:nvSpPr>
        <p:spPr>
          <a:xfrm>
            <a:off x="4136366" y="1164880"/>
            <a:ext cx="417010" cy="41701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rapezoid 3">
            <a:extLst>
              <a:ext uri="{FF2B5EF4-FFF2-40B4-BE49-F238E27FC236}">
                <a16:creationId xmlns:a16="http://schemas.microsoft.com/office/drawing/2014/main" id="{0319FDD9-6C08-46A4-8C8E-D3FE650A9D5F}"/>
              </a:ext>
            </a:extLst>
          </p:cNvPr>
          <p:cNvSpPr/>
          <p:nvPr/>
        </p:nvSpPr>
        <p:spPr>
          <a:xfrm rot="10800000">
            <a:off x="3095625" y="3381373"/>
            <a:ext cx="1809750" cy="1428751"/>
          </a:xfrm>
          <a:prstGeom prst="trapezoid">
            <a:avLst>
              <a:gd name="adj" fmla="val 0"/>
            </a:avLst>
          </a:prstGeom>
          <a:solidFill>
            <a:schemeClr val="accent6">
              <a:alpha val="2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3C186468-8A90-4132-8FA6-10C10163DA3E}"/>
              </a:ext>
            </a:extLst>
          </p:cNvPr>
          <p:cNvSpPr/>
          <p:nvPr/>
        </p:nvSpPr>
        <p:spPr>
          <a:xfrm rot="10800000">
            <a:off x="5320901" y="3163793"/>
            <a:ext cx="833720" cy="467998"/>
          </a:xfrm>
          <a:prstGeom prst="trapezoid">
            <a:avLst>
              <a:gd name="adj" fmla="val 0"/>
            </a:avLst>
          </a:prstGeom>
          <a:solidFill>
            <a:schemeClr val="accent6">
              <a:alpha val="2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EE5FFB9-E32A-4B35-A42F-4E2EF164F217}"/>
              </a:ext>
            </a:extLst>
          </p:cNvPr>
          <p:cNvSpPr/>
          <p:nvPr/>
        </p:nvSpPr>
        <p:spPr>
          <a:xfrm>
            <a:off x="6404400" y="1168129"/>
            <a:ext cx="417010" cy="41701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EF8072F6-9229-4EFF-A057-18D0FEB1E2BB}"/>
              </a:ext>
            </a:extLst>
          </p:cNvPr>
          <p:cNvSpPr/>
          <p:nvPr/>
        </p:nvSpPr>
        <p:spPr>
          <a:xfrm rot="10800000">
            <a:off x="3095624" y="4986237"/>
            <a:ext cx="1809750" cy="423989"/>
          </a:xfrm>
          <a:prstGeom prst="trapezoid">
            <a:avLst>
              <a:gd name="adj" fmla="val 0"/>
            </a:avLst>
          </a:prstGeom>
          <a:solidFill>
            <a:schemeClr val="accent6">
              <a:alpha val="2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0070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2592</TotalTime>
  <Words>3184</Words>
  <Application>Microsoft Office PowerPoint</Application>
  <PresentationFormat>Widescreen</PresentationFormat>
  <Paragraphs>331</Paragraphs>
  <Slides>41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Century Gothic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147</cp:revision>
  <dcterms:created xsi:type="dcterms:W3CDTF">2019-10-14T15:21:06Z</dcterms:created>
  <dcterms:modified xsi:type="dcterms:W3CDTF">2022-09-15T11:30:48Z</dcterms:modified>
</cp:coreProperties>
</file>