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2" r:id="rId3"/>
    <p:sldId id="261" r:id="rId4"/>
    <p:sldId id="263" r:id="rId5"/>
    <p:sldId id="264" r:id="rId6"/>
    <p:sldId id="266" r:id="rId7"/>
    <p:sldId id="267" r:id="rId8"/>
    <p:sldId id="268" r:id="rId9"/>
    <p:sldId id="260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3.3 Data storage | Secondary storage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3.3 Data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Secondary storage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banana, orange, cup, yellow&#10;&#10;Description automatically generated">
            <a:extLst>
              <a:ext uri="{FF2B5EF4-FFF2-40B4-BE49-F238E27FC236}">
                <a16:creationId xmlns:a16="http://schemas.microsoft.com/office/drawing/2014/main" id="{462E39F9-B554-49EE-AC06-45CABA62E6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081" y="523174"/>
            <a:ext cx="2285214" cy="2432494"/>
          </a:xfrm>
          <a:prstGeom prst="rect">
            <a:avLst/>
          </a:prstGeom>
        </p:spPr>
      </p:pic>
      <p:pic>
        <p:nvPicPr>
          <p:cNvPr id="10" name="Picture 9" descr="A circuit board&#10;&#10;Description automatically generated">
            <a:extLst>
              <a:ext uri="{FF2B5EF4-FFF2-40B4-BE49-F238E27FC236}">
                <a16:creationId xmlns:a16="http://schemas.microsoft.com/office/drawing/2014/main" id="{C76DDC58-9920-45AD-AED6-0F200F750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51" y="3852201"/>
            <a:ext cx="2508625" cy="15247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E51CCEB-D74A-4BEA-B2C1-961D181E0A3D}"/>
              </a:ext>
            </a:extLst>
          </p:cNvPr>
          <p:cNvGrpSpPr/>
          <p:nvPr/>
        </p:nvGrpSpPr>
        <p:grpSpPr>
          <a:xfrm>
            <a:off x="1093799" y="2808514"/>
            <a:ext cx="8816899" cy="892498"/>
            <a:chOff x="1093799" y="2808514"/>
            <a:chExt cx="8816899" cy="8924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72B27-BD3A-40D1-A33A-C432A5F292E3}"/>
                </a:ext>
              </a:extLst>
            </p:cNvPr>
            <p:cNvSpPr/>
            <p:nvPr/>
          </p:nvSpPr>
          <p:spPr>
            <a:xfrm>
              <a:off x="1093799" y="3325460"/>
              <a:ext cx="1694566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Primary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FADE47-01D1-4FCC-8596-07695237C968}"/>
                </a:ext>
              </a:extLst>
            </p:cNvPr>
            <p:cNvCxnSpPr>
              <a:cxnSpLocks/>
            </p:cNvCxnSpPr>
            <p:nvPr/>
          </p:nvCxnSpPr>
          <p:spPr>
            <a:xfrm>
              <a:off x="5605688" y="2808514"/>
              <a:ext cx="0" cy="5823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368AF8D-7812-419D-B2FF-AC708182118B}"/>
                </a:ext>
              </a:extLst>
            </p:cNvPr>
            <p:cNvCxnSpPr>
              <a:cxnSpLocks/>
            </p:cNvCxnSpPr>
            <p:nvPr/>
          </p:nvCxnSpPr>
          <p:spPr>
            <a:xfrm>
              <a:off x="1924763" y="3124199"/>
              <a:ext cx="7985935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EE8FAF-0463-48E5-BA99-69CB6F10E29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863" y="3111307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3DD9F0-3188-47D3-B9B4-24B9E44918BD}"/>
                </a:ext>
              </a:extLst>
            </p:cNvPr>
            <p:cNvCxnSpPr>
              <a:cxnSpLocks/>
            </p:cNvCxnSpPr>
            <p:nvPr/>
          </p:nvCxnSpPr>
          <p:spPr>
            <a:xfrm>
              <a:off x="9898902" y="3114870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DBF90D-4508-488F-AA23-2EB5FE293301}"/>
              </a:ext>
            </a:extLst>
          </p:cNvPr>
          <p:cNvSpPr/>
          <p:nvPr/>
        </p:nvSpPr>
        <p:spPr>
          <a:xfrm>
            <a:off x="782867" y="5743530"/>
            <a:ext cx="1972862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RAM, ROM, registers and cache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banana, orange, cup, yellow&#10;&#10;Description automatically generated">
            <a:extLst>
              <a:ext uri="{FF2B5EF4-FFF2-40B4-BE49-F238E27FC236}">
                <a16:creationId xmlns:a16="http://schemas.microsoft.com/office/drawing/2014/main" id="{462E39F9-B554-49EE-AC06-45CABA62E6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081" y="523174"/>
            <a:ext cx="2285214" cy="2432494"/>
          </a:xfrm>
          <a:prstGeom prst="rect">
            <a:avLst/>
          </a:prstGeom>
        </p:spPr>
      </p:pic>
      <p:pic>
        <p:nvPicPr>
          <p:cNvPr id="10" name="Picture 9" descr="A circuit board&#10;&#10;Description automatically generated">
            <a:extLst>
              <a:ext uri="{FF2B5EF4-FFF2-40B4-BE49-F238E27FC236}">
                <a16:creationId xmlns:a16="http://schemas.microsoft.com/office/drawing/2014/main" id="{C76DDC58-9920-45AD-AED6-0F200F750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51" y="3852201"/>
            <a:ext cx="2508625" cy="152472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E51CCEB-D74A-4BEA-B2C1-961D181E0A3D}"/>
              </a:ext>
            </a:extLst>
          </p:cNvPr>
          <p:cNvGrpSpPr/>
          <p:nvPr/>
        </p:nvGrpSpPr>
        <p:grpSpPr>
          <a:xfrm>
            <a:off x="1093799" y="2808514"/>
            <a:ext cx="8816899" cy="892498"/>
            <a:chOff x="1093799" y="2808514"/>
            <a:chExt cx="8816899" cy="8924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72B27-BD3A-40D1-A33A-C432A5F292E3}"/>
                </a:ext>
              </a:extLst>
            </p:cNvPr>
            <p:cNvSpPr/>
            <p:nvPr/>
          </p:nvSpPr>
          <p:spPr>
            <a:xfrm>
              <a:off x="1093799" y="3325460"/>
              <a:ext cx="1694566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Primary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69EBFF-3326-41E8-9E7D-628CBDB49C5B}"/>
                </a:ext>
              </a:extLst>
            </p:cNvPr>
            <p:cNvSpPr/>
            <p:nvPr/>
          </p:nvSpPr>
          <p:spPr>
            <a:xfrm>
              <a:off x="4692927" y="3307704"/>
              <a:ext cx="1935466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Secondary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FADE47-01D1-4FCC-8596-07695237C968}"/>
                </a:ext>
              </a:extLst>
            </p:cNvPr>
            <p:cNvCxnSpPr>
              <a:cxnSpLocks/>
            </p:cNvCxnSpPr>
            <p:nvPr/>
          </p:nvCxnSpPr>
          <p:spPr>
            <a:xfrm>
              <a:off x="5605688" y="2808514"/>
              <a:ext cx="0" cy="5823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368AF8D-7812-419D-B2FF-AC708182118B}"/>
                </a:ext>
              </a:extLst>
            </p:cNvPr>
            <p:cNvCxnSpPr>
              <a:cxnSpLocks/>
            </p:cNvCxnSpPr>
            <p:nvPr/>
          </p:nvCxnSpPr>
          <p:spPr>
            <a:xfrm>
              <a:off x="1924763" y="3124199"/>
              <a:ext cx="7985935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EE8FAF-0463-48E5-BA99-69CB6F10E29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863" y="3111307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3DD9F0-3188-47D3-B9B4-24B9E44918BD}"/>
                </a:ext>
              </a:extLst>
            </p:cNvPr>
            <p:cNvCxnSpPr>
              <a:cxnSpLocks/>
            </p:cNvCxnSpPr>
            <p:nvPr/>
          </p:nvCxnSpPr>
          <p:spPr>
            <a:xfrm>
              <a:off x="9898902" y="3114870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DBF90D-4508-488F-AA23-2EB5FE293301}"/>
              </a:ext>
            </a:extLst>
          </p:cNvPr>
          <p:cNvSpPr/>
          <p:nvPr/>
        </p:nvSpPr>
        <p:spPr>
          <a:xfrm>
            <a:off x="782867" y="5743530"/>
            <a:ext cx="1972862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RAM, ROM, registers and cache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F876B-1B34-462C-A5FD-2A7AC2ECF034}"/>
              </a:ext>
            </a:extLst>
          </p:cNvPr>
          <p:cNvSpPr/>
          <p:nvPr/>
        </p:nvSpPr>
        <p:spPr>
          <a:xfrm>
            <a:off x="4255469" y="5676240"/>
            <a:ext cx="2783386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 the operating system, programs and data when they are not in use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F06FB9-BED3-440C-A4A4-838FF7F5A62E}"/>
              </a:ext>
            </a:extLst>
          </p:cNvPr>
          <p:cNvGrpSpPr/>
          <p:nvPr/>
        </p:nvGrpSpPr>
        <p:grpSpPr>
          <a:xfrm>
            <a:off x="3818374" y="3554283"/>
            <a:ext cx="3836706" cy="2087319"/>
            <a:chOff x="3818374" y="3507628"/>
            <a:chExt cx="3836706" cy="2087319"/>
          </a:xfrm>
        </p:grpSpPr>
        <p:pic>
          <p:nvPicPr>
            <p:cNvPr id="25" name="Picture 24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AB21C0FF-1BE7-40D7-B2AA-30ACA6FD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916" y="3649596"/>
              <a:ext cx="2368164" cy="1872329"/>
            </a:xfrm>
            <a:prstGeom prst="rect">
              <a:avLst/>
            </a:prstGeom>
          </p:spPr>
        </p:pic>
        <p:pic>
          <p:nvPicPr>
            <p:cNvPr id="26" name="Picture 25" descr="A circuit board&#10;&#10;Description automatically generated">
              <a:extLst>
                <a:ext uri="{FF2B5EF4-FFF2-40B4-BE49-F238E27FC236}">
                  <a16:creationId xmlns:a16="http://schemas.microsoft.com/office/drawing/2014/main" id="{2867DEDD-8136-4942-BD91-0B98DC0A1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98134">
              <a:off x="3818374" y="3507628"/>
              <a:ext cx="1601189" cy="208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1586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banana, orange, cup, yellow&#10;&#10;Description automatically generated">
            <a:extLst>
              <a:ext uri="{FF2B5EF4-FFF2-40B4-BE49-F238E27FC236}">
                <a16:creationId xmlns:a16="http://schemas.microsoft.com/office/drawing/2014/main" id="{462E39F9-B554-49EE-AC06-45CABA62E6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081" y="523174"/>
            <a:ext cx="2285214" cy="2432494"/>
          </a:xfrm>
          <a:prstGeom prst="rect">
            <a:avLst/>
          </a:prstGeom>
        </p:spPr>
      </p:pic>
      <p:pic>
        <p:nvPicPr>
          <p:cNvPr id="10" name="Picture 9" descr="A circuit board&#10;&#10;Description automatically generated">
            <a:extLst>
              <a:ext uri="{FF2B5EF4-FFF2-40B4-BE49-F238E27FC236}">
                <a16:creationId xmlns:a16="http://schemas.microsoft.com/office/drawing/2014/main" id="{C76DDC58-9920-45AD-AED6-0F200F750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51" y="3852201"/>
            <a:ext cx="2508625" cy="15247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F5A6C1-FA44-4FF7-8EE1-3016BB754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483" y="3695266"/>
            <a:ext cx="3654427" cy="187912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E51CCEB-D74A-4BEA-B2C1-961D181E0A3D}"/>
              </a:ext>
            </a:extLst>
          </p:cNvPr>
          <p:cNvGrpSpPr/>
          <p:nvPr/>
        </p:nvGrpSpPr>
        <p:grpSpPr>
          <a:xfrm>
            <a:off x="1093799" y="2808514"/>
            <a:ext cx="9675644" cy="892498"/>
            <a:chOff x="1093799" y="2808514"/>
            <a:chExt cx="9675644" cy="8924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C72B27-BD3A-40D1-A33A-C432A5F292E3}"/>
                </a:ext>
              </a:extLst>
            </p:cNvPr>
            <p:cNvSpPr/>
            <p:nvPr/>
          </p:nvSpPr>
          <p:spPr>
            <a:xfrm>
              <a:off x="1093799" y="3325460"/>
              <a:ext cx="1694566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Primary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69EBFF-3326-41E8-9E7D-628CBDB49C5B}"/>
                </a:ext>
              </a:extLst>
            </p:cNvPr>
            <p:cNvSpPr/>
            <p:nvPr/>
          </p:nvSpPr>
          <p:spPr>
            <a:xfrm>
              <a:off x="4692927" y="3307704"/>
              <a:ext cx="1935466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Secondary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F447D8-BA3F-48BD-8AD9-BABAEE1C9CEC}"/>
                </a:ext>
              </a:extLst>
            </p:cNvPr>
            <p:cNvSpPr/>
            <p:nvPr/>
          </p:nvSpPr>
          <p:spPr>
            <a:xfrm>
              <a:off x="9096421" y="3307704"/>
              <a:ext cx="1673022" cy="375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Tertiary storage</a:t>
              </a:r>
              <a:endParaRPr lang="en-GB" sz="105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FADE47-01D1-4FCC-8596-07695237C968}"/>
                </a:ext>
              </a:extLst>
            </p:cNvPr>
            <p:cNvCxnSpPr>
              <a:cxnSpLocks/>
            </p:cNvCxnSpPr>
            <p:nvPr/>
          </p:nvCxnSpPr>
          <p:spPr>
            <a:xfrm>
              <a:off x="5605688" y="2808514"/>
              <a:ext cx="0" cy="5823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368AF8D-7812-419D-B2FF-AC708182118B}"/>
                </a:ext>
              </a:extLst>
            </p:cNvPr>
            <p:cNvCxnSpPr>
              <a:cxnSpLocks/>
            </p:cNvCxnSpPr>
            <p:nvPr/>
          </p:nvCxnSpPr>
          <p:spPr>
            <a:xfrm>
              <a:off x="1924763" y="3124199"/>
              <a:ext cx="7985935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EE8FAF-0463-48E5-BA99-69CB6F10E29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863" y="3111307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E3DD9F0-3188-47D3-B9B4-24B9E44918BD}"/>
                </a:ext>
              </a:extLst>
            </p:cNvPr>
            <p:cNvCxnSpPr>
              <a:cxnSpLocks/>
            </p:cNvCxnSpPr>
            <p:nvPr/>
          </p:nvCxnSpPr>
          <p:spPr>
            <a:xfrm>
              <a:off x="9898902" y="3114870"/>
              <a:ext cx="0" cy="32657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BDBF90D-4508-488F-AA23-2EB5FE293301}"/>
              </a:ext>
            </a:extLst>
          </p:cNvPr>
          <p:cNvSpPr/>
          <p:nvPr/>
        </p:nvSpPr>
        <p:spPr>
          <a:xfrm>
            <a:off x="782867" y="5743530"/>
            <a:ext cx="1972862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RAM, ROM, registers and cache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F876B-1B34-462C-A5FD-2A7AC2ECF034}"/>
              </a:ext>
            </a:extLst>
          </p:cNvPr>
          <p:cNvSpPr/>
          <p:nvPr/>
        </p:nvSpPr>
        <p:spPr>
          <a:xfrm>
            <a:off x="4255469" y="5676240"/>
            <a:ext cx="2783386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Holds the operating system, programs and data when they are not in use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F1C77A-AC40-48F4-A43C-C58877F033E7}"/>
              </a:ext>
            </a:extLst>
          </p:cNvPr>
          <p:cNvSpPr/>
          <p:nvPr/>
        </p:nvSpPr>
        <p:spPr>
          <a:xfrm>
            <a:off x="8302577" y="5707791"/>
            <a:ext cx="3230701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for backing up and archiving large amounts of data</a:t>
            </a:r>
            <a:endParaRPr lang="en-GB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F06FB9-BED3-440C-A4A4-838FF7F5A62E}"/>
              </a:ext>
            </a:extLst>
          </p:cNvPr>
          <p:cNvGrpSpPr/>
          <p:nvPr/>
        </p:nvGrpSpPr>
        <p:grpSpPr>
          <a:xfrm>
            <a:off x="3818374" y="3554283"/>
            <a:ext cx="3836706" cy="2087319"/>
            <a:chOff x="3818374" y="3507628"/>
            <a:chExt cx="3836706" cy="2087319"/>
          </a:xfrm>
        </p:grpSpPr>
        <p:pic>
          <p:nvPicPr>
            <p:cNvPr id="25" name="Picture 24" descr="A picture containing electronics, disk, game, table&#10;&#10;Description automatically generated">
              <a:extLst>
                <a:ext uri="{FF2B5EF4-FFF2-40B4-BE49-F238E27FC236}">
                  <a16:creationId xmlns:a16="http://schemas.microsoft.com/office/drawing/2014/main" id="{AB21C0FF-1BE7-40D7-B2AA-30ACA6FD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916" y="3649596"/>
              <a:ext cx="2368164" cy="1872329"/>
            </a:xfrm>
            <a:prstGeom prst="rect">
              <a:avLst/>
            </a:prstGeom>
          </p:spPr>
        </p:pic>
        <p:pic>
          <p:nvPicPr>
            <p:cNvPr id="26" name="Picture 25" descr="A circuit board&#10;&#10;Description automatically generated">
              <a:extLst>
                <a:ext uri="{FF2B5EF4-FFF2-40B4-BE49-F238E27FC236}">
                  <a16:creationId xmlns:a16="http://schemas.microsoft.com/office/drawing/2014/main" id="{2867DEDD-8136-4942-BD91-0B98DC0A1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98134">
              <a:off x="3818374" y="3507628"/>
              <a:ext cx="1601189" cy="208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678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picture containing room, plate&#10;&#10;Description automatically generated">
            <a:extLst>
              <a:ext uri="{FF2B5EF4-FFF2-40B4-BE49-F238E27FC236}">
                <a16:creationId xmlns:a16="http://schemas.microsoft.com/office/drawing/2014/main" id="{2B8A46B6-357F-38A9-3700-E89CA9DA318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6" y="2274036"/>
            <a:ext cx="2309927" cy="230992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21408C8-9DB7-8853-331C-CCA5B595003E}"/>
              </a:ext>
            </a:extLst>
          </p:cNvPr>
          <p:cNvSpPr/>
          <p:nvPr/>
        </p:nvSpPr>
        <p:spPr>
          <a:xfrm>
            <a:off x="918444" y="1854124"/>
            <a:ext cx="66973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8F9DF-F31B-4184-BC29-D4E44841B037}"/>
              </a:ext>
            </a:extLst>
          </p:cNvPr>
          <p:cNvSpPr/>
          <p:nvPr/>
        </p:nvSpPr>
        <p:spPr>
          <a:xfrm>
            <a:off x="10701156" y="1854225"/>
            <a:ext cx="5806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486B2E-6233-9360-DB81-03B5E3B56AE1}"/>
              </a:ext>
            </a:extLst>
          </p:cNvPr>
          <p:cNvSpPr/>
          <p:nvPr/>
        </p:nvSpPr>
        <p:spPr>
          <a:xfrm>
            <a:off x="10701156" y="4764332"/>
            <a:ext cx="118320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drive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05B374-7C35-1EBC-C30F-6A3E3B0497EE}"/>
              </a:ext>
            </a:extLst>
          </p:cNvPr>
          <p:cNvSpPr/>
          <p:nvPr/>
        </p:nvSpPr>
        <p:spPr>
          <a:xfrm>
            <a:off x="932230" y="4889251"/>
            <a:ext cx="6559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7AE6B466-0DC8-8A93-280E-B8F932B65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737" y="1101259"/>
            <a:ext cx="1881282" cy="1881282"/>
          </a:xfrm>
          <a:prstGeom prst="rect">
            <a:avLst/>
          </a:prstGeom>
        </p:spPr>
      </p:pic>
      <p:pic>
        <p:nvPicPr>
          <p:cNvPr id="22" name="Picture 21" descr="A picture containing clock&#10;&#10;Description automatically generated">
            <a:extLst>
              <a:ext uri="{FF2B5EF4-FFF2-40B4-BE49-F238E27FC236}">
                <a16:creationId xmlns:a16="http://schemas.microsoft.com/office/drawing/2014/main" id="{965DA534-E29C-2145-DCAD-10D2D69C2FC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2" b="50520"/>
          <a:stretch/>
        </p:blipFill>
        <p:spPr>
          <a:xfrm rot="19000968" flipV="1">
            <a:off x="1207750" y="4671604"/>
            <a:ext cx="2692913" cy="936560"/>
          </a:xfrm>
          <a:prstGeom prst="rect">
            <a:avLst/>
          </a:prstGeom>
        </p:spPr>
      </p:pic>
      <p:pic>
        <p:nvPicPr>
          <p:cNvPr id="23" name="Picture 22" descr="A picture containing fence&#10;&#10;Description automatically generated">
            <a:extLst>
              <a:ext uri="{FF2B5EF4-FFF2-40B4-BE49-F238E27FC236}">
                <a16:creationId xmlns:a16="http://schemas.microsoft.com/office/drawing/2014/main" id="{E06A29D9-38F7-8918-C6DA-B66AF8345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06" y="1101259"/>
            <a:ext cx="1881283" cy="1881283"/>
          </a:xfrm>
          <a:prstGeom prst="rect">
            <a:avLst/>
          </a:prstGeom>
        </p:spPr>
      </p:pic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07AE7231-2556-12F3-0DF7-C50726C843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98" y="3749746"/>
            <a:ext cx="2654562" cy="265456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4472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A picture containing room, plate&#10;&#10;Description automatically generated">
            <a:extLst>
              <a:ext uri="{FF2B5EF4-FFF2-40B4-BE49-F238E27FC236}">
                <a16:creationId xmlns:a16="http://schemas.microsoft.com/office/drawing/2014/main" id="{361AC82A-1BFF-21D7-E674-9AD21CBDB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6" y="2274036"/>
            <a:ext cx="2309927" cy="23099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FBEF6F-F204-0C35-0CAC-086D610709EF}"/>
              </a:ext>
            </a:extLst>
          </p:cNvPr>
          <p:cNvSpPr/>
          <p:nvPr/>
        </p:nvSpPr>
        <p:spPr>
          <a:xfrm>
            <a:off x="918444" y="1854124"/>
            <a:ext cx="66973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C33AB1-7FB1-D02F-DBF0-B4E139214393}"/>
              </a:ext>
            </a:extLst>
          </p:cNvPr>
          <p:cNvSpPr/>
          <p:nvPr/>
        </p:nvSpPr>
        <p:spPr>
          <a:xfrm>
            <a:off x="10701156" y="1854225"/>
            <a:ext cx="5806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2D82F3-357F-661A-BD8A-2505E7F19F6E}"/>
              </a:ext>
            </a:extLst>
          </p:cNvPr>
          <p:cNvSpPr/>
          <p:nvPr/>
        </p:nvSpPr>
        <p:spPr>
          <a:xfrm>
            <a:off x="10701156" y="4764332"/>
            <a:ext cx="118320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drive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27D837-DEFC-F301-8C1A-6FFC81CD1025}"/>
              </a:ext>
            </a:extLst>
          </p:cNvPr>
          <p:cNvSpPr/>
          <p:nvPr/>
        </p:nvSpPr>
        <p:spPr>
          <a:xfrm>
            <a:off x="932230" y="4889251"/>
            <a:ext cx="6559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CB6DCE9-33B3-360D-73DF-7131FC24A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737" y="1101259"/>
            <a:ext cx="1881282" cy="188128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3" name="Picture 22" descr="A picture containing clock&#10;&#10;Description automatically generated">
            <a:extLst>
              <a:ext uri="{FF2B5EF4-FFF2-40B4-BE49-F238E27FC236}">
                <a16:creationId xmlns:a16="http://schemas.microsoft.com/office/drawing/2014/main" id="{FB20A3B7-937F-93CD-D0E7-CF7A8A728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2" b="50520"/>
          <a:stretch/>
        </p:blipFill>
        <p:spPr>
          <a:xfrm rot="19000968" flipV="1">
            <a:off x="1207750" y="4671604"/>
            <a:ext cx="2692913" cy="936560"/>
          </a:xfrm>
          <a:prstGeom prst="rect">
            <a:avLst/>
          </a:prstGeom>
          <a:effectLst/>
        </p:spPr>
      </p:pic>
      <p:pic>
        <p:nvPicPr>
          <p:cNvPr id="24" name="Picture 23" descr="A picture containing fence&#10;&#10;Description automatically generated">
            <a:extLst>
              <a:ext uri="{FF2B5EF4-FFF2-40B4-BE49-F238E27FC236}">
                <a16:creationId xmlns:a16="http://schemas.microsoft.com/office/drawing/2014/main" id="{F3805FC2-2914-5CF1-50C4-8C4B8DF5F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06" y="1101259"/>
            <a:ext cx="1881283" cy="1881283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6" name="Picture 25" descr="A close up of a logo&#10;&#10;Description automatically generated">
            <a:extLst>
              <a:ext uri="{FF2B5EF4-FFF2-40B4-BE49-F238E27FC236}">
                <a16:creationId xmlns:a16="http://schemas.microsoft.com/office/drawing/2014/main" id="{A6C0B6DC-6E8A-3B2D-8E26-CF7F65880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98" y="3749746"/>
            <a:ext cx="2654562" cy="2654562"/>
          </a:xfrm>
          <a:prstGeom prst="rect">
            <a:avLst/>
          </a:prstGeom>
          <a:effectLst/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0CF85BE-AEBE-416B-2827-793040E71D19}"/>
              </a:ext>
            </a:extLst>
          </p:cNvPr>
          <p:cNvSpPr/>
          <p:nvPr/>
        </p:nvSpPr>
        <p:spPr>
          <a:xfrm>
            <a:off x="3561537" y="1825549"/>
            <a:ext cx="5138199" cy="419912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63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room, plate&#10;&#10;Description automatically generated">
            <a:extLst>
              <a:ext uri="{FF2B5EF4-FFF2-40B4-BE49-F238E27FC236}">
                <a16:creationId xmlns:a16="http://schemas.microsoft.com/office/drawing/2014/main" id="{D4E0A642-582B-40BD-AC88-E45D7B383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6" y="2274036"/>
            <a:ext cx="2309927" cy="23099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312E6D-39D6-43B7-A4DB-42215E1817CD}"/>
              </a:ext>
            </a:extLst>
          </p:cNvPr>
          <p:cNvSpPr/>
          <p:nvPr/>
        </p:nvSpPr>
        <p:spPr>
          <a:xfrm>
            <a:off x="918444" y="1854124"/>
            <a:ext cx="66973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0D2B8-79FF-4B8D-8FA9-051A93D73CDF}"/>
              </a:ext>
            </a:extLst>
          </p:cNvPr>
          <p:cNvSpPr/>
          <p:nvPr/>
        </p:nvSpPr>
        <p:spPr>
          <a:xfrm>
            <a:off x="10701156" y="1854225"/>
            <a:ext cx="5806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12983-B027-4C68-8CC9-F951BD601352}"/>
              </a:ext>
            </a:extLst>
          </p:cNvPr>
          <p:cNvSpPr/>
          <p:nvPr/>
        </p:nvSpPr>
        <p:spPr>
          <a:xfrm>
            <a:off x="10701156" y="4764332"/>
            <a:ext cx="118320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drive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10CB82-6D5F-4A72-A7DC-866664DA580C}"/>
              </a:ext>
            </a:extLst>
          </p:cNvPr>
          <p:cNvSpPr/>
          <p:nvPr/>
        </p:nvSpPr>
        <p:spPr>
          <a:xfrm>
            <a:off x="932230" y="4889251"/>
            <a:ext cx="6559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 descr="A picture containing drawing&#10;&#10;Description automatically generated">
            <a:extLst>
              <a:ext uri="{FF2B5EF4-FFF2-40B4-BE49-F238E27FC236}">
                <a16:creationId xmlns:a16="http://schemas.microsoft.com/office/drawing/2014/main" id="{D0705395-1379-A951-083F-0CEDF3D33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737" y="1101259"/>
            <a:ext cx="1881282" cy="188128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1" name="Picture 20" descr="A picture containing clock&#10;&#10;Description automatically generated">
            <a:extLst>
              <a:ext uri="{FF2B5EF4-FFF2-40B4-BE49-F238E27FC236}">
                <a16:creationId xmlns:a16="http://schemas.microsoft.com/office/drawing/2014/main" id="{C7F9102A-A5FF-3538-7B6B-60AE61A6C1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2" b="50520"/>
          <a:stretch/>
        </p:blipFill>
        <p:spPr>
          <a:xfrm rot="19000968" flipV="1">
            <a:off x="1207750" y="4671604"/>
            <a:ext cx="2692913" cy="936560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2" name="Picture 21" descr="A picture containing fence&#10;&#10;Description automatically generated">
            <a:extLst>
              <a:ext uri="{FF2B5EF4-FFF2-40B4-BE49-F238E27FC236}">
                <a16:creationId xmlns:a16="http://schemas.microsoft.com/office/drawing/2014/main" id="{6AAE75F5-503B-A3D8-F9E4-C871D2D37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06" y="1101259"/>
            <a:ext cx="1881283" cy="1881283"/>
          </a:xfrm>
          <a:prstGeom prst="rect">
            <a:avLst/>
          </a:prstGeom>
        </p:spPr>
      </p:pic>
      <p:pic>
        <p:nvPicPr>
          <p:cNvPr id="23" name="Picture 22" descr="A close up of a logo&#10;&#10;Description automatically generated">
            <a:extLst>
              <a:ext uri="{FF2B5EF4-FFF2-40B4-BE49-F238E27FC236}">
                <a16:creationId xmlns:a16="http://schemas.microsoft.com/office/drawing/2014/main" id="{E42C2808-00E5-C3E2-B19D-AE887B3CCB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98" y="3749746"/>
            <a:ext cx="2654562" cy="265456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09779EBF-C04A-A95B-B10E-29C9E9576647}"/>
              </a:ext>
            </a:extLst>
          </p:cNvPr>
          <p:cNvSpPr/>
          <p:nvPr/>
        </p:nvSpPr>
        <p:spPr>
          <a:xfrm rot="5400000">
            <a:off x="9208193" y="3214283"/>
            <a:ext cx="911970" cy="410387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8F76D7-665F-175A-9AFD-DACE2BC3DC89}"/>
              </a:ext>
            </a:extLst>
          </p:cNvPr>
          <p:cNvGrpSpPr/>
          <p:nvPr/>
        </p:nvGrpSpPr>
        <p:grpSpPr>
          <a:xfrm>
            <a:off x="2655731" y="1831944"/>
            <a:ext cx="6044006" cy="4036059"/>
            <a:chOff x="2655731" y="1831944"/>
            <a:chExt cx="6044006" cy="4036059"/>
          </a:xfrm>
        </p:grpSpPr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93568431-25B6-FC9F-9F16-C09452123451}"/>
                </a:ext>
              </a:extLst>
            </p:cNvPr>
            <p:cNvSpPr/>
            <p:nvPr/>
          </p:nvSpPr>
          <p:spPr>
            <a:xfrm flipH="1">
              <a:off x="2655731" y="5448091"/>
              <a:ext cx="4897594" cy="419912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B619ACBD-924A-CCF7-0646-51344E166BFE}"/>
                </a:ext>
              </a:extLst>
            </p:cNvPr>
            <p:cNvSpPr/>
            <p:nvPr/>
          </p:nvSpPr>
          <p:spPr>
            <a:xfrm>
              <a:off x="7553325" y="1831944"/>
              <a:ext cx="1146412" cy="419912"/>
            </a:xfrm>
            <a:prstGeom prst="righ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A93FB4-9294-8D5A-9800-664CBC9BCE2A}"/>
                </a:ext>
              </a:extLst>
            </p:cNvPr>
            <p:cNvSpPr/>
            <p:nvPr/>
          </p:nvSpPr>
          <p:spPr>
            <a:xfrm>
              <a:off x="7553325" y="2108199"/>
              <a:ext cx="212725" cy="36544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55726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picture containing room, plate&#10;&#10;Description automatically generated">
            <a:extLst>
              <a:ext uri="{FF2B5EF4-FFF2-40B4-BE49-F238E27FC236}">
                <a16:creationId xmlns:a16="http://schemas.microsoft.com/office/drawing/2014/main" id="{EC6F7922-7C30-DE40-DE97-FC052E0EBAE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6" y="2274036"/>
            <a:ext cx="2309927" cy="230992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335F05D-E1F3-2FF5-A06E-5C473AAB1124}"/>
              </a:ext>
            </a:extLst>
          </p:cNvPr>
          <p:cNvSpPr/>
          <p:nvPr/>
        </p:nvSpPr>
        <p:spPr>
          <a:xfrm>
            <a:off x="918444" y="1854124"/>
            <a:ext cx="66973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3361FD-8E89-0B58-0D3B-3CB3E18E9CE6}"/>
              </a:ext>
            </a:extLst>
          </p:cNvPr>
          <p:cNvSpPr/>
          <p:nvPr/>
        </p:nvSpPr>
        <p:spPr>
          <a:xfrm>
            <a:off x="10701156" y="1854225"/>
            <a:ext cx="58060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3C776F-98FB-258F-38A0-E736F3184550}"/>
              </a:ext>
            </a:extLst>
          </p:cNvPr>
          <p:cNvSpPr/>
          <p:nvPr/>
        </p:nvSpPr>
        <p:spPr>
          <a:xfrm>
            <a:off x="10701156" y="4764332"/>
            <a:ext cx="118320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drive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7C88A0-1FB0-2C45-ED4C-E6E5A5886DA1}"/>
              </a:ext>
            </a:extLst>
          </p:cNvPr>
          <p:cNvSpPr/>
          <p:nvPr/>
        </p:nvSpPr>
        <p:spPr>
          <a:xfrm>
            <a:off x="932230" y="4889251"/>
            <a:ext cx="655949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endParaRPr lang="en-GB" sz="105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A picture containing drawing&#10;&#10;Description automatically generated">
            <a:extLst>
              <a:ext uri="{FF2B5EF4-FFF2-40B4-BE49-F238E27FC236}">
                <a16:creationId xmlns:a16="http://schemas.microsoft.com/office/drawing/2014/main" id="{DFF299E4-E397-0145-5B40-D20113F9A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9737" y="1101259"/>
            <a:ext cx="1881282" cy="1881282"/>
          </a:xfrm>
          <a:prstGeom prst="rect">
            <a:avLst/>
          </a:prstGeom>
        </p:spPr>
      </p:pic>
      <p:pic>
        <p:nvPicPr>
          <p:cNvPr id="32" name="Picture 31" descr="A picture containing clock&#10;&#10;Description automatically generated">
            <a:extLst>
              <a:ext uri="{FF2B5EF4-FFF2-40B4-BE49-F238E27FC236}">
                <a16:creationId xmlns:a16="http://schemas.microsoft.com/office/drawing/2014/main" id="{A642EF2E-93F5-E743-4203-911602EE3E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2" b="50520"/>
          <a:stretch/>
        </p:blipFill>
        <p:spPr>
          <a:xfrm rot="19000968" flipV="1">
            <a:off x="1207750" y="4671604"/>
            <a:ext cx="2692913" cy="936560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3" name="Picture 32" descr="A picture containing fence&#10;&#10;Description automatically generated">
            <a:extLst>
              <a:ext uri="{FF2B5EF4-FFF2-40B4-BE49-F238E27FC236}">
                <a16:creationId xmlns:a16="http://schemas.microsoft.com/office/drawing/2014/main" id="{1CAA8E94-E275-C763-2BE2-C07C115F6B1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06" y="1101259"/>
            <a:ext cx="1881283" cy="1881283"/>
          </a:xfrm>
          <a:prstGeom prst="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4" name="Picture 33" descr="A close up of a logo&#10;&#10;Description automatically generated">
            <a:extLst>
              <a:ext uri="{FF2B5EF4-FFF2-40B4-BE49-F238E27FC236}">
                <a16:creationId xmlns:a16="http://schemas.microsoft.com/office/drawing/2014/main" id="{7F63800C-E97B-3E32-8088-61ACE3862F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898" y="3749746"/>
            <a:ext cx="2654562" cy="2654562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DED6F6E-305F-16B0-60E8-1420428F7A5E}"/>
              </a:ext>
            </a:extLst>
          </p:cNvPr>
          <p:cNvSpPr/>
          <p:nvPr/>
        </p:nvSpPr>
        <p:spPr>
          <a:xfrm>
            <a:off x="6904517" y="5562793"/>
            <a:ext cx="1601592" cy="774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Non-volatile</a:t>
            </a:r>
          </a:p>
          <a:p>
            <a:pPr algn="r">
              <a:lnSpc>
                <a:spcPct val="107000"/>
              </a:lnSpc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 and write</a:t>
            </a:r>
          </a:p>
        </p:txBody>
      </p:sp>
    </p:spTree>
    <p:extLst>
      <p:ext uri="{BB962C8B-B14F-4D97-AF65-F5344CB8AC3E}">
        <p14:creationId xmlns:p14="http://schemas.microsoft.com/office/powerpoint/2010/main" val="906390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1844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 is required because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read-only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volatile. Secondary storage is used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Storage of programs and data when the computer is powered off.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Modifiable, semi-permanent storage of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Backing up or archiving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7B962A59-9954-48DC-8D7D-65D09D4D6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160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97</cp:revision>
  <dcterms:created xsi:type="dcterms:W3CDTF">2019-10-14T15:21:06Z</dcterms:created>
  <dcterms:modified xsi:type="dcterms:W3CDTF">2022-07-15T11:08:46Z</dcterms:modified>
</cp:coreProperties>
</file>