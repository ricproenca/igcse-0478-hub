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266" r:id="rId3"/>
    <p:sldId id="267" r:id="rId4"/>
    <p:sldId id="268" r:id="rId5"/>
    <p:sldId id="286" r:id="rId6"/>
    <p:sldId id="288" r:id="rId7"/>
    <p:sldId id="289" r:id="rId8"/>
    <p:sldId id="290" r:id="rId9"/>
    <p:sldId id="294" r:id="rId10"/>
    <p:sldId id="285" r:id="rId11"/>
    <p:sldId id="284" r:id="rId12"/>
    <p:sldId id="283" r:id="rId13"/>
    <p:sldId id="269" r:id="rId14"/>
    <p:sldId id="295" r:id="rId15"/>
    <p:sldId id="293" r:id="rId16"/>
    <p:sldId id="292" r:id="rId17"/>
    <p:sldId id="291" r:id="rId18"/>
    <p:sldId id="280" r:id="rId19"/>
    <p:sldId id="272" r:id="rId20"/>
    <p:sldId id="296" r:id="rId21"/>
    <p:sldId id="297" r:id="rId22"/>
    <p:sldId id="300" r:id="rId23"/>
    <p:sldId id="271" r:id="rId24"/>
    <p:sldId id="260" r:id="rId25"/>
    <p:sldId id="30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88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EF7EC9-212D-4D69-8291-9565F86FAFEB}" type="doc">
      <dgm:prSet loTypeId="urn:microsoft.com/office/officeart/2005/8/layout/hierarchy5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GB"/>
        </a:p>
      </dgm:t>
    </dgm:pt>
    <dgm:pt modelId="{A7B9E9F5-1CD2-42C2-9AEA-028F84A81DA2}">
      <dgm:prSet phldrT="[Text]"/>
      <dgm:spPr>
        <a:solidFill>
          <a:schemeClr val="accent2"/>
        </a:solidFill>
      </dgm:spPr>
      <dgm:t>
        <a:bodyPr/>
        <a:lstStyle/>
        <a:p>
          <a:r>
            <a:rPr lang="en-GB" dirty="0"/>
            <a:t>Storage devices</a:t>
          </a:r>
        </a:p>
      </dgm:t>
    </dgm:pt>
    <dgm:pt modelId="{403D7F19-37B2-40DA-A786-2C46AC042F41}" type="parTrans" cxnId="{86C4A403-66C0-4A93-A5E0-6EBA1AF2DF62}">
      <dgm:prSet/>
      <dgm:spPr/>
      <dgm:t>
        <a:bodyPr/>
        <a:lstStyle/>
        <a:p>
          <a:endParaRPr lang="en-GB"/>
        </a:p>
      </dgm:t>
    </dgm:pt>
    <dgm:pt modelId="{2D9BC57D-91E5-4F30-B88A-041CC1272005}" type="sibTrans" cxnId="{86C4A403-66C0-4A93-A5E0-6EBA1AF2DF62}">
      <dgm:prSet/>
      <dgm:spPr/>
      <dgm:t>
        <a:bodyPr/>
        <a:lstStyle/>
        <a:p>
          <a:endParaRPr lang="en-GB"/>
        </a:p>
      </dgm:t>
    </dgm:pt>
    <dgm:pt modelId="{F358A6DD-D863-4510-8189-A05443CB4DE8}">
      <dgm:prSet phldrT="[Text]"/>
      <dgm:spPr>
        <a:solidFill>
          <a:schemeClr val="accent2"/>
        </a:solidFill>
      </dgm:spPr>
      <dgm:t>
        <a:bodyPr/>
        <a:lstStyle/>
        <a:p>
          <a:r>
            <a:rPr lang="en-GB" dirty="0"/>
            <a:t>Optical</a:t>
          </a:r>
        </a:p>
      </dgm:t>
    </dgm:pt>
    <dgm:pt modelId="{4C463DA6-B9F3-43B0-AEFF-40381C096154}" type="parTrans" cxnId="{07AC0222-FC1E-4237-9B70-72E2B7E7B88C}">
      <dgm:prSet/>
      <dgm:spPr>
        <a:ln w="28575">
          <a:solidFill>
            <a:schemeClr val="accent2"/>
          </a:solidFill>
        </a:ln>
      </dgm:spPr>
      <dgm:t>
        <a:bodyPr/>
        <a:lstStyle/>
        <a:p>
          <a:endParaRPr lang="en-GB" dirty="0"/>
        </a:p>
      </dgm:t>
    </dgm:pt>
    <dgm:pt modelId="{60D31A0A-202C-43C4-8FA0-49F86A9F2FD0}" type="sibTrans" cxnId="{07AC0222-FC1E-4237-9B70-72E2B7E7B88C}">
      <dgm:prSet/>
      <dgm:spPr/>
      <dgm:t>
        <a:bodyPr/>
        <a:lstStyle/>
        <a:p>
          <a:endParaRPr lang="en-GB"/>
        </a:p>
      </dgm:t>
    </dgm:pt>
    <dgm:pt modelId="{9A511D90-024D-4F7C-AD17-AAE59BB859FA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GB" dirty="0"/>
            <a:t>Magnetic</a:t>
          </a:r>
        </a:p>
      </dgm:t>
    </dgm:pt>
    <dgm:pt modelId="{95ED0842-D3DA-4EF2-9F97-FF04C9086E53}" type="parTrans" cxnId="{CA3D9CE2-C8AD-43AE-B5CA-EAFAFD15337E}">
      <dgm:prSet/>
      <dgm:spPr>
        <a:ln w="28575">
          <a:solidFill>
            <a:schemeClr val="bg1">
              <a:lumMod val="85000"/>
            </a:schemeClr>
          </a:solidFill>
        </a:ln>
      </dgm:spPr>
      <dgm:t>
        <a:bodyPr/>
        <a:lstStyle/>
        <a:p>
          <a:endParaRPr lang="en-GB" dirty="0"/>
        </a:p>
      </dgm:t>
    </dgm:pt>
    <dgm:pt modelId="{5FC3D4BF-4E02-48E3-B606-B796B29B0A36}" type="sibTrans" cxnId="{CA3D9CE2-C8AD-43AE-B5CA-EAFAFD15337E}">
      <dgm:prSet/>
      <dgm:spPr/>
      <dgm:t>
        <a:bodyPr/>
        <a:lstStyle/>
        <a:p>
          <a:endParaRPr lang="en-GB"/>
        </a:p>
      </dgm:t>
    </dgm:pt>
    <dgm:pt modelId="{64D349F5-9C92-4CFA-AE72-4787F63A3EBF}">
      <dgm:prSet phldrT="[Text]" custT="1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GB" sz="3600" dirty="0"/>
            <a:t>Solid-state/flash</a:t>
          </a:r>
        </a:p>
      </dgm:t>
    </dgm:pt>
    <dgm:pt modelId="{9CE2193D-222E-40E1-B6EC-8F82E048286C}" type="parTrans" cxnId="{FF5BF26A-265B-4540-9352-28160DCA16A1}">
      <dgm:prSet/>
      <dgm:spPr>
        <a:ln w="28575">
          <a:solidFill>
            <a:schemeClr val="bg1">
              <a:lumMod val="85000"/>
            </a:schemeClr>
          </a:solidFill>
        </a:ln>
      </dgm:spPr>
      <dgm:t>
        <a:bodyPr/>
        <a:lstStyle/>
        <a:p>
          <a:endParaRPr lang="en-GB" dirty="0"/>
        </a:p>
      </dgm:t>
    </dgm:pt>
    <dgm:pt modelId="{CEC550D8-9B18-4D4B-AE58-7C095B1ADFC3}" type="sibTrans" cxnId="{FF5BF26A-265B-4540-9352-28160DCA16A1}">
      <dgm:prSet/>
      <dgm:spPr/>
      <dgm:t>
        <a:bodyPr/>
        <a:lstStyle/>
        <a:p>
          <a:endParaRPr lang="en-GB"/>
        </a:p>
      </dgm:t>
    </dgm:pt>
    <dgm:pt modelId="{17ED5CFB-089A-4261-B944-76E4874318A2}" type="pres">
      <dgm:prSet presAssocID="{5FEF7EC9-212D-4D69-8291-9565F86FAFE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05240B5-59FE-43FB-92F8-B2D81F37F57C}" type="pres">
      <dgm:prSet presAssocID="{5FEF7EC9-212D-4D69-8291-9565F86FAFEB}" presName="hierFlow" presStyleCnt="0"/>
      <dgm:spPr/>
    </dgm:pt>
    <dgm:pt modelId="{99F7D019-D823-4FB2-85ED-FCA0B7B2EC06}" type="pres">
      <dgm:prSet presAssocID="{5FEF7EC9-212D-4D69-8291-9565F86FAFE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BA1D0C6-AC9B-4F58-822E-830D23120574}" type="pres">
      <dgm:prSet presAssocID="{A7B9E9F5-1CD2-42C2-9AEA-028F84A81DA2}" presName="Name17" presStyleCnt="0"/>
      <dgm:spPr/>
    </dgm:pt>
    <dgm:pt modelId="{024990BE-2A90-4568-ADC2-11A14077A5C8}" type="pres">
      <dgm:prSet presAssocID="{A7B9E9F5-1CD2-42C2-9AEA-028F84A81DA2}" presName="level1Shape" presStyleLbl="node0" presStyleIdx="0" presStyleCnt="1">
        <dgm:presLayoutVars>
          <dgm:chPref val="3"/>
        </dgm:presLayoutVars>
      </dgm:prSet>
      <dgm:spPr/>
    </dgm:pt>
    <dgm:pt modelId="{A7920B29-37ED-47D2-B722-07B08FE62F89}" type="pres">
      <dgm:prSet presAssocID="{A7B9E9F5-1CD2-42C2-9AEA-028F84A81DA2}" presName="hierChild2" presStyleCnt="0"/>
      <dgm:spPr/>
    </dgm:pt>
    <dgm:pt modelId="{48248E3B-D8FD-47A8-BDF3-EF530507291F}" type="pres">
      <dgm:prSet presAssocID="{4C463DA6-B9F3-43B0-AEFF-40381C096154}" presName="Name25" presStyleLbl="parChTrans1D2" presStyleIdx="0" presStyleCnt="3"/>
      <dgm:spPr/>
    </dgm:pt>
    <dgm:pt modelId="{2FD6DC6C-1BB8-4FD9-AC93-97C493203F7A}" type="pres">
      <dgm:prSet presAssocID="{4C463DA6-B9F3-43B0-AEFF-40381C096154}" presName="connTx" presStyleLbl="parChTrans1D2" presStyleIdx="0" presStyleCnt="3"/>
      <dgm:spPr/>
    </dgm:pt>
    <dgm:pt modelId="{99D1AB9F-9A11-4C44-B38F-CF755CB4F4AB}" type="pres">
      <dgm:prSet presAssocID="{F358A6DD-D863-4510-8189-A05443CB4DE8}" presName="Name30" presStyleCnt="0"/>
      <dgm:spPr/>
    </dgm:pt>
    <dgm:pt modelId="{79745DBE-8AA4-4CA6-B247-C292CE23FFBE}" type="pres">
      <dgm:prSet presAssocID="{F358A6DD-D863-4510-8189-A05443CB4DE8}" presName="level2Shape" presStyleLbl="node2" presStyleIdx="0" presStyleCnt="3"/>
      <dgm:spPr/>
    </dgm:pt>
    <dgm:pt modelId="{4F7F64F7-6DCE-4315-A354-A345B25E788B}" type="pres">
      <dgm:prSet presAssocID="{F358A6DD-D863-4510-8189-A05443CB4DE8}" presName="hierChild3" presStyleCnt="0"/>
      <dgm:spPr/>
    </dgm:pt>
    <dgm:pt modelId="{94DEDA41-1E81-4EE5-94C3-98BFF48784BA}" type="pres">
      <dgm:prSet presAssocID="{95ED0842-D3DA-4EF2-9F97-FF04C9086E53}" presName="Name25" presStyleLbl="parChTrans1D2" presStyleIdx="1" presStyleCnt="3"/>
      <dgm:spPr/>
    </dgm:pt>
    <dgm:pt modelId="{48E921C4-2667-4FF3-A8AD-6150146A3401}" type="pres">
      <dgm:prSet presAssocID="{95ED0842-D3DA-4EF2-9F97-FF04C9086E53}" presName="connTx" presStyleLbl="parChTrans1D2" presStyleIdx="1" presStyleCnt="3"/>
      <dgm:spPr/>
    </dgm:pt>
    <dgm:pt modelId="{53BE4E82-B0A0-495D-A95D-8E4BAF25ECAF}" type="pres">
      <dgm:prSet presAssocID="{9A511D90-024D-4F7C-AD17-AAE59BB859FA}" presName="Name30" presStyleCnt="0"/>
      <dgm:spPr/>
    </dgm:pt>
    <dgm:pt modelId="{1216F147-6C63-410A-A27A-368C8B222ED9}" type="pres">
      <dgm:prSet presAssocID="{9A511D90-024D-4F7C-AD17-AAE59BB859FA}" presName="level2Shape" presStyleLbl="node2" presStyleIdx="1" presStyleCnt="3"/>
      <dgm:spPr/>
    </dgm:pt>
    <dgm:pt modelId="{12256C9E-98B2-47F3-B558-C9973D6972E3}" type="pres">
      <dgm:prSet presAssocID="{9A511D90-024D-4F7C-AD17-AAE59BB859FA}" presName="hierChild3" presStyleCnt="0"/>
      <dgm:spPr/>
    </dgm:pt>
    <dgm:pt modelId="{23F1290E-F866-4D23-8331-3423294B38C9}" type="pres">
      <dgm:prSet presAssocID="{9CE2193D-222E-40E1-B6EC-8F82E048286C}" presName="Name25" presStyleLbl="parChTrans1D2" presStyleIdx="2" presStyleCnt="3"/>
      <dgm:spPr/>
    </dgm:pt>
    <dgm:pt modelId="{E5BA286C-47A1-499A-B7FB-C5EDB2C52968}" type="pres">
      <dgm:prSet presAssocID="{9CE2193D-222E-40E1-B6EC-8F82E048286C}" presName="connTx" presStyleLbl="parChTrans1D2" presStyleIdx="2" presStyleCnt="3"/>
      <dgm:spPr/>
    </dgm:pt>
    <dgm:pt modelId="{26558674-D4EE-4D8A-A473-82FE2158D4D7}" type="pres">
      <dgm:prSet presAssocID="{64D349F5-9C92-4CFA-AE72-4787F63A3EBF}" presName="Name30" presStyleCnt="0"/>
      <dgm:spPr/>
    </dgm:pt>
    <dgm:pt modelId="{DD71C30E-F2EC-4BA3-87C4-06D23B316B7E}" type="pres">
      <dgm:prSet presAssocID="{64D349F5-9C92-4CFA-AE72-4787F63A3EBF}" presName="level2Shape" presStyleLbl="node2" presStyleIdx="2" presStyleCnt="3"/>
      <dgm:spPr/>
    </dgm:pt>
    <dgm:pt modelId="{F59DAD21-1FD2-4A4B-B5A8-EDD0D446ACDC}" type="pres">
      <dgm:prSet presAssocID="{64D349F5-9C92-4CFA-AE72-4787F63A3EBF}" presName="hierChild3" presStyleCnt="0"/>
      <dgm:spPr/>
    </dgm:pt>
    <dgm:pt modelId="{38BF5055-2052-4475-9202-3D6DCCC2B6D5}" type="pres">
      <dgm:prSet presAssocID="{5FEF7EC9-212D-4D69-8291-9565F86FAFEB}" presName="bgShapesFlow" presStyleCnt="0"/>
      <dgm:spPr/>
    </dgm:pt>
  </dgm:ptLst>
  <dgm:cxnLst>
    <dgm:cxn modelId="{11CAEE00-C6A2-49A7-9F56-4686520A45BE}" type="presOf" srcId="{9CE2193D-222E-40E1-B6EC-8F82E048286C}" destId="{23F1290E-F866-4D23-8331-3423294B38C9}" srcOrd="0" destOrd="0" presId="urn:microsoft.com/office/officeart/2005/8/layout/hierarchy5"/>
    <dgm:cxn modelId="{B8841202-F7CD-4078-AFB1-14A6FBAD33E7}" type="presOf" srcId="{5FEF7EC9-212D-4D69-8291-9565F86FAFEB}" destId="{17ED5CFB-089A-4261-B944-76E4874318A2}" srcOrd="0" destOrd="0" presId="urn:microsoft.com/office/officeart/2005/8/layout/hierarchy5"/>
    <dgm:cxn modelId="{86C4A403-66C0-4A93-A5E0-6EBA1AF2DF62}" srcId="{5FEF7EC9-212D-4D69-8291-9565F86FAFEB}" destId="{A7B9E9F5-1CD2-42C2-9AEA-028F84A81DA2}" srcOrd="0" destOrd="0" parTransId="{403D7F19-37B2-40DA-A786-2C46AC042F41}" sibTransId="{2D9BC57D-91E5-4F30-B88A-041CC1272005}"/>
    <dgm:cxn modelId="{39C1511C-130B-4BD2-A035-559117561AF3}" type="presOf" srcId="{64D349F5-9C92-4CFA-AE72-4787F63A3EBF}" destId="{DD71C30E-F2EC-4BA3-87C4-06D23B316B7E}" srcOrd="0" destOrd="0" presId="urn:microsoft.com/office/officeart/2005/8/layout/hierarchy5"/>
    <dgm:cxn modelId="{D021A71E-0A15-4643-BBF3-3A8D36FAA1EB}" type="presOf" srcId="{4C463DA6-B9F3-43B0-AEFF-40381C096154}" destId="{48248E3B-D8FD-47A8-BDF3-EF530507291F}" srcOrd="0" destOrd="0" presId="urn:microsoft.com/office/officeart/2005/8/layout/hierarchy5"/>
    <dgm:cxn modelId="{07AC0222-FC1E-4237-9B70-72E2B7E7B88C}" srcId="{A7B9E9F5-1CD2-42C2-9AEA-028F84A81DA2}" destId="{F358A6DD-D863-4510-8189-A05443CB4DE8}" srcOrd="0" destOrd="0" parTransId="{4C463DA6-B9F3-43B0-AEFF-40381C096154}" sibTransId="{60D31A0A-202C-43C4-8FA0-49F86A9F2FD0}"/>
    <dgm:cxn modelId="{2CC0063C-D28C-446F-B064-0EBE59DBC0E8}" type="presOf" srcId="{95ED0842-D3DA-4EF2-9F97-FF04C9086E53}" destId="{94DEDA41-1E81-4EE5-94C3-98BFF48784BA}" srcOrd="0" destOrd="0" presId="urn:microsoft.com/office/officeart/2005/8/layout/hierarchy5"/>
    <dgm:cxn modelId="{FF5BF26A-265B-4540-9352-28160DCA16A1}" srcId="{A7B9E9F5-1CD2-42C2-9AEA-028F84A81DA2}" destId="{64D349F5-9C92-4CFA-AE72-4787F63A3EBF}" srcOrd="2" destOrd="0" parTransId="{9CE2193D-222E-40E1-B6EC-8F82E048286C}" sibTransId="{CEC550D8-9B18-4D4B-AE58-7C095B1ADFC3}"/>
    <dgm:cxn modelId="{7A7DF551-1C2E-420F-A92E-944E651D8B69}" type="presOf" srcId="{9A511D90-024D-4F7C-AD17-AAE59BB859FA}" destId="{1216F147-6C63-410A-A27A-368C8B222ED9}" srcOrd="0" destOrd="0" presId="urn:microsoft.com/office/officeart/2005/8/layout/hierarchy5"/>
    <dgm:cxn modelId="{B555EB59-20DC-4669-8D88-22610FDCF52B}" type="presOf" srcId="{F358A6DD-D863-4510-8189-A05443CB4DE8}" destId="{79745DBE-8AA4-4CA6-B247-C292CE23FFBE}" srcOrd="0" destOrd="0" presId="urn:microsoft.com/office/officeart/2005/8/layout/hierarchy5"/>
    <dgm:cxn modelId="{3B4E46A2-2F52-4021-B26B-89466353C34D}" type="presOf" srcId="{A7B9E9F5-1CD2-42C2-9AEA-028F84A81DA2}" destId="{024990BE-2A90-4568-ADC2-11A14077A5C8}" srcOrd="0" destOrd="0" presId="urn:microsoft.com/office/officeart/2005/8/layout/hierarchy5"/>
    <dgm:cxn modelId="{0F70E4CE-71D0-49C0-AF6E-78BA435CDA24}" type="presOf" srcId="{9CE2193D-222E-40E1-B6EC-8F82E048286C}" destId="{E5BA286C-47A1-499A-B7FB-C5EDB2C52968}" srcOrd="1" destOrd="0" presId="urn:microsoft.com/office/officeart/2005/8/layout/hierarchy5"/>
    <dgm:cxn modelId="{9DC0ECE1-9152-4FA3-9BF9-39A3801AC949}" type="presOf" srcId="{4C463DA6-B9F3-43B0-AEFF-40381C096154}" destId="{2FD6DC6C-1BB8-4FD9-AC93-97C493203F7A}" srcOrd="1" destOrd="0" presId="urn:microsoft.com/office/officeart/2005/8/layout/hierarchy5"/>
    <dgm:cxn modelId="{CA3D9CE2-C8AD-43AE-B5CA-EAFAFD15337E}" srcId="{A7B9E9F5-1CD2-42C2-9AEA-028F84A81DA2}" destId="{9A511D90-024D-4F7C-AD17-AAE59BB859FA}" srcOrd="1" destOrd="0" parTransId="{95ED0842-D3DA-4EF2-9F97-FF04C9086E53}" sibTransId="{5FC3D4BF-4E02-48E3-B606-B796B29B0A36}"/>
    <dgm:cxn modelId="{BE6F9FEF-9676-48FF-BA75-B2A9ED3475C0}" type="presOf" srcId="{95ED0842-D3DA-4EF2-9F97-FF04C9086E53}" destId="{48E921C4-2667-4FF3-A8AD-6150146A3401}" srcOrd="1" destOrd="0" presId="urn:microsoft.com/office/officeart/2005/8/layout/hierarchy5"/>
    <dgm:cxn modelId="{B5B99E63-BC62-4E7A-9982-AA7447066F50}" type="presParOf" srcId="{17ED5CFB-089A-4261-B944-76E4874318A2}" destId="{B05240B5-59FE-43FB-92F8-B2D81F37F57C}" srcOrd="0" destOrd="0" presId="urn:microsoft.com/office/officeart/2005/8/layout/hierarchy5"/>
    <dgm:cxn modelId="{840002DB-EB07-4F60-A2AF-A4F3070453B4}" type="presParOf" srcId="{B05240B5-59FE-43FB-92F8-B2D81F37F57C}" destId="{99F7D019-D823-4FB2-85ED-FCA0B7B2EC06}" srcOrd="0" destOrd="0" presId="urn:microsoft.com/office/officeart/2005/8/layout/hierarchy5"/>
    <dgm:cxn modelId="{58BBFB2C-6641-49A1-957C-7CFB17753CF2}" type="presParOf" srcId="{99F7D019-D823-4FB2-85ED-FCA0B7B2EC06}" destId="{8BA1D0C6-AC9B-4F58-822E-830D23120574}" srcOrd="0" destOrd="0" presId="urn:microsoft.com/office/officeart/2005/8/layout/hierarchy5"/>
    <dgm:cxn modelId="{CF880936-40AD-40ED-AD20-8DE63EB58129}" type="presParOf" srcId="{8BA1D0C6-AC9B-4F58-822E-830D23120574}" destId="{024990BE-2A90-4568-ADC2-11A14077A5C8}" srcOrd="0" destOrd="0" presId="urn:microsoft.com/office/officeart/2005/8/layout/hierarchy5"/>
    <dgm:cxn modelId="{C8C28AF0-31F9-435B-B93C-02D9F9FCD83D}" type="presParOf" srcId="{8BA1D0C6-AC9B-4F58-822E-830D23120574}" destId="{A7920B29-37ED-47D2-B722-07B08FE62F89}" srcOrd="1" destOrd="0" presId="urn:microsoft.com/office/officeart/2005/8/layout/hierarchy5"/>
    <dgm:cxn modelId="{09875A79-0AE3-4FF7-96A3-884F575CD93A}" type="presParOf" srcId="{A7920B29-37ED-47D2-B722-07B08FE62F89}" destId="{48248E3B-D8FD-47A8-BDF3-EF530507291F}" srcOrd="0" destOrd="0" presId="urn:microsoft.com/office/officeart/2005/8/layout/hierarchy5"/>
    <dgm:cxn modelId="{2A31FFE9-1455-4FD4-B976-1E277398ECF6}" type="presParOf" srcId="{48248E3B-D8FD-47A8-BDF3-EF530507291F}" destId="{2FD6DC6C-1BB8-4FD9-AC93-97C493203F7A}" srcOrd="0" destOrd="0" presId="urn:microsoft.com/office/officeart/2005/8/layout/hierarchy5"/>
    <dgm:cxn modelId="{8B0768D8-1526-4C33-89D4-5C31A05A70F3}" type="presParOf" srcId="{A7920B29-37ED-47D2-B722-07B08FE62F89}" destId="{99D1AB9F-9A11-4C44-B38F-CF755CB4F4AB}" srcOrd="1" destOrd="0" presId="urn:microsoft.com/office/officeart/2005/8/layout/hierarchy5"/>
    <dgm:cxn modelId="{C562E980-D1F2-4586-9CB7-E23A8EA82729}" type="presParOf" srcId="{99D1AB9F-9A11-4C44-B38F-CF755CB4F4AB}" destId="{79745DBE-8AA4-4CA6-B247-C292CE23FFBE}" srcOrd="0" destOrd="0" presId="urn:microsoft.com/office/officeart/2005/8/layout/hierarchy5"/>
    <dgm:cxn modelId="{79132E9F-FC31-4EA3-8E35-12CB58456FC5}" type="presParOf" srcId="{99D1AB9F-9A11-4C44-B38F-CF755CB4F4AB}" destId="{4F7F64F7-6DCE-4315-A354-A345B25E788B}" srcOrd="1" destOrd="0" presId="urn:microsoft.com/office/officeart/2005/8/layout/hierarchy5"/>
    <dgm:cxn modelId="{BA0F29A7-D345-4D8B-9222-9B195250868A}" type="presParOf" srcId="{A7920B29-37ED-47D2-B722-07B08FE62F89}" destId="{94DEDA41-1E81-4EE5-94C3-98BFF48784BA}" srcOrd="2" destOrd="0" presId="urn:microsoft.com/office/officeart/2005/8/layout/hierarchy5"/>
    <dgm:cxn modelId="{0F67D2E1-F5D2-42C5-BD6B-952AD0959653}" type="presParOf" srcId="{94DEDA41-1E81-4EE5-94C3-98BFF48784BA}" destId="{48E921C4-2667-4FF3-A8AD-6150146A3401}" srcOrd="0" destOrd="0" presId="urn:microsoft.com/office/officeart/2005/8/layout/hierarchy5"/>
    <dgm:cxn modelId="{7B31B700-0434-4411-B4CF-DBF31CBCF379}" type="presParOf" srcId="{A7920B29-37ED-47D2-B722-07B08FE62F89}" destId="{53BE4E82-B0A0-495D-A95D-8E4BAF25ECAF}" srcOrd="3" destOrd="0" presId="urn:microsoft.com/office/officeart/2005/8/layout/hierarchy5"/>
    <dgm:cxn modelId="{E0E43803-C64B-4064-8995-5445703127BA}" type="presParOf" srcId="{53BE4E82-B0A0-495D-A95D-8E4BAF25ECAF}" destId="{1216F147-6C63-410A-A27A-368C8B222ED9}" srcOrd="0" destOrd="0" presId="urn:microsoft.com/office/officeart/2005/8/layout/hierarchy5"/>
    <dgm:cxn modelId="{6C674972-C1B4-4C01-A39D-8E941478EEE9}" type="presParOf" srcId="{53BE4E82-B0A0-495D-A95D-8E4BAF25ECAF}" destId="{12256C9E-98B2-47F3-B558-C9973D6972E3}" srcOrd="1" destOrd="0" presId="urn:microsoft.com/office/officeart/2005/8/layout/hierarchy5"/>
    <dgm:cxn modelId="{99A85330-CFD7-4411-A188-7183F8A0246B}" type="presParOf" srcId="{A7920B29-37ED-47D2-B722-07B08FE62F89}" destId="{23F1290E-F866-4D23-8331-3423294B38C9}" srcOrd="4" destOrd="0" presId="urn:microsoft.com/office/officeart/2005/8/layout/hierarchy5"/>
    <dgm:cxn modelId="{E3BA531F-731F-4B34-8C61-39949EE7F96E}" type="presParOf" srcId="{23F1290E-F866-4D23-8331-3423294B38C9}" destId="{E5BA286C-47A1-499A-B7FB-C5EDB2C52968}" srcOrd="0" destOrd="0" presId="urn:microsoft.com/office/officeart/2005/8/layout/hierarchy5"/>
    <dgm:cxn modelId="{80D639E5-6CB1-4EFA-AD3E-A6215191A46F}" type="presParOf" srcId="{A7920B29-37ED-47D2-B722-07B08FE62F89}" destId="{26558674-D4EE-4D8A-A473-82FE2158D4D7}" srcOrd="5" destOrd="0" presId="urn:microsoft.com/office/officeart/2005/8/layout/hierarchy5"/>
    <dgm:cxn modelId="{9783597B-B836-46F4-91EA-F7F95DE56A17}" type="presParOf" srcId="{26558674-D4EE-4D8A-A473-82FE2158D4D7}" destId="{DD71C30E-F2EC-4BA3-87C4-06D23B316B7E}" srcOrd="0" destOrd="0" presId="urn:microsoft.com/office/officeart/2005/8/layout/hierarchy5"/>
    <dgm:cxn modelId="{9609B475-D3FD-4109-87CE-62BEEBF45023}" type="presParOf" srcId="{26558674-D4EE-4D8A-A473-82FE2158D4D7}" destId="{F59DAD21-1FD2-4A4B-B5A8-EDD0D446ACDC}" srcOrd="1" destOrd="0" presId="urn:microsoft.com/office/officeart/2005/8/layout/hierarchy5"/>
    <dgm:cxn modelId="{FCDB6F86-A9F1-49FF-9A68-6DA84AFFE9A8}" type="presParOf" srcId="{17ED5CFB-089A-4261-B944-76E4874318A2}" destId="{38BF5055-2052-4475-9202-3D6DCCC2B6D5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EF7EC9-212D-4D69-8291-9565F86FAFEB}" type="doc">
      <dgm:prSet loTypeId="urn:microsoft.com/office/officeart/2005/8/layout/hierarchy5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GB"/>
        </a:p>
      </dgm:t>
    </dgm:pt>
    <dgm:pt modelId="{A7B9E9F5-1CD2-42C2-9AEA-028F84A81DA2}">
      <dgm:prSet phldrT="[Text]"/>
      <dgm:spPr>
        <a:solidFill>
          <a:schemeClr val="accent2"/>
        </a:solidFill>
      </dgm:spPr>
      <dgm:t>
        <a:bodyPr/>
        <a:lstStyle/>
        <a:p>
          <a:r>
            <a:rPr lang="en-GB" dirty="0"/>
            <a:t>Storage devices</a:t>
          </a:r>
        </a:p>
      </dgm:t>
    </dgm:pt>
    <dgm:pt modelId="{403D7F19-37B2-40DA-A786-2C46AC042F41}" type="parTrans" cxnId="{86C4A403-66C0-4A93-A5E0-6EBA1AF2DF62}">
      <dgm:prSet/>
      <dgm:spPr/>
      <dgm:t>
        <a:bodyPr/>
        <a:lstStyle/>
        <a:p>
          <a:endParaRPr lang="en-GB"/>
        </a:p>
      </dgm:t>
    </dgm:pt>
    <dgm:pt modelId="{2D9BC57D-91E5-4F30-B88A-041CC1272005}" type="sibTrans" cxnId="{86C4A403-66C0-4A93-A5E0-6EBA1AF2DF62}">
      <dgm:prSet/>
      <dgm:spPr/>
      <dgm:t>
        <a:bodyPr/>
        <a:lstStyle/>
        <a:p>
          <a:endParaRPr lang="en-GB"/>
        </a:p>
      </dgm:t>
    </dgm:pt>
    <dgm:pt modelId="{F358A6DD-D863-4510-8189-A05443CB4DE8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GB" dirty="0"/>
            <a:t>Optical</a:t>
          </a:r>
        </a:p>
      </dgm:t>
    </dgm:pt>
    <dgm:pt modelId="{4C463DA6-B9F3-43B0-AEFF-40381C096154}" type="parTrans" cxnId="{07AC0222-FC1E-4237-9B70-72E2B7E7B88C}">
      <dgm:prSet/>
      <dgm:spPr>
        <a:ln w="28575">
          <a:solidFill>
            <a:schemeClr val="bg1">
              <a:lumMod val="85000"/>
            </a:schemeClr>
          </a:solidFill>
        </a:ln>
      </dgm:spPr>
      <dgm:t>
        <a:bodyPr/>
        <a:lstStyle/>
        <a:p>
          <a:endParaRPr lang="en-GB" dirty="0"/>
        </a:p>
      </dgm:t>
    </dgm:pt>
    <dgm:pt modelId="{60D31A0A-202C-43C4-8FA0-49F86A9F2FD0}" type="sibTrans" cxnId="{07AC0222-FC1E-4237-9B70-72E2B7E7B88C}">
      <dgm:prSet/>
      <dgm:spPr/>
      <dgm:t>
        <a:bodyPr/>
        <a:lstStyle/>
        <a:p>
          <a:endParaRPr lang="en-GB"/>
        </a:p>
      </dgm:t>
    </dgm:pt>
    <dgm:pt modelId="{9A511D90-024D-4F7C-AD17-AAE59BB859FA}">
      <dgm:prSet phldrT="[Text]"/>
      <dgm:spPr>
        <a:solidFill>
          <a:schemeClr val="accent2"/>
        </a:solidFill>
      </dgm:spPr>
      <dgm:t>
        <a:bodyPr/>
        <a:lstStyle/>
        <a:p>
          <a:r>
            <a:rPr lang="en-GB" dirty="0"/>
            <a:t>Magnetic</a:t>
          </a:r>
        </a:p>
      </dgm:t>
    </dgm:pt>
    <dgm:pt modelId="{95ED0842-D3DA-4EF2-9F97-FF04C9086E53}" type="parTrans" cxnId="{CA3D9CE2-C8AD-43AE-B5CA-EAFAFD15337E}">
      <dgm:prSet/>
      <dgm:spPr>
        <a:ln w="28575">
          <a:solidFill>
            <a:schemeClr val="accent2"/>
          </a:solidFill>
        </a:ln>
      </dgm:spPr>
      <dgm:t>
        <a:bodyPr/>
        <a:lstStyle/>
        <a:p>
          <a:endParaRPr lang="en-GB" dirty="0"/>
        </a:p>
      </dgm:t>
    </dgm:pt>
    <dgm:pt modelId="{5FC3D4BF-4E02-48E3-B606-B796B29B0A36}" type="sibTrans" cxnId="{CA3D9CE2-C8AD-43AE-B5CA-EAFAFD15337E}">
      <dgm:prSet/>
      <dgm:spPr/>
      <dgm:t>
        <a:bodyPr/>
        <a:lstStyle/>
        <a:p>
          <a:endParaRPr lang="en-GB"/>
        </a:p>
      </dgm:t>
    </dgm:pt>
    <dgm:pt modelId="{64D349F5-9C92-4CFA-AE72-4787F63A3EBF}">
      <dgm:prSet phldrT="[Text]" custT="1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GB" sz="3600" dirty="0"/>
            <a:t>Solid-state/flash</a:t>
          </a:r>
        </a:p>
      </dgm:t>
    </dgm:pt>
    <dgm:pt modelId="{9CE2193D-222E-40E1-B6EC-8F82E048286C}" type="parTrans" cxnId="{FF5BF26A-265B-4540-9352-28160DCA16A1}">
      <dgm:prSet/>
      <dgm:spPr>
        <a:ln w="28575">
          <a:solidFill>
            <a:schemeClr val="bg1">
              <a:lumMod val="85000"/>
            </a:schemeClr>
          </a:solidFill>
        </a:ln>
      </dgm:spPr>
      <dgm:t>
        <a:bodyPr/>
        <a:lstStyle/>
        <a:p>
          <a:endParaRPr lang="en-GB" dirty="0"/>
        </a:p>
      </dgm:t>
    </dgm:pt>
    <dgm:pt modelId="{CEC550D8-9B18-4D4B-AE58-7C095B1ADFC3}" type="sibTrans" cxnId="{FF5BF26A-265B-4540-9352-28160DCA16A1}">
      <dgm:prSet/>
      <dgm:spPr/>
      <dgm:t>
        <a:bodyPr/>
        <a:lstStyle/>
        <a:p>
          <a:endParaRPr lang="en-GB"/>
        </a:p>
      </dgm:t>
    </dgm:pt>
    <dgm:pt modelId="{17ED5CFB-089A-4261-B944-76E4874318A2}" type="pres">
      <dgm:prSet presAssocID="{5FEF7EC9-212D-4D69-8291-9565F86FAFE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05240B5-59FE-43FB-92F8-B2D81F37F57C}" type="pres">
      <dgm:prSet presAssocID="{5FEF7EC9-212D-4D69-8291-9565F86FAFEB}" presName="hierFlow" presStyleCnt="0"/>
      <dgm:spPr/>
    </dgm:pt>
    <dgm:pt modelId="{99F7D019-D823-4FB2-85ED-FCA0B7B2EC06}" type="pres">
      <dgm:prSet presAssocID="{5FEF7EC9-212D-4D69-8291-9565F86FAFE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BA1D0C6-AC9B-4F58-822E-830D23120574}" type="pres">
      <dgm:prSet presAssocID="{A7B9E9F5-1CD2-42C2-9AEA-028F84A81DA2}" presName="Name17" presStyleCnt="0"/>
      <dgm:spPr/>
    </dgm:pt>
    <dgm:pt modelId="{024990BE-2A90-4568-ADC2-11A14077A5C8}" type="pres">
      <dgm:prSet presAssocID="{A7B9E9F5-1CD2-42C2-9AEA-028F84A81DA2}" presName="level1Shape" presStyleLbl="node0" presStyleIdx="0" presStyleCnt="1">
        <dgm:presLayoutVars>
          <dgm:chPref val="3"/>
        </dgm:presLayoutVars>
      </dgm:prSet>
      <dgm:spPr/>
    </dgm:pt>
    <dgm:pt modelId="{A7920B29-37ED-47D2-B722-07B08FE62F89}" type="pres">
      <dgm:prSet presAssocID="{A7B9E9F5-1CD2-42C2-9AEA-028F84A81DA2}" presName="hierChild2" presStyleCnt="0"/>
      <dgm:spPr/>
    </dgm:pt>
    <dgm:pt modelId="{48248E3B-D8FD-47A8-BDF3-EF530507291F}" type="pres">
      <dgm:prSet presAssocID="{4C463DA6-B9F3-43B0-AEFF-40381C096154}" presName="Name25" presStyleLbl="parChTrans1D2" presStyleIdx="0" presStyleCnt="3"/>
      <dgm:spPr/>
    </dgm:pt>
    <dgm:pt modelId="{2FD6DC6C-1BB8-4FD9-AC93-97C493203F7A}" type="pres">
      <dgm:prSet presAssocID="{4C463DA6-B9F3-43B0-AEFF-40381C096154}" presName="connTx" presStyleLbl="parChTrans1D2" presStyleIdx="0" presStyleCnt="3"/>
      <dgm:spPr/>
    </dgm:pt>
    <dgm:pt modelId="{99D1AB9F-9A11-4C44-B38F-CF755CB4F4AB}" type="pres">
      <dgm:prSet presAssocID="{F358A6DD-D863-4510-8189-A05443CB4DE8}" presName="Name30" presStyleCnt="0"/>
      <dgm:spPr/>
    </dgm:pt>
    <dgm:pt modelId="{79745DBE-8AA4-4CA6-B247-C292CE23FFBE}" type="pres">
      <dgm:prSet presAssocID="{F358A6DD-D863-4510-8189-A05443CB4DE8}" presName="level2Shape" presStyleLbl="node2" presStyleIdx="0" presStyleCnt="3"/>
      <dgm:spPr/>
    </dgm:pt>
    <dgm:pt modelId="{4F7F64F7-6DCE-4315-A354-A345B25E788B}" type="pres">
      <dgm:prSet presAssocID="{F358A6DD-D863-4510-8189-A05443CB4DE8}" presName="hierChild3" presStyleCnt="0"/>
      <dgm:spPr/>
    </dgm:pt>
    <dgm:pt modelId="{94DEDA41-1E81-4EE5-94C3-98BFF48784BA}" type="pres">
      <dgm:prSet presAssocID="{95ED0842-D3DA-4EF2-9F97-FF04C9086E53}" presName="Name25" presStyleLbl="parChTrans1D2" presStyleIdx="1" presStyleCnt="3"/>
      <dgm:spPr/>
    </dgm:pt>
    <dgm:pt modelId="{48E921C4-2667-4FF3-A8AD-6150146A3401}" type="pres">
      <dgm:prSet presAssocID="{95ED0842-D3DA-4EF2-9F97-FF04C9086E53}" presName="connTx" presStyleLbl="parChTrans1D2" presStyleIdx="1" presStyleCnt="3"/>
      <dgm:spPr/>
    </dgm:pt>
    <dgm:pt modelId="{53BE4E82-B0A0-495D-A95D-8E4BAF25ECAF}" type="pres">
      <dgm:prSet presAssocID="{9A511D90-024D-4F7C-AD17-AAE59BB859FA}" presName="Name30" presStyleCnt="0"/>
      <dgm:spPr/>
    </dgm:pt>
    <dgm:pt modelId="{1216F147-6C63-410A-A27A-368C8B222ED9}" type="pres">
      <dgm:prSet presAssocID="{9A511D90-024D-4F7C-AD17-AAE59BB859FA}" presName="level2Shape" presStyleLbl="node2" presStyleIdx="1" presStyleCnt="3"/>
      <dgm:spPr/>
    </dgm:pt>
    <dgm:pt modelId="{12256C9E-98B2-47F3-B558-C9973D6972E3}" type="pres">
      <dgm:prSet presAssocID="{9A511D90-024D-4F7C-AD17-AAE59BB859FA}" presName="hierChild3" presStyleCnt="0"/>
      <dgm:spPr/>
    </dgm:pt>
    <dgm:pt modelId="{23F1290E-F866-4D23-8331-3423294B38C9}" type="pres">
      <dgm:prSet presAssocID="{9CE2193D-222E-40E1-B6EC-8F82E048286C}" presName="Name25" presStyleLbl="parChTrans1D2" presStyleIdx="2" presStyleCnt="3"/>
      <dgm:spPr/>
    </dgm:pt>
    <dgm:pt modelId="{E5BA286C-47A1-499A-B7FB-C5EDB2C52968}" type="pres">
      <dgm:prSet presAssocID="{9CE2193D-222E-40E1-B6EC-8F82E048286C}" presName="connTx" presStyleLbl="parChTrans1D2" presStyleIdx="2" presStyleCnt="3"/>
      <dgm:spPr/>
    </dgm:pt>
    <dgm:pt modelId="{26558674-D4EE-4D8A-A473-82FE2158D4D7}" type="pres">
      <dgm:prSet presAssocID="{64D349F5-9C92-4CFA-AE72-4787F63A3EBF}" presName="Name30" presStyleCnt="0"/>
      <dgm:spPr/>
    </dgm:pt>
    <dgm:pt modelId="{DD71C30E-F2EC-4BA3-87C4-06D23B316B7E}" type="pres">
      <dgm:prSet presAssocID="{64D349F5-9C92-4CFA-AE72-4787F63A3EBF}" presName="level2Shape" presStyleLbl="node2" presStyleIdx="2" presStyleCnt="3"/>
      <dgm:spPr/>
    </dgm:pt>
    <dgm:pt modelId="{F59DAD21-1FD2-4A4B-B5A8-EDD0D446ACDC}" type="pres">
      <dgm:prSet presAssocID="{64D349F5-9C92-4CFA-AE72-4787F63A3EBF}" presName="hierChild3" presStyleCnt="0"/>
      <dgm:spPr/>
    </dgm:pt>
    <dgm:pt modelId="{38BF5055-2052-4475-9202-3D6DCCC2B6D5}" type="pres">
      <dgm:prSet presAssocID="{5FEF7EC9-212D-4D69-8291-9565F86FAFEB}" presName="bgShapesFlow" presStyleCnt="0"/>
      <dgm:spPr/>
    </dgm:pt>
  </dgm:ptLst>
  <dgm:cxnLst>
    <dgm:cxn modelId="{11CAEE00-C6A2-49A7-9F56-4686520A45BE}" type="presOf" srcId="{9CE2193D-222E-40E1-B6EC-8F82E048286C}" destId="{23F1290E-F866-4D23-8331-3423294B38C9}" srcOrd="0" destOrd="0" presId="urn:microsoft.com/office/officeart/2005/8/layout/hierarchy5"/>
    <dgm:cxn modelId="{B8841202-F7CD-4078-AFB1-14A6FBAD33E7}" type="presOf" srcId="{5FEF7EC9-212D-4D69-8291-9565F86FAFEB}" destId="{17ED5CFB-089A-4261-B944-76E4874318A2}" srcOrd="0" destOrd="0" presId="urn:microsoft.com/office/officeart/2005/8/layout/hierarchy5"/>
    <dgm:cxn modelId="{86C4A403-66C0-4A93-A5E0-6EBA1AF2DF62}" srcId="{5FEF7EC9-212D-4D69-8291-9565F86FAFEB}" destId="{A7B9E9F5-1CD2-42C2-9AEA-028F84A81DA2}" srcOrd="0" destOrd="0" parTransId="{403D7F19-37B2-40DA-A786-2C46AC042F41}" sibTransId="{2D9BC57D-91E5-4F30-B88A-041CC1272005}"/>
    <dgm:cxn modelId="{39C1511C-130B-4BD2-A035-559117561AF3}" type="presOf" srcId="{64D349F5-9C92-4CFA-AE72-4787F63A3EBF}" destId="{DD71C30E-F2EC-4BA3-87C4-06D23B316B7E}" srcOrd="0" destOrd="0" presId="urn:microsoft.com/office/officeart/2005/8/layout/hierarchy5"/>
    <dgm:cxn modelId="{D021A71E-0A15-4643-BBF3-3A8D36FAA1EB}" type="presOf" srcId="{4C463DA6-B9F3-43B0-AEFF-40381C096154}" destId="{48248E3B-D8FD-47A8-BDF3-EF530507291F}" srcOrd="0" destOrd="0" presId="urn:microsoft.com/office/officeart/2005/8/layout/hierarchy5"/>
    <dgm:cxn modelId="{07AC0222-FC1E-4237-9B70-72E2B7E7B88C}" srcId="{A7B9E9F5-1CD2-42C2-9AEA-028F84A81DA2}" destId="{F358A6DD-D863-4510-8189-A05443CB4DE8}" srcOrd="0" destOrd="0" parTransId="{4C463DA6-B9F3-43B0-AEFF-40381C096154}" sibTransId="{60D31A0A-202C-43C4-8FA0-49F86A9F2FD0}"/>
    <dgm:cxn modelId="{2CC0063C-D28C-446F-B064-0EBE59DBC0E8}" type="presOf" srcId="{95ED0842-D3DA-4EF2-9F97-FF04C9086E53}" destId="{94DEDA41-1E81-4EE5-94C3-98BFF48784BA}" srcOrd="0" destOrd="0" presId="urn:microsoft.com/office/officeart/2005/8/layout/hierarchy5"/>
    <dgm:cxn modelId="{FF5BF26A-265B-4540-9352-28160DCA16A1}" srcId="{A7B9E9F5-1CD2-42C2-9AEA-028F84A81DA2}" destId="{64D349F5-9C92-4CFA-AE72-4787F63A3EBF}" srcOrd="2" destOrd="0" parTransId="{9CE2193D-222E-40E1-B6EC-8F82E048286C}" sibTransId="{CEC550D8-9B18-4D4B-AE58-7C095B1ADFC3}"/>
    <dgm:cxn modelId="{7A7DF551-1C2E-420F-A92E-944E651D8B69}" type="presOf" srcId="{9A511D90-024D-4F7C-AD17-AAE59BB859FA}" destId="{1216F147-6C63-410A-A27A-368C8B222ED9}" srcOrd="0" destOrd="0" presId="urn:microsoft.com/office/officeart/2005/8/layout/hierarchy5"/>
    <dgm:cxn modelId="{B555EB59-20DC-4669-8D88-22610FDCF52B}" type="presOf" srcId="{F358A6DD-D863-4510-8189-A05443CB4DE8}" destId="{79745DBE-8AA4-4CA6-B247-C292CE23FFBE}" srcOrd="0" destOrd="0" presId="urn:microsoft.com/office/officeart/2005/8/layout/hierarchy5"/>
    <dgm:cxn modelId="{3B4E46A2-2F52-4021-B26B-89466353C34D}" type="presOf" srcId="{A7B9E9F5-1CD2-42C2-9AEA-028F84A81DA2}" destId="{024990BE-2A90-4568-ADC2-11A14077A5C8}" srcOrd="0" destOrd="0" presId="urn:microsoft.com/office/officeart/2005/8/layout/hierarchy5"/>
    <dgm:cxn modelId="{0F70E4CE-71D0-49C0-AF6E-78BA435CDA24}" type="presOf" srcId="{9CE2193D-222E-40E1-B6EC-8F82E048286C}" destId="{E5BA286C-47A1-499A-B7FB-C5EDB2C52968}" srcOrd="1" destOrd="0" presId="urn:microsoft.com/office/officeart/2005/8/layout/hierarchy5"/>
    <dgm:cxn modelId="{9DC0ECE1-9152-4FA3-9BF9-39A3801AC949}" type="presOf" srcId="{4C463DA6-B9F3-43B0-AEFF-40381C096154}" destId="{2FD6DC6C-1BB8-4FD9-AC93-97C493203F7A}" srcOrd="1" destOrd="0" presId="urn:microsoft.com/office/officeart/2005/8/layout/hierarchy5"/>
    <dgm:cxn modelId="{CA3D9CE2-C8AD-43AE-B5CA-EAFAFD15337E}" srcId="{A7B9E9F5-1CD2-42C2-9AEA-028F84A81DA2}" destId="{9A511D90-024D-4F7C-AD17-AAE59BB859FA}" srcOrd="1" destOrd="0" parTransId="{95ED0842-D3DA-4EF2-9F97-FF04C9086E53}" sibTransId="{5FC3D4BF-4E02-48E3-B606-B796B29B0A36}"/>
    <dgm:cxn modelId="{BE6F9FEF-9676-48FF-BA75-B2A9ED3475C0}" type="presOf" srcId="{95ED0842-D3DA-4EF2-9F97-FF04C9086E53}" destId="{48E921C4-2667-4FF3-A8AD-6150146A3401}" srcOrd="1" destOrd="0" presId="urn:microsoft.com/office/officeart/2005/8/layout/hierarchy5"/>
    <dgm:cxn modelId="{B5B99E63-BC62-4E7A-9982-AA7447066F50}" type="presParOf" srcId="{17ED5CFB-089A-4261-B944-76E4874318A2}" destId="{B05240B5-59FE-43FB-92F8-B2D81F37F57C}" srcOrd="0" destOrd="0" presId="urn:microsoft.com/office/officeart/2005/8/layout/hierarchy5"/>
    <dgm:cxn modelId="{840002DB-EB07-4F60-A2AF-A4F3070453B4}" type="presParOf" srcId="{B05240B5-59FE-43FB-92F8-B2D81F37F57C}" destId="{99F7D019-D823-4FB2-85ED-FCA0B7B2EC06}" srcOrd="0" destOrd="0" presId="urn:microsoft.com/office/officeart/2005/8/layout/hierarchy5"/>
    <dgm:cxn modelId="{58BBFB2C-6641-49A1-957C-7CFB17753CF2}" type="presParOf" srcId="{99F7D019-D823-4FB2-85ED-FCA0B7B2EC06}" destId="{8BA1D0C6-AC9B-4F58-822E-830D23120574}" srcOrd="0" destOrd="0" presId="urn:microsoft.com/office/officeart/2005/8/layout/hierarchy5"/>
    <dgm:cxn modelId="{CF880936-40AD-40ED-AD20-8DE63EB58129}" type="presParOf" srcId="{8BA1D0C6-AC9B-4F58-822E-830D23120574}" destId="{024990BE-2A90-4568-ADC2-11A14077A5C8}" srcOrd="0" destOrd="0" presId="urn:microsoft.com/office/officeart/2005/8/layout/hierarchy5"/>
    <dgm:cxn modelId="{C8C28AF0-31F9-435B-B93C-02D9F9FCD83D}" type="presParOf" srcId="{8BA1D0C6-AC9B-4F58-822E-830D23120574}" destId="{A7920B29-37ED-47D2-B722-07B08FE62F89}" srcOrd="1" destOrd="0" presId="urn:microsoft.com/office/officeart/2005/8/layout/hierarchy5"/>
    <dgm:cxn modelId="{09875A79-0AE3-4FF7-96A3-884F575CD93A}" type="presParOf" srcId="{A7920B29-37ED-47D2-B722-07B08FE62F89}" destId="{48248E3B-D8FD-47A8-BDF3-EF530507291F}" srcOrd="0" destOrd="0" presId="urn:microsoft.com/office/officeart/2005/8/layout/hierarchy5"/>
    <dgm:cxn modelId="{2A31FFE9-1455-4FD4-B976-1E277398ECF6}" type="presParOf" srcId="{48248E3B-D8FD-47A8-BDF3-EF530507291F}" destId="{2FD6DC6C-1BB8-4FD9-AC93-97C493203F7A}" srcOrd="0" destOrd="0" presId="urn:microsoft.com/office/officeart/2005/8/layout/hierarchy5"/>
    <dgm:cxn modelId="{8B0768D8-1526-4C33-89D4-5C31A05A70F3}" type="presParOf" srcId="{A7920B29-37ED-47D2-B722-07B08FE62F89}" destId="{99D1AB9F-9A11-4C44-B38F-CF755CB4F4AB}" srcOrd="1" destOrd="0" presId="urn:microsoft.com/office/officeart/2005/8/layout/hierarchy5"/>
    <dgm:cxn modelId="{C562E980-D1F2-4586-9CB7-E23A8EA82729}" type="presParOf" srcId="{99D1AB9F-9A11-4C44-B38F-CF755CB4F4AB}" destId="{79745DBE-8AA4-4CA6-B247-C292CE23FFBE}" srcOrd="0" destOrd="0" presId="urn:microsoft.com/office/officeart/2005/8/layout/hierarchy5"/>
    <dgm:cxn modelId="{79132E9F-FC31-4EA3-8E35-12CB58456FC5}" type="presParOf" srcId="{99D1AB9F-9A11-4C44-B38F-CF755CB4F4AB}" destId="{4F7F64F7-6DCE-4315-A354-A345B25E788B}" srcOrd="1" destOrd="0" presId="urn:microsoft.com/office/officeart/2005/8/layout/hierarchy5"/>
    <dgm:cxn modelId="{BA0F29A7-D345-4D8B-9222-9B195250868A}" type="presParOf" srcId="{A7920B29-37ED-47D2-B722-07B08FE62F89}" destId="{94DEDA41-1E81-4EE5-94C3-98BFF48784BA}" srcOrd="2" destOrd="0" presId="urn:microsoft.com/office/officeart/2005/8/layout/hierarchy5"/>
    <dgm:cxn modelId="{0F67D2E1-F5D2-42C5-BD6B-952AD0959653}" type="presParOf" srcId="{94DEDA41-1E81-4EE5-94C3-98BFF48784BA}" destId="{48E921C4-2667-4FF3-A8AD-6150146A3401}" srcOrd="0" destOrd="0" presId="urn:microsoft.com/office/officeart/2005/8/layout/hierarchy5"/>
    <dgm:cxn modelId="{7B31B700-0434-4411-B4CF-DBF31CBCF379}" type="presParOf" srcId="{A7920B29-37ED-47D2-B722-07B08FE62F89}" destId="{53BE4E82-B0A0-495D-A95D-8E4BAF25ECAF}" srcOrd="3" destOrd="0" presId="urn:microsoft.com/office/officeart/2005/8/layout/hierarchy5"/>
    <dgm:cxn modelId="{E0E43803-C64B-4064-8995-5445703127BA}" type="presParOf" srcId="{53BE4E82-B0A0-495D-A95D-8E4BAF25ECAF}" destId="{1216F147-6C63-410A-A27A-368C8B222ED9}" srcOrd="0" destOrd="0" presId="urn:microsoft.com/office/officeart/2005/8/layout/hierarchy5"/>
    <dgm:cxn modelId="{6C674972-C1B4-4C01-A39D-8E941478EEE9}" type="presParOf" srcId="{53BE4E82-B0A0-495D-A95D-8E4BAF25ECAF}" destId="{12256C9E-98B2-47F3-B558-C9973D6972E3}" srcOrd="1" destOrd="0" presId="urn:microsoft.com/office/officeart/2005/8/layout/hierarchy5"/>
    <dgm:cxn modelId="{99A85330-CFD7-4411-A188-7183F8A0246B}" type="presParOf" srcId="{A7920B29-37ED-47D2-B722-07B08FE62F89}" destId="{23F1290E-F866-4D23-8331-3423294B38C9}" srcOrd="4" destOrd="0" presId="urn:microsoft.com/office/officeart/2005/8/layout/hierarchy5"/>
    <dgm:cxn modelId="{E3BA531F-731F-4B34-8C61-39949EE7F96E}" type="presParOf" srcId="{23F1290E-F866-4D23-8331-3423294B38C9}" destId="{E5BA286C-47A1-499A-B7FB-C5EDB2C52968}" srcOrd="0" destOrd="0" presId="urn:microsoft.com/office/officeart/2005/8/layout/hierarchy5"/>
    <dgm:cxn modelId="{80D639E5-6CB1-4EFA-AD3E-A6215191A46F}" type="presParOf" srcId="{A7920B29-37ED-47D2-B722-07B08FE62F89}" destId="{26558674-D4EE-4D8A-A473-82FE2158D4D7}" srcOrd="5" destOrd="0" presId="urn:microsoft.com/office/officeart/2005/8/layout/hierarchy5"/>
    <dgm:cxn modelId="{9783597B-B836-46F4-91EA-F7F95DE56A17}" type="presParOf" srcId="{26558674-D4EE-4D8A-A473-82FE2158D4D7}" destId="{DD71C30E-F2EC-4BA3-87C4-06D23B316B7E}" srcOrd="0" destOrd="0" presId="urn:microsoft.com/office/officeart/2005/8/layout/hierarchy5"/>
    <dgm:cxn modelId="{9609B475-D3FD-4109-87CE-62BEEBF45023}" type="presParOf" srcId="{26558674-D4EE-4D8A-A473-82FE2158D4D7}" destId="{F59DAD21-1FD2-4A4B-B5A8-EDD0D446ACDC}" srcOrd="1" destOrd="0" presId="urn:microsoft.com/office/officeart/2005/8/layout/hierarchy5"/>
    <dgm:cxn modelId="{FCDB6F86-A9F1-49FF-9A68-6DA84AFFE9A8}" type="presParOf" srcId="{17ED5CFB-089A-4261-B944-76E4874318A2}" destId="{38BF5055-2052-4475-9202-3D6DCCC2B6D5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EF7EC9-212D-4D69-8291-9565F86FAFEB}" type="doc">
      <dgm:prSet loTypeId="urn:microsoft.com/office/officeart/2005/8/layout/hierarchy5" loCatId="hierarchy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GB"/>
        </a:p>
      </dgm:t>
    </dgm:pt>
    <dgm:pt modelId="{A7B9E9F5-1CD2-42C2-9AEA-028F84A81DA2}">
      <dgm:prSet phldrT="[Text]"/>
      <dgm:spPr>
        <a:solidFill>
          <a:schemeClr val="accent2"/>
        </a:solidFill>
      </dgm:spPr>
      <dgm:t>
        <a:bodyPr/>
        <a:lstStyle/>
        <a:p>
          <a:r>
            <a:rPr lang="en-GB" dirty="0"/>
            <a:t>Storage devices</a:t>
          </a:r>
        </a:p>
      </dgm:t>
    </dgm:pt>
    <dgm:pt modelId="{403D7F19-37B2-40DA-A786-2C46AC042F41}" type="parTrans" cxnId="{86C4A403-66C0-4A93-A5E0-6EBA1AF2DF62}">
      <dgm:prSet/>
      <dgm:spPr/>
      <dgm:t>
        <a:bodyPr/>
        <a:lstStyle/>
        <a:p>
          <a:endParaRPr lang="en-GB"/>
        </a:p>
      </dgm:t>
    </dgm:pt>
    <dgm:pt modelId="{2D9BC57D-91E5-4F30-B88A-041CC1272005}" type="sibTrans" cxnId="{86C4A403-66C0-4A93-A5E0-6EBA1AF2DF62}">
      <dgm:prSet/>
      <dgm:spPr/>
      <dgm:t>
        <a:bodyPr/>
        <a:lstStyle/>
        <a:p>
          <a:endParaRPr lang="en-GB"/>
        </a:p>
      </dgm:t>
    </dgm:pt>
    <dgm:pt modelId="{F358A6DD-D863-4510-8189-A05443CB4DE8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GB" dirty="0"/>
            <a:t>Optical</a:t>
          </a:r>
        </a:p>
      </dgm:t>
    </dgm:pt>
    <dgm:pt modelId="{4C463DA6-B9F3-43B0-AEFF-40381C096154}" type="parTrans" cxnId="{07AC0222-FC1E-4237-9B70-72E2B7E7B88C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n-GB" dirty="0"/>
        </a:p>
      </dgm:t>
    </dgm:pt>
    <dgm:pt modelId="{60D31A0A-202C-43C4-8FA0-49F86A9F2FD0}" type="sibTrans" cxnId="{07AC0222-FC1E-4237-9B70-72E2B7E7B88C}">
      <dgm:prSet/>
      <dgm:spPr/>
      <dgm:t>
        <a:bodyPr/>
        <a:lstStyle/>
        <a:p>
          <a:endParaRPr lang="en-GB"/>
        </a:p>
      </dgm:t>
    </dgm:pt>
    <dgm:pt modelId="{9A511D90-024D-4F7C-AD17-AAE59BB859FA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GB" dirty="0"/>
            <a:t>Magnetic</a:t>
          </a:r>
        </a:p>
      </dgm:t>
    </dgm:pt>
    <dgm:pt modelId="{95ED0842-D3DA-4EF2-9F97-FF04C9086E53}" type="parTrans" cxnId="{CA3D9CE2-C8AD-43AE-B5CA-EAFAFD15337E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n-GB" dirty="0"/>
        </a:p>
      </dgm:t>
    </dgm:pt>
    <dgm:pt modelId="{5FC3D4BF-4E02-48E3-B606-B796B29B0A36}" type="sibTrans" cxnId="{CA3D9CE2-C8AD-43AE-B5CA-EAFAFD15337E}">
      <dgm:prSet/>
      <dgm:spPr/>
      <dgm:t>
        <a:bodyPr/>
        <a:lstStyle/>
        <a:p>
          <a:endParaRPr lang="en-GB"/>
        </a:p>
      </dgm:t>
    </dgm:pt>
    <dgm:pt modelId="{64D349F5-9C92-4CFA-AE72-4787F63A3EBF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GB" sz="3600" dirty="0"/>
            <a:t>Solid-state/flash</a:t>
          </a:r>
        </a:p>
      </dgm:t>
    </dgm:pt>
    <dgm:pt modelId="{9CE2193D-222E-40E1-B6EC-8F82E048286C}" type="parTrans" cxnId="{FF5BF26A-265B-4540-9352-28160DCA16A1}">
      <dgm:prSet/>
      <dgm:spPr>
        <a:ln w="28575">
          <a:solidFill>
            <a:schemeClr val="accent2"/>
          </a:solidFill>
        </a:ln>
      </dgm:spPr>
      <dgm:t>
        <a:bodyPr/>
        <a:lstStyle/>
        <a:p>
          <a:endParaRPr lang="en-GB" dirty="0"/>
        </a:p>
      </dgm:t>
    </dgm:pt>
    <dgm:pt modelId="{CEC550D8-9B18-4D4B-AE58-7C095B1ADFC3}" type="sibTrans" cxnId="{FF5BF26A-265B-4540-9352-28160DCA16A1}">
      <dgm:prSet/>
      <dgm:spPr/>
      <dgm:t>
        <a:bodyPr/>
        <a:lstStyle/>
        <a:p>
          <a:endParaRPr lang="en-GB"/>
        </a:p>
      </dgm:t>
    </dgm:pt>
    <dgm:pt modelId="{17ED5CFB-089A-4261-B944-76E4874318A2}" type="pres">
      <dgm:prSet presAssocID="{5FEF7EC9-212D-4D69-8291-9565F86FAFEB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05240B5-59FE-43FB-92F8-B2D81F37F57C}" type="pres">
      <dgm:prSet presAssocID="{5FEF7EC9-212D-4D69-8291-9565F86FAFEB}" presName="hierFlow" presStyleCnt="0"/>
      <dgm:spPr/>
    </dgm:pt>
    <dgm:pt modelId="{99F7D019-D823-4FB2-85ED-FCA0B7B2EC06}" type="pres">
      <dgm:prSet presAssocID="{5FEF7EC9-212D-4D69-8291-9565F86FAFEB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8BA1D0C6-AC9B-4F58-822E-830D23120574}" type="pres">
      <dgm:prSet presAssocID="{A7B9E9F5-1CD2-42C2-9AEA-028F84A81DA2}" presName="Name17" presStyleCnt="0"/>
      <dgm:spPr/>
    </dgm:pt>
    <dgm:pt modelId="{024990BE-2A90-4568-ADC2-11A14077A5C8}" type="pres">
      <dgm:prSet presAssocID="{A7B9E9F5-1CD2-42C2-9AEA-028F84A81DA2}" presName="level1Shape" presStyleLbl="node0" presStyleIdx="0" presStyleCnt="1">
        <dgm:presLayoutVars>
          <dgm:chPref val="3"/>
        </dgm:presLayoutVars>
      </dgm:prSet>
      <dgm:spPr/>
    </dgm:pt>
    <dgm:pt modelId="{A7920B29-37ED-47D2-B722-07B08FE62F89}" type="pres">
      <dgm:prSet presAssocID="{A7B9E9F5-1CD2-42C2-9AEA-028F84A81DA2}" presName="hierChild2" presStyleCnt="0"/>
      <dgm:spPr/>
    </dgm:pt>
    <dgm:pt modelId="{48248E3B-D8FD-47A8-BDF3-EF530507291F}" type="pres">
      <dgm:prSet presAssocID="{4C463DA6-B9F3-43B0-AEFF-40381C096154}" presName="Name25" presStyleLbl="parChTrans1D2" presStyleIdx="0" presStyleCnt="3"/>
      <dgm:spPr/>
    </dgm:pt>
    <dgm:pt modelId="{2FD6DC6C-1BB8-4FD9-AC93-97C493203F7A}" type="pres">
      <dgm:prSet presAssocID="{4C463DA6-B9F3-43B0-AEFF-40381C096154}" presName="connTx" presStyleLbl="parChTrans1D2" presStyleIdx="0" presStyleCnt="3"/>
      <dgm:spPr/>
    </dgm:pt>
    <dgm:pt modelId="{99D1AB9F-9A11-4C44-B38F-CF755CB4F4AB}" type="pres">
      <dgm:prSet presAssocID="{F358A6DD-D863-4510-8189-A05443CB4DE8}" presName="Name30" presStyleCnt="0"/>
      <dgm:spPr/>
    </dgm:pt>
    <dgm:pt modelId="{79745DBE-8AA4-4CA6-B247-C292CE23FFBE}" type="pres">
      <dgm:prSet presAssocID="{F358A6DD-D863-4510-8189-A05443CB4DE8}" presName="level2Shape" presStyleLbl="node2" presStyleIdx="0" presStyleCnt="3"/>
      <dgm:spPr/>
    </dgm:pt>
    <dgm:pt modelId="{4F7F64F7-6DCE-4315-A354-A345B25E788B}" type="pres">
      <dgm:prSet presAssocID="{F358A6DD-D863-4510-8189-A05443CB4DE8}" presName="hierChild3" presStyleCnt="0"/>
      <dgm:spPr/>
    </dgm:pt>
    <dgm:pt modelId="{94DEDA41-1E81-4EE5-94C3-98BFF48784BA}" type="pres">
      <dgm:prSet presAssocID="{95ED0842-D3DA-4EF2-9F97-FF04C9086E53}" presName="Name25" presStyleLbl="parChTrans1D2" presStyleIdx="1" presStyleCnt="3"/>
      <dgm:spPr/>
    </dgm:pt>
    <dgm:pt modelId="{48E921C4-2667-4FF3-A8AD-6150146A3401}" type="pres">
      <dgm:prSet presAssocID="{95ED0842-D3DA-4EF2-9F97-FF04C9086E53}" presName="connTx" presStyleLbl="parChTrans1D2" presStyleIdx="1" presStyleCnt="3"/>
      <dgm:spPr/>
    </dgm:pt>
    <dgm:pt modelId="{53BE4E82-B0A0-495D-A95D-8E4BAF25ECAF}" type="pres">
      <dgm:prSet presAssocID="{9A511D90-024D-4F7C-AD17-AAE59BB859FA}" presName="Name30" presStyleCnt="0"/>
      <dgm:spPr/>
    </dgm:pt>
    <dgm:pt modelId="{1216F147-6C63-410A-A27A-368C8B222ED9}" type="pres">
      <dgm:prSet presAssocID="{9A511D90-024D-4F7C-AD17-AAE59BB859FA}" presName="level2Shape" presStyleLbl="node2" presStyleIdx="1" presStyleCnt="3"/>
      <dgm:spPr/>
    </dgm:pt>
    <dgm:pt modelId="{12256C9E-98B2-47F3-B558-C9973D6972E3}" type="pres">
      <dgm:prSet presAssocID="{9A511D90-024D-4F7C-AD17-AAE59BB859FA}" presName="hierChild3" presStyleCnt="0"/>
      <dgm:spPr/>
    </dgm:pt>
    <dgm:pt modelId="{23F1290E-F866-4D23-8331-3423294B38C9}" type="pres">
      <dgm:prSet presAssocID="{9CE2193D-222E-40E1-B6EC-8F82E048286C}" presName="Name25" presStyleLbl="parChTrans1D2" presStyleIdx="2" presStyleCnt="3"/>
      <dgm:spPr/>
    </dgm:pt>
    <dgm:pt modelId="{E5BA286C-47A1-499A-B7FB-C5EDB2C52968}" type="pres">
      <dgm:prSet presAssocID="{9CE2193D-222E-40E1-B6EC-8F82E048286C}" presName="connTx" presStyleLbl="parChTrans1D2" presStyleIdx="2" presStyleCnt="3"/>
      <dgm:spPr/>
    </dgm:pt>
    <dgm:pt modelId="{26558674-D4EE-4D8A-A473-82FE2158D4D7}" type="pres">
      <dgm:prSet presAssocID="{64D349F5-9C92-4CFA-AE72-4787F63A3EBF}" presName="Name30" presStyleCnt="0"/>
      <dgm:spPr/>
    </dgm:pt>
    <dgm:pt modelId="{DD71C30E-F2EC-4BA3-87C4-06D23B316B7E}" type="pres">
      <dgm:prSet presAssocID="{64D349F5-9C92-4CFA-AE72-4787F63A3EBF}" presName="level2Shape" presStyleLbl="node2" presStyleIdx="2" presStyleCnt="3"/>
      <dgm:spPr/>
    </dgm:pt>
    <dgm:pt modelId="{F59DAD21-1FD2-4A4B-B5A8-EDD0D446ACDC}" type="pres">
      <dgm:prSet presAssocID="{64D349F5-9C92-4CFA-AE72-4787F63A3EBF}" presName="hierChild3" presStyleCnt="0"/>
      <dgm:spPr/>
    </dgm:pt>
    <dgm:pt modelId="{38BF5055-2052-4475-9202-3D6DCCC2B6D5}" type="pres">
      <dgm:prSet presAssocID="{5FEF7EC9-212D-4D69-8291-9565F86FAFEB}" presName="bgShapesFlow" presStyleCnt="0"/>
      <dgm:spPr/>
    </dgm:pt>
  </dgm:ptLst>
  <dgm:cxnLst>
    <dgm:cxn modelId="{11CAEE00-C6A2-49A7-9F56-4686520A45BE}" type="presOf" srcId="{9CE2193D-222E-40E1-B6EC-8F82E048286C}" destId="{23F1290E-F866-4D23-8331-3423294B38C9}" srcOrd="0" destOrd="0" presId="urn:microsoft.com/office/officeart/2005/8/layout/hierarchy5"/>
    <dgm:cxn modelId="{B8841202-F7CD-4078-AFB1-14A6FBAD33E7}" type="presOf" srcId="{5FEF7EC9-212D-4D69-8291-9565F86FAFEB}" destId="{17ED5CFB-089A-4261-B944-76E4874318A2}" srcOrd="0" destOrd="0" presId="urn:microsoft.com/office/officeart/2005/8/layout/hierarchy5"/>
    <dgm:cxn modelId="{86C4A403-66C0-4A93-A5E0-6EBA1AF2DF62}" srcId="{5FEF7EC9-212D-4D69-8291-9565F86FAFEB}" destId="{A7B9E9F5-1CD2-42C2-9AEA-028F84A81DA2}" srcOrd="0" destOrd="0" parTransId="{403D7F19-37B2-40DA-A786-2C46AC042F41}" sibTransId="{2D9BC57D-91E5-4F30-B88A-041CC1272005}"/>
    <dgm:cxn modelId="{39C1511C-130B-4BD2-A035-559117561AF3}" type="presOf" srcId="{64D349F5-9C92-4CFA-AE72-4787F63A3EBF}" destId="{DD71C30E-F2EC-4BA3-87C4-06D23B316B7E}" srcOrd="0" destOrd="0" presId="urn:microsoft.com/office/officeart/2005/8/layout/hierarchy5"/>
    <dgm:cxn modelId="{D021A71E-0A15-4643-BBF3-3A8D36FAA1EB}" type="presOf" srcId="{4C463DA6-B9F3-43B0-AEFF-40381C096154}" destId="{48248E3B-D8FD-47A8-BDF3-EF530507291F}" srcOrd="0" destOrd="0" presId="urn:microsoft.com/office/officeart/2005/8/layout/hierarchy5"/>
    <dgm:cxn modelId="{07AC0222-FC1E-4237-9B70-72E2B7E7B88C}" srcId="{A7B9E9F5-1CD2-42C2-9AEA-028F84A81DA2}" destId="{F358A6DD-D863-4510-8189-A05443CB4DE8}" srcOrd="0" destOrd="0" parTransId="{4C463DA6-B9F3-43B0-AEFF-40381C096154}" sibTransId="{60D31A0A-202C-43C4-8FA0-49F86A9F2FD0}"/>
    <dgm:cxn modelId="{2CC0063C-D28C-446F-B064-0EBE59DBC0E8}" type="presOf" srcId="{95ED0842-D3DA-4EF2-9F97-FF04C9086E53}" destId="{94DEDA41-1E81-4EE5-94C3-98BFF48784BA}" srcOrd="0" destOrd="0" presId="urn:microsoft.com/office/officeart/2005/8/layout/hierarchy5"/>
    <dgm:cxn modelId="{FF5BF26A-265B-4540-9352-28160DCA16A1}" srcId="{A7B9E9F5-1CD2-42C2-9AEA-028F84A81DA2}" destId="{64D349F5-9C92-4CFA-AE72-4787F63A3EBF}" srcOrd="2" destOrd="0" parTransId="{9CE2193D-222E-40E1-B6EC-8F82E048286C}" sibTransId="{CEC550D8-9B18-4D4B-AE58-7C095B1ADFC3}"/>
    <dgm:cxn modelId="{7A7DF551-1C2E-420F-A92E-944E651D8B69}" type="presOf" srcId="{9A511D90-024D-4F7C-AD17-AAE59BB859FA}" destId="{1216F147-6C63-410A-A27A-368C8B222ED9}" srcOrd="0" destOrd="0" presId="urn:microsoft.com/office/officeart/2005/8/layout/hierarchy5"/>
    <dgm:cxn modelId="{B555EB59-20DC-4669-8D88-22610FDCF52B}" type="presOf" srcId="{F358A6DD-D863-4510-8189-A05443CB4DE8}" destId="{79745DBE-8AA4-4CA6-B247-C292CE23FFBE}" srcOrd="0" destOrd="0" presId="urn:microsoft.com/office/officeart/2005/8/layout/hierarchy5"/>
    <dgm:cxn modelId="{3B4E46A2-2F52-4021-B26B-89466353C34D}" type="presOf" srcId="{A7B9E9F5-1CD2-42C2-9AEA-028F84A81DA2}" destId="{024990BE-2A90-4568-ADC2-11A14077A5C8}" srcOrd="0" destOrd="0" presId="urn:microsoft.com/office/officeart/2005/8/layout/hierarchy5"/>
    <dgm:cxn modelId="{0F70E4CE-71D0-49C0-AF6E-78BA435CDA24}" type="presOf" srcId="{9CE2193D-222E-40E1-B6EC-8F82E048286C}" destId="{E5BA286C-47A1-499A-B7FB-C5EDB2C52968}" srcOrd="1" destOrd="0" presId="urn:microsoft.com/office/officeart/2005/8/layout/hierarchy5"/>
    <dgm:cxn modelId="{9DC0ECE1-9152-4FA3-9BF9-39A3801AC949}" type="presOf" srcId="{4C463DA6-B9F3-43B0-AEFF-40381C096154}" destId="{2FD6DC6C-1BB8-4FD9-AC93-97C493203F7A}" srcOrd="1" destOrd="0" presId="urn:microsoft.com/office/officeart/2005/8/layout/hierarchy5"/>
    <dgm:cxn modelId="{CA3D9CE2-C8AD-43AE-B5CA-EAFAFD15337E}" srcId="{A7B9E9F5-1CD2-42C2-9AEA-028F84A81DA2}" destId="{9A511D90-024D-4F7C-AD17-AAE59BB859FA}" srcOrd="1" destOrd="0" parTransId="{95ED0842-D3DA-4EF2-9F97-FF04C9086E53}" sibTransId="{5FC3D4BF-4E02-48E3-B606-B796B29B0A36}"/>
    <dgm:cxn modelId="{BE6F9FEF-9676-48FF-BA75-B2A9ED3475C0}" type="presOf" srcId="{95ED0842-D3DA-4EF2-9F97-FF04C9086E53}" destId="{48E921C4-2667-4FF3-A8AD-6150146A3401}" srcOrd="1" destOrd="0" presId="urn:microsoft.com/office/officeart/2005/8/layout/hierarchy5"/>
    <dgm:cxn modelId="{B5B99E63-BC62-4E7A-9982-AA7447066F50}" type="presParOf" srcId="{17ED5CFB-089A-4261-B944-76E4874318A2}" destId="{B05240B5-59FE-43FB-92F8-B2D81F37F57C}" srcOrd="0" destOrd="0" presId="urn:microsoft.com/office/officeart/2005/8/layout/hierarchy5"/>
    <dgm:cxn modelId="{840002DB-EB07-4F60-A2AF-A4F3070453B4}" type="presParOf" srcId="{B05240B5-59FE-43FB-92F8-B2D81F37F57C}" destId="{99F7D019-D823-4FB2-85ED-FCA0B7B2EC06}" srcOrd="0" destOrd="0" presId="urn:microsoft.com/office/officeart/2005/8/layout/hierarchy5"/>
    <dgm:cxn modelId="{58BBFB2C-6641-49A1-957C-7CFB17753CF2}" type="presParOf" srcId="{99F7D019-D823-4FB2-85ED-FCA0B7B2EC06}" destId="{8BA1D0C6-AC9B-4F58-822E-830D23120574}" srcOrd="0" destOrd="0" presId="urn:microsoft.com/office/officeart/2005/8/layout/hierarchy5"/>
    <dgm:cxn modelId="{CF880936-40AD-40ED-AD20-8DE63EB58129}" type="presParOf" srcId="{8BA1D0C6-AC9B-4F58-822E-830D23120574}" destId="{024990BE-2A90-4568-ADC2-11A14077A5C8}" srcOrd="0" destOrd="0" presId="urn:microsoft.com/office/officeart/2005/8/layout/hierarchy5"/>
    <dgm:cxn modelId="{C8C28AF0-31F9-435B-B93C-02D9F9FCD83D}" type="presParOf" srcId="{8BA1D0C6-AC9B-4F58-822E-830D23120574}" destId="{A7920B29-37ED-47D2-B722-07B08FE62F89}" srcOrd="1" destOrd="0" presId="urn:microsoft.com/office/officeart/2005/8/layout/hierarchy5"/>
    <dgm:cxn modelId="{09875A79-0AE3-4FF7-96A3-884F575CD93A}" type="presParOf" srcId="{A7920B29-37ED-47D2-B722-07B08FE62F89}" destId="{48248E3B-D8FD-47A8-BDF3-EF530507291F}" srcOrd="0" destOrd="0" presId="urn:microsoft.com/office/officeart/2005/8/layout/hierarchy5"/>
    <dgm:cxn modelId="{2A31FFE9-1455-4FD4-B976-1E277398ECF6}" type="presParOf" srcId="{48248E3B-D8FD-47A8-BDF3-EF530507291F}" destId="{2FD6DC6C-1BB8-4FD9-AC93-97C493203F7A}" srcOrd="0" destOrd="0" presId="urn:microsoft.com/office/officeart/2005/8/layout/hierarchy5"/>
    <dgm:cxn modelId="{8B0768D8-1526-4C33-89D4-5C31A05A70F3}" type="presParOf" srcId="{A7920B29-37ED-47D2-B722-07B08FE62F89}" destId="{99D1AB9F-9A11-4C44-B38F-CF755CB4F4AB}" srcOrd="1" destOrd="0" presId="urn:microsoft.com/office/officeart/2005/8/layout/hierarchy5"/>
    <dgm:cxn modelId="{C562E980-D1F2-4586-9CB7-E23A8EA82729}" type="presParOf" srcId="{99D1AB9F-9A11-4C44-B38F-CF755CB4F4AB}" destId="{79745DBE-8AA4-4CA6-B247-C292CE23FFBE}" srcOrd="0" destOrd="0" presId="urn:microsoft.com/office/officeart/2005/8/layout/hierarchy5"/>
    <dgm:cxn modelId="{79132E9F-FC31-4EA3-8E35-12CB58456FC5}" type="presParOf" srcId="{99D1AB9F-9A11-4C44-B38F-CF755CB4F4AB}" destId="{4F7F64F7-6DCE-4315-A354-A345B25E788B}" srcOrd="1" destOrd="0" presId="urn:microsoft.com/office/officeart/2005/8/layout/hierarchy5"/>
    <dgm:cxn modelId="{BA0F29A7-D345-4D8B-9222-9B195250868A}" type="presParOf" srcId="{A7920B29-37ED-47D2-B722-07B08FE62F89}" destId="{94DEDA41-1E81-4EE5-94C3-98BFF48784BA}" srcOrd="2" destOrd="0" presId="urn:microsoft.com/office/officeart/2005/8/layout/hierarchy5"/>
    <dgm:cxn modelId="{0F67D2E1-F5D2-42C5-BD6B-952AD0959653}" type="presParOf" srcId="{94DEDA41-1E81-4EE5-94C3-98BFF48784BA}" destId="{48E921C4-2667-4FF3-A8AD-6150146A3401}" srcOrd="0" destOrd="0" presId="urn:microsoft.com/office/officeart/2005/8/layout/hierarchy5"/>
    <dgm:cxn modelId="{7B31B700-0434-4411-B4CF-DBF31CBCF379}" type="presParOf" srcId="{A7920B29-37ED-47D2-B722-07B08FE62F89}" destId="{53BE4E82-B0A0-495D-A95D-8E4BAF25ECAF}" srcOrd="3" destOrd="0" presId="urn:microsoft.com/office/officeart/2005/8/layout/hierarchy5"/>
    <dgm:cxn modelId="{E0E43803-C64B-4064-8995-5445703127BA}" type="presParOf" srcId="{53BE4E82-B0A0-495D-A95D-8E4BAF25ECAF}" destId="{1216F147-6C63-410A-A27A-368C8B222ED9}" srcOrd="0" destOrd="0" presId="urn:microsoft.com/office/officeart/2005/8/layout/hierarchy5"/>
    <dgm:cxn modelId="{6C674972-C1B4-4C01-A39D-8E941478EEE9}" type="presParOf" srcId="{53BE4E82-B0A0-495D-A95D-8E4BAF25ECAF}" destId="{12256C9E-98B2-47F3-B558-C9973D6972E3}" srcOrd="1" destOrd="0" presId="urn:microsoft.com/office/officeart/2005/8/layout/hierarchy5"/>
    <dgm:cxn modelId="{99A85330-CFD7-4411-A188-7183F8A0246B}" type="presParOf" srcId="{A7920B29-37ED-47D2-B722-07B08FE62F89}" destId="{23F1290E-F866-4D23-8331-3423294B38C9}" srcOrd="4" destOrd="0" presId="urn:microsoft.com/office/officeart/2005/8/layout/hierarchy5"/>
    <dgm:cxn modelId="{E3BA531F-731F-4B34-8C61-39949EE7F96E}" type="presParOf" srcId="{23F1290E-F866-4D23-8331-3423294B38C9}" destId="{E5BA286C-47A1-499A-B7FB-C5EDB2C52968}" srcOrd="0" destOrd="0" presId="urn:microsoft.com/office/officeart/2005/8/layout/hierarchy5"/>
    <dgm:cxn modelId="{80D639E5-6CB1-4EFA-AD3E-A6215191A46F}" type="presParOf" srcId="{A7920B29-37ED-47D2-B722-07B08FE62F89}" destId="{26558674-D4EE-4D8A-A473-82FE2158D4D7}" srcOrd="5" destOrd="0" presId="urn:microsoft.com/office/officeart/2005/8/layout/hierarchy5"/>
    <dgm:cxn modelId="{9783597B-B836-46F4-91EA-F7F95DE56A17}" type="presParOf" srcId="{26558674-D4EE-4D8A-A473-82FE2158D4D7}" destId="{DD71C30E-F2EC-4BA3-87C4-06D23B316B7E}" srcOrd="0" destOrd="0" presId="urn:microsoft.com/office/officeart/2005/8/layout/hierarchy5"/>
    <dgm:cxn modelId="{9609B475-D3FD-4109-87CE-62BEEBF45023}" type="presParOf" srcId="{26558674-D4EE-4D8A-A473-82FE2158D4D7}" destId="{F59DAD21-1FD2-4A4B-B5A8-EDD0D446ACDC}" srcOrd="1" destOrd="0" presId="urn:microsoft.com/office/officeart/2005/8/layout/hierarchy5"/>
    <dgm:cxn modelId="{FCDB6F86-A9F1-49FF-9A68-6DA84AFFE9A8}" type="presParOf" srcId="{17ED5CFB-089A-4261-B944-76E4874318A2}" destId="{38BF5055-2052-4475-9202-3D6DCCC2B6D5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990BE-2A90-4568-ADC2-11A14077A5C8}">
      <dsp:nvSpPr>
        <dsp:cNvPr id="0" name=""/>
        <dsp:cNvSpPr/>
      </dsp:nvSpPr>
      <dsp:spPr>
        <a:xfrm>
          <a:off x="408424" y="1877317"/>
          <a:ext cx="3260328" cy="1630164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/>
            <a:t>Storage devices</a:t>
          </a:r>
        </a:p>
      </dsp:txBody>
      <dsp:txXfrm>
        <a:off x="456170" y="1925063"/>
        <a:ext cx="3164836" cy="1534672"/>
      </dsp:txXfrm>
    </dsp:sp>
    <dsp:sp modelId="{48248E3B-D8FD-47A8-BDF3-EF530507291F}">
      <dsp:nvSpPr>
        <dsp:cNvPr id="0" name=""/>
        <dsp:cNvSpPr/>
      </dsp:nvSpPr>
      <dsp:spPr>
        <a:xfrm rot="18289469">
          <a:off x="3178976" y="1727809"/>
          <a:ext cx="228368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283684" y="27246"/>
              </a:lnTo>
            </a:path>
          </a:pathLst>
        </a:custGeom>
        <a:noFill/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 dirty="0"/>
        </a:p>
      </dsp:txBody>
      <dsp:txXfrm>
        <a:off x="4263726" y="1697963"/>
        <a:ext cx="114184" cy="114184"/>
      </dsp:txXfrm>
    </dsp:sp>
    <dsp:sp modelId="{79745DBE-8AA4-4CA6-B247-C292CE23FFBE}">
      <dsp:nvSpPr>
        <dsp:cNvPr id="0" name=""/>
        <dsp:cNvSpPr/>
      </dsp:nvSpPr>
      <dsp:spPr>
        <a:xfrm>
          <a:off x="4972884" y="2629"/>
          <a:ext cx="3260328" cy="1630164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/>
            <a:t>Optical</a:t>
          </a:r>
        </a:p>
      </dsp:txBody>
      <dsp:txXfrm>
        <a:off x="5020630" y="50375"/>
        <a:ext cx="3164836" cy="1534672"/>
      </dsp:txXfrm>
    </dsp:sp>
    <dsp:sp modelId="{94DEDA41-1E81-4EE5-94C3-98BFF48784BA}">
      <dsp:nvSpPr>
        <dsp:cNvPr id="0" name=""/>
        <dsp:cNvSpPr/>
      </dsp:nvSpPr>
      <dsp:spPr>
        <a:xfrm>
          <a:off x="3668752" y="2665153"/>
          <a:ext cx="130413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304131" y="27246"/>
              </a:lnTo>
            </a:path>
          </a:pathLst>
        </a:custGeom>
        <a:noFill/>
        <a:ln w="28575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4288215" y="2659796"/>
        <a:ext cx="65206" cy="65206"/>
      </dsp:txXfrm>
    </dsp:sp>
    <dsp:sp modelId="{1216F147-6C63-410A-A27A-368C8B222ED9}">
      <dsp:nvSpPr>
        <dsp:cNvPr id="0" name=""/>
        <dsp:cNvSpPr/>
      </dsp:nvSpPr>
      <dsp:spPr>
        <a:xfrm>
          <a:off x="4972884" y="1877317"/>
          <a:ext cx="3260328" cy="16301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/>
            <a:t>Magnetic</a:t>
          </a:r>
        </a:p>
      </dsp:txBody>
      <dsp:txXfrm>
        <a:off x="5020630" y="1925063"/>
        <a:ext cx="3164836" cy="1534672"/>
      </dsp:txXfrm>
    </dsp:sp>
    <dsp:sp modelId="{23F1290E-F866-4D23-8331-3423294B38C9}">
      <dsp:nvSpPr>
        <dsp:cNvPr id="0" name=""/>
        <dsp:cNvSpPr/>
      </dsp:nvSpPr>
      <dsp:spPr>
        <a:xfrm rot="3310531">
          <a:off x="3178976" y="3602498"/>
          <a:ext cx="228368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283684" y="27246"/>
              </a:lnTo>
            </a:path>
          </a:pathLst>
        </a:custGeom>
        <a:noFill/>
        <a:ln w="28575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 dirty="0"/>
        </a:p>
      </dsp:txBody>
      <dsp:txXfrm>
        <a:off x="4263726" y="3572652"/>
        <a:ext cx="114184" cy="114184"/>
      </dsp:txXfrm>
    </dsp:sp>
    <dsp:sp modelId="{DD71C30E-F2EC-4BA3-87C4-06D23B316B7E}">
      <dsp:nvSpPr>
        <dsp:cNvPr id="0" name=""/>
        <dsp:cNvSpPr/>
      </dsp:nvSpPr>
      <dsp:spPr>
        <a:xfrm>
          <a:off x="4972884" y="3752006"/>
          <a:ext cx="3260328" cy="16301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Solid-state/flash</a:t>
          </a:r>
        </a:p>
      </dsp:txBody>
      <dsp:txXfrm>
        <a:off x="5020630" y="3799752"/>
        <a:ext cx="3164836" cy="1534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990BE-2A90-4568-ADC2-11A14077A5C8}">
      <dsp:nvSpPr>
        <dsp:cNvPr id="0" name=""/>
        <dsp:cNvSpPr/>
      </dsp:nvSpPr>
      <dsp:spPr>
        <a:xfrm>
          <a:off x="408424" y="1877317"/>
          <a:ext cx="3260328" cy="1630164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/>
            <a:t>Storage devices</a:t>
          </a:r>
        </a:p>
      </dsp:txBody>
      <dsp:txXfrm>
        <a:off x="456170" y="1925063"/>
        <a:ext cx="3164836" cy="1534672"/>
      </dsp:txXfrm>
    </dsp:sp>
    <dsp:sp modelId="{48248E3B-D8FD-47A8-BDF3-EF530507291F}">
      <dsp:nvSpPr>
        <dsp:cNvPr id="0" name=""/>
        <dsp:cNvSpPr/>
      </dsp:nvSpPr>
      <dsp:spPr>
        <a:xfrm rot="18289469">
          <a:off x="3178976" y="1727809"/>
          <a:ext cx="228368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283684" y="27246"/>
              </a:lnTo>
            </a:path>
          </a:pathLst>
        </a:custGeom>
        <a:noFill/>
        <a:ln w="28575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 dirty="0"/>
        </a:p>
      </dsp:txBody>
      <dsp:txXfrm>
        <a:off x="4263726" y="1697963"/>
        <a:ext cx="114184" cy="114184"/>
      </dsp:txXfrm>
    </dsp:sp>
    <dsp:sp modelId="{79745DBE-8AA4-4CA6-B247-C292CE23FFBE}">
      <dsp:nvSpPr>
        <dsp:cNvPr id="0" name=""/>
        <dsp:cNvSpPr/>
      </dsp:nvSpPr>
      <dsp:spPr>
        <a:xfrm>
          <a:off x="4972884" y="2629"/>
          <a:ext cx="3260328" cy="16301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/>
            <a:t>Optical</a:t>
          </a:r>
        </a:p>
      </dsp:txBody>
      <dsp:txXfrm>
        <a:off x="5020630" y="50375"/>
        <a:ext cx="3164836" cy="1534672"/>
      </dsp:txXfrm>
    </dsp:sp>
    <dsp:sp modelId="{94DEDA41-1E81-4EE5-94C3-98BFF48784BA}">
      <dsp:nvSpPr>
        <dsp:cNvPr id="0" name=""/>
        <dsp:cNvSpPr/>
      </dsp:nvSpPr>
      <dsp:spPr>
        <a:xfrm>
          <a:off x="3668752" y="2665153"/>
          <a:ext cx="130413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304131" y="27246"/>
              </a:lnTo>
            </a:path>
          </a:pathLst>
        </a:custGeom>
        <a:noFill/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4288215" y="2659796"/>
        <a:ext cx="65206" cy="65206"/>
      </dsp:txXfrm>
    </dsp:sp>
    <dsp:sp modelId="{1216F147-6C63-410A-A27A-368C8B222ED9}">
      <dsp:nvSpPr>
        <dsp:cNvPr id="0" name=""/>
        <dsp:cNvSpPr/>
      </dsp:nvSpPr>
      <dsp:spPr>
        <a:xfrm>
          <a:off x="4972884" y="1877317"/>
          <a:ext cx="3260328" cy="1630164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/>
            <a:t>Magnetic</a:t>
          </a:r>
        </a:p>
      </dsp:txBody>
      <dsp:txXfrm>
        <a:off x="5020630" y="1925063"/>
        <a:ext cx="3164836" cy="1534672"/>
      </dsp:txXfrm>
    </dsp:sp>
    <dsp:sp modelId="{23F1290E-F866-4D23-8331-3423294B38C9}">
      <dsp:nvSpPr>
        <dsp:cNvPr id="0" name=""/>
        <dsp:cNvSpPr/>
      </dsp:nvSpPr>
      <dsp:spPr>
        <a:xfrm rot="3310531">
          <a:off x="3178976" y="3602498"/>
          <a:ext cx="228368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283684" y="27246"/>
              </a:lnTo>
            </a:path>
          </a:pathLst>
        </a:custGeom>
        <a:noFill/>
        <a:ln w="28575" cap="flat" cmpd="sng" algn="ctr">
          <a:solidFill>
            <a:schemeClr val="bg1">
              <a:lumMod val="8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 dirty="0"/>
        </a:p>
      </dsp:txBody>
      <dsp:txXfrm>
        <a:off x="4263726" y="3572652"/>
        <a:ext cx="114184" cy="114184"/>
      </dsp:txXfrm>
    </dsp:sp>
    <dsp:sp modelId="{DD71C30E-F2EC-4BA3-87C4-06D23B316B7E}">
      <dsp:nvSpPr>
        <dsp:cNvPr id="0" name=""/>
        <dsp:cNvSpPr/>
      </dsp:nvSpPr>
      <dsp:spPr>
        <a:xfrm>
          <a:off x="4972884" y="3752006"/>
          <a:ext cx="3260328" cy="16301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Solid-state/flash</a:t>
          </a:r>
        </a:p>
      </dsp:txBody>
      <dsp:txXfrm>
        <a:off x="5020630" y="3799752"/>
        <a:ext cx="3164836" cy="1534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4990BE-2A90-4568-ADC2-11A14077A5C8}">
      <dsp:nvSpPr>
        <dsp:cNvPr id="0" name=""/>
        <dsp:cNvSpPr/>
      </dsp:nvSpPr>
      <dsp:spPr>
        <a:xfrm>
          <a:off x="408424" y="1877317"/>
          <a:ext cx="3260328" cy="1630164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/>
            <a:t>Storage devices</a:t>
          </a:r>
        </a:p>
      </dsp:txBody>
      <dsp:txXfrm>
        <a:off x="456170" y="1925063"/>
        <a:ext cx="3164836" cy="1534672"/>
      </dsp:txXfrm>
    </dsp:sp>
    <dsp:sp modelId="{48248E3B-D8FD-47A8-BDF3-EF530507291F}">
      <dsp:nvSpPr>
        <dsp:cNvPr id="0" name=""/>
        <dsp:cNvSpPr/>
      </dsp:nvSpPr>
      <dsp:spPr>
        <a:xfrm rot="18289469">
          <a:off x="3178976" y="1727809"/>
          <a:ext cx="228368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283684" y="27246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 dirty="0"/>
        </a:p>
      </dsp:txBody>
      <dsp:txXfrm>
        <a:off x="4263726" y="1697963"/>
        <a:ext cx="114184" cy="114184"/>
      </dsp:txXfrm>
    </dsp:sp>
    <dsp:sp modelId="{79745DBE-8AA4-4CA6-B247-C292CE23FFBE}">
      <dsp:nvSpPr>
        <dsp:cNvPr id="0" name=""/>
        <dsp:cNvSpPr/>
      </dsp:nvSpPr>
      <dsp:spPr>
        <a:xfrm>
          <a:off x="4972884" y="2629"/>
          <a:ext cx="3260328" cy="16301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/>
            <a:t>Optical</a:t>
          </a:r>
        </a:p>
      </dsp:txBody>
      <dsp:txXfrm>
        <a:off x="5020630" y="50375"/>
        <a:ext cx="3164836" cy="1534672"/>
      </dsp:txXfrm>
    </dsp:sp>
    <dsp:sp modelId="{94DEDA41-1E81-4EE5-94C3-98BFF48784BA}">
      <dsp:nvSpPr>
        <dsp:cNvPr id="0" name=""/>
        <dsp:cNvSpPr/>
      </dsp:nvSpPr>
      <dsp:spPr>
        <a:xfrm>
          <a:off x="3668752" y="2665153"/>
          <a:ext cx="1304131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1304131" y="27246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 dirty="0"/>
        </a:p>
      </dsp:txBody>
      <dsp:txXfrm>
        <a:off x="4288215" y="2659796"/>
        <a:ext cx="65206" cy="65206"/>
      </dsp:txXfrm>
    </dsp:sp>
    <dsp:sp modelId="{1216F147-6C63-410A-A27A-368C8B222ED9}">
      <dsp:nvSpPr>
        <dsp:cNvPr id="0" name=""/>
        <dsp:cNvSpPr/>
      </dsp:nvSpPr>
      <dsp:spPr>
        <a:xfrm>
          <a:off x="4972884" y="1877317"/>
          <a:ext cx="3260328" cy="16301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200" kern="1200" dirty="0"/>
            <a:t>Magnetic</a:t>
          </a:r>
        </a:p>
      </dsp:txBody>
      <dsp:txXfrm>
        <a:off x="5020630" y="1925063"/>
        <a:ext cx="3164836" cy="1534672"/>
      </dsp:txXfrm>
    </dsp:sp>
    <dsp:sp modelId="{23F1290E-F866-4D23-8331-3423294B38C9}">
      <dsp:nvSpPr>
        <dsp:cNvPr id="0" name=""/>
        <dsp:cNvSpPr/>
      </dsp:nvSpPr>
      <dsp:spPr>
        <a:xfrm rot="3310531">
          <a:off x="3178976" y="3602498"/>
          <a:ext cx="2283684" cy="54492"/>
        </a:xfrm>
        <a:custGeom>
          <a:avLst/>
          <a:gdLst/>
          <a:ahLst/>
          <a:cxnLst/>
          <a:rect l="0" t="0" r="0" b="0"/>
          <a:pathLst>
            <a:path>
              <a:moveTo>
                <a:pt x="0" y="27246"/>
              </a:moveTo>
              <a:lnTo>
                <a:pt x="2283684" y="27246"/>
              </a:lnTo>
            </a:path>
          </a:pathLst>
        </a:custGeom>
        <a:noFill/>
        <a:ln w="28575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800" kern="1200" dirty="0"/>
        </a:p>
      </dsp:txBody>
      <dsp:txXfrm>
        <a:off x="4263726" y="3572652"/>
        <a:ext cx="114184" cy="114184"/>
      </dsp:txXfrm>
    </dsp:sp>
    <dsp:sp modelId="{DD71C30E-F2EC-4BA3-87C4-06D23B316B7E}">
      <dsp:nvSpPr>
        <dsp:cNvPr id="0" name=""/>
        <dsp:cNvSpPr/>
      </dsp:nvSpPr>
      <dsp:spPr>
        <a:xfrm>
          <a:off x="4972884" y="3752006"/>
          <a:ext cx="3260328" cy="1630164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600" kern="1200" dirty="0"/>
            <a:t>Solid-state/flash</a:t>
          </a:r>
        </a:p>
      </dsp:txBody>
      <dsp:txXfrm>
        <a:off x="5020630" y="3799752"/>
        <a:ext cx="3164836" cy="1534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8206BE-690A-4A56-8E74-510D6FBB24F3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017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3.3 Data storage | Common types of secondary storage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3.3 Data storage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Common types of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secondary storage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338817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types of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1628D-26C3-4087-AEF4-FEBFA9DBFDC8}"/>
              </a:ext>
            </a:extLst>
          </p:cNvPr>
          <p:cNvSpPr txBox="1"/>
          <p:nvPr/>
        </p:nvSpPr>
        <p:spPr>
          <a:xfrm>
            <a:off x="1794587" y="2864499"/>
            <a:ext cx="1018902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Magnetic 		+ 	</a:t>
            </a:r>
            <a:r>
              <a:rPr lang="en-GB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drive</a:t>
            </a:r>
            <a:r>
              <a:rPr lang="en-GB" sz="2800" dirty="0"/>
              <a:t>		= 	Magnetic drive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Solid-state 		+	</a:t>
            </a:r>
            <a:r>
              <a:rPr lang="en-GB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drive</a:t>
            </a:r>
            <a:r>
              <a:rPr lang="en-GB" sz="2800" dirty="0"/>
              <a:t>		= 	Solid-state drive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Optical		+	</a:t>
            </a:r>
            <a:r>
              <a:rPr lang="en-GB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drive</a:t>
            </a:r>
            <a:r>
              <a:rPr lang="en-GB" sz="2800" dirty="0"/>
              <a:t>		= 	Optical drive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E0FF94-7553-4BEE-A653-C8A0D4263A14}"/>
              </a:ext>
            </a:extLst>
          </p:cNvPr>
          <p:cNvSpPr txBox="1"/>
          <p:nvPr/>
        </p:nvSpPr>
        <p:spPr>
          <a:xfrm>
            <a:off x="176565" y="1274501"/>
            <a:ext cx="10885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Drive: </a:t>
            </a:r>
            <a:r>
              <a:rPr lang="en-GB" sz="2400" dirty="0"/>
              <a:t>The device that reads and writes data from secondary storage.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16F505E-6787-4D36-AA6C-C17C16F16AD9}"/>
              </a:ext>
            </a:extLst>
          </p:cNvPr>
          <p:cNvGrpSpPr/>
          <p:nvPr/>
        </p:nvGrpSpPr>
        <p:grpSpPr>
          <a:xfrm>
            <a:off x="291904" y="2459866"/>
            <a:ext cx="1336014" cy="3886743"/>
            <a:chOff x="291904" y="2459866"/>
            <a:chExt cx="1336014" cy="3886743"/>
          </a:xfrm>
        </p:grpSpPr>
        <p:pic>
          <p:nvPicPr>
            <p:cNvPr id="10" name="Picture 9" descr="A close up of a logo&#10;&#10;Description automatically generated">
              <a:extLst>
                <a:ext uri="{FF2B5EF4-FFF2-40B4-BE49-F238E27FC236}">
                  <a16:creationId xmlns:a16="http://schemas.microsoft.com/office/drawing/2014/main" id="{1D53A39A-28D6-44E2-B93C-4DE34E103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0717" y="5139689"/>
              <a:ext cx="1206920" cy="1206920"/>
            </a:xfrm>
            <a:prstGeom prst="rect">
              <a:avLst/>
            </a:prstGeom>
          </p:spPr>
        </p:pic>
        <p:pic>
          <p:nvPicPr>
            <p:cNvPr id="11" name="Picture 10" descr="A close up of a logo&#10;&#10;Description automatically generated">
              <a:extLst>
                <a:ext uri="{FF2B5EF4-FFF2-40B4-BE49-F238E27FC236}">
                  <a16:creationId xmlns:a16="http://schemas.microsoft.com/office/drawing/2014/main" id="{DC4837E3-54FF-49CD-ADEF-DFE09A6AC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1904" y="2459866"/>
              <a:ext cx="1336014" cy="1336014"/>
            </a:xfrm>
            <a:prstGeom prst="rect">
              <a:avLst/>
            </a:prstGeom>
          </p:spPr>
        </p:pic>
        <p:pic>
          <p:nvPicPr>
            <p:cNvPr id="14" name="Picture 13" descr="A close up of a sign&#10;&#10;Description automatically generated">
              <a:extLst>
                <a:ext uri="{FF2B5EF4-FFF2-40B4-BE49-F238E27FC236}">
                  <a16:creationId xmlns:a16="http://schemas.microsoft.com/office/drawing/2014/main" id="{68428583-9374-498B-B899-EC86A248B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6074" y="3840074"/>
              <a:ext cx="1204106" cy="1204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6640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338817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types of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1628D-26C3-4087-AEF4-FEBFA9DBFDC8}"/>
              </a:ext>
            </a:extLst>
          </p:cNvPr>
          <p:cNvSpPr txBox="1"/>
          <p:nvPr/>
        </p:nvSpPr>
        <p:spPr>
          <a:xfrm>
            <a:off x="1794587" y="2864499"/>
            <a:ext cx="10189029" cy="3108543"/>
          </a:xfrm>
          <a:prstGeom prst="rect">
            <a:avLst/>
          </a:prstGeom>
          <a:noFill/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GB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Magnetic</a:t>
            </a:r>
            <a:r>
              <a:rPr lang="en-GB" sz="2800" dirty="0"/>
              <a:t> 		+ 	drive		= 	Magnetic drive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Solid-state</a:t>
            </a:r>
            <a:r>
              <a:rPr lang="en-GB" sz="2800" dirty="0"/>
              <a:t> 		+	drive		= 	Solid-state drive</a:t>
            </a:r>
          </a:p>
          <a:p>
            <a:endParaRPr lang="en-GB" sz="2800" dirty="0"/>
          </a:p>
          <a:p>
            <a:endParaRPr lang="en-GB" sz="2800" dirty="0"/>
          </a:p>
          <a:p>
            <a:r>
              <a:rPr lang="en-GB" sz="280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Optical</a:t>
            </a:r>
            <a:r>
              <a:rPr lang="en-GB" sz="2800" dirty="0"/>
              <a:t>		+	drive		= 	Optical drive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E0FF94-7553-4BEE-A653-C8A0D4263A14}"/>
              </a:ext>
            </a:extLst>
          </p:cNvPr>
          <p:cNvSpPr txBox="1"/>
          <p:nvPr/>
        </p:nvSpPr>
        <p:spPr>
          <a:xfrm>
            <a:off x="176565" y="1274501"/>
            <a:ext cx="1088571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2400" b="1" dirty="0"/>
              <a:t>Drive: </a:t>
            </a:r>
            <a:r>
              <a:rPr lang="en-GB" sz="2400" dirty="0"/>
              <a:t>The device that reads and writes data from secondary storage.</a:t>
            </a:r>
          </a:p>
          <a:p>
            <a:pPr>
              <a:spcAft>
                <a:spcPts val="600"/>
              </a:spcAft>
            </a:pPr>
            <a:r>
              <a:rPr lang="en-GB" sz="2400" b="1" dirty="0"/>
              <a:t>Media: </a:t>
            </a:r>
            <a:r>
              <a:rPr lang="en-GB" sz="2400" dirty="0"/>
              <a:t>What the data is actually stored on.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ED6B7ED-B03B-4632-9B27-E1CAB6B93E17}"/>
              </a:ext>
            </a:extLst>
          </p:cNvPr>
          <p:cNvGrpSpPr/>
          <p:nvPr/>
        </p:nvGrpSpPr>
        <p:grpSpPr>
          <a:xfrm>
            <a:off x="291904" y="2459866"/>
            <a:ext cx="1336014" cy="3886743"/>
            <a:chOff x="291904" y="2459866"/>
            <a:chExt cx="1336014" cy="3886743"/>
          </a:xfrm>
        </p:grpSpPr>
        <p:pic>
          <p:nvPicPr>
            <p:cNvPr id="15" name="Picture 14" descr="A close up of a logo&#10;&#10;Description automatically generated">
              <a:extLst>
                <a:ext uri="{FF2B5EF4-FFF2-40B4-BE49-F238E27FC236}">
                  <a16:creationId xmlns:a16="http://schemas.microsoft.com/office/drawing/2014/main" id="{D77A39A0-1205-44B1-9463-1FE483C49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0717" y="5139689"/>
              <a:ext cx="1206920" cy="1206920"/>
            </a:xfrm>
            <a:prstGeom prst="rect">
              <a:avLst/>
            </a:prstGeom>
          </p:spPr>
        </p:pic>
        <p:pic>
          <p:nvPicPr>
            <p:cNvPr id="16" name="Picture 15" descr="A close up of a logo&#10;&#10;Description automatically generated">
              <a:extLst>
                <a:ext uri="{FF2B5EF4-FFF2-40B4-BE49-F238E27FC236}">
                  <a16:creationId xmlns:a16="http://schemas.microsoft.com/office/drawing/2014/main" id="{E3EC75E3-594F-402C-883C-D12CD0B188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1904" y="2459866"/>
              <a:ext cx="1336014" cy="1336014"/>
            </a:xfrm>
            <a:prstGeom prst="rect">
              <a:avLst/>
            </a:prstGeom>
          </p:spPr>
        </p:pic>
        <p:pic>
          <p:nvPicPr>
            <p:cNvPr id="17" name="Picture 16" descr="A close up of a sign&#10;&#10;Description automatically generated">
              <a:extLst>
                <a:ext uri="{FF2B5EF4-FFF2-40B4-BE49-F238E27FC236}">
                  <a16:creationId xmlns:a16="http://schemas.microsoft.com/office/drawing/2014/main" id="{C5044018-EEDD-4C84-8D6B-CA1A9C7A9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6074" y="3840074"/>
              <a:ext cx="1204106" cy="1204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50573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338817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types of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4ACB0E4-23D1-4843-A07B-061185327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9845935"/>
              </p:ext>
            </p:extLst>
          </p:nvPr>
        </p:nvGraphicFramePr>
        <p:xfrm>
          <a:off x="315750" y="993174"/>
          <a:ext cx="8641637" cy="538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C026D5A3-1697-4984-BF28-E390D9528148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7246" y="1059148"/>
            <a:ext cx="1619250" cy="161925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142F24E5-6141-4299-90C0-FFA444122BD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8340" y="2800349"/>
            <a:ext cx="1792447" cy="1792447"/>
          </a:xfrm>
          <a:prstGeom prst="rect">
            <a:avLst/>
          </a:prstGeom>
        </p:spPr>
      </p:pic>
      <p:pic>
        <p:nvPicPr>
          <p:cNvPr id="13" name="Picture 12" descr="A close up of a sign&#10;&#10;Description automatically generated">
            <a:extLst>
              <a:ext uri="{FF2B5EF4-FFF2-40B4-BE49-F238E27FC236}">
                <a16:creationId xmlns:a16="http://schemas.microsoft.com/office/drawing/2014/main" id="{50D976D4-3B32-491E-9120-54691DBFF9E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49" y="4762500"/>
            <a:ext cx="1615474" cy="16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35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picture containing electronics, device&#10;&#10;Description automatically generated">
            <a:extLst>
              <a:ext uri="{FF2B5EF4-FFF2-40B4-BE49-F238E27FC236}">
                <a16:creationId xmlns:a16="http://schemas.microsoft.com/office/drawing/2014/main" id="{8CB635DE-43B9-488D-9F94-5FAAFEF6022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52400"/>
            <a:ext cx="5772694" cy="6705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058577" cy="470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Optical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34E8CE-B9DE-4B18-9D47-8260261D064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5293" y="1597698"/>
            <a:ext cx="5067390" cy="4098252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accent2"/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BA05CC2-E954-4104-A826-CC780845DA2B}"/>
              </a:ext>
            </a:extLst>
          </p:cNvPr>
          <p:cNvGrpSpPr/>
          <p:nvPr/>
        </p:nvGrpSpPr>
        <p:grpSpPr>
          <a:xfrm>
            <a:off x="7429227" y="2885911"/>
            <a:ext cx="2429147" cy="1581313"/>
            <a:chOff x="7133953" y="2676909"/>
            <a:chExt cx="2395036" cy="154087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71707E7-1760-4E65-9A56-8A5EE53C53BA}"/>
                </a:ext>
              </a:extLst>
            </p:cNvPr>
            <p:cNvSpPr/>
            <p:nvPr/>
          </p:nvSpPr>
          <p:spPr>
            <a:xfrm rot="1714464">
              <a:off x="7803293" y="3388592"/>
              <a:ext cx="724825" cy="21589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5487429-9340-4D6F-949F-309F0353D0CE}"/>
                </a:ext>
              </a:extLst>
            </p:cNvPr>
            <p:cNvSpPr/>
            <p:nvPr/>
          </p:nvSpPr>
          <p:spPr>
            <a:xfrm rot="1714464">
              <a:off x="8605566" y="3728770"/>
              <a:ext cx="454557" cy="21589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47B4D47A-19BC-4BC1-8782-D06335F55A91}"/>
                </a:ext>
              </a:extLst>
            </p:cNvPr>
            <p:cNvSpPr/>
            <p:nvPr/>
          </p:nvSpPr>
          <p:spPr>
            <a:xfrm rot="1714464">
              <a:off x="7133953" y="2966770"/>
              <a:ext cx="454557" cy="21589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4790BDE-23F8-4610-A2EB-252623D47539}"/>
                </a:ext>
              </a:extLst>
            </p:cNvPr>
            <p:cNvSpPr/>
            <p:nvPr/>
          </p:nvSpPr>
          <p:spPr>
            <a:xfrm rot="1714464">
              <a:off x="9226829" y="4001886"/>
              <a:ext cx="302160" cy="21589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C2FFAC9-4263-49A4-8323-EA79BE11CB25}"/>
                </a:ext>
              </a:extLst>
            </p:cNvPr>
            <p:cNvSpPr txBox="1"/>
            <p:nvPr/>
          </p:nvSpPr>
          <p:spPr>
            <a:xfrm>
              <a:off x="8535607" y="267690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0000"/>
                  </a:solidFill>
                </a:rPr>
                <a:t>Pits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D59A740-EAB1-4954-9FAE-E6D0753067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1937" y="3046241"/>
              <a:ext cx="1415120" cy="10049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47E4EC4-082F-45C0-9FE0-B8D1325FC4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89243" y="3046241"/>
              <a:ext cx="607814" cy="45484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C00976A-FA36-4290-AD3D-ABF0046E1F3C}"/>
                </a:ext>
              </a:extLst>
            </p:cNvPr>
            <p:cNvCxnSpPr>
              <a:cxnSpLocks/>
            </p:cNvCxnSpPr>
            <p:nvPr/>
          </p:nvCxnSpPr>
          <p:spPr>
            <a:xfrm>
              <a:off x="8797057" y="3046241"/>
              <a:ext cx="52908" cy="79047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EA02B1C-91C9-4D06-8BEF-DBF9086511CE}"/>
                </a:ext>
              </a:extLst>
            </p:cNvPr>
            <p:cNvCxnSpPr>
              <a:cxnSpLocks/>
            </p:cNvCxnSpPr>
            <p:nvPr/>
          </p:nvCxnSpPr>
          <p:spPr>
            <a:xfrm>
              <a:off x="8797057" y="3046241"/>
              <a:ext cx="607814" cy="10545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0A6157B-601C-40DF-88F8-9623B078A5A1}"/>
              </a:ext>
            </a:extLst>
          </p:cNvPr>
          <p:cNvGrpSpPr/>
          <p:nvPr/>
        </p:nvGrpSpPr>
        <p:grpSpPr>
          <a:xfrm>
            <a:off x="7764563" y="3271977"/>
            <a:ext cx="1919369" cy="1319966"/>
            <a:chOff x="7453312" y="3046241"/>
            <a:chExt cx="1919369" cy="1319966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E3CE6CC-70E3-4F4F-BFB4-0B1D3492DCB9}"/>
                </a:ext>
              </a:extLst>
            </p:cNvPr>
            <p:cNvCxnSpPr>
              <a:cxnSpLocks/>
            </p:cNvCxnSpPr>
            <p:nvPr/>
          </p:nvCxnSpPr>
          <p:spPr>
            <a:xfrm>
              <a:off x="7536656" y="3046241"/>
              <a:ext cx="440532" cy="231985"/>
            </a:xfrm>
            <a:prstGeom prst="line">
              <a:avLst/>
            </a:prstGeom>
            <a:ln w="12700">
              <a:solidFill>
                <a:srgbClr val="7030A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E376E28-894C-4DB5-9F79-22F04F00BC90}"/>
                </a:ext>
              </a:extLst>
            </p:cNvPr>
            <p:cNvCxnSpPr>
              <a:cxnSpLocks/>
            </p:cNvCxnSpPr>
            <p:nvPr/>
          </p:nvCxnSpPr>
          <p:spPr>
            <a:xfrm>
              <a:off x="7453312" y="3238447"/>
              <a:ext cx="440532" cy="231985"/>
            </a:xfrm>
            <a:prstGeom prst="line">
              <a:avLst/>
            </a:prstGeom>
            <a:ln w="12700">
              <a:solidFill>
                <a:srgbClr val="7030A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623F25A-D85F-4DA3-ABE3-243DA3D62CD7}"/>
                </a:ext>
              </a:extLst>
            </p:cNvPr>
            <p:cNvCxnSpPr>
              <a:cxnSpLocks/>
            </p:cNvCxnSpPr>
            <p:nvPr/>
          </p:nvCxnSpPr>
          <p:spPr>
            <a:xfrm>
              <a:off x="8997858" y="3807050"/>
              <a:ext cx="374823" cy="189825"/>
            </a:xfrm>
            <a:prstGeom prst="line">
              <a:avLst/>
            </a:prstGeom>
            <a:ln w="12700">
              <a:solidFill>
                <a:srgbClr val="7030A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EEEEB54-619D-42E9-845F-22725C26E04B}"/>
                </a:ext>
              </a:extLst>
            </p:cNvPr>
            <p:cNvCxnSpPr>
              <a:cxnSpLocks/>
            </p:cNvCxnSpPr>
            <p:nvPr/>
          </p:nvCxnSpPr>
          <p:spPr>
            <a:xfrm>
              <a:off x="8904990" y="3996875"/>
              <a:ext cx="421287" cy="207760"/>
            </a:xfrm>
            <a:prstGeom prst="line">
              <a:avLst/>
            </a:prstGeom>
            <a:ln w="12700">
              <a:solidFill>
                <a:srgbClr val="7030A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4538AE-18F5-4F72-AE49-1F89810CF83F}"/>
                </a:ext>
              </a:extLst>
            </p:cNvPr>
            <p:cNvCxnSpPr>
              <a:cxnSpLocks/>
            </p:cNvCxnSpPr>
            <p:nvPr/>
          </p:nvCxnSpPr>
          <p:spPr>
            <a:xfrm>
              <a:off x="8422010" y="3513457"/>
              <a:ext cx="462467" cy="228462"/>
            </a:xfrm>
            <a:prstGeom prst="line">
              <a:avLst/>
            </a:prstGeom>
            <a:ln w="12700">
              <a:solidFill>
                <a:srgbClr val="7030A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0E253B-2358-428A-B6E8-478925FB6C66}"/>
                </a:ext>
              </a:extLst>
            </p:cNvPr>
            <p:cNvCxnSpPr>
              <a:cxnSpLocks/>
            </p:cNvCxnSpPr>
            <p:nvPr/>
          </p:nvCxnSpPr>
          <p:spPr>
            <a:xfrm>
              <a:off x="8329142" y="3703282"/>
              <a:ext cx="335237" cy="168472"/>
            </a:xfrm>
            <a:prstGeom prst="line">
              <a:avLst/>
            </a:prstGeom>
            <a:ln w="12700">
              <a:solidFill>
                <a:srgbClr val="7030A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D633801-CB31-462E-A15E-68CA357C14FE}"/>
                </a:ext>
              </a:extLst>
            </p:cNvPr>
            <p:cNvSpPr txBox="1"/>
            <p:nvPr/>
          </p:nvSpPr>
          <p:spPr>
            <a:xfrm>
              <a:off x="7657591" y="3996875"/>
              <a:ext cx="73449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7030A0"/>
                  </a:solidFill>
                </a:rPr>
                <a:t>Lands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33381EF-6D0B-4AD9-AE5C-044FBF1A459B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H="1" flipV="1">
              <a:off x="7686278" y="3273233"/>
              <a:ext cx="338561" cy="72364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36A17DB-3C1C-463C-B3DA-015E2DB1B549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 flipV="1">
              <a:off x="8024839" y="3703283"/>
              <a:ext cx="549448" cy="293592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160BF01-BE62-4A15-9ED9-143FE5FCC040}"/>
                </a:ext>
              </a:extLst>
            </p:cNvPr>
            <p:cNvCxnSpPr>
              <a:cxnSpLocks/>
              <a:stCxn id="25" idx="0"/>
            </p:cNvCxnSpPr>
            <p:nvPr/>
          </p:nvCxnSpPr>
          <p:spPr>
            <a:xfrm>
              <a:off x="8024839" y="3996875"/>
              <a:ext cx="1135830" cy="29668"/>
            </a:xfrm>
            <a:prstGeom prst="straightConnector1">
              <a:avLst/>
            </a:prstGeom>
            <a:ln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5F0D651-18FA-4C74-A7D7-64F561101088}"/>
              </a:ext>
            </a:extLst>
          </p:cNvPr>
          <p:cNvSpPr/>
          <p:nvPr/>
        </p:nvSpPr>
        <p:spPr>
          <a:xfrm>
            <a:off x="3722914" y="4870580"/>
            <a:ext cx="74645" cy="5598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6E360F-591F-4711-A44B-84743F5DB1A2}"/>
              </a:ext>
            </a:extLst>
          </p:cNvPr>
          <p:cNvCxnSpPr/>
          <p:nvPr/>
        </p:nvCxnSpPr>
        <p:spPr>
          <a:xfrm flipV="1">
            <a:off x="3722914" y="1538288"/>
            <a:ext cx="2687411" cy="333229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4A79A11-C206-47A7-B915-031F5BC9FCCC}"/>
              </a:ext>
            </a:extLst>
          </p:cNvPr>
          <p:cNvCxnSpPr>
            <a:cxnSpLocks/>
          </p:cNvCxnSpPr>
          <p:nvPr/>
        </p:nvCxnSpPr>
        <p:spPr>
          <a:xfrm>
            <a:off x="3722914" y="4926563"/>
            <a:ext cx="2711028" cy="82996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4F0F2C0-AB65-4BAC-97D3-0EAE1F2639C2}"/>
              </a:ext>
            </a:extLst>
          </p:cNvPr>
          <p:cNvGrpSpPr/>
          <p:nvPr/>
        </p:nvGrpSpPr>
        <p:grpSpPr>
          <a:xfrm>
            <a:off x="-1" y="0"/>
            <a:ext cx="12192002" cy="419100"/>
            <a:chOff x="-1" y="0"/>
            <a:chExt cx="12192002" cy="533400"/>
          </a:xfrm>
          <a:solidFill>
            <a:srgbClr val="FFB3B3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EC31281-E05A-4567-9327-C230D456C7A7}"/>
                </a:ext>
              </a:extLst>
            </p:cNvPr>
            <p:cNvSpPr/>
            <p:nvPr/>
          </p:nvSpPr>
          <p:spPr>
            <a:xfrm>
              <a:off x="10123715" y="0"/>
              <a:ext cx="2068286" cy="533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>
                      <a:lumMod val="65000"/>
                    </a:schemeClr>
                  </a:solidFill>
                </a:rPr>
                <a:t>OCR H046/H466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06F54F3-1703-4665-BE81-F10938313F76}"/>
                </a:ext>
              </a:extLst>
            </p:cNvPr>
            <p:cNvSpPr/>
            <p:nvPr/>
          </p:nvSpPr>
          <p:spPr>
            <a:xfrm>
              <a:off x="-1" y="0"/>
              <a:ext cx="10235683" cy="533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SLR3 Input, output and storage |  Magnetic, flash and optical storage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163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9B0A5581-029A-4747-A89D-282FA3B1B4B6}"/>
              </a:ext>
            </a:extLst>
          </p:cNvPr>
          <p:cNvGrpSpPr/>
          <p:nvPr/>
        </p:nvGrpSpPr>
        <p:grpSpPr>
          <a:xfrm>
            <a:off x="5036340" y="2788922"/>
            <a:ext cx="7190059" cy="2482018"/>
            <a:chOff x="6291566" y="2105792"/>
            <a:chExt cx="4939380" cy="2482018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0A00CD0-5785-4BDB-9A3E-A3FE392DC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91566" y="2105792"/>
              <a:ext cx="4939380" cy="2482018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A09FC83-CB93-426B-90CD-D12AA4486225}"/>
                </a:ext>
              </a:extLst>
            </p:cNvPr>
            <p:cNvSpPr txBox="1"/>
            <p:nvPr/>
          </p:nvSpPr>
          <p:spPr>
            <a:xfrm>
              <a:off x="10573781" y="2211354"/>
              <a:ext cx="438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label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3AFD39B-28B8-49C1-9584-B186B6812D47}"/>
                </a:ext>
              </a:extLst>
            </p:cNvPr>
            <p:cNvSpPr txBox="1"/>
            <p:nvPr/>
          </p:nvSpPr>
          <p:spPr>
            <a:xfrm>
              <a:off x="9604462" y="2580686"/>
              <a:ext cx="11325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protective layer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659C06F-A766-4667-AC65-FFFE22E6D9EC}"/>
                </a:ext>
              </a:extLst>
            </p:cNvPr>
            <p:cNvSpPr txBox="1"/>
            <p:nvPr/>
          </p:nvSpPr>
          <p:spPr>
            <a:xfrm>
              <a:off x="6509809" y="2935827"/>
              <a:ext cx="406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land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F036F7D-6AA3-40B6-BE36-EB892B4A843F}"/>
                </a:ext>
              </a:extLst>
            </p:cNvPr>
            <p:cNvSpPr txBox="1"/>
            <p:nvPr/>
          </p:nvSpPr>
          <p:spPr>
            <a:xfrm>
              <a:off x="8673563" y="3536391"/>
              <a:ext cx="299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pit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459DCCD-673C-4668-A632-B162889546CA}"/>
                </a:ext>
              </a:extLst>
            </p:cNvPr>
            <p:cNvSpPr txBox="1"/>
            <p:nvPr/>
          </p:nvSpPr>
          <p:spPr>
            <a:xfrm>
              <a:off x="10617804" y="4052975"/>
              <a:ext cx="427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base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CD76AE-F31E-4746-8AED-B8AA52EE4759}"/>
              </a:ext>
            </a:extLst>
          </p:cNvPr>
          <p:cNvGrpSpPr/>
          <p:nvPr/>
        </p:nvGrpSpPr>
        <p:grpSpPr>
          <a:xfrm>
            <a:off x="9526119" y="4232258"/>
            <a:ext cx="1419125" cy="2139105"/>
            <a:chOff x="9153331" y="3450110"/>
            <a:chExt cx="1419125" cy="2139105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097B626-D409-4C50-9278-BABC7F5A08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3331" y="4058816"/>
              <a:ext cx="149289" cy="63314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11B4014-8A76-4B4F-879A-24B0EA70A054}"/>
                </a:ext>
              </a:extLst>
            </p:cNvPr>
            <p:cNvCxnSpPr>
              <a:cxnSpLocks/>
            </p:cNvCxnSpPr>
            <p:nvPr/>
          </p:nvCxnSpPr>
          <p:spPr>
            <a:xfrm>
              <a:off x="9302620" y="4058010"/>
              <a:ext cx="606490" cy="153120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A6EC2E97-852A-4C4B-8721-5F47E5FC62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5561" y="3450916"/>
              <a:ext cx="149289" cy="63314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42EE01A-0461-4FC1-9237-0D952256948F}"/>
                </a:ext>
              </a:extLst>
            </p:cNvPr>
            <p:cNvCxnSpPr>
              <a:cxnSpLocks/>
            </p:cNvCxnSpPr>
            <p:nvPr/>
          </p:nvCxnSpPr>
          <p:spPr>
            <a:xfrm>
              <a:off x="9724850" y="3450110"/>
              <a:ext cx="606490" cy="153120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3B68C74-26A0-4120-8B11-B7E720CA944A}"/>
                </a:ext>
              </a:extLst>
            </p:cNvPr>
            <p:cNvSpPr txBox="1"/>
            <p:nvPr/>
          </p:nvSpPr>
          <p:spPr>
            <a:xfrm>
              <a:off x="9938949" y="499489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laser</a:t>
              </a:r>
            </a:p>
          </p:txBody>
        </p:sp>
      </p:grpSp>
      <p:pic>
        <p:nvPicPr>
          <p:cNvPr id="6" name="Picture 5" descr="A picture containing electronics, device&#10;&#10;Description automatically generated">
            <a:extLst>
              <a:ext uri="{FF2B5EF4-FFF2-40B4-BE49-F238E27FC236}">
                <a16:creationId xmlns:a16="http://schemas.microsoft.com/office/drawing/2014/main" id="{9F99FAB7-C140-46D7-926C-B07671476B4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52400"/>
            <a:ext cx="5772694" cy="67056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162A8539-3D64-49D2-8E6F-5A830FE6108C}"/>
              </a:ext>
            </a:extLst>
          </p:cNvPr>
          <p:cNvGrpSpPr/>
          <p:nvPr/>
        </p:nvGrpSpPr>
        <p:grpSpPr>
          <a:xfrm>
            <a:off x="-1" y="0"/>
            <a:ext cx="12192002" cy="419100"/>
            <a:chOff x="-1" y="0"/>
            <a:chExt cx="12192002" cy="533400"/>
          </a:xfrm>
          <a:solidFill>
            <a:srgbClr val="FFB3B3"/>
          </a:solidFill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9CDE58F-4E66-4872-A8EE-36069AC7C82D}"/>
                </a:ext>
              </a:extLst>
            </p:cNvPr>
            <p:cNvSpPr/>
            <p:nvPr/>
          </p:nvSpPr>
          <p:spPr>
            <a:xfrm>
              <a:off x="10123715" y="0"/>
              <a:ext cx="2068286" cy="533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>
                      <a:lumMod val="65000"/>
                    </a:schemeClr>
                  </a:solidFill>
                </a:rPr>
                <a:t>OCR H046/H466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8CA90CE-F4EA-4D94-86A5-14884FFB3ED1}"/>
                </a:ext>
              </a:extLst>
            </p:cNvPr>
            <p:cNvSpPr/>
            <p:nvPr/>
          </p:nvSpPr>
          <p:spPr>
            <a:xfrm>
              <a:off x="-1" y="0"/>
              <a:ext cx="10235683" cy="533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SLR3 Input, output and storage |  Magnetic, flash and optical storage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C0A9D88-A741-42C1-B32C-67358A631F1D}"/>
              </a:ext>
            </a:extLst>
          </p:cNvPr>
          <p:cNvSpPr/>
          <p:nvPr/>
        </p:nvSpPr>
        <p:spPr>
          <a:xfrm>
            <a:off x="176565" y="523174"/>
            <a:ext cx="2058577" cy="470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Optical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634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50F6ABF-FB5E-4D4C-A809-DDB6BBD34DE0}"/>
              </a:ext>
            </a:extLst>
          </p:cNvPr>
          <p:cNvGrpSpPr/>
          <p:nvPr/>
        </p:nvGrpSpPr>
        <p:grpSpPr>
          <a:xfrm>
            <a:off x="5036340" y="2788922"/>
            <a:ext cx="7190059" cy="2482018"/>
            <a:chOff x="6291566" y="2105792"/>
            <a:chExt cx="4939380" cy="2482018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5BE4762-4BEF-436F-974D-AD47BFF9B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91566" y="2105792"/>
              <a:ext cx="4939380" cy="2482018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C3DB2FA-7FF2-4101-B199-B5414FD83525}"/>
                </a:ext>
              </a:extLst>
            </p:cNvPr>
            <p:cNvSpPr txBox="1"/>
            <p:nvPr/>
          </p:nvSpPr>
          <p:spPr>
            <a:xfrm>
              <a:off x="10573781" y="2211354"/>
              <a:ext cx="438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label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0659620-FB21-46B3-943F-4CC4BB157F3E}"/>
                </a:ext>
              </a:extLst>
            </p:cNvPr>
            <p:cNvSpPr txBox="1"/>
            <p:nvPr/>
          </p:nvSpPr>
          <p:spPr>
            <a:xfrm>
              <a:off x="9604462" y="2580686"/>
              <a:ext cx="11325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protective layer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37E68C-46D4-40D7-8BD3-2265D2CD8957}"/>
                </a:ext>
              </a:extLst>
            </p:cNvPr>
            <p:cNvSpPr txBox="1"/>
            <p:nvPr/>
          </p:nvSpPr>
          <p:spPr>
            <a:xfrm>
              <a:off x="6509809" y="2935827"/>
              <a:ext cx="406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land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CC8ED92-C3A3-4F42-B6DE-7AAA367B032B}"/>
                </a:ext>
              </a:extLst>
            </p:cNvPr>
            <p:cNvSpPr txBox="1"/>
            <p:nvPr/>
          </p:nvSpPr>
          <p:spPr>
            <a:xfrm>
              <a:off x="8673563" y="3536391"/>
              <a:ext cx="299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pit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BFC1E4A-73F1-4668-B429-C820506D060E}"/>
                </a:ext>
              </a:extLst>
            </p:cNvPr>
            <p:cNvSpPr txBox="1"/>
            <p:nvPr/>
          </p:nvSpPr>
          <p:spPr>
            <a:xfrm>
              <a:off x="10617804" y="4052975"/>
              <a:ext cx="427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base</a:t>
              </a:r>
            </a:p>
          </p:txBody>
        </p:sp>
      </p:grpSp>
      <p:pic>
        <p:nvPicPr>
          <p:cNvPr id="6" name="Picture 5" descr="A picture containing electronics, device&#10;&#10;Description automatically generated">
            <a:extLst>
              <a:ext uri="{FF2B5EF4-FFF2-40B4-BE49-F238E27FC236}">
                <a16:creationId xmlns:a16="http://schemas.microsoft.com/office/drawing/2014/main" id="{A58E651A-F42D-420B-8BD2-E3EEC4DFAA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52400"/>
            <a:ext cx="5772694" cy="67056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115AF527-601D-4BAD-B67D-47F2619EBCE5}"/>
              </a:ext>
            </a:extLst>
          </p:cNvPr>
          <p:cNvGrpSpPr/>
          <p:nvPr/>
        </p:nvGrpSpPr>
        <p:grpSpPr>
          <a:xfrm>
            <a:off x="-1" y="0"/>
            <a:ext cx="12192002" cy="419100"/>
            <a:chOff x="-1" y="0"/>
            <a:chExt cx="12192002" cy="533400"/>
          </a:xfrm>
          <a:solidFill>
            <a:srgbClr val="FFB3B3"/>
          </a:solidFill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AEDA11D-5F4B-4E8D-9B3A-8125D4D4C1A8}"/>
                </a:ext>
              </a:extLst>
            </p:cNvPr>
            <p:cNvSpPr/>
            <p:nvPr/>
          </p:nvSpPr>
          <p:spPr>
            <a:xfrm>
              <a:off x="10123715" y="0"/>
              <a:ext cx="2068286" cy="533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>
                      <a:lumMod val="65000"/>
                    </a:schemeClr>
                  </a:solidFill>
                </a:rPr>
                <a:t>OCR H046/H466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FE88F0A-FD69-4AC7-A0C3-DE44E88BD736}"/>
                </a:ext>
              </a:extLst>
            </p:cNvPr>
            <p:cNvSpPr/>
            <p:nvPr/>
          </p:nvSpPr>
          <p:spPr>
            <a:xfrm>
              <a:off x="-1" y="0"/>
              <a:ext cx="10235683" cy="533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SLR3 Input, output and storage |  Magnetic, flash and optical storage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CE3BFA0-652B-4E69-8F55-AB56E9E7C74C}"/>
              </a:ext>
            </a:extLst>
          </p:cNvPr>
          <p:cNvSpPr/>
          <p:nvPr/>
        </p:nvSpPr>
        <p:spPr>
          <a:xfrm>
            <a:off x="176565" y="523174"/>
            <a:ext cx="2058577" cy="470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Optical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7412664-78F4-4BC2-9900-78CAD68667A4}"/>
              </a:ext>
            </a:extLst>
          </p:cNvPr>
          <p:cNvGrpSpPr/>
          <p:nvPr/>
        </p:nvGrpSpPr>
        <p:grpSpPr>
          <a:xfrm>
            <a:off x="9526119" y="4232258"/>
            <a:ext cx="1419125" cy="2139105"/>
            <a:chOff x="9153331" y="3450110"/>
            <a:chExt cx="1419125" cy="2139105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A663BE0B-C3C4-4C5B-9526-9457C6F16E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3331" y="4058816"/>
              <a:ext cx="149289" cy="63314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CD4EE6D-2009-4B4E-A34F-68BAE77586DE}"/>
                </a:ext>
              </a:extLst>
            </p:cNvPr>
            <p:cNvCxnSpPr>
              <a:cxnSpLocks/>
            </p:cNvCxnSpPr>
            <p:nvPr/>
          </p:nvCxnSpPr>
          <p:spPr>
            <a:xfrm>
              <a:off x="9302620" y="4058010"/>
              <a:ext cx="606490" cy="153120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5010E7B2-4742-42B2-97F1-E0596C64AF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5561" y="3450916"/>
              <a:ext cx="149289" cy="63314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B26C542C-A042-4F7F-A814-1FB99A0F9C18}"/>
                </a:ext>
              </a:extLst>
            </p:cNvPr>
            <p:cNvCxnSpPr>
              <a:cxnSpLocks/>
            </p:cNvCxnSpPr>
            <p:nvPr/>
          </p:nvCxnSpPr>
          <p:spPr>
            <a:xfrm>
              <a:off x="9724850" y="3450110"/>
              <a:ext cx="606490" cy="153120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A7DB444-B106-4B25-BFB4-4CB2E46742DD}"/>
                </a:ext>
              </a:extLst>
            </p:cNvPr>
            <p:cNvSpPr txBox="1"/>
            <p:nvPr/>
          </p:nvSpPr>
          <p:spPr>
            <a:xfrm>
              <a:off x="9938949" y="499489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laser</a:t>
              </a:r>
            </a:p>
          </p:txBody>
        </p:sp>
      </p:grp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4C38E512-6FD8-6EF0-B2CF-FC72FD959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4816849"/>
              </p:ext>
            </p:extLst>
          </p:nvPr>
        </p:nvGraphicFramePr>
        <p:xfrm>
          <a:off x="5329063" y="708870"/>
          <a:ext cx="3007956" cy="14791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07956">
                  <a:extLst>
                    <a:ext uri="{9D8B030D-6E8A-4147-A177-3AD203B41FA5}">
                      <a16:colId xmlns:a16="http://schemas.microsoft.com/office/drawing/2014/main" val="2928880923"/>
                    </a:ext>
                  </a:extLst>
                </a:gridCol>
              </a:tblGrid>
              <a:tr h="366601">
                <a:tc>
                  <a:txBody>
                    <a:bodyPr/>
                    <a:lstStyle/>
                    <a:p>
                      <a:r>
                        <a:rPr lang="en-GB" dirty="0"/>
                        <a:t>Positives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439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Cheap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924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Lightweight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55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Portable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908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3848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8EDB4EB4-454C-4AC8-B3D2-9527934C55AA}"/>
              </a:ext>
            </a:extLst>
          </p:cNvPr>
          <p:cNvGrpSpPr/>
          <p:nvPr/>
        </p:nvGrpSpPr>
        <p:grpSpPr>
          <a:xfrm>
            <a:off x="5036340" y="2788922"/>
            <a:ext cx="7190059" cy="2482018"/>
            <a:chOff x="6291566" y="2105792"/>
            <a:chExt cx="4939380" cy="2482018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A329BBA-0050-43DB-8C44-41E43EB98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91566" y="2105792"/>
              <a:ext cx="4939380" cy="248201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05D00FC-6BB7-43A1-ACE0-4ECBBA7F4791}"/>
                </a:ext>
              </a:extLst>
            </p:cNvPr>
            <p:cNvSpPr txBox="1"/>
            <p:nvPr/>
          </p:nvSpPr>
          <p:spPr>
            <a:xfrm>
              <a:off x="10573781" y="2211354"/>
              <a:ext cx="4385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label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E86C846-0FE6-4481-9370-71100373E2FB}"/>
                </a:ext>
              </a:extLst>
            </p:cNvPr>
            <p:cNvSpPr txBox="1"/>
            <p:nvPr/>
          </p:nvSpPr>
          <p:spPr>
            <a:xfrm>
              <a:off x="9604462" y="2580686"/>
              <a:ext cx="11325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protective layer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BA1AD67-C491-4652-BF01-FBF56BFE30B2}"/>
                </a:ext>
              </a:extLst>
            </p:cNvPr>
            <p:cNvSpPr txBox="1"/>
            <p:nvPr/>
          </p:nvSpPr>
          <p:spPr>
            <a:xfrm>
              <a:off x="6509809" y="2935827"/>
              <a:ext cx="406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land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4B1C4C7-4D87-4DD7-9F0E-A2E15DC55E80}"/>
                </a:ext>
              </a:extLst>
            </p:cNvPr>
            <p:cNvSpPr txBox="1"/>
            <p:nvPr/>
          </p:nvSpPr>
          <p:spPr>
            <a:xfrm>
              <a:off x="8673563" y="3536391"/>
              <a:ext cx="299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pit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A14E850-42DD-4716-AA73-39C1790C0C4A}"/>
                </a:ext>
              </a:extLst>
            </p:cNvPr>
            <p:cNvSpPr txBox="1"/>
            <p:nvPr/>
          </p:nvSpPr>
          <p:spPr>
            <a:xfrm>
              <a:off x="10617804" y="4052975"/>
              <a:ext cx="427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base</a:t>
              </a:r>
            </a:p>
          </p:txBody>
        </p:sp>
      </p:grpSp>
      <p:pic>
        <p:nvPicPr>
          <p:cNvPr id="2" name="Picture 1" descr="A picture containing electronics, device&#10;&#10;Description automatically generated">
            <a:extLst>
              <a:ext uri="{FF2B5EF4-FFF2-40B4-BE49-F238E27FC236}">
                <a16:creationId xmlns:a16="http://schemas.microsoft.com/office/drawing/2014/main" id="{F5CC9D07-C816-4540-99CC-3CA6EAB3723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905" y="152400"/>
            <a:ext cx="5772694" cy="67056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992261C-47C0-46E4-86FB-F57A5F39CC7B}"/>
              </a:ext>
            </a:extLst>
          </p:cNvPr>
          <p:cNvGrpSpPr/>
          <p:nvPr/>
        </p:nvGrpSpPr>
        <p:grpSpPr>
          <a:xfrm>
            <a:off x="9526119" y="4232258"/>
            <a:ext cx="1419125" cy="2139105"/>
            <a:chOff x="9153331" y="3450110"/>
            <a:chExt cx="1419125" cy="2139105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C3AE1B4-6833-4375-A1E1-393077A78A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53331" y="4058816"/>
              <a:ext cx="149289" cy="63314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F3DDD18B-B172-4C4F-9172-B04F9786EA98}"/>
                </a:ext>
              </a:extLst>
            </p:cNvPr>
            <p:cNvCxnSpPr>
              <a:cxnSpLocks/>
            </p:cNvCxnSpPr>
            <p:nvPr/>
          </p:nvCxnSpPr>
          <p:spPr>
            <a:xfrm>
              <a:off x="9302620" y="4058010"/>
              <a:ext cx="606490" cy="153120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2C2F65F-B150-4484-B409-94FDFD0DE4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5561" y="3450916"/>
              <a:ext cx="149289" cy="63314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26A77FE-6E56-4DD5-A7EC-E76EB71AE91C}"/>
                </a:ext>
              </a:extLst>
            </p:cNvPr>
            <p:cNvCxnSpPr>
              <a:cxnSpLocks/>
            </p:cNvCxnSpPr>
            <p:nvPr/>
          </p:nvCxnSpPr>
          <p:spPr>
            <a:xfrm>
              <a:off x="9724850" y="3450110"/>
              <a:ext cx="606490" cy="1531205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  <a:effectLst>
              <a:glow rad="127000">
                <a:srgbClr val="FF0000">
                  <a:alpha val="18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42A1FBC-73E0-4AFD-A798-8F45AE10E825}"/>
                </a:ext>
              </a:extLst>
            </p:cNvPr>
            <p:cNvSpPr txBox="1"/>
            <p:nvPr/>
          </p:nvSpPr>
          <p:spPr>
            <a:xfrm>
              <a:off x="9938949" y="4994895"/>
              <a:ext cx="633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laser</a:t>
              </a: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2557BE0-8039-47CB-BDC1-097CCA52F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941873"/>
              </p:ext>
            </p:extLst>
          </p:nvPr>
        </p:nvGraphicFramePr>
        <p:xfrm>
          <a:off x="5329063" y="708870"/>
          <a:ext cx="3007956" cy="147912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07956">
                  <a:extLst>
                    <a:ext uri="{9D8B030D-6E8A-4147-A177-3AD203B41FA5}">
                      <a16:colId xmlns:a16="http://schemas.microsoft.com/office/drawing/2014/main" val="2928880923"/>
                    </a:ext>
                  </a:extLst>
                </a:gridCol>
              </a:tblGrid>
              <a:tr h="366601">
                <a:tc>
                  <a:txBody>
                    <a:bodyPr/>
                    <a:lstStyle/>
                    <a:p>
                      <a:r>
                        <a:rPr lang="en-GB" dirty="0"/>
                        <a:t>Positives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439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Cheap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924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Lightweight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55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Portable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908012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3E685A3-9915-4EB2-A115-8C3CB464C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726797"/>
              </p:ext>
            </p:extLst>
          </p:nvPr>
        </p:nvGraphicFramePr>
        <p:xfrm>
          <a:off x="8444371" y="708870"/>
          <a:ext cx="3007956" cy="111252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007956">
                  <a:extLst>
                    <a:ext uri="{9D8B030D-6E8A-4147-A177-3AD203B41FA5}">
                      <a16:colId xmlns:a16="http://schemas.microsoft.com/office/drawing/2014/main" val="2928880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Negatives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439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Slow access times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88924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Prone to scratches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550851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BF1AFC31-1193-4540-B254-9A0BA858B13E}"/>
              </a:ext>
            </a:extLst>
          </p:cNvPr>
          <p:cNvGrpSpPr/>
          <p:nvPr/>
        </p:nvGrpSpPr>
        <p:grpSpPr>
          <a:xfrm>
            <a:off x="-1" y="0"/>
            <a:ext cx="12192002" cy="419100"/>
            <a:chOff x="-1" y="0"/>
            <a:chExt cx="12192002" cy="533400"/>
          </a:xfrm>
          <a:solidFill>
            <a:srgbClr val="FFB3B3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9056735-6849-45EA-BD53-AA89532BFE80}"/>
                </a:ext>
              </a:extLst>
            </p:cNvPr>
            <p:cNvSpPr/>
            <p:nvPr/>
          </p:nvSpPr>
          <p:spPr>
            <a:xfrm>
              <a:off x="10123715" y="0"/>
              <a:ext cx="2068286" cy="53339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>
                      <a:lumMod val="65000"/>
                    </a:schemeClr>
                  </a:solidFill>
                </a:rPr>
                <a:t>OCR H046/H466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D2F7B89-0504-4850-BD40-4D7A5BDB97A6}"/>
                </a:ext>
              </a:extLst>
            </p:cNvPr>
            <p:cNvSpPr/>
            <p:nvPr/>
          </p:nvSpPr>
          <p:spPr>
            <a:xfrm>
              <a:off x="-1" y="0"/>
              <a:ext cx="10235683" cy="5334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SLR3 Input, output and storage |  Magnetic, flash and optical storage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EFBCEE72-1C07-45F8-BBA9-F742C9B50B37}"/>
              </a:ext>
            </a:extLst>
          </p:cNvPr>
          <p:cNvSpPr/>
          <p:nvPr/>
        </p:nvSpPr>
        <p:spPr>
          <a:xfrm>
            <a:off x="176565" y="523174"/>
            <a:ext cx="2058577" cy="470000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Optical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550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338817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types of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4ACB0E4-23D1-4843-A07B-061185327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1035824"/>
              </p:ext>
            </p:extLst>
          </p:nvPr>
        </p:nvGraphicFramePr>
        <p:xfrm>
          <a:off x="315750" y="993174"/>
          <a:ext cx="8641637" cy="538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D17534CF-640A-4F60-94EF-F91C5A9DE14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7246" y="1059148"/>
            <a:ext cx="1619250" cy="161925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D0D1750A-6446-4BEF-9686-9AA2F3BBD089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8340" y="2800349"/>
            <a:ext cx="1792447" cy="1792447"/>
          </a:xfrm>
          <a:prstGeom prst="rect">
            <a:avLst/>
          </a:prstGeom>
        </p:spPr>
      </p:pic>
      <p:pic>
        <p:nvPicPr>
          <p:cNvPr id="13" name="Picture 12" descr="A close up of a sign&#10;&#10;Description automatically generated">
            <a:extLst>
              <a:ext uri="{FF2B5EF4-FFF2-40B4-BE49-F238E27FC236}">
                <a16:creationId xmlns:a16="http://schemas.microsoft.com/office/drawing/2014/main" id="{67ABE8FE-27BC-411B-B08E-A68A485ADBFE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49" y="4762500"/>
            <a:ext cx="1615474" cy="16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02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D110F89-15AF-48BF-82BD-6C4618410B6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1192" b="77824" l="28089" r="76188">
                        <a14:foregroundMark x1="39810" y1="26269" x2="39810" y2="26269"/>
                        <a14:foregroundMark x1="34266" y1="44560" x2="32788" y2="39845"/>
                        <a14:foregroundMark x1="32788" y1="39845" x2="32365" y2="30984"/>
                        <a14:foregroundMark x1="32365" y1="30984" x2="31045" y2="26891"/>
                        <a14:foregroundMark x1="31045" y1="26891" x2="34213" y2="23782"/>
                        <a14:foregroundMark x1="34213" y1="23782" x2="36008" y2="23782"/>
                        <a14:foregroundMark x1="29250" y1="29016" x2="28247" y2="24922"/>
                        <a14:foregroundMark x1="28247" y1="24922" x2="32049" y2="23420"/>
                        <a14:foregroundMark x1="31679" y1="45907" x2="35533" y2="64301"/>
                        <a14:foregroundMark x1="35533" y1="64301" x2="37064" y2="66114"/>
                        <a14:foregroundMark x1="36959" y1="74093" x2="41922" y2="75596"/>
                        <a14:foregroundMark x1="41922" y1="75596" x2="46515" y2="75544"/>
                        <a14:foregroundMark x1="46515" y1="75544" x2="60560" y2="76736"/>
                        <a14:foregroundMark x1="60560" y1="76736" x2="60771" y2="76632"/>
                        <a14:foregroundMark x1="42027" y1="76321" x2="46674" y2="76632"/>
                        <a14:foregroundMark x1="46674" y1="76632" x2="51954" y2="76477"/>
                        <a14:foregroundMark x1="51954" y1="76477" x2="70275" y2="77668"/>
                        <a14:foregroundMark x1="61721" y1="77824" x2="64836" y2="77668"/>
                        <a14:foregroundMark x1="72439" y1="76736" x2="70116" y2="68290"/>
                        <a14:foregroundMark x1="70116" y1="68290" x2="70803" y2="63731"/>
                        <a14:foregroundMark x1="70803" y1="63731" x2="69747" y2="59482"/>
                        <a14:foregroundMark x1="69747" y1="59482" x2="60190" y2="63575"/>
                        <a14:foregroundMark x1="60190" y1="63575" x2="54541" y2="64197"/>
                        <a14:foregroundMark x1="54541" y1="64197" x2="44562" y2="59430"/>
                        <a14:foregroundMark x1="44562" y1="59430" x2="44192" y2="54870"/>
                        <a14:foregroundMark x1="44192" y1="54870" x2="48680" y2="51503"/>
                        <a14:foregroundMark x1="48680" y1="51503" x2="64942" y2="45181"/>
                        <a14:foregroundMark x1="64942" y1="45181" x2="59398" y2="42021"/>
                        <a14:foregroundMark x1="59398" y1="42021" x2="42027" y2="37824"/>
                        <a14:foregroundMark x1="42027" y1="37824" x2="41605" y2="33264"/>
                        <a14:foregroundMark x1="41605" y1="33264" x2="46251" y2="29223"/>
                        <a14:foregroundMark x1="46251" y1="29223" x2="60824" y2="24560"/>
                        <a14:foregroundMark x1="60824" y1="24560" x2="65998" y2="24922"/>
                        <a14:foregroundMark x1="65998" y1="24922" x2="69799" y2="27358"/>
                        <a14:foregroundMark x1="69799" y1="27358" x2="70222" y2="31917"/>
                        <a14:foregroundMark x1="70222" y1="31917" x2="68638" y2="36062"/>
                        <a14:foregroundMark x1="68638" y1="36062" x2="68902" y2="37927"/>
                        <a14:foregroundMark x1="56177" y1="30415" x2="60348" y2="34456"/>
                        <a14:foregroundMark x1="60348" y1="34456" x2="62144" y2="38394"/>
                        <a14:foregroundMark x1="62144" y1="38394" x2="62460" y2="49067"/>
                        <a14:foregroundMark x1="62460" y1="49067" x2="56811" y2="57202"/>
                        <a14:foregroundMark x1="56811" y1="57202" x2="53485" y2="57098"/>
                        <a14:foregroundMark x1="68057" y1="39585" x2="68796" y2="54611"/>
                        <a14:foregroundMark x1="68796" y1="54611" x2="72386" y2="63782"/>
                        <a14:foregroundMark x1="65259" y1="57513" x2="61880" y2="54767"/>
                        <a14:foregroundMark x1="61880" y1="54767" x2="60665" y2="54715"/>
                        <a14:foregroundMark x1="41763" y1="47047" x2="42714" y2="57513"/>
                        <a14:foregroundMark x1="42714" y1="57513" x2="42397" y2="59534"/>
                        <a14:foregroundMark x1="37909" y1="41088" x2="41975" y2="49430"/>
                        <a14:foregroundMark x1="41975" y1="49430" x2="42027" y2="49482"/>
                        <a14:foregroundMark x1="40444" y1="47306" x2="38648" y2="56269"/>
                        <a14:foregroundMark x1="38648" y1="56269" x2="40021" y2="61140"/>
                        <a14:foregroundMark x1="40021" y1="61140" x2="55016" y2="70363"/>
                        <a14:foregroundMark x1="48997" y1="53731" x2="54277" y2="60363"/>
                        <a14:foregroundMark x1="54277" y1="60363" x2="57550" y2="62021"/>
                        <a14:foregroundMark x1="49736" y1="52694" x2="50158" y2="56995"/>
                        <a14:foregroundMark x1="50158" y1="56995" x2="52270" y2="60933"/>
                        <a14:foregroundMark x1="52270" y1="60933" x2="54171" y2="62280"/>
                        <a14:foregroundMark x1="40021" y1="53523" x2="44298" y2="61244"/>
                        <a14:foregroundMark x1="44298" y1="61244" x2="45195" y2="61710"/>
                        <a14:foregroundMark x1="45195" y1="66269" x2="53379" y2="70984"/>
                        <a14:foregroundMark x1="53379" y1="70984" x2="54065" y2="70984"/>
                        <a14:foregroundMark x1="48733" y1="65751" x2="55016" y2="68446"/>
                        <a14:foregroundMark x1="53907" y1="72073" x2="55913" y2="72176"/>
                        <a14:foregroundMark x1="57445" y1="69275" x2="58553" y2="67513"/>
                        <a14:foregroundMark x1="60401" y1="64922" x2="64203" y2="72798"/>
                        <a14:foregroundMark x1="64203" y1="72798" x2="68427" y2="71244"/>
                        <a14:foregroundMark x1="68427" y1="71244" x2="68479" y2="71192"/>
                        <a14:foregroundMark x1="58712" y1="72591" x2="55808" y2="69482"/>
                        <a14:foregroundMark x1="55808" y1="69482" x2="56125" y2="68238"/>
                        <a14:foregroundMark x1="61721" y1="73316" x2="65945" y2="73316"/>
                        <a14:foregroundMark x1="65945" y1="73316" x2="68374" y2="73420"/>
                        <a14:foregroundMark x1="67265" y1="69689" x2="69324" y2="69741"/>
                        <a14:foregroundMark x1="68163" y1="58601" x2="65787" y2="56788"/>
                        <a14:foregroundMark x1="70275" y1="52642" x2="68796" y2="51295"/>
                        <a14:foregroundMark x1="71806" y1="72176" x2="73231" y2="58705"/>
                        <a14:foregroundMark x1="73231" y1="58705" x2="70908" y2="52228"/>
                        <a14:foregroundMark x1="74762" y1="73679" x2="76188" y2="69171"/>
                        <a14:foregroundMark x1="76188" y1="69171" x2="75766" y2="67202"/>
                        <a14:foregroundMark x1="73126" y1="69741" x2="73548" y2="65596"/>
                        <a14:foregroundMark x1="73548" y1="65596" x2="75026" y2="64249"/>
                        <a14:foregroundMark x1="51795" y1="24197" x2="41341" y2="24249"/>
                        <a14:foregroundMark x1="41341" y1="24249" x2="38068" y2="25337"/>
                        <a14:foregroundMark x1="48627" y1="40570" x2="49894" y2="45907"/>
                        <a14:foregroundMark x1="50528" y1="35492" x2="53379" y2="32228"/>
                        <a14:foregroundMark x1="53379" y1="32228" x2="54699" y2="36736"/>
                        <a14:foregroundMark x1="54699" y1="36736" x2="53960" y2="37720"/>
                        <a14:foregroundMark x1="58395" y1="26943" x2="61827" y2="30052"/>
                        <a14:foregroundMark x1="61827" y1="30052" x2="62724" y2="31606"/>
                        <a14:foregroundMark x1="51214" y1="23005" x2="47254" y2="21192"/>
                        <a14:foregroundMark x1="47254" y1="21192" x2="42291" y2="21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26784" t="22106" r="31271" b="21680"/>
          <a:stretch/>
        </p:blipFill>
        <p:spPr>
          <a:xfrm>
            <a:off x="7477021" y="419099"/>
            <a:ext cx="4714979" cy="643890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34775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Magnetic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8C23EDF-92F8-4D71-88CA-E8B2C1223F2E}"/>
              </a:ext>
            </a:extLst>
          </p:cNvPr>
          <p:cNvGrpSpPr/>
          <p:nvPr/>
        </p:nvGrpSpPr>
        <p:grpSpPr>
          <a:xfrm>
            <a:off x="2350136" y="1747170"/>
            <a:ext cx="2174239" cy="3765817"/>
            <a:chOff x="1175657" y="1361385"/>
            <a:chExt cx="1490757" cy="258201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401F773-DAEA-4EAE-A21B-CF2B3B8E26AE}"/>
                </a:ext>
              </a:extLst>
            </p:cNvPr>
            <p:cNvGrpSpPr/>
            <p:nvPr/>
          </p:nvGrpSpPr>
          <p:grpSpPr>
            <a:xfrm>
              <a:off x="1175657" y="1362269"/>
              <a:ext cx="429208" cy="2223272"/>
              <a:chOff x="1175657" y="1362269"/>
              <a:chExt cx="429208" cy="222327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B9BD3C6-2F4E-4D6A-B267-AA52B7CCF332}"/>
                  </a:ext>
                </a:extLst>
              </p:cNvPr>
              <p:cNvSpPr/>
              <p:nvPr/>
            </p:nvSpPr>
            <p:spPr>
              <a:xfrm>
                <a:off x="1175657" y="1362269"/>
                <a:ext cx="429208" cy="11125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GB" sz="2800" dirty="0"/>
                  <a:t>N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1128E54-DBE7-49A1-939B-C1CBFBBD1FC0}"/>
                  </a:ext>
                </a:extLst>
              </p:cNvPr>
              <p:cNvSpPr/>
              <p:nvPr/>
            </p:nvSpPr>
            <p:spPr>
              <a:xfrm>
                <a:off x="1175657" y="2473021"/>
                <a:ext cx="429208" cy="111252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GB" sz="2800" dirty="0"/>
                  <a:t>S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82EAC43-9E3F-47D0-B7D0-0BB1596C5001}"/>
                  </a:ext>
                </a:extLst>
              </p:cNvPr>
              <p:cNvSpPr/>
              <p:nvPr/>
            </p:nvSpPr>
            <p:spPr>
              <a:xfrm>
                <a:off x="1175657" y="1362269"/>
                <a:ext cx="429208" cy="22232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21D8042-2C37-4579-8E3C-3FFFAADD3E36}"/>
                </a:ext>
              </a:extLst>
            </p:cNvPr>
            <p:cNvGrpSpPr/>
            <p:nvPr/>
          </p:nvGrpSpPr>
          <p:grpSpPr>
            <a:xfrm>
              <a:off x="2237206" y="1361385"/>
              <a:ext cx="429208" cy="2223272"/>
              <a:chOff x="1175657" y="1362269"/>
              <a:chExt cx="429208" cy="222327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14400ED-6E75-436D-B153-F0D2E49AE28B}"/>
                  </a:ext>
                </a:extLst>
              </p:cNvPr>
              <p:cNvSpPr/>
              <p:nvPr/>
            </p:nvSpPr>
            <p:spPr>
              <a:xfrm>
                <a:off x="1175657" y="1362269"/>
                <a:ext cx="429208" cy="111252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GB" sz="2800" dirty="0"/>
                  <a:t>S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1836B2A-BF07-447A-B226-01AFE0484FDA}"/>
                  </a:ext>
                </a:extLst>
              </p:cNvPr>
              <p:cNvSpPr/>
              <p:nvPr/>
            </p:nvSpPr>
            <p:spPr>
              <a:xfrm>
                <a:off x="1175657" y="2473021"/>
                <a:ext cx="429208" cy="1112520"/>
              </a:xfrm>
              <a:prstGeom prst="rect">
                <a:avLst/>
              </a:prstGeom>
              <a:solidFill>
                <a:srgbClr val="4472C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b"/>
              <a:lstStyle/>
              <a:p>
                <a:pPr algn="ctr"/>
                <a:r>
                  <a:rPr lang="en-GB" sz="2800" dirty="0"/>
                  <a:t>N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53BF28C-9955-442E-98CE-6A387C3EF0E2}"/>
                  </a:ext>
                </a:extLst>
              </p:cNvPr>
              <p:cNvSpPr/>
              <p:nvPr/>
            </p:nvSpPr>
            <p:spPr>
              <a:xfrm>
                <a:off x="1175657" y="1362269"/>
                <a:ext cx="429208" cy="22232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2C8180-C2D5-4291-AEF8-3EBC32750619}"/>
                </a:ext>
              </a:extLst>
            </p:cNvPr>
            <p:cNvSpPr txBox="1"/>
            <p:nvPr/>
          </p:nvSpPr>
          <p:spPr>
            <a:xfrm>
              <a:off x="1264304" y="3584657"/>
              <a:ext cx="251912" cy="3587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/>
                <a:t>0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3D189FA-6623-45BB-A8ED-3A92DA9E0CC7}"/>
                </a:ext>
              </a:extLst>
            </p:cNvPr>
            <p:cNvSpPr txBox="1"/>
            <p:nvPr/>
          </p:nvSpPr>
          <p:spPr>
            <a:xfrm>
              <a:off x="2325853" y="3584657"/>
              <a:ext cx="251912" cy="3587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9842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3DBD12C3-5666-4BB3-8A72-8DFBFD09C588}"/>
              </a:ext>
            </a:extLst>
          </p:cNvPr>
          <p:cNvGrpSpPr/>
          <p:nvPr/>
        </p:nvGrpSpPr>
        <p:grpSpPr>
          <a:xfrm>
            <a:off x="1603" y="419099"/>
            <a:ext cx="12190397" cy="6438901"/>
            <a:chOff x="1603" y="419099"/>
            <a:chExt cx="12190397" cy="6438901"/>
          </a:xfrm>
        </p:grpSpPr>
        <p:pic>
          <p:nvPicPr>
            <p:cNvPr id="39" name="Picture 38" descr="A picture containing indoor, table, sitting, food&#10;&#10;Description automatically generated">
              <a:extLst>
                <a:ext uri="{FF2B5EF4-FFF2-40B4-BE49-F238E27FC236}">
                  <a16:creationId xmlns:a16="http://schemas.microsoft.com/office/drawing/2014/main" id="{B31B371B-DEB4-46A5-BC1C-D10C50E27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03" y="432594"/>
              <a:ext cx="9637697" cy="6425406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4C89998-826D-47DF-84C5-F97104F62CCC}"/>
                </a:ext>
              </a:extLst>
            </p:cNvPr>
            <p:cNvSpPr/>
            <p:nvPr/>
          </p:nvSpPr>
          <p:spPr>
            <a:xfrm>
              <a:off x="176565" y="523174"/>
              <a:ext cx="2347759" cy="470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dirty="0">
                  <a:solidFill>
                    <a:schemeClr val="accent2">
                      <a:lumMod val="75000"/>
                    </a:schemeClr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Magnetic</a:t>
              </a:r>
              <a:r>
                <a:rPr lang="en-GB" sz="2400" dirty="0">
                  <a:solidFill>
                    <a:schemeClr val="accent2">
                      <a:lumMod val="75000"/>
                    </a:schemeClr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storage</a:t>
              </a:r>
              <a:endParaRPr lang="en-GB" sz="12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84BCDDA-B396-4D43-9AFD-BE8CF76D11A7}"/>
                </a:ext>
              </a:extLst>
            </p:cNvPr>
            <p:cNvSpPr/>
            <p:nvPr/>
          </p:nvSpPr>
          <p:spPr>
            <a:xfrm>
              <a:off x="6968267" y="4094548"/>
              <a:ext cx="492189" cy="307833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36E02F8-B65C-4192-938F-DE6878C301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535" y="4402381"/>
              <a:ext cx="6817263" cy="1716087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9BAF1FD-27BE-468A-AA58-E0FE447DF7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565" y="3767321"/>
              <a:ext cx="6791702" cy="327227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49D5BA0-8646-43CC-8507-8225F7AF21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238" y="4402381"/>
              <a:ext cx="3401218" cy="1777698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673FE29-DF64-4F20-89FB-87BC708055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9240" y="3724462"/>
              <a:ext cx="3401216" cy="370086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429DCDF-5FA5-448B-ADFD-F1E284319341}"/>
                </a:ext>
              </a:extLst>
            </p:cNvPr>
            <p:cNvGrpSpPr/>
            <p:nvPr/>
          </p:nvGrpSpPr>
          <p:grpSpPr>
            <a:xfrm>
              <a:off x="176565" y="3745155"/>
              <a:ext cx="3862035" cy="2412758"/>
              <a:chOff x="176565" y="3745155"/>
              <a:chExt cx="3862035" cy="2412758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09398367-1089-4E89-87FB-2EFB3D937FB9}"/>
                  </a:ext>
                </a:extLst>
              </p:cNvPr>
              <p:cNvSpPr/>
              <p:nvPr/>
            </p:nvSpPr>
            <p:spPr>
              <a:xfrm>
                <a:off x="176565" y="3745155"/>
                <a:ext cx="3862035" cy="2412758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2" name="Picture 7">
                <a:extLst>
                  <a:ext uri="{FF2B5EF4-FFF2-40B4-BE49-F238E27FC236}">
                    <a16:creationId xmlns:a16="http://schemas.microsoft.com/office/drawing/2014/main" id="{D8C33656-55F4-436A-BF05-5F970250DC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7586" y="4392855"/>
                <a:ext cx="3308350" cy="720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Line 8">
                <a:extLst>
                  <a:ext uri="{FF2B5EF4-FFF2-40B4-BE49-F238E27FC236}">
                    <a16:creationId xmlns:a16="http://schemas.microsoft.com/office/drawing/2014/main" id="{2ADF6BC4-9B3E-4CCC-AA56-67F740145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2886" y="5113577"/>
                <a:ext cx="0" cy="3587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" name="Text Box 9">
                <a:extLst>
                  <a:ext uri="{FF2B5EF4-FFF2-40B4-BE49-F238E27FC236}">
                    <a16:creationId xmlns:a16="http://schemas.microsoft.com/office/drawing/2014/main" id="{C79764E2-35BE-4D82-8079-CBF59934B6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971" y="4032493"/>
                <a:ext cx="120032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Drive head</a:t>
                </a:r>
              </a:p>
            </p:txBody>
          </p:sp>
          <p:sp>
            <p:nvSpPr>
              <p:cNvPr id="16" name="Line 10">
                <a:extLst>
                  <a:ext uri="{FF2B5EF4-FFF2-40B4-BE49-F238E27FC236}">
                    <a16:creationId xmlns:a16="http://schemas.microsoft.com/office/drawing/2014/main" id="{307AA8A6-9089-451C-A72B-178037265B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16011" y="4969118"/>
                <a:ext cx="0" cy="5032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7" name="Text Box 11">
                <a:extLst>
                  <a:ext uri="{FF2B5EF4-FFF2-40B4-BE49-F238E27FC236}">
                    <a16:creationId xmlns:a16="http://schemas.microsoft.com/office/drawing/2014/main" id="{215E8831-FF58-4E7A-A677-04B259C5AF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9577" y="5472355"/>
                <a:ext cx="893193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Smoke</a:t>
                </a:r>
                <a:br>
                  <a:rPr lang="en-GB" sz="1800" dirty="0">
                    <a:latin typeface="+mn-lt"/>
                  </a:rPr>
                </a:br>
                <a:r>
                  <a:rPr lang="en-GB" sz="1800" dirty="0">
                    <a:latin typeface="+mn-lt"/>
                  </a:rPr>
                  <a:t>particle</a:t>
                </a:r>
              </a:p>
            </p:txBody>
          </p:sp>
          <p:sp>
            <p:nvSpPr>
              <p:cNvPr id="18" name="Line 12">
                <a:extLst>
                  <a:ext uri="{FF2B5EF4-FFF2-40B4-BE49-F238E27FC236}">
                    <a16:creationId xmlns:a16="http://schemas.microsoft.com/office/drawing/2014/main" id="{AAFBA14E-142B-4954-844F-D112699D0F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7811" y="4176955"/>
                <a:ext cx="0" cy="431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9" name="Text Box 13">
                <a:extLst>
                  <a:ext uri="{FF2B5EF4-FFF2-40B4-BE49-F238E27FC236}">
                    <a16:creationId xmlns:a16="http://schemas.microsoft.com/office/drawing/2014/main" id="{C3BF8A0C-5D64-4D04-8D1D-EF08748BE4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8723" y="3745155"/>
                <a:ext cx="61277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Dust</a:t>
                </a:r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83540F48-F2A6-443E-8036-948F89B961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95511" y="4969118"/>
                <a:ext cx="0" cy="5032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21" name="Text Box 15">
                <a:extLst>
                  <a:ext uri="{FF2B5EF4-FFF2-40B4-BE49-F238E27FC236}">
                    <a16:creationId xmlns:a16="http://schemas.microsoft.com/office/drawing/2014/main" id="{6FEE57AF-39A6-4E70-B822-23489537EF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6582" y="5610467"/>
                <a:ext cx="12192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Fingerprint</a:t>
                </a:r>
              </a:p>
            </p:txBody>
          </p:sp>
          <p:sp>
            <p:nvSpPr>
              <p:cNvPr id="22" name="Text Box 17">
                <a:extLst>
                  <a:ext uri="{FF2B5EF4-FFF2-40B4-BE49-F238E27FC236}">
                    <a16:creationId xmlns:a16="http://schemas.microsoft.com/office/drawing/2014/main" id="{EECE9BC9-C3B1-4125-9E6E-2B51A3759D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24033" y="3745155"/>
                <a:ext cx="128592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Human hair</a:t>
                </a:r>
              </a:p>
            </p:txBody>
          </p:sp>
          <p:sp>
            <p:nvSpPr>
              <p:cNvPr id="23" name="Line 18">
                <a:extLst>
                  <a:ext uri="{FF2B5EF4-FFF2-40B4-BE49-F238E27FC236}">
                    <a16:creationId xmlns:a16="http://schemas.microsoft.com/office/drawing/2014/main" id="{959E2AC9-37D9-4BC8-8DE0-CEF29E55D4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6048" y="4176955"/>
                <a:ext cx="0" cy="360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24" name="Text Box 19">
                <a:extLst>
                  <a:ext uri="{FF2B5EF4-FFF2-40B4-BE49-F238E27FC236}">
                    <a16:creationId xmlns:a16="http://schemas.microsoft.com/office/drawing/2014/main" id="{0E626A11-B97D-4A73-ADA6-54E1566100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361" y="5559546"/>
                <a:ext cx="57467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Disk</a:t>
                </a:r>
              </a:p>
            </p:txBody>
          </p:sp>
        </p:grpSp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A3F0C913-DB82-45D6-AD52-0F632FEBBC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192" b="77824" l="28089" r="76188">
                          <a14:foregroundMark x1="39810" y1="26269" x2="39810" y2="26269"/>
                          <a14:foregroundMark x1="34266" y1="44560" x2="32788" y2="39845"/>
                          <a14:foregroundMark x1="32788" y1="39845" x2="32365" y2="30984"/>
                          <a14:foregroundMark x1="32365" y1="30984" x2="31045" y2="26891"/>
                          <a14:foregroundMark x1="31045" y1="26891" x2="34213" y2="23782"/>
                          <a14:foregroundMark x1="34213" y1="23782" x2="36008" y2="23782"/>
                          <a14:foregroundMark x1="29250" y1="29016" x2="28247" y2="24922"/>
                          <a14:foregroundMark x1="28247" y1="24922" x2="32049" y2="23420"/>
                          <a14:foregroundMark x1="31679" y1="45907" x2="35533" y2="64301"/>
                          <a14:foregroundMark x1="35533" y1="64301" x2="37064" y2="66114"/>
                          <a14:foregroundMark x1="36959" y1="74093" x2="41922" y2="75596"/>
                          <a14:foregroundMark x1="41922" y1="75596" x2="46515" y2="75544"/>
                          <a14:foregroundMark x1="46515" y1="75544" x2="60560" y2="76736"/>
                          <a14:foregroundMark x1="60560" y1="76736" x2="60771" y2="76632"/>
                          <a14:foregroundMark x1="42027" y1="76321" x2="46674" y2="76632"/>
                          <a14:foregroundMark x1="46674" y1="76632" x2="51954" y2="76477"/>
                          <a14:foregroundMark x1="51954" y1="76477" x2="70275" y2="77668"/>
                          <a14:foregroundMark x1="61721" y1="77824" x2="64836" y2="77668"/>
                          <a14:foregroundMark x1="72439" y1="76736" x2="70116" y2="68290"/>
                          <a14:foregroundMark x1="70116" y1="68290" x2="70803" y2="63731"/>
                          <a14:foregroundMark x1="70803" y1="63731" x2="69747" y2="59482"/>
                          <a14:foregroundMark x1="69747" y1="59482" x2="60190" y2="63575"/>
                          <a14:foregroundMark x1="60190" y1="63575" x2="54541" y2="64197"/>
                          <a14:foregroundMark x1="54541" y1="64197" x2="44562" y2="59430"/>
                          <a14:foregroundMark x1="44562" y1="59430" x2="44192" y2="54870"/>
                          <a14:foregroundMark x1="44192" y1="54870" x2="48680" y2="51503"/>
                          <a14:foregroundMark x1="48680" y1="51503" x2="64942" y2="45181"/>
                          <a14:foregroundMark x1="64942" y1="45181" x2="59398" y2="42021"/>
                          <a14:foregroundMark x1="59398" y1="42021" x2="42027" y2="37824"/>
                          <a14:foregroundMark x1="42027" y1="37824" x2="41605" y2="33264"/>
                          <a14:foregroundMark x1="41605" y1="33264" x2="46251" y2="29223"/>
                          <a14:foregroundMark x1="46251" y1="29223" x2="60824" y2="24560"/>
                          <a14:foregroundMark x1="60824" y1="24560" x2="65998" y2="24922"/>
                          <a14:foregroundMark x1="65998" y1="24922" x2="69799" y2="27358"/>
                          <a14:foregroundMark x1="69799" y1="27358" x2="70222" y2="31917"/>
                          <a14:foregroundMark x1="70222" y1="31917" x2="68638" y2="36062"/>
                          <a14:foregroundMark x1="68638" y1="36062" x2="68902" y2="37927"/>
                          <a14:foregroundMark x1="56177" y1="30415" x2="60348" y2="34456"/>
                          <a14:foregroundMark x1="60348" y1="34456" x2="62144" y2="38394"/>
                          <a14:foregroundMark x1="62144" y1="38394" x2="62460" y2="49067"/>
                          <a14:foregroundMark x1="62460" y1="49067" x2="56811" y2="57202"/>
                          <a14:foregroundMark x1="56811" y1="57202" x2="53485" y2="57098"/>
                          <a14:foregroundMark x1="68057" y1="39585" x2="68796" y2="54611"/>
                          <a14:foregroundMark x1="68796" y1="54611" x2="72386" y2="63782"/>
                          <a14:foregroundMark x1="65259" y1="57513" x2="61880" y2="54767"/>
                          <a14:foregroundMark x1="61880" y1="54767" x2="60665" y2="54715"/>
                          <a14:foregroundMark x1="41763" y1="47047" x2="42714" y2="57513"/>
                          <a14:foregroundMark x1="42714" y1="57513" x2="42397" y2="59534"/>
                          <a14:foregroundMark x1="37909" y1="41088" x2="41975" y2="49430"/>
                          <a14:foregroundMark x1="41975" y1="49430" x2="42027" y2="49482"/>
                          <a14:foregroundMark x1="40444" y1="47306" x2="38648" y2="56269"/>
                          <a14:foregroundMark x1="38648" y1="56269" x2="40021" y2="61140"/>
                          <a14:foregroundMark x1="40021" y1="61140" x2="55016" y2="70363"/>
                          <a14:foregroundMark x1="48997" y1="53731" x2="54277" y2="60363"/>
                          <a14:foregroundMark x1="54277" y1="60363" x2="57550" y2="62021"/>
                          <a14:foregroundMark x1="49736" y1="52694" x2="50158" y2="56995"/>
                          <a14:foregroundMark x1="50158" y1="56995" x2="52270" y2="60933"/>
                          <a14:foregroundMark x1="52270" y1="60933" x2="54171" y2="62280"/>
                          <a14:foregroundMark x1="40021" y1="53523" x2="44298" y2="61244"/>
                          <a14:foregroundMark x1="44298" y1="61244" x2="45195" y2="61710"/>
                          <a14:foregroundMark x1="45195" y1="66269" x2="53379" y2="70984"/>
                          <a14:foregroundMark x1="53379" y1="70984" x2="54065" y2="70984"/>
                          <a14:foregroundMark x1="48733" y1="65751" x2="55016" y2="68446"/>
                          <a14:foregroundMark x1="53907" y1="72073" x2="55913" y2="72176"/>
                          <a14:foregroundMark x1="57445" y1="69275" x2="58553" y2="67513"/>
                          <a14:foregroundMark x1="60401" y1="64922" x2="64203" y2="72798"/>
                          <a14:foregroundMark x1="64203" y1="72798" x2="68427" y2="71244"/>
                          <a14:foregroundMark x1="68427" y1="71244" x2="68479" y2="71192"/>
                          <a14:foregroundMark x1="58712" y1="72591" x2="55808" y2="69482"/>
                          <a14:foregroundMark x1="55808" y1="69482" x2="56125" y2="68238"/>
                          <a14:foregroundMark x1="61721" y1="73316" x2="65945" y2="73316"/>
                          <a14:foregroundMark x1="65945" y1="73316" x2="68374" y2="73420"/>
                          <a14:foregroundMark x1="67265" y1="69689" x2="69324" y2="69741"/>
                          <a14:foregroundMark x1="68163" y1="58601" x2="65787" y2="56788"/>
                          <a14:foregroundMark x1="70275" y1="52642" x2="68796" y2="51295"/>
                          <a14:foregroundMark x1="71806" y1="72176" x2="73231" y2="58705"/>
                          <a14:foregroundMark x1="73231" y1="58705" x2="70908" y2="52228"/>
                          <a14:foregroundMark x1="74762" y1="73679" x2="76188" y2="69171"/>
                          <a14:foregroundMark x1="76188" y1="69171" x2="75766" y2="67202"/>
                          <a14:foregroundMark x1="73126" y1="69741" x2="73548" y2="65596"/>
                          <a14:foregroundMark x1="73548" y1="65596" x2="75026" y2="64249"/>
                          <a14:foregroundMark x1="51795" y1="24197" x2="41341" y2="24249"/>
                          <a14:foregroundMark x1="41341" y1="24249" x2="38068" y2="25337"/>
                          <a14:foregroundMark x1="48627" y1="40570" x2="49894" y2="45907"/>
                          <a14:foregroundMark x1="50528" y1="35492" x2="53379" y2="32228"/>
                          <a14:foregroundMark x1="53379" y1="32228" x2="54699" y2="36736"/>
                          <a14:foregroundMark x1="54699" y1="36736" x2="53960" y2="37720"/>
                          <a14:foregroundMark x1="58395" y1="26943" x2="61827" y2="30052"/>
                          <a14:foregroundMark x1="61827" y1="30052" x2="62724" y2="31606"/>
                          <a14:foregroundMark x1="51214" y1="23005" x2="47254" y2="21192"/>
                          <a14:foregroundMark x1="47254" y1="21192" x2="42291" y2="2119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26784" t="22106" r="31271" b="21680"/>
            <a:stretch/>
          </p:blipFill>
          <p:spPr>
            <a:xfrm>
              <a:off x="7477021" y="419099"/>
              <a:ext cx="4714979" cy="6438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16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224CC572-7CF8-4400-AF8D-CA624300A18C}"/>
              </a:ext>
            </a:extLst>
          </p:cNvPr>
          <p:cNvGrpSpPr/>
          <p:nvPr/>
        </p:nvGrpSpPr>
        <p:grpSpPr>
          <a:xfrm>
            <a:off x="1603" y="419099"/>
            <a:ext cx="12190397" cy="6438901"/>
            <a:chOff x="1603" y="419099"/>
            <a:chExt cx="12190397" cy="6438901"/>
          </a:xfrm>
        </p:grpSpPr>
        <p:pic>
          <p:nvPicPr>
            <p:cNvPr id="31" name="Picture 30" descr="A picture containing indoor, table, sitting, food&#10;&#10;Description automatically generated">
              <a:extLst>
                <a:ext uri="{FF2B5EF4-FFF2-40B4-BE49-F238E27FC236}">
                  <a16:creationId xmlns:a16="http://schemas.microsoft.com/office/drawing/2014/main" id="{36CCE749-321E-4283-9B5F-B9161A6A6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03" y="432594"/>
              <a:ext cx="9637697" cy="6425406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F7D2F16-01D7-4635-A6A5-B6A1BA4F6028}"/>
                </a:ext>
              </a:extLst>
            </p:cNvPr>
            <p:cNvSpPr/>
            <p:nvPr/>
          </p:nvSpPr>
          <p:spPr>
            <a:xfrm>
              <a:off x="176565" y="523174"/>
              <a:ext cx="2347759" cy="470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Magnetic</a:t>
              </a:r>
              <a:r>
                <a:rPr lang="en-GB" sz="2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storage</a:t>
              </a:r>
              <a:endParaRPr lang="en-GB" sz="12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F5F6372-C40F-4E32-BF68-78E92379CA6F}"/>
                </a:ext>
              </a:extLst>
            </p:cNvPr>
            <p:cNvSpPr/>
            <p:nvPr/>
          </p:nvSpPr>
          <p:spPr>
            <a:xfrm>
              <a:off x="6968267" y="4094548"/>
              <a:ext cx="492189" cy="307833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97E1680-4766-4518-815E-9B5603C210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535" y="4402381"/>
              <a:ext cx="6817263" cy="1716087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07822F5-9EF1-48D3-A23B-F58FCF4533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565" y="3767321"/>
              <a:ext cx="6791702" cy="327227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6D173EDF-C2C8-49A9-BBFE-CD354E5E0E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238" y="4402381"/>
              <a:ext cx="3401218" cy="1777698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59D12BF-24BE-48E0-9F5A-BC9B1CE9E8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9240" y="3724462"/>
              <a:ext cx="3401216" cy="370086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0595A366-2D6F-40BF-ABA3-4A8991D27F78}"/>
                </a:ext>
              </a:extLst>
            </p:cNvPr>
            <p:cNvGrpSpPr/>
            <p:nvPr/>
          </p:nvGrpSpPr>
          <p:grpSpPr>
            <a:xfrm>
              <a:off x="176565" y="3745155"/>
              <a:ext cx="3862035" cy="2412758"/>
              <a:chOff x="176565" y="3745155"/>
              <a:chExt cx="3862035" cy="2412758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C94768EE-41AF-4CC5-BBA3-14A88F927A6B}"/>
                  </a:ext>
                </a:extLst>
              </p:cNvPr>
              <p:cNvSpPr/>
              <p:nvPr/>
            </p:nvSpPr>
            <p:spPr>
              <a:xfrm>
                <a:off x="176565" y="3745155"/>
                <a:ext cx="3862035" cy="2412758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41" name="Picture 7">
                <a:extLst>
                  <a:ext uri="{FF2B5EF4-FFF2-40B4-BE49-F238E27FC236}">
                    <a16:creationId xmlns:a16="http://schemas.microsoft.com/office/drawing/2014/main" id="{5F846D78-16E6-41CE-A79B-F67523EA80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7586" y="4392855"/>
                <a:ext cx="3308350" cy="720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2" name="Line 8">
                <a:extLst>
                  <a:ext uri="{FF2B5EF4-FFF2-40B4-BE49-F238E27FC236}">
                    <a16:creationId xmlns:a16="http://schemas.microsoft.com/office/drawing/2014/main" id="{7B414286-BF30-4B57-B073-FE60E68555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2886" y="5113577"/>
                <a:ext cx="0" cy="3587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3" name="Text Box 9">
                <a:extLst>
                  <a:ext uri="{FF2B5EF4-FFF2-40B4-BE49-F238E27FC236}">
                    <a16:creationId xmlns:a16="http://schemas.microsoft.com/office/drawing/2014/main" id="{82196E68-CDFE-412E-B777-7891582EE6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948" y="4032493"/>
                <a:ext cx="122237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Drive head</a:t>
                </a:r>
              </a:p>
            </p:txBody>
          </p:sp>
          <p:sp>
            <p:nvSpPr>
              <p:cNvPr id="44" name="Line 10">
                <a:extLst>
                  <a:ext uri="{FF2B5EF4-FFF2-40B4-BE49-F238E27FC236}">
                    <a16:creationId xmlns:a16="http://schemas.microsoft.com/office/drawing/2014/main" id="{61B0ED70-4956-43FE-9E28-F1F9A85FC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16011" y="4969118"/>
                <a:ext cx="0" cy="5032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5" name="Text Box 11">
                <a:extLst>
                  <a:ext uri="{FF2B5EF4-FFF2-40B4-BE49-F238E27FC236}">
                    <a16:creationId xmlns:a16="http://schemas.microsoft.com/office/drawing/2014/main" id="{21CD2035-A6F8-48E7-8EB6-5CC690F389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3261" y="5472355"/>
                <a:ext cx="885825" cy="646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Smoke</a:t>
                </a:r>
                <a:br>
                  <a:rPr lang="en-GB" sz="1800" dirty="0">
                    <a:latin typeface="+mn-lt"/>
                  </a:rPr>
                </a:br>
                <a:r>
                  <a:rPr lang="en-GB" sz="1800" dirty="0">
                    <a:latin typeface="+mn-lt"/>
                  </a:rPr>
                  <a:t>particle</a:t>
                </a:r>
              </a:p>
            </p:txBody>
          </p:sp>
          <p:sp>
            <p:nvSpPr>
              <p:cNvPr id="46" name="Line 12">
                <a:extLst>
                  <a:ext uri="{FF2B5EF4-FFF2-40B4-BE49-F238E27FC236}">
                    <a16:creationId xmlns:a16="http://schemas.microsoft.com/office/drawing/2014/main" id="{2B405F2D-8FC4-461C-AD72-B6A7BB3EAE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7811" y="4176955"/>
                <a:ext cx="0" cy="431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7" name="Text Box 13">
                <a:extLst>
                  <a:ext uri="{FF2B5EF4-FFF2-40B4-BE49-F238E27FC236}">
                    <a16:creationId xmlns:a16="http://schemas.microsoft.com/office/drawing/2014/main" id="{EF7F1162-F147-4FB0-B723-3C126651D7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8723" y="3745155"/>
                <a:ext cx="61277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Dust</a:t>
                </a:r>
              </a:p>
            </p:txBody>
          </p:sp>
          <p:sp>
            <p:nvSpPr>
              <p:cNvPr id="48" name="Line 14">
                <a:extLst>
                  <a:ext uri="{FF2B5EF4-FFF2-40B4-BE49-F238E27FC236}">
                    <a16:creationId xmlns:a16="http://schemas.microsoft.com/office/drawing/2014/main" id="{DE0AAF6B-1677-47A0-9853-83FBB0BDB1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95511" y="4969118"/>
                <a:ext cx="0" cy="5032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9" name="Text Box 15">
                <a:extLst>
                  <a:ext uri="{FF2B5EF4-FFF2-40B4-BE49-F238E27FC236}">
                    <a16:creationId xmlns:a16="http://schemas.microsoft.com/office/drawing/2014/main" id="{006A360F-6C45-4BE3-A692-48DACCE612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6582" y="5610467"/>
                <a:ext cx="12192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Fingerprint</a:t>
                </a:r>
              </a:p>
            </p:txBody>
          </p:sp>
          <p:sp>
            <p:nvSpPr>
              <p:cNvPr id="50" name="Text Box 17">
                <a:extLst>
                  <a:ext uri="{FF2B5EF4-FFF2-40B4-BE49-F238E27FC236}">
                    <a16:creationId xmlns:a16="http://schemas.microsoft.com/office/drawing/2014/main" id="{53EE0DDE-552C-41C4-B397-4552AC9277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2948" y="3745155"/>
                <a:ext cx="13081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Human hair</a:t>
                </a:r>
              </a:p>
            </p:txBody>
          </p:sp>
          <p:sp>
            <p:nvSpPr>
              <p:cNvPr id="51" name="Line 18">
                <a:extLst>
                  <a:ext uri="{FF2B5EF4-FFF2-40B4-BE49-F238E27FC236}">
                    <a16:creationId xmlns:a16="http://schemas.microsoft.com/office/drawing/2014/main" id="{05D25006-9B47-4D6D-9D17-AEEE553F9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6048" y="4176955"/>
                <a:ext cx="0" cy="360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2" name="Text Box 19">
                <a:extLst>
                  <a:ext uri="{FF2B5EF4-FFF2-40B4-BE49-F238E27FC236}">
                    <a16:creationId xmlns:a16="http://schemas.microsoft.com/office/drawing/2014/main" id="{DC63E026-3B13-4011-AAAC-07832C0184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361" y="5559546"/>
                <a:ext cx="57467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Disk</a:t>
                </a:r>
              </a:p>
            </p:txBody>
          </p:sp>
        </p:grp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5EE13C7-1303-4771-9732-40BF835289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email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21192" b="77824" l="28089" r="76188">
                          <a14:foregroundMark x1="39810" y1="26269" x2="39810" y2="26269"/>
                          <a14:foregroundMark x1="34266" y1="44560" x2="32788" y2="39845"/>
                          <a14:foregroundMark x1="32788" y1="39845" x2="32365" y2="30984"/>
                          <a14:foregroundMark x1="32365" y1="30984" x2="31045" y2="26891"/>
                          <a14:foregroundMark x1="31045" y1="26891" x2="34213" y2="23782"/>
                          <a14:foregroundMark x1="34213" y1="23782" x2="36008" y2="23782"/>
                          <a14:foregroundMark x1="29250" y1="29016" x2="28247" y2="24922"/>
                          <a14:foregroundMark x1="28247" y1="24922" x2="32049" y2="23420"/>
                          <a14:foregroundMark x1="31679" y1="45907" x2="35533" y2="64301"/>
                          <a14:foregroundMark x1="35533" y1="64301" x2="37064" y2="66114"/>
                          <a14:foregroundMark x1="36959" y1="74093" x2="41922" y2="75596"/>
                          <a14:foregroundMark x1="41922" y1="75596" x2="46515" y2="75544"/>
                          <a14:foregroundMark x1="46515" y1="75544" x2="60560" y2="76736"/>
                          <a14:foregroundMark x1="60560" y1="76736" x2="60771" y2="76632"/>
                          <a14:foregroundMark x1="42027" y1="76321" x2="46674" y2="76632"/>
                          <a14:foregroundMark x1="46674" y1="76632" x2="51954" y2="76477"/>
                          <a14:foregroundMark x1="51954" y1="76477" x2="70275" y2="77668"/>
                          <a14:foregroundMark x1="61721" y1="77824" x2="64836" y2="77668"/>
                          <a14:foregroundMark x1="72439" y1="76736" x2="70116" y2="68290"/>
                          <a14:foregroundMark x1="70116" y1="68290" x2="70803" y2="63731"/>
                          <a14:foregroundMark x1="70803" y1="63731" x2="69747" y2="59482"/>
                          <a14:foregroundMark x1="69747" y1="59482" x2="60190" y2="63575"/>
                          <a14:foregroundMark x1="60190" y1="63575" x2="54541" y2="64197"/>
                          <a14:foregroundMark x1="54541" y1="64197" x2="44562" y2="59430"/>
                          <a14:foregroundMark x1="44562" y1="59430" x2="44192" y2="54870"/>
                          <a14:foregroundMark x1="44192" y1="54870" x2="48680" y2="51503"/>
                          <a14:foregroundMark x1="48680" y1="51503" x2="64942" y2="45181"/>
                          <a14:foregroundMark x1="64942" y1="45181" x2="59398" y2="42021"/>
                          <a14:foregroundMark x1="59398" y1="42021" x2="42027" y2="37824"/>
                          <a14:foregroundMark x1="42027" y1="37824" x2="41605" y2="33264"/>
                          <a14:foregroundMark x1="41605" y1="33264" x2="46251" y2="29223"/>
                          <a14:foregroundMark x1="46251" y1="29223" x2="60824" y2="24560"/>
                          <a14:foregroundMark x1="60824" y1="24560" x2="65998" y2="24922"/>
                          <a14:foregroundMark x1="65998" y1="24922" x2="69799" y2="27358"/>
                          <a14:foregroundMark x1="69799" y1="27358" x2="70222" y2="31917"/>
                          <a14:foregroundMark x1="70222" y1="31917" x2="68638" y2="36062"/>
                          <a14:foregroundMark x1="68638" y1="36062" x2="68902" y2="37927"/>
                          <a14:foregroundMark x1="56177" y1="30415" x2="60348" y2="34456"/>
                          <a14:foregroundMark x1="60348" y1="34456" x2="62144" y2="38394"/>
                          <a14:foregroundMark x1="62144" y1="38394" x2="62460" y2="49067"/>
                          <a14:foregroundMark x1="62460" y1="49067" x2="56811" y2="57202"/>
                          <a14:foregroundMark x1="56811" y1="57202" x2="53485" y2="57098"/>
                          <a14:foregroundMark x1="68057" y1="39585" x2="68796" y2="54611"/>
                          <a14:foregroundMark x1="68796" y1="54611" x2="72386" y2="63782"/>
                          <a14:foregroundMark x1="65259" y1="57513" x2="61880" y2="54767"/>
                          <a14:foregroundMark x1="61880" y1="54767" x2="60665" y2="54715"/>
                          <a14:foregroundMark x1="41763" y1="47047" x2="42714" y2="57513"/>
                          <a14:foregroundMark x1="42714" y1="57513" x2="42397" y2="59534"/>
                          <a14:foregroundMark x1="37909" y1="41088" x2="41975" y2="49430"/>
                          <a14:foregroundMark x1="41975" y1="49430" x2="42027" y2="49482"/>
                          <a14:foregroundMark x1="40444" y1="47306" x2="38648" y2="56269"/>
                          <a14:foregroundMark x1="38648" y1="56269" x2="40021" y2="61140"/>
                          <a14:foregroundMark x1="40021" y1="61140" x2="55016" y2="70363"/>
                          <a14:foregroundMark x1="48997" y1="53731" x2="54277" y2="60363"/>
                          <a14:foregroundMark x1="54277" y1="60363" x2="57550" y2="62021"/>
                          <a14:foregroundMark x1="49736" y1="52694" x2="50158" y2="56995"/>
                          <a14:foregroundMark x1="50158" y1="56995" x2="52270" y2="60933"/>
                          <a14:foregroundMark x1="52270" y1="60933" x2="54171" y2="62280"/>
                          <a14:foregroundMark x1="40021" y1="53523" x2="44298" y2="61244"/>
                          <a14:foregroundMark x1="44298" y1="61244" x2="45195" y2="61710"/>
                          <a14:foregroundMark x1="45195" y1="66269" x2="53379" y2="70984"/>
                          <a14:foregroundMark x1="53379" y1="70984" x2="54065" y2="70984"/>
                          <a14:foregroundMark x1="48733" y1="65751" x2="55016" y2="68446"/>
                          <a14:foregroundMark x1="53907" y1="72073" x2="55913" y2="72176"/>
                          <a14:foregroundMark x1="57445" y1="69275" x2="58553" y2="67513"/>
                          <a14:foregroundMark x1="60401" y1="64922" x2="64203" y2="72798"/>
                          <a14:foregroundMark x1="64203" y1="72798" x2="68427" y2="71244"/>
                          <a14:foregroundMark x1="68427" y1="71244" x2="68479" y2="71192"/>
                          <a14:foregroundMark x1="58712" y1="72591" x2="55808" y2="69482"/>
                          <a14:foregroundMark x1="55808" y1="69482" x2="56125" y2="68238"/>
                          <a14:foregroundMark x1="61721" y1="73316" x2="65945" y2="73316"/>
                          <a14:foregroundMark x1="65945" y1="73316" x2="68374" y2="73420"/>
                          <a14:foregroundMark x1="67265" y1="69689" x2="69324" y2="69741"/>
                          <a14:foregroundMark x1="68163" y1="58601" x2="65787" y2="56788"/>
                          <a14:foregroundMark x1="70275" y1="52642" x2="68796" y2="51295"/>
                          <a14:foregroundMark x1="71806" y1="72176" x2="73231" y2="58705"/>
                          <a14:foregroundMark x1="73231" y1="58705" x2="70908" y2="52228"/>
                          <a14:foregroundMark x1="74762" y1="73679" x2="76188" y2="69171"/>
                          <a14:foregroundMark x1="76188" y1="69171" x2="75766" y2="67202"/>
                          <a14:foregroundMark x1="73126" y1="69741" x2="73548" y2="65596"/>
                          <a14:foregroundMark x1="73548" y1="65596" x2="75026" y2="64249"/>
                          <a14:foregroundMark x1="51795" y1="24197" x2="41341" y2="24249"/>
                          <a14:foregroundMark x1="41341" y1="24249" x2="38068" y2="25337"/>
                          <a14:foregroundMark x1="48627" y1="40570" x2="49894" y2="45907"/>
                          <a14:foregroundMark x1="50528" y1="35492" x2="53379" y2="32228"/>
                          <a14:foregroundMark x1="53379" y1="32228" x2="54699" y2="36736"/>
                          <a14:foregroundMark x1="54699" y1="36736" x2="53960" y2="37720"/>
                          <a14:foregroundMark x1="58395" y1="26943" x2="61827" y2="30052"/>
                          <a14:foregroundMark x1="61827" y1="30052" x2="62724" y2="31606"/>
                          <a14:foregroundMark x1="51214" y1="23005" x2="47254" y2="21192"/>
                          <a14:foregroundMark x1="47254" y1="21192" x2="42291" y2="2119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26784" t="22106" r="31271" b="21680"/>
            <a:stretch/>
          </p:blipFill>
          <p:spPr>
            <a:xfrm>
              <a:off x="7477021" y="419099"/>
              <a:ext cx="4714979" cy="6438901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34775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Magnetic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8732356-5CC2-4F66-92B0-EE8E48B70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960871"/>
              </p:ext>
            </p:extLst>
          </p:nvPr>
        </p:nvGraphicFramePr>
        <p:xfrm>
          <a:off x="284449" y="1607054"/>
          <a:ext cx="3007956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07956">
                  <a:extLst>
                    <a:ext uri="{9D8B030D-6E8A-4147-A177-3AD203B41FA5}">
                      <a16:colId xmlns:a16="http://schemas.microsoft.com/office/drawing/2014/main" val="2928880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Positives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39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Cheap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924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Large capacity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0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6999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8907A381-078F-4F98-9C5D-875ABA276DD4}"/>
              </a:ext>
            </a:extLst>
          </p:cNvPr>
          <p:cNvGrpSpPr/>
          <p:nvPr/>
        </p:nvGrpSpPr>
        <p:grpSpPr>
          <a:xfrm>
            <a:off x="1603" y="419099"/>
            <a:ext cx="12190397" cy="6438901"/>
            <a:chOff x="1603" y="419099"/>
            <a:chExt cx="12190397" cy="6438901"/>
          </a:xfrm>
        </p:grpSpPr>
        <p:pic>
          <p:nvPicPr>
            <p:cNvPr id="34" name="Picture 33" descr="A picture containing indoor, table, sitting, food&#10;&#10;Description automatically generated">
              <a:extLst>
                <a:ext uri="{FF2B5EF4-FFF2-40B4-BE49-F238E27FC236}">
                  <a16:creationId xmlns:a16="http://schemas.microsoft.com/office/drawing/2014/main" id="{5C1180DF-1A4D-43DC-847B-03A05392A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03" y="432594"/>
              <a:ext cx="9637697" cy="6425406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9D7E0FD-861E-458A-A4A2-5D62D884729B}"/>
                </a:ext>
              </a:extLst>
            </p:cNvPr>
            <p:cNvSpPr/>
            <p:nvPr/>
          </p:nvSpPr>
          <p:spPr>
            <a:xfrm>
              <a:off x="176565" y="523174"/>
              <a:ext cx="2347759" cy="47000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GB" sz="2400" dirty="0">
                  <a:solidFill>
                    <a:srgbClr val="C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Magnetic</a:t>
              </a:r>
              <a:r>
                <a:rPr lang="en-GB" sz="2400" dirty="0">
                  <a:solidFill>
                    <a:srgbClr val="C00000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storage</a:t>
              </a:r>
              <a:endParaRPr lang="en-GB" sz="12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6C65996-467C-4518-8442-0A2C3A563A09}"/>
                </a:ext>
              </a:extLst>
            </p:cNvPr>
            <p:cNvSpPr/>
            <p:nvPr/>
          </p:nvSpPr>
          <p:spPr>
            <a:xfrm>
              <a:off x="6968267" y="4094548"/>
              <a:ext cx="492189" cy="307833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00C4F02-B3A7-41E9-A731-A309EC6721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535" y="4402381"/>
              <a:ext cx="6817263" cy="1716087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6E43EBC-9279-432D-BF6F-3C9843CD38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565" y="3767321"/>
              <a:ext cx="6791702" cy="327227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BB478E9-C761-4EE0-AB19-E086ABCF4F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238" y="4402381"/>
              <a:ext cx="3401218" cy="1777698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A7B0DC3-E886-42BD-8377-02076E2EE8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59240" y="3724462"/>
              <a:ext cx="3401216" cy="370086"/>
            </a:xfrm>
            <a:prstGeom prst="line">
              <a:avLst/>
            </a:prstGeom>
            <a:ln w="190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2FBD687-5F7D-40DC-9CB0-9D030AE15344}"/>
                </a:ext>
              </a:extLst>
            </p:cNvPr>
            <p:cNvGrpSpPr/>
            <p:nvPr/>
          </p:nvGrpSpPr>
          <p:grpSpPr>
            <a:xfrm>
              <a:off x="176565" y="3745155"/>
              <a:ext cx="3862035" cy="2412758"/>
              <a:chOff x="176565" y="3745155"/>
              <a:chExt cx="3862035" cy="2412758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4BFE13C-9471-4321-ADFA-F7CEB5329411}"/>
                  </a:ext>
                </a:extLst>
              </p:cNvPr>
              <p:cNvSpPr/>
              <p:nvPr/>
            </p:nvSpPr>
            <p:spPr>
              <a:xfrm>
                <a:off x="176565" y="3745155"/>
                <a:ext cx="3862035" cy="2412758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44" name="Picture 7">
                <a:extLst>
                  <a:ext uri="{FF2B5EF4-FFF2-40B4-BE49-F238E27FC236}">
                    <a16:creationId xmlns:a16="http://schemas.microsoft.com/office/drawing/2014/main" id="{11C9F849-B35E-4A19-A7F2-0DB387F7ED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7586" y="4392855"/>
                <a:ext cx="3308350" cy="720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5" name="Line 8">
                <a:extLst>
                  <a:ext uri="{FF2B5EF4-FFF2-40B4-BE49-F238E27FC236}">
                    <a16:creationId xmlns:a16="http://schemas.microsoft.com/office/drawing/2014/main" id="{80D53856-D8BD-413D-B6A3-6077A69E59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2886" y="5113577"/>
                <a:ext cx="0" cy="35877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6" name="Text Box 9">
                <a:extLst>
                  <a:ext uri="{FF2B5EF4-FFF2-40B4-BE49-F238E27FC236}">
                    <a16:creationId xmlns:a16="http://schemas.microsoft.com/office/drawing/2014/main" id="{62C9DC77-09FA-45B9-8AA2-2F70F4792F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6948" y="4032493"/>
                <a:ext cx="122237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Drive head</a:t>
                </a:r>
              </a:p>
            </p:txBody>
          </p:sp>
          <p:sp>
            <p:nvSpPr>
              <p:cNvPr id="47" name="Line 10">
                <a:extLst>
                  <a:ext uri="{FF2B5EF4-FFF2-40B4-BE49-F238E27FC236}">
                    <a16:creationId xmlns:a16="http://schemas.microsoft.com/office/drawing/2014/main" id="{E700F539-0FFE-4549-9A1F-F0BE7703A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16011" y="4969118"/>
                <a:ext cx="0" cy="5032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8" name="Text Box 11">
                <a:extLst>
                  <a:ext uri="{FF2B5EF4-FFF2-40B4-BE49-F238E27FC236}">
                    <a16:creationId xmlns:a16="http://schemas.microsoft.com/office/drawing/2014/main" id="{6912EE36-5DBF-4EB6-8696-2948F3D5CD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3261" y="5472355"/>
                <a:ext cx="885825" cy="646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Smoke</a:t>
                </a:r>
                <a:br>
                  <a:rPr lang="en-GB" sz="1800" dirty="0">
                    <a:latin typeface="+mn-lt"/>
                  </a:rPr>
                </a:br>
                <a:r>
                  <a:rPr lang="en-GB" sz="1800" dirty="0">
                    <a:latin typeface="+mn-lt"/>
                  </a:rPr>
                  <a:t>particle</a:t>
                </a:r>
              </a:p>
            </p:txBody>
          </p:sp>
          <p:sp>
            <p:nvSpPr>
              <p:cNvPr id="49" name="Line 12">
                <a:extLst>
                  <a:ext uri="{FF2B5EF4-FFF2-40B4-BE49-F238E27FC236}">
                    <a16:creationId xmlns:a16="http://schemas.microsoft.com/office/drawing/2014/main" id="{D74F9216-0A4D-4E6B-9860-991B75B23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7811" y="4176955"/>
                <a:ext cx="0" cy="4318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0" name="Text Box 13">
                <a:extLst>
                  <a:ext uri="{FF2B5EF4-FFF2-40B4-BE49-F238E27FC236}">
                    <a16:creationId xmlns:a16="http://schemas.microsoft.com/office/drawing/2014/main" id="{A9435096-60EF-4078-9E00-A8154519B6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8723" y="3745155"/>
                <a:ext cx="61277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Dust</a:t>
                </a:r>
              </a:p>
            </p:txBody>
          </p:sp>
          <p:sp>
            <p:nvSpPr>
              <p:cNvPr id="51" name="Line 14">
                <a:extLst>
                  <a:ext uri="{FF2B5EF4-FFF2-40B4-BE49-F238E27FC236}">
                    <a16:creationId xmlns:a16="http://schemas.microsoft.com/office/drawing/2014/main" id="{43DCFBB6-BB92-4F35-B9DF-8BEBA5AA0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95511" y="4969118"/>
                <a:ext cx="0" cy="5032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2" name="Text Box 15">
                <a:extLst>
                  <a:ext uri="{FF2B5EF4-FFF2-40B4-BE49-F238E27FC236}">
                    <a16:creationId xmlns:a16="http://schemas.microsoft.com/office/drawing/2014/main" id="{BFC3DBB4-2B65-4743-A0D5-49FB2DA9C7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6582" y="5610467"/>
                <a:ext cx="12192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Fingerprint</a:t>
                </a:r>
              </a:p>
            </p:txBody>
          </p:sp>
          <p:sp>
            <p:nvSpPr>
              <p:cNvPr id="53" name="Text Box 17">
                <a:extLst>
                  <a:ext uri="{FF2B5EF4-FFF2-40B4-BE49-F238E27FC236}">
                    <a16:creationId xmlns:a16="http://schemas.microsoft.com/office/drawing/2014/main" id="{CB197206-C73B-4893-94DA-C2130DC6B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2948" y="3745155"/>
                <a:ext cx="13081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Human hair</a:t>
                </a:r>
              </a:p>
            </p:txBody>
          </p:sp>
          <p:sp>
            <p:nvSpPr>
              <p:cNvPr id="54" name="Line 18">
                <a:extLst>
                  <a:ext uri="{FF2B5EF4-FFF2-40B4-BE49-F238E27FC236}">
                    <a16:creationId xmlns:a16="http://schemas.microsoft.com/office/drawing/2014/main" id="{0246CE75-1870-4A43-970F-14A4330E98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86048" y="4176955"/>
                <a:ext cx="0" cy="3603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5" name="Text Box 19">
                <a:extLst>
                  <a:ext uri="{FF2B5EF4-FFF2-40B4-BE49-F238E27FC236}">
                    <a16:creationId xmlns:a16="http://schemas.microsoft.com/office/drawing/2014/main" id="{2D8BD07E-BA2C-49BF-8E4E-007FC9A0FE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9361" y="5559546"/>
                <a:ext cx="574675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algn="ctr" eaLnBrk="0" hangingPunct="0"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GB" sz="1800" dirty="0">
                    <a:latin typeface="+mn-lt"/>
                  </a:rPr>
                  <a:t>Disk</a:t>
                </a:r>
              </a:p>
            </p:txBody>
          </p:sp>
        </p:grp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DBC29E03-827E-41F9-86F9-0C04500B95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email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21192" b="77824" l="28089" r="76188">
                          <a14:foregroundMark x1="39810" y1="26269" x2="39810" y2="26269"/>
                          <a14:foregroundMark x1="34266" y1="44560" x2="32788" y2="39845"/>
                          <a14:foregroundMark x1="32788" y1="39845" x2="32365" y2="30984"/>
                          <a14:foregroundMark x1="32365" y1="30984" x2="31045" y2="26891"/>
                          <a14:foregroundMark x1="31045" y1="26891" x2="34213" y2="23782"/>
                          <a14:foregroundMark x1="34213" y1="23782" x2="36008" y2="23782"/>
                          <a14:foregroundMark x1="29250" y1="29016" x2="28247" y2="24922"/>
                          <a14:foregroundMark x1="28247" y1="24922" x2="32049" y2="23420"/>
                          <a14:foregroundMark x1="31679" y1="45907" x2="35533" y2="64301"/>
                          <a14:foregroundMark x1="35533" y1="64301" x2="37064" y2="66114"/>
                          <a14:foregroundMark x1="36959" y1="74093" x2="41922" y2="75596"/>
                          <a14:foregroundMark x1="41922" y1="75596" x2="46515" y2="75544"/>
                          <a14:foregroundMark x1="46515" y1="75544" x2="60560" y2="76736"/>
                          <a14:foregroundMark x1="60560" y1="76736" x2="60771" y2="76632"/>
                          <a14:foregroundMark x1="42027" y1="76321" x2="46674" y2="76632"/>
                          <a14:foregroundMark x1="46674" y1="76632" x2="51954" y2="76477"/>
                          <a14:foregroundMark x1="51954" y1="76477" x2="70275" y2="77668"/>
                          <a14:foregroundMark x1="61721" y1="77824" x2="64836" y2="77668"/>
                          <a14:foregroundMark x1="72439" y1="76736" x2="70116" y2="68290"/>
                          <a14:foregroundMark x1="70116" y1="68290" x2="70803" y2="63731"/>
                          <a14:foregroundMark x1="70803" y1="63731" x2="69747" y2="59482"/>
                          <a14:foregroundMark x1="69747" y1="59482" x2="60190" y2="63575"/>
                          <a14:foregroundMark x1="60190" y1="63575" x2="54541" y2="64197"/>
                          <a14:foregroundMark x1="54541" y1="64197" x2="44562" y2="59430"/>
                          <a14:foregroundMark x1="44562" y1="59430" x2="44192" y2="54870"/>
                          <a14:foregroundMark x1="44192" y1="54870" x2="48680" y2="51503"/>
                          <a14:foregroundMark x1="48680" y1="51503" x2="64942" y2="45181"/>
                          <a14:foregroundMark x1="64942" y1="45181" x2="59398" y2="42021"/>
                          <a14:foregroundMark x1="59398" y1="42021" x2="42027" y2="37824"/>
                          <a14:foregroundMark x1="42027" y1="37824" x2="41605" y2="33264"/>
                          <a14:foregroundMark x1="41605" y1="33264" x2="46251" y2="29223"/>
                          <a14:foregroundMark x1="46251" y1="29223" x2="60824" y2="24560"/>
                          <a14:foregroundMark x1="60824" y1="24560" x2="65998" y2="24922"/>
                          <a14:foregroundMark x1="65998" y1="24922" x2="69799" y2="27358"/>
                          <a14:foregroundMark x1="69799" y1="27358" x2="70222" y2="31917"/>
                          <a14:foregroundMark x1="70222" y1="31917" x2="68638" y2="36062"/>
                          <a14:foregroundMark x1="68638" y1="36062" x2="68902" y2="37927"/>
                          <a14:foregroundMark x1="56177" y1="30415" x2="60348" y2="34456"/>
                          <a14:foregroundMark x1="60348" y1="34456" x2="62144" y2="38394"/>
                          <a14:foregroundMark x1="62144" y1="38394" x2="62460" y2="49067"/>
                          <a14:foregroundMark x1="62460" y1="49067" x2="56811" y2="57202"/>
                          <a14:foregroundMark x1="56811" y1="57202" x2="53485" y2="57098"/>
                          <a14:foregroundMark x1="68057" y1="39585" x2="68796" y2="54611"/>
                          <a14:foregroundMark x1="68796" y1="54611" x2="72386" y2="63782"/>
                          <a14:foregroundMark x1="65259" y1="57513" x2="61880" y2="54767"/>
                          <a14:foregroundMark x1="61880" y1="54767" x2="60665" y2="54715"/>
                          <a14:foregroundMark x1="41763" y1="47047" x2="42714" y2="57513"/>
                          <a14:foregroundMark x1="42714" y1="57513" x2="42397" y2="59534"/>
                          <a14:foregroundMark x1="37909" y1="41088" x2="41975" y2="49430"/>
                          <a14:foregroundMark x1="41975" y1="49430" x2="42027" y2="49482"/>
                          <a14:foregroundMark x1="40444" y1="47306" x2="38648" y2="56269"/>
                          <a14:foregroundMark x1="38648" y1="56269" x2="40021" y2="61140"/>
                          <a14:foregroundMark x1="40021" y1="61140" x2="55016" y2="70363"/>
                          <a14:foregroundMark x1="48997" y1="53731" x2="54277" y2="60363"/>
                          <a14:foregroundMark x1="54277" y1="60363" x2="57550" y2="62021"/>
                          <a14:foregroundMark x1="49736" y1="52694" x2="50158" y2="56995"/>
                          <a14:foregroundMark x1="50158" y1="56995" x2="52270" y2="60933"/>
                          <a14:foregroundMark x1="52270" y1="60933" x2="54171" y2="62280"/>
                          <a14:foregroundMark x1="40021" y1="53523" x2="44298" y2="61244"/>
                          <a14:foregroundMark x1="44298" y1="61244" x2="45195" y2="61710"/>
                          <a14:foregroundMark x1="45195" y1="66269" x2="53379" y2="70984"/>
                          <a14:foregroundMark x1="53379" y1="70984" x2="54065" y2="70984"/>
                          <a14:foregroundMark x1="48733" y1="65751" x2="55016" y2="68446"/>
                          <a14:foregroundMark x1="53907" y1="72073" x2="55913" y2="72176"/>
                          <a14:foregroundMark x1="57445" y1="69275" x2="58553" y2="67513"/>
                          <a14:foregroundMark x1="60401" y1="64922" x2="64203" y2="72798"/>
                          <a14:foregroundMark x1="64203" y1="72798" x2="68427" y2="71244"/>
                          <a14:foregroundMark x1="68427" y1="71244" x2="68479" y2="71192"/>
                          <a14:foregroundMark x1="58712" y1="72591" x2="55808" y2="69482"/>
                          <a14:foregroundMark x1="55808" y1="69482" x2="56125" y2="68238"/>
                          <a14:foregroundMark x1="61721" y1="73316" x2="65945" y2="73316"/>
                          <a14:foregroundMark x1="65945" y1="73316" x2="68374" y2="73420"/>
                          <a14:foregroundMark x1="67265" y1="69689" x2="69324" y2="69741"/>
                          <a14:foregroundMark x1="68163" y1="58601" x2="65787" y2="56788"/>
                          <a14:foregroundMark x1="70275" y1="52642" x2="68796" y2="51295"/>
                          <a14:foregroundMark x1="71806" y1="72176" x2="73231" y2="58705"/>
                          <a14:foregroundMark x1="73231" y1="58705" x2="70908" y2="52228"/>
                          <a14:foregroundMark x1="74762" y1="73679" x2="76188" y2="69171"/>
                          <a14:foregroundMark x1="76188" y1="69171" x2="75766" y2="67202"/>
                          <a14:foregroundMark x1="73126" y1="69741" x2="73548" y2="65596"/>
                          <a14:foregroundMark x1="73548" y1="65596" x2="75026" y2="64249"/>
                          <a14:foregroundMark x1="51795" y1="24197" x2="41341" y2="24249"/>
                          <a14:foregroundMark x1="41341" y1="24249" x2="38068" y2="25337"/>
                          <a14:foregroundMark x1="48627" y1="40570" x2="49894" y2="45907"/>
                          <a14:foregroundMark x1="50528" y1="35492" x2="53379" y2="32228"/>
                          <a14:foregroundMark x1="53379" y1="32228" x2="54699" y2="36736"/>
                          <a14:foregroundMark x1="54699" y1="36736" x2="53960" y2="37720"/>
                          <a14:foregroundMark x1="58395" y1="26943" x2="61827" y2="30052"/>
                          <a14:foregroundMark x1="61827" y1="30052" x2="62724" y2="31606"/>
                          <a14:foregroundMark x1="51214" y1="23005" x2="47254" y2="21192"/>
                          <a14:foregroundMark x1="47254" y1="21192" x2="42291" y2="2119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l="26784" t="22106" r="31271" b="21680"/>
            <a:stretch/>
          </p:blipFill>
          <p:spPr>
            <a:xfrm>
              <a:off x="7477021" y="419099"/>
              <a:ext cx="4714979" cy="6438901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234775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Magnetic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E9BDA98-7FC2-4A12-B23B-4F9F22971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459993"/>
              </p:ext>
            </p:extLst>
          </p:nvPr>
        </p:nvGraphicFramePr>
        <p:xfrm>
          <a:off x="284449" y="1607054"/>
          <a:ext cx="3007956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07956">
                  <a:extLst>
                    <a:ext uri="{9D8B030D-6E8A-4147-A177-3AD203B41FA5}">
                      <a16:colId xmlns:a16="http://schemas.microsoft.com/office/drawing/2014/main" val="2928880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Positives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39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Cheap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924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Large capacity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0851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20349590-7D59-4837-97D9-06398D28A3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495976"/>
              </p:ext>
            </p:extLst>
          </p:nvPr>
        </p:nvGraphicFramePr>
        <p:xfrm>
          <a:off x="3420343" y="1607054"/>
          <a:ext cx="3007956" cy="111252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007956">
                  <a:extLst>
                    <a:ext uri="{9D8B030D-6E8A-4147-A177-3AD203B41FA5}">
                      <a16:colId xmlns:a16="http://schemas.microsoft.com/office/drawing/2014/main" val="2928880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Negatives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439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Slow access times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924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Fragile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08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103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3388172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types of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4ACB0E4-23D1-4843-A07B-0611853270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8419711"/>
              </p:ext>
            </p:extLst>
          </p:nvPr>
        </p:nvGraphicFramePr>
        <p:xfrm>
          <a:off x="315750" y="993174"/>
          <a:ext cx="8641637" cy="538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E64D6CB9-B4F4-4241-A607-988F6BA4754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7246" y="1059148"/>
            <a:ext cx="1619250" cy="1619250"/>
          </a:xfrm>
          <a:prstGeom prst="rect">
            <a:avLst/>
          </a:prstGeom>
        </p:spPr>
      </p:pic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4990D77A-43DD-465A-A634-5B3FAED2A776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68340" y="2800349"/>
            <a:ext cx="1792447" cy="1792447"/>
          </a:xfrm>
          <a:prstGeom prst="rect">
            <a:avLst/>
          </a:prstGeom>
        </p:spPr>
      </p:pic>
      <p:pic>
        <p:nvPicPr>
          <p:cNvPr id="13" name="Picture 12" descr="A close up of a sign&#10;&#10;Description automatically generated">
            <a:extLst>
              <a:ext uri="{FF2B5EF4-FFF2-40B4-BE49-F238E27FC236}">
                <a16:creationId xmlns:a16="http://schemas.microsoft.com/office/drawing/2014/main" id="{19219F5B-FA9A-44DE-8B53-8D1E7A2CDEC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7849" y="4762500"/>
            <a:ext cx="1615474" cy="1615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50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circuit board&#10;&#10;Description automatically generated">
            <a:extLst>
              <a:ext uri="{FF2B5EF4-FFF2-40B4-BE49-F238E27FC236}">
                <a16:creationId xmlns:a16="http://schemas.microsoft.com/office/drawing/2014/main" id="{03D4F221-3D0B-4E08-A18B-E4DFA03B1F4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2763" y="462221"/>
            <a:ext cx="5489237" cy="3696401"/>
          </a:xfrm>
          <a:prstGeom prst="rect">
            <a:avLst/>
          </a:prstGeom>
        </p:spPr>
      </p:pic>
      <p:pic>
        <p:nvPicPr>
          <p:cNvPr id="18" name="Picture 17" descr="A circuit board&#10;&#10;Description automatically generated">
            <a:extLst>
              <a:ext uri="{FF2B5EF4-FFF2-40B4-BE49-F238E27FC236}">
                <a16:creationId xmlns:a16="http://schemas.microsoft.com/office/drawing/2014/main" id="{BA96CEAB-3842-477A-9084-A10BC7B7B21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43550" y="1495603"/>
            <a:ext cx="6648451" cy="53623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320318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Solid-state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/flash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4D2AFBC-993A-4440-8469-3054ABEEDF40}"/>
              </a:ext>
            </a:extLst>
          </p:cNvPr>
          <p:cNvGrpSpPr/>
          <p:nvPr/>
        </p:nvGrpSpPr>
        <p:grpSpPr>
          <a:xfrm>
            <a:off x="809625" y="2371725"/>
            <a:ext cx="4733925" cy="1981200"/>
            <a:chOff x="809625" y="2371725"/>
            <a:chExt cx="4733925" cy="19812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353AF4-8771-41EB-97D2-51A766A918F4}"/>
                </a:ext>
              </a:extLst>
            </p:cNvPr>
            <p:cNvCxnSpPr/>
            <p:nvPr/>
          </p:nvCxnSpPr>
          <p:spPr>
            <a:xfrm>
              <a:off x="809625" y="2371725"/>
              <a:ext cx="4733925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F3B54DB-A006-4D80-A6C8-2246866CE677}"/>
                </a:ext>
              </a:extLst>
            </p:cNvPr>
            <p:cNvCxnSpPr/>
            <p:nvPr/>
          </p:nvCxnSpPr>
          <p:spPr>
            <a:xfrm>
              <a:off x="809625" y="4352925"/>
              <a:ext cx="4733925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903D8FB-AA2A-4342-8C12-F39C78B70291}"/>
                </a:ext>
              </a:extLst>
            </p:cNvPr>
            <p:cNvSpPr/>
            <p:nvPr/>
          </p:nvSpPr>
          <p:spPr>
            <a:xfrm>
              <a:off x="809625" y="2724150"/>
              <a:ext cx="4733925" cy="4692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/>
                <a:t>Oxide layer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D893BF-1A69-447D-9A7E-637A69B32D84}"/>
                </a:ext>
              </a:extLst>
            </p:cNvPr>
            <p:cNvSpPr/>
            <p:nvPr/>
          </p:nvSpPr>
          <p:spPr>
            <a:xfrm>
              <a:off x="809625" y="3522995"/>
              <a:ext cx="4733925" cy="4692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/>
                <a:t>Oxide layer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7C5A943-9E61-402A-8B57-B8D3656438FA}"/>
              </a:ext>
            </a:extLst>
          </p:cNvPr>
          <p:cNvSpPr txBox="1"/>
          <p:nvPr/>
        </p:nvSpPr>
        <p:spPr>
          <a:xfrm>
            <a:off x="4263635" y="3184748"/>
            <a:ext cx="1355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floating gate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C026E07-980F-4345-A23D-69F7CA5FBA88}"/>
              </a:ext>
            </a:extLst>
          </p:cNvPr>
          <p:cNvSpPr/>
          <p:nvPr/>
        </p:nvSpPr>
        <p:spPr>
          <a:xfrm>
            <a:off x="94359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F5F6290-FEC5-449E-AD6D-B5C90091B190}"/>
              </a:ext>
            </a:extLst>
          </p:cNvPr>
          <p:cNvCxnSpPr/>
          <p:nvPr/>
        </p:nvCxnSpPr>
        <p:spPr>
          <a:xfrm>
            <a:off x="176565" y="4158622"/>
            <a:ext cx="63306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9B427044-7FE1-49C7-A5B4-EB36FC5CA0D1}"/>
              </a:ext>
            </a:extLst>
          </p:cNvPr>
          <p:cNvSpPr/>
          <p:nvPr/>
        </p:nvSpPr>
        <p:spPr>
          <a:xfrm>
            <a:off x="138818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91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circuit board&#10;&#10;Description automatically generated">
            <a:extLst>
              <a:ext uri="{FF2B5EF4-FFF2-40B4-BE49-F238E27FC236}">
                <a16:creationId xmlns:a16="http://schemas.microsoft.com/office/drawing/2014/main" id="{462EF11D-6D16-41EC-A4B0-9F0210181F3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2763" y="462221"/>
            <a:ext cx="5489237" cy="3696401"/>
          </a:xfrm>
          <a:prstGeom prst="rect">
            <a:avLst/>
          </a:prstGeom>
        </p:spPr>
      </p:pic>
      <p:pic>
        <p:nvPicPr>
          <p:cNvPr id="28" name="Picture 27" descr="A circuit board&#10;&#10;Description automatically generated">
            <a:extLst>
              <a:ext uri="{FF2B5EF4-FFF2-40B4-BE49-F238E27FC236}">
                <a16:creationId xmlns:a16="http://schemas.microsoft.com/office/drawing/2014/main" id="{2F06F44B-299C-4C31-9266-A606F84BBC9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43550" y="1495603"/>
            <a:ext cx="6648451" cy="53623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320318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Solid-state/flash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4D2AFBC-993A-4440-8469-3054ABEEDF40}"/>
              </a:ext>
            </a:extLst>
          </p:cNvPr>
          <p:cNvGrpSpPr/>
          <p:nvPr/>
        </p:nvGrpSpPr>
        <p:grpSpPr>
          <a:xfrm>
            <a:off x="809625" y="2371725"/>
            <a:ext cx="4733925" cy="1981200"/>
            <a:chOff x="809625" y="2371725"/>
            <a:chExt cx="4733925" cy="198120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5353AF4-8771-41EB-97D2-51A766A918F4}"/>
                </a:ext>
              </a:extLst>
            </p:cNvPr>
            <p:cNvCxnSpPr/>
            <p:nvPr/>
          </p:nvCxnSpPr>
          <p:spPr>
            <a:xfrm>
              <a:off x="809625" y="2371725"/>
              <a:ext cx="4733925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F3B54DB-A006-4D80-A6C8-2246866CE677}"/>
                </a:ext>
              </a:extLst>
            </p:cNvPr>
            <p:cNvCxnSpPr/>
            <p:nvPr/>
          </p:nvCxnSpPr>
          <p:spPr>
            <a:xfrm>
              <a:off x="809625" y="4352925"/>
              <a:ext cx="4733925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903D8FB-AA2A-4342-8C12-F39C78B70291}"/>
                </a:ext>
              </a:extLst>
            </p:cNvPr>
            <p:cNvSpPr/>
            <p:nvPr/>
          </p:nvSpPr>
          <p:spPr>
            <a:xfrm>
              <a:off x="809625" y="2724150"/>
              <a:ext cx="4733925" cy="4692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/>
                <a:t>Oxide layer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D893BF-1A69-447D-9A7E-637A69B32D84}"/>
                </a:ext>
              </a:extLst>
            </p:cNvPr>
            <p:cNvSpPr/>
            <p:nvPr/>
          </p:nvSpPr>
          <p:spPr>
            <a:xfrm>
              <a:off x="809625" y="3522995"/>
              <a:ext cx="4733925" cy="4692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/>
                <a:t>Oxide layer</a:t>
              </a:r>
            </a:p>
          </p:txBody>
        </p:sp>
      </p:grpSp>
      <p:sp>
        <p:nvSpPr>
          <p:cNvPr id="7" name="Oval 6">
            <a:extLst>
              <a:ext uri="{FF2B5EF4-FFF2-40B4-BE49-F238E27FC236}">
                <a16:creationId xmlns:a16="http://schemas.microsoft.com/office/drawing/2014/main" id="{FC4BDF6E-2C7B-4DA4-B964-7733C4FFBF45}"/>
              </a:ext>
            </a:extLst>
          </p:cNvPr>
          <p:cNvSpPr/>
          <p:nvPr/>
        </p:nvSpPr>
        <p:spPr>
          <a:xfrm>
            <a:off x="94359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C5A943-9E61-402A-8B57-B8D3656438FA}"/>
              </a:ext>
            </a:extLst>
          </p:cNvPr>
          <p:cNvSpPr txBox="1"/>
          <p:nvPr/>
        </p:nvSpPr>
        <p:spPr>
          <a:xfrm>
            <a:off x="4263635" y="3184748"/>
            <a:ext cx="1355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floating gate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C51436-67F6-453F-AD67-E40285BF0C8C}"/>
              </a:ext>
            </a:extLst>
          </p:cNvPr>
          <p:cNvCxnSpPr/>
          <p:nvPr/>
        </p:nvCxnSpPr>
        <p:spPr>
          <a:xfrm>
            <a:off x="176565" y="4158622"/>
            <a:ext cx="63306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6B52057-02AD-4663-8FC2-DF629B6040B1}"/>
              </a:ext>
            </a:extLst>
          </p:cNvPr>
          <p:cNvSpPr/>
          <p:nvPr/>
        </p:nvSpPr>
        <p:spPr>
          <a:xfrm>
            <a:off x="138818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C719270-694D-481F-A10D-11F0EBF94CB0}"/>
              </a:ext>
            </a:extLst>
          </p:cNvPr>
          <p:cNvSpPr/>
          <p:nvPr/>
        </p:nvSpPr>
        <p:spPr>
          <a:xfrm>
            <a:off x="183277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0842869-CC08-4963-9C39-FCE8DDDED515}"/>
              </a:ext>
            </a:extLst>
          </p:cNvPr>
          <p:cNvSpPr/>
          <p:nvPr/>
        </p:nvSpPr>
        <p:spPr>
          <a:xfrm>
            <a:off x="2277367" y="4005261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8C41974-C033-4FE2-8954-95E681470CED}"/>
              </a:ext>
            </a:extLst>
          </p:cNvPr>
          <p:cNvSpPr/>
          <p:nvPr/>
        </p:nvSpPr>
        <p:spPr>
          <a:xfrm>
            <a:off x="2721957" y="4005261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B65346E-CF2D-4570-87B6-F2BEC96A1F56}"/>
              </a:ext>
            </a:extLst>
          </p:cNvPr>
          <p:cNvSpPr/>
          <p:nvPr/>
        </p:nvSpPr>
        <p:spPr>
          <a:xfrm>
            <a:off x="3166547" y="320197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FE5B6ED-C15C-4029-9429-D1D085B8613B}"/>
              </a:ext>
            </a:extLst>
          </p:cNvPr>
          <p:cNvSpPr/>
          <p:nvPr/>
        </p:nvSpPr>
        <p:spPr>
          <a:xfrm>
            <a:off x="3611137" y="400400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C082293-7381-4F52-8F2D-690FB6FF2BE4}"/>
              </a:ext>
            </a:extLst>
          </p:cNvPr>
          <p:cNvSpPr/>
          <p:nvPr/>
        </p:nvSpPr>
        <p:spPr>
          <a:xfrm>
            <a:off x="4055727" y="400400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2C6F943-8702-4F8B-9F2E-0596BEA90641}"/>
              </a:ext>
            </a:extLst>
          </p:cNvPr>
          <p:cNvSpPr/>
          <p:nvPr/>
        </p:nvSpPr>
        <p:spPr>
          <a:xfrm>
            <a:off x="4500317" y="400400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0AC23DB-60C4-499F-A0C7-4B3E6410EFB6}"/>
              </a:ext>
            </a:extLst>
          </p:cNvPr>
          <p:cNvCxnSpPr>
            <a:cxnSpLocks/>
          </p:cNvCxnSpPr>
          <p:nvPr/>
        </p:nvCxnSpPr>
        <p:spPr>
          <a:xfrm flipV="1">
            <a:off x="3324577" y="3522995"/>
            <a:ext cx="0" cy="6356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A03A76E8-493B-4134-9C00-47B5FB6E641B}"/>
              </a:ext>
            </a:extLst>
          </p:cNvPr>
          <p:cNvSpPr/>
          <p:nvPr/>
        </p:nvSpPr>
        <p:spPr>
          <a:xfrm>
            <a:off x="4946067" y="4003230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961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rcuit board&#10;&#10;Description automatically generated">
            <a:extLst>
              <a:ext uri="{FF2B5EF4-FFF2-40B4-BE49-F238E27FC236}">
                <a16:creationId xmlns:a16="http://schemas.microsoft.com/office/drawing/2014/main" id="{620CDEB8-127F-46B3-9803-FFE80AEC12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2763" y="462221"/>
            <a:ext cx="5489237" cy="3696401"/>
          </a:xfrm>
          <a:prstGeom prst="rect">
            <a:avLst/>
          </a:prstGeom>
        </p:spPr>
      </p:pic>
      <p:pic>
        <p:nvPicPr>
          <p:cNvPr id="6" name="Picture 5" descr="A circuit board&#10;&#10;Description automatically generated">
            <a:extLst>
              <a:ext uri="{FF2B5EF4-FFF2-40B4-BE49-F238E27FC236}">
                <a16:creationId xmlns:a16="http://schemas.microsoft.com/office/drawing/2014/main" id="{61D209E1-3A84-459D-A024-C75087A94CE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43550" y="1495603"/>
            <a:ext cx="6648451" cy="53623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320318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Solid-state/flash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D0BFD51-6BAE-482B-A96F-0BE393C8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093893"/>
              </p:ext>
            </p:extLst>
          </p:nvPr>
        </p:nvGraphicFramePr>
        <p:xfrm>
          <a:off x="336275" y="4888682"/>
          <a:ext cx="3007956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07956">
                  <a:extLst>
                    <a:ext uri="{9D8B030D-6E8A-4147-A177-3AD203B41FA5}">
                      <a16:colId xmlns:a16="http://schemas.microsoft.com/office/drawing/2014/main" val="2928880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Positives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39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Durable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924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Fast access times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085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B704ABFD-961B-4B59-8644-2C9F7FC44818}"/>
              </a:ext>
            </a:extLst>
          </p:cNvPr>
          <p:cNvGrpSpPr/>
          <p:nvPr/>
        </p:nvGrpSpPr>
        <p:grpSpPr>
          <a:xfrm>
            <a:off x="809625" y="2371725"/>
            <a:ext cx="4733925" cy="1981200"/>
            <a:chOff x="809625" y="2371725"/>
            <a:chExt cx="4733925" cy="19812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9A40CE-CB0D-47DB-8418-C4974BCD1944}"/>
                </a:ext>
              </a:extLst>
            </p:cNvPr>
            <p:cNvCxnSpPr/>
            <p:nvPr/>
          </p:nvCxnSpPr>
          <p:spPr>
            <a:xfrm>
              <a:off x="809625" y="2371725"/>
              <a:ext cx="4733925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B156872-955C-474E-A86A-26A9749A6E1D}"/>
                </a:ext>
              </a:extLst>
            </p:cNvPr>
            <p:cNvCxnSpPr/>
            <p:nvPr/>
          </p:nvCxnSpPr>
          <p:spPr>
            <a:xfrm>
              <a:off x="809625" y="4352925"/>
              <a:ext cx="4733925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AD13830-A91B-4F07-84DF-48CB947BD0E4}"/>
                </a:ext>
              </a:extLst>
            </p:cNvPr>
            <p:cNvSpPr/>
            <p:nvPr/>
          </p:nvSpPr>
          <p:spPr>
            <a:xfrm>
              <a:off x="809625" y="2724150"/>
              <a:ext cx="4733925" cy="4692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/>
                <a:t>Oxide layer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9F23F-5726-4C3E-BF7B-83E1D2B5353D}"/>
                </a:ext>
              </a:extLst>
            </p:cNvPr>
            <p:cNvSpPr/>
            <p:nvPr/>
          </p:nvSpPr>
          <p:spPr>
            <a:xfrm>
              <a:off x="809625" y="3522995"/>
              <a:ext cx="4733925" cy="4692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/>
                <a:t>Oxide layer</a:t>
              </a:r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84573631-A7C5-45FA-AC48-5BF9FADA9442}"/>
              </a:ext>
            </a:extLst>
          </p:cNvPr>
          <p:cNvSpPr/>
          <p:nvPr/>
        </p:nvSpPr>
        <p:spPr>
          <a:xfrm>
            <a:off x="94359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D77E72-063A-499C-A26C-09D5AD7762A9}"/>
              </a:ext>
            </a:extLst>
          </p:cNvPr>
          <p:cNvSpPr txBox="1"/>
          <p:nvPr/>
        </p:nvSpPr>
        <p:spPr>
          <a:xfrm>
            <a:off x="4263635" y="3184748"/>
            <a:ext cx="1355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floating gate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F915534-9EC5-4AF4-BAF5-E8F398A0C82B}"/>
              </a:ext>
            </a:extLst>
          </p:cNvPr>
          <p:cNvCxnSpPr/>
          <p:nvPr/>
        </p:nvCxnSpPr>
        <p:spPr>
          <a:xfrm>
            <a:off x="176565" y="4158622"/>
            <a:ext cx="63306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4A8D1BC-7E73-4EA5-839C-8B81D1C5F80C}"/>
              </a:ext>
            </a:extLst>
          </p:cNvPr>
          <p:cNvSpPr/>
          <p:nvPr/>
        </p:nvSpPr>
        <p:spPr>
          <a:xfrm>
            <a:off x="138818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95390C-06D3-4F3C-8B25-6677EE90ABD0}"/>
              </a:ext>
            </a:extLst>
          </p:cNvPr>
          <p:cNvSpPr/>
          <p:nvPr/>
        </p:nvSpPr>
        <p:spPr>
          <a:xfrm>
            <a:off x="183277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CA68E2D-F9CA-4B0B-9D2E-3C6E270136A6}"/>
              </a:ext>
            </a:extLst>
          </p:cNvPr>
          <p:cNvSpPr/>
          <p:nvPr/>
        </p:nvSpPr>
        <p:spPr>
          <a:xfrm>
            <a:off x="2277367" y="4005261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3D868FF-1B7D-44E7-96A3-143164CF37A2}"/>
              </a:ext>
            </a:extLst>
          </p:cNvPr>
          <p:cNvSpPr/>
          <p:nvPr/>
        </p:nvSpPr>
        <p:spPr>
          <a:xfrm>
            <a:off x="2721957" y="4005261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ADF80C9-6A13-4E9D-90D0-934F5A7ACD7C}"/>
              </a:ext>
            </a:extLst>
          </p:cNvPr>
          <p:cNvSpPr/>
          <p:nvPr/>
        </p:nvSpPr>
        <p:spPr>
          <a:xfrm>
            <a:off x="3166547" y="320197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EF84D46-FCF8-42B6-BFE4-6EE925F71573}"/>
              </a:ext>
            </a:extLst>
          </p:cNvPr>
          <p:cNvSpPr/>
          <p:nvPr/>
        </p:nvSpPr>
        <p:spPr>
          <a:xfrm>
            <a:off x="3611137" y="400400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2302C31-0E80-4083-A9A8-3D8B23C2F581}"/>
              </a:ext>
            </a:extLst>
          </p:cNvPr>
          <p:cNvSpPr/>
          <p:nvPr/>
        </p:nvSpPr>
        <p:spPr>
          <a:xfrm>
            <a:off x="4055727" y="400400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7A3C640-72EB-485B-A97E-DE3D82E9E08B}"/>
              </a:ext>
            </a:extLst>
          </p:cNvPr>
          <p:cNvSpPr/>
          <p:nvPr/>
        </p:nvSpPr>
        <p:spPr>
          <a:xfrm>
            <a:off x="4500317" y="400400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372AAAA-C1E0-41C6-876D-89C978E95DE6}"/>
              </a:ext>
            </a:extLst>
          </p:cNvPr>
          <p:cNvCxnSpPr>
            <a:cxnSpLocks/>
          </p:cNvCxnSpPr>
          <p:nvPr/>
        </p:nvCxnSpPr>
        <p:spPr>
          <a:xfrm flipV="1">
            <a:off x="3324577" y="3522995"/>
            <a:ext cx="0" cy="6356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92A67A8-5404-419A-807D-2E0A2A60CF96}"/>
              </a:ext>
            </a:extLst>
          </p:cNvPr>
          <p:cNvSpPr/>
          <p:nvPr/>
        </p:nvSpPr>
        <p:spPr>
          <a:xfrm>
            <a:off x="4946067" y="4003230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0023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rcuit board&#10;&#10;Description automatically generated">
            <a:extLst>
              <a:ext uri="{FF2B5EF4-FFF2-40B4-BE49-F238E27FC236}">
                <a16:creationId xmlns:a16="http://schemas.microsoft.com/office/drawing/2014/main" id="{4C62DE51-6B41-44CB-BBBA-94626ABC60B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2763" y="462221"/>
            <a:ext cx="5489237" cy="3696401"/>
          </a:xfrm>
          <a:prstGeom prst="rect">
            <a:avLst/>
          </a:prstGeom>
        </p:spPr>
      </p:pic>
      <p:pic>
        <p:nvPicPr>
          <p:cNvPr id="6" name="Picture 5" descr="A circuit board&#10;&#10;Description automatically generated">
            <a:extLst>
              <a:ext uri="{FF2B5EF4-FFF2-40B4-BE49-F238E27FC236}">
                <a16:creationId xmlns:a16="http://schemas.microsoft.com/office/drawing/2014/main" id="{DA94D5D3-5E7E-402D-B38E-F1403D1CFC4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43550" y="1495603"/>
            <a:ext cx="6648451" cy="53623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4C89998-826D-47DF-84C5-F97104F62CCC}"/>
              </a:ext>
            </a:extLst>
          </p:cNvPr>
          <p:cNvSpPr/>
          <p:nvPr/>
        </p:nvSpPr>
        <p:spPr>
          <a:xfrm>
            <a:off x="176565" y="523174"/>
            <a:ext cx="3203185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Solid-state/flash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AD0BFD51-6BAE-482B-A96F-0BE393C82F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839851"/>
              </p:ext>
            </p:extLst>
          </p:nvPr>
        </p:nvGraphicFramePr>
        <p:xfrm>
          <a:off x="336275" y="4888682"/>
          <a:ext cx="3007956" cy="11125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07956">
                  <a:extLst>
                    <a:ext uri="{9D8B030D-6E8A-4147-A177-3AD203B41FA5}">
                      <a16:colId xmlns:a16="http://schemas.microsoft.com/office/drawing/2014/main" val="2928880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Positives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39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Durable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924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Fast access times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0851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700D1E4-25F2-4080-855F-7AE7DF9B7E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911503"/>
              </p:ext>
            </p:extLst>
          </p:nvPr>
        </p:nvGraphicFramePr>
        <p:xfrm>
          <a:off x="3559087" y="4888682"/>
          <a:ext cx="3007956" cy="111252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3007956">
                  <a:extLst>
                    <a:ext uri="{9D8B030D-6E8A-4147-A177-3AD203B41FA5}">
                      <a16:colId xmlns:a16="http://schemas.microsoft.com/office/drawing/2014/main" val="29288809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Negatives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397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Cost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8924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GB" dirty="0"/>
                        <a:t>Limited read/write cycles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550851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F2476C37-373D-4F54-B6E7-2AD6A004DD91}"/>
              </a:ext>
            </a:extLst>
          </p:cNvPr>
          <p:cNvGrpSpPr/>
          <p:nvPr/>
        </p:nvGrpSpPr>
        <p:grpSpPr>
          <a:xfrm>
            <a:off x="809625" y="2371725"/>
            <a:ext cx="4733925" cy="1981200"/>
            <a:chOff x="809625" y="2371725"/>
            <a:chExt cx="4733925" cy="1981200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6F8ADB7-E1BC-4F99-802A-0601E50A8A8E}"/>
                </a:ext>
              </a:extLst>
            </p:cNvPr>
            <p:cNvCxnSpPr/>
            <p:nvPr/>
          </p:nvCxnSpPr>
          <p:spPr>
            <a:xfrm>
              <a:off x="809625" y="2371725"/>
              <a:ext cx="4733925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80ABE60-15CB-4CFB-8026-986A6618E940}"/>
                </a:ext>
              </a:extLst>
            </p:cNvPr>
            <p:cNvCxnSpPr/>
            <p:nvPr/>
          </p:nvCxnSpPr>
          <p:spPr>
            <a:xfrm>
              <a:off x="809625" y="4352925"/>
              <a:ext cx="4733925" cy="0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3B43B1E-2B54-4554-9013-C2E92CACB7BD}"/>
                </a:ext>
              </a:extLst>
            </p:cNvPr>
            <p:cNvSpPr/>
            <p:nvPr/>
          </p:nvSpPr>
          <p:spPr>
            <a:xfrm>
              <a:off x="809625" y="2724150"/>
              <a:ext cx="4733925" cy="4692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/>
                <a:t>Oxide layer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D09230-5171-4BD8-9F72-951014B7574E}"/>
                </a:ext>
              </a:extLst>
            </p:cNvPr>
            <p:cNvSpPr/>
            <p:nvPr/>
          </p:nvSpPr>
          <p:spPr>
            <a:xfrm>
              <a:off x="809625" y="3522995"/>
              <a:ext cx="4733925" cy="4692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dirty="0"/>
                <a:t>Oxide layer</a:t>
              </a:r>
            </a:p>
          </p:txBody>
        </p:sp>
      </p:grpSp>
      <p:sp>
        <p:nvSpPr>
          <p:cNvPr id="27" name="Oval 26">
            <a:extLst>
              <a:ext uri="{FF2B5EF4-FFF2-40B4-BE49-F238E27FC236}">
                <a16:creationId xmlns:a16="http://schemas.microsoft.com/office/drawing/2014/main" id="{5D59D83E-1655-4964-8C26-6BD0258FAB5F}"/>
              </a:ext>
            </a:extLst>
          </p:cNvPr>
          <p:cNvSpPr/>
          <p:nvPr/>
        </p:nvSpPr>
        <p:spPr>
          <a:xfrm>
            <a:off x="94359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8D4936-AB7D-445D-AA10-6E21283C1B88}"/>
              </a:ext>
            </a:extLst>
          </p:cNvPr>
          <p:cNvSpPr txBox="1"/>
          <p:nvPr/>
        </p:nvSpPr>
        <p:spPr>
          <a:xfrm>
            <a:off x="4263635" y="3184748"/>
            <a:ext cx="1355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floating gate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11D66D-8F09-4F84-A7CA-CFA080A21D26}"/>
              </a:ext>
            </a:extLst>
          </p:cNvPr>
          <p:cNvCxnSpPr/>
          <p:nvPr/>
        </p:nvCxnSpPr>
        <p:spPr>
          <a:xfrm>
            <a:off x="176565" y="4158622"/>
            <a:ext cx="633060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45140E7D-C95C-4262-BADB-1B9B4BFDA085}"/>
              </a:ext>
            </a:extLst>
          </p:cNvPr>
          <p:cNvSpPr/>
          <p:nvPr/>
        </p:nvSpPr>
        <p:spPr>
          <a:xfrm>
            <a:off x="138818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911D520-1345-4A97-9E38-BC7165FD134E}"/>
              </a:ext>
            </a:extLst>
          </p:cNvPr>
          <p:cNvSpPr/>
          <p:nvPr/>
        </p:nvSpPr>
        <p:spPr>
          <a:xfrm>
            <a:off x="1832777" y="4004928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4CCD64E-3B3D-41CF-BA13-53D6CA42EA29}"/>
              </a:ext>
            </a:extLst>
          </p:cNvPr>
          <p:cNvSpPr/>
          <p:nvPr/>
        </p:nvSpPr>
        <p:spPr>
          <a:xfrm>
            <a:off x="2277367" y="4005261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BFF1828-746C-49C7-A1AF-451235E607A5}"/>
              </a:ext>
            </a:extLst>
          </p:cNvPr>
          <p:cNvSpPr/>
          <p:nvPr/>
        </p:nvSpPr>
        <p:spPr>
          <a:xfrm>
            <a:off x="2721957" y="4005261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C189A3F-F2A7-4DD7-B4A1-85C2653DB522}"/>
              </a:ext>
            </a:extLst>
          </p:cNvPr>
          <p:cNvSpPr/>
          <p:nvPr/>
        </p:nvSpPr>
        <p:spPr>
          <a:xfrm>
            <a:off x="3166547" y="320197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476D603-FF2E-487C-B95A-9C65F211D5D2}"/>
              </a:ext>
            </a:extLst>
          </p:cNvPr>
          <p:cNvSpPr/>
          <p:nvPr/>
        </p:nvSpPr>
        <p:spPr>
          <a:xfrm>
            <a:off x="3611137" y="400400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7FCA762-CD0F-45DE-8BBF-415512052369}"/>
              </a:ext>
            </a:extLst>
          </p:cNvPr>
          <p:cNvSpPr/>
          <p:nvPr/>
        </p:nvSpPr>
        <p:spPr>
          <a:xfrm>
            <a:off x="4055727" y="400400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7B68772-97CF-45F4-9DD4-31C344AC49E9}"/>
              </a:ext>
            </a:extLst>
          </p:cNvPr>
          <p:cNvSpPr/>
          <p:nvPr/>
        </p:nvSpPr>
        <p:spPr>
          <a:xfrm>
            <a:off x="4500317" y="4004007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C1430F6-73B7-40B8-8DDC-9FCB8ACE2E99}"/>
              </a:ext>
            </a:extLst>
          </p:cNvPr>
          <p:cNvCxnSpPr>
            <a:cxnSpLocks/>
          </p:cNvCxnSpPr>
          <p:nvPr/>
        </p:nvCxnSpPr>
        <p:spPr>
          <a:xfrm flipV="1">
            <a:off x="3324577" y="3522995"/>
            <a:ext cx="0" cy="6356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1EFF9F4C-7D3D-42A6-B533-FFCBC0088FB0}"/>
              </a:ext>
            </a:extLst>
          </p:cNvPr>
          <p:cNvSpPr/>
          <p:nvPr/>
        </p:nvSpPr>
        <p:spPr>
          <a:xfrm>
            <a:off x="4946067" y="4003230"/>
            <a:ext cx="313739" cy="313739"/>
          </a:xfrm>
          <a:prstGeom prst="ellipse">
            <a:avLst/>
          </a:prstGeom>
          <a:solidFill>
            <a:srgbClr val="92D050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8892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9CBA784-95E5-450D-93B1-F0BAEEAC3D1C}"/>
              </a:ext>
            </a:extLst>
          </p:cNvPr>
          <p:cNvSpPr/>
          <p:nvPr/>
        </p:nvSpPr>
        <p:spPr>
          <a:xfrm>
            <a:off x="4066829" y="1653526"/>
            <a:ext cx="4062586" cy="52044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F526EC-DE65-4402-B1E8-EF4BDD7FF319}"/>
              </a:ext>
            </a:extLst>
          </p:cNvPr>
          <p:cNvSpPr/>
          <p:nvPr/>
        </p:nvSpPr>
        <p:spPr>
          <a:xfrm>
            <a:off x="0" y="1653527"/>
            <a:ext cx="4062586" cy="52044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1D27A4-4164-4322-995C-C71E0E232EB5}"/>
              </a:ext>
            </a:extLst>
          </p:cNvPr>
          <p:cNvSpPr/>
          <p:nvPr/>
        </p:nvSpPr>
        <p:spPr>
          <a:xfrm>
            <a:off x="8129414" y="1653525"/>
            <a:ext cx="4062586" cy="5204473"/>
          </a:xfrm>
          <a:prstGeom prst="rect">
            <a:avLst/>
          </a:prstGeom>
          <a:solidFill>
            <a:srgbClr val="CC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327825-0621-4383-B07F-BC08C7BC648A}"/>
              </a:ext>
            </a:extLst>
          </p:cNvPr>
          <p:cNvSpPr/>
          <p:nvPr/>
        </p:nvSpPr>
        <p:spPr>
          <a:xfrm>
            <a:off x="176565" y="523174"/>
            <a:ext cx="517904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storage for specific applications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B08F49-7C16-498F-8BEC-9A317C55D1D5}"/>
              </a:ext>
            </a:extLst>
          </p:cNvPr>
          <p:cNvSpPr txBox="1"/>
          <p:nvPr/>
        </p:nvSpPr>
        <p:spPr>
          <a:xfrm>
            <a:off x="1476588" y="1284193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Magnetic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45BD65-15CC-4894-B1AC-87D58C2807E4}"/>
              </a:ext>
            </a:extLst>
          </p:cNvPr>
          <p:cNvSpPr txBox="1"/>
          <p:nvPr/>
        </p:nvSpPr>
        <p:spPr>
          <a:xfrm>
            <a:off x="5653117" y="1284193"/>
            <a:ext cx="863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Optical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4139EF-0D66-4063-BAE5-442E64075EC5}"/>
              </a:ext>
            </a:extLst>
          </p:cNvPr>
          <p:cNvSpPr txBox="1"/>
          <p:nvPr/>
        </p:nvSpPr>
        <p:spPr>
          <a:xfrm>
            <a:off x="9570959" y="1278505"/>
            <a:ext cx="173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Solid state/flash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34B6AB-B309-4357-9BF5-38D26708075A}"/>
              </a:ext>
            </a:extLst>
          </p:cNvPr>
          <p:cNvSpPr txBox="1"/>
          <p:nvPr/>
        </p:nvSpPr>
        <p:spPr>
          <a:xfrm>
            <a:off x="0" y="1653525"/>
            <a:ext cx="4062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Hard disk drive, tape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BBFB03-F09F-4C49-A2B6-99F76A8C1AB9}"/>
              </a:ext>
            </a:extLst>
          </p:cNvPr>
          <p:cNvSpPr txBox="1"/>
          <p:nvPr/>
        </p:nvSpPr>
        <p:spPr>
          <a:xfrm>
            <a:off x="4063002" y="1641271"/>
            <a:ext cx="4062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CD-R/RW, DVD-R/RW, Blu-ray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E8D266-A53E-4350-8C2B-8AC8C1740A43}"/>
              </a:ext>
            </a:extLst>
          </p:cNvPr>
          <p:cNvSpPr txBox="1"/>
          <p:nvPr/>
        </p:nvSpPr>
        <p:spPr>
          <a:xfrm>
            <a:off x="8125588" y="1646959"/>
            <a:ext cx="4062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SSD, memory sticks, flash memory cards</a:t>
            </a:r>
          </a:p>
        </p:txBody>
      </p:sp>
      <p:pic>
        <p:nvPicPr>
          <p:cNvPr id="24" name="Picture 23" descr="A close up of a logo&#10;&#10;Description automatically generated">
            <a:extLst>
              <a:ext uri="{FF2B5EF4-FFF2-40B4-BE49-F238E27FC236}">
                <a16:creationId xmlns:a16="http://schemas.microsoft.com/office/drawing/2014/main" id="{BD81ADA4-3D9C-4C61-A97A-6C22FB6D093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7489" y="2145646"/>
            <a:ext cx="2110115" cy="2110115"/>
          </a:xfrm>
          <a:prstGeom prst="rect">
            <a:avLst/>
          </a:prstGeom>
        </p:spPr>
      </p:pic>
      <p:pic>
        <p:nvPicPr>
          <p:cNvPr id="25" name="Picture 24" descr="A close up of a logo&#10;&#10;Description automatically generated">
            <a:extLst>
              <a:ext uri="{FF2B5EF4-FFF2-40B4-BE49-F238E27FC236}">
                <a16:creationId xmlns:a16="http://schemas.microsoft.com/office/drawing/2014/main" id="{FA59731C-F72C-479C-A1F4-9380F9975F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2851" y="2073911"/>
            <a:ext cx="2514599" cy="2514599"/>
          </a:xfrm>
          <a:prstGeom prst="rect">
            <a:avLst/>
          </a:prstGeom>
        </p:spPr>
      </p:pic>
      <p:pic>
        <p:nvPicPr>
          <p:cNvPr id="26" name="Picture 25" descr="A close up of a sign&#10;&#10;Description automatically generated">
            <a:extLst>
              <a:ext uri="{FF2B5EF4-FFF2-40B4-BE49-F238E27FC236}">
                <a16:creationId xmlns:a16="http://schemas.microsoft.com/office/drawing/2014/main" id="{47241338-0D89-4A06-B8F6-A64BA17C529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108832" y="4450221"/>
            <a:ext cx="2447177" cy="2447177"/>
          </a:xfrm>
          <a:prstGeom prst="rect">
            <a:avLst/>
          </a:prstGeom>
        </p:spPr>
      </p:pic>
      <p:pic>
        <p:nvPicPr>
          <p:cNvPr id="10" name="Picture 9" descr="A picture containing clock&#10;&#10;Description automatically generated">
            <a:extLst>
              <a:ext uri="{FF2B5EF4-FFF2-40B4-BE49-F238E27FC236}">
                <a16:creationId xmlns:a16="http://schemas.microsoft.com/office/drawing/2014/main" id="{1F2AB7C3-8E37-4419-9877-AD820097842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3834" y="4751484"/>
            <a:ext cx="1844649" cy="1844649"/>
          </a:xfrm>
          <a:prstGeom prst="rect">
            <a:avLst/>
          </a:prstGeom>
        </p:spPr>
      </p:pic>
      <p:pic>
        <p:nvPicPr>
          <p:cNvPr id="17" name="Picture 16" descr="A close up of a logo&#10;&#10;Description automatically generated">
            <a:extLst>
              <a:ext uri="{FF2B5EF4-FFF2-40B4-BE49-F238E27FC236}">
                <a16:creationId xmlns:a16="http://schemas.microsoft.com/office/drawing/2014/main" id="{47BBB862-EE24-4244-BC40-1E569DC7A24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87489" y="4501822"/>
            <a:ext cx="2110115" cy="2110115"/>
          </a:xfrm>
          <a:prstGeom prst="rect">
            <a:avLst/>
          </a:prstGeom>
        </p:spPr>
      </p:pic>
      <p:pic>
        <p:nvPicPr>
          <p:cNvPr id="28" name="Picture 27" descr="A close up of a logo&#10;&#10;Description automatically generated">
            <a:extLst>
              <a:ext uri="{FF2B5EF4-FFF2-40B4-BE49-F238E27FC236}">
                <a16:creationId xmlns:a16="http://schemas.microsoft.com/office/drawing/2014/main" id="{67CCE593-E0AD-4CF9-803E-EBC520B70F1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26792" y="2145646"/>
            <a:ext cx="1936121" cy="1936121"/>
          </a:xfrm>
          <a:prstGeom prst="rect">
            <a:avLst/>
          </a:prstGeom>
        </p:spPr>
      </p:pic>
      <p:pic>
        <p:nvPicPr>
          <p:cNvPr id="30" name="Picture 29" descr="A close up of a sign&#10;&#10;Description automatically generated">
            <a:extLst>
              <a:ext uri="{FF2B5EF4-FFF2-40B4-BE49-F238E27FC236}">
                <a16:creationId xmlns:a16="http://schemas.microsoft.com/office/drawing/2014/main" id="{7A7A5D90-D6A4-4B57-9371-79EA6591FD4D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05755" y="2253537"/>
            <a:ext cx="2438095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94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riding a bike down a dirt road&#10;&#10;Description automatically generated">
            <a:extLst>
              <a:ext uri="{FF2B5EF4-FFF2-40B4-BE49-F238E27FC236}">
                <a16:creationId xmlns:a16="http://schemas.microsoft.com/office/drawing/2014/main" id="{98133B9A-00C3-4498-A63F-E17DD64F646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8342" y="415255"/>
            <a:ext cx="8033658" cy="64427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558D3C0-EF65-4F02-A55E-BC20ADC2F71A}"/>
              </a:ext>
            </a:extLst>
          </p:cNvPr>
          <p:cNvSpPr/>
          <p:nvPr/>
        </p:nvSpPr>
        <p:spPr>
          <a:xfrm>
            <a:off x="176565" y="1388347"/>
            <a:ext cx="3648815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Scenario: 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Helmet-mounted action camera.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910194-D6A5-93D8-FADB-76A1A74FECEC}"/>
              </a:ext>
            </a:extLst>
          </p:cNvPr>
          <p:cNvSpPr/>
          <p:nvPr/>
        </p:nvSpPr>
        <p:spPr>
          <a:xfrm>
            <a:off x="176565" y="523174"/>
            <a:ext cx="2671497" cy="86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storage for specific applications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601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computer&#10;&#10;Description automatically generated">
            <a:extLst>
              <a:ext uri="{FF2B5EF4-FFF2-40B4-BE49-F238E27FC236}">
                <a16:creationId xmlns:a16="http://schemas.microsoft.com/office/drawing/2014/main" id="{FE4ABB60-DEAF-4CBA-AC48-1B78F58FD0F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8340" y="419450"/>
            <a:ext cx="8033659" cy="64385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AEDBA8F-8BBD-415D-936E-D508FEFFA5F9}"/>
              </a:ext>
            </a:extLst>
          </p:cNvPr>
          <p:cNvSpPr/>
          <p:nvPr/>
        </p:nvSpPr>
        <p:spPr>
          <a:xfrm>
            <a:off x="176565" y="1388347"/>
            <a:ext cx="3630955" cy="1065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Scenario: 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computer storing operating system and applications.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F7E5B8-EB7B-3793-38AC-E7204E06D0B7}"/>
              </a:ext>
            </a:extLst>
          </p:cNvPr>
          <p:cNvSpPr/>
          <p:nvPr/>
        </p:nvSpPr>
        <p:spPr>
          <a:xfrm>
            <a:off x="176565" y="523174"/>
            <a:ext cx="2671497" cy="86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storage for specific applications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262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E40D3F9-6EA9-4895-A765-876E7600495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56776" y="420066"/>
            <a:ext cx="8035224" cy="64379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4E8C911-AD2D-4B3D-98E1-39A129D43513}"/>
              </a:ext>
            </a:extLst>
          </p:cNvPr>
          <p:cNvSpPr/>
          <p:nvPr/>
        </p:nvSpPr>
        <p:spPr>
          <a:xfrm>
            <a:off x="176565" y="1388347"/>
            <a:ext cx="3673982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Scenario: 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Distributing a video game for a console.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DF1E4-F77F-8BF4-4C1C-EB666C253228}"/>
              </a:ext>
            </a:extLst>
          </p:cNvPr>
          <p:cNvSpPr/>
          <p:nvPr/>
        </p:nvSpPr>
        <p:spPr>
          <a:xfrm>
            <a:off x="176565" y="523174"/>
            <a:ext cx="2671497" cy="86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storage for specific applications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9082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grass, outdoor, person, green&#10;&#10;Description automatically generated">
            <a:extLst>
              <a:ext uri="{FF2B5EF4-FFF2-40B4-BE49-F238E27FC236}">
                <a16:creationId xmlns:a16="http://schemas.microsoft.com/office/drawing/2014/main" id="{8D33844F-F0C9-4C52-AF1B-C28974AEB02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58338" y="419925"/>
            <a:ext cx="8033661" cy="64380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941433-FA1E-473C-8848-389B858CD05A}"/>
              </a:ext>
            </a:extLst>
          </p:cNvPr>
          <p:cNvSpPr/>
          <p:nvPr/>
        </p:nvSpPr>
        <p:spPr>
          <a:xfrm>
            <a:off x="176565" y="1388347"/>
            <a:ext cx="3984888" cy="736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Scenario: </a:t>
            </a:r>
            <a:r>
              <a:rPr lang="en-GB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Storing tracks on a portable MP3 player.</a:t>
            </a:r>
            <a:endParaRPr lang="en-GB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213AD9-858E-C328-1BC2-05D661D1485A}"/>
              </a:ext>
            </a:extLst>
          </p:cNvPr>
          <p:cNvSpPr/>
          <p:nvPr/>
        </p:nvSpPr>
        <p:spPr>
          <a:xfrm>
            <a:off x="176565" y="523174"/>
            <a:ext cx="2671497" cy="865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Suitable storage for specific applications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607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35C15561-59F3-45C9-A55E-2E50172A2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910453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A84BF1-8F63-9ED4-902A-72964DDBC656}"/>
              </a:ext>
            </a:extLst>
          </p:cNvPr>
          <p:cNvSpPr/>
          <p:nvPr/>
        </p:nvSpPr>
        <p:spPr>
          <a:xfrm>
            <a:off x="176565" y="1122634"/>
            <a:ext cx="7808611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Optical (CD-R/RW, DVD-R/RW, Blu-ray)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 capacity compared to other types of storage.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Slower access speeds.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Thin, lightweight and portable.</a:t>
            </a:r>
            <a:endParaRPr lang="en-GB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Magnetic (hard disk drive, tape)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storage capacity.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Faster access speeds.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Has moving parts that will eventually fail.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 disks perform better if they are defragmented.</a:t>
            </a: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Solid-state (SSD, memory stick, flash memory card)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Medium storage capacity.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Fastest access speeds.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moving parts, so they are very reliable.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 noise.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Low power usage.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Eliminates the need for defragmentation.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Limited number of write cycles.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Expensive compared to other types of storage.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12809AC-0524-EE73-A1B1-A69574A33269}"/>
              </a:ext>
            </a:extLst>
          </p:cNvPr>
          <p:cNvSpPr/>
          <p:nvPr/>
        </p:nvSpPr>
        <p:spPr>
          <a:xfrm>
            <a:off x="176565" y="523174"/>
            <a:ext cx="247978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Secondary storage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</TotalTime>
  <Words>602</Words>
  <Application>Microsoft Office PowerPoint</Application>
  <PresentationFormat>Widescreen</PresentationFormat>
  <Paragraphs>178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100</cp:revision>
  <dcterms:created xsi:type="dcterms:W3CDTF">2019-10-14T15:21:06Z</dcterms:created>
  <dcterms:modified xsi:type="dcterms:W3CDTF">2022-09-15T11:33:30Z</dcterms:modified>
</cp:coreProperties>
</file>