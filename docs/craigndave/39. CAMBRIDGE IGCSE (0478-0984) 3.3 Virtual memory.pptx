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61" r:id="rId3"/>
    <p:sldId id="262" r:id="rId4"/>
    <p:sldId id="263" r:id="rId5"/>
    <p:sldId id="266" r:id="rId6"/>
    <p:sldId id="264" r:id="rId7"/>
    <p:sldId id="267" r:id="rId8"/>
    <p:sldId id="268" r:id="rId9"/>
    <p:sldId id="269" r:id="rId10"/>
    <p:sldId id="260" r:id="rId11"/>
    <p:sldId id="2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500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15/07/2022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3.3 Data storage | Virtual memory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3.3 Data storage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Virtual memory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78A5A2-3FEA-4A7F-B0A0-4F8DDD146493}"/>
              </a:ext>
            </a:extLst>
          </p:cNvPr>
          <p:cNvSpPr/>
          <p:nvPr/>
        </p:nvSpPr>
        <p:spPr>
          <a:xfrm>
            <a:off x="176565" y="523174"/>
            <a:ext cx="214340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5C2D4C-44CC-41E5-88F6-1F4CD6B253AD}"/>
              </a:ext>
            </a:extLst>
          </p:cNvPr>
          <p:cNvGrpSpPr/>
          <p:nvPr/>
        </p:nvGrpSpPr>
        <p:grpSpPr>
          <a:xfrm>
            <a:off x="6290810" y="523174"/>
            <a:ext cx="5724625" cy="6058975"/>
            <a:chOff x="5192193" y="523174"/>
            <a:chExt cx="5724625" cy="6058975"/>
          </a:xfrm>
        </p:grpSpPr>
        <p:pic>
          <p:nvPicPr>
            <p:cNvPr id="9" name="Picture 8" descr="A picture containing electronics, disk, game, table&#10;&#10;Description automatically generated">
              <a:extLst>
                <a:ext uri="{FF2B5EF4-FFF2-40B4-BE49-F238E27FC236}">
                  <a16:creationId xmlns:a16="http://schemas.microsoft.com/office/drawing/2014/main" id="{42D8A4A5-548E-4C74-870E-09A0FC80C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7403" y="523174"/>
              <a:ext cx="1771650" cy="1400711"/>
            </a:xfrm>
            <a:prstGeom prst="rect">
              <a:avLst/>
            </a:prstGeom>
          </p:spPr>
        </p:pic>
        <p:pic>
          <p:nvPicPr>
            <p:cNvPr id="10" name="Picture 9" descr="A circuit board&#10;&#10;Description automatically generated">
              <a:extLst>
                <a:ext uri="{FF2B5EF4-FFF2-40B4-BE49-F238E27FC236}">
                  <a16:creationId xmlns:a16="http://schemas.microsoft.com/office/drawing/2014/main" id="{7A63529E-6D49-4EF4-AE5A-9CCD39F38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361949">
              <a:off x="5567631" y="1044575"/>
              <a:ext cx="2164903" cy="1315811"/>
            </a:xfrm>
            <a:prstGeom prst="rect">
              <a:avLst/>
            </a:prstGeom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9B36EA-69CF-424A-92B6-0CF1A9C0223F}"/>
                </a:ext>
              </a:extLst>
            </p:cNvPr>
            <p:cNvSpPr/>
            <p:nvPr/>
          </p:nvSpPr>
          <p:spPr>
            <a:xfrm>
              <a:off x="8117633" y="2327389"/>
              <a:ext cx="2771191" cy="4254760"/>
            </a:xfrm>
            <a:prstGeom prst="rect">
              <a:avLst/>
            </a:prstGeom>
            <a:solidFill>
              <a:schemeClr val="accent4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641B75-9733-4FFC-9403-937219BE7012}"/>
                </a:ext>
              </a:extLst>
            </p:cNvPr>
            <p:cNvSpPr/>
            <p:nvPr/>
          </p:nvSpPr>
          <p:spPr>
            <a:xfrm>
              <a:off x="5192193" y="2322724"/>
              <a:ext cx="2771191" cy="2477278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E73820-452D-466F-8210-2C6BBA494964}"/>
                </a:ext>
              </a:extLst>
            </p:cNvPr>
            <p:cNvSpPr/>
            <p:nvPr/>
          </p:nvSpPr>
          <p:spPr>
            <a:xfrm>
              <a:off x="6257828" y="1947172"/>
              <a:ext cx="639919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RAM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7EFA66-82DD-4723-AE51-C484A9CD03CF}"/>
                </a:ext>
              </a:extLst>
            </p:cNvPr>
            <p:cNvSpPr/>
            <p:nvPr/>
          </p:nvSpPr>
          <p:spPr>
            <a:xfrm>
              <a:off x="8080312" y="1945428"/>
              <a:ext cx="2836506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Virtual memory on hard disk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CF2A82C-90B2-44D4-B9EF-EA67FA04A67E}"/>
              </a:ext>
            </a:extLst>
          </p:cNvPr>
          <p:cNvSpPr/>
          <p:nvPr/>
        </p:nvSpPr>
        <p:spPr>
          <a:xfrm>
            <a:off x="3939798" y="2249466"/>
            <a:ext cx="2115413" cy="1264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programs and data are fetched and executed, they are stored in RAM.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91C778-546A-41A1-A6E9-23F8466CEE84}"/>
              </a:ext>
            </a:extLst>
          </p:cNvPr>
          <p:cNvSpPr/>
          <p:nvPr/>
        </p:nvSpPr>
        <p:spPr>
          <a:xfrm>
            <a:off x="274634" y="5527922"/>
            <a:ext cx="2717633" cy="1292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Operating system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9F963B-5E54-4EA5-9B39-F63517CD2E8F}"/>
              </a:ext>
            </a:extLst>
          </p:cNvPr>
          <p:cNvSpPr/>
          <p:nvPr/>
        </p:nvSpPr>
        <p:spPr>
          <a:xfrm>
            <a:off x="274634" y="4976242"/>
            <a:ext cx="2717633" cy="52368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Word processor app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188C06-5C4F-4653-B27E-AB8243C73645}"/>
              </a:ext>
            </a:extLst>
          </p:cNvPr>
          <p:cNvSpPr/>
          <p:nvPr/>
        </p:nvSpPr>
        <p:spPr>
          <a:xfrm>
            <a:off x="274633" y="4415231"/>
            <a:ext cx="2717633" cy="52368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Spreadsheet app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D8FE41-3F54-4AF3-AB1D-95C5EA84135E}"/>
              </a:ext>
            </a:extLst>
          </p:cNvPr>
          <p:cNvSpPr/>
          <p:nvPr/>
        </p:nvSpPr>
        <p:spPr>
          <a:xfrm>
            <a:off x="274632" y="3309660"/>
            <a:ext cx="2717633" cy="10757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Graphics app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5C935E-2EC0-4167-B46E-B316C1BEF6F4}"/>
              </a:ext>
            </a:extLst>
          </p:cNvPr>
          <p:cNvSpPr/>
          <p:nvPr/>
        </p:nvSpPr>
        <p:spPr>
          <a:xfrm>
            <a:off x="270377" y="2531902"/>
            <a:ext cx="2717633" cy="748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Presentation app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860494-B354-4965-AE25-74B27F601011}"/>
              </a:ext>
            </a:extLst>
          </p:cNvPr>
          <p:cNvSpPr/>
          <p:nvPr/>
        </p:nvSpPr>
        <p:spPr>
          <a:xfrm>
            <a:off x="274632" y="993174"/>
            <a:ext cx="2717633" cy="152006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Video editing app</a:t>
            </a:r>
          </a:p>
        </p:txBody>
      </p:sp>
    </p:spTree>
    <p:extLst>
      <p:ext uri="{BB962C8B-B14F-4D97-AF65-F5344CB8AC3E}">
        <p14:creationId xmlns:p14="http://schemas.microsoft.com/office/powerpoint/2010/main" val="2678272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78A5A2-3FEA-4A7F-B0A0-4F8DDD146493}"/>
              </a:ext>
            </a:extLst>
          </p:cNvPr>
          <p:cNvSpPr/>
          <p:nvPr/>
        </p:nvSpPr>
        <p:spPr>
          <a:xfrm>
            <a:off x="176565" y="523174"/>
            <a:ext cx="214340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5C2D4C-44CC-41E5-88F6-1F4CD6B253AD}"/>
              </a:ext>
            </a:extLst>
          </p:cNvPr>
          <p:cNvGrpSpPr/>
          <p:nvPr/>
        </p:nvGrpSpPr>
        <p:grpSpPr>
          <a:xfrm>
            <a:off x="6290810" y="523174"/>
            <a:ext cx="5724625" cy="6058975"/>
            <a:chOff x="5192193" y="523174"/>
            <a:chExt cx="5724625" cy="6058975"/>
          </a:xfrm>
        </p:grpSpPr>
        <p:pic>
          <p:nvPicPr>
            <p:cNvPr id="9" name="Picture 8" descr="A picture containing electronics, disk, game, table&#10;&#10;Description automatically generated">
              <a:extLst>
                <a:ext uri="{FF2B5EF4-FFF2-40B4-BE49-F238E27FC236}">
                  <a16:creationId xmlns:a16="http://schemas.microsoft.com/office/drawing/2014/main" id="{42D8A4A5-548E-4C74-870E-09A0FC80C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7403" y="523174"/>
              <a:ext cx="1771650" cy="1400711"/>
            </a:xfrm>
            <a:prstGeom prst="rect">
              <a:avLst/>
            </a:prstGeom>
          </p:spPr>
        </p:pic>
        <p:pic>
          <p:nvPicPr>
            <p:cNvPr id="10" name="Picture 9" descr="A circuit board&#10;&#10;Description automatically generated">
              <a:extLst>
                <a:ext uri="{FF2B5EF4-FFF2-40B4-BE49-F238E27FC236}">
                  <a16:creationId xmlns:a16="http://schemas.microsoft.com/office/drawing/2014/main" id="{7A63529E-6D49-4EF4-AE5A-9CCD39F38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361949">
              <a:off x="5567631" y="1044575"/>
              <a:ext cx="2164903" cy="1315811"/>
            </a:xfrm>
            <a:prstGeom prst="rect">
              <a:avLst/>
            </a:prstGeom>
            <a:effectLst/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9B36EA-69CF-424A-92B6-0CF1A9C0223F}"/>
                </a:ext>
              </a:extLst>
            </p:cNvPr>
            <p:cNvSpPr/>
            <p:nvPr/>
          </p:nvSpPr>
          <p:spPr>
            <a:xfrm>
              <a:off x="8117633" y="2327389"/>
              <a:ext cx="2771191" cy="4254760"/>
            </a:xfrm>
            <a:prstGeom prst="rect">
              <a:avLst/>
            </a:prstGeom>
            <a:solidFill>
              <a:schemeClr val="accent4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641B75-9733-4FFC-9403-937219BE7012}"/>
                </a:ext>
              </a:extLst>
            </p:cNvPr>
            <p:cNvSpPr/>
            <p:nvPr/>
          </p:nvSpPr>
          <p:spPr>
            <a:xfrm>
              <a:off x="5192193" y="2322724"/>
              <a:ext cx="2771191" cy="2477278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E73820-452D-466F-8210-2C6BBA494964}"/>
                </a:ext>
              </a:extLst>
            </p:cNvPr>
            <p:cNvSpPr/>
            <p:nvPr/>
          </p:nvSpPr>
          <p:spPr>
            <a:xfrm>
              <a:off x="6257828" y="1947172"/>
              <a:ext cx="639919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RAM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7EFA66-82DD-4723-AE51-C484A9CD03CF}"/>
                </a:ext>
              </a:extLst>
            </p:cNvPr>
            <p:cNvSpPr/>
            <p:nvPr/>
          </p:nvSpPr>
          <p:spPr>
            <a:xfrm>
              <a:off x="8080312" y="1945428"/>
              <a:ext cx="2836506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Virtual memory on hard disk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CF2A82C-90B2-44D4-B9EF-EA67FA04A67E}"/>
              </a:ext>
            </a:extLst>
          </p:cNvPr>
          <p:cNvSpPr/>
          <p:nvPr/>
        </p:nvSpPr>
        <p:spPr>
          <a:xfrm>
            <a:off x="3939798" y="2249466"/>
            <a:ext cx="2115413" cy="1857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what happens if the size of the programs being executed is larger than the RAM you have available?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CA45A2-A984-4F76-A761-6C98DA8B9AF2}"/>
              </a:ext>
            </a:extLst>
          </p:cNvPr>
          <p:cNvSpPr/>
          <p:nvPr/>
        </p:nvSpPr>
        <p:spPr>
          <a:xfrm>
            <a:off x="274634" y="5527922"/>
            <a:ext cx="2717633" cy="1292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Operating system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5184CA-345E-4037-86CB-603B259F938F}"/>
              </a:ext>
            </a:extLst>
          </p:cNvPr>
          <p:cNvSpPr/>
          <p:nvPr/>
        </p:nvSpPr>
        <p:spPr>
          <a:xfrm>
            <a:off x="274634" y="4976242"/>
            <a:ext cx="2717633" cy="52368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Word processor app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81F3AC-EC63-4939-8647-585ECFA0E70C}"/>
              </a:ext>
            </a:extLst>
          </p:cNvPr>
          <p:cNvSpPr/>
          <p:nvPr/>
        </p:nvSpPr>
        <p:spPr>
          <a:xfrm>
            <a:off x="274633" y="4415231"/>
            <a:ext cx="2717633" cy="52368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Spreadsheet app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7D7E7A-9A21-49D5-97FC-DDD09406B9A4}"/>
              </a:ext>
            </a:extLst>
          </p:cNvPr>
          <p:cNvSpPr/>
          <p:nvPr/>
        </p:nvSpPr>
        <p:spPr>
          <a:xfrm>
            <a:off x="274632" y="3309660"/>
            <a:ext cx="2717633" cy="10757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Graphics app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5E3AF4-5C72-436B-8009-3BDF06B8D37C}"/>
              </a:ext>
            </a:extLst>
          </p:cNvPr>
          <p:cNvSpPr/>
          <p:nvPr/>
        </p:nvSpPr>
        <p:spPr>
          <a:xfrm>
            <a:off x="270377" y="2531902"/>
            <a:ext cx="2717633" cy="748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Presentation app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414D33-CB74-4B11-80FF-AE521D7BA774}"/>
              </a:ext>
            </a:extLst>
          </p:cNvPr>
          <p:cNvSpPr/>
          <p:nvPr/>
        </p:nvSpPr>
        <p:spPr>
          <a:xfrm>
            <a:off x="274632" y="993174"/>
            <a:ext cx="2717633" cy="152006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Video editing app</a:t>
            </a:r>
          </a:p>
        </p:txBody>
      </p:sp>
    </p:spTree>
    <p:extLst>
      <p:ext uri="{BB962C8B-B14F-4D97-AF65-F5344CB8AC3E}">
        <p14:creationId xmlns:p14="http://schemas.microsoft.com/office/powerpoint/2010/main" val="2680955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78A5A2-3FEA-4A7F-B0A0-4F8DDD146493}"/>
              </a:ext>
            </a:extLst>
          </p:cNvPr>
          <p:cNvSpPr/>
          <p:nvPr/>
        </p:nvSpPr>
        <p:spPr>
          <a:xfrm>
            <a:off x="176565" y="523174"/>
            <a:ext cx="214340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5C2D4C-44CC-41E5-88F6-1F4CD6B253AD}"/>
              </a:ext>
            </a:extLst>
          </p:cNvPr>
          <p:cNvGrpSpPr/>
          <p:nvPr/>
        </p:nvGrpSpPr>
        <p:grpSpPr>
          <a:xfrm>
            <a:off x="6290810" y="523174"/>
            <a:ext cx="5724625" cy="6058975"/>
            <a:chOff x="5192193" y="523174"/>
            <a:chExt cx="5724625" cy="6058975"/>
          </a:xfrm>
        </p:grpSpPr>
        <p:pic>
          <p:nvPicPr>
            <p:cNvPr id="9" name="Picture 8" descr="A picture containing electronics, disk, game, table&#10;&#10;Description automatically generated">
              <a:extLst>
                <a:ext uri="{FF2B5EF4-FFF2-40B4-BE49-F238E27FC236}">
                  <a16:creationId xmlns:a16="http://schemas.microsoft.com/office/drawing/2014/main" id="{42D8A4A5-548E-4C74-870E-09A0FC80C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7403" y="523174"/>
              <a:ext cx="1771650" cy="1400711"/>
            </a:xfrm>
            <a:prstGeom prst="rect">
              <a:avLst/>
            </a:prstGeom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</p:pic>
        <p:pic>
          <p:nvPicPr>
            <p:cNvPr id="10" name="Picture 9" descr="A circuit board&#10;&#10;Description automatically generated">
              <a:extLst>
                <a:ext uri="{FF2B5EF4-FFF2-40B4-BE49-F238E27FC236}">
                  <a16:creationId xmlns:a16="http://schemas.microsoft.com/office/drawing/2014/main" id="{7A63529E-6D49-4EF4-AE5A-9CCD39F38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361949">
              <a:off x="5567631" y="1044575"/>
              <a:ext cx="2164903" cy="1315811"/>
            </a:xfrm>
            <a:prstGeom prst="rect">
              <a:avLst/>
            </a:prstGeom>
            <a:effectLst/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9B36EA-69CF-424A-92B6-0CF1A9C0223F}"/>
                </a:ext>
              </a:extLst>
            </p:cNvPr>
            <p:cNvSpPr/>
            <p:nvPr/>
          </p:nvSpPr>
          <p:spPr>
            <a:xfrm>
              <a:off x="8117633" y="2327389"/>
              <a:ext cx="2771191" cy="4254760"/>
            </a:xfrm>
            <a:prstGeom prst="rect">
              <a:avLst/>
            </a:prstGeom>
            <a:solidFill>
              <a:schemeClr val="accent4"/>
            </a:solidFill>
            <a:ln>
              <a:solidFill>
                <a:srgbClr val="C00000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641B75-9733-4FFC-9403-937219BE7012}"/>
                </a:ext>
              </a:extLst>
            </p:cNvPr>
            <p:cNvSpPr/>
            <p:nvPr/>
          </p:nvSpPr>
          <p:spPr>
            <a:xfrm>
              <a:off x="5192193" y="2322724"/>
              <a:ext cx="2771191" cy="2477278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E73820-452D-466F-8210-2C6BBA494964}"/>
                </a:ext>
              </a:extLst>
            </p:cNvPr>
            <p:cNvSpPr/>
            <p:nvPr/>
          </p:nvSpPr>
          <p:spPr>
            <a:xfrm>
              <a:off x="6257828" y="1947172"/>
              <a:ext cx="639919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RAM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7EFA66-82DD-4723-AE51-C484A9CD03CF}"/>
                </a:ext>
              </a:extLst>
            </p:cNvPr>
            <p:cNvSpPr/>
            <p:nvPr/>
          </p:nvSpPr>
          <p:spPr>
            <a:xfrm>
              <a:off x="8080312" y="1945428"/>
              <a:ext cx="2836506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Virtual memory on hard disk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CF2A82C-90B2-44D4-B9EF-EA67FA04A67E}"/>
              </a:ext>
            </a:extLst>
          </p:cNvPr>
          <p:cNvSpPr/>
          <p:nvPr/>
        </p:nvSpPr>
        <p:spPr>
          <a:xfrm>
            <a:off x="3939798" y="2249466"/>
            <a:ext cx="2115413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is significantly more room available on the hard disk.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F37384-8E36-44C0-BD3D-4E4E65D2260E}"/>
              </a:ext>
            </a:extLst>
          </p:cNvPr>
          <p:cNvSpPr/>
          <p:nvPr/>
        </p:nvSpPr>
        <p:spPr>
          <a:xfrm>
            <a:off x="274634" y="5527922"/>
            <a:ext cx="2717633" cy="1292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Operating system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D7F101-E176-466F-BB94-6468632D57A8}"/>
              </a:ext>
            </a:extLst>
          </p:cNvPr>
          <p:cNvSpPr/>
          <p:nvPr/>
        </p:nvSpPr>
        <p:spPr>
          <a:xfrm>
            <a:off x="274634" y="4976242"/>
            <a:ext cx="2717633" cy="52368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Word processor app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972C62-EA1C-4B97-BFC6-F6102B903B00}"/>
              </a:ext>
            </a:extLst>
          </p:cNvPr>
          <p:cNvSpPr/>
          <p:nvPr/>
        </p:nvSpPr>
        <p:spPr>
          <a:xfrm>
            <a:off x="274633" y="4415231"/>
            <a:ext cx="2717633" cy="52368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Spreadsheet app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56060B-29BD-47CC-AC62-A6457DDA1E7A}"/>
              </a:ext>
            </a:extLst>
          </p:cNvPr>
          <p:cNvSpPr/>
          <p:nvPr/>
        </p:nvSpPr>
        <p:spPr>
          <a:xfrm>
            <a:off x="274632" y="3309660"/>
            <a:ext cx="2717633" cy="10757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Graphics app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A2FF4B-FCC5-4617-9B24-376BCC7912D1}"/>
              </a:ext>
            </a:extLst>
          </p:cNvPr>
          <p:cNvSpPr/>
          <p:nvPr/>
        </p:nvSpPr>
        <p:spPr>
          <a:xfrm>
            <a:off x="270377" y="2531902"/>
            <a:ext cx="2717633" cy="748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Presentation app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31BD19-B27B-42B2-A4D5-1137FFC88A98}"/>
              </a:ext>
            </a:extLst>
          </p:cNvPr>
          <p:cNvSpPr/>
          <p:nvPr/>
        </p:nvSpPr>
        <p:spPr>
          <a:xfrm>
            <a:off x="274632" y="993174"/>
            <a:ext cx="2717633" cy="152006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Video editing app</a:t>
            </a:r>
          </a:p>
        </p:txBody>
      </p:sp>
    </p:spTree>
    <p:extLst>
      <p:ext uri="{BB962C8B-B14F-4D97-AF65-F5344CB8AC3E}">
        <p14:creationId xmlns:p14="http://schemas.microsoft.com/office/powerpoint/2010/main" val="3304689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78A5A2-3FEA-4A7F-B0A0-4F8DDD146493}"/>
              </a:ext>
            </a:extLst>
          </p:cNvPr>
          <p:cNvSpPr/>
          <p:nvPr/>
        </p:nvSpPr>
        <p:spPr>
          <a:xfrm>
            <a:off x="176565" y="523174"/>
            <a:ext cx="214340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5C2D4C-44CC-41E5-88F6-1F4CD6B253AD}"/>
              </a:ext>
            </a:extLst>
          </p:cNvPr>
          <p:cNvGrpSpPr/>
          <p:nvPr/>
        </p:nvGrpSpPr>
        <p:grpSpPr>
          <a:xfrm>
            <a:off x="6290810" y="523174"/>
            <a:ext cx="5724625" cy="6058975"/>
            <a:chOff x="5192193" y="523174"/>
            <a:chExt cx="5724625" cy="6058975"/>
          </a:xfrm>
        </p:grpSpPr>
        <p:pic>
          <p:nvPicPr>
            <p:cNvPr id="9" name="Picture 8" descr="A picture containing electronics, disk, game, table&#10;&#10;Description automatically generated">
              <a:extLst>
                <a:ext uri="{FF2B5EF4-FFF2-40B4-BE49-F238E27FC236}">
                  <a16:creationId xmlns:a16="http://schemas.microsoft.com/office/drawing/2014/main" id="{42D8A4A5-548E-4C74-870E-09A0FC80C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7403" y="523174"/>
              <a:ext cx="1771650" cy="1400711"/>
            </a:xfrm>
            <a:prstGeom prst="rect">
              <a:avLst/>
            </a:prstGeom>
          </p:spPr>
        </p:pic>
        <p:pic>
          <p:nvPicPr>
            <p:cNvPr id="10" name="Picture 9" descr="A circuit board&#10;&#10;Description automatically generated">
              <a:extLst>
                <a:ext uri="{FF2B5EF4-FFF2-40B4-BE49-F238E27FC236}">
                  <a16:creationId xmlns:a16="http://schemas.microsoft.com/office/drawing/2014/main" id="{7A63529E-6D49-4EF4-AE5A-9CCD39F38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361949">
              <a:off x="5567631" y="1044575"/>
              <a:ext cx="2164903" cy="1315811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9B36EA-69CF-424A-92B6-0CF1A9C0223F}"/>
                </a:ext>
              </a:extLst>
            </p:cNvPr>
            <p:cNvSpPr/>
            <p:nvPr/>
          </p:nvSpPr>
          <p:spPr>
            <a:xfrm>
              <a:off x="8117633" y="2327389"/>
              <a:ext cx="2771191" cy="4254760"/>
            </a:xfrm>
            <a:prstGeom prst="rect">
              <a:avLst/>
            </a:prstGeom>
            <a:solidFill>
              <a:schemeClr val="accent4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641B75-9733-4FFC-9403-937219BE7012}"/>
                </a:ext>
              </a:extLst>
            </p:cNvPr>
            <p:cNvSpPr/>
            <p:nvPr/>
          </p:nvSpPr>
          <p:spPr>
            <a:xfrm>
              <a:off x="5192193" y="2322724"/>
              <a:ext cx="2771191" cy="2477278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E73820-452D-466F-8210-2C6BBA494964}"/>
                </a:ext>
              </a:extLst>
            </p:cNvPr>
            <p:cNvSpPr/>
            <p:nvPr/>
          </p:nvSpPr>
          <p:spPr>
            <a:xfrm>
              <a:off x="6257828" y="1947172"/>
              <a:ext cx="639919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RAM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7EFA66-82DD-4723-AE51-C484A9CD03CF}"/>
                </a:ext>
              </a:extLst>
            </p:cNvPr>
            <p:cNvSpPr/>
            <p:nvPr/>
          </p:nvSpPr>
          <p:spPr>
            <a:xfrm>
              <a:off x="8080312" y="1945428"/>
              <a:ext cx="2836506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Virtual memory on hard disk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F0D59BB-EF38-4E72-AAEB-84C115B36E51}"/>
              </a:ext>
            </a:extLst>
          </p:cNvPr>
          <p:cNvSpPr/>
          <p:nvPr/>
        </p:nvSpPr>
        <p:spPr>
          <a:xfrm>
            <a:off x="274631" y="5527922"/>
            <a:ext cx="2717633" cy="1292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Operating system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B21235-0413-445A-9C90-0835138F6E85}"/>
              </a:ext>
            </a:extLst>
          </p:cNvPr>
          <p:cNvSpPr/>
          <p:nvPr/>
        </p:nvSpPr>
        <p:spPr>
          <a:xfrm>
            <a:off x="274634" y="4976242"/>
            <a:ext cx="2717633" cy="52368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Word processor app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815654-3579-47B9-B8F4-772A13BA18C4}"/>
              </a:ext>
            </a:extLst>
          </p:cNvPr>
          <p:cNvSpPr/>
          <p:nvPr/>
        </p:nvSpPr>
        <p:spPr>
          <a:xfrm>
            <a:off x="274633" y="4415231"/>
            <a:ext cx="2717633" cy="52368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Spreadsheet app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05E52E-3E2D-4325-921F-BC15A33C5C55}"/>
              </a:ext>
            </a:extLst>
          </p:cNvPr>
          <p:cNvSpPr/>
          <p:nvPr/>
        </p:nvSpPr>
        <p:spPr>
          <a:xfrm>
            <a:off x="274632" y="3309660"/>
            <a:ext cx="2717633" cy="107572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Graphics app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CE170A-821B-4316-A06E-4E2EEB7BB870}"/>
              </a:ext>
            </a:extLst>
          </p:cNvPr>
          <p:cNvSpPr/>
          <p:nvPr/>
        </p:nvSpPr>
        <p:spPr>
          <a:xfrm>
            <a:off x="270377" y="2531902"/>
            <a:ext cx="2717633" cy="748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Presentation app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850707-7CD0-4F77-82A6-0CA33D0AF14C}"/>
              </a:ext>
            </a:extLst>
          </p:cNvPr>
          <p:cNvSpPr/>
          <p:nvPr/>
        </p:nvSpPr>
        <p:spPr>
          <a:xfrm>
            <a:off x="274632" y="993174"/>
            <a:ext cx="2717633" cy="152006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Video editing app</a:t>
            </a:r>
          </a:p>
        </p:txBody>
      </p:sp>
    </p:spTree>
    <p:extLst>
      <p:ext uri="{BB962C8B-B14F-4D97-AF65-F5344CB8AC3E}">
        <p14:creationId xmlns:p14="http://schemas.microsoft.com/office/powerpoint/2010/main" val="316118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0.00139 L 0.49584 -0.2976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92" y="-14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0.49545 -0.30093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66" y="-1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44444E-6 L 0.49571 -0.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79" y="-1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78A5A2-3FEA-4A7F-B0A0-4F8DDD146493}"/>
              </a:ext>
            </a:extLst>
          </p:cNvPr>
          <p:cNvSpPr/>
          <p:nvPr/>
        </p:nvSpPr>
        <p:spPr>
          <a:xfrm>
            <a:off x="176565" y="523174"/>
            <a:ext cx="214340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5C2D4C-44CC-41E5-88F6-1F4CD6B253AD}"/>
              </a:ext>
            </a:extLst>
          </p:cNvPr>
          <p:cNvGrpSpPr/>
          <p:nvPr/>
        </p:nvGrpSpPr>
        <p:grpSpPr>
          <a:xfrm>
            <a:off x="6290810" y="523174"/>
            <a:ext cx="5724625" cy="6058975"/>
            <a:chOff x="5192193" y="523174"/>
            <a:chExt cx="5724625" cy="6058975"/>
          </a:xfrm>
        </p:grpSpPr>
        <p:pic>
          <p:nvPicPr>
            <p:cNvPr id="9" name="Picture 8" descr="A picture containing electronics, disk, game, table&#10;&#10;Description automatically generated">
              <a:extLst>
                <a:ext uri="{FF2B5EF4-FFF2-40B4-BE49-F238E27FC236}">
                  <a16:creationId xmlns:a16="http://schemas.microsoft.com/office/drawing/2014/main" id="{42D8A4A5-548E-4C74-870E-09A0FC80C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7403" y="523174"/>
              <a:ext cx="1771650" cy="1400711"/>
            </a:xfrm>
            <a:prstGeom prst="rect">
              <a:avLst/>
            </a:prstGeom>
          </p:spPr>
        </p:pic>
        <p:pic>
          <p:nvPicPr>
            <p:cNvPr id="10" name="Picture 9" descr="A circuit board&#10;&#10;Description automatically generated">
              <a:extLst>
                <a:ext uri="{FF2B5EF4-FFF2-40B4-BE49-F238E27FC236}">
                  <a16:creationId xmlns:a16="http://schemas.microsoft.com/office/drawing/2014/main" id="{7A63529E-6D49-4EF4-AE5A-9CCD39F38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361949">
              <a:off x="5567631" y="1044575"/>
              <a:ext cx="2164903" cy="1315811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9B36EA-69CF-424A-92B6-0CF1A9C0223F}"/>
                </a:ext>
              </a:extLst>
            </p:cNvPr>
            <p:cNvSpPr/>
            <p:nvPr/>
          </p:nvSpPr>
          <p:spPr>
            <a:xfrm>
              <a:off x="8117633" y="2327389"/>
              <a:ext cx="2771191" cy="4254760"/>
            </a:xfrm>
            <a:prstGeom prst="rect">
              <a:avLst/>
            </a:prstGeom>
            <a:solidFill>
              <a:schemeClr val="accent4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641B75-9733-4FFC-9403-937219BE7012}"/>
                </a:ext>
              </a:extLst>
            </p:cNvPr>
            <p:cNvSpPr/>
            <p:nvPr/>
          </p:nvSpPr>
          <p:spPr>
            <a:xfrm>
              <a:off x="5192193" y="2322724"/>
              <a:ext cx="2771191" cy="2477278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E73820-452D-466F-8210-2C6BBA494964}"/>
                </a:ext>
              </a:extLst>
            </p:cNvPr>
            <p:cNvSpPr/>
            <p:nvPr/>
          </p:nvSpPr>
          <p:spPr>
            <a:xfrm>
              <a:off x="6257828" y="1947172"/>
              <a:ext cx="639919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RAM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7EFA66-82DD-4723-AE51-C484A9CD03CF}"/>
                </a:ext>
              </a:extLst>
            </p:cNvPr>
            <p:cNvSpPr/>
            <p:nvPr/>
          </p:nvSpPr>
          <p:spPr>
            <a:xfrm>
              <a:off x="8080312" y="1945428"/>
              <a:ext cx="2836506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Virtual memory on hard disk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F0D59BB-EF38-4E72-AAEB-84C115B36E51}"/>
              </a:ext>
            </a:extLst>
          </p:cNvPr>
          <p:cNvSpPr/>
          <p:nvPr/>
        </p:nvSpPr>
        <p:spPr>
          <a:xfrm>
            <a:off x="6325703" y="3469925"/>
            <a:ext cx="2717633" cy="1292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Operating system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B21235-0413-445A-9C90-0835138F6E85}"/>
              </a:ext>
            </a:extLst>
          </p:cNvPr>
          <p:cNvSpPr/>
          <p:nvPr/>
        </p:nvSpPr>
        <p:spPr>
          <a:xfrm>
            <a:off x="6325706" y="2918245"/>
            <a:ext cx="2717633" cy="52368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Word processor app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815654-3579-47B9-B8F4-772A13BA18C4}"/>
              </a:ext>
            </a:extLst>
          </p:cNvPr>
          <p:cNvSpPr/>
          <p:nvPr/>
        </p:nvSpPr>
        <p:spPr>
          <a:xfrm>
            <a:off x="6325705" y="2357234"/>
            <a:ext cx="2717633" cy="52368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Spreadsheet app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F5F298-8567-4C03-BC1D-CF5FB6DC4D8B}"/>
              </a:ext>
            </a:extLst>
          </p:cNvPr>
          <p:cNvSpPr/>
          <p:nvPr/>
        </p:nvSpPr>
        <p:spPr>
          <a:xfrm>
            <a:off x="274632" y="3309660"/>
            <a:ext cx="2717633" cy="1075727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Graphics app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521CE7-A4A2-4ED2-84E3-B656F4DC56C0}"/>
              </a:ext>
            </a:extLst>
          </p:cNvPr>
          <p:cNvSpPr/>
          <p:nvPr/>
        </p:nvSpPr>
        <p:spPr>
          <a:xfrm>
            <a:off x="270377" y="2531902"/>
            <a:ext cx="2717633" cy="748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Presentation app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6EE183-F963-4A07-9371-ACD81CC9C09A}"/>
              </a:ext>
            </a:extLst>
          </p:cNvPr>
          <p:cNvSpPr/>
          <p:nvPr/>
        </p:nvSpPr>
        <p:spPr>
          <a:xfrm>
            <a:off x="274632" y="993174"/>
            <a:ext cx="2717633" cy="152006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Video editing app</a:t>
            </a:r>
          </a:p>
        </p:txBody>
      </p:sp>
    </p:spTree>
    <p:extLst>
      <p:ext uri="{BB962C8B-B14F-4D97-AF65-F5344CB8AC3E}">
        <p14:creationId xmlns:p14="http://schemas.microsoft.com/office/powerpoint/2010/main" val="3806110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78A5A2-3FEA-4A7F-B0A0-4F8DDD146493}"/>
              </a:ext>
            </a:extLst>
          </p:cNvPr>
          <p:cNvSpPr/>
          <p:nvPr/>
        </p:nvSpPr>
        <p:spPr>
          <a:xfrm>
            <a:off x="176565" y="523174"/>
            <a:ext cx="214340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5C2D4C-44CC-41E5-88F6-1F4CD6B253AD}"/>
              </a:ext>
            </a:extLst>
          </p:cNvPr>
          <p:cNvGrpSpPr/>
          <p:nvPr/>
        </p:nvGrpSpPr>
        <p:grpSpPr>
          <a:xfrm>
            <a:off x="6290810" y="523174"/>
            <a:ext cx="5724625" cy="6058975"/>
            <a:chOff x="5192193" y="523174"/>
            <a:chExt cx="5724625" cy="6058975"/>
          </a:xfrm>
        </p:grpSpPr>
        <p:pic>
          <p:nvPicPr>
            <p:cNvPr id="9" name="Picture 8" descr="A picture containing electronics, disk, game, table&#10;&#10;Description automatically generated">
              <a:extLst>
                <a:ext uri="{FF2B5EF4-FFF2-40B4-BE49-F238E27FC236}">
                  <a16:creationId xmlns:a16="http://schemas.microsoft.com/office/drawing/2014/main" id="{42D8A4A5-548E-4C74-870E-09A0FC80C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7403" y="523174"/>
              <a:ext cx="1771650" cy="1400711"/>
            </a:xfrm>
            <a:prstGeom prst="rect">
              <a:avLst/>
            </a:prstGeom>
          </p:spPr>
        </p:pic>
        <p:pic>
          <p:nvPicPr>
            <p:cNvPr id="10" name="Picture 9" descr="A circuit board&#10;&#10;Description automatically generated">
              <a:extLst>
                <a:ext uri="{FF2B5EF4-FFF2-40B4-BE49-F238E27FC236}">
                  <a16:creationId xmlns:a16="http://schemas.microsoft.com/office/drawing/2014/main" id="{7A63529E-6D49-4EF4-AE5A-9CCD39F38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361949">
              <a:off x="5567631" y="1044575"/>
              <a:ext cx="2164903" cy="1315811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9B36EA-69CF-424A-92B6-0CF1A9C0223F}"/>
                </a:ext>
              </a:extLst>
            </p:cNvPr>
            <p:cNvSpPr/>
            <p:nvPr/>
          </p:nvSpPr>
          <p:spPr>
            <a:xfrm>
              <a:off x="8117633" y="2327389"/>
              <a:ext cx="2771191" cy="4254760"/>
            </a:xfrm>
            <a:prstGeom prst="rect">
              <a:avLst/>
            </a:prstGeom>
            <a:solidFill>
              <a:schemeClr val="accent4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641B75-9733-4FFC-9403-937219BE7012}"/>
                </a:ext>
              </a:extLst>
            </p:cNvPr>
            <p:cNvSpPr/>
            <p:nvPr/>
          </p:nvSpPr>
          <p:spPr>
            <a:xfrm>
              <a:off x="5192193" y="2322724"/>
              <a:ext cx="2771191" cy="2477278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E73820-452D-466F-8210-2C6BBA494964}"/>
                </a:ext>
              </a:extLst>
            </p:cNvPr>
            <p:cNvSpPr/>
            <p:nvPr/>
          </p:nvSpPr>
          <p:spPr>
            <a:xfrm>
              <a:off x="6257828" y="1947172"/>
              <a:ext cx="639919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RAM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7EFA66-82DD-4723-AE51-C484A9CD03CF}"/>
                </a:ext>
              </a:extLst>
            </p:cNvPr>
            <p:cNvSpPr/>
            <p:nvPr/>
          </p:nvSpPr>
          <p:spPr>
            <a:xfrm>
              <a:off x="8080312" y="1945428"/>
              <a:ext cx="2836506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Virtual memory on hard disk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F0D59BB-EF38-4E72-AAEB-84C115B36E51}"/>
              </a:ext>
            </a:extLst>
          </p:cNvPr>
          <p:cNvSpPr/>
          <p:nvPr/>
        </p:nvSpPr>
        <p:spPr>
          <a:xfrm>
            <a:off x="6325703" y="3469925"/>
            <a:ext cx="2717633" cy="1292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Operating system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B21235-0413-445A-9C90-0835138F6E85}"/>
              </a:ext>
            </a:extLst>
          </p:cNvPr>
          <p:cNvSpPr/>
          <p:nvPr/>
        </p:nvSpPr>
        <p:spPr>
          <a:xfrm>
            <a:off x="6325706" y="2918245"/>
            <a:ext cx="2717633" cy="52368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Word processor app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815654-3579-47B9-B8F4-772A13BA18C4}"/>
              </a:ext>
            </a:extLst>
          </p:cNvPr>
          <p:cNvSpPr/>
          <p:nvPr/>
        </p:nvSpPr>
        <p:spPr>
          <a:xfrm>
            <a:off x="6325705" y="2357234"/>
            <a:ext cx="2717633" cy="52368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Spreadsheet app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F5F298-8567-4C03-BC1D-CF5FB6DC4D8B}"/>
              </a:ext>
            </a:extLst>
          </p:cNvPr>
          <p:cNvSpPr/>
          <p:nvPr/>
        </p:nvSpPr>
        <p:spPr>
          <a:xfrm>
            <a:off x="274632" y="3309660"/>
            <a:ext cx="2717633" cy="1075727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Graphics app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521CE7-A4A2-4ED2-84E3-B656F4DC56C0}"/>
              </a:ext>
            </a:extLst>
          </p:cNvPr>
          <p:cNvSpPr/>
          <p:nvPr/>
        </p:nvSpPr>
        <p:spPr>
          <a:xfrm>
            <a:off x="270377" y="2531902"/>
            <a:ext cx="2717633" cy="748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Presentation app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6EE183-F963-4A07-9371-ACD81CC9C09A}"/>
              </a:ext>
            </a:extLst>
          </p:cNvPr>
          <p:cNvSpPr/>
          <p:nvPr/>
        </p:nvSpPr>
        <p:spPr>
          <a:xfrm>
            <a:off x="274632" y="993174"/>
            <a:ext cx="2717633" cy="152006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Video editing app</a:t>
            </a:r>
          </a:p>
        </p:txBody>
      </p:sp>
    </p:spTree>
    <p:extLst>
      <p:ext uri="{BB962C8B-B14F-4D97-AF65-F5344CB8AC3E}">
        <p14:creationId xmlns:p14="http://schemas.microsoft.com/office/powerpoint/2010/main" val="225613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2.59259E-6 L 0.23997 0.45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92" y="2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44444E-6 L 0.23997 0.44723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92" y="2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78A5A2-3FEA-4A7F-B0A0-4F8DDD146493}"/>
              </a:ext>
            </a:extLst>
          </p:cNvPr>
          <p:cNvSpPr/>
          <p:nvPr/>
        </p:nvSpPr>
        <p:spPr>
          <a:xfrm>
            <a:off x="176565" y="523174"/>
            <a:ext cx="214340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5C2D4C-44CC-41E5-88F6-1F4CD6B253AD}"/>
              </a:ext>
            </a:extLst>
          </p:cNvPr>
          <p:cNvGrpSpPr/>
          <p:nvPr/>
        </p:nvGrpSpPr>
        <p:grpSpPr>
          <a:xfrm>
            <a:off x="6290810" y="523174"/>
            <a:ext cx="5724625" cy="6058975"/>
            <a:chOff x="5192193" y="523174"/>
            <a:chExt cx="5724625" cy="6058975"/>
          </a:xfrm>
        </p:grpSpPr>
        <p:pic>
          <p:nvPicPr>
            <p:cNvPr id="9" name="Picture 8" descr="A picture containing electronics, disk, game, table&#10;&#10;Description automatically generated">
              <a:extLst>
                <a:ext uri="{FF2B5EF4-FFF2-40B4-BE49-F238E27FC236}">
                  <a16:creationId xmlns:a16="http://schemas.microsoft.com/office/drawing/2014/main" id="{42D8A4A5-548E-4C74-870E-09A0FC80C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7403" y="523174"/>
              <a:ext cx="1771650" cy="1400711"/>
            </a:xfrm>
            <a:prstGeom prst="rect">
              <a:avLst/>
            </a:prstGeom>
          </p:spPr>
        </p:pic>
        <p:pic>
          <p:nvPicPr>
            <p:cNvPr id="10" name="Picture 9" descr="A circuit board&#10;&#10;Description automatically generated">
              <a:extLst>
                <a:ext uri="{FF2B5EF4-FFF2-40B4-BE49-F238E27FC236}">
                  <a16:creationId xmlns:a16="http://schemas.microsoft.com/office/drawing/2014/main" id="{7A63529E-6D49-4EF4-AE5A-9CCD39F38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361949">
              <a:off x="5567631" y="1044575"/>
              <a:ext cx="2164903" cy="1315811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9B36EA-69CF-424A-92B6-0CF1A9C0223F}"/>
                </a:ext>
              </a:extLst>
            </p:cNvPr>
            <p:cNvSpPr/>
            <p:nvPr/>
          </p:nvSpPr>
          <p:spPr>
            <a:xfrm>
              <a:off x="8117633" y="2327389"/>
              <a:ext cx="2771191" cy="4254760"/>
            </a:xfrm>
            <a:prstGeom prst="rect">
              <a:avLst/>
            </a:prstGeom>
            <a:solidFill>
              <a:schemeClr val="accent4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641B75-9733-4FFC-9403-937219BE7012}"/>
                </a:ext>
              </a:extLst>
            </p:cNvPr>
            <p:cNvSpPr/>
            <p:nvPr/>
          </p:nvSpPr>
          <p:spPr>
            <a:xfrm>
              <a:off x="5192193" y="2322724"/>
              <a:ext cx="2771191" cy="2477278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E73820-452D-466F-8210-2C6BBA494964}"/>
                </a:ext>
              </a:extLst>
            </p:cNvPr>
            <p:cNvSpPr/>
            <p:nvPr/>
          </p:nvSpPr>
          <p:spPr>
            <a:xfrm>
              <a:off x="6257828" y="1947172"/>
              <a:ext cx="639919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RAM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7EFA66-82DD-4723-AE51-C484A9CD03CF}"/>
                </a:ext>
              </a:extLst>
            </p:cNvPr>
            <p:cNvSpPr/>
            <p:nvPr/>
          </p:nvSpPr>
          <p:spPr>
            <a:xfrm>
              <a:off x="8080312" y="1945428"/>
              <a:ext cx="2836506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Virtual memory on hard disk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F0D59BB-EF38-4E72-AAEB-84C115B36E51}"/>
              </a:ext>
            </a:extLst>
          </p:cNvPr>
          <p:cNvSpPr/>
          <p:nvPr/>
        </p:nvSpPr>
        <p:spPr>
          <a:xfrm>
            <a:off x="6325703" y="3469925"/>
            <a:ext cx="2717633" cy="1292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Operating system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B21235-0413-445A-9C90-0835138F6E85}"/>
              </a:ext>
            </a:extLst>
          </p:cNvPr>
          <p:cNvSpPr/>
          <p:nvPr/>
        </p:nvSpPr>
        <p:spPr>
          <a:xfrm>
            <a:off x="9269808" y="6013870"/>
            <a:ext cx="2717633" cy="52368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Word processor app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815654-3579-47B9-B8F4-772A13BA18C4}"/>
              </a:ext>
            </a:extLst>
          </p:cNvPr>
          <p:cNvSpPr/>
          <p:nvPr/>
        </p:nvSpPr>
        <p:spPr>
          <a:xfrm>
            <a:off x="9260282" y="5405234"/>
            <a:ext cx="2717633" cy="52368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Spreadsheet app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F5F298-8567-4C03-BC1D-CF5FB6DC4D8B}"/>
              </a:ext>
            </a:extLst>
          </p:cNvPr>
          <p:cNvSpPr/>
          <p:nvPr/>
        </p:nvSpPr>
        <p:spPr>
          <a:xfrm>
            <a:off x="274632" y="3309660"/>
            <a:ext cx="2717633" cy="1075727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Graphics app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521CE7-A4A2-4ED2-84E3-B656F4DC56C0}"/>
              </a:ext>
            </a:extLst>
          </p:cNvPr>
          <p:cNvSpPr/>
          <p:nvPr/>
        </p:nvSpPr>
        <p:spPr>
          <a:xfrm>
            <a:off x="270377" y="2531902"/>
            <a:ext cx="2717633" cy="748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Presentation app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6EE183-F963-4A07-9371-ACD81CC9C09A}"/>
              </a:ext>
            </a:extLst>
          </p:cNvPr>
          <p:cNvSpPr/>
          <p:nvPr/>
        </p:nvSpPr>
        <p:spPr>
          <a:xfrm>
            <a:off x="274632" y="993174"/>
            <a:ext cx="2717633" cy="152006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Video editing app</a:t>
            </a:r>
          </a:p>
        </p:txBody>
      </p:sp>
    </p:spTree>
    <p:extLst>
      <p:ext uri="{BB962C8B-B14F-4D97-AF65-F5344CB8AC3E}">
        <p14:creationId xmlns:p14="http://schemas.microsoft.com/office/powerpoint/2010/main" val="187903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7 L 0.49571 -0.136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79" y="-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78A5A2-3FEA-4A7F-B0A0-4F8DDD146493}"/>
              </a:ext>
            </a:extLst>
          </p:cNvPr>
          <p:cNvSpPr/>
          <p:nvPr/>
        </p:nvSpPr>
        <p:spPr>
          <a:xfrm>
            <a:off x="176565" y="523174"/>
            <a:ext cx="214340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5C2D4C-44CC-41E5-88F6-1F4CD6B253AD}"/>
              </a:ext>
            </a:extLst>
          </p:cNvPr>
          <p:cNvGrpSpPr/>
          <p:nvPr/>
        </p:nvGrpSpPr>
        <p:grpSpPr>
          <a:xfrm>
            <a:off x="6290810" y="523174"/>
            <a:ext cx="5724625" cy="6058975"/>
            <a:chOff x="5192193" y="523174"/>
            <a:chExt cx="5724625" cy="6058975"/>
          </a:xfrm>
        </p:grpSpPr>
        <p:pic>
          <p:nvPicPr>
            <p:cNvPr id="9" name="Picture 8" descr="A picture containing electronics, disk, game, table&#10;&#10;Description automatically generated">
              <a:extLst>
                <a:ext uri="{FF2B5EF4-FFF2-40B4-BE49-F238E27FC236}">
                  <a16:creationId xmlns:a16="http://schemas.microsoft.com/office/drawing/2014/main" id="{42D8A4A5-548E-4C74-870E-09A0FC80C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7403" y="523174"/>
              <a:ext cx="1771650" cy="1400711"/>
            </a:xfrm>
            <a:prstGeom prst="rect">
              <a:avLst/>
            </a:prstGeom>
          </p:spPr>
        </p:pic>
        <p:pic>
          <p:nvPicPr>
            <p:cNvPr id="10" name="Picture 9" descr="A circuit board&#10;&#10;Description automatically generated">
              <a:extLst>
                <a:ext uri="{FF2B5EF4-FFF2-40B4-BE49-F238E27FC236}">
                  <a16:creationId xmlns:a16="http://schemas.microsoft.com/office/drawing/2014/main" id="{7A63529E-6D49-4EF4-AE5A-9CCD39F38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361949">
              <a:off x="5567631" y="1044575"/>
              <a:ext cx="2164903" cy="1315811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9B36EA-69CF-424A-92B6-0CF1A9C0223F}"/>
                </a:ext>
              </a:extLst>
            </p:cNvPr>
            <p:cNvSpPr/>
            <p:nvPr/>
          </p:nvSpPr>
          <p:spPr>
            <a:xfrm>
              <a:off x="8117633" y="2327389"/>
              <a:ext cx="2771191" cy="4254760"/>
            </a:xfrm>
            <a:prstGeom prst="rect">
              <a:avLst/>
            </a:prstGeom>
            <a:solidFill>
              <a:schemeClr val="accent4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641B75-9733-4FFC-9403-937219BE7012}"/>
                </a:ext>
              </a:extLst>
            </p:cNvPr>
            <p:cNvSpPr/>
            <p:nvPr/>
          </p:nvSpPr>
          <p:spPr>
            <a:xfrm>
              <a:off x="5192193" y="2322724"/>
              <a:ext cx="2771191" cy="2477278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E73820-452D-466F-8210-2C6BBA494964}"/>
                </a:ext>
              </a:extLst>
            </p:cNvPr>
            <p:cNvSpPr/>
            <p:nvPr/>
          </p:nvSpPr>
          <p:spPr>
            <a:xfrm>
              <a:off x="6257828" y="1947172"/>
              <a:ext cx="639919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RAM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7EFA66-82DD-4723-AE51-C484A9CD03CF}"/>
                </a:ext>
              </a:extLst>
            </p:cNvPr>
            <p:cNvSpPr/>
            <p:nvPr/>
          </p:nvSpPr>
          <p:spPr>
            <a:xfrm>
              <a:off x="8080312" y="1945428"/>
              <a:ext cx="2836506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Virtual memory on hard disk</a:t>
              </a:r>
              <a:endParaRPr lang="en-GB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F0D59BB-EF38-4E72-AAEB-84C115B36E51}"/>
              </a:ext>
            </a:extLst>
          </p:cNvPr>
          <p:cNvSpPr/>
          <p:nvPr/>
        </p:nvSpPr>
        <p:spPr>
          <a:xfrm>
            <a:off x="6325703" y="3469925"/>
            <a:ext cx="2717633" cy="1292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Operating system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B21235-0413-445A-9C90-0835138F6E85}"/>
              </a:ext>
            </a:extLst>
          </p:cNvPr>
          <p:cNvSpPr/>
          <p:nvPr/>
        </p:nvSpPr>
        <p:spPr>
          <a:xfrm>
            <a:off x="9269808" y="6013870"/>
            <a:ext cx="2717633" cy="52368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Word processor app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815654-3579-47B9-B8F4-772A13BA18C4}"/>
              </a:ext>
            </a:extLst>
          </p:cNvPr>
          <p:cNvSpPr/>
          <p:nvPr/>
        </p:nvSpPr>
        <p:spPr>
          <a:xfrm>
            <a:off x="9260282" y="5405234"/>
            <a:ext cx="2717633" cy="52368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Spreadsheet app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F5F298-8567-4C03-BC1D-CF5FB6DC4D8B}"/>
              </a:ext>
            </a:extLst>
          </p:cNvPr>
          <p:cNvSpPr/>
          <p:nvPr/>
        </p:nvSpPr>
        <p:spPr>
          <a:xfrm>
            <a:off x="6317587" y="2368189"/>
            <a:ext cx="2717633" cy="1075727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Graphics app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521CE7-A4A2-4ED2-84E3-B656F4DC56C0}"/>
              </a:ext>
            </a:extLst>
          </p:cNvPr>
          <p:cNvSpPr/>
          <p:nvPr/>
        </p:nvSpPr>
        <p:spPr>
          <a:xfrm>
            <a:off x="270377" y="2531902"/>
            <a:ext cx="2717633" cy="748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Presentation app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6EE183-F963-4A07-9371-ACD81CC9C09A}"/>
              </a:ext>
            </a:extLst>
          </p:cNvPr>
          <p:cNvSpPr/>
          <p:nvPr/>
        </p:nvSpPr>
        <p:spPr>
          <a:xfrm>
            <a:off x="274632" y="993174"/>
            <a:ext cx="2717633" cy="152006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Video editing app</a:t>
            </a:r>
          </a:p>
        </p:txBody>
      </p:sp>
    </p:spTree>
    <p:extLst>
      <p:ext uri="{BB962C8B-B14F-4D97-AF65-F5344CB8AC3E}">
        <p14:creationId xmlns:p14="http://schemas.microsoft.com/office/powerpoint/2010/main" val="161467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1.11111E-6 L 0.24153 0.277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70" y="1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6 L -0.24205 -0.4507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09" y="-2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6229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needed when there is not enough physical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available to store open programs.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held on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 disk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Programs are transferred out to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when they are not currently being executed.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Programs are transferred back to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they are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memory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13CCA38E-6C90-4A23-9639-6DC3DA893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286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96</cp:revision>
  <dcterms:created xsi:type="dcterms:W3CDTF">2019-10-14T15:21:06Z</dcterms:created>
  <dcterms:modified xsi:type="dcterms:W3CDTF">2022-07-15T11:09:59Z</dcterms:modified>
</cp:coreProperties>
</file>