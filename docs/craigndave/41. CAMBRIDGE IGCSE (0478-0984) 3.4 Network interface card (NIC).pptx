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7" r:id="rId2"/>
    <p:sldId id="266" r:id="rId3"/>
    <p:sldId id="268" r:id="rId4"/>
    <p:sldId id="267" r:id="rId5"/>
    <p:sldId id="265" r:id="rId6"/>
    <p:sldId id="269" r:id="rId7"/>
    <p:sldId id="260" r:id="rId8"/>
    <p:sldId id="29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0C0C"/>
    <a:srgbClr val="000000"/>
    <a:srgbClr val="F26521"/>
    <a:srgbClr val="FFFFFF"/>
    <a:srgbClr val="0087B1"/>
    <a:srgbClr val="000956"/>
    <a:srgbClr val="99E265"/>
    <a:srgbClr val="008C8C"/>
    <a:srgbClr val="00B2B2"/>
    <a:srgbClr val="26C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4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52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4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A54553-2A3F-4C94-AA62-ABFC40E07E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96737-DD0F-4016-9F43-1C3C11671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11316-EC54-4B9D-B716-15D72C7F09B1}" type="datetimeFigureOut">
              <a:rPr lang="en-GB" smtClean="0"/>
              <a:t>15/07/2022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A745F-1972-497D-8174-B5868433DF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E6AC0-619C-486F-A045-23AE3DF3E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CFB52-3982-4249-B609-86D9E88836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163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D13-C50D-4862-A50B-4E5D0E7CA144}" type="datetimeFigureOut">
              <a:rPr lang="en-GB" smtClean="0"/>
              <a:t>15/07/2022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031B-FEB2-4221-8849-89831B3F110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64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0E031B-FEB2-4221-8849-89831B3F1108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441736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7369-A355-4D19-AEEC-9D0100EF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4699-1673-40E6-9241-180D7794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935-35F7-402A-9F4D-C68B292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15/07/2022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7A12-EBDB-45B0-9FF5-F17A7EF6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7090-3E02-4EBA-95BB-2F3FF45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4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7CF4-093B-4C66-A107-491AFAE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9AB-C9F4-4A3F-A472-C5FDCF3A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491B-E55E-4F96-A0A2-08ABE853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15/07/2022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E9C3-3BD7-499C-9C8F-E914AF0C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F2C-BB77-4D20-BD01-009748E0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0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AB41-C5F4-4F77-8A5C-14CA38A3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B807-A41F-4934-B9B5-F06B7FEC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AEC-9ECF-4105-84CF-CCC301AD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15/07/2022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1FA-05E8-4A50-9FC5-A94F3634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3BE1-EE3A-45AF-BF76-41B86D0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685-8ECA-46F3-BC78-B8E4D43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2D3-EA14-47C6-8BDF-B549E97D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FA317-5ECF-4693-88DD-BCA7EC39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A0AA-2226-49B9-8142-4F45D8CE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15/07/2022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340D-9456-43F7-A764-CBD130E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2910B-6BBA-4043-8CD2-7AE056F1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60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0B3-16E7-4811-A5F8-8361465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62EE-BCB8-429D-BB6F-89DF9F3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AD67-4C0E-484D-B7FF-FB976A17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660E-8B38-43A5-A48D-A4523AA0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EFE82-A3BC-42B8-9F71-5C3C1ADD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D8DB3-F688-4AB2-AAFC-0E5E7F2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15/07/2022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70DA-1B40-4425-B025-A8D06411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CE6D-8A51-4013-A622-D11EFBB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2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232E-9E69-481F-BDD8-74F4219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D69E5-4081-437F-98E4-2CAF4F5C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15/07/2022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0953-0189-477F-ABF4-CE4D2ED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C43C7-506A-468F-96CB-96E8683C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1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CC6F3-15F4-4749-9242-EDD4FF8C5DBF}"/>
              </a:ext>
            </a:extLst>
          </p:cNvPr>
          <p:cNvSpPr/>
          <p:nvPr userDrawn="1"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CAMBRIDGE IGCSE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(0478/0984)</a:t>
            </a:r>
          </a:p>
          <a:p>
            <a:pPr algn="ctr"/>
            <a:endParaRPr lang="en-GB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C14A7-E460-4357-90EB-FC2CBD74FCA1}"/>
              </a:ext>
            </a:extLst>
          </p:cNvPr>
          <p:cNvSpPr/>
          <p:nvPr userDrawn="1"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26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brush&#10;&#10;Description automatically generated">
            <a:extLst>
              <a:ext uri="{FF2B5EF4-FFF2-40B4-BE49-F238E27FC236}">
                <a16:creationId xmlns:a16="http://schemas.microsoft.com/office/drawing/2014/main" id="{802D9E8A-D873-49FF-AED9-2CD228DFF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r="-3" b="-3"/>
          <a:stretch/>
        </p:blipFill>
        <p:spPr>
          <a:xfrm>
            <a:off x="9029206" y="2474254"/>
            <a:ext cx="1912560" cy="190948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E3659E-7B75-43EA-B2D2-F180CB40635B}"/>
              </a:ext>
            </a:extLst>
          </p:cNvPr>
          <p:cNvSpPr/>
          <p:nvPr userDrawn="1"/>
        </p:nvSpPr>
        <p:spPr>
          <a:xfrm>
            <a:off x="0" y="6451184"/>
            <a:ext cx="10088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Teacher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Student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student.craigndave.org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Smart revise: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smartrevise.co.uk </a:t>
            </a:r>
          </a:p>
        </p:txBody>
      </p:sp>
    </p:spTree>
    <p:extLst>
      <p:ext uri="{BB962C8B-B14F-4D97-AF65-F5344CB8AC3E}">
        <p14:creationId xmlns:p14="http://schemas.microsoft.com/office/powerpoint/2010/main" val="409001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19224-2084-4C89-AEFB-59035B0F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15/07/2022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9D01-9A95-4DC3-AD5E-0657203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0936-CF61-444A-88C9-B1BE2B0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AACC54-1682-4874-BD09-D8CF92EDAE43}"/>
              </a:ext>
            </a:extLst>
          </p:cNvPr>
          <p:cNvGrpSpPr/>
          <p:nvPr userDrawn="1"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B4ABA0-791C-4EF4-91E1-0A7F5B882D36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b="1" dirty="0">
                  <a:solidFill>
                    <a:schemeClr val="bg1"/>
                  </a:solidFill>
                </a:rPr>
                <a:t>3.4 Network hardware | Network interface card (NIC)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5FF8B6-F953-41A2-8CA9-2F6F841BDD32}"/>
                </a:ext>
              </a:extLst>
            </p:cNvPr>
            <p:cNvSpPr/>
            <p:nvPr/>
          </p:nvSpPr>
          <p:spPr>
            <a:xfrm>
              <a:off x="8992998" y="0"/>
              <a:ext cx="319900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9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15E-FCEC-48A2-8A58-855AC17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C2E3-EFFC-4E46-8E3B-353E3410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8DFF-FB25-4FDB-AE01-18909580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E6D8-83E5-4A1F-91A5-3CC7778F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15/07/2022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2ED67-D636-4841-A380-71A8E2C2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BE11-BFFB-4E5F-95F9-EF6A83A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C68-F937-4619-AC2A-808BB5FB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D0E72-F13A-47A1-9749-F939C5B6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CE7D0-DEEB-4789-9725-4826AE9B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52C0A-0BB5-4C36-AC67-AFCF2DC0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15/07/2022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906B4-69CB-471E-B443-A6DD5955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424-3B0E-4EEC-875D-327603D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F412-1941-41D2-AC46-E8C2086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1B5D-15E6-4D4B-B6F5-E46A1A72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8167-751F-4B50-84DD-7F7377E4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15/07/2022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E4B-ECAF-4B58-9633-F0D2214A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936C-E069-45AA-8B1E-8B295D2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BBC43-F9FB-4DC0-9192-4C6BBC0BB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41F-6124-45F5-9E33-C88771523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D7AD-9B6B-4D71-A044-0A8CD1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15/07/2022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19E0-2B2A-44A5-95AA-5794953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E265-1899-40B9-ABCC-0F0FA6B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8667-8C97-4EFE-84F3-BDAFCA0D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06C-F4A6-4145-8586-E1BA0D6A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71F7-F0FF-4998-A335-671F6745C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D5A5-95A5-4ED6-B746-12AF9CEAF3AB}" type="datetimeFigureOut">
              <a:rPr lang="en-GB" smtClean="0"/>
              <a:t>15/07/2022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1F-CB31-4B37-8E8C-1B4AD2A0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29192-27C3-435C-AA4E-0FF49DC5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01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3.4 Network hardware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Network interface card (NIC)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7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0" y="5380686"/>
            <a:ext cx="12192000" cy="375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computing device that is physically unable to communicate with any other device is known as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standalone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1F051C-E9FE-4BD9-9E4B-5E607488C2FC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Standalone vs networked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computer monitor and keyboard&#10;&#10;Description automatically generated with low confidence">
            <a:extLst>
              <a:ext uri="{FF2B5EF4-FFF2-40B4-BE49-F238E27FC236}">
                <a16:creationId xmlns:a16="http://schemas.microsoft.com/office/drawing/2014/main" id="{C7AAD0A3-E532-375F-7705-2280DB8F227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19"/>
          <a:stretch/>
        </p:blipFill>
        <p:spPr>
          <a:xfrm>
            <a:off x="0" y="1576873"/>
            <a:ext cx="4418514" cy="3704253"/>
          </a:xfrm>
          <a:prstGeom prst="rect">
            <a:avLst/>
          </a:prstGeom>
        </p:spPr>
      </p:pic>
      <p:pic>
        <p:nvPicPr>
          <p:cNvPr id="9" name="Picture 8" descr="A computer monitor and keyboard&#10;&#10;Description automatically generated with low confidence">
            <a:extLst>
              <a:ext uri="{FF2B5EF4-FFF2-40B4-BE49-F238E27FC236}">
                <a16:creationId xmlns:a16="http://schemas.microsoft.com/office/drawing/2014/main" id="{3C7D2712-AE8B-6653-700D-5A5253894D0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19"/>
          <a:stretch/>
        </p:blipFill>
        <p:spPr>
          <a:xfrm flipH="1">
            <a:off x="7774207" y="1576873"/>
            <a:ext cx="4418514" cy="3704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505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0" y="5380686"/>
            <a:ext cx="12192000" cy="6719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 soon as we provide some mechanism for the device to communicate with another device, </a:t>
            </a:r>
            <a:b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whether that be via a wired or wireless solution, we can say the device is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networked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1F051C-E9FE-4BD9-9E4B-5E607488C2FC}"/>
              </a:ext>
            </a:extLst>
          </p:cNvPr>
          <p:cNvSpPr/>
          <p:nvPr/>
        </p:nvSpPr>
        <p:spPr>
          <a:xfrm>
            <a:off x="176565" y="523174"/>
            <a:ext cx="6485492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Standalone vs networked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computer monitor and keyboard&#10;&#10;Description automatically generated with low confidence">
            <a:extLst>
              <a:ext uri="{FF2B5EF4-FFF2-40B4-BE49-F238E27FC236}">
                <a16:creationId xmlns:a16="http://schemas.microsoft.com/office/drawing/2014/main" id="{C7AAD0A3-E532-375F-7705-2280DB8F227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19"/>
          <a:stretch/>
        </p:blipFill>
        <p:spPr>
          <a:xfrm>
            <a:off x="0" y="1576873"/>
            <a:ext cx="4418514" cy="3704253"/>
          </a:xfrm>
          <a:prstGeom prst="rect">
            <a:avLst/>
          </a:prstGeom>
        </p:spPr>
      </p:pic>
      <p:pic>
        <p:nvPicPr>
          <p:cNvPr id="9" name="Picture 8" descr="A computer monitor and keyboard&#10;&#10;Description automatically generated with low confidence">
            <a:extLst>
              <a:ext uri="{FF2B5EF4-FFF2-40B4-BE49-F238E27FC236}">
                <a16:creationId xmlns:a16="http://schemas.microsoft.com/office/drawing/2014/main" id="{3C7D2712-AE8B-6653-700D-5A5253894D0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19"/>
          <a:stretch/>
        </p:blipFill>
        <p:spPr>
          <a:xfrm flipH="1">
            <a:off x="7774207" y="1576873"/>
            <a:ext cx="4418514" cy="3704253"/>
          </a:xfrm>
          <a:prstGeom prst="rect">
            <a:avLst/>
          </a:prstGeom>
        </p:spPr>
      </p:pic>
      <p:grpSp>
        <p:nvGrpSpPr>
          <p:cNvPr id="324" name="Group 323">
            <a:extLst>
              <a:ext uri="{FF2B5EF4-FFF2-40B4-BE49-F238E27FC236}">
                <a16:creationId xmlns:a16="http://schemas.microsoft.com/office/drawing/2014/main" id="{EA881D65-8AC7-AFE1-4F75-F74CD4DBCDB7}"/>
              </a:ext>
            </a:extLst>
          </p:cNvPr>
          <p:cNvGrpSpPr/>
          <p:nvPr/>
        </p:nvGrpSpPr>
        <p:grpSpPr>
          <a:xfrm>
            <a:off x="3616244" y="2690588"/>
            <a:ext cx="4974954" cy="1554841"/>
            <a:chOff x="3427988" y="3557623"/>
            <a:chExt cx="6880912" cy="2150517"/>
          </a:xfrm>
        </p:grpSpPr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8D17CA1C-AB61-544F-1CF0-3EB151EF7D12}"/>
                </a:ext>
              </a:extLst>
            </p:cNvPr>
            <p:cNvSpPr/>
            <p:nvPr/>
          </p:nvSpPr>
          <p:spPr>
            <a:xfrm>
              <a:off x="3832098" y="4089947"/>
              <a:ext cx="6053328" cy="1107257"/>
            </a:xfrm>
            <a:custGeom>
              <a:avLst/>
              <a:gdLst>
                <a:gd name="connsiteX0" fmla="*/ -29 w 6053328"/>
                <a:gd name="connsiteY0" fmla="*/ 97302 h 1107257"/>
                <a:gd name="connsiteX1" fmla="*/ 2581123 w 6053328"/>
                <a:gd name="connsiteY1" fmla="*/ 882191 h 1107257"/>
                <a:gd name="connsiteX2" fmla="*/ 3026636 w 6053328"/>
                <a:gd name="connsiteY2" fmla="*/ 553359 h 1107257"/>
                <a:gd name="connsiteX3" fmla="*/ 4370137 w 6053328"/>
                <a:gd name="connsiteY3" fmla="*/ -44 h 1107257"/>
                <a:gd name="connsiteX4" fmla="*/ 6053300 w 6053328"/>
                <a:gd name="connsiteY4" fmla="*/ 1009606 h 1107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53328" h="1107257">
                  <a:moveTo>
                    <a:pt x="-29" y="97302"/>
                  </a:moveTo>
                  <a:cubicBezTo>
                    <a:pt x="495995" y="1026808"/>
                    <a:pt x="1651616" y="1378214"/>
                    <a:pt x="2581123" y="882191"/>
                  </a:cubicBezTo>
                  <a:cubicBezTo>
                    <a:pt x="2744829" y="794837"/>
                    <a:pt x="2894914" y="684051"/>
                    <a:pt x="3026636" y="553359"/>
                  </a:cubicBezTo>
                  <a:cubicBezTo>
                    <a:pt x="3419637" y="177121"/>
                    <a:pt x="3845786" y="-44"/>
                    <a:pt x="4370137" y="-44"/>
                  </a:cubicBezTo>
                  <a:cubicBezTo>
                    <a:pt x="5074625" y="-263"/>
                    <a:pt x="5721839" y="387967"/>
                    <a:pt x="6053300" y="1009606"/>
                  </a:cubicBezTo>
                </a:path>
              </a:pathLst>
            </a:custGeom>
            <a:noFill/>
            <a:ln w="129159" cap="flat">
              <a:solidFill>
                <a:srgbClr val="6DA5D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41E52336-87E8-5B74-E9AD-02956D100FBF}"/>
                </a:ext>
              </a:extLst>
            </p:cNvPr>
            <p:cNvSpPr/>
            <p:nvPr/>
          </p:nvSpPr>
          <p:spPr>
            <a:xfrm>
              <a:off x="3665125" y="4029749"/>
              <a:ext cx="336899" cy="347757"/>
            </a:xfrm>
            <a:custGeom>
              <a:avLst/>
              <a:gdLst>
                <a:gd name="connsiteX0" fmla="*/ 336899 w 336899"/>
                <a:gd name="connsiteY0" fmla="*/ 257461 h 347757"/>
                <a:gd name="connsiteX1" fmla="*/ 251841 w 336899"/>
                <a:gd name="connsiteY1" fmla="*/ 0 h 347757"/>
                <a:gd name="connsiteX2" fmla="*/ 95 w 336899"/>
                <a:gd name="connsiteY2" fmla="*/ 130683 h 347757"/>
                <a:gd name="connsiteX3" fmla="*/ 0 w 336899"/>
                <a:gd name="connsiteY3" fmla="*/ 130683 h 347757"/>
                <a:gd name="connsiteX4" fmla="*/ 162877 w 336899"/>
                <a:gd name="connsiteY4" fmla="*/ 347758 h 347757"/>
                <a:gd name="connsiteX5" fmla="*/ 336899 w 336899"/>
                <a:gd name="connsiteY5" fmla="*/ 257461 h 347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6899" h="347757">
                  <a:moveTo>
                    <a:pt x="336899" y="257461"/>
                  </a:moveTo>
                  <a:lnTo>
                    <a:pt x="251841" y="0"/>
                  </a:lnTo>
                  <a:lnTo>
                    <a:pt x="95" y="130683"/>
                  </a:lnTo>
                  <a:lnTo>
                    <a:pt x="0" y="130683"/>
                  </a:lnTo>
                  <a:lnTo>
                    <a:pt x="162877" y="347758"/>
                  </a:lnTo>
                  <a:lnTo>
                    <a:pt x="336899" y="257461"/>
                  </a:lnTo>
                  <a:close/>
                </a:path>
              </a:pathLst>
            </a:custGeom>
            <a:solidFill>
              <a:srgbClr val="00639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515E58E8-3028-AF6F-792B-0D387C6BA368}"/>
                </a:ext>
              </a:extLst>
            </p:cNvPr>
            <p:cNvSpPr/>
            <p:nvPr/>
          </p:nvSpPr>
          <p:spPr>
            <a:xfrm>
              <a:off x="3693986" y="4074993"/>
              <a:ext cx="244697" cy="140112"/>
            </a:xfrm>
            <a:custGeom>
              <a:avLst/>
              <a:gdLst>
                <a:gd name="connsiteX0" fmla="*/ 238220 w 244697"/>
                <a:gd name="connsiteY0" fmla="*/ 0 h 140112"/>
                <a:gd name="connsiteX1" fmla="*/ 0 w 244697"/>
                <a:gd name="connsiteY1" fmla="*/ 123730 h 140112"/>
                <a:gd name="connsiteX2" fmla="*/ 12287 w 244697"/>
                <a:gd name="connsiteY2" fmla="*/ 140113 h 140112"/>
                <a:gd name="connsiteX3" fmla="*/ 244697 w 244697"/>
                <a:gd name="connsiteY3" fmla="*/ 19526 h 140112"/>
                <a:gd name="connsiteX4" fmla="*/ 238220 w 244697"/>
                <a:gd name="connsiteY4" fmla="*/ 0 h 140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4697" h="140112">
                  <a:moveTo>
                    <a:pt x="238220" y="0"/>
                  </a:moveTo>
                  <a:lnTo>
                    <a:pt x="0" y="123730"/>
                  </a:lnTo>
                  <a:lnTo>
                    <a:pt x="12287" y="140113"/>
                  </a:lnTo>
                  <a:lnTo>
                    <a:pt x="244697" y="19526"/>
                  </a:lnTo>
                  <a:lnTo>
                    <a:pt x="238220" y="0"/>
                  </a:lnTo>
                  <a:close/>
                </a:path>
              </a:pathLst>
            </a:custGeom>
            <a:solidFill>
              <a:srgbClr val="006392">
                <a:alpha val="7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13C20779-C384-2773-E682-D9EC6D5A11D9}"/>
                </a:ext>
              </a:extLst>
            </p:cNvPr>
            <p:cNvSpPr/>
            <p:nvPr/>
          </p:nvSpPr>
          <p:spPr>
            <a:xfrm>
              <a:off x="3726942" y="4127190"/>
              <a:ext cx="229076" cy="132206"/>
            </a:xfrm>
            <a:custGeom>
              <a:avLst/>
              <a:gdLst>
                <a:gd name="connsiteX0" fmla="*/ 222599 w 229076"/>
                <a:gd name="connsiteY0" fmla="*/ 0 h 132206"/>
                <a:gd name="connsiteX1" fmla="*/ 0 w 229076"/>
                <a:gd name="connsiteY1" fmla="*/ 115538 h 132206"/>
                <a:gd name="connsiteX2" fmla="*/ 12573 w 229076"/>
                <a:gd name="connsiteY2" fmla="*/ 132207 h 132206"/>
                <a:gd name="connsiteX3" fmla="*/ 229076 w 229076"/>
                <a:gd name="connsiteY3" fmla="*/ 19812 h 132206"/>
                <a:gd name="connsiteX4" fmla="*/ 222599 w 229076"/>
                <a:gd name="connsiteY4" fmla="*/ 0 h 132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9076" h="132206">
                  <a:moveTo>
                    <a:pt x="222599" y="0"/>
                  </a:moveTo>
                  <a:lnTo>
                    <a:pt x="0" y="115538"/>
                  </a:lnTo>
                  <a:lnTo>
                    <a:pt x="12573" y="132207"/>
                  </a:lnTo>
                  <a:lnTo>
                    <a:pt x="229076" y="19812"/>
                  </a:lnTo>
                  <a:lnTo>
                    <a:pt x="222599" y="0"/>
                  </a:lnTo>
                  <a:close/>
                </a:path>
              </a:pathLst>
            </a:custGeom>
            <a:solidFill>
              <a:srgbClr val="006392">
                <a:alpha val="7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B1DBB365-94DC-2702-D9D4-9C031EE7FDE0}"/>
                </a:ext>
              </a:extLst>
            </p:cNvPr>
            <p:cNvSpPr/>
            <p:nvPr/>
          </p:nvSpPr>
          <p:spPr>
            <a:xfrm>
              <a:off x="3760566" y="4180339"/>
              <a:ext cx="213169" cy="124110"/>
            </a:xfrm>
            <a:custGeom>
              <a:avLst/>
              <a:gdLst>
                <a:gd name="connsiteX0" fmla="*/ 206502 w 213169"/>
                <a:gd name="connsiteY0" fmla="*/ 0 h 124110"/>
                <a:gd name="connsiteX1" fmla="*/ 0 w 213169"/>
                <a:gd name="connsiteY1" fmla="*/ 107156 h 124110"/>
                <a:gd name="connsiteX2" fmla="*/ 12763 w 213169"/>
                <a:gd name="connsiteY2" fmla="*/ 124111 h 124110"/>
                <a:gd name="connsiteX3" fmla="*/ 213169 w 213169"/>
                <a:gd name="connsiteY3" fmla="*/ 20098 h 124110"/>
                <a:gd name="connsiteX4" fmla="*/ 206502 w 213169"/>
                <a:gd name="connsiteY4" fmla="*/ 0 h 124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169" h="124110">
                  <a:moveTo>
                    <a:pt x="206502" y="0"/>
                  </a:moveTo>
                  <a:lnTo>
                    <a:pt x="0" y="107156"/>
                  </a:lnTo>
                  <a:lnTo>
                    <a:pt x="12763" y="124111"/>
                  </a:lnTo>
                  <a:lnTo>
                    <a:pt x="213169" y="20098"/>
                  </a:lnTo>
                  <a:lnTo>
                    <a:pt x="206502" y="0"/>
                  </a:lnTo>
                  <a:close/>
                </a:path>
              </a:pathLst>
            </a:custGeom>
            <a:solidFill>
              <a:srgbClr val="006392">
                <a:alpha val="7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6AC9AA8-D45D-8018-9055-EDF33C53D179}"/>
                </a:ext>
              </a:extLst>
            </p:cNvPr>
            <p:cNvSpPr/>
            <p:nvPr/>
          </p:nvSpPr>
          <p:spPr>
            <a:xfrm>
              <a:off x="3794760" y="4234346"/>
              <a:ext cx="196977" cy="116014"/>
            </a:xfrm>
            <a:custGeom>
              <a:avLst/>
              <a:gdLst>
                <a:gd name="connsiteX0" fmla="*/ 190214 w 196977"/>
                <a:gd name="connsiteY0" fmla="*/ 0 h 116014"/>
                <a:gd name="connsiteX1" fmla="*/ 0 w 196977"/>
                <a:gd name="connsiteY1" fmla="*/ 98679 h 116014"/>
                <a:gd name="connsiteX2" fmla="*/ 12954 w 196977"/>
                <a:gd name="connsiteY2" fmla="*/ 116014 h 116014"/>
                <a:gd name="connsiteX3" fmla="*/ 196977 w 196977"/>
                <a:gd name="connsiteY3" fmla="*/ 20479 h 116014"/>
                <a:gd name="connsiteX4" fmla="*/ 190214 w 196977"/>
                <a:gd name="connsiteY4" fmla="*/ 0 h 116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977" h="116014">
                  <a:moveTo>
                    <a:pt x="190214" y="0"/>
                  </a:moveTo>
                  <a:lnTo>
                    <a:pt x="0" y="98679"/>
                  </a:lnTo>
                  <a:lnTo>
                    <a:pt x="12954" y="116014"/>
                  </a:lnTo>
                  <a:lnTo>
                    <a:pt x="196977" y="20479"/>
                  </a:lnTo>
                  <a:lnTo>
                    <a:pt x="190214" y="0"/>
                  </a:lnTo>
                  <a:close/>
                </a:path>
              </a:pathLst>
            </a:custGeom>
            <a:solidFill>
              <a:srgbClr val="006392">
                <a:alpha val="7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8E2CA8A2-1977-D0C7-8961-558E2DC437DB}"/>
                </a:ext>
              </a:extLst>
            </p:cNvPr>
            <p:cNvSpPr/>
            <p:nvPr/>
          </p:nvSpPr>
          <p:spPr>
            <a:xfrm>
              <a:off x="3673347" y="4053472"/>
              <a:ext cx="274935" cy="158972"/>
            </a:xfrm>
            <a:custGeom>
              <a:avLst/>
              <a:gdLst>
                <a:gd name="connsiteX0" fmla="*/ 274547 w 274935"/>
                <a:gd name="connsiteY0" fmla="*/ 21001 h 158972"/>
                <a:gd name="connsiteX1" fmla="*/ 269498 w 274935"/>
                <a:gd name="connsiteY1" fmla="*/ 4999 h 158972"/>
                <a:gd name="connsiteX2" fmla="*/ 261593 w 274935"/>
                <a:gd name="connsiteY2" fmla="*/ 808 h 158972"/>
                <a:gd name="connsiteX3" fmla="*/ 132338 w 274935"/>
                <a:gd name="connsiteY3" fmla="*/ 67483 h 158972"/>
                <a:gd name="connsiteX4" fmla="*/ 3179 w 274935"/>
                <a:gd name="connsiteY4" fmla="*/ 134634 h 158972"/>
                <a:gd name="connsiteX5" fmla="*/ 2036 w 274935"/>
                <a:gd name="connsiteY5" fmla="*/ 143493 h 158972"/>
                <a:gd name="connsiteX6" fmla="*/ 12228 w 274935"/>
                <a:gd name="connsiteY6" fmla="*/ 156828 h 158972"/>
                <a:gd name="connsiteX7" fmla="*/ 23849 w 274935"/>
                <a:gd name="connsiteY7" fmla="*/ 156828 h 158972"/>
                <a:gd name="connsiteX8" fmla="*/ 145864 w 274935"/>
                <a:gd name="connsiteY8" fmla="*/ 93486 h 158972"/>
                <a:gd name="connsiteX9" fmla="*/ 267879 w 274935"/>
                <a:gd name="connsiteY9" fmla="*/ 30145 h 158972"/>
                <a:gd name="connsiteX10" fmla="*/ 274547 w 274935"/>
                <a:gd name="connsiteY10" fmla="*/ 21001 h 158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74935" h="158972">
                  <a:moveTo>
                    <a:pt x="274547" y="21001"/>
                  </a:moveTo>
                  <a:cubicBezTo>
                    <a:pt x="273880" y="18334"/>
                    <a:pt x="269498" y="4999"/>
                    <a:pt x="269498" y="4999"/>
                  </a:cubicBezTo>
                  <a:cubicBezTo>
                    <a:pt x="269498" y="4999"/>
                    <a:pt x="268070" y="-2526"/>
                    <a:pt x="261593" y="808"/>
                  </a:cubicBezTo>
                  <a:lnTo>
                    <a:pt x="132338" y="67483"/>
                  </a:lnTo>
                  <a:lnTo>
                    <a:pt x="3179" y="134634"/>
                  </a:lnTo>
                  <a:cubicBezTo>
                    <a:pt x="-3298" y="137968"/>
                    <a:pt x="2036" y="143493"/>
                    <a:pt x="2036" y="143493"/>
                  </a:cubicBezTo>
                  <a:cubicBezTo>
                    <a:pt x="2036" y="143493"/>
                    <a:pt x="10418" y="154732"/>
                    <a:pt x="12228" y="156828"/>
                  </a:cubicBezTo>
                  <a:cubicBezTo>
                    <a:pt x="14038" y="158923"/>
                    <a:pt x="16991" y="160257"/>
                    <a:pt x="23849" y="156828"/>
                  </a:cubicBezTo>
                  <a:lnTo>
                    <a:pt x="145864" y="93486"/>
                  </a:lnTo>
                  <a:lnTo>
                    <a:pt x="267879" y="30145"/>
                  </a:lnTo>
                  <a:cubicBezTo>
                    <a:pt x="274642" y="26430"/>
                    <a:pt x="275594" y="24621"/>
                    <a:pt x="274547" y="21001"/>
                  </a:cubicBezTo>
                  <a:close/>
                </a:path>
              </a:pathLst>
            </a:custGeom>
            <a:solidFill>
              <a:srgbClr val="A8D0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FE712C30-99D4-50AA-D1D9-9F7B9A2C6F06}"/>
                </a:ext>
              </a:extLst>
            </p:cNvPr>
            <p:cNvSpPr/>
            <p:nvPr/>
          </p:nvSpPr>
          <p:spPr>
            <a:xfrm>
              <a:off x="3706924" y="4106252"/>
              <a:ext cx="258540" cy="150889"/>
            </a:xfrm>
            <a:custGeom>
              <a:avLst/>
              <a:gdLst>
                <a:gd name="connsiteX0" fmla="*/ 258496 w 258540"/>
                <a:gd name="connsiteY0" fmla="*/ 22418 h 150889"/>
                <a:gd name="connsiteX1" fmla="*/ 252495 w 258540"/>
                <a:gd name="connsiteY1" fmla="*/ 3368 h 150889"/>
                <a:gd name="connsiteX2" fmla="*/ 247770 w 258540"/>
                <a:gd name="connsiteY2" fmla="*/ 15 h 150889"/>
                <a:gd name="connsiteX3" fmla="*/ 246399 w 258540"/>
                <a:gd name="connsiteY3" fmla="*/ 510 h 150889"/>
                <a:gd name="connsiteX4" fmla="*/ 124193 w 258540"/>
                <a:gd name="connsiteY4" fmla="*/ 63471 h 150889"/>
                <a:gd name="connsiteX5" fmla="*/ 2368 w 258540"/>
                <a:gd name="connsiteY5" fmla="*/ 126717 h 150889"/>
                <a:gd name="connsiteX6" fmla="*/ 308 w 258540"/>
                <a:gd name="connsiteY6" fmla="*/ 131984 h 150889"/>
                <a:gd name="connsiteX7" fmla="*/ 1225 w 258540"/>
                <a:gd name="connsiteY7" fmla="*/ 133289 h 150889"/>
                <a:gd name="connsiteX8" fmla="*/ 13417 w 258540"/>
                <a:gd name="connsiteY8" fmla="*/ 149196 h 150889"/>
                <a:gd name="connsiteX9" fmla="*/ 20656 w 258540"/>
                <a:gd name="connsiteY9" fmla="*/ 150053 h 150889"/>
                <a:gd name="connsiteX10" fmla="*/ 137623 w 258540"/>
                <a:gd name="connsiteY10" fmla="*/ 89283 h 150889"/>
                <a:gd name="connsiteX11" fmla="*/ 254686 w 258540"/>
                <a:gd name="connsiteY11" fmla="*/ 28514 h 150889"/>
                <a:gd name="connsiteX12" fmla="*/ 258496 w 258540"/>
                <a:gd name="connsiteY12" fmla="*/ 22418 h 150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8540" h="150889">
                  <a:moveTo>
                    <a:pt x="258496" y="22418"/>
                  </a:moveTo>
                  <a:lnTo>
                    <a:pt x="252495" y="3368"/>
                  </a:lnTo>
                  <a:cubicBezTo>
                    <a:pt x="252114" y="1139"/>
                    <a:pt x="249999" y="-366"/>
                    <a:pt x="247770" y="15"/>
                  </a:cubicBezTo>
                  <a:cubicBezTo>
                    <a:pt x="247285" y="91"/>
                    <a:pt x="246827" y="263"/>
                    <a:pt x="246399" y="510"/>
                  </a:cubicBezTo>
                  <a:lnTo>
                    <a:pt x="124193" y="63471"/>
                  </a:lnTo>
                  <a:lnTo>
                    <a:pt x="2368" y="126717"/>
                  </a:lnTo>
                  <a:cubicBezTo>
                    <a:pt x="344" y="127602"/>
                    <a:pt x="-578" y="129965"/>
                    <a:pt x="308" y="131984"/>
                  </a:cubicBezTo>
                  <a:cubicBezTo>
                    <a:pt x="523" y="132479"/>
                    <a:pt x="836" y="132917"/>
                    <a:pt x="1225" y="133289"/>
                  </a:cubicBezTo>
                  <a:lnTo>
                    <a:pt x="13417" y="149196"/>
                  </a:lnTo>
                  <a:cubicBezTo>
                    <a:pt x="15389" y="151024"/>
                    <a:pt x="18313" y="151367"/>
                    <a:pt x="20656" y="150053"/>
                  </a:cubicBezTo>
                  <a:lnTo>
                    <a:pt x="137623" y="89283"/>
                  </a:lnTo>
                  <a:lnTo>
                    <a:pt x="254686" y="28514"/>
                  </a:lnTo>
                  <a:cubicBezTo>
                    <a:pt x="257143" y="27523"/>
                    <a:pt x="258686" y="25066"/>
                    <a:pt x="258496" y="22418"/>
                  </a:cubicBezTo>
                  <a:close/>
                </a:path>
              </a:pathLst>
            </a:custGeom>
            <a:solidFill>
              <a:srgbClr val="A8D0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D3A2ED02-BC6E-FE05-E1CA-9F5F0397C05A}"/>
                </a:ext>
              </a:extLst>
            </p:cNvPr>
            <p:cNvSpPr/>
            <p:nvPr/>
          </p:nvSpPr>
          <p:spPr>
            <a:xfrm>
              <a:off x="3740766" y="4159299"/>
              <a:ext cx="241536" cy="143082"/>
            </a:xfrm>
            <a:custGeom>
              <a:avLst/>
              <a:gdLst>
                <a:gd name="connsiteX0" fmla="*/ 241227 w 241536"/>
                <a:gd name="connsiteY0" fmla="*/ 23473 h 143082"/>
                <a:gd name="connsiteX1" fmla="*/ 234845 w 241536"/>
                <a:gd name="connsiteY1" fmla="*/ 2899 h 143082"/>
                <a:gd name="connsiteX2" fmla="*/ 230616 w 241536"/>
                <a:gd name="connsiteY2" fmla="*/ 23 h 143082"/>
                <a:gd name="connsiteX3" fmla="*/ 229511 w 241536"/>
                <a:gd name="connsiteY3" fmla="*/ 423 h 143082"/>
                <a:gd name="connsiteX4" fmla="*/ 115783 w 241536"/>
                <a:gd name="connsiteY4" fmla="*/ 59478 h 143082"/>
                <a:gd name="connsiteX5" fmla="*/ 2054 w 241536"/>
                <a:gd name="connsiteY5" fmla="*/ 118533 h 143082"/>
                <a:gd name="connsiteX6" fmla="*/ 315 w 241536"/>
                <a:gd name="connsiteY6" fmla="*/ 123343 h 143082"/>
                <a:gd name="connsiteX7" fmla="*/ 1007 w 241536"/>
                <a:gd name="connsiteY7" fmla="*/ 124343 h 143082"/>
                <a:gd name="connsiteX8" fmla="*/ 14056 w 241536"/>
                <a:gd name="connsiteY8" fmla="*/ 141393 h 143082"/>
                <a:gd name="connsiteX9" fmla="*/ 19961 w 241536"/>
                <a:gd name="connsiteY9" fmla="*/ 142155 h 143082"/>
                <a:gd name="connsiteX10" fmla="*/ 129213 w 241536"/>
                <a:gd name="connsiteY10" fmla="*/ 85005 h 143082"/>
                <a:gd name="connsiteX11" fmla="*/ 238465 w 241536"/>
                <a:gd name="connsiteY11" fmla="*/ 28331 h 143082"/>
                <a:gd name="connsiteX12" fmla="*/ 241227 w 241536"/>
                <a:gd name="connsiteY12" fmla="*/ 23473 h 143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41536" h="143082">
                  <a:moveTo>
                    <a:pt x="241227" y="23473"/>
                  </a:moveTo>
                  <a:cubicBezTo>
                    <a:pt x="241227" y="21949"/>
                    <a:pt x="234845" y="2899"/>
                    <a:pt x="234845" y="2899"/>
                  </a:cubicBezTo>
                  <a:cubicBezTo>
                    <a:pt x="234474" y="937"/>
                    <a:pt x="232578" y="-358"/>
                    <a:pt x="230616" y="23"/>
                  </a:cubicBezTo>
                  <a:cubicBezTo>
                    <a:pt x="230226" y="89"/>
                    <a:pt x="229854" y="232"/>
                    <a:pt x="229511" y="423"/>
                  </a:cubicBezTo>
                  <a:lnTo>
                    <a:pt x="115783" y="59478"/>
                  </a:lnTo>
                  <a:lnTo>
                    <a:pt x="2054" y="118533"/>
                  </a:lnTo>
                  <a:cubicBezTo>
                    <a:pt x="245" y="119380"/>
                    <a:pt x="-534" y="121533"/>
                    <a:pt x="315" y="123343"/>
                  </a:cubicBezTo>
                  <a:cubicBezTo>
                    <a:pt x="488" y="123714"/>
                    <a:pt x="722" y="124057"/>
                    <a:pt x="1007" y="124343"/>
                  </a:cubicBezTo>
                  <a:lnTo>
                    <a:pt x="14056" y="141393"/>
                  </a:lnTo>
                  <a:cubicBezTo>
                    <a:pt x="15008" y="142631"/>
                    <a:pt x="16532" y="143964"/>
                    <a:pt x="19961" y="142155"/>
                  </a:cubicBezTo>
                  <a:lnTo>
                    <a:pt x="129213" y="85005"/>
                  </a:lnTo>
                  <a:lnTo>
                    <a:pt x="238465" y="28331"/>
                  </a:lnTo>
                  <a:cubicBezTo>
                    <a:pt x="241989" y="26902"/>
                    <a:pt x="241703" y="24902"/>
                    <a:pt x="241227" y="23473"/>
                  </a:cubicBezTo>
                  <a:close/>
                </a:path>
              </a:pathLst>
            </a:custGeom>
            <a:solidFill>
              <a:srgbClr val="A8D0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EED4F6F5-7999-6BE6-FA31-C218D6EF33BC}"/>
                </a:ext>
              </a:extLst>
            </p:cNvPr>
            <p:cNvSpPr/>
            <p:nvPr/>
          </p:nvSpPr>
          <p:spPr>
            <a:xfrm>
              <a:off x="3774633" y="4212791"/>
              <a:ext cx="224246" cy="134242"/>
            </a:xfrm>
            <a:custGeom>
              <a:avLst/>
              <a:gdLst>
                <a:gd name="connsiteX0" fmla="*/ 224124 w 224246"/>
                <a:gd name="connsiteY0" fmla="*/ 23607 h 134242"/>
                <a:gd name="connsiteX1" fmla="*/ 217552 w 224246"/>
                <a:gd name="connsiteY1" fmla="*/ 2652 h 134242"/>
                <a:gd name="connsiteX2" fmla="*/ 212884 w 224246"/>
                <a:gd name="connsiteY2" fmla="*/ 461 h 134242"/>
                <a:gd name="connsiteX3" fmla="*/ 107347 w 224246"/>
                <a:gd name="connsiteY3" fmla="*/ 55230 h 134242"/>
                <a:gd name="connsiteX4" fmla="*/ 1810 w 224246"/>
                <a:gd name="connsiteY4" fmla="*/ 110094 h 134242"/>
                <a:gd name="connsiteX5" fmla="*/ 258 w 224246"/>
                <a:gd name="connsiteY5" fmla="*/ 114257 h 134242"/>
                <a:gd name="connsiteX6" fmla="*/ 858 w 224246"/>
                <a:gd name="connsiteY6" fmla="*/ 115142 h 134242"/>
                <a:gd name="connsiteX7" fmla="*/ 14193 w 224246"/>
                <a:gd name="connsiteY7" fmla="*/ 132573 h 134242"/>
                <a:gd name="connsiteX8" fmla="*/ 20003 w 224246"/>
                <a:gd name="connsiteY8" fmla="*/ 133430 h 134242"/>
                <a:gd name="connsiteX9" fmla="*/ 120778 w 224246"/>
                <a:gd name="connsiteY9" fmla="*/ 80757 h 134242"/>
                <a:gd name="connsiteX10" fmla="*/ 221552 w 224246"/>
                <a:gd name="connsiteY10" fmla="*/ 28465 h 134242"/>
                <a:gd name="connsiteX11" fmla="*/ 224124 w 224246"/>
                <a:gd name="connsiteY11" fmla="*/ 23607 h 134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4246" h="134242">
                  <a:moveTo>
                    <a:pt x="224124" y="23607"/>
                  </a:moveTo>
                  <a:lnTo>
                    <a:pt x="217552" y="2652"/>
                  </a:lnTo>
                  <a:cubicBezTo>
                    <a:pt x="217552" y="2652"/>
                    <a:pt x="216504" y="-1444"/>
                    <a:pt x="212884" y="461"/>
                  </a:cubicBezTo>
                  <a:lnTo>
                    <a:pt x="107347" y="55230"/>
                  </a:lnTo>
                  <a:lnTo>
                    <a:pt x="1810" y="110094"/>
                  </a:lnTo>
                  <a:cubicBezTo>
                    <a:pt x="229" y="110818"/>
                    <a:pt x="-466" y="112676"/>
                    <a:pt x="258" y="114257"/>
                  </a:cubicBezTo>
                  <a:cubicBezTo>
                    <a:pt x="401" y="114580"/>
                    <a:pt x="610" y="114885"/>
                    <a:pt x="858" y="115142"/>
                  </a:cubicBezTo>
                  <a:lnTo>
                    <a:pt x="14193" y="132573"/>
                  </a:lnTo>
                  <a:cubicBezTo>
                    <a:pt x="15603" y="134345"/>
                    <a:pt x="18146" y="134726"/>
                    <a:pt x="20003" y="133430"/>
                  </a:cubicBezTo>
                  <a:lnTo>
                    <a:pt x="120778" y="80757"/>
                  </a:lnTo>
                  <a:lnTo>
                    <a:pt x="221552" y="28465"/>
                  </a:lnTo>
                  <a:cubicBezTo>
                    <a:pt x="223476" y="27684"/>
                    <a:pt x="224552" y="25636"/>
                    <a:pt x="224124" y="23607"/>
                  </a:cubicBezTo>
                  <a:close/>
                </a:path>
              </a:pathLst>
            </a:custGeom>
            <a:solidFill>
              <a:srgbClr val="A8D0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81B54F4F-5A74-12B2-96D4-7A2B17621F82}"/>
                </a:ext>
              </a:extLst>
            </p:cNvPr>
            <p:cNvSpPr/>
            <p:nvPr/>
          </p:nvSpPr>
          <p:spPr>
            <a:xfrm>
              <a:off x="3808514" y="4265820"/>
              <a:ext cx="207387" cy="125298"/>
            </a:xfrm>
            <a:custGeom>
              <a:avLst/>
              <a:gdLst>
                <a:gd name="connsiteX0" fmla="*/ 207102 w 207387"/>
                <a:gd name="connsiteY0" fmla="*/ 24013 h 125298"/>
                <a:gd name="connsiteX1" fmla="*/ 200435 w 207387"/>
                <a:gd name="connsiteY1" fmla="*/ 2582 h 125298"/>
                <a:gd name="connsiteX2" fmla="*/ 196149 w 207387"/>
                <a:gd name="connsiteY2" fmla="*/ 391 h 125298"/>
                <a:gd name="connsiteX3" fmla="*/ 98898 w 207387"/>
                <a:gd name="connsiteY3" fmla="*/ 50874 h 125298"/>
                <a:gd name="connsiteX4" fmla="*/ 1648 w 207387"/>
                <a:gd name="connsiteY4" fmla="*/ 101356 h 125298"/>
                <a:gd name="connsiteX5" fmla="*/ 981 w 207387"/>
                <a:gd name="connsiteY5" fmla="*/ 106119 h 125298"/>
                <a:gd name="connsiteX6" fmla="*/ 14602 w 207387"/>
                <a:gd name="connsiteY6" fmla="*/ 123931 h 125298"/>
                <a:gd name="connsiteX7" fmla="*/ 19841 w 207387"/>
                <a:gd name="connsiteY7" fmla="*/ 124788 h 125298"/>
                <a:gd name="connsiteX8" fmla="*/ 112329 w 207387"/>
                <a:gd name="connsiteY8" fmla="*/ 77163 h 125298"/>
                <a:gd name="connsiteX9" fmla="*/ 204816 w 207387"/>
                <a:gd name="connsiteY9" fmla="*/ 29538 h 125298"/>
                <a:gd name="connsiteX10" fmla="*/ 207102 w 207387"/>
                <a:gd name="connsiteY10" fmla="*/ 24013 h 125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7387" h="125298">
                  <a:moveTo>
                    <a:pt x="207102" y="24013"/>
                  </a:moveTo>
                  <a:lnTo>
                    <a:pt x="200435" y="2582"/>
                  </a:lnTo>
                  <a:cubicBezTo>
                    <a:pt x="200435" y="2582"/>
                    <a:pt x="199387" y="-1323"/>
                    <a:pt x="196149" y="391"/>
                  </a:cubicBezTo>
                  <a:lnTo>
                    <a:pt x="98898" y="50874"/>
                  </a:lnTo>
                  <a:lnTo>
                    <a:pt x="1648" y="101356"/>
                  </a:lnTo>
                  <a:cubicBezTo>
                    <a:pt x="-1686" y="103071"/>
                    <a:pt x="981" y="106119"/>
                    <a:pt x="981" y="106119"/>
                  </a:cubicBezTo>
                  <a:lnTo>
                    <a:pt x="14602" y="123931"/>
                  </a:lnTo>
                  <a:cubicBezTo>
                    <a:pt x="15983" y="125302"/>
                    <a:pt x="18088" y="125645"/>
                    <a:pt x="19841" y="124788"/>
                  </a:cubicBezTo>
                  <a:lnTo>
                    <a:pt x="112329" y="77163"/>
                  </a:lnTo>
                  <a:lnTo>
                    <a:pt x="204816" y="29538"/>
                  </a:lnTo>
                  <a:cubicBezTo>
                    <a:pt x="206874" y="28547"/>
                    <a:pt x="207864" y="26166"/>
                    <a:pt x="207102" y="24013"/>
                  </a:cubicBezTo>
                  <a:close/>
                </a:path>
              </a:pathLst>
            </a:custGeom>
            <a:solidFill>
              <a:srgbClr val="A8D0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22074D53-9E60-16B9-929C-BB9101604050}"/>
                </a:ext>
              </a:extLst>
            </p:cNvPr>
            <p:cNvSpPr/>
            <p:nvPr/>
          </p:nvSpPr>
          <p:spPr>
            <a:xfrm>
              <a:off x="3665220" y="4029559"/>
              <a:ext cx="256127" cy="141541"/>
            </a:xfrm>
            <a:custGeom>
              <a:avLst/>
              <a:gdLst>
                <a:gd name="connsiteX0" fmla="*/ 256127 w 256127"/>
                <a:gd name="connsiteY0" fmla="*/ 12763 h 141541"/>
                <a:gd name="connsiteX1" fmla="*/ 251936 w 256127"/>
                <a:gd name="connsiteY1" fmla="*/ 0 h 141541"/>
                <a:gd name="connsiteX2" fmla="*/ 0 w 256127"/>
                <a:gd name="connsiteY2" fmla="*/ 130873 h 141541"/>
                <a:gd name="connsiteX3" fmla="*/ 8001 w 256127"/>
                <a:gd name="connsiteY3" fmla="*/ 141541 h 141541"/>
                <a:gd name="connsiteX4" fmla="*/ 256127 w 256127"/>
                <a:gd name="connsiteY4" fmla="*/ 12763 h 141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127" h="141541">
                  <a:moveTo>
                    <a:pt x="256127" y="12763"/>
                  </a:moveTo>
                  <a:lnTo>
                    <a:pt x="251936" y="0"/>
                  </a:lnTo>
                  <a:lnTo>
                    <a:pt x="0" y="130873"/>
                  </a:lnTo>
                  <a:lnTo>
                    <a:pt x="8001" y="141541"/>
                  </a:lnTo>
                  <a:lnTo>
                    <a:pt x="256127" y="12763"/>
                  </a:lnTo>
                  <a:close/>
                </a:path>
              </a:pathLst>
            </a:custGeom>
            <a:solidFill>
              <a:srgbClr val="006392">
                <a:alpha val="7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C7D94509-4F05-DED3-A249-97D576652239}"/>
                </a:ext>
              </a:extLst>
            </p:cNvPr>
            <p:cNvSpPr/>
            <p:nvPr/>
          </p:nvSpPr>
          <p:spPr>
            <a:xfrm>
              <a:off x="3429915" y="3561084"/>
              <a:ext cx="371261" cy="390572"/>
            </a:xfrm>
            <a:custGeom>
              <a:avLst/>
              <a:gdLst>
                <a:gd name="connsiteX0" fmla="*/ 155171 w 371261"/>
                <a:gd name="connsiteY0" fmla="*/ 388611 h 390572"/>
                <a:gd name="connsiteX1" fmla="*/ 129930 w 371261"/>
                <a:gd name="connsiteY1" fmla="*/ 380229 h 390572"/>
                <a:gd name="connsiteX2" fmla="*/ 2105 w 371261"/>
                <a:gd name="connsiteY2" fmla="*/ 134103 h 390572"/>
                <a:gd name="connsiteX3" fmla="*/ 9820 w 371261"/>
                <a:gd name="connsiteY3" fmla="*/ 108672 h 390572"/>
                <a:gd name="connsiteX4" fmla="*/ 9820 w 371261"/>
                <a:gd name="connsiteY4" fmla="*/ 108672 h 390572"/>
                <a:gd name="connsiteX5" fmla="*/ 9820 w 371261"/>
                <a:gd name="connsiteY5" fmla="*/ 108672 h 390572"/>
                <a:gd name="connsiteX6" fmla="*/ 215084 w 371261"/>
                <a:gd name="connsiteY6" fmla="*/ 2182 h 390572"/>
                <a:gd name="connsiteX7" fmla="*/ 216512 w 371261"/>
                <a:gd name="connsiteY7" fmla="*/ 1420 h 390572"/>
                <a:gd name="connsiteX8" fmla="*/ 216512 w 371261"/>
                <a:gd name="connsiteY8" fmla="*/ 1420 h 390572"/>
                <a:gd name="connsiteX9" fmla="*/ 240706 w 371261"/>
                <a:gd name="connsiteY9" fmla="*/ 10183 h 390572"/>
                <a:gd name="connsiteX10" fmla="*/ 369103 w 371261"/>
                <a:gd name="connsiteY10" fmla="*/ 256214 h 390572"/>
                <a:gd name="connsiteX11" fmla="*/ 362340 w 371261"/>
                <a:gd name="connsiteY11" fmla="*/ 281074 h 390572"/>
                <a:gd name="connsiteX12" fmla="*/ 361007 w 371261"/>
                <a:gd name="connsiteY12" fmla="*/ 281931 h 390572"/>
                <a:gd name="connsiteX13" fmla="*/ 155743 w 371261"/>
                <a:gd name="connsiteY13" fmla="*/ 388421 h 390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1261" h="390572">
                  <a:moveTo>
                    <a:pt x="155171" y="388611"/>
                  </a:moveTo>
                  <a:cubicBezTo>
                    <a:pt x="145877" y="393126"/>
                    <a:pt x="134678" y="389402"/>
                    <a:pt x="129930" y="380229"/>
                  </a:cubicBezTo>
                  <a:lnTo>
                    <a:pt x="2105" y="134103"/>
                  </a:lnTo>
                  <a:cubicBezTo>
                    <a:pt x="-2638" y="124940"/>
                    <a:pt x="784" y="113663"/>
                    <a:pt x="9820" y="108672"/>
                  </a:cubicBezTo>
                  <a:lnTo>
                    <a:pt x="9820" y="108672"/>
                  </a:lnTo>
                  <a:lnTo>
                    <a:pt x="9820" y="108672"/>
                  </a:lnTo>
                  <a:lnTo>
                    <a:pt x="215084" y="2182"/>
                  </a:lnTo>
                  <a:lnTo>
                    <a:pt x="216512" y="1420"/>
                  </a:lnTo>
                  <a:lnTo>
                    <a:pt x="216512" y="1420"/>
                  </a:lnTo>
                  <a:cubicBezTo>
                    <a:pt x="225629" y="-2371"/>
                    <a:pt x="236131" y="1430"/>
                    <a:pt x="240706" y="10183"/>
                  </a:cubicBezTo>
                  <a:lnTo>
                    <a:pt x="369103" y="256214"/>
                  </a:lnTo>
                  <a:cubicBezTo>
                    <a:pt x="373646" y="264996"/>
                    <a:pt x="370703" y="275797"/>
                    <a:pt x="362340" y="281074"/>
                  </a:cubicBezTo>
                  <a:cubicBezTo>
                    <a:pt x="361921" y="281388"/>
                    <a:pt x="361473" y="281684"/>
                    <a:pt x="361007" y="281931"/>
                  </a:cubicBezTo>
                  <a:lnTo>
                    <a:pt x="155743" y="388421"/>
                  </a:lnTo>
                  <a:close/>
                </a:path>
              </a:pathLst>
            </a:custGeom>
            <a:solidFill>
              <a:srgbClr val="E8E9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003CA796-38F3-DF38-409D-6E99E5251924}"/>
                </a:ext>
              </a:extLst>
            </p:cNvPr>
            <p:cNvSpPr/>
            <p:nvPr/>
          </p:nvSpPr>
          <p:spPr>
            <a:xfrm>
              <a:off x="3533775" y="3792386"/>
              <a:ext cx="70770" cy="124682"/>
            </a:xfrm>
            <a:custGeom>
              <a:avLst/>
              <a:gdLst>
                <a:gd name="connsiteX0" fmla="*/ 29051 w 70770"/>
                <a:gd name="connsiteY0" fmla="*/ 53816 h 124682"/>
                <a:gd name="connsiteX1" fmla="*/ 0 w 70770"/>
                <a:gd name="connsiteY1" fmla="*/ 6001 h 124682"/>
                <a:gd name="connsiteX2" fmla="*/ 8477 w 70770"/>
                <a:gd name="connsiteY2" fmla="*/ 8287 h 124682"/>
                <a:gd name="connsiteX3" fmla="*/ 11620 w 70770"/>
                <a:gd name="connsiteY3" fmla="*/ 0 h 124682"/>
                <a:gd name="connsiteX4" fmla="*/ 33909 w 70770"/>
                <a:gd name="connsiteY4" fmla="*/ 51245 h 124682"/>
                <a:gd name="connsiteX5" fmla="*/ 70771 w 70770"/>
                <a:gd name="connsiteY5" fmla="*/ 122206 h 124682"/>
                <a:gd name="connsiteX6" fmla="*/ 65913 w 70770"/>
                <a:gd name="connsiteY6" fmla="*/ 124683 h 124682"/>
                <a:gd name="connsiteX7" fmla="*/ 29051 w 70770"/>
                <a:gd name="connsiteY7" fmla="*/ 53816 h 124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770" h="124682">
                  <a:moveTo>
                    <a:pt x="29051" y="53816"/>
                  </a:moveTo>
                  <a:lnTo>
                    <a:pt x="0" y="6001"/>
                  </a:lnTo>
                  <a:lnTo>
                    <a:pt x="8477" y="8287"/>
                  </a:lnTo>
                  <a:lnTo>
                    <a:pt x="11620" y="0"/>
                  </a:lnTo>
                  <a:lnTo>
                    <a:pt x="33909" y="51245"/>
                  </a:lnTo>
                  <a:lnTo>
                    <a:pt x="70771" y="122206"/>
                  </a:lnTo>
                  <a:lnTo>
                    <a:pt x="65913" y="124683"/>
                  </a:lnTo>
                  <a:lnTo>
                    <a:pt x="29051" y="53816"/>
                  </a:lnTo>
                  <a:close/>
                </a:path>
              </a:pathLst>
            </a:custGeom>
            <a:solidFill>
              <a:srgbClr val="A4A3A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5088E88A-430B-4480-700C-70E39DD8353D}"/>
                </a:ext>
              </a:extLst>
            </p:cNvPr>
            <p:cNvSpPr/>
            <p:nvPr/>
          </p:nvSpPr>
          <p:spPr>
            <a:xfrm>
              <a:off x="3470148" y="3670466"/>
              <a:ext cx="84101" cy="152059"/>
            </a:xfrm>
            <a:custGeom>
              <a:avLst/>
              <a:gdLst>
                <a:gd name="connsiteX0" fmla="*/ 80648 w 84101"/>
                <a:gd name="connsiteY0" fmla="*/ 150737 h 152059"/>
                <a:gd name="connsiteX1" fmla="*/ 69599 w 84101"/>
                <a:gd name="connsiteY1" fmla="*/ 129496 h 152059"/>
                <a:gd name="connsiteX2" fmla="*/ 63598 w 84101"/>
                <a:gd name="connsiteY2" fmla="*/ 127877 h 152059"/>
                <a:gd name="connsiteX3" fmla="*/ -29 w 84101"/>
                <a:gd name="connsiteY3" fmla="*/ 5957 h 152059"/>
                <a:gd name="connsiteX4" fmla="*/ 11592 w 84101"/>
                <a:gd name="connsiteY4" fmla="*/ -44 h 152059"/>
                <a:gd name="connsiteX5" fmla="*/ 74838 w 84101"/>
                <a:gd name="connsiteY5" fmla="*/ 121876 h 152059"/>
                <a:gd name="connsiteX6" fmla="*/ 72647 w 84101"/>
                <a:gd name="connsiteY6" fmla="*/ 127686 h 152059"/>
                <a:gd name="connsiteX7" fmla="*/ 83696 w 84101"/>
                <a:gd name="connsiteY7" fmla="*/ 149023 h 152059"/>
                <a:gd name="connsiteX8" fmla="*/ 83177 w 84101"/>
                <a:gd name="connsiteY8" fmla="*/ 151937 h 152059"/>
                <a:gd name="connsiteX9" fmla="*/ 83125 w 84101"/>
                <a:gd name="connsiteY9" fmla="*/ 151975 h 152059"/>
                <a:gd name="connsiteX10" fmla="*/ 80648 w 84101"/>
                <a:gd name="connsiteY10" fmla="*/ 150737 h 15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4101" h="152059">
                  <a:moveTo>
                    <a:pt x="80648" y="150737"/>
                  </a:moveTo>
                  <a:lnTo>
                    <a:pt x="69599" y="129496"/>
                  </a:lnTo>
                  <a:lnTo>
                    <a:pt x="63598" y="127877"/>
                  </a:lnTo>
                  <a:lnTo>
                    <a:pt x="-29" y="5957"/>
                  </a:lnTo>
                  <a:lnTo>
                    <a:pt x="11592" y="-44"/>
                  </a:lnTo>
                  <a:lnTo>
                    <a:pt x="74838" y="121876"/>
                  </a:lnTo>
                  <a:lnTo>
                    <a:pt x="72647" y="127686"/>
                  </a:lnTo>
                  <a:lnTo>
                    <a:pt x="83696" y="149023"/>
                  </a:lnTo>
                  <a:cubicBezTo>
                    <a:pt x="84358" y="149975"/>
                    <a:pt x="84126" y="151280"/>
                    <a:pt x="83177" y="151937"/>
                  </a:cubicBezTo>
                  <a:cubicBezTo>
                    <a:pt x="83160" y="151956"/>
                    <a:pt x="83142" y="151966"/>
                    <a:pt x="83125" y="151975"/>
                  </a:cubicBezTo>
                  <a:cubicBezTo>
                    <a:pt x="82115" y="152166"/>
                    <a:pt x="81101" y="151661"/>
                    <a:pt x="80648" y="150737"/>
                  </a:cubicBezTo>
                  <a:close/>
                </a:path>
              </a:pathLst>
            </a:custGeom>
            <a:solidFill>
              <a:srgbClr val="834C2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36E3035B-D06A-72D8-159D-C6473A52F6C2}"/>
                </a:ext>
              </a:extLst>
            </p:cNvPr>
            <p:cNvSpPr/>
            <p:nvPr/>
          </p:nvSpPr>
          <p:spPr>
            <a:xfrm>
              <a:off x="3555492" y="3781051"/>
              <a:ext cx="70770" cy="124777"/>
            </a:xfrm>
            <a:custGeom>
              <a:avLst/>
              <a:gdLst>
                <a:gd name="connsiteX0" fmla="*/ 29051 w 70770"/>
                <a:gd name="connsiteY0" fmla="*/ 53816 h 124777"/>
                <a:gd name="connsiteX1" fmla="*/ 0 w 70770"/>
                <a:gd name="connsiteY1" fmla="*/ 6096 h 124777"/>
                <a:gd name="connsiteX2" fmla="*/ 8572 w 70770"/>
                <a:gd name="connsiteY2" fmla="*/ 8287 h 124777"/>
                <a:gd name="connsiteX3" fmla="*/ 11621 w 70770"/>
                <a:gd name="connsiteY3" fmla="*/ 0 h 124777"/>
                <a:gd name="connsiteX4" fmla="*/ 34004 w 70770"/>
                <a:gd name="connsiteY4" fmla="*/ 51340 h 124777"/>
                <a:gd name="connsiteX5" fmla="*/ 70771 w 70770"/>
                <a:gd name="connsiteY5" fmla="*/ 122206 h 124777"/>
                <a:gd name="connsiteX6" fmla="*/ 65913 w 70770"/>
                <a:gd name="connsiteY6" fmla="*/ 124778 h 124777"/>
                <a:gd name="connsiteX7" fmla="*/ 29051 w 70770"/>
                <a:gd name="connsiteY7" fmla="*/ 53816 h 12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770" h="124777">
                  <a:moveTo>
                    <a:pt x="29051" y="53816"/>
                  </a:moveTo>
                  <a:lnTo>
                    <a:pt x="0" y="6096"/>
                  </a:lnTo>
                  <a:lnTo>
                    <a:pt x="8572" y="8287"/>
                  </a:lnTo>
                  <a:lnTo>
                    <a:pt x="11621" y="0"/>
                  </a:lnTo>
                  <a:lnTo>
                    <a:pt x="34004" y="51340"/>
                  </a:lnTo>
                  <a:lnTo>
                    <a:pt x="70771" y="122206"/>
                  </a:lnTo>
                  <a:lnTo>
                    <a:pt x="65913" y="124778"/>
                  </a:lnTo>
                  <a:lnTo>
                    <a:pt x="29051" y="53816"/>
                  </a:lnTo>
                  <a:close/>
                </a:path>
              </a:pathLst>
            </a:custGeom>
            <a:solidFill>
              <a:srgbClr val="A4A3A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6502644E-9EA6-B6A8-2BAE-503DEAB3A6F8}"/>
                </a:ext>
              </a:extLst>
            </p:cNvPr>
            <p:cNvSpPr/>
            <p:nvPr/>
          </p:nvSpPr>
          <p:spPr>
            <a:xfrm>
              <a:off x="3492246" y="3658941"/>
              <a:ext cx="84132" cy="152069"/>
            </a:xfrm>
            <a:custGeom>
              <a:avLst/>
              <a:gdLst>
                <a:gd name="connsiteX0" fmla="*/ 80362 w 84132"/>
                <a:gd name="connsiteY0" fmla="*/ 151023 h 152069"/>
                <a:gd name="connsiteX1" fmla="*/ 69313 w 84132"/>
                <a:gd name="connsiteY1" fmla="*/ 129782 h 152069"/>
                <a:gd name="connsiteX2" fmla="*/ 63217 w 84132"/>
                <a:gd name="connsiteY2" fmla="*/ 128163 h 152069"/>
                <a:gd name="connsiteX3" fmla="*/ -29 w 84132"/>
                <a:gd name="connsiteY3" fmla="*/ 5957 h 152069"/>
                <a:gd name="connsiteX4" fmla="*/ 11592 w 84132"/>
                <a:gd name="connsiteY4" fmla="*/ -44 h 152069"/>
                <a:gd name="connsiteX5" fmla="*/ 74838 w 84132"/>
                <a:gd name="connsiteY5" fmla="*/ 121781 h 152069"/>
                <a:gd name="connsiteX6" fmla="*/ 72742 w 84132"/>
                <a:gd name="connsiteY6" fmla="*/ 127591 h 152069"/>
                <a:gd name="connsiteX7" fmla="*/ 83791 w 84132"/>
                <a:gd name="connsiteY7" fmla="*/ 148832 h 152069"/>
                <a:gd name="connsiteX8" fmla="*/ 83125 w 84132"/>
                <a:gd name="connsiteY8" fmla="*/ 151785 h 152069"/>
                <a:gd name="connsiteX9" fmla="*/ 80362 w 84132"/>
                <a:gd name="connsiteY9" fmla="*/ 151023 h 152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4132" h="152069">
                  <a:moveTo>
                    <a:pt x="80362" y="151023"/>
                  </a:moveTo>
                  <a:lnTo>
                    <a:pt x="69313" y="129782"/>
                  </a:lnTo>
                  <a:lnTo>
                    <a:pt x="63217" y="128163"/>
                  </a:lnTo>
                  <a:lnTo>
                    <a:pt x="-29" y="5957"/>
                  </a:lnTo>
                  <a:lnTo>
                    <a:pt x="11592" y="-44"/>
                  </a:lnTo>
                  <a:lnTo>
                    <a:pt x="74838" y="121781"/>
                  </a:lnTo>
                  <a:lnTo>
                    <a:pt x="72742" y="127591"/>
                  </a:lnTo>
                  <a:lnTo>
                    <a:pt x="83791" y="148832"/>
                  </a:lnTo>
                  <a:cubicBezTo>
                    <a:pt x="84394" y="149832"/>
                    <a:pt x="84101" y="151137"/>
                    <a:pt x="83125" y="151785"/>
                  </a:cubicBezTo>
                  <a:cubicBezTo>
                    <a:pt x="82147" y="152299"/>
                    <a:pt x="80939" y="151966"/>
                    <a:pt x="80362" y="151023"/>
                  </a:cubicBezTo>
                  <a:close/>
                </a:path>
              </a:pathLst>
            </a:custGeom>
            <a:solidFill>
              <a:srgbClr val="834C2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A744B1FF-620C-5873-828B-EBC4794858A3}"/>
                </a:ext>
              </a:extLst>
            </p:cNvPr>
            <p:cNvSpPr/>
            <p:nvPr/>
          </p:nvSpPr>
          <p:spPr>
            <a:xfrm>
              <a:off x="3577209" y="3769812"/>
              <a:ext cx="70770" cy="124682"/>
            </a:xfrm>
            <a:custGeom>
              <a:avLst/>
              <a:gdLst>
                <a:gd name="connsiteX0" fmla="*/ 29147 w 70770"/>
                <a:gd name="connsiteY0" fmla="*/ 53721 h 124682"/>
                <a:gd name="connsiteX1" fmla="*/ 0 w 70770"/>
                <a:gd name="connsiteY1" fmla="*/ 6001 h 124682"/>
                <a:gd name="connsiteX2" fmla="*/ 8573 w 70770"/>
                <a:gd name="connsiteY2" fmla="*/ 8287 h 124682"/>
                <a:gd name="connsiteX3" fmla="*/ 11621 w 70770"/>
                <a:gd name="connsiteY3" fmla="*/ 0 h 124682"/>
                <a:gd name="connsiteX4" fmla="*/ 34004 w 70770"/>
                <a:gd name="connsiteY4" fmla="*/ 51245 h 124682"/>
                <a:gd name="connsiteX5" fmla="*/ 70771 w 70770"/>
                <a:gd name="connsiteY5" fmla="*/ 122206 h 124682"/>
                <a:gd name="connsiteX6" fmla="*/ 66008 w 70770"/>
                <a:gd name="connsiteY6" fmla="*/ 124682 h 124682"/>
                <a:gd name="connsiteX7" fmla="*/ 29147 w 70770"/>
                <a:gd name="connsiteY7" fmla="*/ 53721 h 124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770" h="124682">
                  <a:moveTo>
                    <a:pt x="29147" y="53721"/>
                  </a:moveTo>
                  <a:lnTo>
                    <a:pt x="0" y="6001"/>
                  </a:lnTo>
                  <a:lnTo>
                    <a:pt x="8573" y="8287"/>
                  </a:lnTo>
                  <a:lnTo>
                    <a:pt x="11621" y="0"/>
                  </a:lnTo>
                  <a:lnTo>
                    <a:pt x="34004" y="51245"/>
                  </a:lnTo>
                  <a:lnTo>
                    <a:pt x="70771" y="122206"/>
                  </a:lnTo>
                  <a:lnTo>
                    <a:pt x="66008" y="124682"/>
                  </a:lnTo>
                  <a:lnTo>
                    <a:pt x="29147" y="53721"/>
                  </a:lnTo>
                  <a:close/>
                </a:path>
              </a:pathLst>
            </a:custGeom>
            <a:solidFill>
              <a:srgbClr val="A4A3A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66A576D1-AF2C-609D-ECCA-B32C3052BEBC}"/>
                </a:ext>
              </a:extLst>
            </p:cNvPr>
            <p:cNvSpPr/>
            <p:nvPr/>
          </p:nvSpPr>
          <p:spPr>
            <a:xfrm>
              <a:off x="3513677" y="3647511"/>
              <a:ext cx="84219" cy="152133"/>
            </a:xfrm>
            <a:custGeom>
              <a:avLst/>
              <a:gdLst>
                <a:gd name="connsiteX0" fmla="*/ 80267 w 84219"/>
                <a:gd name="connsiteY0" fmla="*/ 150737 h 152133"/>
                <a:gd name="connsiteX1" fmla="*/ 69218 w 84219"/>
                <a:gd name="connsiteY1" fmla="*/ 129496 h 152133"/>
                <a:gd name="connsiteX2" fmla="*/ 63217 w 84219"/>
                <a:gd name="connsiteY2" fmla="*/ 127877 h 152133"/>
                <a:gd name="connsiteX3" fmla="*/ -29 w 84219"/>
                <a:gd name="connsiteY3" fmla="*/ 5957 h 152133"/>
                <a:gd name="connsiteX4" fmla="*/ 11497 w 84219"/>
                <a:gd name="connsiteY4" fmla="*/ -44 h 152133"/>
                <a:gd name="connsiteX5" fmla="*/ 75124 w 84219"/>
                <a:gd name="connsiteY5" fmla="*/ 122162 h 152133"/>
                <a:gd name="connsiteX6" fmla="*/ 73028 w 84219"/>
                <a:gd name="connsiteY6" fmla="*/ 128067 h 152133"/>
                <a:gd name="connsiteX7" fmla="*/ 84077 w 84219"/>
                <a:gd name="connsiteY7" fmla="*/ 149403 h 152133"/>
                <a:gd name="connsiteX8" fmla="*/ 82839 w 84219"/>
                <a:gd name="connsiteY8" fmla="*/ 151975 h 152133"/>
                <a:gd name="connsiteX9" fmla="*/ 80267 w 84219"/>
                <a:gd name="connsiteY9" fmla="*/ 150737 h 152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4219" h="152133">
                  <a:moveTo>
                    <a:pt x="80267" y="150737"/>
                  </a:moveTo>
                  <a:lnTo>
                    <a:pt x="69218" y="129496"/>
                  </a:lnTo>
                  <a:lnTo>
                    <a:pt x="63217" y="127877"/>
                  </a:lnTo>
                  <a:lnTo>
                    <a:pt x="-29" y="5957"/>
                  </a:lnTo>
                  <a:lnTo>
                    <a:pt x="11497" y="-44"/>
                  </a:lnTo>
                  <a:lnTo>
                    <a:pt x="75124" y="122162"/>
                  </a:lnTo>
                  <a:lnTo>
                    <a:pt x="73028" y="128067"/>
                  </a:lnTo>
                  <a:lnTo>
                    <a:pt x="84077" y="149403"/>
                  </a:lnTo>
                  <a:cubicBezTo>
                    <a:pt x="84446" y="150451"/>
                    <a:pt x="83891" y="151604"/>
                    <a:pt x="82839" y="151975"/>
                  </a:cubicBezTo>
                  <a:cubicBezTo>
                    <a:pt x="81786" y="152347"/>
                    <a:pt x="80636" y="151784"/>
                    <a:pt x="80267" y="150737"/>
                  </a:cubicBezTo>
                  <a:close/>
                </a:path>
              </a:pathLst>
            </a:custGeom>
            <a:solidFill>
              <a:srgbClr val="834C2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E8B2BC2A-09AD-C55C-6041-513B38CEC58C}"/>
                </a:ext>
              </a:extLst>
            </p:cNvPr>
            <p:cNvSpPr/>
            <p:nvPr/>
          </p:nvSpPr>
          <p:spPr>
            <a:xfrm>
              <a:off x="3599022" y="3758477"/>
              <a:ext cx="70770" cy="124777"/>
            </a:xfrm>
            <a:custGeom>
              <a:avLst/>
              <a:gdLst>
                <a:gd name="connsiteX0" fmla="*/ 29051 w 70770"/>
                <a:gd name="connsiteY0" fmla="*/ 53816 h 124777"/>
                <a:gd name="connsiteX1" fmla="*/ 0 w 70770"/>
                <a:gd name="connsiteY1" fmla="*/ 6001 h 124777"/>
                <a:gd name="connsiteX2" fmla="*/ 8477 w 70770"/>
                <a:gd name="connsiteY2" fmla="*/ 8287 h 124777"/>
                <a:gd name="connsiteX3" fmla="*/ 11621 w 70770"/>
                <a:gd name="connsiteY3" fmla="*/ 0 h 124777"/>
                <a:gd name="connsiteX4" fmla="*/ 33909 w 70770"/>
                <a:gd name="connsiteY4" fmla="*/ 51340 h 124777"/>
                <a:gd name="connsiteX5" fmla="*/ 70771 w 70770"/>
                <a:gd name="connsiteY5" fmla="*/ 122206 h 124777"/>
                <a:gd name="connsiteX6" fmla="*/ 65913 w 70770"/>
                <a:gd name="connsiteY6" fmla="*/ 124778 h 124777"/>
                <a:gd name="connsiteX7" fmla="*/ 29051 w 70770"/>
                <a:gd name="connsiteY7" fmla="*/ 53816 h 12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770" h="124777">
                  <a:moveTo>
                    <a:pt x="29051" y="53816"/>
                  </a:moveTo>
                  <a:lnTo>
                    <a:pt x="0" y="6001"/>
                  </a:lnTo>
                  <a:lnTo>
                    <a:pt x="8477" y="8287"/>
                  </a:lnTo>
                  <a:lnTo>
                    <a:pt x="11621" y="0"/>
                  </a:lnTo>
                  <a:lnTo>
                    <a:pt x="33909" y="51340"/>
                  </a:lnTo>
                  <a:lnTo>
                    <a:pt x="70771" y="122206"/>
                  </a:lnTo>
                  <a:lnTo>
                    <a:pt x="65913" y="124778"/>
                  </a:lnTo>
                  <a:lnTo>
                    <a:pt x="29051" y="53816"/>
                  </a:lnTo>
                  <a:close/>
                </a:path>
              </a:pathLst>
            </a:custGeom>
            <a:solidFill>
              <a:srgbClr val="A4A3A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DAE6CAD3-1A63-6310-E81C-979C0B491C3F}"/>
                </a:ext>
              </a:extLst>
            </p:cNvPr>
            <p:cNvSpPr/>
            <p:nvPr/>
          </p:nvSpPr>
          <p:spPr>
            <a:xfrm>
              <a:off x="3535775" y="3636652"/>
              <a:ext cx="84101" cy="152067"/>
            </a:xfrm>
            <a:custGeom>
              <a:avLst/>
              <a:gdLst>
                <a:gd name="connsiteX0" fmla="*/ 80267 w 84101"/>
                <a:gd name="connsiteY0" fmla="*/ 150737 h 152067"/>
                <a:gd name="connsiteX1" fmla="*/ 69218 w 84101"/>
                <a:gd name="connsiteY1" fmla="*/ 129401 h 152067"/>
                <a:gd name="connsiteX2" fmla="*/ 63217 w 84101"/>
                <a:gd name="connsiteY2" fmla="*/ 127782 h 152067"/>
                <a:gd name="connsiteX3" fmla="*/ -29 w 84101"/>
                <a:gd name="connsiteY3" fmla="*/ 5957 h 152067"/>
                <a:gd name="connsiteX4" fmla="*/ 11592 w 84101"/>
                <a:gd name="connsiteY4" fmla="*/ -44 h 152067"/>
                <a:gd name="connsiteX5" fmla="*/ 74838 w 84101"/>
                <a:gd name="connsiteY5" fmla="*/ 121781 h 152067"/>
                <a:gd name="connsiteX6" fmla="*/ 72647 w 84101"/>
                <a:gd name="connsiteY6" fmla="*/ 127591 h 152067"/>
                <a:gd name="connsiteX7" fmla="*/ 83696 w 84101"/>
                <a:gd name="connsiteY7" fmla="*/ 148927 h 152067"/>
                <a:gd name="connsiteX8" fmla="*/ 83177 w 84101"/>
                <a:gd name="connsiteY8" fmla="*/ 151842 h 152067"/>
                <a:gd name="connsiteX9" fmla="*/ 83125 w 84101"/>
                <a:gd name="connsiteY9" fmla="*/ 151880 h 152067"/>
                <a:gd name="connsiteX10" fmla="*/ 80267 w 84101"/>
                <a:gd name="connsiteY10" fmla="*/ 150737 h 152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4101" h="152067">
                  <a:moveTo>
                    <a:pt x="80267" y="150737"/>
                  </a:moveTo>
                  <a:lnTo>
                    <a:pt x="69218" y="129401"/>
                  </a:lnTo>
                  <a:lnTo>
                    <a:pt x="63217" y="127782"/>
                  </a:lnTo>
                  <a:lnTo>
                    <a:pt x="-29" y="5957"/>
                  </a:lnTo>
                  <a:lnTo>
                    <a:pt x="11592" y="-44"/>
                  </a:lnTo>
                  <a:lnTo>
                    <a:pt x="74838" y="121781"/>
                  </a:lnTo>
                  <a:lnTo>
                    <a:pt x="72647" y="127591"/>
                  </a:lnTo>
                  <a:lnTo>
                    <a:pt x="83696" y="148927"/>
                  </a:lnTo>
                  <a:cubicBezTo>
                    <a:pt x="84358" y="149880"/>
                    <a:pt x="84126" y="151185"/>
                    <a:pt x="83177" y="151842"/>
                  </a:cubicBezTo>
                  <a:cubicBezTo>
                    <a:pt x="83160" y="151861"/>
                    <a:pt x="83142" y="151870"/>
                    <a:pt x="83125" y="151880"/>
                  </a:cubicBezTo>
                  <a:cubicBezTo>
                    <a:pt x="82020" y="152290"/>
                    <a:pt x="80782" y="151794"/>
                    <a:pt x="80267" y="150737"/>
                  </a:cubicBezTo>
                  <a:close/>
                </a:path>
              </a:pathLst>
            </a:custGeom>
            <a:solidFill>
              <a:srgbClr val="834C2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CF244CE7-EEE4-63E4-7C4A-8792DEFD8A82}"/>
                </a:ext>
              </a:extLst>
            </p:cNvPr>
            <p:cNvSpPr/>
            <p:nvPr/>
          </p:nvSpPr>
          <p:spPr>
            <a:xfrm>
              <a:off x="3620738" y="3747238"/>
              <a:ext cx="70770" cy="124682"/>
            </a:xfrm>
            <a:custGeom>
              <a:avLst/>
              <a:gdLst>
                <a:gd name="connsiteX0" fmla="*/ 29051 w 70770"/>
                <a:gd name="connsiteY0" fmla="*/ 53721 h 124682"/>
                <a:gd name="connsiteX1" fmla="*/ 0 w 70770"/>
                <a:gd name="connsiteY1" fmla="*/ 6001 h 124682"/>
                <a:gd name="connsiteX2" fmla="*/ 8573 w 70770"/>
                <a:gd name="connsiteY2" fmla="*/ 8287 h 124682"/>
                <a:gd name="connsiteX3" fmla="*/ 11621 w 70770"/>
                <a:gd name="connsiteY3" fmla="*/ 0 h 124682"/>
                <a:gd name="connsiteX4" fmla="*/ 34004 w 70770"/>
                <a:gd name="connsiteY4" fmla="*/ 51245 h 124682"/>
                <a:gd name="connsiteX5" fmla="*/ 70771 w 70770"/>
                <a:gd name="connsiteY5" fmla="*/ 122206 h 124682"/>
                <a:gd name="connsiteX6" fmla="*/ 65913 w 70770"/>
                <a:gd name="connsiteY6" fmla="*/ 124682 h 124682"/>
                <a:gd name="connsiteX7" fmla="*/ 29051 w 70770"/>
                <a:gd name="connsiteY7" fmla="*/ 53721 h 124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770" h="124682">
                  <a:moveTo>
                    <a:pt x="29051" y="53721"/>
                  </a:moveTo>
                  <a:lnTo>
                    <a:pt x="0" y="6001"/>
                  </a:lnTo>
                  <a:lnTo>
                    <a:pt x="8573" y="8287"/>
                  </a:lnTo>
                  <a:lnTo>
                    <a:pt x="11621" y="0"/>
                  </a:lnTo>
                  <a:lnTo>
                    <a:pt x="34004" y="51245"/>
                  </a:lnTo>
                  <a:lnTo>
                    <a:pt x="70771" y="122206"/>
                  </a:lnTo>
                  <a:lnTo>
                    <a:pt x="65913" y="124682"/>
                  </a:lnTo>
                  <a:lnTo>
                    <a:pt x="29051" y="53721"/>
                  </a:lnTo>
                  <a:close/>
                </a:path>
              </a:pathLst>
            </a:custGeom>
            <a:solidFill>
              <a:srgbClr val="A4A3A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9F08D14D-B0EB-DD47-D944-338D64271152}"/>
                </a:ext>
              </a:extLst>
            </p:cNvPr>
            <p:cNvSpPr/>
            <p:nvPr/>
          </p:nvSpPr>
          <p:spPr>
            <a:xfrm>
              <a:off x="3557492" y="3625318"/>
              <a:ext cx="84418" cy="152251"/>
            </a:xfrm>
            <a:custGeom>
              <a:avLst/>
              <a:gdLst>
                <a:gd name="connsiteX0" fmla="*/ 80362 w 84418"/>
                <a:gd name="connsiteY0" fmla="*/ 150737 h 152251"/>
                <a:gd name="connsiteX1" fmla="*/ 69313 w 84418"/>
                <a:gd name="connsiteY1" fmla="*/ 129401 h 152251"/>
                <a:gd name="connsiteX2" fmla="*/ 63217 w 84418"/>
                <a:gd name="connsiteY2" fmla="*/ 127877 h 152251"/>
                <a:gd name="connsiteX3" fmla="*/ -29 w 84418"/>
                <a:gd name="connsiteY3" fmla="*/ 5957 h 152251"/>
                <a:gd name="connsiteX4" fmla="*/ 11592 w 84418"/>
                <a:gd name="connsiteY4" fmla="*/ -44 h 152251"/>
                <a:gd name="connsiteX5" fmla="*/ 74552 w 84418"/>
                <a:gd name="connsiteY5" fmla="*/ 121781 h 152251"/>
                <a:gd name="connsiteX6" fmla="*/ 72457 w 84418"/>
                <a:gd name="connsiteY6" fmla="*/ 127686 h 152251"/>
                <a:gd name="connsiteX7" fmla="*/ 84077 w 84418"/>
                <a:gd name="connsiteY7" fmla="*/ 149022 h 152251"/>
                <a:gd name="connsiteX8" fmla="*/ 83410 w 84418"/>
                <a:gd name="connsiteY8" fmla="*/ 151975 h 152251"/>
                <a:gd name="connsiteX9" fmla="*/ 80471 w 84418"/>
                <a:gd name="connsiteY9" fmla="*/ 150994 h 152251"/>
                <a:gd name="connsiteX10" fmla="*/ 80362 w 84418"/>
                <a:gd name="connsiteY10" fmla="*/ 150737 h 152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4418" h="152251">
                  <a:moveTo>
                    <a:pt x="80362" y="150737"/>
                  </a:moveTo>
                  <a:lnTo>
                    <a:pt x="69313" y="129401"/>
                  </a:lnTo>
                  <a:lnTo>
                    <a:pt x="63217" y="127877"/>
                  </a:lnTo>
                  <a:lnTo>
                    <a:pt x="-29" y="5957"/>
                  </a:lnTo>
                  <a:lnTo>
                    <a:pt x="11592" y="-44"/>
                  </a:lnTo>
                  <a:lnTo>
                    <a:pt x="74552" y="121781"/>
                  </a:lnTo>
                  <a:lnTo>
                    <a:pt x="72457" y="127686"/>
                  </a:lnTo>
                  <a:lnTo>
                    <a:pt x="84077" y="149022"/>
                  </a:lnTo>
                  <a:cubicBezTo>
                    <a:pt x="84680" y="150023"/>
                    <a:pt x="84386" y="151327"/>
                    <a:pt x="83410" y="151975"/>
                  </a:cubicBezTo>
                  <a:cubicBezTo>
                    <a:pt x="82328" y="152518"/>
                    <a:pt x="81012" y="152080"/>
                    <a:pt x="80471" y="150994"/>
                  </a:cubicBezTo>
                  <a:cubicBezTo>
                    <a:pt x="80430" y="150908"/>
                    <a:pt x="80393" y="150823"/>
                    <a:pt x="80362" y="150737"/>
                  </a:cubicBezTo>
                  <a:close/>
                </a:path>
              </a:pathLst>
            </a:custGeom>
            <a:solidFill>
              <a:srgbClr val="834C2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4E59C7CF-8279-7637-C0DC-8C77A4116971}"/>
                </a:ext>
              </a:extLst>
            </p:cNvPr>
            <p:cNvSpPr/>
            <p:nvPr/>
          </p:nvSpPr>
          <p:spPr>
            <a:xfrm>
              <a:off x="3642551" y="3735903"/>
              <a:ext cx="70675" cy="124777"/>
            </a:xfrm>
            <a:custGeom>
              <a:avLst/>
              <a:gdLst>
                <a:gd name="connsiteX0" fmla="*/ 29051 w 70675"/>
                <a:gd name="connsiteY0" fmla="*/ 53816 h 124777"/>
                <a:gd name="connsiteX1" fmla="*/ 0 w 70675"/>
                <a:gd name="connsiteY1" fmla="*/ 6001 h 124777"/>
                <a:gd name="connsiteX2" fmla="*/ 8477 w 70675"/>
                <a:gd name="connsiteY2" fmla="*/ 8287 h 124777"/>
                <a:gd name="connsiteX3" fmla="*/ 11525 w 70675"/>
                <a:gd name="connsiteY3" fmla="*/ 0 h 124777"/>
                <a:gd name="connsiteX4" fmla="*/ 33909 w 70675"/>
                <a:gd name="connsiteY4" fmla="*/ 51245 h 124777"/>
                <a:gd name="connsiteX5" fmla="*/ 70676 w 70675"/>
                <a:gd name="connsiteY5" fmla="*/ 122206 h 124777"/>
                <a:gd name="connsiteX6" fmla="*/ 65913 w 70675"/>
                <a:gd name="connsiteY6" fmla="*/ 124778 h 124777"/>
                <a:gd name="connsiteX7" fmla="*/ 29051 w 70675"/>
                <a:gd name="connsiteY7" fmla="*/ 53816 h 12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675" h="124777">
                  <a:moveTo>
                    <a:pt x="29051" y="53816"/>
                  </a:moveTo>
                  <a:lnTo>
                    <a:pt x="0" y="6001"/>
                  </a:lnTo>
                  <a:lnTo>
                    <a:pt x="8477" y="8287"/>
                  </a:lnTo>
                  <a:lnTo>
                    <a:pt x="11525" y="0"/>
                  </a:lnTo>
                  <a:lnTo>
                    <a:pt x="33909" y="51245"/>
                  </a:lnTo>
                  <a:lnTo>
                    <a:pt x="70676" y="122206"/>
                  </a:lnTo>
                  <a:lnTo>
                    <a:pt x="65913" y="124778"/>
                  </a:lnTo>
                  <a:lnTo>
                    <a:pt x="29051" y="53816"/>
                  </a:lnTo>
                  <a:close/>
                </a:path>
              </a:pathLst>
            </a:custGeom>
            <a:solidFill>
              <a:srgbClr val="A4A3A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A4FF322E-DCB4-ADEF-C2C8-A71E9C0AA344}"/>
                </a:ext>
              </a:extLst>
            </p:cNvPr>
            <p:cNvSpPr/>
            <p:nvPr/>
          </p:nvSpPr>
          <p:spPr>
            <a:xfrm>
              <a:off x="3579305" y="3613983"/>
              <a:ext cx="84037" cy="152187"/>
            </a:xfrm>
            <a:custGeom>
              <a:avLst/>
              <a:gdLst>
                <a:gd name="connsiteX0" fmla="*/ 80267 w 84037"/>
                <a:gd name="connsiteY0" fmla="*/ 150832 h 152187"/>
                <a:gd name="connsiteX1" fmla="*/ 69218 w 84037"/>
                <a:gd name="connsiteY1" fmla="*/ 129496 h 152187"/>
                <a:gd name="connsiteX2" fmla="*/ 63217 w 84037"/>
                <a:gd name="connsiteY2" fmla="*/ 127877 h 152187"/>
                <a:gd name="connsiteX3" fmla="*/ -29 w 84037"/>
                <a:gd name="connsiteY3" fmla="*/ 6052 h 152187"/>
                <a:gd name="connsiteX4" fmla="*/ 11497 w 84037"/>
                <a:gd name="connsiteY4" fmla="*/ -44 h 152187"/>
                <a:gd name="connsiteX5" fmla="*/ 74838 w 84037"/>
                <a:gd name="connsiteY5" fmla="*/ 121876 h 152187"/>
                <a:gd name="connsiteX6" fmla="*/ 72647 w 84037"/>
                <a:gd name="connsiteY6" fmla="*/ 127686 h 152187"/>
                <a:gd name="connsiteX7" fmla="*/ 83696 w 84037"/>
                <a:gd name="connsiteY7" fmla="*/ 149022 h 152187"/>
                <a:gd name="connsiteX8" fmla="*/ 83029 w 84037"/>
                <a:gd name="connsiteY8" fmla="*/ 151975 h 152187"/>
                <a:gd name="connsiteX9" fmla="*/ 80281 w 84037"/>
                <a:gd name="connsiteY9" fmla="*/ 150870 h 152187"/>
                <a:gd name="connsiteX10" fmla="*/ 80267 w 84037"/>
                <a:gd name="connsiteY10" fmla="*/ 150832 h 15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4037" h="152187">
                  <a:moveTo>
                    <a:pt x="80267" y="150832"/>
                  </a:moveTo>
                  <a:lnTo>
                    <a:pt x="69218" y="129496"/>
                  </a:lnTo>
                  <a:lnTo>
                    <a:pt x="63217" y="127877"/>
                  </a:lnTo>
                  <a:lnTo>
                    <a:pt x="-29" y="6052"/>
                  </a:lnTo>
                  <a:lnTo>
                    <a:pt x="11497" y="-44"/>
                  </a:lnTo>
                  <a:lnTo>
                    <a:pt x="74838" y="121876"/>
                  </a:lnTo>
                  <a:lnTo>
                    <a:pt x="72647" y="127686"/>
                  </a:lnTo>
                  <a:lnTo>
                    <a:pt x="83696" y="149022"/>
                  </a:lnTo>
                  <a:cubicBezTo>
                    <a:pt x="84299" y="150023"/>
                    <a:pt x="84005" y="151327"/>
                    <a:pt x="83029" y="151975"/>
                  </a:cubicBezTo>
                  <a:cubicBezTo>
                    <a:pt x="81964" y="152432"/>
                    <a:pt x="80734" y="151928"/>
                    <a:pt x="80281" y="150870"/>
                  </a:cubicBezTo>
                  <a:cubicBezTo>
                    <a:pt x="80277" y="150851"/>
                    <a:pt x="80272" y="150842"/>
                    <a:pt x="80267" y="150832"/>
                  </a:cubicBezTo>
                  <a:close/>
                </a:path>
              </a:pathLst>
            </a:custGeom>
            <a:solidFill>
              <a:srgbClr val="834C2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5499C97C-BF5F-B9A0-E457-72E7BBF5B2E0}"/>
                </a:ext>
              </a:extLst>
            </p:cNvPr>
            <p:cNvSpPr/>
            <p:nvPr/>
          </p:nvSpPr>
          <p:spPr>
            <a:xfrm>
              <a:off x="3664268" y="3724568"/>
              <a:ext cx="70770" cy="124777"/>
            </a:xfrm>
            <a:custGeom>
              <a:avLst/>
              <a:gdLst>
                <a:gd name="connsiteX0" fmla="*/ 29051 w 70770"/>
                <a:gd name="connsiteY0" fmla="*/ 53816 h 124777"/>
                <a:gd name="connsiteX1" fmla="*/ 0 w 70770"/>
                <a:gd name="connsiteY1" fmla="*/ 6096 h 124777"/>
                <a:gd name="connsiteX2" fmla="*/ 8573 w 70770"/>
                <a:gd name="connsiteY2" fmla="*/ 8382 h 124777"/>
                <a:gd name="connsiteX3" fmla="*/ 11621 w 70770"/>
                <a:gd name="connsiteY3" fmla="*/ 0 h 124777"/>
                <a:gd name="connsiteX4" fmla="*/ 33909 w 70770"/>
                <a:gd name="connsiteY4" fmla="*/ 51340 h 124777"/>
                <a:gd name="connsiteX5" fmla="*/ 70771 w 70770"/>
                <a:gd name="connsiteY5" fmla="*/ 122206 h 124777"/>
                <a:gd name="connsiteX6" fmla="*/ 65913 w 70770"/>
                <a:gd name="connsiteY6" fmla="*/ 124778 h 124777"/>
                <a:gd name="connsiteX7" fmla="*/ 29051 w 70770"/>
                <a:gd name="connsiteY7" fmla="*/ 53816 h 12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770" h="124777">
                  <a:moveTo>
                    <a:pt x="29051" y="53816"/>
                  </a:moveTo>
                  <a:lnTo>
                    <a:pt x="0" y="6096"/>
                  </a:lnTo>
                  <a:lnTo>
                    <a:pt x="8573" y="8382"/>
                  </a:lnTo>
                  <a:lnTo>
                    <a:pt x="11621" y="0"/>
                  </a:lnTo>
                  <a:lnTo>
                    <a:pt x="33909" y="51340"/>
                  </a:lnTo>
                  <a:lnTo>
                    <a:pt x="70771" y="122206"/>
                  </a:lnTo>
                  <a:lnTo>
                    <a:pt x="65913" y="124778"/>
                  </a:lnTo>
                  <a:lnTo>
                    <a:pt x="29051" y="53816"/>
                  </a:lnTo>
                  <a:close/>
                </a:path>
              </a:pathLst>
            </a:custGeom>
            <a:solidFill>
              <a:srgbClr val="A4A3A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F8C76561-CD4B-660B-215C-5330E23E5B05}"/>
                </a:ext>
              </a:extLst>
            </p:cNvPr>
            <p:cNvSpPr/>
            <p:nvPr/>
          </p:nvSpPr>
          <p:spPr>
            <a:xfrm>
              <a:off x="3600927" y="3602744"/>
              <a:ext cx="84185" cy="152123"/>
            </a:xfrm>
            <a:custGeom>
              <a:avLst/>
              <a:gdLst>
                <a:gd name="connsiteX0" fmla="*/ 80362 w 84185"/>
                <a:gd name="connsiteY0" fmla="*/ 150737 h 152123"/>
                <a:gd name="connsiteX1" fmla="*/ 69218 w 84185"/>
                <a:gd name="connsiteY1" fmla="*/ 129401 h 152123"/>
                <a:gd name="connsiteX2" fmla="*/ 63217 w 84185"/>
                <a:gd name="connsiteY2" fmla="*/ 127877 h 152123"/>
                <a:gd name="connsiteX3" fmla="*/ -29 w 84185"/>
                <a:gd name="connsiteY3" fmla="*/ 5957 h 152123"/>
                <a:gd name="connsiteX4" fmla="*/ 11592 w 84185"/>
                <a:gd name="connsiteY4" fmla="*/ -44 h 152123"/>
                <a:gd name="connsiteX5" fmla="*/ 74838 w 84185"/>
                <a:gd name="connsiteY5" fmla="*/ 121781 h 152123"/>
                <a:gd name="connsiteX6" fmla="*/ 72647 w 84185"/>
                <a:gd name="connsiteY6" fmla="*/ 127686 h 152123"/>
                <a:gd name="connsiteX7" fmla="*/ 83791 w 84185"/>
                <a:gd name="connsiteY7" fmla="*/ 148927 h 152123"/>
                <a:gd name="connsiteX8" fmla="*/ 83308 w 84185"/>
                <a:gd name="connsiteY8" fmla="*/ 151718 h 152123"/>
                <a:gd name="connsiteX9" fmla="*/ 80520 w 84185"/>
                <a:gd name="connsiteY9" fmla="*/ 151232 h 152123"/>
                <a:gd name="connsiteX10" fmla="*/ 80267 w 84185"/>
                <a:gd name="connsiteY10" fmla="*/ 150737 h 152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4185" h="152123">
                  <a:moveTo>
                    <a:pt x="80362" y="150737"/>
                  </a:moveTo>
                  <a:lnTo>
                    <a:pt x="69218" y="129401"/>
                  </a:lnTo>
                  <a:lnTo>
                    <a:pt x="63217" y="127877"/>
                  </a:lnTo>
                  <a:lnTo>
                    <a:pt x="-29" y="5957"/>
                  </a:lnTo>
                  <a:lnTo>
                    <a:pt x="11592" y="-44"/>
                  </a:lnTo>
                  <a:lnTo>
                    <a:pt x="74838" y="121781"/>
                  </a:lnTo>
                  <a:lnTo>
                    <a:pt x="72647" y="127686"/>
                  </a:lnTo>
                  <a:lnTo>
                    <a:pt x="83791" y="148927"/>
                  </a:lnTo>
                  <a:cubicBezTo>
                    <a:pt x="84428" y="149832"/>
                    <a:pt x="84211" y="151080"/>
                    <a:pt x="83308" y="151718"/>
                  </a:cubicBezTo>
                  <a:cubicBezTo>
                    <a:pt x="82404" y="152347"/>
                    <a:pt x="81157" y="152137"/>
                    <a:pt x="80520" y="151232"/>
                  </a:cubicBezTo>
                  <a:cubicBezTo>
                    <a:pt x="80414" y="151080"/>
                    <a:pt x="80328" y="150908"/>
                    <a:pt x="80267" y="150737"/>
                  </a:cubicBezTo>
                  <a:close/>
                </a:path>
              </a:pathLst>
            </a:custGeom>
            <a:solidFill>
              <a:srgbClr val="834C2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0CDDEA22-06E5-3643-D0BF-FE0BEB923691}"/>
                </a:ext>
              </a:extLst>
            </p:cNvPr>
            <p:cNvSpPr/>
            <p:nvPr/>
          </p:nvSpPr>
          <p:spPr>
            <a:xfrm>
              <a:off x="3685985" y="3713329"/>
              <a:ext cx="70770" cy="124777"/>
            </a:xfrm>
            <a:custGeom>
              <a:avLst/>
              <a:gdLst>
                <a:gd name="connsiteX0" fmla="*/ 29146 w 70770"/>
                <a:gd name="connsiteY0" fmla="*/ 53816 h 124777"/>
                <a:gd name="connsiteX1" fmla="*/ 0 w 70770"/>
                <a:gd name="connsiteY1" fmla="*/ 6001 h 124777"/>
                <a:gd name="connsiteX2" fmla="*/ 8572 w 70770"/>
                <a:gd name="connsiteY2" fmla="*/ 8287 h 124777"/>
                <a:gd name="connsiteX3" fmla="*/ 11621 w 70770"/>
                <a:gd name="connsiteY3" fmla="*/ 0 h 124777"/>
                <a:gd name="connsiteX4" fmla="*/ 33909 w 70770"/>
                <a:gd name="connsiteY4" fmla="*/ 51245 h 124777"/>
                <a:gd name="connsiteX5" fmla="*/ 70771 w 70770"/>
                <a:gd name="connsiteY5" fmla="*/ 122206 h 124777"/>
                <a:gd name="connsiteX6" fmla="*/ 65913 w 70770"/>
                <a:gd name="connsiteY6" fmla="*/ 124778 h 124777"/>
                <a:gd name="connsiteX7" fmla="*/ 29146 w 70770"/>
                <a:gd name="connsiteY7" fmla="*/ 53816 h 12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770" h="124777">
                  <a:moveTo>
                    <a:pt x="29146" y="53816"/>
                  </a:moveTo>
                  <a:lnTo>
                    <a:pt x="0" y="6001"/>
                  </a:lnTo>
                  <a:lnTo>
                    <a:pt x="8572" y="8287"/>
                  </a:lnTo>
                  <a:lnTo>
                    <a:pt x="11621" y="0"/>
                  </a:lnTo>
                  <a:lnTo>
                    <a:pt x="33909" y="51245"/>
                  </a:lnTo>
                  <a:lnTo>
                    <a:pt x="70771" y="122206"/>
                  </a:lnTo>
                  <a:lnTo>
                    <a:pt x="65913" y="124778"/>
                  </a:lnTo>
                  <a:lnTo>
                    <a:pt x="29146" y="53816"/>
                  </a:lnTo>
                  <a:close/>
                </a:path>
              </a:pathLst>
            </a:custGeom>
            <a:solidFill>
              <a:srgbClr val="A4A3A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837065E6-E7BB-E180-D90C-68A579F1D4D4}"/>
                </a:ext>
              </a:extLst>
            </p:cNvPr>
            <p:cNvSpPr/>
            <p:nvPr/>
          </p:nvSpPr>
          <p:spPr>
            <a:xfrm>
              <a:off x="3622548" y="3591409"/>
              <a:ext cx="84132" cy="152122"/>
            </a:xfrm>
            <a:custGeom>
              <a:avLst/>
              <a:gdLst>
                <a:gd name="connsiteX0" fmla="*/ 80553 w 84132"/>
                <a:gd name="connsiteY0" fmla="*/ 150832 h 152122"/>
                <a:gd name="connsiteX1" fmla="*/ 69504 w 84132"/>
                <a:gd name="connsiteY1" fmla="*/ 129496 h 152122"/>
                <a:gd name="connsiteX2" fmla="*/ 63408 w 84132"/>
                <a:gd name="connsiteY2" fmla="*/ 127877 h 152122"/>
                <a:gd name="connsiteX3" fmla="*/ -29 w 84132"/>
                <a:gd name="connsiteY3" fmla="*/ 6052 h 152122"/>
                <a:gd name="connsiteX4" fmla="*/ 11592 w 84132"/>
                <a:gd name="connsiteY4" fmla="*/ -44 h 152122"/>
                <a:gd name="connsiteX5" fmla="*/ 74838 w 84132"/>
                <a:gd name="connsiteY5" fmla="*/ 121876 h 152122"/>
                <a:gd name="connsiteX6" fmla="*/ 72742 w 84132"/>
                <a:gd name="connsiteY6" fmla="*/ 127686 h 152122"/>
                <a:gd name="connsiteX7" fmla="*/ 83791 w 84132"/>
                <a:gd name="connsiteY7" fmla="*/ 149022 h 152122"/>
                <a:gd name="connsiteX8" fmla="*/ 83125 w 84132"/>
                <a:gd name="connsiteY8" fmla="*/ 151975 h 152122"/>
                <a:gd name="connsiteX9" fmla="*/ 80553 w 84132"/>
                <a:gd name="connsiteY9" fmla="*/ 150832 h 152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4132" h="152122">
                  <a:moveTo>
                    <a:pt x="80553" y="150832"/>
                  </a:moveTo>
                  <a:lnTo>
                    <a:pt x="69504" y="129496"/>
                  </a:lnTo>
                  <a:lnTo>
                    <a:pt x="63408" y="127877"/>
                  </a:lnTo>
                  <a:lnTo>
                    <a:pt x="-29" y="6052"/>
                  </a:lnTo>
                  <a:lnTo>
                    <a:pt x="11592" y="-44"/>
                  </a:lnTo>
                  <a:lnTo>
                    <a:pt x="74838" y="121876"/>
                  </a:lnTo>
                  <a:lnTo>
                    <a:pt x="72742" y="127686"/>
                  </a:lnTo>
                  <a:lnTo>
                    <a:pt x="83791" y="149022"/>
                  </a:lnTo>
                  <a:cubicBezTo>
                    <a:pt x="84394" y="150023"/>
                    <a:pt x="84101" y="151327"/>
                    <a:pt x="83125" y="151975"/>
                  </a:cubicBezTo>
                  <a:cubicBezTo>
                    <a:pt x="82101" y="152309"/>
                    <a:pt x="80989" y="151813"/>
                    <a:pt x="80553" y="150832"/>
                  </a:cubicBezTo>
                  <a:close/>
                </a:path>
              </a:pathLst>
            </a:custGeom>
            <a:solidFill>
              <a:srgbClr val="834C2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6637498B-8CE0-0717-F9C4-F1FD98771F85}"/>
                </a:ext>
              </a:extLst>
            </p:cNvPr>
            <p:cNvSpPr/>
            <p:nvPr/>
          </p:nvSpPr>
          <p:spPr>
            <a:xfrm>
              <a:off x="3647027" y="3560798"/>
              <a:ext cx="154148" cy="281403"/>
            </a:xfrm>
            <a:custGeom>
              <a:avLst/>
              <a:gdLst>
                <a:gd name="connsiteX0" fmla="*/ 24165 w 154148"/>
                <a:gd name="connsiteY0" fmla="*/ 10183 h 281403"/>
                <a:gd name="connsiteX1" fmla="*/ 151990 w 154148"/>
                <a:gd name="connsiteY1" fmla="*/ 256500 h 281403"/>
                <a:gd name="connsiteX2" fmla="*/ 145228 w 154148"/>
                <a:gd name="connsiteY2" fmla="*/ 281360 h 281403"/>
                <a:gd name="connsiteX3" fmla="*/ -29 w 154148"/>
                <a:gd name="connsiteY3" fmla="*/ 1420 h 281403"/>
                <a:gd name="connsiteX4" fmla="*/ 24165 w 154148"/>
                <a:gd name="connsiteY4" fmla="*/ 10183 h 281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148" h="281403">
                  <a:moveTo>
                    <a:pt x="24165" y="10183"/>
                  </a:moveTo>
                  <a:lnTo>
                    <a:pt x="151990" y="256500"/>
                  </a:lnTo>
                  <a:cubicBezTo>
                    <a:pt x="156534" y="265282"/>
                    <a:pt x="153591" y="276083"/>
                    <a:pt x="145228" y="281360"/>
                  </a:cubicBezTo>
                  <a:lnTo>
                    <a:pt x="-29" y="1420"/>
                  </a:lnTo>
                  <a:cubicBezTo>
                    <a:pt x="9088" y="-2371"/>
                    <a:pt x="19590" y="1430"/>
                    <a:pt x="24165" y="10183"/>
                  </a:cubicBezTo>
                  <a:close/>
                </a:path>
              </a:pathLst>
            </a:custGeom>
            <a:solidFill>
              <a:srgbClr val="ECEDF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3978440C-18F6-72B4-D337-4B76C8ACD65A}"/>
                </a:ext>
              </a:extLst>
            </p:cNvPr>
            <p:cNvSpPr/>
            <p:nvPr/>
          </p:nvSpPr>
          <p:spPr>
            <a:xfrm>
              <a:off x="3429915" y="3669800"/>
              <a:ext cx="155200" cy="281856"/>
            </a:xfrm>
            <a:custGeom>
              <a:avLst/>
              <a:gdLst>
                <a:gd name="connsiteX0" fmla="*/ 9820 w 155200"/>
                <a:gd name="connsiteY0" fmla="*/ -44 h 281856"/>
                <a:gd name="connsiteX1" fmla="*/ 155171 w 155200"/>
                <a:gd name="connsiteY1" fmla="*/ 279896 h 281856"/>
                <a:gd name="connsiteX2" fmla="*/ 129930 w 155200"/>
                <a:gd name="connsiteY2" fmla="*/ 271514 h 281856"/>
                <a:gd name="connsiteX3" fmla="*/ 2105 w 155200"/>
                <a:gd name="connsiteY3" fmla="*/ 25388 h 281856"/>
                <a:gd name="connsiteX4" fmla="*/ 9820 w 155200"/>
                <a:gd name="connsiteY4" fmla="*/ -44 h 28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5200" h="281856">
                  <a:moveTo>
                    <a:pt x="9820" y="-44"/>
                  </a:moveTo>
                  <a:lnTo>
                    <a:pt x="155171" y="279896"/>
                  </a:lnTo>
                  <a:cubicBezTo>
                    <a:pt x="145877" y="284411"/>
                    <a:pt x="134678" y="280686"/>
                    <a:pt x="129930" y="271514"/>
                  </a:cubicBezTo>
                  <a:lnTo>
                    <a:pt x="2105" y="25388"/>
                  </a:lnTo>
                  <a:cubicBezTo>
                    <a:pt x="-2638" y="16225"/>
                    <a:pt x="784" y="4947"/>
                    <a:pt x="9820" y="-44"/>
                  </a:cubicBezTo>
                  <a:close/>
                </a:path>
              </a:pathLst>
            </a:custGeom>
            <a:solidFill>
              <a:srgbClr val="8DA2A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2C44C5F3-0E4C-950F-E770-F36CBF38E613}"/>
                </a:ext>
              </a:extLst>
            </p:cNvPr>
            <p:cNvSpPr/>
            <p:nvPr/>
          </p:nvSpPr>
          <p:spPr>
            <a:xfrm>
              <a:off x="3439763" y="3562262"/>
              <a:ext cx="352520" cy="387286"/>
            </a:xfrm>
            <a:custGeom>
              <a:avLst/>
              <a:gdLst>
                <a:gd name="connsiteX0" fmla="*/ 448 w 352520"/>
                <a:gd name="connsiteY0" fmla="*/ 107112 h 387286"/>
                <a:gd name="connsiteX1" fmla="*/ 205711 w 352520"/>
                <a:gd name="connsiteY1" fmla="*/ 623 h 387286"/>
                <a:gd name="connsiteX2" fmla="*/ 207235 w 352520"/>
                <a:gd name="connsiteY2" fmla="*/ -44 h 387286"/>
                <a:gd name="connsiteX3" fmla="*/ 352492 w 352520"/>
                <a:gd name="connsiteY3" fmla="*/ 279801 h 387286"/>
                <a:gd name="connsiteX4" fmla="*/ 351158 w 352520"/>
                <a:gd name="connsiteY4" fmla="*/ 280658 h 387286"/>
                <a:gd name="connsiteX5" fmla="*/ 145894 w 352520"/>
                <a:gd name="connsiteY5" fmla="*/ 387243 h 387286"/>
                <a:gd name="connsiteX6" fmla="*/ 145323 w 352520"/>
                <a:gd name="connsiteY6" fmla="*/ 387243 h 387286"/>
                <a:gd name="connsiteX7" fmla="*/ -29 w 352520"/>
                <a:gd name="connsiteY7" fmla="*/ 107494 h 387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2520" h="387286">
                  <a:moveTo>
                    <a:pt x="448" y="107112"/>
                  </a:moveTo>
                  <a:lnTo>
                    <a:pt x="205711" y="623"/>
                  </a:lnTo>
                  <a:lnTo>
                    <a:pt x="207235" y="-44"/>
                  </a:lnTo>
                  <a:lnTo>
                    <a:pt x="352492" y="279801"/>
                  </a:lnTo>
                  <a:cubicBezTo>
                    <a:pt x="352073" y="280115"/>
                    <a:pt x="351625" y="280410"/>
                    <a:pt x="351158" y="280658"/>
                  </a:cubicBezTo>
                  <a:lnTo>
                    <a:pt x="145894" y="387243"/>
                  </a:lnTo>
                  <a:lnTo>
                    <a:pt x="145323" y="387243"/>
                  </a:lnTo>
                  <a:lnTo>
                    <a:pt x="-29" y="107494"/>
                  </a:lnTo>
                  <a:close/>
                </a:path>
              </a:pathLst>
            </a:custGeom>
            <a:solidFill>
              <a:srgbClr val="C3CBD2">
                <a:alpha val="5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543FC6A-F44A-28D9-D16B-4897DAF06295}"/>
                </a:ext>
              </a:extLst>
            </p:cNvPr>
            <p:cNvSpPr/>
            <p:nvPr/>
          </p:nvSpPr>
          <p:spPr>
            <a:xfrm>
              <a:off x="3528484" y="3781835"/>
              <a:ext cx="401412" cy="385895"/>
            </a:xfrm>
            <a:custGeom>
              <a:avLst/>
              <a:gdLst>
                <a:gd name="connsiteX0" fmla="*/ 393883 w 401412"/>
                <a:gd name="connsiteY0" fmla="*/ 251586 h 385895"/>
                <a:gd name="connsiteX1" fmla="*/ 399702 w 401412"/>
                <a:gd name="connsiteY1" fmla="*/ 232374 h 385895"/>
                <a:gd name="connsiteX2" fmla="*/ 399121 w 401412"/>
                <a:gd name="connsiteY2" fmla="*/ 231393 h 385895"/>
                <a:gd name="connsiteX3" fmla="*/ 281202 w 401412"/>
                <a:gd name="connsiteY3" fmla="*/ 4317 h 385895"/>
                <a:gd name="connsiteX4" fmla="*/ 257008 w 401412"/>
                <a:gd name="connsiteY4" fmla="*/ 3840 h 385895"/>
                <a:gd name="connsiteX5" fmla="*/ 204430 w 401412"/>
                <a:gd name="connsiteY5" fmla="*/ 31082 h 385895"/>
                <a:gd name="connsiteX6" fmla="*/ 202240 w 401412"/>
                <a:gd name="connsiteY6" fmla="*/ 46988 h 385895"/>
                <a:gd name="connsiteX7" fmla="*/ 141661 w 401412"/>
                <a:gd name="connsiteY7" fmla="*/ 78326 h 385895"/>
                <a:gd name="connsiteX8" fmla="*/ 81272 w 401412"/>
                <a:gd name="connsiteY8" fmla="*/ 109758 h 385895"/>
                <a:gd name="connsiteX9" fmla="*/ 66985 w 401412"/>
                <a:gd name="connsiteY9" fmla="*/ 102329 h 385895"/>
                <a:gd name="connsiteX10" fmla="*/ 14502 w 401412"/>
                <a:gd name="connsiteY10" fmla="*/ 129570 h 385895"/>
                <a:gd name="connsiteX11" fmla="*/ 976 w 401412"/>
                <a:gd name="connsiteY11" fmla="*/ 149668 h 385895"/>
                <a:gd name="connsiteX12" fmla="*/ 118896 w 401412"/>
                <a:gd name="connsiteY12" fmla="*/ 376839 h 385895"/>
                <a:gd name="connsiteX13" fmla="*/ 137946 w 401412"/>
                <a:gd name="connsiteY13" fmla="*/ 384078 h 385895"/>
                <a:gd name="connsiteX14" fmla="*/ 264247 w 401412"/>
                <a:gd name="connsiteY14" fmla="*/ 315117 h 385895"/>
                <a:gd name="connsiteX15" fmla="*/ 393883 w 401412"/>
                <a:gd name="connsiteY15" fmla="*/ 251586 h 385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01412" h="385895">
                  <a:moveTo>
                    <a:pt x="393883" y="251586"/>
                  </a:moveTo>
                  <a:cubicBezTo>
                    <a:pt x="400798" y="247890"/>
                    <a:pt x="403398" y="239289"/>
                    <a:pt x="399702" y="232374"/>
                  </a:cubicBezTo>
                  <a:cubicBezTo>
                    <a:pt x="399521" y="232040"/>
                    <a:pt x="399331" y="231716"/>
                    <a:pt x="399121" y="231393"/>
                  </a:cubicBezTo>
                  <a:lnTo>
                    <a:pt x="281202" y="4317"/>
                  </a:lnTo>
                  <a:cubicBezTo>
                    <a:pt x="276154" y="-5208"/>
                    <a:pt x="257008" y="3840"/>
                    <a:pt x="257008" y="3840"/>
                  </a:cubicBezTo>
                  <a:lnTo>
                    <a:pt x="204430" y="31082"/>
                  </a:lnTo>
                  <a:lnTo>
                    <a:pt x="202240" y="46988"/>
                  </a:lnTo>
                  <a:lnTo>
                    <a:pt x="141661" y="78326"/>
                  </a:lnTo>
                  <a:lnTo>
                    <a:pt x="81272" y="109758"/>
                  </a:lnTo>
                  <a:lnTo>
                    <a:pt x="66985" y="102329"/>
                  </a:lnTo>
                  <a:lnTo>
                    <a:pt x="14502" y="129570"/>
                  </a:lnTo>
                  <a:cubicBezTo>
                    <a:pt x="14502" y="129570"/>
                    <a:pt x="-4548" y="140048"/>
                    <a:pt x="976" y="149668"/>
                  </a:cubicBezTo>
                  <a:lnTo>
                    <a:pt x="118896" y="376839"/>
                  </a:lnTo>
                  <a:cubicBezTo>
                    <a:pt x="118896" y="376839"/>
                    <a:pt x="125849" y="390651"/>
                    <a:pt x="137946" y="384078"/>
                  </a:cubicBezTo>
                  <a:cubicBezTo>
                    <a:pt x="153091" y="376268"/>
                    <a:pt x="176046" y="361028"/>
                    <a:pt x="264247" y="315117"/>
                  </a:cubicBezTo>
                  <a:cubicBezTo>
                    <a:pt x="352449" y="269207"/>
                    <a:pt x="378738" y="259396"/>
                    <a:pt x="393883" y="251586"/>
                  </a:cubicBezTo>
                  <a:close/>
                </a:path>
              </a:pathLst>
            </a:custGeom>
            <a:solidFill>
              <a:srgbClr val="A8D0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11397270-00C7-1BE7-4129-A50AD764CB17}"/>
                </a:ext>
              </a:extLst>
            </p:cNvPr>
            <p:cNvSpPr/>
            <p:nvPr/>
          </p:nvSpPr>
          <p:spPr>
            <a:xfrm rot="19953602">
              <a:off x="3427988" y="3615526"/>
              <a:ext cx="233457" cy="5714"/>
            </a:xfrm>
            <a:custGeom>
              <a:avLst/>
              <a:gdLst>
                <a:gd name="connsiteX0" fmla="*/ -29 w 233457"/>
                <a:gd name="connsiteY0" fmla="*/ -44 h 5714"/>
                <a:gd name="connsiteX1" fmla="*/ 233429 w 233457"/>
                <a:gd name="connsiteY1" fmla="*/ -44 h 5714"/>
                <a:gd name="connsiteX2" fmla="*/ 233429 w 233457"/>
                <a:gd name="connsiteY2" fmla="*/ 5671 h 5714"/>
                <a:gd name="connsiteX3" fmla="*/ -29 w 233457"/>
                <a:gd name="connsiteY3" fmla="*/ 5671 h 5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3457" h="5714">
                  <a:moveTo>
                    <a:pt x="-29" y="-44"/>
                  </a:moveTo>
                  <a:lnTo>
                    <a:pt x="233429" y="-44"/>
                  </a:lnTo>
                  <a:lnTo>
                    <a:pt x="233429" y="5671"/>
                  </a:lnTo>
                  <a:lnTo>
                    <a:pt x="-29" y="5671"/>
                  </a:lnTo>
                  <a:close/>
                </a:path>
              </a:pathLst>
            </a:custGeom>
            <a:solidFill>
              <a:srgbClr val="ECEDF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C46BE0DD-FBCF-067D-2C14-527DF63C684A}"/>
                </a:ext>
              </a:extLst>
            </p:cNvPr>
            <p:cNvSpPr/>
            <p:nvPr/>
          </p:nvSpPr>
          <p:spPr>
            <a:xfrm rot="19951200">
              <a:off x="3681303" y="3714259"/>
              <a:ext cx="8096" cy="130016"/>
            </a:xfrm>
            <a:custGeom>
              <a:avLst/>
              <a:gdLst>
                <a:gd name="connsiteX0" fmla="*/ -29 w 8096"/>
                <a:gd name="connsiteY0" fmla="*/ -44 h 130016"/>
                <a:gd name="connsiteX1" fmla="*/ 8068 w 8096"/>
                <a:gd name="connsiteY1" fmla="*/ -44 h 130016"/>
                <a:gd name="connsiteX2" fmla="*/ 8068 w 8096"/>
                <a:gd name="connsiteY2" fmla="*/ 129972 h 130016"/>
                <a:gd name="connsiteX3" fmla="*/ -29 w 8096"/>
                <a:gd name="connsiteY3" fmla="*/ 129972 h 130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96" h="130016">
                  <a:moveTo>
                    <a:pt x="-29" y="-44"/>
                  </a:moveTo>
                  <a:lnTo>
                    <a:pt x="8068" y="-44"/>
                  </a:lnTo>
                  <a:lnTo>
                    <a:pt x="8068" y="129972"/>
                  </a:lnTo>
                  <a:lnTo>
                    <a:pt x="-29" y="129972"/>
                  </a:lnTo>
                  <a:close/>
                </a:path>
              </a:pathLst>
            </a:custGeom>
            <a:solidFill>
              <a:srgbClr val="8DA2A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A30C21F6-150E-4846-35A1-9C94F6CBACC7}"/>
                </a:ext>
              </a:extLst>
            </p:cNvPr>
            <p:cNvSpPr/>
            <p:nvPr/>
          </p:nvSpPr>
          <p:spPr>
            <a:xfrm rot="19951200">
              <a:off x="3585381" y="3764042"/>
              <a:ext cx="8096" cy="130016"/>
            </a:xfrm>
            <a:custGeom>
              <a:avLst/>
              <a:gdLst>
                <a:gd name="connsiteX0" fmla="*/ -29 w 8096"/>
                <a:gd name="connsiteY0" fmla="*/ -44 h 130016"/>
                <a:gd name="connsiteX1" fmla="*/ 8068 w 8096"/>
                <a:gd name="connsiteY1" fmla="*/ -44 h 130016"/>
                <a:gd name="connsiteX2" fmla="*/ 8068 w 8096"/>
                <a:gd name="connsiteY2" fmla="*/ 129972 h 130016"/>
                <a:gd name="connsiteX3" fmla="*/ -29 w 8096"/>
                <a:gd name="connsiteY3" fmla="*/ 129972 h 130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96" h="130016">
                  <a:moveTo>
                    <a:pt x="-29" y="-44"/>
                  </a:moveTo>
                  <a:lnTo>
                    <a:pt x="8068" y="-44"/>
                  </a:lnTo>
                  <a:lnTo>
                    <a:pt x="8068" y="129972"/>
                  </a:lnTo>
                  <a:lnTo>
                    <a:pt x="-29" y="129972"/>
                  </a:lnTo>
                  <a:close/>
                </a:path>
              </a:pathLst>
            </a:custGeom>
            <a:solidFill>
              <a:srgbClr val="8DA2A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35952C45-CE0A-2BF8-E88E-4293AE337ABA}"/>
                </a:ext>
              </a:extLst>
            </p:cNvPr>
            <p:cNvSpPr/>
            <p:nvPr/>
          </p:nvSpPr>
          <p:spPr>
            <a:xfrm>
              <a:off x="3590163" y="3884207"/>
              <a:ext cx="117062" cy="198308"/>
            </a:xfrm>
            <a:custGeom>
              <a:avLst/>
              <a:gdLst>
                <a:gd name="connsiteX0" fmla="*/ 19783 w 117062"/>
                <a:gd name="connsiteY0" fmla="*/ 7386 h 198308"/>
                <a:gd name="connsiteX1" fmla="*/ 117034 w 117062"/>
                <a:gd name="connsiteY1" fmla="*/ 194647 h 198308"/>
                <a:gd name="connsiteX2" fmla="*/ 96555 w 117062"/>
                <a:gd name="connsiteY2" fmla="*/ 188742 h 198308"/>
                <a:gd name="connsiteX3" fmla="*/ -29 w 117062"/>
                <a:gd name="connsiteY3" fmla="*/ 2814 h 198308"/>
                <a:gd name="connsiteX4" fmla="*/ 5496 w 117062"/>
                <a:gd name="connsiteY4" fmla="*/ -44 h 198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62" h="198308">
                  <a:moveTo>
                    <a:pt x="19783" y="7386"/>
                  </a:moveTo>
                  <a:lnTo>
                    <a:pt x="117034" y="194647"/>
                  </a:lnTo>
                  <a:cubicBezTo>
                    <a:pt x="117034" y="194647"/>
                    <a:pt x="105413" y="205887"/>
                    <a:pt x="96555" y="188742"/>
                  </a:cubicBezTo>
                  <a:lnTo>
                    <a:pt x="-29" y="2814"/>
                  </a:lnTo>
                  <a:lnTo>
                    <a:pt x="5496" y="-44"/>
                  </a:lnTo>
                  <a:close/>
                </a:path>
              </a:pathLst>
            </a:custGeom>
            <a:solidFill>
              <a:srgbClr val="A8D0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9334228-AB46-B900-B01C-A95F7A1A3A01}"/>
                </a:ext>
              </a:extLst>
            </p:cNvPr>
            <p:cNvSpPr/>
            <p:nvPr/>
          </p:nvSpPr>
          <p:spPr>
            <a:xfrm>
              <a:off x="3730752" y="3810103"/>
              <a:ext cx="106937" cy="206121"/>
            </a:xfrm>
            <a:custGeom>
              <a:avLst/>
              <a:gdLst>
                <a:gd name="connsiteX0" fmla="*/ -29 w 106937"/>
                <a:gd name="connsiteY0" fmla="*/ 18720 h 206121"/>
                <a:gd name="connsiteX1" fmla="*/ 97222 w 106937"/>
                <a:gd name="connsiteY1" fmla="*/ 206077 h 206121"/>
                <a:gd name="connsiteX2" fmla="*/ 104175 w 106937"/>
                <a:gd name="connsiteY2" fmla="*/ 185884 h 206121"/>
                <a:gd name="connsiteX3" fmla="*/ 7687 w 106937"/>
                <a:gd name="connsiteY3" fmla="*/ -44 h 206121"/>
                <a:gd name="connsiteX4" fmla="*/ 2162 w 106937"/>
                <a:gd name="connsiteY4" fmla="*/ 2814 h 206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937" h="206121">
                  <a:moveTo>
                    <a:pt x="-29" y="18720"/>
                  </a:moveTo>
                  <a:lnTo>
                    <a:pt x="97222" y="206077"/>
                  </a:lnTo>
                  <a:cubicBezTo>
                    <a:pt x="97222" y="206077"/>
                    <a:pt x="113128" y="203029"/>
                    <a:pt x="104175" y="185884"/>
                  </a:cubicBezTo>
                  <a:lnTo>
                    <a:pt x="7687" y="-44"/>
                  </a:lnTo>
                  <a:lnTo>
                    <a:pt x="2162" y="2814"/>
                  </a:lnTo>
                  <a:close/>
                </a:path>
              </a:pathLst>
            </a:custGeom>
            <a:solidFill>
              <a:srgbClr val="007EB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0F768406-953E-D883-C7DE-B3C93E20DC27}"/>
                </a:ext>
              </a:extLst>
            </p:cNvPr>
            <p:cNvSpPr/>
            <p:nvPr/>
          </p:nvSpPr>
          <p:spPr>
            <a:xfrm>
              <a:off x="3640265" y="3887255"/>
              <a:ext cx="187737" cy="191642"/>
            </a:xfrm>
            <a:custGeom>
              <a:avLst/>
              <a:gdLst>
                <a:gd name="connsiteX0" fmla="*/ 120777 w 187737"/>
                <a:gd name="connsiteY0" fmla="*/ 0 h 191642"/>
                <a:gd name="connsiteX1" fmla="*/ 60389 w 187737"/>
                <a:gd name="connsiteY1" fmla="*/ 31337 h 191642"/>
                <a:gd name="connsiteX2" fmla="*/ 0 w 187737"/>
                <a:gd name="connsiteY2" fmla="*/ 62674 h 191642"/>
                <a:gd name="connsiteX3" fmla="*/ 66961 w 187737"/>
                <a:gd name="connsiteY3" fmla="*/ 191643 h 191642"/>
                <a:gd name="connsiteX4" fmla="*/ 127349 w 187737"/>
                <a:gd name="connsiteY4" fmla="*/ 160306 h 191642"/>
                <a:gd name="connsiteX5" fmla="*/ 187738 w 187737"/>
                <a:gd name="connsiteY5" fmla="*/ 128968 h 191642"/>
                <a:gd name="connsiteX6" fmla="*/ 120777 w 187737"/>
                <a:gd name="connsiteY6" fmla="*/ 0 h 191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7737" h="191642">
                  <a:moveTo>
                    <a:pt x="120777" y="0"/>
                  </a:moveTo>
                  <a:lnTo>
                    <a:pt x="60389" y="31337"/>
                  </a:lnTo>
                  <a:lnTo>
                    <a:pt x="0" y="62674"/>
                  </a:lnTo>
                  <a:lnTo>
                    <a:pt x="66961" y="191643"/>
                  </a:lnTo>
                  <a:lnTo>
                    <a:pt x="127349" y="160306"/>
                  </a:lnTo>
                  <a:lnTo>
                    <a:pt x="187738" y="128968"/>
                  </a:lnTo>
                  <a:lnTo>
                    <a:pt x="120777" y="0"/>
                  </a:lnTo>
                  <a:close/>
                </a:path>
              </a:pathLst>
            </a:custGeom>
            <a:solidFill>
              <a:srgbClr val="007EB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D60409C7-207A-F406-491C-0628711F474D}"/>
                </a:ext>
              </a:extLst>
            </p:cNvPr>
            <p:cNvSpPr/>
            <p:nvPr/>
          </p:nvSpPr>
          <p:spPr>
            <a:xfrm rot="19953602">
              <a:off x="3510448" y="3579407"/>
              <a:ext cx="117824" cy="175736"/>
            </a:xfrm>
            <a:custGeom>
              <a:avLst/>
              <a:gdLst>
                <a:gd name="connsiteX0" fmla="*/ 115033 w 117824"/>
                <a:gd name="connsiteY0" fmla="*/ -44 h 175736"/>
                <a:gd name="connsiteX1" fmla="*/ 117796 w 117824"/>
                <a:gd name="connsiteY1" fmla="*/ -44 h 175736"/>
                <a:gd name="connsiteX2" fmla="*/ 117796 w 117824"/>
                <a:gd name="connsiteY2" fmla="*/ 175693 h 175736"/>
                <a:gd name="connsiteX3" fmla="*/ 115033 w 117824"/>
                <a:gd name="connsiteY3" fmla="*/ 175693 h 175736"/>
                <a:gd name="connsiteX4" fmla="*/ 2734 w 117824"/>
                <a:gd name="connsiteY4" fmla="*/ 175693 h 175736"/>
                <a:gd name="connsiteX5" fmla="*/ -29 w 117824"/>
                <a:gd name="connsiteY5" fmla="*/ 175693 h 175736"/>
                <a:gd name="connsiteX6" fmla="*/ -29 w 117824"/>
                <a:gd name="connsiteY6" fmla="*/ -44 h 175736"/>
                <a:gd name="connsiteX7" fmla="*/ 2734 w 117824"/>
                <a:gd name="connsiteY7" fmla="*/ -44 h 1757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7824" h="175736">
                  <a:moveTo>
                    <a:pt x="115033" y="-44"/>
                  </a:moveTo>
                  <a:cubicBezTo>
                    <a:pt x="116559" y="-44"/>
                    <a:pt x="117796" y="-44"/>
                    <a:pt x="117796" y="-44"/>
                  </a:cubicBezTo>
                  <a:lnTo>
                    <a:pt x="117796" y="175693"/>
                  </a:lnTo>
                  <a:cubicBezTo>
                    <a:pt x="117796" y="175693"/>
                    <a:pt x="116559" y="175693"/>
                    <a:pt x="115033" y="175693"/>
                  </a:cubicBezTo>
                  <a:lnTo>
                    <a:pt x="2734" y="175693"/>
                  </a:lnTo>
                  <a:cubicBezTo>
                    <a:pt x="1208" y="175693"/>
                    <a:pt x="-29" y="175693"/>
                    <a:pt x="-29" y="175693"/>
                  </a:cubicBezTo>
                  <a:lnTo>
                    <a:pt x="-29" y="-44"/>
                  </a:lnTo>
                  <a:cubicBezTo>
                    <a:pt x="-29" y="-44"/>
                    <a:pt x="1208" y="-44"/>
                    <a:pt x="2734" y="-44"/>
                  </a:cubicBezTo>
                  <a:close/>
                </a:path>
              </a:pathLst>
            </a:custGeom>
            <a:solidFill>
              <a:srgbClr val="C3CBD2">
                <a:alpha val="6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92468E3E-6C8D-09F4-9ADF-F6187D847C32}"/>
                </a:ext>
              </a:extLst>
            </p:cNvPr>
            <p:cNvSpPr/>
            <p:nvPr/>
          </p:nvSpPr>
          <p:spPr>
            <a:xfrm rot="19953602">
              <a:off x="3653547" y="3857633"/>
              <a:ext cx="60102" cy="65722"/>
            </a:xfrm>
            <a:custGeom>
              <a:avLst/>
              <a:gdLst>
                <a:gd name="connsiteX0" fmla="*/ -29 w 60102"/>
                <a:gd name="connsiteY0" fmla="*/ -44 h 65722"/>
                <a:gd name="connsiteX1" fmla="*/ 60074 w 60102"/>
                <a:gd name="connsiteY1" fmla="*/ -44 h 65722"/>
                <a:gd name="connsiteX2" fmla="*/ 60074 w 60102"/>
                <a:gd name="connsiteY2" fmla="*/ 65679 h 65722"/>
                <a:gd name="connsiteX3" fmla="*/ -29 w 60102"/>
                <a:gd name="connsiteY3" fmla="*/ 65679 h 6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102" h="65722">
                  <a:moveTo>
                    <a:pt x="-29" y="-44"/>
                  </a:moveTo>
                  <a:lnTo>
                    <a:pt x="60074" y="-44"/>
                  </a:lnTo>
                  <a:lnTo>
                    <a:pt x="60074" y="65679"/>
                  </a:lnTo>
                  <a:lnTo>
                    <a:pt x="-29" y="65679"/>
                  </a:lnTo>
                  <a:close/>
                </a:path>
              </a:pathLst>
            </a:custGeom>
            <a:solidFill>
              <a:srgbClr val="A8D0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2B3AA138-F963-1294-7EE8-21C3C707E51C}"/>
                </a:ext>
              </a:extLst>
            </p:cNvPr>
            <p:cNvSpPr/>
            <p:nvPr/>
          </p:nvSpPr>
          <p:spPr>
            <a:xfrm>
              <a:off x="3471863" y="3557623"/>
              <a:ext cx="199768" cy="161801"/>
            </a:xfrm>
            <a:custGeom>
              <a:avLst/>
              <a:gdLst>
                <a:gd name="connsiteX0" fmla="*/ 188757 w 199768"/>
                <a:gd name="connsiteY0" fmla="*/ 158043 h 161801"/>
                <a:gd name="connsiteX1" fmla="*/ 112557 w 199768"/>
                <a:gd name="connsiteY1" fmla="*/ 10405 h 161801"/>
                <a:gd name="connsiteX2" fmla="*/ 3019 w 199768"/>
                <a:gd name="connsiteY2" fmla="*/ 67079 h 161801"/>
                <a:gd name="connsiteX3" fmla="*/ -29 w 199768"/>
                <a:gd name="connsiteY3" fmla="*/ 61269 h 161801"/>
                <a:gd name="connsiteX4" fmla="*/ 106747 w 199768"/>
                <a:gd name="connsiteY4" fmla="*/ 5833 h 161801"/>
                <a:gd name="connsiteX5" fmla="*/ 113224 w 199768"/>
                <a:gd name="connsiteY5" fmla="*/ 2404 h 161801"/>
                <a:gd name="connsiteX6" fmla="*/ 117319 w 199768"/>
                <a:gd name="connsiteY6" fmla="*/ 309 h 161801"/>
                <a:gd name="connsiteX7" fmla="*/ 120957 w 199768"/>
                <a:gd name="connsiteY7" fmla="*/ 1309 h 161801"/>
                <a:gd name="connsiteX8" fmla="*/ 121034 w 199768"/>
                <a:gd name="connsiteY8" fmla="*/ 1452 h 161801"/>
                <a:gd name="connsiteX9" fmla="*/ 199425 w 199768"/>
                <a:gd name="connsiteY9" fmla="*/ 152518 h 161801"/>
                <a:gd name="connsiteX10" fmla="*/ 198282 w 199768"/>
                <a:gd name="connsiteY10" fmla="*/ 156233 h 161801"/>
                <a:gd name="connsiteX11" fmla="*/ 187614 w 199768"/>
                <a:gd name="connsiteY11" fmla="*/ 161758 h 161801"/>
                <a:gd name="connsiteX12" fmla="*/ 188757 w 199768"/>
                <a:gd name="connsiteY12" fmla="*/ 158043 h 161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9768" h="161801">
                  <a:moveTo>
                    <a:pt x="188757" y="158043"/>
                  </a:moveTo>
                  <a:lnTo>
                    <a:pt x="112557" y="10405"/>
                  </a:lnTo>
                  <a:lnTo>
                    <a:pt x="3019" y="67079"/>
                  </a:lnTo>
                  <a:lnTo>
                    <a:pt x="-29" y="61269"/>
                  </a:lnTo>
                  <a:lnTo>
                    <a:pt x="106747" y="5833"/>
                  </a:lnTo>
                  <a:lnTo>
                    <a:pt x="113224" y="2404"/>
                  </a:lnTo>
                  <a:lnTo>
                    <a:pt x="117319" y="309"/>
                  </a:lnTo>
                  <a:cubicBezTo>
                    <a:pt x="118599" y="-425"/>
                    <a:pt x="120227" y="23"/>
                    <a:pt x="120957" y="1309"/>
                  </a:cubicBezTo>
                  <a:cubicBezTo>
                    <a:pt x="120985" y="1357"/>
                    <a:pt x="121010" y="1404"/>
                    <a:pt x="121034" y="1452"/>
                  </a:cubicBezTo>
                  <a:lnTo>
                    <a:pt x="199425" y="152518"/>
                  </a:lnTo>
                  <a:cubicBezTo>
                    <a:pt x="200127" y="153861"/>
                    <a:pt x="199617" y="155519"/>
                    <a:pt x="198282" y="156233"/>
                  </a:cubicBezTo>
                  <a:lnTo>
                    <a:pt x="187614" y="161758"/>
                  </a:lnTo>
                  <a:cubicBezTo>
                    <a:pt x="188949" y="161043"/>
                    <a:pt x="189459" y="159386"/>
                    <a:pt x="188757" y="158043"/>
                  </a:cubicBezTo>
                  <a:close/>
                </a:path>
              </a:pathLst>
            </a:custGeom>
            <a:solidFill>
              <a:srgbClr val="ECEDF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43B14260-84A0-7BFD-FA80-40D9EE8A9BAC}"/>
                </a:ext>
              </a:extLst>
            </p:cNvPr>
            <p:cNvSpPr/>
            <p:nvPr/>
          </p:nvSpPr>
          <p:spPr>
            <a:xfrm>
              <a:off x="3465743" y="3615317"/>
              <a:ext cx="93844" cy="161914"/>
            </a:xfrm>
            <a:custGeom>
              <a:avLst/>
              <a:gdLst>
                <a:gd name="connsiteX0" fmla="*/ 78766 w 93844"/>
                <a:gd name="connsiteY0" fmla="*/ 160643 h 161914"/>
                <a:gd name="connsiteX1" fmla="*/ 280 w 93844"/>
                <a:gd name="connsiteY1" fmla="*/ 9576 h 161914"/>
                <a:gd name="connsiteX2" fmla="*/ 1393 w 93844"/>
                <a:gd name="connsiteY2" fmla="*/ 5976 h 161914"/>
                <a:gd name="connsiteX3" fmla="*/ 1423 w 93844"/>
                <a:gd name="connsiteY3" fmla="*/ 5957 h 161914"/>
                <a:gd name="connsiteX4" fmla="*/ 13044 w 93844"/>
                <a:gd name="connsiteY4" fmla="*/ -44 h 161914"/>
                <a:gd name="connsiteX5" fmla="*/ 11886 w 93844"/>
                <a:gd name="connsiteY5" fmla="*/ 3547 h 161914"/>
                <a:gd name="connsiteX6" fmla="*/ 11901 w 93844"/>
                <a:gd name="connsiteY6" fmla="*/ 3576 h 161914"/>
                <a:gd name="connsiteX7" fmla="*/ 90101 w 93844"/>
                <a:gd name="connsiteY7" fmla="*/ 154356 h 161914"/>
                <a:gd name="connsiteX8" fmla="*/ 93816 w 93844"/>
                <a:gd name="connsiteY8" fmla="*/ 155595 h 161914"/>
                <a:gd name="connsiteX9" fmla="*/ 82195 w 93844"/>
                <a:gd name="connsiteY9" fmla="*/ 161595 h 161914"/>
                <a:gd name="connsiteX10" fmla="*/ 78766 w 93844"/>
                <a:gd name="connsiteY10" fmla="*/ 160643 h 161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3844" h="161914">
                  <a:moveTo>
                    <a:pt x="78766" y="160643"/>
                  </a:moveTo>
                  <a:lnTo>
                    <a:pt x="280" y="9576"/>
                  </a:lnTo>
                  <a:cubicBezTo>
                    <a:pt x="-407" y="8271"/>
                    <a:pt x="91" y="6662"/>
                    <a:pt x="1393" y="5976"/>
                  </a:cubicBezTo>
                  <a:cubicBezTo>
                    <a:pt x="1403" y="5966"/>
                    <a:pt x="1413" y="5966"/>
                    <a:pt x="1423" y="5957"/>
                  </a:cubicBezTo>
                  <a:lnTo>
                    <a:pt x="13044" y="-44"/>
                  </a:lnTo>
                  <a:cubicBezTo>
                    <a:pt x="11733" y="623"/>
                    <a:pt x="11214" y="2232"/>
                    <a:pt x="11886" y="3547"/>
                  </a:cubicBezTo>
                  <a:cubicBezTo>
                    <a:pt x="11890" y="3557"/>
                    <a:pt x="11895" y="3566"/>
                    <a:pt x="11901" y="3576"/>
                  </a:cubicBezTo>
                  <a:lnTo>
                    <a:pt x="90101" y="154356"/>
                  </a:lnTo>
                  <a:cubicBezTo>
                    <a:pt x="90818" y="155690"/>
                    <a:pt x="92445" y="156233"/>
                    <a:pt x="93816" y="155595"/>
                  </a:cubicBezTo>
                  <a:lnTo>
                    <a:pt x="82195" y="161595"/>
                  </a:lnTo>
                  <a:cubicBezTo>
                    <a:pt x="80977" y="162195"/>
                    <a:pt x="79500" y="161786"/>
                    <a:pt x="78766" y="160643"/>
                  </a:cubicBezTo>
                  <a:close/>
                </a:path>
              </a:pathLst>
            </a:custGeom>
            <a:solidFill>
              <a:srgbClr val="8DA2A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95A24B3C-69DD-9228-19FA-9DC61C0AB935}"/>
                </a:ext>
              </a:extLst>
            </p:cNvPr>
            <p:cNvSpPr/>
            <p:nvPr/>
          </p:nvSpPr>
          <p:spPr>
            <a:xfrm>
              <a:off x="3730752" y="3810103"/>
              <a:ext cx="106937" cy="206121"/>
            </a:xfrm>
            <a:custGeom>
              <a:avLst/>
              <a:gdLst>
                <a:gd name="connsiteX0" fmla="*/ -29 w 106937"/>
                <a:gd name="connsiteY0" fmla="*/ 18720 h 206121"/>
                <a:gd name="connsiteX1" fmla="*/ 97222 w 106937"/>
                <a:gd name="connsiteY1" fmla="*/ 206077 h 206121"/>
                <a:gd name="connsiteX2" fmla="*/ 104175 w 106937"/>
                <a:gd name="connsiteY2" fmla="*/ 185884 h 206121"/>
                <a:gd name="connsiteX3" fmla="*/ 7687 w 106937"/>
                <a:gd name="connsiteY3" fmla="*/ -44 h 206121"/>
                <a:gd name="connsiteX4" fmla="*/ 2162 w 106937"/>
                <a:gd name="connsiteY4" fmla="*/ 2814 h 206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937" h="206121">
                  <a:moveTo>
                    <a:pt x="-29" y="18720"/>
                  </a:moveTo>
                  <a:lnTo>
                    <a:pt x="97222" y="206077"/>
                  </a:lnTo>
                  <a:cubicBezTo>
                    <a:pt x="97222" y="206077"/>
                    <a:pt x="113128" y="203029"/>
                    <a:pt x="104175" y="185884"/>
                  </a:cubicBezTo>
                  <a:lnTo>
                    <a:pt x="7687" y="-44"/>
                  </a:lnTo>
                  <a:lnTo>
                    <a:pt x="2162" y="2814"/>
                  </a:lnTo>
                  <a:close/>
                </a:path>
              </a:pathLst>
            </a:custGeom>
            <a:solidFill>
              <a:srgbClr val="007EB7">
                <a:alpha val="3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790E90D2-B776-3D58-C898-2183E5BDFFC9}"/>
                </a:ext>
              </a:extLst>
            </p:cNvPr>
            <p:cNvSpPr/>
            <p:nvPr/>
          </p:nvSpPr>
          <p:spPr>
            <a:xfrm>
              <a:off x="3700096" y="4026421"/>
              <a:ext cx="181151" cy="118390"/>
            </a:xfrm>
            <a:custGeom>
              <a:avLst/>
              <a:gdLst>
                <a:gd name="connsiteX0" fmla="*/ 126354 w 181151"/>
                <a:gd name="connsiteY0" fmla="*/ 2999 h 118390"/>
                <a:gd name="connsiteX1" fmla="*/ 72252 w 181151"/>
                <a:gd name="connsiteY1" fmla="*/ 31574 h 118390"/>
                <a:gd name="connsiteX2" fmla="*/ 18055 w 181151"/>
                <a:gd name="connsiteY2" fmla="*/ 60149 h 118390"/>
                <a:gd name="connsiteX3" fmla="*/ 5672 w 181151"/>
                <a:gd name="connsiteY3" fmla="*/ 118347 h 118390"/>
                <a:gd name="connsiteX4" fmla="*/ 93207 w 181151"/>
                <a:gd name="connsiteY4" fmla="*/ 71389 h 118390"/>
                <a:gd name="connsiteX5" fmla="*/ 181123 w 181151"/>
                <a:gd name="connsiteY5" fmla="*/ 27288 h 118390"/>
                <a:gd name="connsiteX6" fmla="*/ 126354 w 181151"/>
                <a:gd name="connsiteY6" fmla="*/ 2999 h 118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1151" h="118390">
                  <a:moveTo>
                    <a:pt x="126354" y="2999"/>
                  </a:moveTo>
                  <a:lnTo>
                    <a:pt x="72252" y="31574"/>
                  </a:lnTo>
                  <a:lnTo>
                    <a:pt x="18055" y="60149"/>
                  </a:lnTo>
                  <a:cubicBezTo>
                    <a:pt x="18055" y="60149"/>
                    <a:pt x="-12330" y="76056"/>
                    <a:pt x="5672" y="118347"/>
                  </a:cubicBezTo>
                  <a:cubicBezTo>
                    <a:pt x="24722" y="107964"/>
                    <a:pt x="51297" y="93106"/>
                    <a:pt x="93207" y="71389"/>
                  </a:cubicBezTo>
                  <a:cubicBezTo>
                    <a:pt x="135117" y="49672"/>
                    <a:pt x="161978" y="36432"/>
                    <a:pt x="181123" y="27288"/>
                  </a:cubicBezTo>
                  <a:cubicBezTo>
                    <a:pt x="156834" y="-12717"/>
                    <a:pt x="126354" y="2999"/>
                    <a:pt x="126354" y="2999"/>
                  </a:cubicBezTo>
                  <a:close/>
                </a:path>
              </a:pathLst>
            </a:custGeom>
            <a:solidFill>
              <a:srgbClr val="A8D0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B524D9BE-D751-A6AC-8601-E467DE7FA7BC}"/>
                </a:ext>
              </a:extLst>
            </p:cNvPr>
            <p:cNvSpPr/>
            <p:nvPr/>
          </p:nvSpPr>
          <p:spPr>
            <a:xfrm>
              <a:off x="3700096" y="4026421"/>
              <a:ext cx="181151" cy="118390"/>
            </a:xfrm>
            <a:custGeom>
              <a:avLst/>
              <a:gdLst>
                <a:gd name="connsiteX0" fmla="*/ 126354 w 181151"/>
                <a:gd name="connsiteY0" fmla="*/ 2999 h 118390"/>
                <a:gd name="connsiteX1" fmla="*/ 72252 w 181151"/>
                <a:gd name="connsiteY1" fmla="*/ 31574 h 118390"/>
                <a:gd name="connsiteX2" fmla="*/ 18055 w 181151"/>
                <a:gd name="connsiteY2" fmla="*/ 60149 h 118390"/>
                <a:gd name="connsiteX3" fmla="*/ 5672 w 181151"/>
                <a:gd name="connsiteY3" fmla="*/ 118347 h 118390"/>
                <a:gd name="connsiteX4" fmla="*/ 93207 w 181151"/>
                <a:gd name="connsiteY4" fmla="*/ 71389 h 118390"/>
                <a:gd name="connsiteX5" fmla="*/ 181123 w 181151"/>
                <a:gd name="connsiteY5" fmla="*/ 27288 h 118390"/>
                <a:gd name="connsiteX6" fmla="*/ 126354 w 181151"/>
                <a:gd name="connsiteY6" fmla="*/ 2999 h 118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1151" h="118390">
                  <a:moveTo>
                    <a:pt x="126354" y="2999"/>
                  </a:moveTo>
                  <a:lnTo>
                    <a:pt x="72252" y="31574"/>
                  </a:lnTo>
                  <a:lnTo>
                    <a:pt x="18055" y="60149"/>
                  </a:lnTo>
                  <a:cubicBezTo>
                    <a:pt x="18055" y="60149"/>
                    <a:pt x="-12330" y="76056"/>
                    <a:pt x="5672" y="118347"/>
                  </a:cubicBezTo>
                  <a:cubicBezTo>
                    <a:pt x="24722" y="107964"/>
                    <a:pt x="51297" y="93106"/>
                    <a:pt x="93207" y="71389"/>
                  </a:cubicBezTo>
                  <a:cubicBezTo>
                    <a:pt x="135117" y="49672"/>
                    <a:pt x="161978" y="36432"/>
                    <a:pt x="181123" y="27288"/>
                  </a:cubicBezTo>
                  <a:cubicBezTo>
                    <a:pt x="156834" y="-12717"/>
                    <a:pt x="126354" y="2999"/>
                    <a:pt x="126354" y="2999"/>
                  </a:cubicBezTo>
                  <a:close/>
                </a:path>
              </a:pathLst>
            </a:custGeom>
            <a:solidFill>
              <a:srgbClr val="6DA5D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4168E796-11E8-6BC9-15AA-2DF55641E250}"/>
                </a:ext>
              </a:extLst>
            </p:cNvPr>
            <p:cNvSpPr/>
            <p:nvPr/>
          </p:nvSpPr>
          <p:spPr>
            <a:xfrm>
              <a:off x="3536061" y="3767526"/>
              <a:ext cx="247078" cy="143446"/>
            </a:xfrm>
            <a:custGeom>
              <a:avLst/>
              <a:gdLst>
                <a:gd name="connsiteX0" fmla="*/ 59598 w 247078"/>
                <a:gd name="connsiteY0" fmla="*/ 116447 h 143446"/>
                <a:gd name="connsiteX1" fmla="*/ 73885 w 247078"/>
                <a:gd name="connsiteY1" fmla="*/ 123877 h 143446"/>
                <a:gd name="connsiteX2" fmla="*/ 134083 w 247078"/>
                <a:gd name="connsiteY2" fmla="*/ 92635 h 143446"/>
                <a:gd name="connsiteX3" fmla="*/ 194472 w 247078"/>
                <a:gd name="connsiteY3" fmla="*/ 61297 h 143446"/>
                <a:gd name="connsiteX4" fmla="*/ 196663 w 247078"/>
                <a:gd name="connsiteY4" fmla="*/ 45391 h 143446"/>
                <a:gd name="connsiteX5" fmla="*/ 247050 w 247078"/>
                <a:gd name="connsiteY5" fmla="*/ 19292 h 143446"/>
                <a:gd name="connsiteX6" fmla="*/ 240001 w 247078"/>
                <a:gd name="connsiteY6" fmla="*/ 5862 h 143446"/>
                <a:gd name="connsiteX7" fmla="*/ 217237 w 247078"/>
                <a:gd name="connsiteY7" fmla="*/ -44 h 143446"/>
                <a:gd name="connsiteX8" fmla="*/ 182470 w 247078"/>
                <a:gd name="connsiteY8" fmla="*/ 18054 h 143446"/>
                <a:gd name="connsiteX9" fmla="*/ 180280 w 247078"/>
                <a:gd name="connsiteY9" fmla="*/ 33960 h 143446"/>
                <a:gd name="connsiteX10" fmla="*/ 119891 w 247078"/>
                <a:gd name="connsiteY10" fmla="*/ 65393 h 143446"/>
                <a:gd name="connsiteX11" fmla="*/ 59503 w 247078"/>
                <a:gd name="connsiteY11" fmla="*/ 96730 h 143446"/>
                <a:gd name="connsiteX12" fmla="*/ 45215 w 247078"/>
                <a:gd name="connsiteY12" fmla="*/ 89301 h 143446"/>
                <a:gd name="connsiteX13" fmla="*/ 10258 w 247078"/>
                <a:gd name="connsiteY13" fmla="*/ 107589 h 143446"/>
                <a:gd name="connsiteX14" fmla="*/ -29 w 247078"/>
                <a:gd name="connsiteY14" fmla="*/ 127972 h 143446"/>
                <a:gd name="connsiteX15" fmla="*/ 8068 w 247078"/>
                <a:gd name="connsiteY15" fmla="*/ 143403 h 143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7078" h="143446">
                  <a:moveTo>
                    <a:pt x="59598" y="116447"/>
                  </a:moveTo>
                  <a:lnTo>
                    <a:pt x="73885" y="123877"/>
                  </a:lnTo>
                  <a:lnTo>
                    <a:pt x="134083" y="92635"/>
                  </a:lnTo>
                  <a:lnTo>
                    <a:pt x="194472" y="61297"/>
                  </a:lnTo>
                  <a:lnTo>
                    <a:pt x="196663" y="45391"/>
                  </a:lnTo>
                  <a:lnTo>
                    <a:pt x="247050" y="19292"/>
                  </a:lnTo>
                  <a:lnTo>
                    <a:pt x="240001" y="5862"/>
                  </a:lnTo>
                  <a:cubicBezTo>
                    <a:pt x="232524" y="3490"/>
                    <a:pt x="224924" y="1518"/>
                    <a:pt x="217237" y="-44"/>
                  </a:cubicBezTo>
                  <a:lnTo>
                    <a:pt x="182470" y="18054"/>
                  </a:lnTo>
                  <a:lnTo>
                    <a:pt x="180280" y="33960"/>
                  </a:lnTo>
                  <a:lnTo>
                    <a:pt x="119891" y="65393"/>
                  </a:lnTo>
                  <a:lnTo>
                    <a:pt x="59503" y="96730"/>
                  </a:lnTo>
                  <a:lnTo>
                    <a:pt x="45215" y="89301"/>
                  </a:lnTo>
                  <a:lnTo>
                    <a:pt x="10258" y="107589"/>
                  </a:lnTo>
                  <a:cubicBezTo>
                    <a:pt x="6122" y="113999"/>
                    <a:pt x="2674" y="120838"/>
                    <a:pt x="-29" y="127972"/>
                  </a:cubicBezTo>
                  <a:lnTo>
                    <a:pt x="8068" y="143403"/>
                  </a:lnTo>
                  <a:close/>
                </a:path>
              </a:pathLst>
            </a:custGeom>
            <a:solidFill>
              <a:srgbClr val="C8C9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4AA9D00F-844B-0B3B-8DA2-00CE5EF71B5D}"/>
                </a:ext>
              </a:extLst>
            </p:cNvPr>
            <p:cNvSpPr/>
            <p:nvPr/>
          </p:nvSpPr>
          <p:spPr>
            <a:xfrm>
              <a:off x="3617595" y="3694746"/>
              <a:ext cx="115221" cy="210987"/>
            </a:xfrm>
            <a:custGeom>
              <a:avLst/>
              <a:gdLst>
                <a:gd name="connsiteX0" fmla="*/ 5877 w 115221"/>
                <a:gd name="connsiteY0" fmla="*/ 251 h 210987"/>
                <a:gd name="connsiteX1" fmla="*/ 9586 w 115221"/>
                <a:gd name="connsiteY1" fmla="*/ 1480 h 210987"/>
                <a:gd name="connsiteX2" fmla="*/ 9592 w 115221"/>
                <a:gd name="connsiteY2" fmla="*/ 1489 h 210987"/>
                <a:gd name="connsiteX3" fmla="*/ 114843 w 115221"/>
                <a:gd name="connsiteY3" fmla="*/ 204181 h 210987"/>
                <a:gd name="connsiteX4" fmla="*/ 113846 w 115221"/>
                <a:gd name="connsiteY4" fmla="*/ 207820 h 210987"/>
                <a:gd name="connsiteX5" fmla="*/ 113700 w 115221"/>
                <a:gd name="connsiteY5" fmla="*/ 207896 h 210987"/>
                <a:gd name="connsiteX6" fmla="*/ 107699 w 115221"/>
                <a:gd name="connsiteY6" fmla="*/ 210944 h 210987"/>
                <a:gd name="connsiteX7" fmla="*/ -29 w 115221"/>
                <a:gd name="connsiteY7" fmla="*/ 3394 h 210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5221" h="210987">
                  <a:moveTo>
                    <a:pt x="5877" y="251"/>
                  </a:moveTo>
                  <a:cubicBezTo>
                    <a:pt x="7240" y="-435"/>
                    <a:pt x="8900" y="117"/>
                    <a:pt x="9586" y="1480"/>
                  </a:cubicBezTo>
                  <a:cubicBezTo>
                    <a:pt x="9588" y="1480"/>
                    <a:pt x="9590" y="1489"/>
                    <a:pt x="9592" y="1489"/>
                  </a:cubicBezTo>
                  <a:lnTo>
                    <a:pt x="114843" y="204181"/>
                  </a:lnTo>
                  <a:cubicBezTo>
                    <a:pt x="115571" y="205458"/>
                    <a:pt x="115126" y="207086"/>
                    <a:pt x="113846" y="207820"/>
                  </a:cubicBezTo>
                  <a:cubicBezTo>
                    <a:pt x="113798" y="207848"/>
                    <a:pt x="113749" y="207867"/>
                    <a:pt x="113700" y="207896"/>
                  </a:cubicBezTo>
                  <a:lnTo>
                    <a:pt x="107699" y="210944"/>
                  </a:lnTo>
                  <a:lnTo>
                    <a:pt x="-29" y="3394"/>
                  </a:lnTo>
                  <a:close/>
                </a:path>
              </a:pathLst>
            </a:custGeom>
            <a:solidFill>
              <a:srgbClr val="E8E9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E6002FAD-E601-6BBD-0D56-692DBDDE0165}"/>
                </a:ext>
              </a:extLst>
            </p:cNvPr>
            <p:cNvSpPr/>
            <p:nvPr/>
          </p:nvSpPr>
          <p:spPr>
            <a:xfrm>
              <a:off x="3555523" y="3725807"/>
              <a:ext cx="116554" cy="211712"/>
            </a:xfrm>
            <a:custGeom>
              <a:avLst/>
              <a:gdLst>
                <a:gd name="connsiteX0" fmla="*/ 1464 w 116554"/>
                <a:gd name="connsiteY0" fmla="*/ 3766 h 211712"/>
                <a:gd name="connsiteX1" fmla="*/ 8703 w 116554"/>
                <a:gd name="connsiteY1" fmla="*/ -44 h 211712"/>
                <a:gd name="connsiteX2" fmla="*/ 116526 w 116554"/>
                <a:gd name="connsiteY2" fmla="*/ 207601 h 211712"/>
                <a:gd name="connsiteX3" fmla="*/ 109287 w 116554"/>
                <a:gd name="connsiteY3" fmla="*/ 211316 h 211712"/>
                <a:gd name="connsiteX4" fmla="*/ 105650 w 116554"/>
                <a:gd name="connsiteY4" fmla="*/ 210316 h 211712"/>
                <a:gd name="connsiteX5" fmla="*/ 105573 w 116554"/>
                <a:gd name="connsiteY5" fmla="*/ 210173 h 211712"/>
                <a:gd name="connsiteX6" fmla="*/ 321 w 116554"/>
                <a:gd name="connsiteY6" fmla="*/ 7481 h 211712"/>
                <a:gd name="connsiteX7" fmla="*/ 1319 w 116554"/>
                <a:gd name="connsiteY7" fmla="*/ 3842 h 211712"/>
                <a:gd name="connsiteX8" fmla="*/ 1464 w 116554"/>
                <a:gd name="connsiteY8" fmla="*/ 3766 h 21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6554" h="211712">
                  <a:moveTo>
                    <a:pt x="1464" y="3766"/>
                  </a:moveTo>
                  <a:lnTo>
                    <a:pt x="8703" y="-44"/>
                  </a:lnTo>
                  <a:lnTo>
                    <a:pt x="116526" y="207601"/>
                  </a:lnTo>
                  <a:lnTo>
                    <a:pt x="109287" y="211316"/>
                  </a:lnTo>
                  <a:cubicBezTo>
                    <a:pt x="108007" y="212049"/>
                    <a:pt x="106379" y="211601"/>
                    <a:pt x="105650" y="210316"/>
                  </a:cubicBezTo>
                  <a:cubicBezTo>
                    <a:pt x="105623" y="210268"/>
                    <a:pt x="105597" y="210220"/>
                    <a:pt x="105573" y="210173"/>
                  </a:cubicBezTo>
                  <a:lnTo>
                    <a:pt x="321" y="7481"/>
                  </a:lnTo>
                  <a:cubicBezTo>
                    <a:pt x="-407" y="6204"/>
                    <a:pt x="38" y="4576"/>
                    <a:pt x="1319" y="3842"/>
                  </a:cubicBezTo>
                  <a:cubicBezTo>
                    <a:pt x="1366" y="3814"/>
                    <a:pt x="1415" y="3795"/>
                    <a:pt x="1464" y="3766"/>
                  </a:cubicBezTo>
                  <a:close/>
                </a:path>
              </a:pathLst>
            </a:custGeom>
            <a:solidFill>
              <a:srgbClr val="8DA2A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83D20EE7-ED13-C0DF-57E9-20BA028E0CA2}"/>
                </a:ext>
              </a:extLst>
            </p:cNvPr>
            <p:cNvSpPr/>
            <p:nvPr/>
          </p:nvSpPr>
          <p:spPr>
            <a:xfrm rot="19953602">
              <a:off x="3614828" y="3698733"/>
              <a:ext cx="60102" cy="233933"/>
            </a:xfrm>
            <a:custGeom>
              <a:avLst/>
              <a:gdLst>
                <a:gd name="connsiteX0" fmla="*/ -29 w 60102"/>
                <a:gd name="connsiteY0" fmla="*/ -44 h 233933"/>
                <a:gd name="connsiteX1" fmla="*/ 60074 w 60102"/>
                <a:gd name="connsiteY1" fmla="*/ -44 h 233933"/>
                <a:gd name="connsiteX2" fmla="*/ 60074 w 60102"/>
                <a:gd name="connsiteY2" fmla="*/ 233890 h 233933"/>
                <a:gd name="connsiteX3" fmla="*/ -29 w 60102"/>
                <a:gd name="connsiteY3" fmla="*/ 233890 h 233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102" h="233933">
                  <a:moveTo>
                    <a:pt x="-29" y="-44"/>
                  </a:moveTo>
                  <a:lnTo>
                    <a:pt x="60074" y="-44"/>
                  </a:lnTo>
                  <a:lnTo>
                    <a:pt x="60074" y="233890"/>
                  </a:lnTo>
                  <a:lnTo>
                    <a:pt x="-29" y="233890"/>
                  </a:lnTo>
                  <a:close/>
                </a:path>
              </a:pathLst>
            </a:custGeom>
            <a:solidFill>
              <a:srgbClr val="C3CBD2">
                <a:alpha val="7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6376A952-D569-0DB1-3CDF-BA31A02BD70A}"/>
                </a:ext>
              </a:extLst>
            </p:cNvPr>
            <p:cNvSpPr/>
            <p:nvPr/>
          </p:nvSpPr>
          <p:spPr>
            <a:xfrm rot="19953602">
              <a:off x="3561625" y="3711910"/>
              <a:ext cx="60102" cy="3714"/>
            </a:xfrm>
            <a:custGeom>
              <a:avLst/>
              <a:gdLst>
                <a:gd name="connsiteX0" fmla="*/ -29 w 60102"/>
                <a:gd name="connsiteY0" fmla="*/ -44 h 3714"/>
                <a:gd name="connsiteX1" fmla="*/ 60074 w 60102"/>
                <a:gd name="connsiteY1" fmla="*/ -44 h 3714"/>
                <a:gd name="connsiteX2" fmla="*/ 60074 w 60102"/>
                <a:gd name="connsiteY2" fmla="*/ 3671 h 3714"/>
                <a:gd name="connsiteX3" fmla="*/ -29 w 60102"/>
                <a:gd name="connsiteY3" fmla="*/ 3671 h 3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102" h="3714">
                  <a:moveTo>
                    <a:pt x="-29" y="-44"/>
                  </a:moveTo>
                  <a:lnTo>
                    <a:pt x="60074" y="-44"/>
                  </a:lnTo>
                  <a:lnTo>
                    <a:pt x="60074" y="3671"/>
                  </a:lnTo>
                  <a:lnTo>
                    <a:pt x="-29" y="3671"/>
                  </a:lnTo>
                  <a:close/>
                </a:path>
              </a:pathLst>
            </a:custGeom>
            <a:solidFill>
              <a:srgbClr val="E8E9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B37FF393-AE93-D377-F946-2D040CEA7975}"/>
                </a:ext>
              </a:extLst>
            </p:cNvPr>
            <p:cNvSpPr/>
            <p:nvPr/>
          </p:nvSpPr>
          <p:spPr>
            <a:xfrm>
              <a:off x="9714643" y="4894714"/>
              <a:ext cx="339280" cy="350996"/>
            </a:xfrm>
            <a:custGeom>
              <a:avLst/>
              <a:gdLst>
                <a:gd name="connsiteX0" fmla="*/ 171259 w 339280"/>
                <a:gd name="connsiteY0" fmla="*/ 0 h 350996"/>
                <a:gd name="connsiteX1" fmla="*/ 339280 w 339280"/>
                <a:gd name="connsiteY1" fmla="*/ 212788 h 350996"/>
                <a:gd name="connsiteX2" fmla="*/ 91535 w 339280"/>
                <a:gd name="connsiteY2" fmla="*/ 350996 h 350996"/>
                <a:gd name="connsiteX3" fmla="*/ 91535 w 339280"/>
                <a:gd name="connsiteY3" fmla="*/ 350996 h 350996"/>
                <a:gd name="connsiteX4" fmla="*/ 0 w 339280"/>
                <a:gd name="connsiteY4" fmla="*/ 95440 h 350996"/>
                <a:gd name="connsiteX5" fmla="*/ 171259 w 339280"/>
                <a:gd name="connsiteY5" fmla="*/ 0 h 350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9280" h="350996">
                  <a:moveTo>
                    <a:pt x="171259" y="0"/>
                  </a:moveTo>
                  <a:lnTo>
                    <a:pt x="339280" y="212788"/>
                  </a:lnTo>
                  <a:lnTo>
                    <a:pt x="91535" y="350996"/>
                  </a:lnTo>
                  <a:lnTo>
                    <a:pt x="91535" y="350996"/>
                  </a:lnTo>
                  <a:lnTo>
                    <a:pt x="0" y="95440"/>
                  </a:lnTo>
                  <a:lnTo>
                    <a:pt x="171259" y="0"/>
                  </a:lnTo>
                  <a:close/>
                </a:path>
              </a:pathLst>
            </a:custGeom>
            <a:solidFill>
              <a:srgbClr val="00639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0855FDAB-BE31-74DE-331C-1AB5278B8BA4}"/>
                </a:ext>
              </a:extLst>
            </p:cNvPr>
            <p:cNvSpPr/>
            <p:nvPr/>
          </p:nvSpPr>
          <p:spPr>
            <a:xfrm>
              <a:off x="9783128" y="5053687"/>
              <a:ext cx="241363" cy="146875"/>
            </a:xfrm>
            <a:custGeom>
              <a:avLst/>
              <a:gdLst>
                <a:gd name="connsiteX0" fmla="*/ 241363 w 241363"/>
                <a:gd name="connsiteY0" fmla="*/ 16097 h 146875"/>
                <a:gd name="connsiteX1" fmla="*/ 6953 w 241363"/>
                <a:gd name="connsiteY1" fmla="*/ 146876 h 146875"/>
                <a:gd name="connsiteX2" fmla="*/ 0 w 241363"/>
                <a:gd name="connsiteY2" fmla="*/ 127540 h 146875"/>
                <a:gd name="connsiteX3" fmla="*/ 228695 w 241363"/>
                <a:gd name="connsiteY3" fmla="*/ 0 h 146875"/>
                <a:gd name="connsiteX4" fmla="*/ 241363 w 241363"/>
                <a:gd name="connsiteY4" fmla="*/ 16097 h 14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1363" h="146875">
                  <a:moveTo>
                    <a:pt x="241363" y="16097"/>
                  </a:moveTo>
                  <a:lnTo>
                    <a:pt x="6953" y="146876"/>
                  </a:lnTo>
                  <a:lnTo>
                    <a:pt x="0" y="127540"/>
                  </a:lnTo>
                  <a:lnTo>
                    <a:pt x="228695" y="0"/>
                  </a:lnTo>
                  <a:lnTo>
                    <a:pt x="241363" y="16097"/>
                  </a:lnTo>
                  <a:close/>
                </a:path>
              </a:pathLst>
            </a:custGeom>
            <a:solidFill>
              <a:srgbClr val="006392">
                <a:alpha val="7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B8DF0BFE-E238-E981-00F0-881B9E0255A7}"/>
                </a:ext>
              </a:extLst>
            </p:cNvPr>
            <p:cNvSpPr/>
            <p:nvPr/>
          </p:nvSpPr>
          <p:spPr>
            <a:xfrm>
              <a:off x="9764459" y="5010348"/>
              <a:ext cx="226028" cy="138398"/>
            </a:xfrm>
            <a:custGeom>
              <a:avLst/>
              <a:gdLst>
                <a:gd name="connsiteX0" fmla="*/ 226028 w 226028"/>
                <a:gd name="connsiteY0" fmla="*/ 16288 h 138398"/>
                <a:gd name="connsiteX1" fmla="*/ 7048 w 226028"/>
                <a:gd name="connsiteY1" fmla="*/ 138398 h 138398"/>
                <a:gd name="connsiteX2" fmla="*/ 0 w 226028"/>
                <a:gd name="connsiteY2" fmla="*/ 118777 h 138398"/>
                <a:gd name="connsiteX3" fmla="*/ 213074 w 226028"/>
                <a:gd name="connsiteY3" fmla="*/ 0 h 138398"/>
                <a:gd name="connsiteX4" fmla="*/ 226028 w 226028"/>
                <a:gd name="connsiteY4" fmla="*/ 16288 h 138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6028" h="138398">
                  <a:moveTo>
                    <a:pt x="226028" y="16288"/>
                  </a:moveTo>
                  <a:lnTo>
                    <a:pt x="7048" y="138398"/>
                  </a:lnTo>
                  <a:lnTo>
                    <a:pt x="0" y="118777"/>
                  </a:lnTo>
                  <a:lnTo>
                    <a:pt x="213074" y="0"/>
                  </a:lnTo>
                  <a:lnTo>
                    <a:pt x="226028" y="16288"/>
                  </a:lnTo>
                  <a:close/>
                </a:path>
              </a:pathLst>
            </a:custGeom>
            <a:solidFill>
              <a:srgbClr val="006392">
                <a:alpha val="7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6E51ACD0-E69E-E3A1-6826-AB1429886EB8}"/>
                </a:ext>
              </a:extLst>
            </p:cNvPr>
            <p:cNvSpPr/>
            <p:nvPr/>
          </p:nvSpPr>
          <p:spPr>
            <a:xfrm>
              <a:off x="9745504" y="4966057"/>
              <a:ext cx="210311" cy="130016"/>
            </a:xfrm>
            <a:custGeom>
              <a:avLst/>
              <a:gdLst>
                <a:gd name="connsiteX0" fmla="*/ 210312 w 210311"/>
                <a:gd name="connsiteY0" fmla="*/ 16669 h 130016"/>
                <a:gd name="connsiteX1" fmla="*/ 7144 w 210311"/>
                <a:gd name="connsiteY1" fmla="*/ 130016 h 130016"/>
                <a:gd name="connsiteX2" fmla="*/ 0 w 210311"/>
                <a:gd name="connsiteY2" fmla="*/ 110014 h 130016"/>
                <a:gd name="connsiteX3" fmla="*/ 197168 w 210311"/>
                <a:gd name="connsiteY3" fmla="*/ 0 h 130016"/>
                <a:gd name="connsiteX4" fmla="*/ 210312 w 210311"/>
                <a:gd name="connsiteY4" fmla="*/ 16669 h 130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0311" h="130016">
                  <a:moveTo>
                    <a:pt x="210312" y="16669"/>
                  </a:moveTo>
                  <a:lnTo>
                    <a:pt x="7144" y="130016"/>
                  </a:lnTo>
                  <a:lnTo>
                    <a:pt x="0" y="110014"/>
                  </a:lnTo>
                  <a:lnTo>
                    <a:pt x="197168" y="0"/>
                  </a:lnTo>
                  <a:lnTo>
                    <a:pt x="210312" y="16669"/>
                  </a:lnTo>
                  <a:close/>
                </a:path>
              </a:pathLst>
            </a:custGeom>
            <a:solidFill>
              <a:srgbClr val="006392">
                <a:alpha val="7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1DA5F08D-6BEA-377A-7E99-1C3766B54B80}"/>
                </a:ext>
              </a:extLst>
            </p:cNvPr>
            <p:cNvSpPr/>
            <p:nvPr/>
          </p:nvSpPr>
          <p:spPr>
            <a:xfrm>
              <a:off x="9726168" y="4921099"/>
              <a:ext cx="194405" cy="121348"/>
            </a:xfrm>
            <a:custGeom>
              <a:avLst/>
              <a:gdLst>
                <a:gd name="connsiteX0" fmla="*/ 194406 w 194405"/>
                <a:gd name="connsiteY0" fmla="*/ 16954 h 121348"/>
                <a:gd name="connsiteX1" fmla="*/ 7239 w 194405"/>
                <a:gd name="connsiteY1" fmla="*/ 121349 h 121348"/>
                <a:gd name="connsiteX2" fmla="*/ 0 w 194405"/>
                <a:gd name="connsiteY2" fmla="*/ 100965 h 121348"/>
                <a:gd name="connsiteX3" fmla="*/ 181070 w 194405"/>
                <a:gd name="connsiteY3" fmla="*/ 0 h 121348"/>
                <a:gd name="connsiteX4" fmla="*/ 194406 w 194405"/>
                <a:gd name="connsiteY4" fmla="*/ 16954 h 121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405" h="121348">
                  <a:moveTo>
                    <a:pt x="194406" y="16954"/>
                  </a:moveTo>
                  <a:lnTo>
                    <a:pt x="7239" y="121349"/>
                  </a:lnTo>
                  <a:lnTo>
                    <a:pt x="0" y="100965"/>
                  </a:lnTo>
                  <a:lnTo>
                    <a:pt x="181070" y="0"/>
                  </a:lnTo>
                  <a:lnTo>
                    <a:pt x="194406" y="16954"/>
                  </a:lnTo>
                  <a:close/>
                </a:path>
              </a:pathLst>
            </a:custGeom>
            <a:solidFill>
              <a:srgbClr val="006392">
                <a:alpha val="7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3BB8ADF-FA84-6B77-2713-104A91101296}"/>
                </a:ext>
              </a:extLst>
            </p:cNvPr>
            <p:cNvSpPr/>
            <p:nvPr/>
          </p:nvSpPr>
          <p:spPr>
            <a:xfrm>
              <a:off x="9775553" y="5054975"/>
              <a:ext cx="271256" cy="167014"/>
            </a:xfrm>
            <a:custGeom>
              <a:avLst/>
              <a:gdLst>
                <a:gd name="connsiteX0" fmla="*/ 258340 w 271256"/>
                <a:gd name="connsiteY0" fmla="*/ 2192 h 167014"/>
                <a:gd name="connsiteX1" fmla="*/ 269007 w 271256"/>
                <a:gd name="connsiteY1" fmla="*/ 15241 h 167014"/>
                <a:gd name="connsiteX2" fmla="*/ 268151 w 271256"/>
                <a:gd name="connsiteY2" fmla="*/ 24195 h 167014"/>
                <a:gd name="connsiteX3" fmla="*/ 140991 w 271256"/>
                <a:gd name="connsiteY3" fmla="*/ 95061 h 167014"/>
                <a:gd name="connsiteX4" fmla="*/ 13833 w 271256"/>
                <a:gd name="connsiteY4" fmla="*/ 166022 h 167014"/>
                <a:gd name="connsiteX5" fmla="*/ 5737 w 271256"/>
                <a:gd name="connsiteY5" fmla="*/ 162117 h 167014"/>
                <a:gd name="connsiteX6" fmla="*/ 212 w 271256"/>
                <a:gd name="connsiteY6" fmla="*/ 146115 h 167014"/>
                <a:gd name="connsiteX7" fmla="*/ 6689 w 271256"/>
                <a:gd name="connsiteY7" fmla="*/ 136590 h 167014"/>
                <a:gd name="connsiteX8" fmla="*/ 126799 w 271256"/>
                <a:gd name="connsiteY8" fmla="*/ 69915 h 167014"/>
                <a:gd name="connsiteX9" fmla="*/ 246815 w 271256"/>
                <a:gd name="connsiteY9" fmla="*/ 3240 h 167014"/>
                <a:gd name="connsiteX10" fmla="*/ 258340 w 271256"/>
                <a:gd name="connsiteY10" fmla="*/ 2192 h 167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71256" h="167014">
                  <a:moveTo>
                    <a:pt x="258340" y="2192"/>
                  </a:moveTo>
                  <a:cubicBezTo>
                    <a:pt x="260245" y="4288"/>
                    <a:pt x="269007" y="15241"/>
                    <a:pt x="269007" y="15241"/>
                  </a:cubicBezTo>
                  <a:cubicBezTo>
                    <a:pt x="269007" y="15241"/>
                    <a:pt x="274532" y="20670"/>
                    <a:pt x="268151" y="24195"/>
                  </a:cubicBezTo>
                  <a:lnTo>
                    <a:pt x="140991" y="95061"/>
                  </a:lnTo>
                  <a:lnTo>
                    <a:pt x="13833" y="166022"/>
                  </a:lnTo>
                  <a:cubicBezTo>
                    <a:pt x="7451" y="169546"/>
                    <a:pt x="5737" y="162117"/>
                    <a:pt x="5737" y="162117"/>
                  </a:cubicBezTo>
                  <a:cubicBezTo>
                    <a:pt x="5737" y="162117"/>
                    <a:pt x="974" y="148782"/>
                    <a:pt x="212" y="146115"/>
                  </a:cubicBezTo>
                  <a:cubicBezTo>
                    <a:pt x="-550" y="143448"/>
                    <a:pt x="212" y="140305"/>
                    <a:pt x="6689" y="136590"/>
                  </a:cubicBezTo>
                  <a:lnTo>
                    <a:pt x="126799" y="69915"/>
                  </a:lnTo>
                  <a:lnTo>
                    <a:pt x="246815" y="3240"/>
                  </a:lnTo>
                  <a:cubicBezTo>
                    <a:pt x="253482" y="-1047"/>
                    <a:pt x="255577" y="-856"/>
                    <a:pt x="258340" y="2192"/>
                  </a:cubicBezTo>
                  <a:close/>
                </a:path>
              </a:pathLst>
            </a:custGeom>
            <a:solidFill>
              <a:srgbClr val="A8D0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34A4E87C-0556-FE80-7934-FEB0F4D71CF6}"/>
                </a:ext>
              </a:extLst>
            </p:cNvPr>
            <p:cNvSpPr/>
            <p:nvPr/>
          </p:nvSpPr>
          <p:spPr>
            <a:xfrm>
              <a:off x="9756957" y="5011106"/>
              <a:ext cx="254936" cy="157988"/>
            </a:xfrm>
            <a:custGeom>
              <a:avLst/>
              <a:gdLst>
                <a:gd name="connsiteX0" fmla="*/ 240835 w 254936"/>
                <a:gd name="connsiteY0" fmla="*/ 1675 h 157988"/>
                <a:gd name="connsiteX1" fmla="*/ 253599 w 254936"/>
                <a:gd name="connsiteY1" fmla="*/ 17296 h 157988"/>
                <a:gd name="connsiteX2" fmla="*/ 253818 w 254936"/>
                <a:gd name="connsiteY2" fmla="*/ 23087 h 157988"/>
                <a:gd name="connsiteX3" fmla="*/ 252646 w 254936"/>
                <a:gd name="connsiteY3" fmla="*/ 23963 h 157988"/>
                <a:gd name="connsiteX4" fmla="*/ 132726 w 254936"/>
                <a:gd name="connsiteY4" fmla="*/ 90638 h 157988"/>
                <a:gd name="connsiteX5" fmla="*/ 12807 w 254936"/>
                <a:gd name="connsiteY5" fmla="*/ 157313 h 157988"/>
                <a:gd name="connsiteX6" fmla="*/ 7282 w 254936"/>
                <a:gd name="connsiteY6" fmla="*/ 156104 h 157988"/>
                <a:gd name="connsiteX7" fmla="*/ 6711 w 254936"/>
                <a:gd name="connsiteY7" fmla="*/ 154646 h 157988"/>
                <a:gd name="connsiteX8" fmla="*/ 43 w 254936"/>
                <a:gd name="connsiteY8" fmla="*/ 135596 h 157988"/>
                <a:gd name="connsiteX9" fmla="*/ 3282 w 254936"/>
                <a:gd name="connsiteY9" fmla="*/ 129120 h 157988"/>
                <a:gd name="connsiteX10" fmla="*/ 118534 w 254936"/>
                <a:gd name="connsiteY10" fmla="*/ 64921 h 157988"/>
                <a:gd name="connsiteX11" fmla="*/ 233692 w 254936"/>
                <a:gd name="connsiteY11" fmla="*/ 722 h 157988"/>
                <a:gd name="connsiteX12" fmla="*/ 240835 w 254936"/>
                <a:gd name="connsiteY12" fmla="*/ 1675 h 157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4936" h="157988">
                  <a:moveTo>
                    <a:pt x="240835" y="1675"/>
                  </a:moveTo>
                  <a:lnTo>
                    <a:pt x="253599" y="17296"/>
                  </a:lnTo>
                  <a:cubicBezTo>
                    <a:pt x="255256" y="18829"/>
                    <a:pt x="255351" y="21420"/>
                    <a:pt x="253818" y="23087"/>
                  </a:cubicBezTo>
                  <a:cubicBezTo>
                    <a:pt x="253485" y="23449"/>
                    <a:pt x="253085" y="23744"/>
                    <a:pt x="252646" y="23963"/>
                  </a:cubicBezTo>
                  <a:lnTo>
                    <a:pt x="132726" y="90638"/>
                  </a:lnTo>
                  <a:lnTo>
                    <a:pt x="12807" y="157313"/>
                  </a:lnTo>
                  <a:cubicBezTo>
                    <a:pt x="10949" y="158504"/>
                    <a:pt x="8473" y="157961"/>
                    <a:pt x="7282" y="156104"/>
                  </a:cubicBezTo>
                  <a:cubicBezTo>
                    <a:pt x="6997" y="155656"/>
                    <a:pt x="6806" y="155161"/>
                    <a:pt x="6711" y="154646"/>
                  </a:cubicBezTo>
                  <a:lnTo>
                    <a:pt x="43" y="135596"/>
                  </a:lnTo>
                  <a:cubicBezTo>
                    <a:pt x="-357" y="132968"/>
                    <a:pt x="938" y="130377"/>
                    <a:pt x="3282" y="129120"/>
                  </a:cubicBezTo>
                  <a:lnTo>
                    <a:pt x="118534" y="64921"/>
                  </a:lnTo>
                  <a:lnTo>
                    <a:pt x="233692" y="722"/>
                  </a:lnTo>
                  <a:cubicBezTo>
                    <a:pt x="236016" y="-582"/>
                    <a:pt x="238930" y="-192"/>
                    <a:pt x="240835" y="1675"/>
                  </a:cubicBezTo>
                  <a:close/>
                </a:path>
              </a:pathLst>
            </a:custGeom>
            <a:solidFill>
              <a:srgbClr val="A8D0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BBB42F67-BA0F-7479-22B6-FE683FC8D54F}"/>
                </a:ext>
              </a:extLst>
            </p:cNvPr>
            <p:cNvSpPr/>
            <p:nvPr/>
          </p:nvSpPr>
          <p:spPr>
            <a:xfrm>
              <a:off x="9738172" y="4967355"/>
              <a:ext cx="238556" cy="149455"/>
            </a:xfrm>
            <a:custGeom>
              <a:avLst/>
              <a:gdLst>
                <a:gd name="connsiteX0" fmla="*/ 223806 w 238556"/>
                <a:gd name="connsiteY0" fmla="*/ 1420 h 149455"/>
                <a:gd name="connsiteX1" fmla="*/ 237427 w 238556"/>
                <a:gd name="connsiteY1" fmla="*/ 18184 h 149455"/>
                <a:gd name="connsiteX2" fmla="*/ 237561 w 238556"/>
                <a:gd name="connsiteY2" fmla="*/ 23166 h 149455"/>
                <a:gd name="connsiteX3" fmla="*/ 236570 w 238556"/>
                <a:gd name="connsiteY3" fmla="*/ 23899 h 149455"/>
                <a:gd name="connsiteX4" fmla="*/ 124651 w 238556"/>
                <a:gd name="connsiteY4" fmla="*/ 86383 h 149455"/>
                <a:gd name="connsiteX5" fmla="*/ 12637 w 238556"/>
                <a:gd name="connsiteY5" fmla="*/ 148772 h 149455"/>
                <a:gd name="connsiteX6" fmla="*/ 7303 w 238556"/>
                <a:gd name="connsiteY6" fmla="*/ 146486 h 149455"/>
                <a:gd name="connsiteX7" fmla="*/ 255 w 238556"/>
                <a:gd name="connsiteY7" fmla="*/ 126103 h 149455"/>
                <a:gd name="connsiteX8" fmla="*/ 2921 w 238556"/>
                <a:gd name="connsiteY8" fmla="*/ 120864 h 149455"/>
                <a:gd name="connsiteX9" fmla="*/ 110459 w 238556"/>
                <a:gd name="connsiteY9" fmla="*/ 60856 h 149455"/>
                <a:gd name="connsiteX10" fmla="*/ 217901 w 238556"/>
                <a:gd name="connsiteY10" fmla="*/ 944 h 149455"/>
                <a:gd name="connsiteX11" fmla="*/ 223806 w 238556"/>
                <a:gd name="connsiteY11" fmla="*/ 1420 h 149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38556" h="149455">
                  <a:moveTo>
                    <a:pt x="223806" y="1420"/>
                  </a:moveTo>
                  <a:lnTo>
                    <a:pt x="237427" y="18184"/>
                  </a:lnTo>
                  <a:cubicBezTo>
                    <a:pt x="238837" y="19527"/>
                    <a:pt x="238904" y="21756"/>
                    <a:pt x="237561" y="23166"/>
                  </a:cubicBezTo>
                  <a:cubicBezTo>
                    <a:pt x="237275" y="23470"/>
                    <a:pt x="236942" y="23718"/>
                    <a:pt x="236570" y="23899"/>
                  </a:cubicBezTo>
                  <a:lnTo>
                    <a:pt x="124651" y="86383"/>
                  </a:lnTo>
                  <a:lnTo>
                    <a:pt x="12637" y="148772"/>
                  </a:lnTo>
                  <a:cubicBezTo>
                    <a:pt x="8636" y="151058"/>
                    <a:pt x="7303" y="146486"/>
                    <a:pt x="7303" y="146486"/>
                  </a:cubicBezTo>
                  <a:cubicBezTo>
                    <a:pt x="7303" y="146486"/>
                    <a:pt x="731" y="127436"/>
                    <a:pt x="255" y="126103"/>
                  </a:cubicBezTo>
                  <a:cubicBezTo>
                    <a:pt x="-222" y="124769"/>
                    <a:pt x="-507" y="122769"/>
                    <a:pt x="2921" y="120864"/>
                  </a:cubicBezTo>
                  <a:lnTo>
                    <a:pt x="110459" y="60856"/>
                  </a:lnTo>
                  <a:lnTo>
                    <a:pt x="217901" y="944"/>
                  </a:lnTo>
                  <a:cubicBezTo>
                    <a:pt x="221330" y="-961"/>
                    <a:pt x="222854" y="277"/>
                    <a:pt x="223806" y="1420"/>
                  </a:cubicBezTo>
                  <a:close/>
                </a:path>
              </a:pathLst>
            </a:custGeom>
            <a:solidFill>
              <a:srgbClr val="A8D0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D745A7E-E725-0592-EF7D-9828989761AD}"/>
                </a:ext>
              </a:extLst>
            </p:cNvPr>
            <p:cNvSpPr/>
            <p:nvPr/>
          </p:nvSpPr>
          <p:spPr>
            <a:xfrm>
              <a:off x="9719938" y="4923972"/>
              <a:ext cx="221588" cy="140019"/>
            </a:xfrm>
            <a:custGeom>
              <a:avLst/>
              <a:gdLst>
                <a:gd name="connsiteX0" fmla="*/ 206703 w 221588"/>
                <a:gd name="connsiteY0" fmla="*/ 1464 h 140019"/>
                <a:gd name="connsiteX1" fmla="*/ 220610 w 221588"/>
                <a:gd name="connsiteY1" fmla="*/ 18514 h 140019"/>
                <a:gd name="connsiteX2" fmla="*/ 220610 w 221588"/>
                <a:gd name="connsiteY2" fmla="*/ 23096 h 140019"/>
                <a:gd name="connsiteX3" fmla="*/ 219848 w 221588"/>
                <a:gd name="connsiteY3" fmla="*/ 23658 h 140019"/>
                <a:gd name="connsiteX4" fmla="*/ 116025 w 221588"/>
                <a:gd name="connsiteY4" fmla="*/ 81570 h 140019"/>
                <a:gd name="connsiteX5" fmla="*/ 12107 w 221588"/>
                <a:gd name="connsiteY5" fmla="*/ 139482 h 140019"/>
                <a:gd name="connsiteX6" fmla="*/ 7764 w 221588"/>
                <a:gd name="connsiteY6" fmla="*/ 138520 h 140019"/>
                <a:gd name="connsiteX7" fmla="*/ 7345 w 221588"/>
                <a:gd name="connsiteY7" fmla="*/ 137481 h 140019"/>
                <a:gd name="connsiteX8" fmla="*/ 201 w 221588"/>
                <a:gd name="connsiteY8" fmla="*/ 116717 h 140019"/>
                <a:gd name="connsiteX9" fmla="*/ 2582 w 221588"/>
                <a:gd name="connsiteY9" fmla="*/ 111383 h 140019"/>
                <a:gd name="connsiteX10" fmla="*/ 101738 w 221588"/>
                <a:gd name="connsiteY10" fmla="*/ 56043 h 140019"/>
                <a:gd name="connsiteX11" fmla="*/ 200893 w 221588"/>
                <a:gd name="connsiteY11" fmla="*/ 798 h 140019"/>
                <a:gd name="connsiteX12" fmla="*/ 206703 w 221588"/>
                <a:gd name="connsiteY12" fmla="*/ 1464 h 140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21588" h="140019">
                  <a:moveTo>
                    <a:pt x="206703" y="1464"/>
                  </a:moveTo>
                  <a:lnTo>
                    <a:pt x="220610" y="18514"/>
                  </a:lnTo>
                  <a:cubicBezTo>
                    <a:pt x="221877" y="19781"/>
                    <a:pt x="221877" y="21829"/>
                    <a:pt x="220610" y="23096"/>
                  </a:cubicBezTo>
                  <a:cubicBezTo>
                    <a:pt x="220381" y="23315"/>
                    <a:pt x="220124" y="23505"/>
                    <a:pt x="219848" y="23658"/>
                  </a:cubicBezTo>
                  <a:lnTo>
                    <a:pt x="116025" y="81570"/>
                  </a:lnTo>
                  <a:lnTo>
                    <a:pt x="12107" y="139482"/>
                  </a:lnTo>
                  <a:cubicBezTo>
                    <a:pt x="10641" y="140415"/>
                    <a:pt x="8698" y="139986"/>
                    <a:pt x="7764" y="138520"/>
                  </a:cubicBezTo>
                  <a:cubicBezTo>
                    <a:pt x="7564" y="138196"/>
                    <a:pt x="7421" y="137853"/>
                    <a:pt x="7345" y="137481"/>
                  </a:cubicBezTo>
                  <a:lnTo>
                    <a:pt x="201" y="116717"/>
                  </a:lnTo>
                  <a:cubicBezTo>
                    <a:pt x="-523" y="114593"/>
                    <a:pt x="516" y="112259"/>
                    <a:pt x="2582" y="111383"/>
                  </a:cubicBezTo>
                  <a:lnTo>
                    <a:pt x="101738" y="56043"/>
                  </a:lnTo>
                  <a:lnTo>
                    <a:pt x="200893" y="798"/>
                  </a:lnTo>
                  <a:cubicBezTo>
                    <a:pt x="202703" y="-545"/>
                    <a:pt x="205246" y="-250"/>
                    <a:pt x="206703" y="1464"/>
                  </a:cubicBezTo>
                  <a:close/>
                </a:path>
              </a:pathLst>
            </a:custGeom>
            <a:solidFill>
              <a:srgbClr val="A8D0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DF7AB099-265A-F4D0-33C2-AB2C79DC43CE}"/>
                </a:ext>
              </a:extLst>
            </p:cNvPr>
            <p:cNvSpPr/>
            <p:nvPr/>
          </p:nvSpPr>
          <p:spPr>
            <a:xfrm>
              <a:off x="9702440" y="4880452"/>
              <a:ext cx="203967" cy="130800"/>
            </a:xfrm>
            <a:custGeom>
              <a:avLst/>
              <a:gdLst>
                <a:gd name="connsiteX0" fmla="*/ 188672 w 203967"/>
                <a:gd name="connsiteY0" fmla="*/ 1360 h 130800"/>
                <a:gd name="connsiteX1" fmla="*/ 202865 w 203967"/>
                <a:gd name="connsiteY1" fmla="*/ 18695 h 130800"/>
                <a:gd name="connsiteX2" fmla="*/ 202293 w 203967"/>
                <a:gd name="connsiteY2" fmla="*/ 23553 h 130800"/>
                <a:gd name="connsiteX3" fmla="*/ 107043 w 203967"/>
                <a:gd name="connsiteY3" fmla="*/ 76893 h 130800"/>
                <a:gd name="connsiteX4" fmla="*/ 11793 w 203967"/>
                <a:gd name="connsiteY4" fmla="*/ 130233 h 130800"/>
                <a:gd name="connsiteX5" fmla="*/ 7412 w 203967"/>
                <a:gd name="connsiteY5" fmla="*/ 128233 h 130800"/>
                <a:gd name="connsiteX6" fmla="*/ 77 w 203967"/>
                <a:gd name="connsiteY6" fmla="*/ 106992 h 130800"/>
                <a:gd name="connsiteX7" fmla="*/ 2173 w 203967"/>
                <a:gd name="connsiteY7" fmla="*/ 102229 h 130800"/>
                <a:gd name="connsiteX8" fmla="*/ 92279 w 203967"/>
                <a:gd name="connsiteY8" fmla="*/ 51271 h 130800"/>
                <a:gd name="connsiteX9" fmla="*/ 183338 w 203967"/>
                <a:gd name="connsiteY9" fmla="*/ 407 h 130800"/>
                <a:gd name="connsiteX10" fmla="*/ 188672 w 203967"/>
                <a:gd name="connsiteY10" fmla="*/ 1360 h 130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3967" h="130800">
                  <a:moveTo>
                    <a:pt x="188672" y="1360"/>
                  </a:moveTo>
                  <a:lnTo>
                    <a:pt x="202865" y="18695"/>
                  </a:lnTo>
                  <a:cubicBezTo>
                    <a:pt x="202865" y="18695"/>
                    <a:pt x="205627" y="21743"/>
                    <a:pt x="202293" y="23553"/>
                  </a:cubicBezTo>
                  <a:lnTo>
                    <a:pt x="107043" y="76893"/>
                  </a:lnTo>
                  <a:lnTo>
                    <a:pt x="11793" y="130233"/>
                  </a:lnTo>
                  <a:cubicBezTo>
                    <a:pt x="8555" y="132138"/>
                    <a:pt x="7412" y="128233"/>
                    <a:pt x="7412" y="128233"/>
                  </a:cubicBezTo>
                  <a:lnTo>
                    <a:pt x="77" y="106992"/>
                  </a:lnTo>
                  <a:cubicBezTo>
                    <a:pt x="-342" y="105116"/>
                    <a:pt x="506" y="103182"/>
                    <a:pt x="2173" y="102229"/>
                  </a:cubicBezTo>
                  <a:lnTo>
                    <a:pt x="92279" y="51271"/>
                  </a:lnTo>
                  <a:lnTo>
                    <a:pt x="183338" y="407"/>
                  </a:lnTo>
                  <a:cubicBezTo>
                    <a:pt x="185139" y="-450"/>
                    <a:pt x="187282" y="-60"/>
                    <a:pt x="188672" y="1360"/>
                  </a:cubicBezTo>
                  <a:close/>
                </a:path>
              </a:pathLst>
            </a:custGeom>
            <a:solidFill>
              <a:srgbClr val="A8D0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61DB89F0-EB34-1C1E-8364-5EA63CFE32E4}"/>
                </a:ext>
              </a:extLst>
            </p:cNvPr>
            <p:cNvSpPr/>
            <p:nvPr/>
          </p:nvSpPr>
          <p:spPr>
            <a:xfrm>
              <a:off x="9801701" y="5096930"/>
              <a:ext cx="252507" cy="148780"/>
            </a:xfrm>
            <a:custGeom>
              <a:avLst/>
              <a:gdLst>
                <a:gd name="connsiteX0" fmla="*/ 244221 w 252507"/>
                <a:gd name="connsiteY0" fmla="*/ 0 h 148780"/>
                <a:gd name="connsiteX1" fmla="*/ 252508 w 252507"/>
                <a:gd name="connsiteY1" fmla="*/ 10477 h 148780"/>
                <a:gd name="connsiteX2" fmla="*/ 4477 w 252507"/>
                <a:gd name="connsiteY2" fmla="*/ 148780 h 148780"/>
                <a:gd name="connsiteX3" fmla="*/ 0 w 252507"/>
                <a:gd name="connsiteY3" fmla="*/ 136112 h 148780"/>
                <a:gd name="connsiteX4" fmla="*/ 244221 w 252507"/>
                <a:gd name="connsiteY4" fmla="*/ 0 h 148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2507" h="148780">
                  <a:moveTo>
                    <a:pt x="244221" y="0"/>
                  </a:moveTo>
                  <a:lnTo>
                    <a:pt x="252508" y="10477"/>
                  </a:lnTo>
                  <a:lnTo>
                    <a:pt x="4477" y="148780"/>
                  </a:lnTo>
                  <a:lnTo>
                    <a:pt x="0" y="136112"/>
                  </a:lnTo>
                  <a:lnTo>
                    <a:pt x="244221" y="0"/>
                  </a:lnTo>
                  <a:close/>
                </a:path>
              </a:pathLst>
            </a:custGeom>
            <a:solidFill>
              <a:srgbClr val="006392">
                <a:alpha val="7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D13B6DDA-9910-6777-9272-3C37AD82B1D1}"/>
                </a:ext>
              </a:extLst>
            </p:cNvPr>
            <p:cNvSpPr/>
            <p:nvPr/>
          </p:nvSpPr>
          <p:spPr>
            <a:xfrm>
              <a:off x="9928311" y="5313215"/>
              <a:ext cx="375254" cy="392995"/>
            </a:xfrm>
            <a:custGeom>
              <a:avLst/>
              <a:gdLst>
                <a:gd name="connsiteX0" fmla="*/ 9283 w 375254"/>
                <a:gd name="connsiteY0" fmla="*/ 115237 h 392995"/>
                <a:gd name="connsiteX1" fmla="*/ 2425 w 375254"/>
                <a:gd name="connsiteY1" fmla="*/ 140954 h 392995"/>
                <a:gd name="connsiteX2" fmla="*/ 137490 w 375254"/>
                <a:gd name="connsiteY2" fmla="*/ 383175 h 392995"/>
                <a:gd name="connsiteX3" fmla="*/ 162921 w 375254"/>
                <a:gd name="connsiteY3" fmla="*/ 390795 h 392995"/>
                <a:gd name="connsiteX4" fmla="*/ 162921 w 375254"/>
                <a:gd name="connsiteY4" fmla="*/ 390795 h 392995"/>
                <a:gd name="connsiteX5" fmla="*/ 163398 w 375254"/>
                <a:gd name="connsiteY5" fmla="*/ 390795 h 392995"/>
                <a:gd name="connsiteX6" fmla="*/ 365328 w 375254"/>
                <a:gd name="connsiteY6" fmla="*/ 278209 h 392995"/>
                <a:gd name="connsiteX7" fmla="*/ 366757 w 375254"/>
                <a:gd name="connsiteY7" fmla="*/ 277447 h 392995"/>
                <a:gd name="connsiteX8" fmla="*/ 366757 w 375254"/>
                <a:gd name="connsiteY8" fmla="*/ 277447 h 392995"/>
                <a:gd name="connsiteX9" fmla="*/ 372852 w 375254"/>
                <a:gd name="connsiteY9" fmla="*/ 252396 h 392995"/>
                <a:gd name="connsiteX10" fmla="*/ 237883 w 375254"/>
                <a:gd name="connsiteY10" fmla="*/ 9699 h 392995"/>
                <a:gd name="connsiteX11" fmla="*/ 213308 w 375254"/>
                <a:gd name="connsiteY11" fmla="*/ 1698 h 392995"/>
                <a:gd name="connsiteX12" fmla="*/ 211880 w 375254"/>
                <a:gd name="connsiteY12" fmla="*/ 2270 h 392995"/>
                <a:gd name="connsiteX13" fmla="*/ 9855 w 375254"/>
                <a:gd name="connsiteY13" fmla="*/ 114951 h 392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5254" h="392995">
                  <a:moveTo>
                    <a:pt x="9283" y="115237"/>
                  </a:moveTo>
                  <a:cubicBezTo>
                    <a:pt x="396" y="120523"/>
                    <a:pt x="-2652" y="131943"/>
                    <a:pt x="2425" y="140954"/>
                  </a:cubicBezTo>
                  <a:lnTo>
                    <a:pt x="137490" y="383175"/>
                  </a:lnTo>
                  <a:cubicBezTo>
                    <a:pt x="142509" y="392176"/>
                    <a:pt x="153777" y="395557"/>
                    <a:pt x="162921" y="390795"/>
                  </a:cubicBezTo>
                  <a:lnTo>
                    <a:pt x="162921" y="390795"/>
                  </a:lnTo>
                  <a:lnTo>
                    <a:pt x="163398" y="390795"/>
                  </a:lnTo>
                  <a:lnTo>
                    <a:pt x="365328" y="278209"/>
                  </a:lnTo>
                  <a:lnTo>
                    <a:pt x="366757" y="277447"/>
                  </a:lnTo>
                  <a:lnTo>
                    <a:pt x="366757" y="277447"/>
                  </a:lnTo>
                  <a:cubicBezTo>
                    <a:pt x="374986" y="271951"/>
                    <a:pt x="377634" y="261064"/>
                    <a:pt x="372852" y="252396"/>
                  </a:cubicBezTo>
                  <a:lnTo>
                    <a:pt x="237883" y="9699"/>
                  </a:lnTo>
                  <a:cubicBezTo>
                    <a:pt x="233025" y="1031"/>
                    <a:pt x="222329" y="-2445"/>
                    <a:pt x="213308" y="1698"/>
                  </a:cubicBezTo>
                  <a:lnTo>
                    <a:pt x="211880" y="2270"/>
                  </a:lnTo>
                  <a:lnTo>
                    <a:pt x="9855" y="114951"/>
                  </a:lnTo>
                  <a:close/>
                </a:path>
              </a:pathLst>
            </a:custGeom>
            <a:solidFill>
              <a:srgbClr val="E8E9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10537308-0752-58E7-10ED-C630F4FB30DC}"/>
                </a:ext>
              </a:extLst>
            </p:cNvPr>
            <p:cNvSpPr/>
            <p:nvPr/>
          </p:nvSpPr>
          <p:spPr>
            <a:xfrm>
              <a:off x="9973151" y="5431734"/>
              <a:ext cx="74295" cy="123062"/>
            </a:xfrm>
            <a:custGeom>
              <a:avLst/>
              <a:gdLst>
                <a:gd name="connsiteX0" fmla="*/ 38958 w 74295"/>
                <a:gd name="connsiteY0" fmla="*/ 72390 h 123062"/>
                <a:gd name="connsiteX1" fmla="*/ 62865 w 74295"/>
                <a:gd name="connsiteY1" fmla="*/ 123063 h 123062"/>
                <a:gd name="connsiteX2" fmla="*/ 65627 w 74295"/>
                <a:gd name="connsiteY2" fmla="*/ 114681 h 123062"/>
                <a:gd name="connsiteX3" fmla="*/ 74295 w 74295"/>
                <a:gd name="connsiteY3" fmla="*/ 116681 h 123062"/>
                <a:gd name="connsiteX4" fmla="*/ 43720 w 74295"/>
                <a:gd name="connsiteY4" fmla="*/ 69723 h 123062"/>
                <a:gd name="connsiteX5" fmla="*/ 4858 w 74295"/>
                <a:gd name="connsiteY5" fmla="*/ 0 h 123062"/>
                <a:gd name="connsiteX6" fmla="*/ 0 w 74295"/>
                <a:gd name="connsiteY6" fmla="*/ 2667 h 123062"/>
                <a:gd name="connsiteX7" fmla="*/ 38958 w 74295"/>
                <a:gd name="connsiteY7" fmla="*/ 72390 h 123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295" h="123062">
                  <a:moveTo>
                    <a:pt x="38958" y="72390"/>
                  </a:moveTo>
                  <a:lnTo>
                    <a:pt x="62865" y="123063"/>
                  </a:lnTo>
                  <a:lnTo>
                    <a:pt x="65627" y="114681"/>
                  </a:lnTo>
                  <a:lnTo>
                    <a:pt x="74295" y="116681"/>
                  </a:lnTo>
                  <a:lnTo>
                    <a:pt x="43720" y="69723"/>
                  </a:lnTo>
                  <a:lnTo>
                    <a:pt x="4858" y="0"/>
                  </a:lnTo>
                  <a:lnTo>
                    <a:pt x="0" y="2667"/>
                  </a:lnTo>
                  <a:lnTo>
                    <a:pt x="38958" y="72390"/>
                  </a:lnTo>
                  <a:close/>
                </a:path>
              </a:pathLst>
            </a:custGeom>
            <a:solidFill>
              <a:srgbClr val="A4A3A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594E3AAC-92F3-6C57-053B-E4E554ACA4CE}"/>
                </a:ext>
              </a:extLst>
            </p:cNvPr>
            <p:cNvSpPr/>
            <p:nvPr/>
          </p:nvSpPr>
          <p:spPr>
            <a:xfrm>
              <a:off x="10025923" y="5524700"/>
              <a:ext cx="88198" cy="150016"/>
            </a:xfrm>
            <a:custGeom>
              <a:avLst/>
              <a:gdLst>
                <a:gd name="connsiteX0" fmla="*/ 349 w 88198"/>
                <a:gd name="connsiteY0" fmla="*/ 3097 h 150016"/>
                <a:gd name="connsiteX1" fmla="*/ 12065 w 88198"/>
                <a:gd name="connsiteY1" fmla="*/ 24052 h 150016"/>
                <a:gd name="connsiteX2" fmla="*/ 10065 w 88198"/>
                <a:gd name="connsiteY2" fmla="*/ 29958 h 150016"/>
                <a:gd name="connsiteX3" fmla="*/ 76740 w 88198"/>
                <a:gd name="connsiteY3" fmla="*/ 149972 h 150016"/>
                <a:gd name="connsiteX4" fmla="*/ 88170 w 88198"/>
                <a:gd name="connsiteY4" fmla="*/ 143591 h 150016"/>
                <a:gd name="connsiteX5" fmla="*/ 21495 w 88198"/>
                <a:gd name="connsiteY5" fmla="*/ 23671 h 150016"/>
                <a:gd name="connsiteX6" fmla="*/ 15399 w 88198"/>
                <a:gd name="connsiteY6" fmla="*/ 22242 h 150016"/>
                <a:gd name="connsiteX7" fmla="*/ 3778 w 88198"/>
                <a:gd name="connsiteY7" fmla="*/ 1192 h 150016"/>
                <a:gd name="connsiteX8" fmla="*/ 921 w 88198"/>
                <a:gd name="connsiteY8" fmla="*/ 144 h 150016"/>
                <a:gd name="connsiteX9" fmla="*/ 311 w 88198"/>
                <a:gd name="connsiteY9" fmla="*/ 3049 h 150016"/>
                <a:gd name="connsiteX10" fmla="*/ 349 w 88198"/>
                <a:gd name="connsiteY10" fmla="*/ 3097 h 150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8198" h="150016">
                  <a:moveTo>
                    <a:pt x="349" y="3097"/>
                  </a:moveTo>
                  <a:lnTo>
                    <a:pt x="12065" y="24052"/>
                  </a:lnTo>
                  <a:lnTo>
                    <a:pt x="10065" y="29958"/>
                  </a:lnTo>
                  <a:lnTo>
                    <a:pt x="76740" y="149972"/>
                  </a:lnTo>
                  <a:lnTo>
                    <a:pt x="88170" y="143591"/>
                  </a:lnTo>
                  <a:lnTo>
                    <a:pt x="21495" y="23671"/>
                  </a:lnTo>
                  <a:lnTo>
                    <a:pt x="15399" y="22242"/>
                  </a:lnTo>
                  <a:lnTo>
                    <a:pt x="3778" y="1192"/>
                  </a:lnTo>
                  <a:cubicBezTo>
                    <a:pt x="3264" y="125"/>
                    <a:pt x="1997" y="-332"/>
                    <a:pt x="921" y="144"/>
                  </a:cubicBezTo>
                  <a:cubicBezTo>
                    <a:pt x="-51" y="782"/>
                    <a:pt x="-318" y="2078"/>
                    <a:pt x="311" y="3049"/>
                  </a:cubicBezTo>
                  <a:cubicBezTo>
                    <a:pt x="321" y="3059"/>
                    <a:pt x="340" y="3078"/>
                    <a:pt x="349" y="3097"/>
                  </a:cubicBezTo>
                  <a:close/>
                </a:path>
              </a:pathLst>
            </a:custGeom>
            <a:solidFill>
              <a:srgbClr val="834C2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4C3C376-51A9-CCAA-3A5E-BBD5858169AC}"/>
                </a:ext>
              </a:extLst>
            </p:cNvPr>
            <p:cNvSpPr/>
            <p:nvPr/>
          </p:nvSpPr>
          <p:spPr>
            <a:xfrm>
              <a:off x="9994583" y="5419732"/>
              <a:ext cx="74200" cy="123063"/>
            </a:xfrm>
            <a:custGeom>
              <a:avLst/>
              <a:gdLst>
                <a:gd name="connsiteX0" fmla="*/ 38958 w 74200"/>
                <a:gd name="connsiteY0" fmla="*/ 72485 h 123063"/>
                <a:gd name="connsiteX1" fmla="*/ 62770 w 74200"/>
                <a:gd name="connsiteY1" fmla="*/ 123063 h 123063"/>
                <a:gd name="connsiteX2" fmla="*/ 65627 w 74200"/>
                <a:gd name="connsiteY2" fmla="*/ 114681 h 123063"/>
                <a:gd name="connsiteX3" fmla="*/ 74200 w 74200"/>
                <a:gd name="connsiteY3" fmla="*/ 116681 h 123063"/>
                <a:gd name="connsiteX4" fmla="*/ 43720 w 74200"/>
                <a:gd name="connsiteY4" fmla="*/ 69818 h 123063"/>
                <a:gd name="connsiteX5" fmla="*/ 4763 w 74200"/>
                <a:gd name="connsiteY5" fmla="*/ 0 h 123063"/>
                <a:gd name="connsiteX6" fmla="*/ 0 w 74200"/>
                <a:gd name="connsiteY6" fmla="*/ 2667 h 123063"/>
                <a:gd name="connsiteX7" fmla="*/ 38958 w 74200"/>
                <a:gd name="connsiteY7" fmla="*/ 72485 h 123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200" h="123063">
                  <a:moveTo>
                    <a:pt x="38958" y="72485"/>
                  </a:moveTo>
                  <a:lnTo>
                    <a:pt x="62770" y="123063"/>
                  </a:lnTo>
                  <a:lnTo>
                    <a:pt x="65627" y="114681"/>
                  </a:lnTo>
                  <a:lnTo>
                    <a:pt x="74200" y="116681"/>
                  </a:lnTo>
                  <a:lnTo>
                    <a:pt x="43720" y="69818"/>
                  </a:lnTo>
                  <a:lnTo>
                    <a:pt x="4763" y="0"/>
                  </a:lnTo>
                  <a:lnTo>
                    <a:pt x="0" y="2667"/>
                  </a:lnTo>
                  <a:lnTo>
                    <a:pt x="38958" y="72485"/>
                  </a:lnTo>
                  <a:close/>
                </a:path>
              </a:pathLst>
            </a:custGeom>
            <a:solidFill>
              <a:srgbClr val="A4A3A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715E2C4E-F7CE-904B-0E57-35F162C49844}"/>
                </a:ext>
              </a:extLst>
            </p:cNvPr>
            <p:cNvSpPr/>
            <p:nvPr/>
          </p:nvSpPr>
          <p:spPr>
            <a:xfrm>
              <a:off x="10047118" y="5512498"/>
              <a:ext cx="88435" cy="150217"/>
            </a:xfrm>
            <a:custGeom>
              <a:avLst/>
              <a:gdLst>
                <a:gd name="connsiteX0" fmla="*/ 586 w 88435"/>
                <a:gd name="connsiteY0" fmla="*/ 3394 h 150217"/>
                <a:gd name="connsiteX1" fmla="*/ 12301 w 88435"/>
                <a:gd name="connsiteY1" fmla="*/ 24349 h 150217"/>
                <a:gd name="connsiteX2" fmla="*/ 10301 w 88435"/>
                <a:gd name="connsiteY2" fmla="*/ 30254 h 150217"/>
                <a:gd name="connsiteX3" fmla="*/ 76976 w 88435"/>
                <a:gd name="connsiteY3" fmla="*/ 150174 h 150217"/>
                <a:gd name="connsiteX4" fmla="*/ 88406 w 88435"/>
                <a:gd name="connsiteY4" fmla="*/ 143792 h 150217"/>
                <a:gd name="connsiteX5" fmla="*/ 21731 w 88435"/>
                <a:gd name="connsiteY5" fmla="*/ 23872 h 150217"/>
                <a:gd name="connsiteX6" fmla="*/ 15635 w 88435"/>
                <a:gd name="connsiteY6" fmla="*/ 22444 h 150217"/>
                <a:gd name="connsiteX7" fmla="*/ 3919 w 88435"/>
                <a:gd name="connsiteY7" fmla="*/ 1488 h 150217"/>
                <a:gd name="connsiteX8" fmla="*/ 1509 w 88435"/>
                <a:gd name="connsiteY8" fmla="*/ 12 h 150217"/>
                <a:gd name="connsiteX9" fmla="*/ 23 w 88435"/>
                <a:gd name="connsiteY9" fmla="*/ 2422 h 150217"/>
                <a:gd name="connsiteX10" fmla="*/ 586 w 88435"/>
                <a:gd name="connsiteY10" fmla="*/ 3394 h 150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8435" h="150217">
                  <a:moveTo>
                    <a:pt x="586" y="3394"/>
                  </a:moveTo>
                  <a:lnTo>
                    <a:pt x="12301" y="24349"/>
                  </a:lnTo>
                  <a:lnTo>
                    <a:pt x="10301" y="30254"/>
                  </a:lnTo>
                  <a:lnTo>
                    <a:pt x="76976" y="150174"/>
                  </a:lnTo>
                  <a:lnTo>
                    <a:pt x="88406" y="143792"/>
                  </a:lnTo>
                  <a:lnTo>
                    <a:pt x="21731" y="23872"/>
                  </a:lnTo>
                  <a:lnTo>
                    <a:pt x="15635" y="22444"/>
                  </a:lnTo>
                  <a:lnTo>
                    <a:pt x="3919" y="1488"/>
                  </a:lnTo>
                  <a:cubicBezTo>
                    <a:pt x="3662" y="412"/>
                    <a:pt x="2586" y="-245"/>
                    <a:pt x="1509" y="12"/>
                  </a:cubicBezTo>
                  <a:cubicBezTo>
                    <a:pt x="433" y="269"/>
                    <a:pt x="-224" y="1345"/>
                    <a:pt x="23" y="2422"/>
                  </a:cubicBezTo>
                  <a:cubicBezTo>
                    <a:pt x="119" y="2794"/>
                    <a:pt x="309" y="3127"/>
                    <a:pt x="586" y="3394"/>
                  </a:cubicBezTo>
                  <a:close/>
                </a:path>
              </a:pathLst>
            </a:custGeom>
            <a:solidFill>
              <a:srgbClr val="834C2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D7308BA-B0E3-99D3-4EAE-C4936C11CFAF}"/>
                </a:ext>
              </a:extLst>
            </p:cNvPr>
            <p:cNvSpPr/>
            <p:nvPr/>
          </p:nvSpPr>
          <p:spPr>
            <a:xfrm>
              <a:off x="10016014" y="5407826"/>
              <a:ext cx="74200" cy="123063"/>
            </a:xfrm>
            <a:custGeom>
              <a:avLst/>
              <a:gdLst>
                <a:gd name="connsiteX0" fmla="*/ 38958 w 74200"/>
                <a:gd name="connsiteY0" fmla="*/ 72485 h 123063"/>
                <a:gd name="connsiteX1" fmla="*/ 62770 w 74200"/>
                <a:gd name="connsiteY1" fmla="*/ 123063 h 123063"/>
                <a:gd name="connsiteX2" fmla="*/ 65627 w 74200"/>
                <a:gd name="connsiteY2" fmla="*/ 114681 h 123063"/>
                <a:gd name="connsiteX3" fmla="*/ 74200 w 74200"/>
                <a:gd name="connsiteY3" fmla="*/ 116681 h 123063"/>
                <a:gd name="connsiteX4" fmla="*/ 43720 w 74200"/>
                <a:gd name="connsiteY4" fmla="*/ 69818 h 123063"/>
                <a:gd name="connsiteX5" fmla="*/ 4763 w 74200"/>
                <a:gd name="connsiteY5" fmla="*/ 0 h 123063"/>
                <a:gd name="connsiteX6" fmla="*/ 0 w 74200"/>
                <a:gd name="connsiteY6" fmla="*/ 2667 h 123063"/>
                <a:gd name="connsiteX7" fmla="*/ 38958 w 74200"/>
                <a:gd name="connsiteY7" fmla="*/ 72485 h 123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200" h="123063">
                  <a:moveTo>
                    <a:pt x="38958" y="72485"/>
                  </a:moveTo>
                  <a:lnTo>
                    <a:pt x="62770" y="123063"/>
                  </a:lnTo>
                  <a:lnTo>
                    <a:pt x="65627" y="114681"/>
                  </a:lnTo>
                  <a:lnTo>
                    <a:pt x="74200" y="116681"/>
                  </a:lnTo>
                  <a:lnTo>
                    <a:pt x="43720" y="69818"/>
                  </a:lnTo>
                  <a:lnTo>
                    <a:pt x="4763" y="0"/>
                  </a:lnTo>
                  <a:lnTo>
                    <a:pt x="0" y="2667"/>
                  </a:lnTo>
                  <a:lnTo>
                    <a:pt x="38958" y="72485"/>
                  </a:lnTo>
                  <a:close/>
                </a:path>
              </a:pathLst>
            </a:custGeom>
            <a:solidFill>
              <a:srgbClr val="A4A3A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3FBB9BA4-30CC-9974-4C96-E82CB715CFC7}"/>
                </a:ext>
              </a:extLst>
            </p:cNvPr>
            <p:cNvSpPr/>
            <p:nvPr/>
          </p:nvSpPr>
          <p:spPr>
            <a:xfrm>
              <a:off x="10068722" y="5500837"/>
              <a:ext cx="88167" cy="149971"/>
            </a:xfrm>
            <a:custGeom>
              <a:avLst/>
              <a:gdLst>
                <a:gd name="connsiteX0" fmla="*/ 318 w 88167"/>
                <a:gd name="connsiteY0" fmla="*/ 3148 h 149971"/>
                <a:gd name="connsiteX1" fmla="*/ 12034 w 88167"/>
                <a:gd name="connsiteY1" fmla="*/ 24103 h 149971"/>
                <a:gd name="connsiteX2" fmla="*/ 10129 w 88167"/>
                <a:gd name="connsiteY2" fmla="*/ 30008 h 149971"/>
                <a:gd name="connsiteX3" fmla="*/ 76804 w 88167"/>
                <a:gd name="connsiteY3" fmla="*/ 149928 h 149971"/>
                <a:gd name="connsiteX4" fmla="*/ 88139 w 88167"/>
                <a:gd name="connsiteY4" fmla="*/ 143546 h 149971"/>
                <a:gd name="connsiteX5" fmla="*/ 21464 w 88167"/>
                <a:gd name="connsiteY5" fmla="*/ 23626 h 149971"/>
                <a:gd name="connsiteX6" fmla="*/ 15463 w 88167"/>
                <a:gd name="connsiteY6" fmla="*/ 22198 h 149971"/>
                <a:gd name="connsiteX7" fmla="*/ 3747 w 88167"/>
                <a:gd name="connsiteY7" fmla="*/ 1243 h 149971"/>
                <a:gd name="connsiteX8" fmla="*/ 889 w 88167"/>
                <a:gd name="connsiteY8" fmla="*/ 100 h 149971"/>
                <a:gd name="connsiteX9" fmla="*/ 318 w 88167"/>
                <a:gd name="connsiteY9" fmla="*/ 3148 h 149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8167" h="149971">
                  <a:moveTo>
                    <a:pt x="318" y="3148"/>
                  </a:moveTo>
                  <a:lnTo>
                    <a:pt x="12034" y="24103"/>
                  </a:lnTo>
                  <a:lnTo>
                    <a:pt x="10129" y="30008"/>
                  </a:lnTo>
                  <a:lnTo>
                    <a:pt x="76804" y="149928"/>
                  </a:lnTo>
                  <a:lnTo>
                    <a:pt x="88139" y="143546"/>
                  </a:lnTo>
                  <a:lnTo>
                    <a:pt x="21464" y="23626"/>
                  </a:lnTo>
                  <a:lnTo>
                    <a:pt x="15463" y="22198"/>
                  </a:lnTo>
                  <a:lnTo>
                    <a:pt x="3747" y="1243"/>
                  </a:lnTo>
                  <a:cubicBezTo>
                    <a:pt x="3233" y="185"/>
                    <a:pt x="1994" y="-310"/>
                    <a:pt x="889" y="100"/>
                  </a:cubicBezTo>
                  <a:cubicBezTo>
                    <a:pt x="-63" y="814"/>
                    <a:pt x="-311" y="2138"/>
                    <a:pt x="318" y="3148"/>
                  </a:cubicBezTo>
                  <a:close/>
                </a:path>
              </a:pathLst>
            </a:custGeom>
            <a:solidFill>
              <a:srgbClr val="834C2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21BA8A6E-C3C5-98DF-EAA4-7079F82195F4}"/>
                </a:ext>
              </a:extLst>
            </p:cNvPr>
            <p:cNvSpPr/>
            <p:nvPr/>
          </p:nvSpPr>
          <p:spPr>
            <a:xfrm>
              <a:off x="10037445" y="5395920"/>
              <a:ext cx="74200" cy="123063"/>
            </a:xfrm>
            <a:custGeom>
              <a:avLst/>
              <a:gdLst>
                <a:gd name="connsiteX0" fmla="*/ 38862 w 74200"/>
                <a:gd name="connsiteY0" fmla="*/ 72390 h 123063"/>
                <a:gd name="connsiteX1" fmla="*/ 62770 w 74200"/>
                <a:gd name="connsiteY1" fmla="*/ 123063 h 123063"/>
                <a:gd name="connsiteX2" fmla="*/ 65532 w 74200"/>
                <a:gd name="connsiteY2" fmla="*/ 114681 h 123063"/>
                <a:gd name="connsiteX3" fmla="*/ 74200 w 74200"/>
                <a:gd name="connsiteY3" fmla="*/ 116681 h 123063"/>
                <a:gd name="connsiteX4" fmla="*/ 43625 w 74200"/>
                <a:gd name="connsiteY4" fmla="*/ 69818 h 123063"/>
                <a:gd name="connsiteX5" fmla="*/ 4763 w 74200"/>
                <a:gd name="connsiteY5" fmla="*/ 0 h 123063"/>
                <a:gd name="connsiteX6" fmla="*/ 0 w 74200"/>
                <a:gd name="connsiteY6" fmla="*/ 2667 h 123063"/>
                <a:gd name="connsiteX7" fmla="*/ 38862 w 74200"/>
                <a:gd name="connsiteY7" fmla="*/ 72390 h 123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200" h="123063">
                  <a:moveTo>
                    <a:pt x="38862" y="72390"/>
                  </a:moveTo>
                  <a:lnTo>
                    <a:pt x="62770" y="123063"/>
                  </a:lnTo>
                  <a:lnTo>
                    <a:pt x="65532" y="114681"/>
                  </a:lnTo>
                  <a:lnTo>
                    <a:pt x="74200" y="116681"/>
                  </a:lnTo>
                  <a:lnTo>
                    <a:pt x="43625" y="69818"/>
                  </a:lnTo>
                  <a:lnTo>
                    <a:pt x="4763" y="0"/>
                  </a:lnTo>
                  <a:lnTo>
                    <a:pt x="0" y="2667"/>
                  </a:lnTo>
                  <a:lnTo>
                    <a:pt x="38862" y="72390"/>
                  </a:lnTo>
                  <a:close/>
                </a:path>
              </a:pathLst>
            </a:custGeom>
            <a:solidFill>
              <a:srgbClr val="A4A3A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61CF19B-3522-E3DB-BD41-05A278F13D07}"/>
                </a:ext>
              </a:extLst>
            </p:cNvPr>
            <p:cNvSpPr/>
            <p:nvPr/>
          </p:nvSpPr>
          <p:spPr>
            <a:xfrm>
              <a:off x="10090159" y="5488931"/>
              <a:ext cx="88160" cy="149971"/>
            </a:xfrm>
            <a:custGeom>
              <a:avLst/>
              <a:gdLst>
                <a:gd name="connsiteX0" fmla="*/ 311 w 88160"/>
                <a:gd name="connsiteY0" fmla="*/ 3052 h 149971"/>
                <a:gd name="connsiteX1" fmla="*/ 12027 w 88160"/>
                <a:gd name="connsiteY1" fmla="*/ 24103 h 149971"/>
                <a:gd name="connsiteX2" fmla="*/ 10027 w 88160"/>
                <a:gd name="connsiteY2" fmla="*/ 29913 h 149971"/>
                <a:gd name="connsiteX3" fmla="*/ 76702 w 88160"/>
                <a:gd name="connsiteY3" fmla="*/ 149928 h 149971"/>
                <a:gd name="connsiteX4" fmla="*/ 88132 w 88160"/>
                <a:gd name="connsiteY4" fmla="*/ 143546 h 149971"/>
                <a:gd name="connsiteX5" fmla="*/ 21457 w 88160"/>
                <a:gd name="connsiteY5" fmla="*/ 23626 h 149971"/>
                <a:gd name="connsiteX6" fmla="*/ 15361 w 88160"/>
                <a:gd name="connsiteY6" fmla="*/ 22198 h 149971"/>
                <a:gd name="connsiteX7" fmla="*/ 3740 w 88160"/>
                <a:gd name="connsiteY7" fmla="*/ 1243 h 149971"/>
                <a:gd name="connsiteX8" fmla="*/ 883 w 88160"/>
                <a:gd name="connsiteY8" fmla="*/ 100 h 149971"/>
                <a:gd name="connsiteX9" fmla="*/ 311 w 88160"/>
                <a:gd name="connsiteY9" fmla="*/ 3052 h 149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8160" h="149971">
                  <a:moveTo>
                    <a:pt x="311" y="3052"/>
                  </a:moveTo>
                  <a:lnTo>
                    <a:pt x="12027" y="24103"/>
                  </a:lnTo>
                  <a:lnTo>
                    <a:pt x="10027" y="29913"/>
                  </a:lnTo>
                  <a:lnTo>
                    <a:pt x="76702" y="149928"/>
                  </a:lnTo>
                  <a:lnTo>
                    <a:pt x="88132" y="143546"/>
                  </a:lnTo>
                  <a:lnTo>
                    <a:pt x="21457" y="23626"/>
                  </a:lnTo>
                  <a:lnTo>
                    <a:pt x="15361" y="22198"/>
                  </a:lnTo>
                  <a:lnTo>
                    <a:pt x="3740" y="1243"/>
                  </a:lnTo>
                  <a:cubicBezTo>
                    <a:pt x="3226" y="185"/>
                    <a:pt x="1988" y="-310"/>
                    <a:pt x="883" y="100"/>
                  </a:cubicBezTo>
                  <a:cubicBezTo>
                    <a:pt x="-60" y="776"/>
                    <a:pt x="-308" y="2071"/>
                    <a:pt x="311" y="3052"/>
                  </a:cubicBezTo>
                  <a:close/>
                </a:path>
              </a:pathLst>
            </a:custGeom>
            <a:solidFill>
              <a:srgbClr val="834C2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1ADC71E3-A8FD-545C-CB66-A654BA34C619}"/>
                </a:ext>
              </a:extLst>
            </p:cNvPr>
            <p:cNvSpPr/>
            <p:nvPr/>
          </p:nvSpPr>
          <p:spPr>
            <a:xfrm>
              <a:off x="10058782" y="5383919"/>
              <a:ext cx="74199" cy="123062"/>
            </a:xfrm>
            <a:custGeom>
              <a:avLst/>
              <a:gdLst>
                <a:gd name="connsiteX0" fmla="*/ 38957 w 74199"/>
                <a:gd name="connsiteY0" fmla="*/ 72485 h 123062"/>
                <a:gd name="connsiteX1" fmla="*/ 62865 w 74199"/>
                <a:gd name="connsiteY1" fmla="*/ 123063 h 123062"/>
                <a:gd name="connsiteX2" fmla="*/ 65627 w 74199"/>
                <a:gd name="connsiteY2" fmla="*/ 114681 h 123062"/>
                <a:gd name="connsiteX3" fmla="*/ 74200 w 74199"/>
                <a:gd name="connsiteY3" fmla="*/ 116681 h 123062"/>
                <a:gd name="connsiteX4" fmla="*/ 43719 w 74199"/>
                <a:gd name="connsiteY4" fmla="*/ 69818 h 123062"/>
                <a:gd name="connsiteX5" fmla="*/ 4857 w 74199"/>
                <a:gd name="connsiteY5" fmla="*/ 0 h 123062"/>
                <a:gd name="connsiteX6" fmla="*/ 0 w 74199"/>
                <a:gd name="connsiteY6" fmla="*/ 2762 h 123062"/>
                <a:gd name="connsiteX7" fmla="*/ 38957 w 74199"/>
                <a:gd name="connsiteY7" fmla="*/ 72485 h 123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99" h="123062">
                  <a:moveTo>
                    <a:pt x="38957" y="72485"/>
                  </a:moveTo>
                  <a:lnTo>
                    <a:pt x="62865" y="123063"/>
                  </a:lnTo>
                  <a:lnTo>
                    <a:pt x="65627" y="114681"/>
                  </a:lnTo>
                  <a:lnTo>
                    <a:pt x="74200" y="116681"/>
                  </a:lnTo>
                  <a:lnTo>
                    <a:pt x="43719" y="69818"/>
                  </a:lnTo>
                  <a:lnTo>
                    <a:pt x="4857" y="0"/>
                  </a:lnTo>
                  <a:lnTo>
                    <a:pt x="0" y="2762"/>
                  </a:lnTo>
                  <a:lnTo>
                    <a:pt x="38957" y="72485"/>
                  </a:lnTo>
                  <a:close/>
                </a:path>
              </a:pathLst>
            </a:custGeom>
            <a:solidFill>
              <a:srgbClr val="A4A3A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5D9B3E9-E56C-4C05-8BE6-F7CF5E5A2208}"/>
                </a:ext>
              </a:extLst>
            </p:cNvPr>
            <p:cNvSpPr/>
            <p:nvPr/>
          </p:nvSpPr>
          <p:spPr>
            <a:xfrm>
              <a:off x="10111553" y="5476950"/>
              <a:ext cx="88198" cy="149951"/>
            </a:xfrm>
            <a:custGeom>
              <a:avLst/>
              <a:gdLst>
                <a:gd name="connsiteX0" fmla="*/ 349 w 88198"/>
                <a:gd name="connsiteY0" fmla="*/ 3127 h 149951"/>
                <a:gd name="connsiteX1" fmla="*/ 12065 w 88198"/>
                <a:gd name="connsiteY1" fmla="*/ 24083 h 149951"/>
                <a:gd name="connsiteX2" fmla="*/ 10065 w 88198"/>
                <a:gd name="connsiteY2" fmla="*/ 29988 h 149951"/>
                <a:gd name="connsiteX3" fmla="*/ 76740 w 88198"/>
                <a:gd name="connsiteY3" fmla="*/ 149907 h 149951"/>
                <a:gd name="connsiteX4" fmla="*/ 88170 w 88198"/>
                <a:gd name="connsiteY4" fmla="*/ 143526 h 149951"/>
                <a:gd name="connsiteX5" fmla="*/ 21495 w 88198"/>
                <a:gd name="connsiteY5" fmla="*/ 23606 h 149951"/>
                <a:gd name="connsiteX6" fmla="*/ 15399 w 88198"/>
                <a:gd name="connsiteY6" fmla="*/ 22273 h 149951"/>
                <a:gd name="connsiteX7" fmla="*/ 3683 w 88198"/>
                <a:gd name="connsiteY7" fmla="*/ 1222 h 149951"/>
                <a:gd name="connsiteX8" fmla="*/ 1083 w 88198"/>
                <a:gd name="connsiteY8" fmla="*/ 99 h 149951"/>
                <a:gd name="connsiteX9" fmla="*/ 921 w 88198"/>
                <a:gd name="connsiteY9" fmla="*/ 175 h 149951"/>
                <a:gd name="connsiteX10" fmla="*/ 311 w 88198"/>
                <a:gd name="connsiteY10" fmla="*/ 3080 h 149951"/>
                <a:gd name="connsiteX11" fmla="*/ 349 w 88198"/>
                <a:gd name="connsiteY11" fmla="*/ 3127 h 149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8198" h="149951">
                  <a:moveTo>
                    <a:pt x="349" y="3127"/>
                  </a:moveTo>
                  <a:lnTo>
                    <a:pt x="12065" y="24083"/>
                  </a:lnTo>
                  <a:lnTo>
                    <a:pt x="10065" y="29988"/>
                  </a:lnTo>
                  <a:lnTo>
                    <a:pt x="76740" y="149907"/>
                  </a:lnTo>
                  <a:lnTo>
                    <a:pt x="88170" y="143526"/>
                  </a:lnTo>
                  <a:lnTo>
                    <a:pt x="21495" y="23606"/>
                  </a:lnTo>
                  <a:lnTo>
                    <a:pt x="15399" y="22273"/>
                  </a:lnTo>
                  <a:lnTo>
                    <a:pt x="3683" y="1222"/>
                  </a:lnTo>
                  <a:cubicBezTo>
                    <a:pt x="3273" y="194"/>
                    <a:pt x="2111" y="-311"/>
                    <a:pt x="1083" y="99"/>
                  </a:cubicBezTo>
                  <a:cubicBezTo>
                    <a:pt x="1035" y="127"/>
                    <a:pt x="978" y="146"/>
                    <a:pt x="921" y="175"/>
                  </a:cubicBezTo>
                  <a:cubicBezTo>
                    <a:pt x="-51" y="813"/>
                    <a:pt x="-318" y="2108"/>
                    <a:pt x="311" y="3080"/>
                  </a:cubicBezTo>
                  <a:cubicBezTo>
                    <a:pt x="330" y="3089"/>
                    <a:pt x="340" y="3108"/>
                    <a:pt x="349" y="3127"/>
                  </a:cubicBezTo>
                  <a:close/>
                </a:path>
              </a:pathLst>
            </a:custGeom>
            <a:solidFill>
              <a:srgbClr val="834C2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47FE185E-9461-DA5A-77A5-9FAA9039FAC9}"/>
                </a:ext>
              </a:extLst>
            </p:cNvPr>
            <p:cNvSpPr/>
            <p:nvPr/>
          </p:nvSpPr>
          <p:spPr>
            <a:xfrm>
              <a:off x="10080213" y="5372012"/>
              <a:ext cx="74199" cy="123062"/>
            </a:xfrm>
            <a:custGeom>
              <a:avLst/>
              <a:gdLst>
                <a:gd name="connsiteX0" fmla="*/ 38957 w 74199"/>
                <a:gd name="connsiteY0" fmla="*/ 72485 h 123062"/>
                <a:gd name="connsiteX1" fmla="*/ 62769 w 74199"/>
                <a:gd name="connsiteY1" fmla="*/ 123063 h 123062"/>
                <a:gd name="connsiteX2" fmla="*/ 65627 w 74199"/>
                <a:gd name="connsiteY2" fmla="*/ 114681 h 123062"/>
                <a:gd name="connsiteX3" fmla="*/ 74200 w 74199"/>
                <a:gd name="connsiteY3" fmla="*/ 116681 h 123062"/>
                <a:gd name="connsiteX4" fmla="*/ 43719 w 74199"/>
                <a:gd name="connsiteY4" fmla="*/ 69818 h 123062"/>
                <a:gd name="connsiteX5" fmla="*/ 4763 w 74199"/>
                <a:gd name="connsiteY5" fmla="*/ 0 h 123062"/>
                <a:gd name="connsiteX6" fmla="*/ 0 w 74199"/>
                <a:gd name="connsiteY6" fmla="*/ 2667 h 123062"/>
                <a:gd name="connsiteX7" fmla="*/ 38957 w 74199"/>
                <a:gd name="connsiteY7" fmla="*/ 72485 h 123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99" h="123062">
                  <a:moveTo>
                    <a:pt x="38957" y="72485"/>
                  </a:moveTo>
                  <a:lnTo>
                    <a:pt x="62769" y="123063"/>
                  </a:lnTo>
                  <a:lnTo>
                    <a:pt x="65627" y="114681"/>
                  </a:lnTo>
                  <a:lnTo>
                    <a:pt x="74200" y="116681"/>
                  </a:lnTo>
                  <a:lnTo>
                    <a:pt x="43719" y="69818"/>
                  </a:lnTo>
                  <a:lnTo>
                    <a:pt x="4763" y="0"/>
                  </a:lnTo>
                  <a:lnTo>
                    <a:pt x="0" y="2667"/>
                  </a:lnTo>
                  <a:lnTo>
                    <a:pt x="38957" y="72485"/>
                  </a:lnTo>
                  <a:close/>
                </a:path>
              </a:pathLst>
            </a:custGeom>
            <a:solidFill>
              <a:srgbClr val="A4A3A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58D4A612-14FB-1C17-99E9-74AD54B45271}"/>
                </a:ext>
              </a:extLst>
            </p:cNvPr>
            <p:cNvSpPr/>
            <p:nvPr/>
          </p:nvSpPr>
          <p:spPr>
            <a:xfrm>
              <a:off x="10132978" y="5465023"/>
              <a:ext cx="88204" cy="149971"/>
            </a:xfrm>
            <a:custGeom>
              <a:avLst/>
              <a:gdLst>
                <a:gd name="connsiteX0" fmla="*/ 355 w 88204"/>
                <a:gd name="connsiteY0" fmla="*/ 3148 h 149971"/>
                <a:gd name="connsiteX1" fmla="*/ 11976 w 88204"/>
                <a:gd name="connsiteY1" fmla="*/ 24103 h 149971"/>
                <a:gd name="connsiteX2" fmla="*/ 10071 w 88204"/>
                <a:gd name="connsiteY2" fmla="*/ 30008 h 149971"/>
                <a:gd name="connsiteX3" fmla="*/ 76746 w 88204"/>
                <a:gd name="connsiteY3" fmla="*/ 149928 h 149971"/>
                <a:gd name="connsiteX4" fmla="*/ 88176 w 88204"/>
                <a:gd name="connsiteY4" fmla="*/ 143546 h 149971"/>
                <a:gd name="connsiteX5" fmla="*/ 21501 w 88204"/>
                <a:gd name="connsiteY5" fmla="*/ 23626 h 149971"/>
                <a:gd name="connsiteX6" fmla="*/ 15500 w 88204"/>
                <a:gd name="connsiteY6" fmla="*/ 22198 h 149971"/>
                <a:gd name="connsiteX7" fmla="*/ 3784 w 88204"/>
                <a:gd name="connsiteY7" fmla="*/ 1243 h 149971"/>
                <a:gd name="connsiteX8" fmla="*/ 927 w 88204"/>
                <a:gd name="connsiteY8" fmla="*/ 100 h 149971"/>
                <a:gd name="connsiteX9" fmla="*/ 355 w 88204"/>
                <a:gd name="connsiteY9" fmla="*/ 3148 h 149971"/>
                <a:gd name="connsiteX10" fmla="*/ 355 w 88204"/>
                <a:gd name="connsiteY10" fmla="*/ 3148 h 149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8204" h="149971">
                  <a:moveTo>
                    <a:pt x="355" y="3148"/>
                  </a:moveTo>
                  <a:lnTo>
                    <a:pt x="11976" y="24103"/>
                  </a:lnTo>
                  <a:lnTo>
                    <a:pt x="10071" y="30008"/>
                  </a:lnTo>
                  <a:lnTo>
                    <a:pt x="76746" y="149928"/>
                  </a:lnTo>
                  <a:lnTo>
                    <a:pt x="88176" y="143546"/>
                  </a:lnTo>
                  <a:lnTo>
                    <a:pt x="21501" y="23626"/>
                  </a:lnTo>
                  <a:lnTo>
                    <a:pt x="15500" y="22198"/>
                  </a:lnTo>
                  <a:lnTo>
                    <a:pt x="3784" y="1243"/>
                  </a:lnTo>
                  <a:cubicBezTo>
                    <a:pt x="3270" y="185"/>
                    <a:pt x="2032" y="-310"/>
                    <a:pt x="927" y="100"/>
                  </a:cubicBezTo>
                  <a:cubicBezTo>
                    <a:pt x="-73" y="786"/>
                    <a:pt x="-330" y="2148"/>
                    <a:pt x="355" y="3148"/>
                  </a:cubicBezTo>
                  <a:cubicBezTo>
                    <a:pt x="355" y="3148"/>
                    <a:pt x="355" y="3148"/>
                    <a:pt x="355" y="3148"/>
                  </a:cubicBezTo>
                  <a:close/>
                </a:path>
              </a:pathLst>
            </a:custGeom>
            <a:solidFill>
              <a:srgbClr val="834C2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90541D56-AD70-DF45-A20E-510EC50C165C}"/>
                </a:ext>
              </a:extLst>
            </p:cNvPr>
            <p:cNvSpPr/>
            <p:nvPr/>
          </p:nvSpPr>
          <p:spPr>
            <a:xfrm>
              <a:off x="10101644" y="5360106"/>
              <a:ext cx="74199" cy="123062"/>
            </a:xfrm>
            <a:custGeom>
              <a:avLst/>
              <a:gdLst>
                <a:gd name="connsiteX0" fmla="*/ 38862 w 74199"/>
                <a:gd name="connsiteY0" fmla="*/ 72485 h 123062"/>
                <a:gd name="connsiteX1" fmla="*/ 62769 w 74199"/>
                <a:gd name="connsiteY1" fmla="*/ 123063 h 123062"/>
                <a:gd name="connsiteX2" fmla="*/ 65531 w 74199"/>
                <a:gd name="connsiteY2" fmla="*/ 114681 h 123062"/>
                <a:gd name="connsiteX3" fmla="*/ 74200 w 74199"/>
                <a:gd name="connsiteY3" fmla="*/ 116681 h 123062"/>
                <a:gd name="connsiteX4" fmla="*/ 43719 w 74199"/>
                <a:gd name="connsiteY4" fmla="*/ 69818 h 123062"/>
                <a:gd name="connsiteX5" fmla="*/ 4763 w 74199"/>
                <a:gd name="connsiteY5" fmla="*/ 0 h 123062"/>
                <a:gd name="connsiteX6" fmla="*/ 0 w 74199"/>
                <a:gd name="connsiteY6" fmla="*/ 2667 h 123062"/>
                <a:gd name="connsiteX7" fmla="*/ 38862 w 74199"/>
                <a:gd name="connsiteY7" fmla="*/ 72485 h 123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99" h="123062">
                  <a:moveTo>
                    <a:pt x="38862" y="72485"/>
                  </a:moveTo>
                  <a:lnTo>
                    <a:pt x="62769" y="123063"/>
                  </a:lnTo>
                  <a:lnTo>
                    <a:pt x="65531" y="114681"/>
                  </a:lnTo>
                  <a:lnTo>
                    <a:pt x="74200" y="116681"/>
                  </a:lnTo>
                  <a:lnTo>
                    <a:pt x="43719" y="69818"/>
                  </a:lnTo>
                  <a:lnTo>
                    <a:pt x="4763" y="0"/>
                  </a:lnTo>
                  <a:lnTo>
                    <a:pt x="0" y="2667"/>
                  </a:lnTo>
                  <a:lnTo>
                    <a:pt x="38862" y="72485"/>
                  </a:lnTo>
                  <a:close/>
                </a:path>
              </a:pathLst>
            </a:custGeom>
            <a:solidFill>
              <a:srgbClr val="A4A3A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D4F30D6B-6075-9E2F-D29C-56BE6C3A787D}"/>
                </a:ext>
              </a:extLst>
            </p:cNvPr>
            <p:cNvSpPr/>
            <p:nvPr/>
          </p:nvSpPr>
          <p:spPr>
            <a:xfrm>
              <a:off x="10154358" y="5453117"/>
              <a:ext cx="88160" cy="149971"/>
            </a:xfrm>
            <a:custGeom>
              <a:avLst/>
              <a:gdLst>
                <a:gd name="connsiteX0" fmla="*/ 311 w 88160"/>
                <a:gd name="connsiteY0" fmla="*/ 3052 h 149971"/>
                <a:gd name="connsiteX1" fmla="*/ 12027 w 88160"/>
                <a:gd name="connsiteY1" fmla="*/ 24103 h 149971"/>
                <a:gd name="connsiteX2" fmla="*/ 10027 w 88160"/>
                <a:gd name="connsiteY2" fmla="*/ 30008 h 149971"/>
                <a:gd name="connsiteX3" fmla="*/ 76702 w 88160"/>
                <a:gd name="connsiteY3" fmla="*/ 149928 h 149971"/>
                <a:gd name="connsiteX4" fmla="*/ 88132 w 88160"/>
                <a:gd name="connsiteY4" fmla="*/ 143546 h 149971"/>
                <a:gd name="connsiteX5" fmla="*/ 21457 w 88160"/>
                <a:gd name="connsiteY5" fmla="*/ 23626 h 149971"/>
                <a:gd name="connsiteX6" fmla="*/ 15456 w 88160"/>
                <a:gd name="connsiteY6" fmla="*/ 22198 h 149971"/>
                <a:gd name="connsiteX7" fmla="*/ 3741 w 88160"/>
                <a:gd name="connsiteY7" fmla="*/ 1243 h 149971"/>
                <a:gd name="connsiteX8" fmla="*/ 883 w 88160"/>
                <a:gd name="connsiteY8" fmla="*/ 100 h 149971"/>
                <a:gd name="connsiteX9" fmla="*/ 311 w 88160"/>
                <a:gd name="connsiteY9" fmla="*/ 3052 h 149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8160" h="149971">
                  <a:moveTo>
                    <a:pt x="311" y="3052"/>
                  </a:moveTo>
                  <a:lnTo>
                    <a:pt x="12027" y="24103"/>
                  </a:lnTo>
                  <a:lnTo>
                    <a:pt x="10027" y="30008"/>
                  </a:lnTo>
                  <a:lnTo>
                    <a:pt x="76702" y="149928"/>
                  </a:lnTo>
                  <a:lnTo>
                    <a:pt x="88132" y="143546"/>
                  </a:lnTo>
                  <a:lnTo>
                    <a:pt x="21457" y="23626"/>
                  </a:lnTo>
                  <a:lnTo>
                    <a:pt x="15456" y="22198"/>
                  </a:lnTo>
                  <a:lnTo>
                    <a:pt x="3741" y="1243"/>
                  </a:lnTo>
                  <a:cubicBezTo>
                    <a:pt x="3226" y="185"/>
                    <a:pt x="1988" y="-310"/>
                    <a:pt x="883" y="100"/>
                  </a:cubicBezTo>
                  <a:cubicBezTo>
                    <a:pt x="-60" y="776"/>
                    <a:pt x="-308" y="2071"/>
                    <a:pt x="311" y="3052"/>
                  </a:cubicBezTo>
                  <a:close/>
                </a:path>
              </a:pathLst>
            </a:custGeom>
            <a:solidFill>
              <a:srgbClr val="834C2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297A5D67-B417-6053-A86C-AFF2C6B3CE9C}"/>
                </a:ext>
              </a:extLst>
            </p:cNvPr>
            <p:cNvSpPr/>
            <p:nvPr/>
          </p:nvSpPr>
          <p:spPr>
            <a:xfrm>
              <a:off x="10122980" y="5348105"/>
              <a:ext cx="74199" cy="123062"/>
            </a:xfrm>
            <a:custGeom>
              <a:avLst/>
              <a:gdLst>
                <a:gd name="connsiteX0" fmla="*/ 38957 w 74199"/>
                <a:gd name="connsiteY0" fmla="*/ 72485 h 123062"/>
                <a:gd name="connsiteX1" fmla="*/ 62865 w 74199"/>
                <a:gd name="connsiteY1" fmla="*/ 123063 h 123062"/>
                <a:gd name="connsiteX2" fmla="*/ 65627 w 74199"/>
                <a:gd name="connsiteY2" fmla="*/ 114776 h 123062"/>
                <a:gd name="connsiteX3" fmla="*/ 74200 w 74199"/>
                <a:gd name="connsiteY3" fmla="*/ 116777 h 123062"/>
                <a:gd name="connsiteX4" fmla="*/ 43719 w 74199"/>
                <a:gd name="connsiteY4" fmla="*/ 69818 h 123062"/>
                <a:gd name="connsiteX5" fmla="*/ 4858 w 74199"/>
                <a:gd name="connsiteY5" fmla="*/ 0 h 123062"/>
                <a:gd name="connsiteX6" fmla="*/ 0 w 74199"/>
                <a:gd name="connsiteY6" fmla="*/ 2667 h 123062"/>
                <a:gd name="connsiteX7" fmla="*/ 38957 w 74199"/>
                <a:gd name="connsiteY7" fmla="*/ 72485 h 123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99" h="123062">
                  <a:moveTo>
                    <a:pt x="38957" y="72485"/>
                  </a:moveTo>
                  <a:lnTo>
                    <a:pt x="62865" y="123063"/>
                  </a:lnTo>
                  <a:lnTo>
                    <a:pt x="65627" y="114776"/>
                  </a:lnTo>
                  <a:lnTo>
                    <a:pt x="74200" y="116777"/>
                  </a:lnTo>
                  <a:lnTo>
                    <a:pt x="43719" y="69818"/>
                  </a:lnTo>
                  <a:lnTo>
                    <a:pt x="4858" y="0"/>
                  </a:lnTo>
                  <a:lnTo>
                    <a:pt x="0" y="2667"/>
                  </a:lnTo>
                  <a:lnTo>
                    <a:pt x="38957" y="72485"/>
                  </a:lnTo>
                  <a:close/>
                </a:path>
              </a:pathLst>
            </a:custGeom>
            <a:solidFill>
              <a:srgbClr val="A4A3A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FBD2005D-93C1-5A65-11E8-EA79693BFF2F}"/>
                </a:ext>
              </a:extLst>
            </p:cNvPr>
            <p:cNvSpPr/>
            <p:nvPr/>
          </p:nvSpPr>
          <p:spPr>
            <a:xfrm>
              <a:off x="10175495" y="5441434"/>
              <a:ext cx="88073" cy="149652"/>
            </a:xfrm>
            <a:custGeom>
              <a:avLst/>
              <a:gdLst>
                <a:gd name="connsiteX0" fmla="*/ 224 w 88073"/>
                <a:gd name="connsiteY0" fmla="*/ 2829 h 149652"/>
                <a:gd name="connsiteX1" fmla="*/ 11940 w 88073"/>
                <a:gd name="connsiteY1" fmla="*/ 23784 h 149652"/>
                <a:gd name="connsiteX2" fmla="*/ 9940 w 88073"/>
                <a:gd name="connsiteY2" fmla="*/ 29689 h 149652"/>
                <a:gd name="connsiteX3" fmla="*/ 76615 w 88073"/>
                <a:gd name="connsiteY3" fmla="*/ 149609 h 149652"/>
                <a:gd name="connsiteX4" fmla="*/ 88044 w 88073"/>
                <a:gd name="connsiteY4" fmla="*/ 143322 h 149652"/>
                <a:gd name="connsiteX5" fmla="*/ 21369 w 88073"/>
                <a:gd name="connsiteY5" fmla="*/ 23308 h 149652"/>
                <a:gd name="connsiteX6" fmla="*/ 15274 w 88073"/>
                <a:gd name="connsiteY6" fmla="*/ 21974 h 149652"/>
                <a:gd name="connsiteX7" fmla="*/ 3558 w 88073"/>
                <a:gd name="connsiteY7" fmla="*/ 924 h 149652"/>
                <a:gd name="connsiteX8" fmla="*/ 939 w 88073"/>
                <a:gd name="connsiteY8" fmla="*/ 209 h 149652"/>
                <a:gd name="connsiteX9" fmla="*/ 224 w 88073"/>
                <a:gd name="connsiteY9" fmla="*/ 2829 h 149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8073" h="149652">
                  <a:moveTo>
                    <a:pt x="224" y="2829"/>
                  </a:moveTo>
                  <a:lnTo>
                    <a:pt x="11940" y="23784"/>
                  </a:lnTo>
                  <a:lnTo>
                    <a:pt x="9940" y="29689"/>
                  </a:lnTo>
                  <a:lnTo>
                    <a:pt x="76615" y="149609"/>
                  </a:lnTo>
                  <a:lnTo>
                    <a:pt x="88044" y="143322"/>
                  </a:lnTo>
                  <a:lnTo>
                    <a:pt x="21369" y="23308"/>
                  </a:lnTo>
                  <a:lnTo>
                    <a:pt x="15274" y="21974"/>
                  </a:lnTo>
                  <a:lnTo>
                    <a:pt x="3558" y="924"/>
                  </a:lnTo>
                  <a:cubicBezTo>
                    <a:pt x="3034" y="0"/>
                    <a:pt x="1863" y="-315"/>
                    <a:pt x="939" y="209"/>
                  </a:cubicBezTo>
                  <a:cubicBezTo>
                    <a:pt x="15" y="733"/>
                    <a:pt x="-300" y="1905"/>
                    <a:pt x="224" y="2829"/>
                  </a:cubicBezTo>
                  <a:close/>
                </a:path>
              </a:pathLst>
            </a:custGeom>
            <a:solidFill>
              <a:srgbClr val="834C2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A193C18-1F4B-697A-28A1-95755E575F2D}"/>
                </a:ext>
              </a:extLst>
            </p:cNvPr>
            <p:cNvSpPr/>
            <p:nvPr/>
          </p:nvSpPr>
          <p:spPr>
            <a:xfrm>
              <a:off x="10141649" y="5313215"/>
              <a:ext cx="162155" cy="277014"/>
            </a:xfrm>
            <a:custGeom>
              <a:avLst/>
              <a:gdLst>
                <a:gd name="connsiteX0" fmla="*/ 159801 w 162155"/>
                <a:gd name="connsiteY0" fmla="*/ 251920 h 277014"/>
                <a:gd name="connsiteX1" fmla="*/ 24546 w 162155"/>
                <a:gd name="connsiteY1" fmla="*/ 9699 h 277014"/>
                <a:gd name="connsiteX2" fmla="*/ -29 w 162155"/>
                <a:gd name="connsiteY2" fmla="*/ 1698 h 277014"/>
                <a:gd name="connsiteX3" fmla="*/ 153514 w 162155"/>
                <a:gd name="connsiteY3" fmla="*/ 276971 h 277014"/>
                <a:gd name="connsiteX4" fmla="*/ 159801 w 162155"/>
                <a:gd name="connsiteY4" fmla="*/ 251920 h 277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2155" h="277014">
                  <a:moveTo>
                    <a:pt x="159801" y="251920"/>
                  </a:moveTo>
                  <a:lnTo>
                    <a:pt x="24546" y="9699"/>
                  </a:lnTo>
                  <a:cubicBezTo>
                    <a:pt x="19688" y="1031"/>
                    <a:pt x="8992" y="-2445"/>
                    <a:pt x="-29" y="1698"/>
                  </a:cubicBezTo>
                  <a:lnTo>
                    <a:pt x="153514" y="276971"/>
                  </a:lnTo>
                  <a:cubicBezTo>
                    <a:pt x="161811" y="271532"/>
                    <a:pt x="164554" y="260635"/>
                    <a:pt x="159801" y="251920"/>
                  </a:cubicBezTo>
                  <a:close/>
                </a:path>
              </a:pathLst>
            </a:custGeom>
            <a:solidFill>
              <a:srgbClr val="ECEDF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8C0CCDEE-1CBA-023E-54D7-2C5B4D1C0882}"/>
                </a:ext>
              </a:extLst>
            </p:cNvPr>
            <p:cNvSpPr/>
            <p:nvPr/>
          </p:nvSpPr>
          <p:spPr>
            <a:xfrm>
              <a:off x="9928311" y="5428496"/>
              <a:ext cx="163235" cy="277831"/>
            </a:xfrm>
            <a:custGeom>
              <a:avLst/>
              <a:gdLst>
                <a:gd name="connsiteX0" fmla="*/ 163207 w 163235"/>
                <a:gd name="connsiteY0" fmla="*/ 275514 h 277831"/>
                <a:gd name="connsiteX1" fmla="*/ 9283 w 163235"/>
                <a:gd name="connsiteY1" fmla="*/ -44 h 277831"/>
                <a:gd name="connsiteX2" fmla="*/ 2425 w 163235"/>
                <a:gd name="connsiteY2" fmla="*/ 25673 h 277831"/>
                <a:gd name="connsiteX3" fmla="*/ 137490 w 163235"/>
                <a:gd name="connsiteY3" fmla="*/ 267894 h 277831"/>
                <a:gd name="connsiteX4" fmla="*/ 163207 w 163235"/>
                <a:gd name="connsiteY4" fmla="*/ 275514 h 277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3235" h="277831">
                  <a:moveTo>
                    <a:pt x="163207" y="275514"/>
                  </a:moveTo>
                  <a:lnTo>
                    <a:pt x="9283" y="-44"/>
                  </a:lnTo>
                  <a:cubicBezTo>
                    <a:pt x="396" y="5242"/>
                    <a:pt x="-2652" y="16663"/>
                    <a:pt x="2425" y="25673"/>
                  </a:cubicBezTo>
                  <a:lnTo>
                    <a:pt x="137490" y="267894"/>
                  </a:lnTo>
                  <a:cubicBezTo>
                    <a:pt x="142519" y="277057"/>
                    <a:pt x="153996" y="280467"/>
                    <a:pt x="163207" y="275514"/>
                  </a:cubicBezTo>
                  <a:close/>
                </a:path>
              </a:pathLst>
            </a:custGeom>
            <a:solidFill>
              <a:srgbClr val="8DA2A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324BBF6D-174F-0C31-4032-909D1C0929D9}"/>
                </a:ext>
              </a:extLst>
            </p:cNvPr>
            <p:cNvSpPr/>
            <p:nvPr/>
          </p:nvSpPr>
          <p:spPr>
            <a:xfrm>
              <a:off x="9937909" y="5314957"/>
              <a:ext cx="357472" cy="388810"/>
            </a:xfrm>
            <a:custGeom>
              <a:avLst/>
              <a:gdLst>
                <a:gd name="connsiteX0" fmla="*/ 154181 w 357472"/>
                <a:gd name="connsiteY0" fmla="*/ 388767 h 388810"/>
                <a:gd name="connsiteX1" fmla="*/ 356111 w 357472"/>
                <a:gd name="connsiteY1" fmla="*/ 276181 h 388810"/>
                <a:gd name="connsiteX2" fmla="*/ 357444 w 357472"/>
                <a:gd name="connsiteY2" fmla="*/ 275229 h 388810"/>
                <a:gd name="connsiteX3" fmla="*/ 203901 w 357472"/>
                <a:gd name="connsiteY3" fmla="*/ -44 h 388810"/>
                <a:gd name="connsiteX4" fmla="*/ 202472 w 357472"/>
                <a:gd name="connsiteY4" fmla="*/ 528 h 388810"/>
                <a:gd name="connsiteX5" fmla="*/ 447 w 357472"/>
                <a:gd name="connsiteY5" fmla="*/ 113209 h 388810"/>
                <a:gd name="connsiteX6" fmla="*/ -29 w 357472"/>
                <a:gd name="connsiteY6" fmla="*/ 113209 h 388810"/>
                <a:gd name="connsiteX7" fmla="*/ 153609 w 357472"/>
                <a:gd name="connsiteY7" fmla="*/ 388767 h 388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7472" h="388810">
                  <a:moveTo>
                    <a:pt x="154181" y="388767"/>
                  </a:moveTo>
                  <a:lnTo>
                    <a:pt x="356111" y="276181"/>
                  </a:lnTo>
                  <a:cubicBezTo>
                    <a:pt x="356587" y="275905"/>
                    <a:pt x="357035" y="275591"/>
                    <a:pt x="357444" y="275229"/>
                  </a:cubicBezTo>
                  <a:lnTo>
                    <a:pt x="203901" y="-44"/>
                  </a:lnTo>
                  <a:lnTo>
                    <a:pt x="202472" y="528"/>
                  </a:lnTo>
                  <a:lnTo>
                    <a:pt x="447" y="113209"/>
                  </a:lnTo>
                  <a:lnTo>
                    <a:pt x="-29" y="113209"/>
                  </a:lnTo>
                  <a:lnTo>
                    <a:pt x="153609" y="388767"/>
                  </a:lnTo>
                  <a:close/>
                </a:path>
              </a:pathLst>
            </a:custGeom>
            <a:solidFill>
              <a:srgbClr val="C3CBD2">
                <a:alpha val="5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383F79FF-A8AA-B659-4AB7-F391B8ACA5DC}"/>
                </a:ext>
              </a:extLst>
            </p:cNvPr>
            <p:cNvSpPr/>
            <p:nvPr/>
          </p:nvSpPr>
          <p:spPr>
            <a:xfrm>
              <a:off x="9795589" y="5099231"/>
              <a:ext cx="403495" cy="389219"/>
            </a:xfrm>
            <a:custGeom>
              <a:avLst/>
              <a:gdLst>
                <a:gd name="connsiteX0" fmla="*/ 258211 w 403495"/>
                <a:gd name="connsiteY0" fmla="*/ 1656 h 389219"/>
                <a:gd name="connsiteX1" fmla="*/ 277318 w 403495"/>
                <a:gd name="connsiteY1" fmla="*/ 7352 h 389219"/>
                <a:gd name="connsiteX2" fmla="*/ 277833 w 403495"/>
                <a:gd name="connsiteY2" fmla="*/ 8419 h 389219"/>
                <a:gd name="connsiteX3" fmla="*/ 402515 w 403495"/>
                <a:gd name="connsiteY3" fmla="*/ 231875 h 389219"/>
                <a:gd name="connsiteX4" fmla="*/ 389656 w 403495"/>
                <a:gd name="connsiteY4" fmla="*/ 252354 h 389219"/>
                <a:gd name="connsiteX5" fmla="*/ 337935 w 403495"/>
                <a:gd name="connsiteY5" fmla="*/ 280929 h 389219"/>
                <a:gd name="connsiteX6" fmla="*/ 323457 w 403495"/>
                <a:gd name="connsiteY6" fmla="*/ 273976 h 389219"/>
                <a:gd name="connsiteX7" fmla="*/ 264021 w 403495"/>
                <a:gd name="connsiteY7" fmla="*/ 307123 h 389219"/>
                <a:gd name="connsiteX8" fmla="*/ 204585 w 403495"/>
                <a:gd name="connsiteY8" fmla="*/ 340175 h 389219"/>
                <a:gd name="connsiteX9" fmla="*/ 202871 w 403495"/>
                <a:gd name="connsiteY9" fmla="*/ 356177 h 389219"/>
                <a:gd name="connsiteX10" fmla="*/ 151531 w 403495"/>
                <a:gd name="connsiteY10" fmla="*/ 384942 h 389219"/>
                <a:gd name="connsiteX11" fmla="*/ 127338 w 403495"/>
                <a:gd name="connsiteY11" fmla="*/ 384942 h 389219"/>
                <a:gd name="connsiteX12" fmla="*/ 2274 w 403495"/>
                <a:gd name="connsiteY12" fmla="*/ 162057 h 389219"/>
                <a:gd name="connsiteX13" fmla="*/ 6694 w 403495"/>
                <a:gd name="connsiteY13" fmla="*/ 141931 h 389219"/>
                <a:gd name="connsiteX14" fmla="*/ 6942 w 403495"/>
                <a:gd name="connsiteY14" fmla="*/ 141769 h 389219"/>
                <a:gd name="connsiteX15" fmla="*/ 134100 w 403495"/>
                <a:gd name="connsiteY15" fmla="*/ 74427 h 389219"/>
                <a:gd name="connsiteX16" fmla="*/ 258211 w 403495"/>
                <a:gd name="connsiteY16" fmla="*/ 1656 h 3892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03495" h="389219">
                  <a:moveTo>
                    <a:pt x="258211" y="1656"/>
                  </a:moveTo>
                  <a:cubicBezTo>
                    <a:pt x="265060" y="-2049"/>
                    <a:pt x="273613" y="504"/>
                    <a:pt x="277318" y="7352"/>
                  </a:cubicBezTo>
                  <a:cubicBezTo>
                    <a:pt x="277499" y="7705"/>
                    <a:pt x="277670" y="8057"/>
                    <a:pt x="277833" y="8419"/>
                  </a:cubicBezTo>
                  <a:lnTo>
                    <a:pt x="402515" y="231875"/>
                  </a:lnTo>
                  <a:cubicBezTo>
                    <a:pt x="407754" y="241400"/>
                    <a:pt x="389656" y="252354"/>
                    <a:pt x="389656" y="252354"/>
                  </a:cubicBezTo>
                  <a:lnTo>
                    <a:pt x="337935" y="280929"/>
                  </a:lnTo>
                  <a:lnTo>
                    <a:pt x="323457" y="273976"/>
                  </a:lnTo>
                  <a:lnTo>
                    <a:pt x="264021" y="307123"/>
                  </a:lnTo>
                  <a:lnTo>
                    <a:pt x="204585" y="340175"/>
                  </a:lnTo>
                  <a:lnTo>
                    <a:pt x="202871" y="356177"/>
                  </a:lnTo>
                  <a:lnTo>
                    <a:pt x="151531" y="384942"/>
                  </a:lnTo>
                  <a:cubicBezTo>
                    <a:pt x="151531" y="384942"/>
                    <a:pt x="132481" y="394467"/>
                    <a:pt x="127338" y="384942"/>
                  </a:cubicBezTo>
                  <a:lnTo>
                    <a:pt x="2274" y="162057"/>
                  </a:lnTo>
                  <a:cubicBezTo>
                    <a:pt x="-2069" y="155276"/>
                    <a:pt x="-88" y="146265"/>
                    <a:pt x="6694" y="141931"/>
                  </a:cubicBezTo>
                  <a:cubicBezTo>
                    <a:pt x="6770" y="141874"/>
                    <a:pt x="6856" y="141816"/>
                    <a:pt x="6942" y="141769"/>
                  </a:cubicBezTo>
                  <a:cubicBezTo>
                    <a:pt x="21801" y="133482"/>
                    <a:pt x="46947" y="122719"/>
                    <a:pt x="134100" y="74427"/>
                  </a:cubicBezTo>
                  <a:cubicBezTo>
                    <a:pt x="221254" y="26135"/>
                    <a:pt x="243352" y="9943"/>
                    <a:pt x="258211" y="1656"/>
                  </a:cubicBezTo>
                  <a:close/>
                </a:path>
              </a:pathLst>
            </a:custGeom>
            <a:solidFill>
              <a:srgbClr val="A8D0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8AEB8007-C8FA-0012-78FB-5D6CCFC81F49}"/>
                </a:ext>
              </a:extLst>
            </p:cNvPr>
            <p:cNvSpPr/>
            <p:nvPr/>
          </p:nvSpPr>
          <p:spPr>
            <a:xfrm rot="19850998">
              <a:off x="10075443" y="5641439"/>
              <a:ext cx="233457" cy="5714"/>
            </a:xfrm>
            <a:custGeom>
              <a:avLst/>
              <a:gdLst>
                <a:gd name="connsiteX0" fmla="*/ -29 w 233457"/>
                <a:gd name="connsiteY0" fmla="*/ -44 h 5714"/>
                <a:gd name="connsiteX1" fmla="*/ 233429 w 233457"/>
                <a:gd name="connsiteY1" fmla="*/ -44 h 5714"/>
                <a:gd name="connsiteX2" fmla="*/ 233429 w 233457"/>
                <a:gd name="connsiteY2" fmla="*/ 5671 h 5714"/>
                <a:gd name="connsiteX3" fmla="*/ -29 w 233457"/>
                <a:gd name="connsiteY3" fmla="*/ 5671 h 5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3457" h="5714">
                  <a:moveTo>
                    <a:pt x="-29" y="-44"/>
                  </a:moveTo>
                  <a:lnTo>
                    <a:pt x="233429" y="-44"/>
                  </a:lnTo>
                  <a:lnTo>
                    <a:pt x="233429" y="5671"/>
                  </a:lnTo>
                  <a:lnTo>
                    <a:pt x="-29" y="5671"/>
                  </a:lnTo>
                  <a:close/>
                </a:path>
              </a:pathLst>
            </a:custGeom>
            <a:solidFill>
              <a:srgbClr val="ECEDF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E949D1BD-B39D-7F53-AB8B-3E87CBADFED3}"/>
                </a:ext>
              </a:extLst>
            </p:cNvPr>
            <p:cNvSpPr/>
            <p:nvPr/>
          </p:nvSpPr>
          <p:spPr>
            <a:xfrm rot="19852800">
              <a:off x="10131244" y="5373350"/>
              <a:ext cx="8096" cy="130016"/>
            </a:xfrm>
            <a:custGeom>
              <a:avLst/>
              <a:gdLst>
                <a:gd name="connsiteX0" fmla="*/ -29 w 8096"/>
                <a:gd name="connsiteY0" fmla="*/ -44 h 130016"/>
                <a:gd name="connsiteX1" fmla="*/ 8067 w 8096"/>
                <a:gd name="connsiteY1" fmla="*/ -44 h 130016"/>
                <a:gd name="connsiteX2" fmla="*/ 8067 w 8096"/>
                <a:gd name="connsiteY2" fmla="*/ 129972 h 130016"/>
                <a:gd name="connsiteX3" fmla="*/ -29 w 8096"/>
                <a:gd name="connsiteY3" fmla="*/ 129972 h 130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96" h="130016">
                  <a:moveTo>
                    <a:pt x="-29" y="-44"/>
                  </a:moveTo>
                  <a:lnTo>
                    <a:pt x="8067" y="-44"/>
                  </a:lnTo>
                  <a:lnTo>
                    <a:pt x="8067" y="129972"/>
                  </a:lnTo>
                  <a:lnTo>
                    <a:pt x="-29" y="129972"/>
                  </a:lnTo>
                  <a:close/>
                </a:path>
              </a:pathLst>
            </a:custGeom>
            <a:solidFill>
              <a:srgbClr val="8DA2A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070AA731-39A3-A5A4-651D-01DB568A3993}"/>
                </a:ext>
              </a:extLst>
            </p:cNvPr>
            <p:cNvSpPr/>
            <p:nvPr/>
          </p:nvSpPr>
          <p:spPr>
            <a:xfrm rot="19849199">
              <a:off x="10036998" y="5425736"/>
              <a:ext cx="8096" cy="130016"/>
            </a:xfrm>
            <a:custGeom>
              <a:avLst/>
              <a:gdLst>
                <a:gd name="connsiteX0" fmla="*/ -29 w 8096"/>
                <a:gd name="connsiteY0" fmla="*/ -44 h 130016"/>
                <a:gd name="connsiteX1" fmla="*/ 8067 w 8096"/>
                <a:gd name="connsiteY1" fmla="*/ -44 h 130016"/>
                <a:gd name="connsiteX2" fmla="*/ 8067 w 8096"/>
                <a:gd name="connsiteY2" fmla="*/ 129972 h 130016"/>
                <a:gd name="connsiteX3" fmla="*/ -29 w 8096"/>
                <a:gd name="connsiteY3" fmla="*/ 129972 h 130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96" h="130016">
                  <a:moveTo>
                    <a:pt x="-29" y="-44"/>
                  </a:moveTo>
                  <a:lnTo>
                    <a:pt x="8067" y="-44"/>
                  </a:lnTo>
                  <a:lnTo>
                    <a:pt x="8067" y="129972"/>
                  </a:lnTo>
                  <a:lnTo>
                    <a:pt x="-29" y="129972"/>
                  </a:lnTo>
                  <a:close/>
                </a:path>
              </a:pathLst>
            </a:custGeom>
            <a:solidFill>
              <a:srgbClr val="8DA2A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B577F58D-DD76-A7A8-8517-7311B51621E5}"/>
                </a:ext>
              </a:extLst>
            </p:cNvPr>
            <p:cNvSpPr/>
            <p:nvPr/>
          </p:nvSpPr>
          <p:spPr>
            <a:xfrm>
              <a:off x="9888046" y="5255617"/>
              <a:ext cx="112156" cy="203358"/>
            </a:xfrm>
            <a:custGeom>
              <a:avLst/>
              <a:gdLst>
                <a:gd name="connsiteX0" fmla="*/ 112128 w 112156"/>
                <a:gd name="connsiteY0" fmla="*/ 184075 h 203358"/>
                <a:gd name="connsiteX1" fmla="*/ 9354 w 112156"/>
                <a:gd name="connsiteY1" fmla="*/ -44 h 203358"/>
                <a:gd name="connsiteX2" fmla="*/ 2971 w 112156"/>
                <a:gd name="connsiteY2" fmla="*/ 20340 h 203358"/>
                <a:gd name="connsiteX3" fmla="*/ 104984 w 112156"/>
                <a:gd name="connsiteY3" fmla="*/ 203315 h 203358"/>
                <a:gd name="connsiteX4" fmla="*/ 110414 w 112156"/>
                <a:gd name="connsiteY4" fmla="*/ 200267 h 203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156" h="203358">
                  <a:moveTo>
                    <a:pt x="112128" y="184075"/>
                  </a:moveTo>
                  <a:lnTo>
                    <a:pt x="9354" y="-44"/>
                  </a:lnTo>
                  <a:cubicBezTo>
                    <a:pt x="9354" y="-44"/>
                    <a:pt x="-6458" y="3480"/>
                    <a:pt x="2971" y="20340"/>
                  </a:cubicBezTo>
                  <a:lnTo>
                    <a:pt x="104984" y="203315"/>
                  </a:lnTo>
                  <a:lnTo>
                    <a:pt x="110414" y="200267"/>
                  </a:lnTo>
                  <a:close/>
                </a:path>
              </a:pathLst>
            </a:custGeom>
            <a:solidFill>
              <a:srgbClr val="A8D0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88D051D-14F7-B008-D8A0-180465E640E5}"/>
                </a:ext>
              </a:extLst>
            </p:cNvPr>
            <p:cNvSpPr/>
            <p:nvPr/>
          </p:nvSpPr>
          <p:spPr>
            <a:xfrm>
              <a:off x="10016205" y="5185097"/>
              <a:ext cx="122682" cy="195202"/>
            </a:xfrm>
            <a:custGeom>
              <a:avLst/>
              <a:gdLst>
                <a:gd name="connsiteX0" fmla="*/ 102841 w 122682"/>
                <a:gd name="connsiteY0" fmla="*/ 188395 h 195202"/>
                <a:gd name="connsiteX1" fmla="*/ -29 w 122682"/>
                <a:gd name="connsiteY1" fmla="*/ 3801 h 195202"/>
                <a:gd name="connsiteX2" fmla="*/ 20640 w 122682"/>
                <a:gd name="connsiteY2" fmla="*/ 9135 h 195202"/>
                <a:gd name="connsiteX3" fmla="*/ 122653 w 122682"/>
                <a:gd name="connsiteY3" fmla="*/ 192110 h 195202"/>
                <a:gd name="connsiteX4" fmla="*/ 117319 w 122682"/>
                <a:gd name="connsiteY4" fmla="*/ 195158 h 195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682" h="195202">
                  <a:moveTo>
                    <a:pt x="102841" y="188395"/>
                  </a:moveTo>
                  <a:lnTo>
                    <a:pt x="-29" y="3801"/>
                  </a:lnTo>
                  <a:cubicBezTo>
                    <a:pt x="-29" y="3801"/>
                    <a:pt x="11211" y="-7724"/>
                    <a:pt x="20640" y="9135"/>
                  </a:cubicBezTo>
                  <a:lnTo>
                    <a:pt x="122653" y="192110"/>
                  </a:lnTo>
                  <a:lnTo>
                    <a:pt x="117319" y="195158"/>
                  </a:lnTo>
                  <a:close/>
                </a:path>
              </a:pathLst>
            </a:custGeom>
            <a:solidFill>
              <a:srgbClr val="007EB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6A586995-CB5A-6ACE-1184-BEE2864BB75F}"/>
                </a:ext>
              </a:extLst>
            </p:cNvPr>
            <p:cNvSpPr/>
            <p:nvPr/>
          </p:nvSpPr>
          <p:spPr>
            <a:xfrm>
              <a:off x="9897333" y="5189228"/>
              <a:ext cx="189642" cy="193166"/>
            </a:xfrm>
            <a:custGeom>
              <a:avLst/>
              <a:gdLst>
                <a:gd name="connsiteX0" fmla="*/ 189643 w 189642"/>
                <a:gd name="connsiteY0" fmla="*/ 126873 h 193166"/>
                <a:gd name="connsiteX1" fmla="*/ 130207 w 189642"/>
                <a:gd name="connsiteY1" fmla="*/ 160020 h 193166"/>
                <a:gd name="connsiteX2" fmla="*/ 70771 w 189642"/>
                <a:gd name="connsiteY2" fmla="*/ 193167 h 193166"/>
                <a:gd name="connsiteX3" fmla="*/ 0 w 189642"/>
                <a:gd name="connsiteY3" fmla="*/ 66294 h 193166"/>
                <a:gd name="connsiteX4" fmla="*/ 59436 w 189642"/>
                <a:gd name="connsiteY4" fmla="*/ 33147 h 193166"/>
                <a:gd name="connsiteX5" fmla="*/ 118872 w 189642"/>
                <a:gd name="connsiteY5" fmla="*/ 0 h 193166"/>
                <a:gd name="connsiteX6" fmla="*/ 189643 w 189642"/>
                <a:gd name="connsiteY6" fmla="*/ 126873 h 193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9642" h="193166">
                  <a:moveTo>
                    <a:pt x="189643" y="126873"/>
                  </a:moveTo>
                  <a:lnTo>
                    <a:pt x="130207" y="160020"/>
                  </a:lnTo>
                  <a:lnTo>
                    <a:pt x="70771" y="193167"/>
                  </a:lnTo>
                  <a:lnTo>
                    <a:pt x="0" y="66294"/>
                  </a:lnTo>
                  <a:lnTo>
                    <a:pt x="59436" y="33147"/>
                  </a:lnTo>
                  <a:lnTo>
                    <a:pt x="118872" y="0"/>
                  </a:lnTo>
                  <a:lnTo>
                    <a:pt x="189643" y="126873"/>
                  </a:lnTo>
                  <a:close/>
                </a:path>
              </a:pathLst>
            </a:custGeom>
            <a:solidFill>
              <a:srgbClr val="007EB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D87912C5-4C0F-C268-53FC-93C2B9700DCB}"/>
                </a:ext>
              </a:extLst>
            </p:cNvPr>
            <p:cNvSpPr/>
            <p:nvPr/>
          </p:nvSpPr>
          <p:spPr>
            <a:xfrm>
              <a:off x="10071661" y="5492893"/>
              <a:ext cx="186527" cy="208894"/>
            </a:xfrm>
            <a:custGeom>
              <a:avLst/>
              <a:gdLst>
                <a:gd name="connsiteX0" fmla="*/ 332 w 186527"/>
                <a:gd name="connsiteY0" fmla="*/ 58812 h 208894"/>
                <a:gd name="connsiteX1" fmla="*/ 83199 w 186527"/>
                <a:gd name="connsiteY1" fmla="*/ 207497 h 208894"/>
                <a:gd name="connsiteX2" fmla="*/ 86914 w 186527"/>
                <a:gd name="connsiteY2" fmla="*/ 208545 h 208894"/>
                <a:gd name="connsiteX3" fmla="*/ 185117 w 186527"/>
                <a:gd name="connsiteY3" fmla="*/ 153776 h 208894"/>
                <a:gd name="connsiteX4" fmla="*/ 186164 w 186527"/>
                <a:gd name="connsiteY4" fmla="*/ 150061 h 208894"/>
                <a:gd name="connsiteX5" fmla="*/ 103201 w 186527"/>
                <a:gd name="connsiteY5" fmla="*/ 1376 h 208894"/>
                <a:gd name="connsiteX6" fmla="*/ 99592 w 186527"/>
                <a:gd name="connsiteY6" fmla="*/ 271 h 208894"/>
                <a:gd name="connsiteX7" fmla="*/ 99487 w 186527"/>
                <a:gd name="connsiteY7" fmla="*/ 328 h 208894"/>
                <a:gd name="connsiteX8" fmla="*/ 1284 w 186527"/>
                <a:gd name="connsiteY8" fmla="*/ 55097 h 208894"/>
                <a:gd name="connsiteX9" fmla="*/ 332 w 186527"/>
                <a:gd name="connsiteY9" fmla="*/ 58812 h 208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6527" h="208894">
                  <a:moveTo>
                    <a:pt x="332" y="58812"/>
                  </a:moveTo>
                  <a:lnTo>
                    <a:pt x="83199" y="207497"/>
                  </a:lnTo>
                  <a:cubicBezTo>
                    <a:pt x="83981" y="208754"/>
                    <a:pt x="85590" y="209212"/>
                    <a:pt x="86914" y="208545"/>
                  </a:cubicBezTo>
                  <a:lnTo>
                    <a:pt x="185117" y="153776"/>
                  </a:lnTo>
                  <a:cubicBezTo>
                    <a:pt x="186412" y="153024"/>
                    <a:pt x="186879" y="151376"/>
                    <a:pt x="186164" y="150061"/>
                  </a:cubicBezTo>
                  <a:lnTo>
                    <a:pt x="103201" y="1376"/>
                  </a:lnTo>
                  <a:cubicBezTo>
                    <a:pt x="102516" y="71"/>
                    <a:pt x="100897" y="-424"/>
                    <a:pt x="99592" y="271"/>
                  </a:cubicBezTo>
                  <a:cubicBezTo>
                    <a:pt x="99563" y="290"/>
                    <a:pt x="99525" y="309"/>
                    <a:pt x="99487" y="328"/>
                  </a:cubicBezTo>
                  <a:lnTo>
                    <a:pt x="1284" y="55097"/>
                  </a:lnTo>
                  <a:cubicBezTo>
                    <a:pt x="18" y="55878"/>
                    <a:pt x="-401" y="57516"/>
                    <a:pt x="332" y="58812"/>
                  </a:cubicBezTo>
                  <a:close/>
                </a:path>
              </a:pathLst>
            </a:custGeom>
            <a:solidFill>
              <a:srgbClr val="C3CBD2">
                <a:alpha val="6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C9D5F13F-6A2E-6361-8915-3B00AD2A28A9}"/>
                </a:ext>
              </a:extLst>
            </p:cNvPr>
            <p:cNvSpPr/>
            <p:nvPr/>
          </p:nvSpPr>
          <p:spPr>
            <a:xfrm rot="19850998">
              <a:off x="10011688" y="5345792"/>
              <a:ext cx="60007" cy="65722"/>
            </a:xfrm>
            <a:custGeom>
              <a:avLst/>
              <a:gdLst>
                <a:gd name="connsiteX0" fmla="*/ -28 w 60007"/>
                <a:gd name="connsiteY0" fmla="*/ -44 h 65722"/>
                <a:gd name="connsiteX1" fmla="*/ 59979 w 60007"/>
                <a:gd name="connsiteY1" fmla="*/ -44 h 65722"/>
                <a:gd name="connsiteX2" fmla="*/ 59979 w 60007"/>
                <a:gd name="connsiteY2" fmla="*/ 65679 h 65722"/>
                <a:gd name="connsiteX3" fmla="*/ -28 w 60007"/>
                <a:gd name="connsiteY3" fmla="*/ 65679 h 65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007" h="65722">
                  <a:moveTo>
                    <a:pt x="-28" y="-44"/>
                  </a:moveTo>
                  <a:lnTo>
                    <a:pt x="59979" y="-44"/>
                  </a:lnTo>
                  <a:lnTo>
                    <a:pt x="59979" y="65679"/>
                  </a:lnTo>
                  <a:lnTo>
                    <a:pt x="-28" y="65679"/>
                  </a:lnTo>
                  <a:close/>
                </a:path>
              </a:pathLst>
            </a:custGeom>
            <a:solidFill>
              <a:srgbClr val="A8D0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989CF2DB-F95A-99C6-2E1B-39768BFCBF1B}"/>
                </a:ext>
              </a:extLst>
            </p:cNvPr>
            <p:cNvSpPr/>
            <p:nvPr/>
          </p:nvSpPr>
          <p:spPr>
            <a:xfrm>
              <a:off x="10148507" y="5487083"/>
              <a:ext cx="119786" cy="218209"/>
            </a:xfrm>
            <a:custGeom>
              <a:avLst/>
              <a:gdLst>
                <a:gd name="connsiteX0" fmla="*/ 26355 w 119786"/>
                <a:gd name="connsiteY0" fmla="*/ 7186 h 218209"/>
                <a:gd name="connsiteX1" fmla="*/ 107413 w 119786"/>
                <a:gd name="connsiteY1" fmla="*/ 152442 h 218209"/>
                <a:gd name="connsiteX2" fmla="*/ -29 w 119786"/>
                <a:gd name="connsiteY2" fmla="*/ 212450 h 218209"/>
                <a:gd name="connsiteX3" fmla="*/ 3114 w 119786"/>
                <a:gd name="connsiteY3" fmla="*/ 218165 h 218209"/>
                <a:gd name="connsiteX4" fmla="*/ 107889 w 119786"/>
                <a:gd name="connsiteY4" fmla="*/ 159586 h 218209"/>
                <a:gd name="connsiteX5" fmla="*/ 114271 w 119786"/>
                <a:gd name="connsiteY5" fmla="*/ 155967 h 218209"/>
                <a:gd name="connsiteX6" fmla="*/ 118367 w 119786"/>
                <a:gd name="connsiteY6" fmla="*/ 153776 h 218209"/>
                <a:gd name="connsiteX7" fmla="*/ 119415 w 119786"/>
                <a:gd name="connsiteY7" fmla="*/ 149966 h 218209"/>
                <a:gd name="connsiteX8" fmla="*/ 36738 w 119786"/>
                <a:gd name="connsiteY8" fmla="*/ 1376 h 218209"/>
                <a:gd name="connsiteX9" fmla="*/ 33137 w 119786"/>
                <a:gd name="connsiteY9" fmla="*/ 271 h 218209"/>
                <a:gd name="connsiteX10" fmla="*/ 33023 w 119786"/>
                <a:gd name="connsiteY10" fmla="*/ 328 h 218209"/>
                <a:gd name="connsiteX11" fmla="*/ 22546 w 119786"/>
                <a:gd name="connsiteY11" fmla="*/ 6139 h 218209"/>
                <a:gd name="connsiteX12" fmla="*/ 26222 w 119786"/>
                <a:gd name="connsiteY12" fmla="*/ 6958 h 218209"/>
                <a:gd name="connsiteX13" fmla="*/ 26355 w 119786"/>
                <a:gd name="connsiteY13" fmla="*/ 7186 h 218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9786" h="218209">
                  <a:moveTo>
                    <a:pt x="26355" y="7186"/>
                  </a:moveTo>
                  <a:lnTo>
                    <a:pt x="107413" y="152442"/>
                  </a:lnTo>
                  <a:lnTo>
                    <a:pt x="-29" y="212450"/>
                  </a:lnTo>
                  <a:lnTo>
                    <a:pt x="3114" y="218165"/>
                  </a:lnTo>
                  <a:lnTo>
                    <a:pt x="107889" y="159586"/>
                  </a:lnTo>
                  <a:lnTo>
                    <a:pt x="114271" y="155967"/>
                  </a:lnTo>
                  <a:lnTo>
                    <a:pt x="118367" y="153776"/>
                  </a:lnTo>
                  <a:cubicBezTo>
                    <a:pt x="119681" y="152995"/>
                    <a:pt x="120138" y="151309"/>
                    <a:pt x="119415" y="149966"/>
                  </a:cubicBezTo>
                  <a:lnTo>
                    <a:pt x="36738" y="1376"/>
                  </a:lnTo>
                  <a:cubicBezTo>
                    <a:pt x="36052" y="71"/>
                    <a:pt x="34433" y="-424"/>
                    <a:pt x="33137" y="271"/>
                  </a:cubicBezTo>
                  <a:cubicBezTo>
                    <a:pt x="33099" y="290"/>
                    <a:pt x="33061" y="309"/>
                    <a:pt x="33023" y="328"/>
                  </a:cubicBezTo>
                  <a:lnTo>
                    <a:pt x="22546" y="6139"/>
                  </a:lnTo>
                  <a:cubicBezTo>
                    <a:pt x="23793" y="5348"/>
                    <a:pt x="25441" y="5719"/>
                    <a:pt x="26222" y="6958"/>
                  </a:cubicBezTo>
                  <a:cubicBezTo>
                    <a:pt x="26270" y="7034"/>
                    <a:pt x="26317" y="7110"/>
                    <a:pt x="26355" y="7186"/>
                  </a:cubicBezTo>
                  <a:close/>
                </a:path>
              </a:pathLst>
            </a:custGeom>
            <a:solidFill>
              <a:srgbClr val="ECEDF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8CEE4F47-892B-DA2A-F766-8894C7F811B3}"/>
                </a:ext>
              </a:extLst>
            </p:cNvPr>
            <p:cNvSpPr/>
            <p:nvPr/>
          </p:nvSpPr>
          <p:spPr>
            <a:xfrm>
              <a:off x="10060222" y="5548034"/>
              <a:ext cx="98381" cy="160106"/>
            </a:xfrm>
            <a:custGeom>
              <a:avLst/>
              <a:gdLst>
                <a:gd name="connsiteX0" fmla="*/ 340 w 98381"/>
                <a:gd name="connsiteY0" fmla="*/ 9957 h 160106"/>
                <a:gd name="connsiteX1" fmla="*/ 83208 w 98381"/>
                <a:gd name="connsiteY1" fmla="*/ 158642 h 160106"/>
                <a:gd name="connsiteX2" fmla="*/ 86808 w 98381"/>
                <a:gd name="connsiteY2" fmla="*/ 159748 h 160106"/>
                <a:gd name="connsiteX3" fmla="*/ 86923 w 98381"/>
                <a:gd name="connsiteY3" fmla="*/ 159690 h 160106"/>
                <a:gd name="connsiteX4" fmla="*/ 98353 w 98381"/>
                <a:gd name="connsiteY4" fmla="*/ 153404 h 160106"/>
                <a:gd name="connsiteX5" fmla="*/ 94638 w 98381"/>
                <a:gd name="connsiteY5" fmla="*/ 152356 h 160106"/>
                <a:gd name="connsiteX6" fmla="*/ 11770 w 98381"/>
                <a:gd name="connsiteY6" fmla="*/ 3671 h 160106"/>
                <a:gd name="connsiteX7" fmla="*/ 12723 w 98381"/>
                <a:gd name="connsiteY7" fmla="*/ -44 h 160106"/>
                <a:gd name="connsiteX8" fmla="*/ 1389 w 98381"/>
                <a:gd name="connsiteY8" fmla="*/ 6338 h 160106"/>
                <a:gd name="connsiteX9" fmla="*/ 246 w 98381"/>
                <a:gd name="connsiteY9" fmla="*/ 9795 h 160106"/>
                <a:gd name="connsiteX10" fmla="*/ 340 w 98381"/>
                <a:gd name="connsiteY10" fmla="*/ 9957 h 160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8381" h="160106">
                  <a:moveTo>
                    <a:pt x="340" y="9957"/>
                  </a:moveTo>
                  <a:lnTo>
                    <a:pt x="83208" y="158642"/>
                  </a:lnTo>
                  <a:cubicBezTo>
                    <a:pt x="83894" y="159948"/>
                    <a:pt x="85513" y="160443"/>
                    <a:pt x="86808" y="159748"/>
                  </a:cubicBezTo>
                  <a:cubicBezTo>
                    <a:pt x="86847" y="159728"/>
                    <a:pt x="86884" y="159709"/>
                    <a:pt x="86923" y="159690"/>
                  </a:cubicBezTo>
                  <a:lnTo>
                    <a:pt x="98353" y="153404"/>
                  </a:lnTo>
                  <a:cubicBezTo>
                    <a:pt x="97029" y="154071"/>
                    <a:pt x="95419" y="153613"/>
                    <a:pt x="94638" y="152356"/>
                  </a:cubicBezTo>
                  <a:lnTo>
                    <a:pt x="11770" y="3671"/>
                  </a:lnTo>
                  <a:cubicBezTo>
                    <a:pt x="11037" y="2375"/>
                    <a:pt x="11457" y="737"/>
                    <a:pt x="12723" y="-44"/>
                  </a:cubicBezTo>
                  <a:lnTo>
                    <a:pt x="1389" y="6338"/>
                  </a:lnTo>
                  <a:cubicBezTo>
                    <a:pt x="122" y="6976"/>
                    <a:pt x="-393" y="8519"/>
                    <a:pt x="246" y="9795"/>
                  </a:cubicBezTo>
                  <a:cubicBezTo>
                    <a:pt x="274" y="9853"/>
                    <a:pt x="312" y="9900"/>
                    <a:pt x="340" y="9957"/>
                  </a:cubicBezTo>
                  <a:close/>
                </a:path>
              </a:pathLst>
            </a:custGeom>
            <a:solidFill>
              <a:srgbClr val="8DA2A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D390D579-5A6A-698F-1A46-3AAA40CD44FE}"/>
                </a:ext>
              </a:extLst>
            </p:cNvPr>
            <p:cNvSpPr/>
            <p:nvPr/>
          </p:nvSpPr>
          <p:spPr>
            <a:xfrm>
              <a:off x="10016205" y="5185097"/>
              <a:ext cx="122682" cy="195202"/>
            </a:xfrm>
            <a:custGeom>
              <a:avLst/>
              <a:gdLst>
                <a:gd name="connsiteX0" fmla="*/ 102841 w 122682"/>
                <a:gd name="connsiteY0" fmla="*/ 188395 h 195202"/>
                <a:gd name="connsiteX1" fmla="*/ -29 w 122682"/>
                <a:gd name="connsiteY1" fmla="*/ 3801 h 195202"/>
                <a:gd name="connsiteX2" fmla="*/ 20640 w 122682"/>
                <a:gd name="connsiteY2" fmla="*/ 9135 h 195202"/>
                <a:gd name="connsiteX3" fmla="*/ 122653 w 122682"/>
                <a:gd name="connsiteY3" fmla="*/ 192110 h 195202"/>
                <a:gd name="connsiteX4" fmla="*/ 117319 w 122682"/>
                <a:gd name="connsiteY4" fmla="*/ 195158 h 195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682" h="195202">
                  <a:moveTo>
                    <a:pt x="102841" y="188395"/>
                  </a:moveTo>
                  <a:lnTo>
                    <a:pt x="-29" y="3801"/>
                  </a:lnTo>
                  <a:cubicBezTo>
                    <a:pt x="-29" y="3801"/>
                    <a:pt x="11211" y="-7724"/>
                    <a:pt x="20640" y="9135"/>
                  </a:cubicBezTo>
                  <a:lnTo>
                    <a:pt x="122653" y="192110"/>
                  </a:lnTo>
                  <a:lnTo>
                    <a:pt x="117319" y="195158"/>
                  </a:lnTo>
                  <a:close/>
                </a:path>
              </a:pathLst>
            </a:custGeom>
            <a:solidFill>
              <a:srgbClr val="007EB7">
                <a:alpha val="3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955E6D76-6DC0-64B2-638D-3815A58245DB}"/>
                </a:ext>
              </a:extLst>
            </p:cNvPr>
            <p:cNvSpPr/>
            <p:nvPr/>
          </p:nvSpPr>
          <p:spPr>
            <a:xfrm>
              <a:off x="9842183" y="5124077"/>
              <a:ext cx="179403" cy="122092"/>
            </a:xfrm>
            <a:custGeom>
              <a:avLst/>
              <a:gdLst>
                <a:gd name="connsiteX0" fmla="*/ 162087 w 179403"/>
                <a:gd name="connsiteY0" fmla="*/ 59011 h 122092"/>
                <a:gd name="connsiteX1" fmla="*/ 108747 w 179403"/>
                <a:gd name="connsiteY1" fmla="*/ 88729 h 122092"/>
                <a:gd name="connsiteX2" fmla="*/ 55407 w 179403"/>
                <a:gd name="connsiteY2" fmla="*/ 118447 h 122092"/>
                <a:gd name="connsiteX3" fmla="*/ -29 w 179403"/>
                <a:gd name="connsiteY3" fmla="*/ 96730 h 122092"/>
                <a:gd name="connsiteX4" fmla="*/ 87411 w 179403"/>
                <a:gd name="connsiteY4" fmla="*/ 49105 h 122092"/>
                <a:gd name="connsiteX5" fmla="*/ 173136 w 179403"/>
                <a:gd name="connsiteY5" fmla="*/ -44 h 122092"/>
                <a:gd name="connsiteX6" fmla="*/ 162087 w 179403"/>
                <a:gd name="connsiteY6" fmla="*/ 59011 h 122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9403" h="122092">
                  <a:moveTo>
                    <a:pt x="162087" y="59011"/>
                  </a:moveTo>
                  <a:lnTo>
                    <a:pt x="108747" y="88729"/>
                  </a:lnTo>
                  <a:lnTo>
                    <a:pt x="55407" y="118447"/>
                  </a:lnTo>
                  <a:cubicBezTo>
                    <a:pt x="55407" y="118447"/>
                    <a:pt x="25403" y="135116"/>
                    <a:pt x="-29" y="96730"/>
                  </a:cubicBezTo>
                  <a:cubicBezTo>
                    <a:pt x="19021" y="87205"/>
                    <a:pt x="46168" y="72537"/>
                    <a:pt x="87411" y="49105"/>
                  </a:cubicBezTo>
                  <a:cubicBezTo>
                    <a:pt x="128654" y="25674"/>
                    <a:pt x="154086" y="11005"/>
                    <a:pt x="173136" y="-44"/>
                  </a:cubicBezTo>
                  <a:cubicBezTo>
                    <a:pt x="191996" y="42247"/>
                    <a:pt x="162087" y="59011"/>
                    <a:pt x="162087" y="59011"/>
                  </a:cubicBezTo>
                  <a:close/>
                </a:path>
              </a:pathLst>
            </a:custGeom>
            <a:solidFill>
              <a:srgbClr val="A8D0E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7ECEFCBD-EED8-8F5B-6506-FEED985979B6}"/>
                </a:ext>
              </a:extLst>
            </p:cNvPr>
            <p:cNvSpPr/>
            <p:nvPr/>
          </p:nvSpPr>
          <p:spPr>
            <a:xfrm>
              <a:off x="9842183" y="5124077"/>
              <a:ext cx="179403" cy="122092"/>
            </a:xfrm>
            <a:custGeom>
              <a:avLst/>
              <a:gdLst>
                <a:gd name="connsiteX0" fmla="*/ 162087 w 179403"/>
                <a:gd name="connsiteY0" fmla="*/ 59011 h 122092"/>
                <a:gd name="connsiteX1" fmla="*/ 108747 w 179403"/>
                <a:gd name="connsiteY1" fmla="*/ 88729 h 122092"/>
                <a:gd name="connsiteX2" fmla="*/ 55407 w 179403"/>
                <a:gd name="connsiteY2" fmla="*/ 118447 h 122092"/>
                <a:gd name="connsiteX3" fmla="*/ -29 w 179403"/>
                <a:gd name="connsiteY3" fmla="*/ 96730 h 122092"/>
                <a:gd name="connsiteX4" fmla="*/ 87411 w 179403"/>
                <a:gd name="connsiteY4" fmla="*/ 49105 h 122092"/>
                <a:gd name="connsiteX5" fmla="*/ 173136 w 179403"/>
                <a:gd name="connsiteY5" fmla="*/ -44 h 122092"/>
                <a:gd name="connsiteX6" fmla="*/ 162087 w 179403"/>
                <a:gd name="connsiteY6" fmla="*/ 59011 h 122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9403" h="122092">
                  <a:moveTo>
                    <a:pt x="162087" y="59011"/>
                  </a:moveTo>
                  <a:lnTo>
                    <a:pt x="108747" y="88729"/>
                  </a:lnTo>
                  <a:lnTo>
                    <a:pt x="55407" y="118447"/>
                  </a:lnTo>
                  <a:cubicBezTo>
                    <a:pt x="55407" y="118447"/>
                    <a:pt x="25403" y="135116"/>
                    <a:pt x="-29" y="96730"/>
                  </a:cubicBezTo>
                  <a:cubicBezTo>
                    <a:pt x="19021" y="87205"/>
                    <a:pt x="46168" y="72537"/>
                    <a:pt x="87411" y="49105"/>
                  </a:cubicBezTo>
                  <a:cubicBezTo>
                    <a:pt x="128654" y="25674"/>
                    <a:pt x="154086" y="11005"/>
                    <a:pt x="173136" y="-44"/>
                  </a:cubicBezTo>
                  <a:cubicBezTo>
                    <a:pt x="191996" y="42247"/>
                    <a:pt x="162087" y="59011"/>
                    <a:pt x="162087" y="59011"/>
                  </a:cubicBezTo>
                  <a:close/>
                </a:path>
              </a:pathLst>
            </a:custGeom>
            <a:solidFill>
              <a:srgbClr val="6DA5D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EE0188EB-D8EB-9294-609A-32581690B736}"/>
                </a:ext>
              </a:extLst>
            </p:cNvPr>
            <p:cNvSpPr/>
            <p:nvPr/>
          </p:nvSpPr>
          <p:spPr>
            <a:xfrm>
              <a:off x="9947720" y="5352772"/>
              <a:ext cx="242696" cy="148875"/>
            </a:xfrm>
            <a:custGeom>
              <a:avLst/>
              <a:gdLst>
                <a:gd name="connsiteX0" fmla="*/ 50740 w 242696"/>
                <a:gd name="connsiteY0" fmla="*/ 102826 h 148875"/>
                <a:gd name="connsiteX1" fmla="*/ 52454 w 242696"/>
                <a:gd name="connsiteY1" fmla="*/ 86824 h 148875"/>
                <a:gd name="connsiteX2" fmla="*/ 111890 w 242696"/>
                <a:gd name="connsiteY2" fmla="*/ 53772 h 148875"/>
                <a:gd name="connsiteX3" fmla="*/ 171326 w 242696"/>
                <a:gd name="connsiteY3" fmla="*/ 20625 h 148875"/>
                <a:gd name="connsiteX4" fmla="*/ 185804 w 242696"/>
                <a:gd name="connsiteY4" fmla="*/ 27578 h 148875"/>
                <a:gd name="connsiteX5" fmla="*/ 235334 w 242696"/>
                <a:gd name="connsiteY5" fmla="*/ -44 h 148875"/>
                <a:gd name="connsiteX6" fmla="*/ 242668 w 242696"/>
                <a:gd name="connsiteY6" fmla="*/ 13101 h 148875"/>
                <a:gd name="connsiteX7" fmla="*/ 235048 w 242696"/>
                <a:gd name="connsiteY7" fmla="*/ 35389 h 148875"/>
                <a:gd name="connsiteX8" fmla="*/ 200758 w 242696"/>
                <a:gd name="connsiteY8" fmla="*/ 54439 h 148875"/>
                <a:gd name="connsiteX9" fmla="*/ 186280 w 242696"/>
                <a:gd name="connsiteY9" fmla="*/ 47486 h 148875"/>
                <a:gd name="connsiteX10" fmla="*/ 126844 w 242696"/>
                <a:gd name="connsiteY10" fmla="*/ 80633 h 148875"/>
                <a:gd name="connsiteX11" fmla="*/ 67408 w 242696"/>
                <a:gd name="connsiteY11" fmla="*/ 113780 h 148875"/>
                <a:gd name="connsiteX12" fmla="*/ 65694 w 242696"/>
                <a:gd name="connsiteY12" fmla="*/ 129782 h 148875"/>
                <a:gd name="connsiteX13" fmla="*/ 31118 w 242696"/>
                <a:gd name="connsiteY13" fmla="*/ 148832 h 148875"/>
                <a:gd name="connsiteX14" fmla="*/ 8449 w 242696"/>
                <a:gd name="connsiteY14" fmla="*/ 146165 h 148875"/>
                <a:gd name="connsiteX15" fmla="*/ -29 w 242696"/>
                <a:gd name="connsiteY15" fmla="*/ 131020 h 14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2696" h="148875">
                  <a:moveTo>
                    <a:pt x="50740" y="102826"/>
                  </a:moveTo>
                  <a:lnTo>
                    <a:pt x="52454" y="86824"/>
                  </a:lnTo>
                  <a:lnTo>
                    <a:pt x="111890" y="53772"/>
                  </a:lnTo>
                  <a:lnTo>
                    <a:pt x="171326" y="20625"/>
                  </a:lnTo>
                  <a:lnTo>
                    <a:pt x="185804" y="27578"/>
                  </a:lnTo>
                  <a:lnTo>
                    <a:pt x="235334" y="-44"/>
                  </a:lnTo>
                  <a:lnTo>
                    <a:pt x="242668" y="13101"/>
                  </a:lnTo>
                  <a:cubicBezTo>
                    <a:pt x="240525" y="20664"/>
                    <a:pt x="237982" y="28103"/>
                    <a:pt x="235048" y="35389"/>
                  </a:cubicBezTo>
                  <a:lnTo>
                    <a:pt x="200758" y="54439"/>
                  </a:lnTo>
                  <a:lnTo>
                    <a:pt x="186280" y="47486"/>
                  </a:lnTo>
                  <a:lnTo>
                    <a:pt x="126844" y="80633"/>
                  </a:lnTo>
                  <a:lnTo>
                    <a:pt x="67408" y="113780"/>
                  </a:lnTo>
                  <a:lnTo>
                    <a:pt x="65694" y="129782"/>
                  </a:lnTo>
                  <a:lnTo>
                    <a:pt x="31118" y="148832"/>
                  </a:lnTo>
                  <a:cubicBezTo>
                    <a:pt x="23488" y="148774"/>
                    <a:pt x="15888" y="147879"/>
                    <a:pt x="8449" y="146165"/>
                  </a:cubicBezTo>
                  <a:lnTo>
                    <a:pt x="-29" y="131020"/>
                  </a:lnTo>
                  <a:close/>
                </a:path>
              </a:pathLst>
            </a:custGeom>
            <a:solidFill>
              <a:srgbClr val="C8C9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0B2589FF-8765-0BFA-2047-BC0E8DA8D7F8}"/>
                </a:ext>
              </a:extLst>
            </p:cNvPr>
            <p:cNvSpPr/>
            <p:nvPr/>
          </p:nvSpPr>
          <p:spPr>
            <a:xfrm>
              <a:off x="10051828" y="5331606"/>
              <a:ext cx="121244" cy="207950"/>
            </a:xfrm>
            <a:custGeom>
              <a:avLst/>
              <a:gdLst>
                <a:gd name="connsiteX0" fmla="*/ 119796 w 121244"/>
                <a:gd name="connsiteY0" fmla="*/ 205049 h 207950"/>
                <a:gd name="connsiteX1" fmla="*/ 120901 w 121244"/>
                <a:gd name="connsiteY1" fmla="*/ 201449 h 207950"/>
                <a:gd name="connsiteX2" fmla="*/ 120844 w 121244"/>
                <a:gd name="connsiteY2" fmla="*/ 201335 h 207950"/>
                <a:gd name="connsiteX3" fmla="*/ 9592 w 121244"/>
                <a:gd name="connsiteY3" fmla="*/ 1310 h 207950"/>
                <a:gd name="connsiteX4" fmla="*/ 5877 w 121244"/>
                <a:gd name="connsiteY4" fmla="*/ 262 h 207950"/>
                <a:gd name="connsiteX5" fmla="*/ -29 w 121244"/>
                <a:gd name="connsiteY5" fmla="*/ 3595 h 207950"/>
                <a:gd name="connsiteX6" fmla="*/ 114271 w 121244"/>
                <a:gd name="connsiteY6" fmla="*/ 207907 h 207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244" h="207950">
                  <a:moveTo>
                    <a:pt x="119796" y="205049"/>
                  </a:moveTo>
                  <a:cubicBezTo>
                    <a:pt x="121101" y="204363"/>
                    <a:pt x="121596" y="202744"/>
                    <a:pt x="120901" y="201449"/>
                  </a:cubicBezTo>
                  <a:cubicBezTo>
                    <a:pt x="120882" y="201411"/>
                    <a:pt x="120863" y="201373"/>
                    <a:pt x="120844" y="201335"/>
                  </a:cubicBezTo>
                  <a:lnTo>
                    <a:pt x="9592" y="1310"/>
                  </a:lnTo>
                  <a:cubicBezTo>
                    <a:pt x="8811" y="52"/>
                    <a:pt x="7201" y="-405"/>
                    <a:pt x="5877" y="262"/>
                  </a:cubicBezTo>
                  <a:lnTo>
                    <a:pt x="-29" y="3595"/>
                  </a:lnTo>
                  <a:lnTo>
                    <a:pt x="114271" y="207907"/>
                  </a:lnTo>
                  <a:close/>
                </a:path>
              </a:pathLst>
            </a:custGeom>
            <a:solidFill>
              <a:srgbClr val="E8E9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BD873D88-4DC9-B60F-2AFF-792081CC750D}"/>
                </a:ext>
              </a:extLst>
            </p:cNvPr>
            <p:cNvSpPr/>
            <p:nvPr/>
          </p:nvSpPr>
          <p:spPr>
            <a:xfrm>
              <a:off x="9990496" y="5364964"/>
              <a:ext cx="122863" cy="208785"/>
            </a:xfrm>
            <a:custGeom>
              <a:avLst/>
              <a:gdLst>
                <a:gd name="connsiteX0" fmla="*/ 115691 w 122863"/>
                <a:gd name="connsiteY0" fmla="*/ 208173 h 208785"/>
                <a:gd name="connsiteX1" fmla="*/ 122835 w 122863"/>
                <a:gd name="connsiteY1" fmla="*/ 204268 h 208785"/>
                <a:gd name="connsiteX2" fmla="*/ 8535 w 122863"/>
                <a:gd name="connsiteY2" fmla="*/ -44 h 208785"/>
                <a:gd name="connsiteX3" fmla="*/ 1391 w 122863"/>
                <a:gd name="connsiteY3" fmla="*/ 3957 h 208785"/>
                <a:gd name="connsiteX4" fmla="*/ 286 w 122863"/>
                <a:gd name="connsiteY4" fmla="*/ 7567 h 208785"/>
                <a:gd name="connsiteX5" fmla="*/ 344 w 122863"/>
                <a:gd name="connsiteY5" fmla="*/ 7671 h 208785"/>
                <a:gd name="connsiteX6" fmla="*/ 111596 w 122863"/>
                <a:gd name="connsiteY6" fmla="*/ 207125 h 208785"/>
                <a:gd name="connsiteX7" fmla="*/ 115101 w 122863"/>
                <a:gd name="connsiteY7" fmla="*/ 208525 h 208785"/>
                <a:gd name="connsiteX8" fmla="*/ 115691 w 122863"/>
                <a:gd name="connsiteY8" fmla="*/ 208173 h 208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2863" h="208785">
                  <a:moveTo>
                    <a:pt x="115691" y="208173"/>
                  </a:moveTo>
                  <a:lnTo>
                    <a:pt x="122835" y="204268"/>
                  </a:lnTo>
                  <a:lnTo>
                    <a:pt x="8535" y="-44"/>
                  </a:lnTo>
                  <a:lnTo>
                    <a:pt x="1391" y="3957"/>
                  </a:lnTo>
                  <a:cubicBezTo>
                    <a:pt x="86" y="4643"/>
                    <a:pt x="-409" y="6262"/>
                    <a:pt x="286" y="7567"/>
                  </a:cubicBezTo>
                  <a:cubicBezTo>
                    <a:pt x="305" y="7595"/>
                    <a:pt x="324" y="7634"/>
                    <a:pt x="344" y="7671"/>
                  </a:cubicBezTo>
                  <a:lnTo>
                    <a:pt x="111596" y="207125"/>
                  </a:lnTo>
                  <a:cubicBezTo>
                    <a:pt x="112176" y="208478"/>
                    <a:pt x="113748" y="209106"/>
                    <a:pt x="115101" y="208525"/>
                  </a:cubicBezTo>
                  <a:cubicBezTo>
                    <a:pt x="115310" y="208430"/>
                    <a:pt x="115510" y="208316"/>
                    <a:pt x="115691" y="208173"/>
                  </a:cubicBezTo>
                  <a:close/>
                </a:path>
              </a:pathLst>
            </a:custGeom>
            <a:solidFill>
              <a:srgbClr val="8DA2A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32FCAE40-45C2-D27A-12EC-81C1BFCC3DB0}"/>
                </a:ext>
              </a:extLst>
            </p:cNvPr>
            <p:cNvSpPr/>
            <p:nvPr/>
          </p:nvSpPr>
          <p:spPr>
            <a:xfrm rot="19850998">
              <a:off x="10052649" y="5335186"/>
              <a:ext cx="60102" cy="233933"/>
            </a:xfrm>
            <a:custGeom>
              <a:avLst/>
              <a:gdLst>
                <a:gd name="connsiteX0" fmla="*/ -29 w 60102"/>
                <a:gd name="connsiteY0" fmla="*/ -44 h 233933"/>
                <a:gd name="connsiteX1" fmla="*/ 60074 w 60102"/>
                <a:gd name="connsiteY1" fmla="*/ -44 h 233933"/>
                <a:gd name="connsiteX2" fmla="*/ 60074 w 60102"/>
                <a:gd name="connsiteY2" fmla="*/ 233890 h 233933"/>
                <a:gd name="connsiteX3" fmla="*/ -29 w 60102"/>
                <a:gd name="connsiteY3" fmla="*/ 233890 h 233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102" h="233933">
                  <a:moveTo>
                    <a:pt x="-29" y="-44"/>
                  </a:moveTo>
                  <a:lnTo>
                    <a:pt x="60074" y="-44"/>
                  </a:lnTo>
                  <a:lnTo>
                    <a:pt x="60074" y="233890"/>
                  </a:lnTo>
                  <a:lnTo>
                    <a:pt x="-29" y="233890"/>
                  </a:lnTo>
                  <a:close/>
                </a:path>
              </a:pathLst>
            </a:custGeom>
            <a:solidFill>
              <a:srgbClr val="C3CBD2">
                <a:alpha val="7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4B7613A6-39B0-5E42-8A11-D0310611F03D}"/>
                </a:ext>
              </a:extLst>
            </p:cNvPr>
            <p:cNvSpPr/>
            <p:nvPr/>
          </p:nvSpPr>
          <p:spPr>
            <a:xfrm rot="19850998">
              <a:off x="10108534" y="5551894"/>
              <a:ext cx="60007" cy="3714"/>
            </a:xfrm>
            <a:custGeom>
              <a:avLst/>
              <a:gdLst>
                <a:gd name="connsiteX0" fmla="*/ -29 w 60007"/>
                <a:gd name="connsiteY0" fmla="*/ -43 h 3714"/>
                <a:gd name="connsiteX1" fmla="*/ 59979 w 60007"/>
                <a:gd name="connsiteY1" fmla="*/ -43 h 3714"/>
                <a:gd name="connsiteX2" fmla="*/ 59979 w 60007"/>
                <a:gd name="connsiteY2" fmla="*/ 3671 h 3714"/>
                <a:gd name="connsiteX3" fmla="*/ -29 w 60007"/>
                <a:gd name="connsiteY3" fmla="*/ 3671 h 3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007" h="3714">
                  <a:moveTo>
                    <a:pt x="-29" y="-43"/>
                  </a:moveTo>
                  <a:lnTo>
                    <a:pt x="59979" y="-43"/>
                  </a:lnTo>
                  <a:lnTo>
                    <a:pt x="59979" y="3671"/>
                  </a:lnTo>
                  <a:lnTo>
                    <a:pt x="-29" y="3671"/>
                  </a:lnTo>
                  <a:close/>
                </a:path>
              </a:pathLst>
            </a:custGeom>
            <a:solidFill>
              <a:srgbClr val="E8E9E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pic>
        <p:nvPicPr>
          <p:cNvPr id="326" name="Graphic 325" descr="Wireless with solid fill">
            <a:extLst>
              <a:ext uri="{FF2B5EF4-FFF2-40B4-BE49-F238E27FC236}">
                <a16:creationId xmlns:a16="http://schemas.microsoft.com/office/drawing/2014/main" id="{789CDA58-75D7-4D6F-998B-10C18A0A28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737385">
            <a:off x="5122325" y="753680"/>
            <a:ext cx="1985396" cy="1985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378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F34D69E-F284-4EF1-8ABC-9556CC80091B}"/>
              </a:ext>
            </a:extLst>
          </p:cNvPr>
          <p:cNvSpPr/>
          <p:nvPr/>
        </p:nvSpPr>
        <p:spPr>
          <a:xfrm>
            <a:off x="7689980" y="644472"/>
            <a:ext cx="4232149" cy="25384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Every device connecting to a network needs a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network interface card (NIC)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NICs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are often also referred to as:</a:t>
            </a:r>
          </a:p>
          <a:p>
            <a:pPr marL="742950" lvl="1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Network interface controller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Network adapter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1F051C-E9FE-4BD9-9E4B-5E607488C2FC}"/>
              </a:ext>
            </a:extLst>
          </p:cNvPr>
          <p:cNvSpPr/>
          <p:nvPr/>
        </p:nvSpPr>
        <p:spPr>
          <a:xfrm>
            <a:off x="176564" y="523174"/>
            <a:ext cx="3766261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Network interface card (NIC)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F3FF19-DD0D-CA09-D95E-865173E0F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8253"/>
            <a:ext cx="7417838" cy="5439748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B537D0D2-6AE1-95BE-00C9-CCC19970C32A}"/>
              </a:ext>
            </a:extLst>
          </p:cNvPr>
          <p:cNvGrpSpPr/>
          <p:nvPr/>
        </p:nvGrpSpPr>
        <p:grpSpPr>
          <a:xfrm>
            <a:off x="4593918" y="3546837"/>
            <a:ext cx="7235182" cy="3007918"/>
            <a:chOff x="6016194" y="4138127"/>
            <a:chExt cx="5812906" cy="2416628"/>
          </a:xfrm>
        </p:grpSpPr>
        <p:sp>
          <p:nvSpPr>
            <p:cNvPr id="2" name="Hexagon 1">
              <a:extLst>
                <a:ext uri="{FF2B5EF4-FFF2-40B4-BE49-F238E27FC236}">
                  <a16:creationId xmlns:a16="http://schemas.microsoft.com/office/drawing/2014/main" id="{B7670A5B-AD0C-4228-FF5B-B23A75DDB6BC}"/>
                </a:ext>
              </a:extLst>
            </p:cNvPr>
            <p:cNvSpPr/>
            <p:nvPr/>
          </p:nvSpPr>
          <p:spPr>
            <a:xfrm>
              <a:off x="6016194" y="4138127"/>
              <a:ext cx="2803288" cy="2416628"/>
            </a:xfrm>
            <a:prstGeom prst="hexagon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A NIC uses a set of rules to determine how the connection should work</a:t>
              </a:r>
            </a:p>
          </p:txBody>
        </p:sp>
        <p:sp>
          <p:nvSpPr>
            <p:cNvPr id="6" name="Hexagon 5">
              <a:extLst>
                <a:ext uri="{FF2B5EF4-FFF2-40B4-BE49-F238E27FC236}">
                  <a16:creationId xmlns:a16="http://schemas.microsoft.com/office/drawing/2014/main" id="{133FEF42-9857-F27C-B96F-C38F44A28C13}"/>
                </a:ext>
              </a:extLst>
            </p:cNvPr>
            <p:cNvSpPr/>
            <p:nvPr/>
          </p:nvSpPr>
          <p:spPr>
            <a:xfrm>
              <a:off x="9025812" y="4138127"/>
              <a:ext cx="2803288" cy="2416628"/>
            </a:xfrm>
            <a:prstGeom prst="hexagon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A NIC allows a device to connect to either a wired or wireless network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793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26A18E6-9758-35C8-2FC0-0649A81F40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9184"/>
          <a:stretch/>
        </p:blipFill>
        <p:spPr>
          <a:xfrm>
            <a:off x="93307" y="1189117"/>
            <a:ext cx="7417838" cy="3308238"/>
          </a:xfrm>
          <a:prstGeom prst="rect">
            <a:avLst/>
          </a:prstGeom>
        </p:spPr>
      </p:pic>
      <p:pic>
        <p:nvPicPr>
          <p:cNvPr id="7" name="Picture 6" descr="A picture containing electronics, adapter&#10;&#10;Description automatically generated">
            <a:extLst>
              <a:ext uri="{FF2B5EF4-FFF2-40B4-BE49-F238E27FC236}">
                <a16:creationId xmlns:a16="http://schemas.microsoft.com/office/drawing/2014/main" id="{1B3D8E31-B460-ACE6-BC81-AC79C16EE4F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07" y="2226597"/>
            <a:ext cx="4778829" cy="477882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FD02EA9-C55F-6748-E86A-58E5C17F06B6}"/>
              </a:ext>
            </a:extLst>
          </p:cNvPr>
          <p:cNvSpPr/>
          <p:nvPr/>
        </p:nvSpPr>
        <p:spPr>
          <a:xfrm>
            <a:off x="7689980" y="644472"/>
            <a:ext cx="4232149" cy="33249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Early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NICs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were commonly implemented as expansion cards plugged into a slot in a computer’s motherboard.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Today, the low cost and universal nature of the Ethernet standard means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NICs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are now built directly into the motherboard.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Wireless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NICs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(WNICs) allows a device to connect without cables – they can be:</a:t>
            </a:r>
          </a:p>
          <a:p>
            <a:pPr marL="742950" lvl="1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integrated into the device; or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plugged in – e.g., a USB dongle.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8A13E5-CD0D-12F7-1825-EAC563D4665E}"/>
              </a:ext>
            </a:extLst>
          </p:cNvPr>
          <p:cNvSpPr/>
          <p:nvPr/>
        </p:nvSpPr>
        <p:spPr>
          <a:xfrm>
            <a:off x="176564" y="523174"/>
            <a:ext cx="3820789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Network interface card (NIC)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8680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FD02EA9-C55F-6748-E86A-58E5C17F06B6}"/>
              </a:ext>
            </a:extLst>
          </p:cNvPr>
          <p:cNvSpPr/>
          <p:nvPr/>
        </p:nvSpPr>
        <p:spPr>
          <a:xfrm>
            <a:off x="8003653" y="1088111"/>
            <a:ext cx="3972447" cy="26552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NIC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contains a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media access control (MAC)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address, generated at the manufacturing stage.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 is possible for a device to have multiple separate connections to a network via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NICs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Each connection is assigned its own unique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MAC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address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8A13E5-CD0D-12F7-1825-EAC563D4665E}"/>
              </a:ext>
            </a:extLst>
          </p:cNvPr>
          <p:cNvSpPr/>
          <p:nvPr/>
        </p:nvSpPr>
        <p:spPr>
          <a:xfrm>
            <a:off x="176564" y="523174"/>
            <a:ext cx="4294767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Network interface card (NIC)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6C2633AC-C8EC-54E6-1D64-9FA074E98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871" y="1088111"/>
            <a:ext cx="7494705" cy="5452648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F2229BF4-F134-966D-84BB-0D57A99AC924}"/>
              </a:ext>
            </a:extLst>
          </p:cNvPr>
          <p:cNvGrpSpPr/>
          <p:nvPr/>
        </p:nvGrpSpPr>
        <p:grpSpPr>
          <a:xfrm>
            <a:off x="269871" y="1614197"/>
            <a:ext cx="4936611" cy="877076"/>
            <a:chOff x="269871" y="1614197"/>
            <a:chExt cx="4936611" cy="877076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ECAA006A-3CD8-E789-A560-962564129178}"/>
                </a:ext>
              </a:extLst>
            </p:cNvPr>
            <p:cNvGrpSpPr/>
            <p:nvPr/>
          </p:nvGrpSpPr>
          <p:grpSpPr>
            <a:xfrm>
              <a:off x="269871" y="1614197"/>
              <a:ext cx="2519982" cy="615819"/>
              <a:chOff x="269871" y="1614197"/>
              <a:chExt cx="2519982" cy="615819"/>
            </a:xfrm>
          </p:grpSpPr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5AA7A2F6-45F7-ED9F-AC5B-021E81140743}"/>
                  </a:ext>
                </a:extLst>
              </p:cNvPr>
              <p:cNvCxnSpPr/>
              <p:nvPr/>
            </p:nvCxnSpPr>
            <p:spPr>
              <a:xfrm>
                <a:off x="269871" y="1614197"/>
                <a:ext cx="2389353" cy="0"/>
              </a:xfrm>
              <a:prstGeom prst="line">
                <a:avLst/>
              </a:prstGeom>
              <a:ln w="57150"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5137D805-11DF-1D19-8309-3A2972797BD4}"/>
                  </a:ext>
                </a:extLst>
              </p:cNvPr>
              <p:cNvCxnSpPr>
                <a:cxnSpLocks/>
                <a:endCxn id="30" idx="0"/>
              </p:cNvCxnSpPr>
              <p:nvPr/>
            </p:nvCxnSpPr>
            <p:spPr>
              <a:xfrm>
                <a:off x="1343608" y="1614197"/>
                <a:ext cx="1446245" cy="615819"/>
              </a:xfrm>
              <a:prstGeom prst="line">
                <a:avLst/>
              </a:prstGeom>
              <a:ln w="57150"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34D1158-6052-AC51-E44A-532430ACE887}"/>
                </a:ext>
              </a:extLst>
            </p:cNvPr>
            <p:cNvSpPr/>
            <p:nvPr/>
          </p:nvSpPr>
          <p:spPr>
            <a:xfrm>
              <a:off x="373224" y="2230016"/>
              <a:ext cx="4833258" cy="261257"/>
            </a:xfrm>
            <a:prstGeom prst="rect">
              <a:avLst/>
            </a:pr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60CB32D-9741-F946-E8B0-412CB11B0429}"/>
              </a:ext>
            </a:extLst>
          </p:cNvPr>
          <p:cNvGrpSpPr/>
          <p:nvPr/>
        </p:nvGrpSpPr>
        <p:grpSpPr>
          <a:xfrm>
            <a:off x="269871" y="3170623"/>
            <a:ext cx="4936611" cy="876773"/>
            <a:chOff x="269871" y="3170623"/>
            <a:chExt cx="4936611" cy="876773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0DE3DE0C-A6A0-D247-9A31-6A8CA2A0EE21}"/>
                </a:ext>
              </a:extLst>
            </p:cNvPr>
            <p:cNvGrpSpPr/>
            <p:nvPr/>
          </p:nvGrpSpPr>
          <p:grpSpPr>
            <a:xfrm>
              <a:off x="269871" y="3170623"/>
              <a:ext cx="2519982" cy="615819"/>
              <a:chOff x="269871" y="1614197"/>
              <a:chExt cx="2519982" cy="615819"/>
            </a:xfrm>
          </p:grpSpPr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1A53BC07-D0D1-D69B-46C9-7A8DACEF1A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871" y="1614197"/>
                <a:ext cx="2223298" cy="0"/>
              </a:xfrm>
              <a:prstGeom prst="line">
                <a:avLst/>
              </a:prstGeom>
              <a:ln w="57150"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27430CC8-7946-DD10-1FB1-972D0EE0DD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43608" y="1614197"/>
                <a:ext cx="1446245" cy="615819"/>
              </a:xfrm>
              <a:prstGeom prst="line">
                <a:avLst/>
              </a:prstGeom>
              <a:ln w="57150"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08D73BE5-8E3C-18A7-F33F-B1193565F404}"/>
                </a:ext>
              </a:extLst>
            </p:cNvPr>
            <p:cNvSpPr/>
            <p:nvPr/>
          </p:nvSpPr>
          <p:spPr>
            <a:xfrm>
              <a:off x="373224" y="3786139"/>
              <a:ext cx="4833258" cy="261257"/>
            </a:xfrm>
            <a:prstGeom prst="rect">
              <a:avLst/>
            </a:pr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3389BF95-1FAE-0134-078E-CB0E839F804F}"/>
              </a:ext>
            </a:extLst>
          </p:cNvPr>
          <p:cNvGrpSpPr/>
          <p:nvPr/>
        </p:nvGrpSpPr>
        <p:grpSpPr>
          <a:xfrm>
            <a:off x="269871" y="4745405"/>
            <a:ext cx="4936611" cy="872642"/>
            <a:chOff x="269871" y="4745405"/>
            <a:chExt cx="4936611" cy="872642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7E910426-E6DA-6595-B586-331090E7B303}"/>
                </a:ext>
              </a:extLst>
            </p:cNvPr>
            <p:cNvGrpSpPr/>
            <p:nvPr/>
          </p:nvGrpSpPr>
          <p:grpSpPr>
            <a:xfrm>
              <a:off x="269871" y="4745405"/>
              <a:ext cx="3837785" cy="615819"/>
              <a:chOff x="269871" y="4745405"/>
              <a:chExt cx="3837785" cy="615819"/>
            </a:xfrm>
          </p:grpSpPr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A18846E0-0C29-9266-867D-0EF720204A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871" y="4745405"/>
                <a:ext cx="3837785" cy="0"/>
              </a:xfrm>
              <a:prstGeom prst="line">
                <a:avLst/>
              </a:prstGeom>
              <a:ln w="57150"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A4C1F090-33A4-8910-70B8-75DFDA765C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43608" y="4745405"/>
                <a:ext cx="1446245" cy="615819"/>
              </a:xfrm>
              <a:prstGeom prst="line">
                <a:avLst/>
              </a:prstGeom>
              <a:ln w="57150"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7971D02-852B-F839-AD8A-BCBF24DD6279}"/>
                </a:ext>
              </a:extLst>
            </p:cNvPr>
            <p:cNvSpPr/>
            <p:nvPr/>
          </p:nvSpPr>
          <p:spPr>
            <a:xfrm>
              <a:off x="373224" y="5356790"/>
              <a:ext cx="4833258" cy="261257"/>
            </a:xfrm>
            <a:prstGeom prst="rect">
              <a:avLst/>
            </a:pr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458260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54906" y="1887113"/>
            <a:ext cx="1162296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network interface card (NIC)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connects a device to a wired or wireless network.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NIC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uses a protocol to ensure successful communication.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NIC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contains a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media access control (MAC)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address, generated at the manufacturing stage.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1368341" y="523174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Network interface card (NIC)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make_notes">
            <a:extLst>
              <a:ext uri="{FF2B5EF4-FFF2-40B4-BE49-F238E27FC236}">
                <a16:creationId xmlns:a16="http://schemas.microsoft.com/office/drawing/2014/main" id="{F1417102-829F-44A0-826D-5144D9EDC7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3151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947853-E1EE-4D77-9DC1-BD14C2A8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" y="-28575"/>
            <a:ext cx="12239625" cy="6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785</TotalTime>
  <Words>311</Words>
  <Application>Microsoft Office PowerPoint</Application>
  <PresentationFormat>Widescreen</PresentationFormat>
  <Paragraphs>29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Craig Sargent</cp:lastModifiedBy>
  <cp:revision>110</cp:revision>
  <dcterms:created xsi:type="dcterms:W3CDTF">2019-10-14T15:21:06Z</dcterms:created>
  <dcterms:modified xsi:type="dcterms:W3CDTF">2022-07-15T11:10:35Z</dcterms:modified>
</cp:coreProperties>
</file>