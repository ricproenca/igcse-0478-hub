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5" r:id="rId3"/>
    <p:sldId id="266" r:id="rId4"/>
    <p:sldId id="267" r:id="rId5"/>
    <p:sldId id="268" r:id="rId6"/>
    <p:sldId id="269" r:id="rId7"/>
    <p:sldId id="260" r:id="rId8"/>
    <p:sldId id="2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425" autoAdjust="0"/>
  </p:normalViewPr>
  <p:slideViewPr>
    <p:cSldViewPr snapToGrid="0">
      <p:cViewPr varScale="1">
        <p:scale>
          <a:sx n="100" d="100"/>
          <a:sy n="100" d="100"/>
        </p:scale>
        <p:origin x="1002" y="9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35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3.4 Network hardware | The role of a router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3.4 Network 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role of a router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EF0305B-125C-426C-6527-B419162F851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12041"/>
            <a:ext cx="12192000" cy="6473952"/>
          </a:xfrm>
          <a:prstGeom prst="rect">
            <a:avLst/>
          </a:prstGeom>
        </p:spPr>
      </p:pic>
      <p:sp>
        <p:nvSpPr>
          <p:cNvPr id="23" name="Hexagon 22">
            <a:extLst>
              <a:ext uri="{FF2B5EF4-FFF2-40B4-BE49-F238E27FC236}">
                <a16:creationId xmlns:a16="http://schemas.microsoft.com/office/drawing/2014/main" id="{9E07EBBF-E54C-AFFB-70D1-1641E635D0C5}"/>
              </a:ext>
            </a:extLst>
          </p:cNvPr>
          <p:cNvSpPr/>
          <p:nvPr/>
        </p:nvSpPr>
        <p:spPr>
          <a:xfrm>
            <a:off x="360635" y="3399128"/>
            <a:ext cx="3340359" cy="2879620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Direct traffic (packets) from one router to another using IP addresses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FE2FECE8-6C80-0052-1071-EB284E9647D7}"/>
              </a:ext>
            </a:extLst>
          </p:cNvPr>
          <p:cNvSpPr/>
          <p:nvPr/>
        </p:nvSpPr>
        <p:spPr>
          <a:xfrm>
            <a:off x="3091468" y="1831575"/>
            <a:ext cx="3340359" cy="287962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Join local area networks (LANs) to the internet with a public IP address</a:t>
            </a: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CA690F8B-272F-BF71-FF93-03C13D1C5AE6}"/>
              </a:ext>
            </a:extLst>
          </p:cNvPr>
          <p:cNvSpPr/>
          <p:nvPr/>
        </p:nvSpPr>
        <p:spPr>
          <a:xfrm>
            <a:off x="5822301" y="3271385"/>
            <a:ext cx="3340359" cy="2879620"/>
          </a:xfrm>
          <a:prstGeom prst="hexag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Pass local </a:t>
            </a:r>
            <a:br>
              <a:rPr lang="en-GB" sz="2400" dirty="0"/>
            </a:br>
            <a:r>
              <a:rPr lang="en-GB" sz="2400" dirty="0"/>
              <a:t>data on to an external network (internet)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D1C37D15-A76D-EFE3-BEB7-7BA2773CF88C}"/>
              </a:ext>
            </a:extLst>
          </p:cNvPr>
          <p:cNvSpPr/>
          <p:nvPr/>
        </p:nvSpPr>
        <p:spPr>
          <a:xfrm>
            <a:off x="8553134" y="1812383"/>
            <a:ext cx="3340359" cy="2879620"/>
          </a:xfrm>
          <a:prstGeom prst="hexag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Receive inbound data and direct </a:t>
            </a:r>
            <a:br>
              <a:rPr lang="en-GB" sz="2400" dirty="0"/>
            </a:br>
            <a:r>
              <a:rPr lang="en-GB" sz="2400" dirty="0"/>
              <a:t>it to a specific device on a network (LAN)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E5EEF-8692-1DAD-B8EF-1161DFA17428}"/>
              </a:ext>
            </a:extLst>
          </p:cNvPr>
          <p:cNvSpPr/>
          <p:nvPr/>
        </p:nvSpPr>
        <p:spPr>
          <a:xfrm>
            <a:off x="176565" y="523174"/>
            <a:ext cx="1325664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5DF43B-A15B-F2EA-4520-2F21F044B777}"/>
              </a:ext>
            </a:extLst>
          </p:cNvPr>
          <p:cNvSpPr/>
          <p:nvPr/>
        </p:nvSpPr>
        <p:spPr>
          <a:xfrm>
            <a:off x="177023" y="1057769"/>
            <a:ext cx="8706918" cy="3693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come in many different shapes and sizes, but they all essentially do the same thing.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1325664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053CF72-706B-AA5E-70B5-108056496A74}"/>
              </a:ext>
            </a:extLst>
          </p:cNvPr>
          <p:cNvSpPr/>
          <p:nvPr/>
        </p:nvSpPr>
        <p:spPr>
          <a:xfrm>
            <a:off x="9725357" y="2233114"/>
            <a:ext cx="255576" cy="984248"/>
          </a:xfrm>
          <a:custGeom>
            <a:avLst/>
            <a:gdLst>
              <a:gd name="connsiteX0" fmla="*/ 251467 w 255576"/>
              <a:gd name="connsiteY0" fmla="*/ 21390 h 984248"/>
              <a:gd name="connsiteX1" fmla="*/ 83626 w 255576"/>
              <a:gd name="connsiteY1" fmla="*/ 234731 h 984248"/>
              <a:gd name="connsiteX2" fmla="*/ -1339 w 255576"/>
              <a:gd name="connsiteY2" fmla="*/ 283799 h 984248"/>
              <a:gd name="connsiteX3" fmla="*/ -1339 w 255576"/>
              <a:gd name="connsiteY3" fmla="*/ 983218 h 984248"/>
              <a:gd name="connsiteX4" fmla="*/ 84800 w 255576"/>
              <a:gd name="connsiteY4" fmla="*/ 933492 h 984248"/>
              <a:gd name="connsiteX5" fmla="*/ 254238 w 255576"/>
              <a:gd name="connsiteY5" fmla="*/ 696369 h 984248"/>
              <a:gd name="connsiteX6" fmla="*/ 252923 w 255576"/>
              <a:gd name="connsiteY6" fmla="*/ -1031 h 984248"/>
              <a:gd name="connsiteX7" fmla="*/ 251467 w 255576"/>
              <a:gd name="connsiteY7" fmla="*/ 21390 h 98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5576" h="984248">
                <a:moveTo>
                  <a:pt x="251467" y="21390"/>
                </a:moveTo>
                <a:cubicBezTo>
                  <a:pt x="242076" y="99265"/>
                  <a:pt x="186129" y="175544"/>
                  <a:pt x="83626" y="234731"/>
                </a:cubicBezTo>
                <a:lnTo>
                  <a:pt x="-1339" y="283799"/>
                </a:lnTo>
                <a:lnTo>
                  <a:pt x="-1339" y="983218"/>
                </a:lnTo>
                <a:lnTo>
                  <a:pt x="84800" y="933492"/>
                </a:lnTo>
                <a:cubicBezTo>
                  <a:pt x="197750" y="868248"/>
                  <a:pt x="254238" y="782273"/>
                  <a:pt x="254238" y="696369"/>
                </a:cubicBezTo>
                <a:lnTo>
                  <a:pt x="252923" y="-1031"/>
                </a:lnTo>
                <a:cubicBezTo>
                  <a:pt x="253064" y="6459"/>
                  <a:pt x="252571" y="13971"/>
                  <a:pt x="251467" y="21390"/>
                </a:cubicBezTo>
                <a:close/>
              </a:path>
            </a:pathLst>
          </a:custGeom>
          <a:solidFill>
            <a:srgbClr val="5A5C6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329F67E-DA8F-DD17-57EE-A975790EF29B}"/>
              </a:ext>
            </a:extLst>
          </p:cNvPr>
          <p:cNvSpPr/>
          <p:nvPr/>
        </p:nvSpPr>
        <p:spPr>
          <a:xfrm>
            <a:off x="9979595" y="2222737"/>
            <a:ext cx="10" cy="10400"/>
          </a:xfrm>
          <a:custGeom>
            <a:avLst/>
            <a:gdLst>
              <a:gd name="connsiteX0" fmla="*/ -1339 w 10"/>
              <a:gd name="connsiteY0" fmla="*/ -1031 h 10400"/>
              <a:gd name="connsiteX1" fmla="*/ -1339 w 10"/>
              <a:gd name="connsiteY1" fmla="*/ 9370 h 10400"/>
              <a:gd name="connsiteX2" fmla="*/ -1339 w 10"/>
              <a:gd name="connsiteY2" fmla="*/ -1031 h 1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" h="10400">
                <a:moveTo>
                  <a:pt x="-1339" y="-1031"/>
                </a:moveTo>
                <a:lnTo>
                  <a:pt x="-1339" y="9370"/>
                </a:lnTo>
                <a:cubicBezTo>
                  <a:pt x="-1316" y="5825"/>
                  <a:pt x="-1339" y="2327"/>
                  <a:pt x="-1339" y="-1031"/>
                </a:cubicBezTo>
                <a:close/>
              </a:path>
            </a:pathLst>
          </a:custGeom>
          <a:solidFill>
            <a:srgbClr val="5A5C6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70C03EA-433C-3A65-D54E-D0C301E7942D}"/>
              </a:ext>
            </a:extLst>
          </p:cNvPr>
          <p:cNvSpPr/>
          <p:nvPr/>
        </p:nvSpPr>
        <p:spPr>
          <a:xfrm>
            <a:off x="6230843" y="2517943"/>
            <a:ext cx="3494607" cy="2717124"/>
          </a:xfrm>
          <a:custGeom>
            <a:avLst/>
            <a:gdLst>
              <a:gd name="connsiteX0" fmla="*/ 3493175 w 3494607"/>
              <a:gd name="connsiteY0" fmla="*/ -1031 h 2717124"/>
              <a:gd name="connsiteX1" fmla="*/ -1339 w 3494607"/>
              <a:gd name="connsiteY1" fmla="*/ 2016698 h 2717124"/>
              <a:gd name="connsiteX2" fmla="*/ -1339 w 3494607"/>
              <a:gd name="connsiteY2" fmla="*/ 2716094 h 2717124"/>
              <a:gd name="connsiteX3" fmla="*/ -188 w 3494607"/>
              <a:gd name="connsiteY3" fmla="*/ 2715460 h 2717124"/>
              <a:gd name="connsiteX4" fmla="*/ 3493269 w 3494607"/>
              <a:gd name="connsiteY4" fmla="*/ 698388 h 2717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4607" h="2717124">
                <a:moveTo>
                  <a:pt x="3493175" y="-1031"/>
                </a:moveTo>
                <a:lnTo>
                  <a:pt x="-1339" y="2016698"/>
                </a:lnTo>
                <a:lnTo>
                  <a:pt x="-1339" y="2716094"/>
                </a:lnTo>
                <a:lnTo>
                  <a:pt x="-188" y="2715460"/>
                </a:lnTo>
                <a:lnTo>
                  <a:pt x="3493269" y="698388"/>
                </a:lnTo>
                <a:close/>
              </a:path>
            </a:pathLst>
          </a:custGeom>
          <a:solidFill>
            <a:srgbClr val="C9CBCF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8AB41A-AED0-6495-2B67-E177BB6CC172}"/>
              </a:ext>
            </a:extLst>
          </p:cNvPr>
          <p:cNvSpPr/>
          <p:nvPr/>
        </p:nvSpPr>
        <p:spPr>
          <a:xfrm>
            <a:off x="6257678" y="2564429"/>
            <a:ext cx="3440819" cy="2624154"/>
          </a:xfrm>
          <a:custGeom>
            <a:avLst/>
            <a:gdLst>
              <a:gd name="connsiteX0" fmla="*/ 0 w 3440819"/>
              <a:gd name="connsiteY0" fmla="*/ 1986739 h 2624154"/>
              <a:gd name="connsiteX1" fmla="*/ 3440820 w 3440819"/>
              <a:gd name="connsiteY1" fmla="*/ 0 h 2624154"/>
              <a:gd name="connsiteX2" fmla="*/ 3440820 w 3440819"/>
              <a:gd name="connsiteY2" fmla="*/ 637415 h 2624154"/>
              <a:gd name="connsiteX3" fmla="*/ 0 w 3440819"/>
              <a:gd name="connsiteY3" fmla="*/ 2624154 h 2624154"/>
              <a:gd name="connsiteX4" fmla="*/ 0 w 3440819"/>
              <a:gd name="connsiteY4" fmla="*/ 1986739 h 262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0819" h="2624154">
                <a:moveTo>
                  <a:pt x="0" y="1986739"/>
                </a:moveTo>
                <a:lnTo>
                  <a:pt x="3440820" y="0"/>
                </a:lnTo>
                <a:lnTo>
                  <a:pt x="3440820" y="637415"/>
                </a:lnTo>
                <a:lnTo>
                  <a:pt x="0" y="2624154"/>
                </a:lnTo>
                <a:lnTo>
                  <a:pt x="0" y="1986739"/>
                </a:lnTo>
                <a:close/>
              </a:path>
            </a:pathLst>
          </a:custGeom>
          <a:solidFill>
            <a:srgbClr val="404143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0FC698-0434-890D-0DE3-AEAC3DBE8CAB}"/>
              </a:ext>
            </a:extLst>
          </p:cNvPr>
          <p:cNvSpPr/>
          <p:nvPr/>
        </p:nvSpPr>
        <p:spPr>
          <a:xfrm>
            <a:off x="6851260" y="4401076"/>
            <a:ext cx="41860" cy="277739"/>
          </a:xfrm>
          <a:custGeom>
            <a:avLst/>
            <a:gdLst>
              <a:gd name="connsiteX0" fmla="*/ 39184 w 41860"/>
              <a:gd name="connsiteY0" fmla="*/ 275159 h 277739"/>
              <a:gd name="connsiteX1" fmla="*/ 40522 w 41860"/>
              <a:gd name="connsiteY1" fmla="*/ 274995 h 277739"/>
              <a:gd name="connsiteX2" fmla="*/ 40076 w 41860"/>
              <a:gd name="connsiteY2" fmla="*/ 275112 h 277739"/>
              <a:gd name="connsiteX3" fmla="*/ 30215 w 41860"/>
              <a:gd name="connsiteY3" fmla="*/ 276708 h 277739"/>
              <a:gd name="connsiteX4" fmla="*/ -1339 w 41860"/>
              <a:gd name="connsiteY4" fmla="*/ 238487 h 277739"/>
              <a:gd name="connsiteX5" fmla="*/ -1339 w 41860"/>
              <a:gd name="connsiteY5" fmla="*/ 32918 h 277739"/>
              <a:gd name="connsiteX6" fmla="*/ 7207 w 41860"/>
              <a:gd name="connsiteY6" fmla="*/ -1031 h 277739"/>
              <a:gd name="connsiteX7" fmla="*/ 18195 w 41860"/>
              <a:gd name="connsiteY7" fmla="*/ 5261 h 277739"/>
              <a:gd name="connsiteX8" fmla="*/ 11574 w 41860"/>
              <a:gd name="connsiteY8" fmla="*/ 34350 h 277739"/>
              <a:gd name="connsiteX9" fmla="*/ 11574 w 41860"/>
              <a:gd name="connsiteY9" fmla="*/ 241962 h 277739"/>
              <a:gd name="connsiteX10" fmla="*/ 37798 w 41860"/>
              <a:gd name="connsiteY10" fmla="*/ 275206 h 277739"/>
              <a:gd name="connsiteX11" fmla="*/ 39184 w 41860"/>
              <a:gd name="connsiteY11" fmla="*/ 275159 h 27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860" h="277739">
                <a:moveTo>
                  <a:pt x="39184" y="275159"/>
                </a:moveTo>
                <a:lnTo>
                  <a:pt x="40522" y="274995"/>
                </a:lnTo>
                <a:cubicBezTo>
                  <a:pt x="40381" y="275065"/>
                  <a:pt x="40240" y="275089"/>
                  <a:pt x="40076" y="275112"/>
                </a:cubicBezTo>
                <a:cubicBezTo>
                  <a:pt x="36883" y="276145"/>
                  <a:pt x="33573" y="276685"/>
                  <a:pt x="30215" y="276708"/>
                </a:cubicBezTo>
                <a:cubicBezTo>
                  <a:pt x="15002" y="276708"/>
                  <a:pt x="-1339" y="264759"/>
                  <a:pt x="-1339" y="238487"/>
                </a:cubicBezTo>
                <a:lnTo>
                  <a:pt x="-1339" y="32918"/>
                </a:lnTo>
                <a:cubicBezTo>
                  <a:pt x="-1104" y="21109"/>
                  <a:pt x="1831" y="9487"/>
                  <a:pt x="7207" y="-1031"/>
                </a:cubicBezTo>
                <a:lnTo>
                  <a:pt x="18195" y="5261"/>
                </a:lnTo>
                <a:cubicBezTo>
                  <a:pt x="13992" y="14394"/>
                  <a:pt x="11739" y="24301"/>
                  <a:pt x="11574" y="34350"/>
                </a:cubicBezTo>
                <a:lnTo>
                  <a:pt x="11574" y="241962"/>
                </a:lnTo>
                <a:cubicBezTo>
                  <a:pt x="11574" y="264899"/>
                  <a:pt x="24722" y="275206"/>
                  <a:pt x="37798" y="275206"/>
                </a:cubicBezTo>
                <a:cubicBezTo>
                  <a:pt x="38245" y="275206"/>
                  <a:pt x="38714" y="275206"/>
                  <a:pt x="39184" y="275159"/>
                </a:cubicBezTo>
                <a:close/>
              </a:path>
            </a:pathLst>
          </a:custGeom>
          <a:solidFill>
            <a:srgbClr val="74777E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A0F5047-B6D2-C738-B860-6F3B68E768EA}"/>
              </a:ext>
            </a:extLst>
          </p:cNvPr>
          <p:cNvSpPr/>
          <p:nvPr/>
        </p:nvSpPr>
        <p:spPr>
          <a:xfrm>
            <a:off x="6851260" y="4401076"/>
            <a:ext cx="41860" cy="277739"/>
          </a:xfrm>
          <a:custGeom>
            <a:avLst/>
            <a:gdLst>
              <a:gd name="connsiteX0" fmla="*/ 39184 w 41860"/>
              <a:gd name="connsiteY0" fmla="*/ 275159 h 277739"/>
              <a:gd name="connsiteX1" fmla="*/ 40522 w 41860"/>
              <a:gd name="connsiteY1" fmla="*/ 274995 h 277739"/>
              <a:gd name="connsiteX2" fmla="*/ 40076 w 41860"/>
              <a:gd name="connsiteY2" fmla="*/ 275112 h 277739"/>
              <a:gd name="connsiteX3" fmla="*/ 30215 w 41860"/>
              <a:gd name="connsiteY3" fmla="*/ 276708 h 277739"/>
              <a:gd name="connsiteX4" fmla="*/ -1339 w 41860"/>
              <a:gd name="connsiteY4" fmla="*/ 238487 h 277739"/>
              <a:gd name="connsiteX5" fmla="*/ -1339 w 41860"/>
              <a:gd name="connsiteY5" fmla="*/ 32918 h 277739"/>
              <a:gd name="connsiteX6" fmla="*/ 7207 w 41860"/>
              <a:gd name="connsiteY6" fmla="*/ -1031 h 277739"/>
              <a:gd name="connsiteX7" fmla="*/ 18195 w 41860"/>
              <a:gd name="connsiteY7" fmla="*/ 5261 h 277739"/>
              <a:gd name="connsiteX8" fmla="*/ 11574 w 41860"/>
              <a:gd name="connsiteY8" fmla="*/ 34350 h 277739"/>
              <a:gd name="connsiteX9" fmla="*/ 11574 w 41860"/>
              <a:gd name="connsiteY9" fmla="*/ 241962 h 277739"/>
              <a:gd name="connsiteX10" fmla="*/ 37798 w 41860"/>
              <a:gd name="connsiteY10" fmla="*/ 275206 h 277739"/>
              <a:gd name="connsiteX11" fmla="*/ 39184 w 41860"/>
              <a:gd name="connsiteY11" fmla="*/ 275159 h 27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860" h="277739">
                <a:moveTo>
                  <a:pt x="39184" y="275159"/>
                </a:moveTo>
                <a:lnTo>
                  <a:pt x="40522" y="274995"/>
                </a:lnTo>
                <a:cubicBezTo>
                  <a:pt x="40381" y="275065"/>
                  <a:pt x="40240" y="275089"/>
                  <a:pt x="40076" y="275112"/>
                </a:cubicBezTo>
                <a:cubicBezTo>
                  <a:pt x="36883" y="276145"/>
                  <a:pt x="33573" y="276685"/>
                  <a:pt x="30215" y="276708"/>
                </a:cubicBezTo>
                <a:cubicBezTo>
                  <a:pt x="15002" y="276708"/>
                  <a:pt x="-1339" y="264759"/>
                  <a:pt x="-1339" y="238487"/>
                </a:cubicBezTo>
                <a:lnTo>
                  <a:pt x="-1339" y="32918"/>
                </a:lnTo>
                <a:cubicBezTo>
                  <a:pt x="-1104" y="21109"/>
                  <a:pt x="1831" y="9487"/>
                  <a:pt x="7207" y="-1031"/>
                </a:cubicBezTo>
                <a:lnTo>
                  <a:pt x="18195" y="5261"/>
                </a:lnTo>
                <a:cubicBezTo>
                  <a:pt x="13992" y="14394"/>
                  <a:pt x="11739" y="24301"/>
                  <a:pt x="11574" y="34350"/>
                </a:cubicBezTo>
                <a:lnTo>
                  <a:pt x="11574" y="241962"/>
                </a:lnTo>
                <a:cubicBezTo>
                  <a:pt x="11574" y="264899"/>
                  <a:pt x="24722" y="275206"/>
                  <a:pt x="37798" y="275206"/>
                </a:cubicBezTo>
                <a:cubicBezTo>
                  <a:pt x="38245" y="275206"/>
                  <a:pt x="38714" y="275206"/>
                  <a:pt x="39184" y="275159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11836EF-8AC0-B4C1-2CDF-A837923077C3}"/>
              </a:ext>
            </a:extLst>
          </p:cNvPr>
          <p:cNvSpPr/>
          <p:nvPr/>
        </p:nvSpPr>
        <p:spPr>
          <a:xfrm>
            <a:off x="9691267" y="2564429"/>
            <a:ext cx="7230" cy="641593"/>
          </a:xfrm>
          <a:custGeom>
            <a:avLst/>
            <a:gdLst>
              <a:gd name="connsiteX0" fmla="*/ 0 w 7230"/>
              <a:gd name="connsiteY0" fmla="*/ 641594 h 641593"/>
              <a:gd name="connsiteX1" fmla="*/ 0 w 7230"/>
              <a:gd name="connsiteY1" fmla="*/ 6339 h 641593"/>
              <a:gd name="connsiteX2" fmla="*/ 0 w 7230"/>
              <a:gd name="connsiteY2" fmla="*/ 4179 h 641593"/>
              <a:gd name="connsiteX3" fmla="*/ 7231 w 7230"/>
              <a:gd name="connsiteY3" fmla="*/ 0 h 641593"/>
              <a:gd name="connsiteX4" fmla="*/ 7231 w 7230"/>
              <a:gd name="connsiteY4" fmla="*/ 637415 h 641593"/>
              <a:gd name="connsiteX5" fmla="*/ 0 w 7230"/>
              <a:gd name="connsiteY5" fmla="*/ 641594 h 641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30" h="641593">
                <a:moveTo>
                  <a:pt x="0" y="641594"/>
                </a:moveTo>
                <a:lnTo>
                  <a:pt x="0" y="6339"/>
                </a:lnTo>
                <a:lnTo>
                  <a:pt x="0" y="4179"/>
                </a:lnTo>
                <a:lnTo>
                  <a:pt x="7231" y="0"/>
                </a:lnTo>
                <a:lnTo>
                  <a:pt x="7231" y="637415"/>
                </a:lnTo>
                <a:lnTo>
                  <a:pt x="0" y="641594"/>
                </a:lnTo>
                <a:close/>
              </a:path>
            </a:pathLst>
          </a:custGeom>
          <a:solidFill>
            <a:srgbClr val="C9CBCF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78DD82D-245A-A5B9-D3CF-744D09405046}"/>
              </a:ext>
            </a:extLst>
          </p:cNvPr>
          <p:cNvSpPr/>
          <p:nvPr/>
        </p:nvSpPr>
        <p:spPr>
          <a:xfrm>
            <a:off x="7186308" y="4161769"/>
            <a:ext cx="9250" cy="375335"/>
          </a:xfrm>
          <a:custGeom>
            <a:avLst/>
            <a:gdLst>
              <a:gd name="connsiteX0" fmla="*/ 0 w 9250"/>
              <a:gd name="connsiteY0" fmla="*/ 0 h 375335"/>
              <a:gd name="connsiteX1" fmla="*/ 0 w 9250"/>
              <a:gd name="connsiteY1" fmla="*/ 369983 h 375335"/>
              <a:gd name="connsiteX2" fmla="*/ 9250 w 9250"/>
              <a:gd name="connsiteY2" fmla="*/ 375335 h 375335"/>
              <a:gd name="connsiteX3" fmla="*/ 9250 w 9250"/>
              <a:gd name="connsiteY3" fmla="*/ 5353 h 375335"/>
              <a:gd name="connsiteX4" fmla="*/ 0 w 9250"/>
              <a:gd name="connsiteY4" fmla="*/ 0 h 375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0" h="375335">
                <a:moveTo>
                  <a:pt x="0" y="0"/>
                </a:moveTo>
                <a:lnTo>
                  <a:pt x="0" y="369983"/>
                </a:lnTo>
                <a:lnTo>
                  <a:pt x="9250" y="375335"/>
                </a:lnTo>
                <a:lnTo>
                  <a:pt x="9250" y="5353"/>
                </a:lnTo>
                <a:lnTo>
                  <a:pt x="0" y="0"/>
                </a:lnTo>
                <a:close/>
              </a:path>
            </a:pathLst>
          </a:custGeom>
          <a:solidFill>
            <a:srgbClr val="72B3EB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F04EEA5-7C48-9274-A169-74AD2D4403E5}"/>
              </a:ext>
            </a:extLst>
          </p:cNvPr>
          <p:cNvSpPr/>
          <p:nvPr/>
        </p:nvSpPr>
        <p:spPr>
          <a:xfrm>
            <a:off x="9691267" y="2564429"/>
            <a:ext cx="7230" cy="641593"/>
          </a:xfrm>
          <a:custGeom>
            <a:avLst/>
            <a:gdLst>
              <a:gd name="connsiteX0" fmla="*/ 0 w 7230"/>
              <a:gd name="connsiteY0" fmla="*/ 641594 h 641593"/>
              <a:gd name="connsiteX1" fmla="*/ 0 w 7230"/>
              <a:gd name="connsiteY1" fmla="*/ 6339 h 641593"/>
              <a:gd name="connsiteX2" fmla="*/ 0 w 7230"/>
              <a:gd name="connsiteY2" fmla="*/ 4179 h 641593"/>
              <a:gd name="connsiteX3" fmla="*/ 7231 w 7230"/>
              <a:gd name="connsiteY3" fmla="*/ 0 h 641593"/>
              <a:gd name="connsiteX4" fmla="*/ 7231 w 7230"/>
              <a:gd name="connsiteY4" fmla="*/ 637415 h 641593"/>
              <a:gd name="connsiteX5" fmla="*/ 0 w 7230"/>
              <a:gd name="connsiteY5" fmla="*/ 641594 h 641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30" h="641593">
                <a:moveTo>
                  <a:pt x="0" y="641594"/>
                </a:moveTo>
                <a:lnTo>
                  <a:pt x="0" y="6339"/>
                </a:lnTo>
                <a:lnTo>
                  <a:pt x="0" y="4179"/>
                </a:lnTo>
                <a:lnTo>
                  <a:pt x="7231" y="0"/>
                </a:lnTo>
                <a:lnTo>
                  <a:pt x="7231" y="637415"/>
                </a:lnTo>
                <a:lnTo>
                  <a:pt x="0" y="64159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A388C23-3348-503C-705D-06FB094339C2}"/>
              </a:ext>
            </a:extLst>
          </p:cNvPr>
          <p:cNvSpPr/>
          <p:nvPr/>
        </p:nvSpPr>
        <p:spPr>
          <a:xfrm>
            <a:off x="9691267" y="2564429"/>
            <a:ext cx="7230" cy="641593"/>
          </a:xfrm>
          <a:custGeom>
            <a:avLst/>
            <a:gdLst>
              <a:gd name="connsiteX0" fmla="*/ 7231 w 7230"/>
              <a:gd name="connsiteY0" fmla="*/ 0 h 641593"/>
              <a:gd name="connsiteX1" fmla="*/ 7231 w 7230"/>
              <a:gd name="connsiteY1" fmla="*/ 637415 h 641593"/>
              <a:gd name="connsiteX2" fmla="*/ 0 w 7230"/>
              <a:gd name="connsiteY2" fmla="*/ 641594 h 641593"/>
              <a:gd name="connsiteX3" fmla="*/ 7231 w 7230"/>
              <a:gd name="connsiteY3" fmla="*/ 0 h 641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0" h="641593">
                <a:moveTo>
                  <a:pt x="7231" y="0"/>
                </a:moveTo>
                <a:lnTo>
                  <a:pt x="7231" y="637415"/>
                </a:lnTo>
                <a:lnTo>
                  <a:pt x="0" y="641594"/>
                </a:lnTo>
                <a:lnTo>
                  <a:pt x="7231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1AAFAF-8476-CB4D-622B-788613183DCD}"/>
              </a:ext>
            </a:extLst>
          </p:cNvPr>
          <p:cNvSpPr/>
          <p:nvPr/>
        </p:nvSpPr>
        <p:spPr>
          <a:xfrm>
            <a:off x="6257678" y="3185715"/>
            <a:ext cx="3440819" cy="2002868"/>
          </a:xfrm>
          <a:custGeom>
            <a:avLst/>
            <a:gdLst>
              <a:gd name="connsiteX0" fmla="*/ 3440820 w 3440819"/>
              <a:gd name="connsiteY0" fmla="*/ 0 h 2002868"/>
              <a:gd name="connsiteX1" fmla="*/ 0 w 3440819"/>
              <a:gd name="connsiteY1" fmla="*/ 1986739 h 2002868"/>
              <a:gd name="connsiteX2" fmla="*/ 0 w 3440819"/>
              <a:gd name="connsiteY2" fmla="*/ 2002868 h 2002868"/>
              <a:gd name="connsiteX3" fmla="*/ 3440820 w 3440819"/>
              <a:gd name="connsiteY3" fmla="*/ 16129 h 2002868"/>
              <a:gd name="connsiteX4" fmla="*/ 3440820 w 3440819"/>
              <a:gd name="connsiteY4" fmla="*/ 0 h 200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0819" h="2002868">
                <a:moveTo>
                  <a:pt x="3440820" y="0"/>
                </a:moveTo>
                <a:lnTo>
                  <a:pt x="0" y="1986739"/>
                </a:lnTo>
                <a:lnTo>
                  <a:pt x="0" y="2002868"/>
                </a:lnTo>
                <a:lnTo>
                  <a:pt x="3440820" y="16129"/>
                </a:lnTo>
                <a:lnTo>
                  <a:pt x="3440820" y="0"/>
                </a:lnTo>
                <a:close/>
              </a:path>
            </a:pathLst>
          </a:custGeom>
          <a:solidFill>
            <a:srgbClr val="C9CBCF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E4A8F5-1B73-328A-3C21-D01F0C943705}"/>
              </a:ext>
            </a:extLst>
          </p:cNvPr>
          <p:cNvSpPr/>
          <p:nvPr/>
        </p:nvSpPr>
        <p:spPr>
          <a:xfrm>
            <a:off x="6257678" y="3185715"/>
            <a:ext cx="3440819" cy="2002868"/>
          </a:xfrm>
          <a:custGeom>
            <a:avLst/>
            <a:gdLst>
              <a:gd name="connsiteX0" fmla="*/ 3440820 w 3440819"/>
              <a:gd name="connsiteY0" fmla="*/ 0 h 2002868"/>
              <a:gd name="connsiteX1" fmla="*/ 0 w 3440819"/>
              <a:gd name="connsiteY1" fmla="*/ 1986739 h 2002868"/>
              <a:gd name="connsiteX2" fmla="*/ 0 w 3440819"/>
              <a:gd name="connsiteY2" fmla="*/ 2002868 h 2002868"/>
              <a:gd name="connsiteX3" fmla="*/ 3440820 w 3440819"/>
              <a:gd name="connsiteY3" fmla="*/ 16129 h 2002868"/>
              <a:gd name="connsiteX4" fmla="*/ 3440820 w 3440819"/>
              <a:gd name="connsiteY4" fmla="*/ 0 h 200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0819" h="2002868">
                <a:moveTo>
                  <a:pt x="3440820" y="0"/>
                </a:moveTo>
                <a:lnTo>
                  <a:pt x="0" y="1986739"/>
                </a:lnTo>
                <a:lnTo>
                  <a:pt x="0" y="2002868"/>
                </a:lnTo>
                <a:lnTo>
                  <a:pt x="3440820" y="16129"/>
                </a:lnTo>
                <a:lnTo>
                  <a:pt x="344082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1066CE4-F20E-AF67-86BF-4D2E980195B5}"/>
              </a:ext>
            </a:extLst>
          </p:cNvPr>
          <p:cNvSpPr/>
          <p:nvPr/>
        </p:nvSpPr>
        <p:spPr>
          <a:xfrm>
            <a:off x="6879152" y="4372827"/>
            <a:ext cx="174038" cy="223470"/>
          </a:xfrm>
          <a:custGeom>
            <a:avLst/>
            <a:gdLst>
              <a:gd name="connsiteX0" fmla="*/ 172700 w 174038"/>
              <a:gd name="connsiteY0" fmla="*/ 60462 h 223470"/>
              <a:gd name="connsiteX1" fmla="*/ 172254 w 174038"/>
              <a:gd name="connsiteY1" fmla="*/ 70980 h 223470"/>
              <a:gd name="connsiteX2" fmla="*/ 160116 w 174038"/>
              <a:gd name="connsiteY2" fmla="*/ 119414 h 223470"/>
              <a:gd name="connsiteX3" fmla="*/ 132366 w 174038"/>
              <a:gd name="connsiteY3" fmla="*/ 167943 h 223470"/>
              <a:gd name="connsiteX4" fmla="*/ 105085 w 174038"/>
              <a:gd name="connsiteY4" fmla="*/ 196726 h 223470"/>
              <a:gd name="connsiteX5" fmla="*/ 85692 w 174038"/>
              <a:gd name="connsiteY5" fmla="*/ 210484 h 223470"/>
              <a:gd name="connsiteX6" fmla="*/ -1339 w 174038"/>
              <a:gd name="connsiteY6" fmla="*/ 160946 h 223470"/>
              <a:gd name="connsiteX7" fmla="*/ 1009 w 174038"/>
              <a:gd name="connsiteY7" fmla="*/ 136647 h 223470"/>
              <a:gd name="connsiteX8" fmla="*/ 12607 w 174038"/>
              <a:gd name="connsiteY8" fmla="*/ 98777 h 223470"/>
              <a:gd name="connsiteX9" fmla="*/ 41179 w 174038"/>
              <a:gd name="connsiteY9" fmla="*/ 50766 h 223470"/>
              <a:gd name="connsiteX10" fmla="*/ 77405 w 174038"/>
              <a:gd name="connsiteY10" fmla="*/ 16184 h 223470"/>
              <a:gd name="connsiteX11" fmla="*/ 85716 w 174038"/>
              <a:gd name="connsiteY11" fmla="*/ 10925 h 223470"/>
              <a:gd name="connsiteX12" fmla="*/ 172700 w 174038"/>
              <a:gd name="connsiteY12" fmla="*/ 60462 h 223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038" h="223470">
                <a:moveTo>
                  <a:pt x="172700" y="60462"/>
                </a:moveTo>
                <a:cubicBezTo>
                  <a:pt x="172700" y="63914"/>
                  <a:pt x="172559" y="67506"/>
                  <a:pt x="172254" y="70980"/>
                </a:cubicBezTo>
                <a:cubicBezTo>
                  <a:pt x="170657" y="87649"/>
                  <a:pt x="166572" y="103966"/>
                  <a:pt x="160116" y="119414"/>
                </a:cubicBezTo>
                <a:cubicBezTo>
                  <a:pt x="153049" y="136741"/>
                  <a:pt x="143729" y="153058"/>
                  <a:pt x="132366" y="167943"/>
                </a:cubicBezTo>
                <a:cubicBezTo>
                  <a:pt x="124383" y="178531"/>
                  <a:pt x="115227" y="188203"/>
                  <a:pt x="105085" y="196726"/>
                </a:cubicBezTo>
                <a:cubicBezTo>
                  <a:pt x="99051" y="201891"/>
                  <a:pt x="92572" y="206493"/>
                  <a:pt x="85692" y="210484"/>
                </a:cubicBezTo>
                <a:cubicBezTo>
                  <a:pt x="37587" y="238234"/>
                  <a:pt x="-1339" y="216025"/>
                  <a:pt x="-1339" y="160946"/>
                </a:cubicBezTo>
                <a:cubicBezTo>
                  <a:pt x="-1292" y="152799"/>
                  <a:pt x="-494" y="144653"/>
                  <a:pt x="1009" y="136647"/>
                </a:cubicBezTo>
                <a:cubicBezTo>
                  <a:pt x="3450" y="123640"/>
                  <a:pt x="7348" y="110939"/>
                  <a:pt x="12607" y="98777"/>
                </a:cubicBezTo>
                <a:cubicBezTo>
                  <a:pt x="19932" y="81569"/>
                  <a:pt x="29534" y="65416"/>
                  <a:pt x="41179" y="50766"/>
                </a:cubicBezTo>
                <a:cubicBezTo>
                  <a:pt x="51439" y="37478"/>
                  <a:pt x="63647" y="25810"/>
                  <a:pt x="77405" y="16184"/>
                </a:cubicBezTo>
                <a:cubicBezTo>
                  <a:pt x="80152" y="14305"/>
                  <a:pt x="82899" y="12568"/>
                  <a:pt x="85716" y="10925"/>
                </a:cubicBezTo>
                <a:cubicBezTo>
                  <a:pt x="133727" y="-16826"/>
                  <a:pt x="172700" y="5384"/>
                  <a:pt x="172700" y="60462"/>
                </a:cubicBezTo>
                <a:close/>
              </a:path>
            </a:pathLst>
          </a:custGeom>
          <a:solidFill>
            <a:srgbClr val="40404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27C8082-DC5D-093E-A050-9818C51A3617}"/>
              </a:ext>
            </a:extLst>
          </p:cNvPr>
          <p:cNvSpPr/>
          <p:nvPr/>
        </p:nvSpPr>
        <p:spPr>
          <a:xfrm>
            <a:off x="7205583" y="4179871"/>
            <a:ext cx="307250" cy="271752"/>
          </a:xfrm>
          <a:custGeom>
            <a:avLst/>
            <a:gdLst>
              <a:gd name="connsiteX0" fmla="*/ 15026 w 307250"/>
              <a:gd name="connsiteY0" fmla="*/ 10330 h 271752"/>
              <a:gd name="connsiteX1" fmla="*/ 15026 w 307250"/>
              <a:gd name="connsiteY1" fmla="*/ 102878 h 271752"/>
              <a:gd name="connsiteX2" fmla="*/ 9673 w 307250"/>
              <a:gd name="connsiteY2" fmla="*/ 106001 h 271752"/>
              <a:gd name="connsiteX3" fmla="*/ 0 w 307250"/>
              <a:gd name="connsiteY3" fmla="*/ 111635 h 271752"/>
              <a:gd name="connsiteX4" fmla="*/ 0 w 307250"/>
              <a:gd name="connsiteY4" fmla="*/ 146195 h 271752"/>
              <a:gd name="connsiteX5" fmla="*/ 2606 w 307250"/>
              <a:gd name="connsiteY5" fmla="*/ 144669 h 271752"/>
              <a:gd name="connsiteX6" fmla="*/ 13688 w 307250"/>
              <a:gd name="connsiteY6" fmla="*/ 138212 h 271752"/>
              <a:gd name="connsiteX7" fmla="*/ 15026 w 307250"/>
              <a:gd name="connsiteY7" fmla="*/ 137508 h 271752"/>
              <a:gd name="connsiteX8" fmla="*/ 15026 w 307250"/>
              <a:gd name="connsiteY8" fmla="*/ 230056 h 271752"/>
              <a:gd name="connsiteX9" fmla="*/ 72405 w 307250"/>
              <a:gd name="connsiteY9" fmla="*/ 196930 h 271752"/>
              <a:gd name="connsiteX10" fmla="*/ 72405 w 307250"/>
              <a:gd name="connsiteY10" fmla="*/ 229610 h 271752"/>
              <a:gd name="connsiteX11" fmla="*/ 100695 w 307250"/>
              <a:gd name="connsiteY11" fmla="*/ 213317 h 271752"/>
              <a:gd name="connsiteX12" fmla="*/ 110978 w 307250"/>
              <a:gd name="connsiteY12" fmla="*/ 207330 h 271752"/>
              <a:gd name="connsiteX13" fmla="*/ 110978 w 307250"/>
              <a:gd name="connsiteY13" fmla="*/ 271752 h 271752"/>
              <a:gd name="connsiteX14" fmla="*/ 156454 w 307250"/>
              <a:gd name="connsiteY14" fmla="*/ 245457 h 271752"/>
              <a:gd name="connsiteX15" fmla="*/ 166737 w 307250"/>
              <a:gd name="connsiteY15" fmla="*/ 239541 h 271752"/>
              <a:gd name="connsiteX16" fmla="*/ 179181 w 307250"/>
              <a:gd name="connsiteY16" fmla="*/ 232287 h 271752"/>
              <a:gd name="connsiteX17" fmla="*/ 307250 w 307250"/>
              <a:gd name="connsiteY17" fmla="*/ 158356 h 271752"/>
              <a:gd name="connsiteX18" fmla="*/ 32939 w 307250"/>
              <a:gd name="connsiteY18" fmla="*/ 0 h 271752"/>
              <a:gd name="connsiteX19" fmla="*/ 15026 w 307250"/>
              <a:gd name="connsiteY19" fmla="*/ 10330 h 271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07250" h="271752">
                <a:moveTo>
                  <a:pt x="15026" y="10330"/>
                </a:moveTo>
                <a:lnTo>
                  <a:pt x="15026" y="102878"/>
                </a:lnTo>
                <a:lnTo>
                  <a:pt x="9673" y="106001"/>
                </a:lnTo>
                <a:lnTo>
                  <a:pt x="0" y="111635"/>
                </a:lnTo>
                <a:lnTo>
                  <a:pt x="0" y="146195"/>
                </a:lnTo>
                <a:lnTo>
                  <a:pt x="2606" y="144669"/>
                </a:lnTo>
                <a:lnTo>
                  <a:pt x="13688" y="138212"/>
                </a:lnTo>
                <a:lnTo>
                  <a:pt x="15026" y="137508"/>
                </a:lnTo>
                <a:lnTo>
                  <a:pt x="15026" y="230056"/>
                </a:lnTo>
                <a:lnTo>
                  <a:pt x="72405" y="196930"/>
                </a:lnTo>
                <a:lnTo>
                  <a:pt x="72405" y="229610"/>
                </a:lnTo>
                <a:lnTo>
                  <a:pt x="100695" y="213317"/>
                </a:lnTo>
                <a:lnTo>
                  <a:pt x="110978" y="207330"/>
                </a:lnTo>
                <a:lnTo>
                  <a:pt x="110978" y="271752"/>
                </a:lnTo>
                <a:lnTo>
                  <a:pt x="156454" y="245457"/>
                </a:lnTo>
                <a:lnTo>
                  <a:pt x="166737" y="239541"/>
                </a:lnTo>
                <a:lnTo>
                  <a:pt x="179181" y="232287"/>
                </a:lnTo>
                <a:lnTo>
                  <a:pt x="307250" y="158356"/>
                </a:lnTo>
                <a:lnTo>
                  <a:pt x="32939" y="0"/>
                </a:lnTo>
                <a:lnTo>
                  <a:pt x="15026" y="103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D734C2A-F25F-1848-0649-A4EDFA112569}"/>
              </a:ext>
            </a:extLst>
          </p:cNvPr>
          <p:cNvSpPr/>
          <p:nvPr/>
        </p:nvSpPr>
        <p:spPr>
          <a:xfrm>
            <a:off x="7513679" y="4003672"/>
            <a:ext cx="110133" cy="80926"/>
          </a:xfrm>
          <a:custGeom>
            <a:avLst/>
            <a:gdLst>
              <a:gd name="connsiteX0" fmla="*/ 110133 w 110133"/>
              <a:gd name="connsiteY0" fmla="*/ 46274 h 80926"/>
              <a:gd name="connsiteX1" fmla="*/ 30004 w 110133"/>
              <a:gd name="connsiteY1" fmla="*/ 0 h 80926"/>
              <a:gd name="connsiteX2" fmla="*/ 0 w 110133"/>
              <a:gd name="connsiteY2" fmla="*/ 17326 h 80926"/>
              <a:gd name="connsiteX3" fmla="*/ 110133 w 110133"/>
              <a:gd name="connsiteY3" fmla="*/ 80927 h 80926"/>
              <a:gd name="connsiteX4" fmla="*/ 110133 w 110133"/>
              <a:gd name="connsiteY4" fmla="*/ 46274 h 8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133" h="80926">
                <a:moveTo>
                  <a:pt x="110133" y="46274"/>
                </a:moveTo>
                <a:lnTo>
                  <a:pt x="30004" y="0"/>
                </a:lnTo>
                <a:lnTo>
                  <a:pt x="0" y="17326"/>
                </a:lnTo>
                <a:lnTo>
                  <a:pt x="110133" y="80927"/>
                </a:lnTo>
                <a:lnTo>
                  <a:pt x="110133" y="4627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D85CFCE-F6DD-C327-42DB-1068802228ED}"/>
              </a:ext>
            </a:extLst>
          </p:cNvPr>
          <p:cNvSpPr/>
          <p:nvPr/>
        </p:nvSpPr>
        <p:spPr>
          <a:xfrm>
            <a:off x="7294234" y="4125403"/>
            <a:ext cx="257172" cy="148471"/>
          </a:xfrm>
          <a:custGeom>
            <a:avLst/>
            <a:gdLst>
              <a:gd name="connsiteX0" fmla="*/ 218599 w 257172"/>
              <a:gd name="connsiteY0" fmla="*/ 148472 h 148471"/>
              <a:gd name="connsiteX1" fmla="*/ 0 w 257172"/>
              <a:gd name="connsiteY1" fmla="*/ 22304 h 148471"/>
              <a:gd name="connsiteX2" fmla="*/ 38621 w 257172"/>
              <a:gd name="connsiteY2" fmla="*/ 0 h 148471"/>
              <a:gd name="connsiteX3" fmla="*/ 257173 w 257172"/>
              <a:gd name="connsiteY3" fmla="*/ 126192 h 148471"/>
              <a:gd name="connsiteX4" fmla="*/ 218599 w 257172"/>
              <a:gd name="connsiteY4" fmla="*/ 148472 h 14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2" h="148471">
                <a:moveTo>
                  <a:pt x="218599" y="148472"/>
                </a:moveTo>
                <a:lnTo>
                  <a:pt x="0" y="22304"/>
                </a:lnTo>
                <a:lnTo>
                  <a:pt x="38621" y="0"/>
                </a:lnTo>
                <a:lnTo>
                  <a:pt x="257173" y="126192"/>
                </a:lnTo>
                <a:lnTo>
                  <a:pt x="218599" y="148472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E4BB0E8-EA9B-B4DC-3FCE-E5E9E3DB705A}"/>
              </a:ext>
            </a:extLst>
          </p:cNvPr>
          <p:cNvSpPr/>
          <p:nvPr/>
        </p:nvSpPr>
        <p:spPr>
          <a:xfrm>
            <a:off x="7205583" y="4308692"/>
            <a:ext cx="15025" cy="17373"/>
          </a:xfrm>
          <a:custGeom>
            <a:avLst/>
            <a:gdLst>
              <a:gd name="connsiteX0" fmla="*/ 0 w 15025"/>
              <a:gd name="connsiteY0" fmla="*/ 17373 h 17373"/>
              <a:gd name="connsiteX1" fmla="*/ 0 w 15025"/>
              <a:gd name="connsiteY1" fmla="*/ 0 h 17373"/>
              <a:gd name="connsiteX2" fmla="*/ 0 w 15025"/>
              <a:gd name="connsiteY2" fmla="*/ 0 h 17373"/>
              <a:gd name="connsiteX3" fmla="*/ 15026 w 15025"/>
              <a:gd name="connsiteY3" fmla="*/ 8687 h 17373"/>
              <a:gd name="connsiteX4" fmla="*/ 0 w 15025"/>
              <a:gd name="connsiteY4" fmla="*/ 17373 h 1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5" h="17373">
                <a:moveTo>
                  <a:pt x="0" y="17373"/>
                </a:moveTo>
                <a:lnTo>
                  <a:pt x="0" y="0"/>
                </a:lnTo>
                <a:lnTo>
                  <a:pt x="0" y="0"/>
                </a:lnTo>
                <a:lnTo>
                  <a:pt x="15026" y="8687"/>
                </a:lnTo>
                <a:lnTo>
                  <a:pt x="0" y="17373"/>
                </a:lnTo>
                <a:close/>
              </a:path>
            </a:pathLst>
          </a:custGeom>
          <a:solidFill>
            <a:srgbClr val="4D4D4D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662DEB3-C197-9D05-D9E5-D9C2C46E1F37}"/>
              </a:ext>
            </a:extLst>
          </p:cNvPr>
          <p:cNvSpPr/>
          <p:nvPr/>
        </p:nvSpPr>
        <p:spPr>
          <a:xfrm>
            <a:off x="7220609" y="4331794"/>
            <a:ext cx="95952" cy="77687"/>
          </a:xfrm>
          <a:custGeom>
            <a:avLst/>
            <a:gdLst>
              <a:gd name="connsiteX0" fmla="*/ 57379 w 95952"/>
              <a:gd name="connsiteY0" fmla="*/ 77687 h 77687"/>
              <a:gd name="connsiteX1" fmla="*/ 57379 w 95952"/>
              <a:gd name="connsiteY1" fmla="*/ 45007 h 77687"/>
              <a:gd name="connsiteX2" fmla="*/ 0 w 95952"/>
              <a:gd name="connsiteY2" fmla="*/ 11903 h 77687"/>
              <a:gd name="connsiteX3" fmla="*/ 0 w 95952"/>
              <a:gd name="connsiteY3" fmla="*/ 0 h 77687"/>
              <a:gd name="connsiteX4" fmla="*/ 95953 w 95952"/>
              <a:gd name="connsiteY4" fmla="*/ 55407 h 77687"/>
              <a:gd name="connsiteX5" fmla="*/ 57379 w 95952"/>
              <a:gd name="connsiteY5" fmla="*/ 77687 h 7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2" h="77687">
                <a:moveTo>
                  <a:pt x="57379" y="77687"/>
                </a:moveTo>
                <a:lnTo>
                  <a:pt x="57379" y="45007"/>
                </a:lnTo>
                <a:lnTo>
                  <a:pt x="0" y="11903"/>
                </a:lnTo>
                <a:lnTo>
                  <a:pt x="0" y="0"/>
                </a:lnTo>
                <a:lnTo>
                  <a:pt x="95953" y="55407"/>
                </a:lnTo>
                <a:lnTo>
                  <a:pt x="57379" y="77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032D223-F2B6-5A7A-3282-9D098B907767}"/>
              </a:ext>
            </a:extLst>
          </p:cNvPr>
          <p:cNvSpPr/>
          <p:nvPr/>
        </p:nvSpPr>
        <p:spPr>
          <a:xfrm>
            <a:off x="7220609" y="4343697"/>
            <a:ext cx="57379" cy="66230"/>
          </a:xfrm>
          <a:custGeom>
            <a:avLst/>
            <a:gdLst>
              <a:gd name="connsiteX0" fmla="*/ 0 w 57379"/>
              <a:gd name="connsiteY0" fmla="*/ 66230 h 66230"/>
              <a:gd name="connsiteX1" fmla="*/ 0 w 57379"/>
              <a:gd name="connsiteY1" fmla="*/ 0 h 66230"/>
              <a:gd name="connsiteX2" fmla="*/ 57379 w 57379"/>
              <a:gd name="connsiteY2" fmla="*/ 33103 h 66230"/>
              <a:gd name="connsiteX3" fmla="*/ 0 w 57379"/>
              <a:gd name="connsiteY3" fmla="*/ 66230 h 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79" h="66230">
                <a:moveTo>
                  <a:pt x="0" y="66230"/>
                </a:moveTo>
                <a:lnTo>
                  <a:pt x="0" y="0"/>
                </a:lnTo>
                <a:lnTo>
                  <a:pt x="57379" y="33103"/>
                </a:lnTo>
                <a:lnTo>
                  <a:pt x="0" y="662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2C3C16C-274C-EF70-09FD-88A454961037}"/>
              </a:ext>
            </a:extLst>
          </p:cNvPr>
          <p:cNvSpPr/>
          <p:nvPr/>
        </p:nvSpPr>
        <p:spPr>
          <a:xfrm>
            <a:off x="7332855" y="4109109"/>
            <a:ext cx="218552" cy="142484"/>
          </a:xfrm>
          <a:custGeom>
            <a:avLst/>
            <a:gdLst>
              <a:gd name="connsiteX0" fmla="*/ 0 w 218552"/>
              <a:gd name="connsiteY0" fmla="*/ 16293 h 142484"/>
              <a:gd name="connsiteX1" fmla="*/ 28197 w 218552"/>
              <a:gd name="connsiteY1" fmla="*/ 0 h 142484"/>
              <a:gd name="connsiteX2" fmla="*/ 218552 w 218552"/>
              <a:gd name="connsiteY2" fmla="*/ 109898 h 142484"/>
              <a:gd name="connsiteX3" fmla="*/ 218552 w 218552"/>
              <a:gd name="connsiteY3" fmla="*/ 142485 h 142484"/>
              <a:gd name="connsiteX4" fmla="*/ 0 w 218552"/>
              <a:gd name="connsiteY4" fmla="*/ 16293 h 14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552" h="142484">
                <a:moveTo>
                  <a:pt x="0" y="16293"/>
                </a:moveTo>
                <a:lnTo>
                  <a:pt x="28197" y="0"/>
                </a:lnTo>
                <a:lnTo>
                  <a:pt x="218552" y="109898"/>
                </a:lnTo>
                <a:lnTo>
                  <a:pt x="218552" y="142485"/>
                </a:lnTo>
                <a:lnTo>
                  <a:pt x="0" y="16293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608AF63-5709-1A21-743F-AA109D161125}"/>
              </a:ext>
            </a:extLst>
          </p:cNvPr>
          <p:cNvSpPr/>
          <p:nvPr/>
        </p:nvSpPr>
        <p:spPr>
          <a:xfrm>
            <a:off x="7238522" y="4147706"/>
            <a:ext cx="274311" cy="190520"/>
          </a:xfrm>
          <a:custGeom>
            <a:avLst/>
            <a:gdLst>
              <a:gd name="connsiteX0" fmla="*/ 0 w 274311"/>
              <a:gd name="connsiteY0" fmla="*/ 32164 h 190520"/>
              <a:gd name="connsiteX1" fmla="*/ 55712 w 274311"/>
              <a:gd name="connsiteY1" fmla="*/ 0 h 190520"/>
              <a:gd name="connsiteX2" fmla="*/ 274311 w 274311"/>
              <a:gd name="connsiteY2" fmla="*/ 126168 h 190520"/>
              <a:gd name="connsiteX3" fmla="*/ 274311 w 274311"/>
              <a:gd name="connsiteY3" fmla="*/ 190520 h 190520"/>
              <a:gd name="connsiteX4" fmla="*/ 0 w 274311"/>
              <a:gd name="connsiteY4" fmla="*/ 32164 h 19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11" h="190520">
                <a:moveTo>
                  <a:pt x="0" y="32164"/>
                </a:moveTo>
                <a:lnTo>
                  <a:pt x="55712" y="0"/>
                </a:lnTo>
                <a:lnTo>
                  <a:pt x="274311" y="126168"/>
                </a:lnTo>
                <a:lnTo>
                  <a:pt x="274311" y="190520"/>
                </a:lnTo>
                <a:lnTo>
                  <a:pt x="0" y="3216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8D7885-03FA-C61A-AEC3-753A475B10CA}"/>
              </a:ext>
            </a:extLst>
          </p:cNvPr>
          <p:cNvSpPr/>
          <p:nvPr/>
        </p:nvSpPr>
        <p:spPr>
          <a:xfrm>
            <a:off x="7361052" y="4076006"/>
            <a:ext cx="247734" cy="143001"/>
          </a:xfrm>
          <a:custGeom>
            <a:avLst/>
            <a:gdLst>
              <a:gd name="connsiteX0" fmla="*/ 0 w 247734"/>
              <a:gd name="connsiteY0" fmla="*/ 33103 h 143001"/>
              <a:gd name="connsiteX1" fmla="*/ 57379 w 247734"/>
              <a:gd name="connsiteY1" fmla="*/ 0 h 143001"/>
              <a:gd name="connsiteX2" fmla="*/ 247735 w 247734"/>
              <a:gd name="connsiteY2" fmla="*/ 109898 h 143001"/>
              <a:gd name="connsiteX3" fmla="*/ 190356 w 247734"/>
              <a:gd name="connsiteY3" fmla="*/ 143001 h 143001"/>
              <a:gd name="connsiteX4" fmla="*/ 0 w 247734"/>
              <a:gd name="connsiteY4" fmla="*/ 33103 h 14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734" h="143001">
                <a:moveTo>
                  <a:pt x="0" y="33103"/>
                </a:moveTo>
                <a:lnTo>
                  <a:pt x="57379" y="0"/>
                </a:lnTo>
                <a:lnTo>
                  <a:pt x="247735" y="109898"/>
                </a:lnTo>
                <a:lnTo>
                  <a:pt x="190356" y="143001"/>
                </a:lnTo>
                <a:lnTo>
                  <a:pt x="0" y="33103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A1617AD-0F92-2873-1349-DBD010FB3418}"/>
              </a:ext>
            </a:extLst>
          </p:cNvPr>
          <p:cNvSpPr/>
          <p:nvPr/>
        </p:nvSpPr>
        <p:spPr>
          <a:xfrm>
            <a:off x="7418431" y="4029685"/>
            <a:ext cx="190355" cy="156219"/>
          </a:xfrm>
          <a:custGeom>
            <a:avLst/>
            <a:gdLst>
              <a:gd name="connsiteX0" fmla="*/ 0 w 190355"/>
              <a:gd name="connsiteY0" fmla="*/ 46321 h 156219"/>
              <a:gd name="connsiteX1" fmla="*/ 80199 w 190355"/>
              <a:gd name="connsiteY1" fmla="*/ 0 h 156219"/>
              <a:gd name="connsiteX2" fmla="*/ 190356 w 190355"/>
              <a:gd name="connsiteY2" fmla="*/ 63577 h 156219"/>
              <a:gd name="connsiteX3" fmla="*/ 190356 w 190355"/>
              <a:gd name="connsiteY3" fmla="*/ 156219 h 156219"/>
              <a:gd name="connsiteX4" fmla="*/ 0 w 190355"/>
              <a:gd name="connsiteY4" fmla="*/ 46321 h 15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55" h="156219">
                <a:moveTo>
                  <a:pt x="0" y="46321"/>
                </a:moveTo>
                <a:lnTo>
                  <a:pt x="80199" y="0"/>
                </a:lnTo>
                <a:lnTo>
                  <a:pt x="190356" y="63577"/>
                </a:lnTo>
                <a:lnTo>
                  <a:pt x="190356" y="156219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359BB4F-2956-9B89-8EAE-DABFABC209A8}"/>
              </a:ext>
            </a:extLst>
          </p:cNvPr>
          <p:cNvSpPr/>
          <p:nvPr/>
        </p:nvSpPr>
        <p:spPr>
          <a:xfrm>
            <a:off x="7498630" y="4020998"/>
            <a:ext cx="125182" cy="72263"/>
          </a:xfrm>
          <a:custGeom>
            <a:avLst/>
            <a:gdLst>
              <a:gd name="connsiteX0" fmla="*/ 0 w 125182"/>
              <a:gd name="connsiteY0" fmla="*/ 8687 h 72263"/>
              <a:gd name="connsiteX1" fmla="*/ 15049 w 125182"/>
              <a:gd name="connsiteY1" fmla="*/ 0 h 72263"/>
              <a:gd name="connsiteX2" fmla="*/ 125182 w 125182"/>
              <a:gd name="connsiteY2" fmla="*/ 63601 h 72263"/>
              <a:gd name="connsiteX3" fmla="*/ 110156 w 125182"/>
              <a:gd name="connsiteY3" fmla="*/ 72264 h 72263"/>
              <a:gd name="connsiteX4" fmla="*/ 0 w 125182"/>
              <a:gd name="connsiteY4" fmla="*/ 8687 h 7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82" h="72263">
                <a:moveTo>
                  <a:pt x="0" y="8687"/>
                </a:moveTo>
                <a:lnTo>
                  <a:pt x="15049" y="0"/>
                </a:lnTo>
                <a:lnTo>
                  <a:pt x="125182" y="63601"/>
                </a:lnTo>
                <a:lnTo>
                  <a:pt x="110156" y="72264"/>
                </a:lnTo>
                <a:lnTo>
                  <a:pt x="0" y="8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AD9A612-B683-6713-8D3D-93CCB52D35CC}"/>
              </a:ext>
            </a:extLst>
          </p:cNvPr>
          <p:cNvSpPr/>
          <p:nvPr/>
        </p:nvSpPr>
        <p:spPr>
          <a:xfrm>
            <a:off x="7528564" y="3966084"/>
            <a:ext cx="80222" cy="92642"/>
          </a:xfrm>
          <a:custGeom>
            <a:avLst/>
            <a:gdLst>
              <a:gd name="connsiteX0" fmla="*/ 0 w 80222"/>
              <a:gd name="connsiteY0" fmla="*/ 46321 h 92642"/>
              <a:gd name="connsiteX1" fmla="*/ 80223 w 80222"/>
              <a:gd name="connsiteY1" fmla="*/ 0 h 92642"/>
              <a:gd name="connsiteX2" fmla="*/ 80223 w 80222"/>
              <a:gd name="connsiteY2" fmla="*/ 92643 h 92642"/>
              <a:gd name="connsiteX3" fmla="*/ 0 w 80222"/>
              <a:gd name="connsiteY3" fmla="*/ 46321 h 9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22" h="92642">
                <a:moveTo>
                  <a:pt x="0" y="46321"/>
                </a:moveTo>
                <a:lnTo>
                  <a:pt x="80223" y="0"/>
                </a:lnTo>
                <a:lnTo>
                  <a:pt x="80223" y="92643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78826E7-2D1F-F25F-AA59-9B57247DDE26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8BC63FB-4A48-B4B5-BB8E-A6EFE388911D}"/>
              </a:ext>
            </a:extLst>
          </p:cNvPr>
          <p:cNvSpPr/>
          <p:nvPr/>
        </p:nvSpPr>
        <p:spPr>
          <a:xfrm>
            <a:off x="7643862" y="3926853"/>
            <a:ext cx="307250" cy="271752"/>
          </a:xfrm>
          <a:custGeom>
            <a:avLst/>
            <a:gdLst>
              <a:gd name="connsiteX0" fmla="*/ 15026 w 307250"/>
              <a:gd name="connsiteY0" fmla="*/ 10330 h 271752"/>
              <a:gd name="connsiteX1" fmla="*/ 15026 w 307250"/>
              <a:gd name="connsiteY1" fmla="*/ 102878 h 271752"/>
              <a:gd name="connsiteX2" fmla="*/ 9649 w 307250"/>
              <a:gd name="connsiteY2" fmla="*/ 106001 h 271752"/>
              <a:gd name="connsiteX3" fmla="*/ 0 w 307250"/>
              <a:gd name="connsiteY3" fmla="*/ 111636 h 271752"/>
              <a:gd name="connsiteX4" fmla="*/ 0 w 307250"/>
              <a:gd name="connsiteY4" fmla="*/ 146195 h 271752"/>
              <a:gd name="connsiteX5" fmla="*/ 2582 w 307250"/>
              <a:gd name="connsiteY5" fmla="*/ 144669 h 271752"/>
              <a:gd name="connsiteX6" fmla="*/ 13687 w 307250"/>
              <a:gd name="connsiteY6" fmla="*/ 138212 h 271752"/>
              <a:gd name="connsiteX7" fmla="*/ 15026 w 307250"/>
              <a:gd name="connsiteY7" fmla="*/ 137508 h 271752"/>
              <a:gd name="connsiteX8" fmla="*/ 15026 w 307250"/>
              <a:gd name="connsiteY8" fmla="*/ 230056 h 271752"/>
              <a:gd name="connsiteX9" fmla="*/ 72405 w 307250"/>
              <a:gd name="connsiteY9" fmla="*/ 196930 h 271752"/>
              <a:gd name="connsiteX10" fmla="*/ 72405 w 307250"/>
              <a:gd name="connsiteY10" fmla="*/ 229610 h 271752"/>
              <a:gd name="connsiteX11" fmla="*/ 100671 w 307250"/>
              <a:gd name="connsiteY11" fmla="*/ 213317 h 271752"/>
              <a:gd name="connsiteX12" fmla="*/ 110978 w 307250"/>
              <a:gd name="connsiteY12" fmla="*/ 207330 h 271752"/>
              <a:gd name="connsiteX13" fmla="*/ 110978 w 307250"/>
              <a:gd name="connsiteY13" fmla="*/ 271752 h 271752"/>
              <a:gd name="connsiteX14" fmla="*/ 156431 w 307250"/>
              <a:gd name="connsiteY14" fmla="*/ 245458 h 271752"/>
              <a:gd name="connsiteX15" fmla="*/ 166714 w 307250"/>
              <a:gd name="connsiteY15" fmla="*/ 239541 h 271752"/>
              <a:gd name="connsiteX16" fmla="*/ 179157 w 307250"/>
              <a:gd name="connsiteY16" fmla="*/ 232287 h 271752"/>
              <a:gd name="connsiteX17" fmla="*/ 307250 w 307250"/>
              <a:gd name="connsiteY17" fmla="*/ 158356 h 271752"/>
              <a:gd name="connsiteX18" fmla="*/ 32939 w 307250"/>
              <a:gd name="connsiteY18" fmla="*/ 0 h 271752"/>
              <a:gd name="connsiteX19" fmla="*/ 15026 w 307250"/>
              <a:gd name="connsiteY19" fmla="*/ 10330 h 271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07250" h="271752">
                <a:moveTo>
                  <a:pt x="15026" y="10330"/>
                </a:moveTo>
                <a:lnTo>
                  <a:pt x="15026" y="102878"/>
                </a:lnTo>
                <a:lnTo>
                  <a:pt x="9649" y="106001"/>
                </a:lnTo>
                <a:lnTo>
                  <a:pt x="0" y="111636"/>
                </a:lnTo>
                <a:lnTo>
                  <a:pt x="0" y="146195"/>
                </a:lnTo>
                <a:lnTo>
                  <a:pt x="2582" y="144669"/>
                </a:lnTo>
                <a:lnTo>
                  <a:pt x="13687" y="138212"/>
                </a:lnTo>
                <a:lnTo>
                  <a:pt x="15026" y="137508"/>
                </a:lnTo>
                <a:lnTo>
                  <a:pt x="15026" y="230056"/>
                </a:lnTo>
                <a:lnTo>
                  <a:pt x="72405" y="196930"/>
                </a:lnTo>
                <a:lnTo>
                  <a:pt x="72405" y="229610"/>
                </a:lnTo>
                <a:lnTo>
                  <a:pt x="100671" y="213317"/>
                </a:lnTo>
                <a:lnTo>
                  <a:pt x="110978" y="207330"/>
                </a:lnTo>
                <a:lnTo>
                  <a:pt x="110978" y="271752"/>
                </a:lnTo>
                <a:lnTo>
                  <a:pt x="156431" y="245458"/>
                </a:lnTo>
                <a:lnTo>
                  <a:pt x="166714" y="239541"/>
                </a:lnTo>
                <a:lnTo>
                  <a:pt x="179157" y="232287"/>
                </a:lnTo>
                <a:lnTo>
                  <a:pt x="307250" y="158356"/>
                </a:lnTo>
                <a:lnTo>
                  <a:pt x="32939" y="0"/>
                </a:lnTo>
                <a:lnTo>
                  <a:pt x="15026" y="103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F12DC27-DD75-8636-8B70-A90532750F75}"/>
              </a:ext>
            </a:extLst>
          </p:cNvPr>
          <p:cNvSpPr/>
          <p:nvPr/>
        </p:nvSpPr>
        <p:spPr>
          <a:xfrm>
            <a:off x="7951934" y="3750654"/>
            <a:ext cx="110156" cy="80927"/>
          </a:xfrm>
          <a:custGeom>
            <a:avLst/>
            <a:gdLst>
              <a:gd name="connsiteX0" fmla="*/ 110156 w 110156"/>
              <a:gd name="connsiteY0" fmla="*/ 46274 h 80927"/>
              <a:gd name="connsiteX1" fmla="*/ 30004 w 110156"/>
              <a:gd name="connsiteY1" fmla="*/ 0 h 80927"/>
              <a:gd name="connsiteX2" fmla="*/ 0 w 110156"/>
              <a:gd name="connsiteY2" fmla="*/ 17326 h 80927"/>
              <a:gd name="connsiteX3" fmla="*/ 110156 w 110156"/>
              <a:gd name="connsiteY3" fmla="*/ 80927 h 80927"/>
              <a:gd name="connsiteX4" fmla="*/ 110156 w 110156"/>
              <a:gd name="connsiteY4" fmla="*/ 46274 h 80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156" h="80927">
                <a:moveTo>
                  <a:pt x="110156" y="46274"/>
                </a:moveTo>
                <a:lnTo>
                  <a:pt x="30004" y="0"/>
                </a:lnTo>
                <a:lnTo>
                  <a:pt x="0" y="17326"/>
                </a:lnTo>
                <a:lnTo>
                  <a:pt x="110156" y="80927"/>
                </a:lnTo>
                <a:lnTo>
                  <a:pt x="110156" y="4627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703B73E-960C-E747-6ED5-C1DF1CF84FD9}"/>
              </a:ext>
            </a:extLst>
          </p:cNvPr>
          <p:cNvSpPr/>
          <p:nvPr/>
        </p:nvSpPr>
        <p:spPr>
          <a:xfrm>
            <a:off x="7732490" y="3872386"/>
            <a:ext cx="257196" cy="148471"/>
          </a:xfrm>
          <a:custGeom>
            <a:avLst/>
            <a:gdLst>
              <a:gd name="connsiteX0" fmla="*/ 218622 w 257196"/>
              <a:gd name="connsiteY0" fmla="*/ 148472 h 148471"/>
              <a:gd name="connsiteX1" fmla="*/ 0 w 257196"/>
              <a:gd name="connsiteY1" fmla="*/ 22304 h 148471"/>
              <a:gd name="connsiteX2" fmla="*/ 38620 w 257196"/>
              <a:gd name="connsiteY2" fmla="*/ 0 h 148471"/>
              <a:gd name="connsiteX3" fmla="*/ 257196 w 257196"/>
              <a:gd name="connsiteY3" fmla="*/ 126192 h 148471"/>
              <a:gd name="connsiteX4" fmla="*/ 218622 w 257196"/>
              <a:gd name="connsiteY4" fmla="*/ 148472 h 14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96" h="148471">
                <a:moveTo>
                  <a:pt x="218622" y="148472"/>
                </a:moveTo>
                <a:lnTo>
                  <a:pt x="0" y="22304"/>
                </a:lnTo>
                <a:lnTo>
                  <a:pt x="38620" y="0"/>
                </a:lnTo>
                <a:lnTo>
                  <a:pt x="257196" y="126192"/>
                </a:lnTo>
                <a:lnTo>
                  <a:pt x="218622" y="148472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887E045-2906-F2CB-8D4F-4ECFC63D59B1}"/>
              </a:ext>
            </a:extLst>
          </p:cNvPr>
          <p:cNvSpPr/>
          <p:nvPr/>
        </p:nvSpPr>
        <p:spPr>
          <a:xfrm>
            <a:off x="7643862" y="4055675"/>
            <a:ext cx="15025" cy="17373"/>
          </a:xfrm>
          <a:custGeom>
            <a:avLst/>
            <a:gdLst>
              <a:gd name="connsiteX0" fmla="*/ 0 w 15025"/>
              <a:gd name="connsiteY0" fmla="*/ 17373 h 17373"/>
              <a:gd name="connsiteX1" fmla="*/ 0 w 15025"/>
              <a:gd name="connsiteY1" fmla="*/ 0 h 17373"/>
              <a:gd name="connsiteX2" fmla="*/ 0 w 15025"/>
              <a:gd name="connsiteY2" fmla="*/ 0 h 17373"/>
              <a:gd name="connsiteX3" fmla="*/ 15026 w 15025"/>
              <a:gd name="connsiteY3" fmla="*/ 8687 h 17373"/>
              <a:gd name="connsiteX4" fmla="*/ 0 w 15025"/>
              <a:gd name="connsiteY4" fmla="*/ 17373 h 1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5" h="17373">
                <a:moveTo>
                  <a:pt x="0" y="17373"/>
                </a:moveTo>
                <a:lnTo>
                  <a:pt x="0" y="0"/>
                </a:lnTo>
                <a:lnTo>
                  <a:pt x="0" y="0"/>
                </a:lnTo>
                <a:lnTo>
                  <a:pt x="15026" y="8687"/>
                </a:lnTo>
                <a:lnTo>
                  <a:pt x="0" y="17373"/>
                </a:lnTo>
                <a:close/>
              </a:path>
            </a:pathLst>
          </a:custGeom>
          <a:solidFill>
            <a:srgbClr val="4D4D4D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BDD0D4F-8CF3-9A34-2C83-D934D5A02999}"/>
              </a:ext>
            </a:extLst>
          </p:cNvPr>
          <p:cNvSpPr/>
          <p:nvPr/>
        </p:nvSpPr>
        <p:spPr>
          <a:xfrm>
            <a:off x="7658888" y="4078776"/>
            <a:ext cx="95952" cy="77687"/>
          </a:xfrm>
          <a:custGeom>
            <a:avLst/>
            <a:gdLst>
              <a:gd name="connsiteX0" fmla="*/ 57379 w 95952"/>
              <a:gd name="connsiteY0" fmla="*/ 77687 h 77687"/>
              <a:gd name="connsiteX1" fmla="*/ 57379 w 95952"/>
              <a:gd name="connsiteY1" fmla="*/ 45007 h 77687"/>
              <a:gd name="connsiteX2" fmla="*/ 0 w 95952"/>
              <a:gd name="connsiteY2" fmla="*/ 11903 h 77687"/>
              <a:gd name="connsiteX3" fmla="*/ 0 w 95952"/>
              <a:gd name="connsiteY3" fmla="*/ 0 h 77687"/>
              <a:gd name="connsiteX4" fmla="*/ 95953 w 95952"/>
              <a:gd name="connsiteY4" fmla="*/ 55407 h 77687"/>
              <a:gd name="connsiteX5" fmla="*/ 57379 w 95952"/>
              <a:gd name="connsiteY5" fmla="*/ 77687 h 7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2" h="77687">
                <a:moveTo>
                  <a:pt x="57379" y="77687"/>
                </a:moveTo>
                <a:lnTo>
                  <a:pt x="57379" y="45007"/>
                </a:lnTo>
                <a:lnTo>
                  <a:pt x="0" y="11903"/>
                </a:lnTo>
                <a:lnTo>
                  <a:pt x="0" y="0"/>
                </a:lnTo>
                <a:lnTo>
                  <a:pt x="95953" y="55407"/>
                </a:lnTo>
                <a:lnTo>
                  <a:pt x="57379" y="77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EF25E3E-6C82-1AD0-67E7-69D3B859DBAB}"/>
              </a:ext>
            </a:extLst>
          </p:cNvPr>
          <p:cNvSpPr/>
          <p:nvPr/>
        </p:nvSpPr>
        <p:spPr>
          <a:xfrm>
            <a:off x="7658888" y="4090680"/>
            <a:ext cx="57379" cy="66230"/>
          </a:xfrm>
          <a:custGeom>
            <a:avLst/>
            <a:gdLst>
              <a:gd name="connsiteX0" fmla="*/ 0 w 57379"/>
              <a:gd name="connsiteY0" fmla="*/ 66230 h 66230"/>
              <a:gd name="connsiteX1" fmla="*/ 0 w 57379"/>
              <a:gd name="connsiteY1" fmla="*/ 0 h 66230"/>
              <a:gd name="connsiteX2" fmla="*/ 57379 w 57379"/>
              <a:gd name="connsiteY2" fmla="*/ 33103 h 66230"/>
              <a:gd name="connsiteX3" fmla="*/ 0 w 57379"/>
              <a:gd name="connsiteY3" fmla="*/ 66230 h 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79" h="66230">
                <a:moveTo>
                  <a:pt x="0" y="66230"/>
                </a:moveTo>
                <a:lnTo>
                  <a:pt x="0" y="0"/>
                </a:lnTo>
                <a:lnTo>
                  <a:pt x="57379" y="33103"/>
                </a:lnTo>
                <a:lnTo>
                  <a:pt x="0" y="662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6649F52-6ABE-B6E9-F94A-AB2DAFF45A39}"/>
              </a:ext>
            </a:extLst>
          </p:cNvPr>
          <p:cNvSpPr/>
          <p:nvPr/>
        </p:nvSpPr>
        <p:spPr>
          <a:xfrm>
            <a:off x="7771110" y="3856092"/>
            <a:ext cx="218576" cy="142485"/>
          </a:xfrm>
          <a:custGeom>
            <a:avLst/>
            <a:gdLst>
              <a:gd name="connsiteX0" fmla="*/ 0 w 218576"/>
              <a:gd name="connsiteY0" fmla="*/ 16294 h 142485"/>
              <a:gd name="connsiteX1" fmla="*/ 28220 w 218576"/>
              <a:gd name="connsiteY1" fmla="*/ 0 h 142485"/>
              <a:gd name="connsiteX2" fmla="*/ 218576 w 218576"/>
              <a:gd name="connsiteY2" fmla="*/ 109898 h 142485"/>
              <a:gd name="connsiteX3" fmla="*/ 218576 w 218576"/>
              <a:gd name="connsiteY3" fmla="*/ 142485 h 142485"/>
              <a:gd name="connsiteX4" fmla="*/ 0 w 218576"/>
              <a:gd name="connsiteY4" fmla="*/ 16294 h 14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576" h="142485">
                <a:moveTo>
                  <a:pt x="0" y="16294"/>
                </a:moveTo>
                <a:lnTo>
                  <a:pt x="28220" y="0"/>
                </a:lnTo>
                <a:lnTo>
                  <a:pt x="218576" y="109898"/>
                </a:lnTo>
                <a:lnTo>
                  <a:pt x="218576" y="142485"/>
                </a:lnTo>
                <a:lnTo>
                  <a:pt x="0" y="1629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E3042E2-C38B-9B37-4466-4615C426D43F}"/>
              </a:ext>
            </a:extLst>
          </p:cNvPr>
          <p:cNvSpPr/>
          <p:nvPr/>
        </p:nvSpPr>
        <p:spPr>
          <a:xfrm>
            <a:off x="7676801" y="3894689"/>
            <a:ext cx="274311" cy="190519"/>
          </a:xfrm>
          <a:custGeom>
            <a:avLst/>
            <a:gdLst>
              <a:gd name="connsiteX0" fmla="*/ 0 w 274311"/>
              <a:gd name="connsiteY0" fmla="*/ 32164 h 190519"/>
              <a:gd name="connsiteX1" fmla="*/ 55689 w 274311"/>
              <a:gd name="connsiteY1" fmla="*/ 0 h 190519"/>
              <a:gd name="connsiteX2" fmla="*/ 274311 w 274311"/>
              <a:gd name="connsiteY2" fmla="*/ 126168 h 190519"/>
              <a:gd name="connsiteX3" fmla="*/ 274311 w 274311"/>
              <a:gd name="connsiteY3" fmla="*/ 190520 h 190519"/>
              <a:gd name="connsiteX4" fmla="*/ 0 w 274311"/>
              <a:gd name="connsiteY4" fmla="*/ 32164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11" h="190519">
                <a:moveTo>
                  <a:pt x="0" y="32164"/>
                </a:moveTo>
                <a:lnTo>
                  <a:pt x="55689" y="0"/>
                </a:lnTo>
                <a:lnTo>
                  <a:pt x="274311" y="126168"/>
                </a:lnTo>
                <a:lnTo>
                  <a:pt x="274311" y="190520"/>
                </a:lnTo>
                <a:lnTo>
                  <a:pt x="0" y="3216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1A45D91-A185-B714-6C57-CD85CD17E2D6}"/>
              </a:ext>
            </a:extLst>
          </p:cNvPr>
          <p:cNvSpPr/>
          <p:nvPr/>
        </p:nvSpPr>
        <p:spPr>
          <a:xfrm>
            <a:off x="7799330" y="3822989"/>
            <a:ext cx="247711" cy="143001"/>
          </a:xfrm>
          <a:custGeom>
            <a:avLst/>
            <a:gdLst>
              <a:gd name="connsiteX0" fmla="*/ 0 w 247711"/>
              <a:gd name="connsiteY0" fmla="*/ 33103 h 143001"/>
              <a:gd name="connsiteX1" fmla="*/ 57355 w 247711"/>
              <a:gd name="connsiteY1" fmla="*/ 0 h 143001"/>
              <a:gd name="connsiteX2" fmla="*/ 247711 w 247711"/>
              <a:gd name="connsiteY2" fmla="*/ 109898 h 143001"/>
              <a:gd name="connsiteX3" fmla="*/ 190356 w 247711"/>
              <a:gd name="connsiteY3" fmla="*/ 143002 h 143001"/>
              <a:gd name="connsiteX4" fmla="*/ 0 w 247711"/>
              <a:gd name="connsiteY4" fmla="*/ 33103 h 14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711" h="143001">
                <a:moveTo>
                  <a:pt x="0" y="33103"/>
                </a:moveTo>
                <a:lnTo>
                  <a:pt x="57355" y="0"/>
                </a:lnTo>
                <a:lnTo>
                  <a:pt x="247711" y="109898"/>
                </a:lnTo>
                <a:lnTo>
                  <a:pt x="190356" y="143002"/>
                </a:lnTo>
                <a:lnTo>
                  <a:pt x="0" y="33103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ED0F69B-E242-AC96-4198-E615ABB28973}"/>
              </a:ext>
            </a:extLst>
          </p:cNvPr>
          <p:cNvSpPr/>
          <p:nvPr/>
        </p:nvSpPr>
        <p:spPr>
          <a:xfrm>
            <a:off x="7856685" y="3776668"/>
            <a:ext cx="190356" cy="156219"/>
          </a:xfrm>
          <a:custGeom>
            <a:avLst/>
            <a:gdLst>
              <a:gd name="connsiteX0" fmla="*/ 0 w 190356"/>
              <a:gd name="connsiteY0" fmla="*/ 46321 h 156219"/>
              <a:gd name="connsiteX1" fmla="*/ 80223 w 190356"/>
              <a:gd name="connsiteY1" fmla="*/ 0 h 156219"/>
              <a:gd name="connsiteX2" fmla="*/ 190356 w 190356"/>
              <a:gd name="connsiteY2" fmla="*/ 63601 h 156219"/>
              <a:gd name="connsiteX3" fmla="*/ 190356 w 190356"/>
              <a:gd name="connsiteY3" fmla="*/ 156219 h 156219"/>
              <a:gd name="connsiteX4" fmla="*/ 0 w 190356"/>
              <a:gd name="connsiteY4" fmla="*/ 46321 h 15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56" h="156219">
                <a:moveTo>
                  <a:pt x="0" y="46321"/>
                </a:moveTo>
                <a:lnTo>
                  <a:pt x="80223" y="0"/>
                </a:lnTo>
                <a:lnTo>
                  <a:pt x="190356" y="63601"/>
                </a:lnTo>
                <a:lnTo>
                  <a:pt x="190356" y="156219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0B98B76-3A7A-C7D4-C2C0-99F4300FB592}"/>
              </a:ext>
            </a:extLst>
          </p:cNvPr>
          <p:cNvSpPr/>
          <p:nvPr/>
        </p:nvSpPr>
        <p:spPr>
          <a:xfrm>
            <a:off x="7936909" y="3767981"/>
            <a:ext cx="125181" cy="72287"/>
          </a:xfrm>
          <a:custGeom>
            <a:avLst/>
            <a:gdLst>
              <a:gd name="connsiteX0" fmla="*/ 0 w 125181"/>
              <a:gd name="connsiteY0" fmla="*/ 8687 h 72287"/>
              <a:gd name="connsiteX1" fmla="*/ 15025 w 125181"/>
              <a:gd name="connsiteY1" fmla="*/ 0 h 72287"/>
              <a:gd name="connsiteX2" fmla="*/ 125182 w 125181"/>
              <a:gd name="connsiteY2" fmla="*/ 63601 h 72287"/>
              <a:gd name="connsiteX3" fmla="*/ 110133 w 125181"/>
              <a:gd name="connsiteY3" fmla="*/ 72287 h 72287"/>
              <a:gd name="connsiteX4" fmla="*/ 0 w 125181"/>
              <a:gd name="connsiteY4" fmla="*/ 8687 h 7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81" h="72287">
                <a:moveTo>
                  <a:pt x="0" y="8687"/>
                </a:moveTo>
                <a:lnTo>
                  <a:pt x="15025" y="0"/>
                </a:lnTo>
                <a:lnTo>
                  <a:pt x="125182" y="63601"/>
                </a:lnTo>
                <a:lnTo>
                  <a:pt x="110133" y="72287"/>
                </a:lnTo>
                <a:lnTo>
                  <a:pt x="0" y="8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7DE17DD-EFC4-496B-9D8C-3E368387CD38}"/>
              </a:ext>
            </a:extLst>
          </p:cNvPr>
          <p:cNvSpPr/>
          <p:nvPr/>
        </p:nvSpPr>
        <p:spPr>
          <a:xfrm>
            <a:off x="7966819" y="3713067"/>
            <a:ext cx="80222" cy="92642"/>
          </a:xfrm>
          <a:custGeom>
            <a:avLst/>
            <a:gdLst>
              <a:gd name="connsiteX0" fmla="*/ 0 w 80222"/>
              <a:gd name="connsiteY0" fmla="*/ 46321 h 92642"/>
              <a:gd name="connsiteX1" fmla="*/ 80223 w 80222"/>
              <a:gd name="connsiteY1" fmla="*/ 0 h 92642"/>
              <a:gd name="connsiteX2" fmla="*/ 80223 w 80222"/>
              <a:gd name="connsiteY2" fmla="*/ 92643 h 92642"/>
              <a:gd name="connsiteX3" fmla="*/ 0 w 80222"/>
              <a:gd name="connsiteY3" fmla="*/ 46321 h 9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22" h="92642">
                <a:moveTo>
                  <a:pt x="0" y="46321"/>
                </a:moveTo>
                <a:lnTo>
                  <a:pt x="80223" y="0"/>
                </a:lnTo>
                <a:lnTo>
                  <a:pt x="80223" y="92643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76A35CE-FAC0-83FB-C571-FA7CE9FC21C0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A7B350B-B047-3329-B585-CB231E835D2F}"/>
              </a:ext>
            </a:extLst>
          </p:cNvPr>
          <p:cNvSpPr/>
          <p:nvPr/>
        </p:nvSpPr>
        <p:spPr>
          <a:xfrm>
            <a:off x="8082117" y="3673836"/>
            <a:ext cx="307250" cy="271752"/>
          </a:xfrm>
          <a:custGeom>
            <a:avLst/>
            <a:gdLst>
              <a:gd name="connsiteX0" fmla="*/ 15026 w 307250"/>
              <a:gd name="connsiteY0" fmla="*/ 10330 h 271752"/>
              <a:gd name="connsiteX1" fmla="*/ 15026 w 307250"/>
              <a:gd name="connsiteY1" fmla="*/ 102879 h 271752"/>
              <a:gd name="connsiteX2" fmla="*/ 9673 w 307250"/>
              <a:gd name="connsiteY2" fmla="*/ 106001 h 271752"/>
              <a:gd name="connsiteX3" fmla="*/ 0 w 307250"/>
              <a:gd name="connsiteY3" fmla="*/ 111636 h 271752"/>
              <a:gd name="connsiteX4" fmla="*/ 0 w 307250"/>
              <a:gd name="connsiteY4" fmla="*/ 146195 h 271752"/>
              <a:gd name="connsiteX5" fmla="*/ 2606 w 307250"/>
              <a:gd name="connsiteY5" fmla="*/ 144669 h 271752"/>
              <a:gd name="connsiteX6" fmla="*/ 13688 w 307250"/>
              <a:gd name="connsiteY6" fmla="*/ 138236 h 271752"/>
              <a:gd name="connsiteX7" fmla="*/ 15026 w 307250"/>
              <a:gd name="connsiteY7" fmla="*/ 137508 h 271752"/>
              <a:gd name="connsiteX8" fmla="*/ 15026 w 307250"/>
              <a:gd name="connsiteY8" fmla="*/ 230056 h 271752"/>
              <a:gd name="connsiteX9" fmla="*/ 72405 w 307250"/>
              <a:gd name="connsiteY9" fmla="*/ 196930 h 271752"/>
              <a:gd name="connsiteX10" fmla="*/ 72405 w 307250"/>
              <a:gd name="connsiteY10" fmla="*/ 229610 h 271752"/>
              <a:gd name="connsiteX11" fmla="*/ 100695 w 307250"/>
              <a:gd name="connsiteY11" fmla="*/ 213317 h 271752"/>
              <a:gd name="connsiteX12" fmla="*/ 110978 w 307250"/>
              <a:gd name="connsiteY12" fmla="*/ 207330 h 271752"/>
              <a:gd name="connsiteX13" fmla="*/ 110978 w 307250"/>
              <a:gd name="connsiteY13" fmla="*/ 271752 h 271752"/>
              <a:gd name="connsiteX14" fmla="*/ 156431 w 307250"/>
              <a:gd name="connsiteY14" fmla="*/ 245458 h 271752"/>
              <a:gd name="connsiteX15" fmla="*/ 166737 w 307250"/>
              <a:gd name="connsiteY15" fmla="*/ 239541 h 271752"/>
              <a:gd name="connsiteX16" fmla="*/ 179181 w 307250"/>
              <a:gd name="connsiteY16" fmla="*/ 232287 h 271752"/>
              <a:gd name="connsiteX17" fmla="*/ 307251 w 307250"/>
              <a:gd name="connsiteY17" fmla="*/ 158356 h 271752"/>
              <a:gd name="connsiteX18" fmla="*/ 32939 w 307250"/>
              <a:gd name="connsiteY18" fmla="*/ 0 h 271752"/>
              <a:gd name="connsiteX19" fmla="*/ 15026 w 307250"/>
              <a:gd name="connsiteY19" fmla="*/ 10330 h 271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07250" h="271752">
                <a:moveTo>
                  <a:pt x="15026" y="10330"/>
                </a:moveTo>
                <a:lnTo>
                  <a:pt x="15026" y="102879"/>
                </a:lnTo>
                <a:lnTo>
                  <a:pt x="9673" y="106001"/>
                </a:lnTo>
                <a:lnTo>
                  <a:pt x="0" y="111636"/>
                </a:lnTo>
                <a:lnTo>
                  <a:pt x="0" y="146195"/>
                </a:lnTo>
                <a:lnTo>
                  <a:pt x="2606" y="144669"/>
                </a:lnTo>
                <a:lnTo>
                  <a:pt x="13688" y="138236"/>
                </a:lnTo>
                <a:lnTo>
                  <a:pt x="15026" y="137508"/>
                </a:lnTo>
                <a:lnTo>
                  <a:pt x="15026" y="230056"/>
                </a:lnTo>
                <a:lnTo>
                  <a:pt x="72405" y="196930"/>
                </a:lnTo>
                <a:lnTo>
                  <a:pt x="72405" y="229610"/>
                </a:lnTo>
                <a:lnTo>
                  <a:pt x="100695" y="213317"/>
                </a:lnTo>
                <a:lnTo>
                  <a:pt x="110978" y="207330"/>
                </a:lnTo>
                <a:lnTo>
                  <a:pt x="110978" y="271752"/>
                </a:lnTo>
                <a:lnTo>
                  <a:pt x="156431" y="245458"/>
                </a:lnTo>
                <a:lnTo>
                  <a:pt x="166737" y="239541"/>
                </a:lnTo>
                <a:lnTo>
                  <a:pt x="179181" y="232287"/>
                </a:lnTo>
                <a:lnTo>
                  <a:pt x="307251" y="158356"/>
                </a:lnTo>
                <a:lnTo>
                  <a:pt x="32939" y="0"/>
                </a:lnTo>
                <a:lnTo>
                  <a:pt x="15026" y="103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8325C14-FC8B-AB97-BFF5-6063523FCBE2}"/>
              </a:ext>
            </a:extLst>
          </p:cNvPr>
          <p:cNvSpPr/>
          <p:nvPr/>
        </p:nvSpPr>
        <p:spPr>
          <a:xfrm>
            <a:off x="8390212" y="3497637"/>
            <a:ext cx="110133" cy="80927"/>
          </a:xfrm>
          <a:custGeom>
            <a:avLst/>
            <a:gdLst>
              <a:gd name="connsiteX0" fmla="*/ 110133 w 110133"/>
              <a:gd name="connsiteY0" fmla="*/ 46274 h 80927"/>
              <a:gd name="connsiteX1" fmla="*/ 29981 w 110133"/>
              <a:gd name="connsiteY1" fmla="*/ 0 h 80927"/>
              <a:gd name="connsiteX2" fmla="*/ 0 w 110133"/>
              <a:gd name="connsiteY2" fmla="*/ 17326 h 80927"/>
              <a:gd name="connsiteX3" fmla="*/ 110133 w 110133"/>
              <a:gd name="connsiteY3" fmla="*/ 80927 h 80927"/>
              <a:gd name="connsiteX4" fmla="*/ 110133 w 110133"/>
              <a:gd name="connsiteY4" fmla="*/ 46274 h 80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133" h="80927">
                <a:moveTo>
                  <a:pt x="110133" y="46274"/>
                </a:moveTo>
                <a:lnTo>
                  <a:pt x="29981" y="0"/>
                </a:lnTo>
                <a:lnTo>
                  <a:pt x="0" y="17326"/>
                </a:lnTo>
                <a:lnTo>
                  <a:pt x="110133" y="80927"/>
                </a:lnTo>
                <a:lnTo>
                  <a:pt x="110133" y="4627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8D8EB1D-F610-E1CB-50D9-97B4BAD915F2}"/>
              </a:ext>
            </a:extLst>
          </p:cNvPr>
          <p:cNvSpPr/>
          <p:nvPr/>
        </p:nvSpPr>
        <p:spPr>
          <a:xfrm>
            <a:off x="8170768" y="3619368"/>
            <a:ext cx="257172" cy="148471"/>
          </a:xfrm>
          <a:custGeom>
            <a:avLst/>
            <a:gdLst>
              <a:gd name="connsiteX0" fmla="*/ 218600 w 257172"/>
              <a:gd name="connsiteY0" fmla="*/ 148472 h 148471"/>
              <a:gd name="connsiteX1" fmla="*/ 0 w 257172"/>
              <a:gd name="connsiteY1" fmla="*/ 22304 h 148471"/>
              <a:gd name="connsiteX2" fmla="*/ 38597 w 257172"/>
              <a:gd name="connsiteY2" fmla="*/ 0 h 148471"/>
              <a:gd name="connsiteX3" fmla="*/ 257173 w 257172"/>
              <a:gd name="connsiteY3" fmla="*/ 126192 h 148471"/>
              <a:gd name="connsiteX4" fmla="*/ 218600 w 257172"/>
              <a:gd name="connsiteY4" fmla="*/ 148472 h 14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2" h="148471">
                <a:moveTo>
                  <a:pt x="218600" y="148472"/>
                </a:moveTo>
                <a:lnTo>
                  <a:pt x="0" y="22304"/>
                </a:lnTo>
                <a:lnTo>
                  <a:pt x="38597" y="0"/>
                </a:lnTo>
                <a:lnTo>
                  <a:pt x="257173" y="126192"/>
                </a:lnTo>
                <a:lnTo>
                  <a:pt x="218600" y="148472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85C7635-2E41-2161-26FD-4629820C749E}"/>
              </a:ext>
            </a:extLst>
          </p:cNvPr>
          <p:cNvSpPr/>
          <p:nvPr/>
        </p:nvSpPr>
        <p:spPr>
          <a:xfrm>
            <a:off x="8082117" y="3802657"/>
            <a:ext cx="15025" cy="17373"/>
          </a:xfrm>
          <a:custGeom>
            <a:avLst/>
            <a:gdLst>
              <a:gd name="connsiteX0" fmla="*/ 0 w 15025"/>
              <a:gd name="connsiteY0" fmla="*/ 17373 h 17373"/>
              <a:gd name="connsiteX1" fmla="*/ 0 w 15025"/>
              <a:gd name="connsiteY1" fmla="*/ 0 h 17373"/>
              <a:gd name="connsiteX2" fmla="*/ 0 w 15025"/>
              <a:gd name="connsiteY2" fmla="*/ 0 h 17373"/>
              <a:gd name="connsiteX3" fmla="*/ 15026 w 15025"/>
              <a:gd name="connsiteY3" fmla="*/ 8687 h 17373"/>
              <a:gd name="connsiteX4" fmla="*/ 0 w 15025"/>
              <a:gd name="connsiteY4" fmla="*/ 17373 h 1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5" h="17373">
                <a:moveTo>
                  <a:pt x="0" y="17373"/>
                </a:moveTo>
                <a:lnTo>
                  <a:pt x="0" y="0"/>
                </a:lnTo>
                <a:lnTo>
                  <a:pt x="0" y="0"/>
                </a:lnTo>
                <a:lnTo>
                  <a:pt x="15026" y="8687"/>
                </a:lnTo>
                <a:lnTo>
                  <a:pt x="0" y="17373"/>
                </a:lnTo>
                <a:close/>
              </a:path>
            </a:pathLst>
          </a:custGeom>
          <a:solidFill>
            <a:srgbClr val="4D4D4D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A7E96945-5B53-B06E-2E4B-48F9CA438151}"/>
              </a:ext>
            </a:extLst>
          </p:cNvPr>
          <p:cNvSpPr/>
          <p:nvPr/>
        </p:nvSpPr>
        <p:spPr>
          <a:xfrm>
            <a:off x="8097143" y="3825759"/>
            <a:ext cx="95952" cy="77687"/>
          </a:xfrm>
          <a:custGeom>
            <a:avLst/>
            <a:gdLst>
              <a:gd name="connsiteX0" fmla="*/ 57379 w 95952"/>
              <a:gd name="connsiteY0" fmla="*/ 77687 h 77687"/>
              <a:gd name="connsiteX1" fmla="*/ 57379 w 95952"/>
              <a:gd name="connsiteY1" fmla="*/ 45007 h 77687"/>
              <a:gd name="connsiteX2" fmla="*/ 0 w 95952"/>
              <a:gd name="connsiteY2" fmla="*/ 11903 h 77687"/>
              <a:gd name="connsiteX3" fmla="*/ 0 w 95952"/>
              <a:gd name="connsiteY3" fmla="*/ 0 h 77687"/>
              <a:gd name="connsiteX4" fmla="*/ 95952 w 95952"/>
              <a:gd name="connsiteY4" fmla="*/ 55407 h 77687"/>
              <a:gd name="connsiteX5" fmla="*/ 57379 w 95952"/>
              <a:gd name="connsiteY5" fmla="*/ 77687 h 7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2" h="77687">
                <a:moveTo>
                  <a:pt x="57379" y="77687"/>
                </a:moveTo>
                <a:lnTo>
                  <a:pt x="57379" y="45007"/>
                </a:lnTo>
                <a:lnTo>
                  <a:pt x="0" y="11903"/>
                </a:lnTo>
                <a:lnTo>
                  <a:pt x="0" y="0"/>
                </a:lnTo>
                <a:lnTo>
                  <a:pt x="95952" y="55407"/>
                </a:lnTo>
                <a:lnTo>
                  <a:pt x="57379" y="77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9289AF8-2D6C-C674-08E7-4194366FEC71}"/>
              </a:ext>
            </a:extLst>
          </p:cNvPr>
          <p:cNvSpPr/>
          <p:nvPr/>
        </p:nvSpPr>
        <p:spPr>
          <a:xfrm>
            <a:off x="8097143" y="3837662"/>
            <a:ext cx="57378" cy="66230"/>
          </a:xfrm>
          <a:custGeom>
            <a:avLst/>
            <a:gdLst>
              <a:gd name="connsiteX0" fmla="*/ 0 w 57378"/>
              <a:gd name="connsiteY0" fmla="*/ 66230 h 66230"/>
              <a:gd name="connsiteX1" fmla="*/ 0 w 57378"/>
              <a:gd name="connsiteY1" fmla="*/ 0 h 66230"/>
              <a:gd name="connsiteX2" fmla="*/ 57379 w 57378"/>
              <a:gd name="connsiteY2" fmla="*/ 33103 h 66230"/>
              <a:gd name="connsiteX3" fmla="*/ 0 w 57378"/>
              <a:gd name="connsiteY3" fmla="*/ 66230 h 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78" h="66230">
                <a:moveTo>
                  <a:pt x="0" y="66230"/>
                </a:moveTo>
                <a:lnTo>
                  <a:pt x="0" y="0"/>
                </a:lnTo>
                <a:lnTo>
                  <a:pt x="57379" y="33103"/>
                </a:lnTo>
                <a:lnTo>
                  <a:pt x="0" y="662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355D78A-0CA6-23CD-5264-253486519BC3}"/>
              </a:ext>
            </a:extLst>
          </p:cNvPr>
          <p:cNvSpPr/>
          <p:nvPr/>
        </p:nvSpPr>
        <p:spPr>
          <a:xfrm>
            <a:off x="8209365" y="3603075"/>
            <a:ext cx="218576" cy="142485"/>
          </a:xfrm>
          <a:custGeom>
            <a:avLst/>
            <a:gdLst>
              <a:gd name="connsiteX0" fmla="*/ 0 w 218576"/>
              <a:gd name="connsiteY0" fmla="*/ 16294 h 142485"/>
              <a:gd name="connsiteX1" fmla="*/ 28220 w 218576"/>
              <a:gd name="connsiteY1" fmla="*/ 0 h 142485"/>
              <a:gd name="connsiteX2" fmla="*/ 218576 w 218576"/>
              <a:gd name="connsiteY2" fmla="*/ 109898 h 142485"/>
              <a:gd name="connsiteX3" fmla="*/ 218576 w 218576"/>
              <a:gd name="connsiteY3" fmla="*/ 142485 h 142485"/>
              <a:gd name="connsiteX4" fmla="*/ 0 w 218576"/>
              <a:gd name="connsiteY4" fmla="*/ 16294 h 14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576" h="142485">
                <a:moveTo>
                  <a:pt x="0" y="16294"/>
                </a:moveTo>
                <a:lnTo>
                  <a:pt x="28220" y="0"/>
                </a:lnTo>
                <a:lnTo>
                  <a:pt x="218576" y="109898"/>
                </a:lnTo>
                <a:lnTo>
                  <a:pt x="218576" y="142485"/>
                </a:lnTo>
                <a:lnTo>
                  <a:pt x="0" y="1629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F891EB2-A14B-897C-C082-89BE1EA713E6}"/>
              </a:ext>
            </a:extLst>
          </p:cNvPr>
          <p:cNvSpPr/>
          <p:nvPr/>
        </p:nvSpPr>
        <p:spPr>
          <a:xfrm>
            <a:off x="8115056" y="3641672"/>
            <a:ext cx="274311" cy="190519"/>
          </a:xfrm>
          <a:custGeom>
            <a:avLst/>
            <a:gdLst>
              <a:gd name="connsiteX0" fmla="*/ 0 w 274311"/>
              <a:gd name="connsiteY0" fmla="*/ 32164 h 190519"/>
              <a:gd name="connsiteX1" fmla="*/ 55712 w 274311"/>
              <a:gd name="connsiteY1" fmla="*/ 0 h 190519"/>
              <a:gd name="connsiteX2" fmla="*/ 274312 w 274311"/>
              <a:gd name="connsiteY2" fmla="*/ 126168 h 190519"/>
              <a:gd name="connsiteX3" fmla="*/ 274312 w 274311"/>
              <a:gd name="connsiteY3" fmla="*/ 190520 h 190519"/>
              <a:gd name="connsiteX4" fmla="*/ 0 w 274311"/>
              <a:gd name="connsiteY4" fmla="*/ 32164 h 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11" h="190519">
                <a:moveTo>
                  <a:pt x="0" y="32164"/>
                </a:moveTo>
                <a:lnTo>
                  <a:pt x="55712" y="0"/>
                </a:lnTo>
                <a:lnTo>
                  <a:pt x="274312" y="126168"/>
                </a:lnTo>
                <a:lnTo>
                  <a:pt x="274312" y="190520"/>
                </a:lnTo>
                <a:lnTo>
                  <a:pt x="0" y="3216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300D434D-8529-13C7-DB22-3E73E6B92C2E}"/>
              </a:ext>
            </a:extLst>
          </p:cNvPr>
          <p:cNvSpPr/>
          <p:nvPr/>
        </p:nvSpPr>
        <p:spPr>
          <a:xfrm>
            <a:off x="8237585" y="3569971"/>
            <a:ext cx="247734" cy="143001"/>
          </a:xfrm>
          <a:custGeom>
            <a:avLst/>
            <a:gdLst>
              <a:gd name="connsiteX0" fmla="*/ 0 w 247734"/>
              <a:gd name="connsiteY0" fmla="*/ 33103 h 143001"/>
              <a:gd name="connsiteX1" fmla="*/ 57356 w 247734"/>
              <a:gd name="connsiteY1" fmla="*/ 0 h 143001"/>
              <a:gd name="connsiteX2" fmla="*/ 247735 w 247734"/>
              <a:gd name="connsiteY2" fmla="*/ 109898 h 143001"/>
              <a:gd name="connsiteX3" fmla="*/ 190356 w 247734"/>
              <a:gd name="connsiteY3" fmla="*/ 143002 h 143001"/>
              <a:gd name="connsiteX4" fmla="*/ 0 w 247734"/>
              <a:gd name="connsiteY4" fmla="*/ 33103 h 14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734" h="143001">
                <a:moveTo>
                  <a:pt x="0" y="33103"/>
                </a:moveTo>
                <a:lnTo>
                  <a:pt x="57356" y="0"/>
                </a:lnTo>
                <a:lnTo>
                  <a:pt x="247735" y="109898"/>
                </a:lnTo>
                <a:lnTo>
                  <a:pt x="190356" y="143002"/>
                </a:lnTo>
                <a:lnTo>
                  <a:pt x="0" y="33103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093F287-74BF-3860-BD1E-9418D8D65CCB}"/>
              </a:ext>
            </a:extLst>
          </p:cNvPr>
          <p:cNvSpPr/>
          <p:nvPr/>
        </p:nvSpPr>
        <p:spPr>
          <a:xfrm>
            <a:off x="8294941" y="3523650"/>
            <a:ext cx="190378" cy="156219"/>
          </a:xfrm>
          <a:custGeom>
            <a:avLst/>
            <a:gdLst>
              <a:gd name="connsiteX0" fmla="*/ 0 w 190378"/>
              <a:gd name="connsiteY0" fmla="*/ 46321 h 156219"/>
              <a:gd name="connsiteX1" fmla="*/ 80223 w 190378"/>
              <a:gd name="connsiteY1" fmla="*/ 0 h 156219"/>
              <a:gd name="connsiteX2" fmla="*/ 190379 w 190378"/>
              <a:gd name="connsiteY2" fmla="*/ 63577 h 156219"/>
              <a:gd name="connsiteX3" fmla="*/ 190379 w 190378"/>
              <a:gd name="connsiteY3" fmla="*/ 156220 h 156219"/>
              <a:gd name="connsiteX4" fmla="*/ 0 w 190378"/>
              <a:gd name="connsiteY4" fmla="*/ 46321 h 15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78" h="156219">
                <a:moveTo>
                  <a:pt x="0" y="46321"/>
                </a:moveTo>
                <a:lnTo>
                  <a:pt x="80223" y="0"/>
                </a:lnTo>
                <a:lnTo>
                  <a:pt x="190379" y="63577"/>
                </a:lnTo>
                <a:lnTo>
                  <a:pt x="190379" y="156220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1A29C14-1360-6AF8-6A2E-0BBBCF8F498C}"/>
              </a:ext>
            </a:extLst>
          </p:cNvPr>
          <p:cNvSpPr/>
          <p:nvPr/>
        </p:nvSpPr>
        <p:spPr>
          <a:xfrm>
            <a:off x="8375163" y="3514963"/>
            <a:ext cx="125182" cy="72263"/>
          </a:xfrm>
          <a:custGeom>
            <a:avLst/>
            <a:gdLst>
              <a:gd name="connsiteX0" fmla="*/ 0 w 125182"/>
              <a:gd name="connsiteY0" fmla="*/ 8687 h 72263"/>
              <a:gd name="connsiteX1" fmla="*/ 15049 w 125182"/>
              <a:gd name="connsiteY1" fmla="*/ 0 h 72263"/>
              <a:gd name="connsiteX2" fmla="*/ 125182 w 125182"/>
              <a:gd name="connsiteY2" fmla="*/ 63601 h 72263"/>
              <a:gd name="connsiteX3" fmla="*/ 110156 w 125182"/>
              <a:gd name="connsiteY3" fmla="*/ 72264 h 72263"/>
              <a:gd name="connsiteX4" fmla="*/ 0 w 125182"/>
              <a:gd name="connsiteY4" fmla="*/ 8687 h 7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82" h="72263">
                <a:moveTo>
                  <a:pt x="0" y="8687"/>
                </a:moveTo>
                <a:lnTo>
                  <a:pt x="15049" y="0"/>
                </a:lnTo>
                <a:lnTo>
                  <a:pt x="125182" y="63601"/>
                </a:lnTo>
                <a:lnTo>
                  <a:pt x="110156" y="72264"/>
                </a:lnTo>
                <a:lnTo>
                  <a:pt x="0" y="8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1F3B2C3-3E2E-E763-92EE-B48F338554F6}"/>
              </a:ext>
            </a:extLst>
          </p:cNvPr>
          <p:cNvSpPr/>
          <p:nvPr/>
        </p:nvSpPr>
        <p:spPr>
          <a:xfrm>
            <a:off x="8405097" y="3460050"/>
            <a:ext cx="80222" cy="92642"/>
          </a:xfrm>
          <a:custGeom>
            <a:avLst/>
            <a:gdLst>
              <a:gd name="connsiteX0" fmla="*/ 0 w 80222"/>
              <a:gd name="connsiteY0" fmla="*/ 46321 h 92642"/>
              <a:gd name="connsiteX1" fmla="*/ 80223 w 80222"/>
              <a:gd name="connsiteY1" fmla="*/ 0 h 92642"/>
              <a:gd name="connsiteX2" fmla="*/ 80223 w 80222"/>
              <a:gd name="connsiteY2" fmla="*/ 92642 h 92642"/>
              <a:gd name="connsiteX3" fmla="*/ 0 w 80222"/>
              <a:gd name="connsiteY3" fmla="*/ 46321 h 9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22" h="92642">
                <a:moveTo>
                  <a:pt x="0" y="46321"/>
                </a:moveTo>
                <a:lnTo>
                  <a:pt x="80223" y="0"/>
                </a:lnTo>
                <a:lnTo>
                  <a:pt x="80223" y="92642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CB78742-CF8D-AE25-B317-8E033F37F30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223070A-0E3B-30CF-129C-5911DE0993D5}"/>
              </a:ext>
            </a:extLst>
          </p:cNvPr>
          <p:cNvSpPr/>
          <p:nvPr/>
        </p:nvSpPr>
        <p:spPr>
          <a:xfrm>
            <a:off x="8520372" y="3420819"/>
            <a:ext cx="307250" cy="271752"/>
          </a:xfrm>
          <a:custGeom>
            <a:avLst/>
            <a:gdLst>
              <a:gd name="connsiteX0" fmla="*/ 15049 w 307250"/>
              <a:gd name="connsiteY0" fmla="*/ 10330 h 271752"/>
              <a:gd name="connsiteX1" fmla="*/ 15049 w 307250"/>
              <a:gd name="connsiteY1" fmla="*/ 102879 h 271752"/>
              <a:gd name="connsiteX2" fmla="*/ 9672 w 307250"/>
              <a:gd name="connsiteY2" fmla="*/ 106001 h 271752"/>
              <a:gd name="connsiteX3" fmla="*/ 0 w 307250"/>
              <a:gd name="connsiteY3" fmla="*/ 111636 h 271752"/>
              <a:gd name="connsiteX4" fmla="*/ 0 w 307250"/>
              <a:gd name="connsiteY4" fmla="*/ 146195 h 271752"/>
              <a:gd name="connsiteX5" fmla="*/ 2606 w 307250"/>
              <a:gd name="connsiteY5" fmla="*/ 144669 h 271752"/>
              <a:gd name="connsiteX6" fmla="*/ 13711 w 307250"/>
              <a:gd name="connsiteY6" fmla="*/ 138236 h 271752"/>
              <a:gd name="connsiteX7" fmla="*/ 15049 w 307250"/>
              <a:gd name="connsiteY7" fmla="*/ 137508 h 271752"/>
              <a:gd name="connsiteX8" fmla="*/ 15049 w 307250"/>
              <a:gd name="connsiteY8" fmla="*/ 230056 h 271752"/>
              <a:gd name="connsiteX9" fmla="*/ 72404 w 307250"/>
              <a:gd name="connsiteY9" fmla="*/ 196930 h 271752"/>
              <a:gd name="connsiteX10" fmla="*/ 72404 w 307250"/>
              <a:gd name="connsiteY10" fmla="*/ 229610 h 271752"/>
              <a:gd name="connsiteX11" fmla="*/ 100695 w 307250"/>
              <a:gd name="connsiteY11" fmla="*/ 213317 h 271752"/>
              <a:gd name="connsiteX12" fmla="*/ 110978 w 307250"/>
              <a:gd name="connsiteY12" fmla="*/ 207330 h 271752"/>
              <a:gd name="connsiteX13" fmla="*/ 110978 w 307250"/>
              <a:gd name="connsiteY13" fmla="*/ 271752 h 271752"/>
              <a:gd name="connsiteX14" fmla="*/ 156454 w 307250"/>
              <a:gd name="connsiteY14" fmla="*/ 245458 h 271752"/>
              <a:gd name="connsiteX15" fmla="*/ 166737 w 307250"/>
              <a:gd name="connsiteY15" fmla="*/ 239541 h 271752"/>
              <a:gd name="connsiteX16" fmla="*/ 179180 w 307250"/>
              <a:gd name="connsiteY16" fmla="*/ 232287 h 271752"/>
              <a:gd name="connsiteX17" fmla="*/ 307250 w 307250"/>
              <a:gd name="connsiteY17" fmla="*/ 158356 h 271752"/>
              <a:gd name="connsiteX18" fmla="*/ 32938 w 307250"/>
              <a:gd name="connsiteY18" fmla="*/ 0 h 271752"/>
              <a:gd name="connsiteX19" fmla="*/ 15049 w 307250"/>
              <a:gd name="connsiteY19" fmla="*/ 10330 h 271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07250" h="271752">
                <a:moveTo>
                  <a:pt x="15049" y="10330"/>
                </a:moveTo>
                <a:lnTo>
                  <a:pt x="15049" y="102879"/>
                </a:lnTo>
                <a:lnTo>
                  <a:pt x="9672" y="106001"/>
                </a:lnTo>
                <a:lnTo>
                  <a:pt x="0" y="111636"/>
                </a:lnTo>
                <a:lnTo>
                  <a:pt x="0" y="146195"/>
                </a:lnTo>
                <a:lnTo>
                  <a:pt x="2606" y="144669"/>
                </a:lnTo>
                <a:lnTo>
                  <a:pt x="13711" y="138236"/>
                </a:lnTo>
                <a:lnTo>
                  <a:pt x="15049" y="137508"/>
                </a:lnTo>
                <a:lnTo>
                  <a:pt x="15049" y="230056"/>
                </a:lnTo>
                <a:lnTo>
                  <a:pt x="72404" y="196930"/>
                </a:lnTo>
                <a:lnTo>
                  <a:pt x="72404" y="229610"/>
                </a:lnTo>
                <a:lnTo>
                  <a:pt x="100695" y="213317"/>
                </a:lnTo>
                <a:lnTo>
                  <a:pt x="110978" y="207330"/>
                </a:lnTo>
                <a:lnTo>
                  <a:pt x="110978" y="271752"/>
                </a:lnTo>
                <a:lnTo>
                  <a:pt x="156454" y="245458"/>
                </a:lnTo>
                <a:lnTo>
                  <a:pt x="166737" y="239541"/>
                </a:lnTo>
                <a:lnTo>
                  <a:pt x="179180" y="232287"/>
                </a:lnTo>
                <a:lnTo>
                  <a:pt x="307250" y="158356"/>
                </a:lnTo>
                <a:lnTo>
                  <a:pt x="32938" y="0"/>
                </a:lnTo>
                <a:lnTo>
                  <a:pt x="15049" y="103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94BE5CF-2EDD-5D42-44CD-0DC7AA721796}"/>
              </a:ext>
            </a:extLst>
          </p:cNvPr>
          <p:cNvSpPr/>
          <p:nvPr/>
        </p:nvSpPr>
        <p:spPr>
          <a:xfrm>
            <a:off x="8828468" y="3244620"/>
            <a:ext cx="110156" cy="80926"/>
          </a:xfrm>
          <a:custGeom>
            <a:avLst/>
            <a:gdLst>
              <a:gd name="connsiteX0" fmla="*/ 110156 w 110156"/>
              <a:gd name="connsiteY0" fmla="*/ 46274 h 80926"/>
              <a:gd name="connsiteX1" fmla="*/ 30004 w 110156"/>
              <a:gd name="connsiteY1" fmla="*/ 0 h 80926"/>
              <a:gd name="connsiteX2" fmla="*/ 0 w 110156"/>
              <a:gd name="connsiteY2" fmla="*/ 17326 h 80926"/>
              <a:gd name="connsiteX3" fmla="*/ 110156 w 110156"/>
              <a:gd name="connsiteY3" fmla="*/ 80927 h 80926"/>
              <a:gd name="connsiteX4" fmla="*/ 110156 w 110156"/>
              <a:gd name="connsiteY4" fmla="*/ 46274 h 8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156" h="80926">
                <a:moveTo>
                  <a:pt x="110156" y="46274"/>
                </a:moveTo>
                <a:lnTo>
                  <a:pt x="30004" y="0"/>
                </a:lnTo>
                <a:lnTo>
                  <a:pt x="0" y="17326"/>
                </a:lnTo>
                <a:lnTo>
                  <a:pt x="110156" y="80927"/>
                </a:lnTo>
                <a:lnTo>
                  <a:pt x="110156" y="4627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49C3112-1FC4-0B64-5E9D-90BB9D55015F}"/>
              </a:ext>
            </a:extLst>
          </p:cNvPr>
          <p:cNvSpPr/>
          <p:nvPr/>
        </p:nvSpPr>
        <p:spPr>
          <a:xfrm>
            <a:off x="8609023" y="3366351"/>
            <a:ext cx="257172" cy="148471"/>
          </a:xfrm>
          <a:custGeom>
            <a:avLst/>
            <a:gdLst>
              <a:gd name="connsiteX0" fmla="*/ 218599 w 257172"/>
              <a:gd name="connsiteY0" fmla="*/ 148472 h 148471"/>
              <a:gd name="connsiteX1" fmla="*/ 0 w 257172"/>
              <a:gd name="connsiteY1" fmla="*/ 22304 h 148471"/>
              <a:gd name="connsiteX2" fmla="*/ 38620 w 257172"/>
              <a:gd name="connsiteY2" fmla="*/ 0 h 148471"/>
              <a:gd name="connsiteX3" fmla="*/ 257172 w 257172"/>
              <a:gd name="connsiteY3" fmla="*/ 126192 h 148471"/>
              <a:gd name="connsiteX4" fmla="*/ 218599 w 257172"/>
              <a:gd name="connsiteY4" fmla="*/ 148472 h 14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2" h="148471">
                <a:moveTo>
                  <a:pt x="218599" y="148472"/>
                </a:moveTo>
                <a:lnTo>
                  <a:pt x="0" y="22304"/>
                </a:lnTo>
                <a:lnTo>
                  <a:pt x="38620" y="0"/>
                </a:lnTo>
                <a:lnTo>
                  <a:pt x="257172" y="126192"/>
                </a:lnTo>
                <a:lnTo>
                  <a:pt x="218599" y="148472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D4E2668-98CD-5917-E472-199685A5CAA5}"/>
              </a:ext>
            </a:extLst>
          </p:cNvPr>
          <p:cNvSpPr/>
          <p:nvPr/>
        </p:nvSpPr>
        <p:spPr>
          <a:xfrm>
            <a:off x="8520372" y="3549640"/>
            <a:ext cx="15048" cy="17373"/>
          </a:xfrm>
          <a:custGeom>
            <a:avLst/>
            <a:gdLst>
              <a:gd name="connsiteX0" fmla="*/ 0 w 15048"/>
              <a:gd name="connsiteY0" fmla="*/ 17373 h 17373"/>
              <a:gd name="connsiteX1" fmla="*/ 0 w 15048"/>
              <a:gd name="connsiteY1" fmla="*/ 0 h 17373"/>
              <a:gd name="connsiteX2" fmla="*/ 0 w 15048"/>
              <a:gd name="connsiteY2" fmla="*/ 0 h 17373"/>
              <a:gd name="connsiteX3" fmla="*/ 15049 w 15048"/>
              <a:gd name="connsiteY3" fmla="*/ 8687 h 17373"/>
              <a:gd name="connsiteX4" fmla="*/ 0 w 15048"/>
              <a:gd name="connsiteY4" fmla="*/ 17373 h 1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8" h="17373">
                <a:moveTo>
                  <a:pt x="0" y="17373"/>
                </a:moveTo>
                <a:lnTo>
                  <a:pt x="0" y="0"/>
                </a:lnTo>
                <a:lnTo>
                  <a:pt x="0" y="0"/>
                </a:lnTo>
                <a:lnTo>
                  <a:pt x="15049" y="8687"/>
                </a:lnTo>
                <a:lnTo>
                  <a:pt x="0" y="17373"/>
                </a:lnTo>
                <a:close/>
              </a:path>
            </a:pathLst>
          </a:custGeom>
          <a:solidFill>
            <a:srgbClr val="4D4D4D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992B9F57-979B-57FB-7C59-CD7C54132E20}"/>
              </a:ext>
            </a:extLst>
          </p:cNvPr>
          <p:cNvSpPr/>
          <p:nvPr/>
        </p:nvSpPr>
        <p:spPr>
          <a:xfrm>
            <a:off x="8535421" y="3572742"/>
            <a:ext cx="95928" cy="77687"/>
          </a:xfrm>
          <a:custGeom>
            <a:avLst/>
            <a:gdLst>
              <a:gd name="connsiteX0" fmla="*/ 57355 w 95928"/>
              <a:gd name="connsiteY0" fmla="*/ 77687 h 77687"/>
              <a:gd name="connsiteX1" fmla="*/ 57355 w 95928"/>
              <a:gd name="connsiteY1" fmla="*/ 45006 h 77687"/>
              <a:gd name="connsiteX2" fmla="*/ 0 w 95928"/>
              <a:gd name="connsiteY2" fmla="*/ 11903 h 77687"/>
              <a:gd name="connsiteX3" fmla="*/ 0 w 95928"/>
              <a:gd name="connsiteY3" fmla="*/ 0 h 77687"/>
              <a:gd name="connsiteX4" fmla="*/ 95929 w 95928"/>
              <a:gd name="connsiteY4" fmla="*/ 55407 h 77687"/>
              <a:gd name="connsiteX5" fmla="*/ 57355 w 95928"/>
              <a:gd name="connsiteY5" fmla="*/ 77687 h 7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28" h="77687">
                <a:moveTo>
                  <a:pt x="57355" y="77687"/>
                </a:moveTo>
                <a:lnTo>
                  <a:pt x="57355" y="45006"/>
                </a:lnTo>
                <a:lnTo>
                  <a:pt x="0" y="11903"/>
                </a:lnTo>
                <a:lnTo>
                  <a:pt x="0" y="0"/>
                </a:lnTo>
                <a:lnTo>
                  <a:pt x="95929" y="55407"/>
                </a:lnTo>
                <a:lnTo>
                  <a:pt x="57355" y="77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488E461-A381-0FAA-C366-30E69930053E}"/>
              </a:ext>
            </a:extLst>
          </p:cNvPr>
          <p:cNvSpPr/>
          <p:nvPr/>
        </p:nvSpPr>
        <p:spPr>
          <a:xfrm>
            <a:off x="8535421" y="3584645"/>
            <a:ext cx="57355" cy="66230"/>
          </a:xfrm>
          <a:custGeom>
            <a:avLst/>
            <a:gdLst>
              <a:gd name="connsiteX0" fmla="*/ 0 w 57355"/>
              <a:gd name="connsiteY0" fmla="*/ 66230 h 66230"/>
              <a:gd name="connsiteX1" fmla="*/ 0 w 57355"/>
              <a:gd name="connsiteY1" fmla="*/ 0 h 66230"/>
              <a:gd name="connsiteX2" fmla="*/ 57355 w 57355"/>
              <a:gd name="connsiteY2" fmla="*/ 33103 h 66230"/>
              <a:gd name="connsiteX3" fmla="*/ 0 w 57355"/>
              <a:gd name="connsiteY3" fmla="*/ 66230 h 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55" h="66230">
                <a:moveTo>
                  <a:pt x="0" y="66230"/>
                </a:moveTo>
                <a:lnTo>
                  <a:pt x="0" y="0"/>
                </a:lnTo>
                <a:lnTo>
                  <a:pt x="57355" y="33103"/>
                </a:lnTo>
                <a:lnTo>
                  <a:pt x="0" y="662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3887E45-6173-2A8C-41A2-6E28D3F5BCD0}"/>
              </a:ext>
            </a:extLst>
          </p:cNvPr>
          <p:cNvSpPr/>
          <p:nvPr/>
        </p:nvSpPr>
        <p:spPr>
          <a:xfrm>
            <a:off x="8647644" y="3350057"/>
            <a:ext cx="218551" cy="142485"/>
          </a:xfrm>
          <a:custGeom>
            <a:avLst/>
            <a:gdLst>
              <a:gd name="connsiteX0" fmla="*/ 0 w 218551"/>
              <a:gd name="connsiteY0" fmla="*/ 16294 h 142485"/>
              <a:gd name="connsiteX1" fmla="*/ 28220 w 218551"/>
              <a:gd name="connsiteY1" fmla="*/ 0 h 142485"/>
              <a:gd name="connsiteX2" fmla="*/ 218552 w 218551"/>
              <a:gd name="connsiteY2" fmla="*/ 109898 h 142485"/>
              <a:gd name="connsiteX3" fmla="*/ 218552 w 218551"/>
              <a:gd name="connsiteY3" fmla="*/ 142485 h 142485"/>
              <a:gd name="connsiteX4" fmla="*/ 0 w 218551"/>
              <a:gd name="connsiteY4" fmla="*/ 16294 h 14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551" h="142485">
                <a:moveTo>
                  <a:pt x="0" y="16294"/>
                </a:moveTo>
                <a:lnTo>
                  <a:pt x="28220" y="0"/>
                </a:lnTo>
                <a:lnTo>
                  <a:pt x="218552" y="109898"/>
                </a:lnTo>
                <a:lnTo>
                  <a:pt x="218552" y="142485"/>
                </a:lnTo>
                <a:lnTo>
                  <a:pt x="0" y="1629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A063F85-3A35-73F9-7B7C-675C83B1CF12}"/>
              </a:ext>
            </a:extLst>
          </p:cNvPr>
          <p:cNvSpPr/>
          <p:nvPr/>
        </p:nvSpPr>
        <p:spPr>
          <a:xfrm>
            <a:off x="8553311" y="3388655"/>
            <a:ext cx="274311" cy="190520"/>
          </a:xfrm>
          <a:custGeom>
            <a:avLst/>
            <a:gdLst>
              <a:gd name="connsiteX0" fmla="*/ 0 w 274311"/>
              <a:gd name="connsiteY0" fmla="*/ 32164 h 190520"/>
              <a:gd name="connsiteX1" fmla="*/ 55713 w 274311"/>
              <a:gd name="connsiteY1" fmla="*/ 0 h 190520"/>
              <a:gd name="connsiteX2" fmla="*/ 274312 w 274311"/>
              <a:gd name="connsiteY2" fmla="*/ 126168 h 190520"/>
              <a:gd name="connsiteX3" fmla="*/ 274312 w 274311"/>
              <a:gd name="connsiteY3" fmla="*/ 190520 h 190520"/>
              <a:gd name="connsiteX4" fmla="*/ 0 w 274311"/>
              <a:gd name="connsiteY4" fmla="*/ 32164 h 19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11" h="190520">
                <a:moveTo>
                  <a:pt x="0" y="32164"/>
                </a:moveTo>
                <a:lnTo>
                  <a:pt x="55713" y="0"/>
                </a:lnTo>
                <a:lnTo>
                  <a:pt x="274312" y="126168"/>
                </a:lnTo>
                <a:lnTo>
                  <a:pt x="274312" y="190520"/>
                </a:lnTo>
                <a:lnTo>
                  <a:pt x="0" y="3216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CD07F9C-D08E-FFB2-81C1-9A3CFD75DD1C}"/>
              </a:ext>
            </a:extLst>
          </p:cNvPr>
          <p:cNvSpPr/>
          <p:nvPr/>
        </p:nvSpPr>
        <p:spPr>
          <a:xfrm>
            <a:off x="8675864" y="3316954"/>
            <a:ext cx="247711" cy="143001"/>
          </a:xfrm>
          <a:custGeom>
            <a:avLst/>
            <a:gdLst>
              <a:gd name="connsiteX0" fmla="*/ 0 w 247711"/>
              <a:gd name="connsiteY0" fmla="*/ 33103 h 143001"/>
              <a:gd name="connsiteX1" fmla="*/ 57355 w 247711"/>
              <a:gd name="connsiteY1" fmla="*/ 0 h 143001"/>
              <a:gd name="connsiteX2" fmla="*/ 247711 w 247711"/>
              <a:gd name="connsiteY2" fmla="*/ 109898 h 143001"/>
              <a:gd name="connsiteX3" fmla="*/ 190332 w 247711"/>
              <a:gd name="connsiteY3" fmla="*/ 143002 h 143001"/>
              <a:gd name="connsiteX4" fmla="*/ 0 w 247711"/>
              <a:gd name="connsiteY4" fmla="*/ 33103 h 14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711" h="143001">
                <a:moveTo>
                  <a:pt x="0" y="33103"/>
                </a:moveTo>
                <a:lnTo>
                  <a:pt x="57355" y="0"/>
                </a:lnTo>
                <a:lnTo>
                  <a:pt x="247711" y="109898"/>
                </a:lnTo>
                <a:lnTo>
                  <a:pt x="190332" y="143002"/>
                </a:lnTo>
                <a:lnTo>
                  <a:pt x="0" y="33103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08C3908-1BBB-C045-A221-683478044614}"/>
              </a:ext>
            </a:extLst>
          </p:cNvPr>
          <p:cNvSpPr/>
          <p:nvPr/>
        </p:nvSpPr>
        <p:spPr>
          <a:xfrm>
            <a:off x="8733219" y="3270633"/>
            <a:ext cx="190356" cy="156219"/>
          </a:xfrm>
          <a:custGeom>
            <a:avLst/>
            <a:gdLst>
              <a:gd name="connsiteX0" fmla="*/ 0 w 190356"/>
              <a:gd name="connsiteY0" fmla="*/ 46321 h 156219"/>
              <a:gd name="connsiteX1" fmla="*/ 80223 w 190356"/>
              <a:gd name="connsiteY1" fmla="*/ 0 h 156219"/>
              <a:gd name="connsiteX2" fmla="*/ 190356 w 190356"/>
              <a:gd name="connsiteY2" fmla="*/ 63577 h 156219"/>
              <a:gd name="connsiteX3" fmla="*/ 190356 w 190356"/>
              <a:gd name="connsiteY3" fmla="*/ 156220 h 156219"/>
              <a:gd name="connsiteX4" fmla="*/ 0 w 190356"/>
              <a:gd name="connsiteY4" fmla="*/ 46321 h 15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56" h="156219">
                <a:moveTo>
                  <a:pt x="0" y="46321"/>
                </a:moveTo>
                <a:lnTo>
                  <a:pt x="80223" y="0"/>
                </a:lnTo>
                <a:lnTo>
                  <a:pt x="190356" y="63577"/>
                </a:lnTo>
                <a:lnTo>
                  <a:pt x="190356" y="156220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95A46B8-7407-D421-01B4-3D27A41C87D4}"/>
              </a:ext>
            </a:extLst>
          </p:cNvPr>
          <p:cNvSpPr/>
          <p:nvPr/>
        </p:nvSpPr>
        <p:spPr>
          <a:xfrm>
            <a:off x="8813442" y="3261946"/>
            <a:ext cx="125182" cy="72263"/>
          </a:xfrm>
          <a:custGeom>
            <a:avLst/>
            <a:gdLst>
              <a:gd name="connsiteX0" fmla="*/ 0 w 125182"/>
              <a:gd name="connsiteY0" fmla="*/ 8687 h 72263"/>
              <a:gd name="connsiteX1" fmla="*/ 15026 w 125182"/>
              <a:gd name="connsiteY1" fmla="*/ 0 h 72263"/>
              <a:gd name="connsiteX2" fmla="*/ 125182 w 125182"/>
              <a:gd name="connsiteY2" fmla="*/ 63601 h 72263"/>
              <a:gd name="connsiteX3" fmla="*/ 110133 w 125182"/>
              <a:gd name="connsiteY3" fmla="*/ 72264 h 72263"/>
              <a:gd name="connsiteX4" fmla="*/ 0 w 125182"/>
              <a:gd name="connsiteY4" fmla="*/ 8687 h 7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82" h="72263">
                <a:moveTo>
                  <a:pt x="0" y="8687"/>
                </a:moveTo>
                <a:lnTo>
                  <a:pt x="15026" y="0"/>
                </a:lnTo>
                <a:lnTo>
                  <a:pt x="125182" y="63601"/>
                </a:lnTo>
                <a:lnTo>
                  <a:pt x="110133" y="72264"/>
                </a:lnTo>
                <a:lnTo>
                  <a:pt x="0" y="8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2FD2633-18E9-5408-00FD-F4A16EAE7528}"/>
              </a:ext>
            </a:extLst>
          </p:cNvPr>
          <p:cNvSpPr/>
          <p:nvPr/>
        </p:nvSpPr>
        <p:spPr>
          <a:xfrm>
            <a:off x="8843352" y="3207032"/>
            <a:ext cx="80223" cy="92642"/>
          </a:xfrm>
          <a:custGeom>
            <a:avLst/>
            <a:gdLst>
              <a:gd name="connsiteX0" fmla="*/ 0 w 80223"/>
              <a:gd name="connsiteY0" fmla="*/ 46321 h 92642"/>
              <a:gd name="connsiteX1" fmla="*/ 80223 w 80223"/>
              <a:gd name="connsiteY1" fmla="*/ 0 h 92642"/>
              <a:gd name="connsiteX2" fmla="*/ 80223 w 80223"/>
              <a:gd name="connsiteY2" fmla="*/ 92642 h 92642"/>
              <a:gd name="connsiteX3" fmla="*/ 0 w 80223"/>
              <a:gd name="connsiteY3" fmla="*/ 46321 h 9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23" h="92642">
                <a:moveTo>
                  <a:pt x="0" y="46321"/>
                </a:moveTo>
                <a:lnTo>
                  <a:pt x="80223" y="0"/>
                </a:lnTo>
                <a:lnTo>
                  <a:pt x="80223" y="92642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1248525-6010-45A1-4A7A-9A4AACE36192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26E3CD0E-0DB7-7888-AA7F-543DF7686725}"/>
              </a:ext>
            </a:extLst>
          </p:cNvPr>
          <p:cNvSpPr/>
          <p:nvPr/>
        </p:nvSpPr>
        <p:spPr>
          <a:xfrm>
            <a:off x="8958651" y="3167801"/>
            <a:ext cx="307250" cy="271752"/>
          </a:xfrm>
          <a:custGeom>
            <a:avLst/>
            <a:gdLst>
              <a:gd name="connsiteX0" fmla="*/ 15025 w 307250"/>
              <a:gd name="connsiteY0" fmla="*/ 10330 h 271752"/>
              <a:gd name="connsiteX1" fmla="*/ 15025 w 307250"/>
              <a:gd name="connsiteY1" fmla="*/ 102879 h 271752"/>
              <a:gd name="connsiteX2" fmla="*/ 9672 w 307250"/>
              <a:gd name="connsiteY2" fmla="*/ 106001 h 271752"/>
              <a:gd name="connsiteX3" fmla="*/ 0 w 307250"/>
              <a:gd name="connsiteY3" fmla="*/ 111636 h 271752"/>
              <a:gd name="connsiteX4" fmla="*/ 0 w 307250"/>
              <a:gd name="connsiteY4" fmla="*/ 146195 h 271752"/>
              <a:gd name="connsiteX5" fmla="*/ 2582 w 307250"/>
              <a:gd name="connsiteY5" fmla="*/ 144669 h 271752"/>
              <a:gd name="connsiteX6" fmla="*/ 13688 w 307250"/>
              <a:gd name="connsiteY6" fmla="*/ 138236 h 271752"/>
              <a:gd name="connsiteX7" fmla="*/ 15025 w 307250"/>
              <a:gd name="connsiteY7" fmla="*/ 137508 h 271752"/>
              <a:gd name="connsiteX8" fmla="*/ 15025 w 307250"/>
              <a:gd name="connsiteY8" fmla="*/ 230056 h 271752"/>
              <a:gd name="connsiteX9" fmla="*/ 72404 w 307250"/>
              <a:gd name="connsiteY9" fmla="*/ 196930 h 271752"/>
              <a:gd name="connsiteX10" fmla="*/ 72404 w 307250"/>
              <a:gd name="connsiteY10" fmla="*/ 229610 h 271752"/>
              <a:gd name="connsiteX11" fmla="*/ 100671 w 307250"/>
              <a:gd name="connsiteY11" fmla="*/ 213317 h 271752"/>
              <a:gd name="connsiteX12" fmla="*/ 110978 w 307250"/>
              <a:gd name="connsiteY12" fmla="*/ 207330 h 271752"/>
              <a:gd name="connsiteX13" fmla="*/ 110978 w 307250"/>
              <a:gd name="connsiteY13" fmla="*/ 271752 h 271752"/>
              <a:gd name="connsiteX14" fmla="*/ 156431 w 307250"/>
              <a:gd name="connsiteY14" fmla="*/ 245434 h 271752"/>
              <a:gd name="connsiteX15" fmla="*/ 166737 w 307250"/>
              <a:gd name="connsiteY15" fmla="*/ 239541 h 271752"/>
              <a:gd name="connsiteX16" fmla="*/ 179181 w 307250"/>
              <a:gd name="connsiteY16" fmla="*/ 232287 h 271752"/>
              <a:gd name="connsiteX17" fmla="*/ 307250 w 307250"/>
              <a:gd name="connsiteY17" fmla="*/ 158356 h 271752"/>
              <a:gd name="connsiteX18" fmla="*/ 32939 w 307250"/>
              <a:gd name="connsiteY18" fmla="*/ 0 h 271752"/>
              <a:gd name="connsiteX19" fmla="*/ 15025 w 307250"/>
              <a:gd name="connsiteY19" fmla="*/ 10330 h 271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07250" h="271752">
                <a:moveTo>
                  <a:pt x="15025" y="10330"/>
                </a:moveTo>
                <a:lnTo>
                  <a:pt x="15025" y="102879"/>
                </a:lnTo>
                <a:lnTo>
                  <a:pt x="9672" y="106001"/>
                </a:lnTo>
                <a:lnTo>
                  <a:pt x="0" y="111636"/>
                </a:lnTo>
                <a:lnTo>
                  <a:pt x="0" y="146195"/>
                </a:lnTo>
                <a:lnTo>
                  <a:pt x="2582" y="144669"/>
                </a:lnTo>
                <a:lnTo>
                  <a:pt x="13688" y="138236"/>
                </a:lnTo>
                <a:lnTo>
                  <a:pt x="15025" y="137508"/>
                </a:lnTo>
                <a:lnTo>
                  <a:pt x="15025" y="230056"/>
                </a:lnTo>
                <a:lnTo>
                  <a:pt x="72404" y="196930"/>
                </a:lnTo>
                <a:lnTo>
                  <a:pt x="72404" y="229610"/>
                </a:lnTo>
                <a:lnTo>
                  <a:pt x="100671" y="213317"/>
                </a:lnTo>
                <a:lnTo>
                  <a:pt x="110978" y="207330"/>
                </a:lnTo>
                <a:lnTo>
                  <a:pt x="110978" y="271752"/>
                </a:lnTo>
                <a:lnTo>
                  <a:pt x="156431" y="245434"/>
                </a:lnTo>
                <a:lnTo>
                  <a:pt x="166737" y="239541"/>
                </a:lnTo>
                <a:lnTo>
                  <a:pt x="179181" y="232287"/>
                </a:lnTo>
                <a:lnTo>
                  <a:pt x="307250" y="158356"/>
                </a:lnTo>
                <a:lnTo>
                  <a:pt x="32939" y="0"/>
                </a:lnTo>
                <a:lnTo>
                  <a:pt x="15025" y="103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47DAF313-CCE6-F07D-B482-5ACDCA17ABDC}"/>
              </a:ext>
            </a:extLst>
          </p:cNvPr>
          <p:cNvSpPr/>
          <p:nvPr/>
        </p:nvSpPr>
        <p:spPr>
          <a:xfrm>
            <a:off x="9266746" y="2991603"/>
            <a:ext cx="110132" cy="80926"/>
          </a:xfrm>
          <a:custGeom>
            <a:avLst/>
            <a:gdLst>
              <a:gd name="connsiteX0" fmla="*/ 110133 w 110132"/>
              <a:gd name="connsiteY0" fmla="*/ 46274 h 80926"/>
              <a:gd name="connsiteX1" fmla="*/ 29981 w 110132"/>
              <a:gd name="connsiteY1" fmla="*/ 0 h 80926"/>
              <a:gd name="connsiteX2" fmla="*/ 0 w 110132"/>
              <a:gd name="connsiteY2" fmla="*/ 17326 h 80926"/>
              <a:gd name="connsiteX3" fmla="*/ 110133 w 110132"/>
              <a:gd name="connsiteY3" fmla="*/ 80927 h 80926"/>
              <a:gd name="connsiteX4" fmla="*/ 110133 w 110132"/>
              <a:gd name="connsiteY4" fmla="*/ 46274 h 8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132" h="80926">
                <a:moveTo>
                  <a:pt x="110133" y="46274"/>
                </a:moveTo>
                <a:lnTo>
                  <a:pt x="29981" y="0"/>
                </a:lnTo>
                <a:lnTo>
                  <a:pt x="0" y="17326"/>
                </a:lnTo>
                <a:lnTo>
                  <a:pt x="110133" y="80927"/>
                </a:lnTo>
                <a:lnTo>
                  <a:pt x="110133" y="4627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F3837E6-EBE4-92A8-AD64-234BA036F7F7}"/>
              </a:ext>
            </a:extLst>
          </p:cNvPr>
          <p:cNvSpPr/>
          <p:nvPr/>
        </p:nvSpPr>
        <p:spPr>
          <a:xfrm>
            <a:off x="9047302" y="3113334"/>
            <a:ext cx="257172" cy="148471"/>
          </a:xfrm>
          <a:custGeom>
            <a:avLst/>
            <a:gdLst>
              <a:gd name="connsiteX0" fmla="*/ 218599 w 257172"/>
              <a:gd name="connsiteY0" fmla="*/ 148472 h 148471"/>
              <a:gd name="connsiteX1" fmla="*/ 0 w 257172"/>
              <a:gd name="connsiteY1" fmla="*/ 22304 h 148471"/>
              <a:gd name="connsiteX2" fmla="*/ 38597 w 257172"/>
              <a:gd name="connsiteY2" fmla="*/ 0 h 148471"/>
              <a:gd name="connsiteX3" fmla="*/ 257173 w 257172"/>
              <a:gd name="connsiteY3" fmla="*/ 126192 h 148471"/>
              <a:gd name="connsiteX4" fmla="*/ 218599 w 257172"/>
              <a:gd name="connsiteY4" fmla="*/ 148472 h 14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2" h="148471">
                <a:moveTo>
                  <a:pt x="218599" y="148472"/>
                </a:moveTo>
                <a:lnTo>
                  <a:pt x="0" y="22304"/>
                </a:lnTo>
                <a:lnTo>
                  <a:pt x="38597" y="0"/>
                </a:lnTo>
                <a:lnTo>
                  <a:pt x="257173" y="126192"/>
                </a:lnTo>
                <a:lnTo>
                  <a:pt x="218599" y="148472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CD7EAA8A-4896-52B8-D898-556C284E4FCA}"/>
              </a:ext>
            </a:extLst>
          </p:cNvPr>
          <p:cNvSpPr/>
          <p:nvPr/>
        </p:nvSpPr>
        <p:spPr>
          <a:xfrm>
            <a:off x="8958651" y="3296622"/>
            <a:ext cx="15025" cy="17373"/>
          </a:xfrm>
          <a:custGeom>
            <a:avLst/>
            <a:gdLst>
              <a:gd name="connsiteX0" fmla="*/ 0 w 15025"/>
              <a:gd name="connsiteY0" fmla="*/ 17373 h 17373"/>
              <a:gd name="connsiteX1" fmla="*/ 0 w 15025"/>
              <a:gd name="connsiteY1" fmla="*/ 0 h 17373"/>
              <a:gd name="connsiteX2" fmla="*/ 0 w 15025"/>
              <a:gd name="connsiteY2" fmla="*/ 0 h 17373"/>
              <a:gd name="connsiteX3" fmla="*/ 15025 w 15025"/>
              <a:gd name="connsiteY3" fmla="*/ 8687 h 17373"/>
              <a:gd name="connsiteX4" fmla="*/ 0 w 15025"/>
              <a:gd name="connsiteY4" fmla="*/ 17373 h 1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5" h="17373">
                <a:moveTo>
                  <a:pt x="0" y="17373"/>
                </a:moveTo>
                <a:lnTo>
                  <a:pt x="0" y="0"/>
                </a:lnTo>
                <a:lnTo>
                  <a:pt x="0" y="0"/>
                </a:lnTo>
                <a:lnTo>
                  <a:pt x="15025" y="8687"/>
                </a:lnTo>
                <a:lnTo>
                  <a:pt x="0" y="17373"/>
                </a:lnTo>
                <a:close/>
              </a:path>
            </a:pathLst>
          </a:custGeom>
          <a:solidFill>
            <a:srgbClr val="4D4D4D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7FCB45CE-F3C5-056A-84D4-1FE98870E8E7}"/>
              </a:ext>
            </a:extLst>
          </p:cNvPr>
          <p:cNvSpPr/>
          <p:nvPr/>
        </p:nvSpPr>
        <p:spPr>
          <a:xfrm>
            <a:off x="8973676" y="3319725"/>
            <a:ext cx="95952" cy="77687"/>
          </a:xfrm>
          <a:custGeom>
            <a:avLst/>
            <a:gdLst>
              <a:gd name="connsiteX0" fmla="*/ 57379 w 95952"/>
              <a:gd name="connsiteY0" fmla="*/ 77687 h 77687"/>
              <a:gd name="connsiteX1" fmla="*/ 57379 w 95952"/>
              <a:gd name="connsiteY1" fmla="*/ 45006 h 77687"/>
              <a:gd name="connsiteX2" fmla="*/ 0 w 95952"/>
              <a:gd name="connsiteY2" fmla="*/ 11903 h 77687"/>
              <a:gd name="connsiteX3" fmla="*/ 0 w 95952"/>
              <a:gd name="connsiteY3" fmla="*/ 0 h 77687"/>
              <a:gd name="connsiteX4" fmla="*/ 95953 w 95952"/>
              <a:gd name="connsiteY4" fmla="*/ 55407 h 77687"/>
              <a:gd name="connsiteX5" fmla="*/ 57379 w 95952"/>
              <a:gd name="connsiteY5" fmla="*/ 77687 h 7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2" h="77687">
                <a:moveTo>
                  <a:pt x="57379" y="77687"/>
                </a:moveTo>
                <a:lnTo>
                  <a:pt x="57379" y="45006"/>
                </a:lnTo>
                <a:lnTo>
                  <a:pt x="0" y="11903"/>
                </a:lnTo>
                <a:lnTo>
                  <a:pt x="0" y="0"/>
                </a:lnTo>
                <a:lnTo>
                  <a:pt x="95953" y="55407"/>
                </a:lnTo>
                <a:lnTo>
                  <a:pt x="57379" y="77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F4EC1B13-1FB4-B9BE-E97F-6006A530CB1E}"/>
              </a:ext>
            </a:extLst>
          </p:cNvPr>
          <p:cNvSpPr/>
          <p:nvPr/>
        </p:nvSpPr>
        <p:spPr>
          <a:xfrm>
            <a:off x="8973676" y="3331628"/>
            <a:ext cx="57378" cy="66230"/>
          </a:xfrm>
          <a:custGeom>
            <a:avLst/>
            <a:gdLst>
              <a:gd name="connsiteX0" fmla="*/ 0 w 57378"/>
              <a:gd name="connsiteY0" fmla="*/ 66230 h 66230"/>
              <a:gd name="connsiteX1" fmla="*/ 0 w 57378"/>
              <a:gd name="connsiteY1" fmla="*/ 0 h 66230"/>
              <a:gd name="connsiteX2" fmla="*/ 57379 w 57378"/>
              <a:gd name="connsiteY2" fmla="*/ 33103 h 66230"/>
              <a:gd name="connsiteX3" fmla="*/ 0 w 57378"/>
              <a:gd name="connsiteY3" fmla="*/ 66230 h 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78" h="66230">
                <a:moveTo>
                  <a:pt x="0" y="66230"/>
                </a:moveTo>
                <a:lnTo>
                  <a:pt x="0" y="0"/>
                </a:lnTo>
                <a:lnTo>
                  <a:pt x="57379" y="33103"/>
                </a:lnTo>
                <a:lnTo>
                  <a:pt x="0" y="66230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3BA4EC25-50B3-3C83-F955-7B8E54345406}"/>
              </a:ext>
            </a:extLst>
          </p:cNvPr>
          <p:cNvSpPr/>
          <p:nvPr/>
        </p:nvSpPr>
        <p:spPr>
          <a:xfrm>
            <a:off x="9085899" y="3097040"/>
            <a:ext cx="218576" cy="142484"/>
          </a:xfrm>
          <a:custGeom>
            <a:avLst/>
            <a:gdLst>
              <a:gd name="connsiteX0" fmla="*/ 0 w 218576"/>
              <a:gd name="connsiteY0" fmla="*/ 16293 h 142484"/>
              <a:gd name="connsiteX1" fmla="*/ 28220 w 218576"/>
              <a:gd name="connsiteY1" fmla="*/ 0 h 142484"/>
              <a:gd name="connsiteX2" fmla="*/ 218576 w 218576"/>
              <a:gd name="connsiteY2" fmla="*/ 109922 h 142484"/>
              <a:gd name="connsiteX3" fmla="*/ 218576 w 218576"/>
              <a:gd name="connsiteY3" fmla="*/ 142485 h 142484"/>
              <a:gd name="connsiteX4" fmla="*/ 0 w 218576"/>
              <a:gd name="connsiteY4" fmla="*/ 16293 h 14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576" h="142484">
                <a:moveTo>
                  <a:pt x="0" y="16293"/>
                </a:moveTo>
                <a:lnTo>
                  <a:pt x="28220" y="0"/>
                </a:lnTo>
                <a:lnTo>
                  <a:pt x="218576" y="109922"/>
                </a:lnTo>
                <a:lnTo>
                  <a:pt x="218576" y="142485"/>
                </a:lnTo>
                <a:lnTo>
                  <a:pt x="0" y="16293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22C67A19-E603-6520-4F39-7179185C8E4E}"/>
              </a:ext>
            </a:extLst>
          </p:cNvPr>
          <p:cNvSpPr/>
          <p:nvPr/>
        </p:nvSpPr>
        <p:spPr>
          <a:xfrm>
            <a:off x="8991590" y="3135637"/>
            <a:ext cx="274311" cy="190520"/>
          </a:xfrm>
          <a:custGeom>
            <a:avLst/>
            <a:gdLst>
              <a:gd name="connsiteX0" fmla="*/ 0 w 274311"/>
              <a:gd name="connsiteY0" fmla="*/ 32164 h 190520"/>
              <a:gd name="connsiteX1" fmla="*/ 55712 w 274311"/>
              <a:gd name="connsiteY1" fmla="*/ 0 h 190520"/>
              <a:gd name="connsiteX2" fmla="*/ 274311 w 274311"/>
              <a:gd name="connsiteY2" fmla="*/ 126168 h 190520"/>
              <a:gd name="connsiteX3" fmla="*/ 274311 w 274311"/>
              <a:gd name="connsiteY3" fmla="*/ 190520 h 190520"/>
              <a:gd name="connsiteX4" fmla="*/ 0 w 274311"/>
              <a:gd name="connsiteY4" fmla="*/ 32164 h 19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11" h="190520">
                <a:moveTo>
                  <a:pt x="0" y="32164"/>
                </a:moveTo>
                <a:lnTo>
                  <a:pt x="55712" y="0"/>
                </a:lnTo>
                <a:lnTo>
                  <a:pt x="274311" y="126168"/>
                </a:lnTo>
                <a:lnTo>
                  <a:pt x="274311" y="190520"/>
                </a:lnTo>
                <a:lnTo>
                  <a:pt x="0" y="3216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93A951AF-EC21-6224-DAC9-77C215113F3E}"/>
              </a:ext>
            </a:extLst>
          </p:cNvPr>
          <p:cNvSpPr/>
          <p:nvPr/>
        </p:nvSpPr>
        <p:spPr>
          <a:xfrm>
            <a:off x="9114119" y="3063937"/>
            <a:ext cx="247711" cy="143025"/>
          </a:xfrm>
          <a:custGeom>
            <a:avLst/>
            <a:gdLst>
              <a:gd name="connsiteX0" fmla="*/ 0 w 247711"/>
              <a:gd name="connsiteY0" fmla="*/ 33104 h 143025"/>
              <a:gd name="connsiteX1" fmla="*/ 57355 w 247711"/>
              <a:gd name="connsiteY1" fmla="*/ 0 h 143025"/>
              <a:gd name="connsiteX2" fmla="*/ 247711 w 247711"/>
              <a:gd name="connsiteY2" fmla="*/ 109898 h 143025"/>
              <a:gd name="connsiteX3" fmla="*/ 190356 w 247711"/>
              <a:gd name="connsiteY3" fmla="*/ 143025 h 143025"/>
              <a:gd name="connsiteX4" fmla="*/ 0 w 247711"/>
              <a:gd name="connsiteY4" fmla="*/ 33104 h 14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711" h="143025">
                <a:moveTo>
                  <a:pt x="0" y="33104"/>
                </a:moveTo>
                <a:lnTo>
                  <a:pt x="57355" y="0"/>
                </a:lnTo>
                <a:lnTo>
                  <a:pt x="247711" y="109898"/>
                </a:lnTo>
                <a:lnTo>
                  <a:pt x="190356" y="143025"/>
                </a:lnTo>
                <a:lnTo>
                  <a:pt x="0" y="33104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DBD73546-AD9F-9F6A-E355-A96CC1186921}"/>
              </a:ext>
            </a:extLst>
          </p:cNvPr>
          <p:cNvSpPr/>
          <p:nvPr/>
        </p:nvSpPr>
        <p:spPr>
          <a:xfrm>
            <a:off x="9171474" y="3017616"/>
            <a:ext cx="190356" cy="156219"/>
          </a:xfrm>
          <a:custGeom>
            <a:avLst/>
            <a:gdLst>
              <a:gd name="connsiteX0" fmla="*/ 0 w 190356"/>
              <a:gd name="connsiteY0" fmla="*/ 46321 h 156219"/>
              <a:gd name="connsiteX1" fmla="*/ 80223 w 190356"/>
              <a:gd name="connsiteY1" fmla="*/ 0 h 156219"/>
              <a:gd name="connsiteX2" fmla="*/ 190356 w 190356"/>
              <a:gd name="connsiteY2" fmla="*/ 63577 h 156219"/>
              <a:gd name="connsiteX3" fmla="*/ 190356 w 190356"/>
              <a:gd name="connsiteY3" fmla="*/ 156220 h 156219"/>
              <a:gd name="connsiteX4" fmla="*/ 0 w 190356"/>
              <a:gd name="connsiteY4" fmla="*/ 46321 h 15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56" h="156219">
                <a:moveTo>
                  <a:pt x="0" y="46321"/>
                </a:moveTo>
                <a:lnTo>
                  <a:pt x="80223" y="0"/>
                </a:lnTo>
                <a:lnTo>
                  <a:pt x="190356" y="63577"/>
                </a:lnTo>
                <a:lnTo>
                  <a:pt x="190356" y="156220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31C121D-670D-D6E2-6E8F-A3570FAC2192}"/>
              </a:ext>
            </a:extLst>
          </p:cNvPr>
          <p:cNvSpPr/>
          <p:nvPr/>
        </p:nvSpPr>
        <p:spPr>
          <a:xfrm>
            <a:off x="9251697" y="3008929"/>
            <a:ext cx="125181" cy="72263"/>
          </a:xfrm>
          <a:custGeom>
            <a:avLst/>
            <a:gdLst>
              <a:gd name="connsiteX0" fmla="*/ 0 w 125181"/>
              <a:gd name="connsiteY0" fmla="*/ 8687 h 72263"/>
              <a:gd name="connsiteX1" fmla="*/ 15049 w 125181"/>
              <a:gd name="connsiteY1" fmla="*/ 0 h 72263"/>
              <a:gd name="connsiteX2" fmla="*/ 125182 w 125181"/>
              <a:gd name="connsiteY2" fmla="*/ 63601 h 72263"/>
              <a:gd name="connsiteX3" fmla="*/ 110133 w 125181"/>
              <a:gd name="connsiteY3" fmla="*/ 72264 h 72263"/>
              <a:gd name="connsiteX4" fmla="*/ 0 w 125181"/>
              <a:gd name="connsiteY4" fmla="*/ 8687 h 7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81" h="72263">
                <a:moveTo>
                  <a:pt x="0" y="8687"/>
                </a:moveTo>
                <a:lnTo>
                  <a:pt x="15049" y="0"/>
                </a:lnTo>
                <a:lnTo>
                  <a:pt x="125182" y="63601"/>
                </a:lnTo>
                <a:lnTo>
                  <a:pt x="110133" y="72264"/>
                </a:lnTo>
                <a:lnTo>
                  <a:pt x="0" y="8687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36CDD051-5E5D-7CA1-8FE0-3A5E0CC14576}"/>
              </a:ext>
            </a:extLst>
          </p:cNvPr>
          <p:cNvSpPr/>
          <p:nvPr/>
        </p:nvSpPr>
        <p:spPr>
          <a:xfrm>
            <a:off x="9281631" y="2954015"/>
            <a:ext cx="80199" cy="92642"/>
          </a:xfrm>
          <a:custGeom>
            <a:avLst/>
            <a:gdLst>
              <a:gd name="connsiteX0" fmla="*/ 0 w 80199"/>
              <a:gd name="connsiteY0" fmla="*/ 46321 h 92642"/>
              <a:gd name="connsiteX1" fmla="*/ 80199 w 80199"/>
              <a:gd name="connsiteY1" fmla="*/ 0 h 92642"/>
              <a:gd name="connsiteX2" fmla="*/ 80199 w 80199"/>
              <a:gd name="connsiteY2" fmla="*/ 92642 h 92642"/>
              <a:gd name="connsiteX3" fmla="*/ 0 w 80199"/>
              <a:gd name="connsiteY3" fmla="*/ 46321 h 9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99" h="92642">
                <a:moveTo>
                  <a:pt x="0" y="46321"/>
                </a:moveTo>
                <a:lnTo>
                  <a:pt x="80199" y="0"/>
                </a:lnTo>
                <a:lnTo>
                  <a:pt x="80199" y="92642"/>
                </a:lnTo>
                <a:lnTo>
                  <a:pt x="0" y="46321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EAF8B08-5B2F-3694-C620-FD1393C4459D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F009742B-B102-12A8-EB0A-0698CA06AB71}"/>
              </a:ext>
            </a:extLst>
          </p:cNvPr>
          <p:cNvSpPr/>
          <p:nvPr/>
        </p:nvSpPr>
        <p:spPr>
          <a:xfrm>
            <a:off x="7186308" y="4161769"/>
            <a:ext cx="9250" cy="375335"/>
          </a:xfrm>
          <a:custGeom>
            <a:avLst/>
            <a:gdLst>
              <a:gd name="connsiteX0" fmla="*/ 0 w 9250"/>
              <a:gd name="connsiteY0" fmla="*/ 0 h 375335"/>
              <a:gd name="connsiteX1" fmla="*/ 0 w 9250"/>
              <a:gd name="connsiteY1" fmla="*/ 369983 h 375335"/>
              <a:gd name="connsiteX2" fmla="*/ 9250 w 9250"/>
              <a:gd name="connsiteY2" fmla="*/ 375335 h 375335"/>
              <a:gd name="connsiteX3" fmla="*/ 9250 w 9250"/>
              <a:gd name="connsiteY3" fmla="*/ 5353 h 375335"/>
              <a:gd name="connsiteX4" fmla="*/ 0 w 9250"/>
              <a:gd name="connsiteY4" fmla="*/ 0 h 375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0" h="375335">
                <a:moveTo>
                  <a:pt x="0" y="0"/>
                </a:moveTo>
                <a:lnTo>
                  <a:pt x="0" y="369983"/>
                </a:lnTo>
                <a:lnTo>
                  <a:pt x="9250" y="375335"/>
                </a:lnTo>
                <a:lnTo>
                  <a:pt x="9250" y="53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532823D-73E5-1471-976F-57BE2BEB67B6}"/>
              </a:ext>
            </a:extLst>
          </p:cNvPr>
          <p:cNvSpPr/>
          <p:nvPr/>
        </p:nvSpPr>
        <p:spPr>
          <a:xfrm>
            <a:off x="7624540" y="2889687"/>
            <a:ext cx="1762317" cy="1024394"/>
          </a:xfrm>
          <a:custGeom>
            <a:avLst/>
            <a:gdLst>
              <a:gd name="connsiteX0" fmla="*/ 9250 w 1762317"/>
              <a:gd name="connsiteY0" fmla="*/ 1024395 h 1024394"/>
              <a:gd name="connsiteX1" fmla="*/ 0 w 1762317"/>
              <a:gd name="connsiteY1" fmla="*/ 1019042 h 1024394"/>
              <a:gd name="connsiteX2" fmla="*/ 1740976 w 1762317"/>
              <a:gd name="connsiteY2" fmla="*/ 0 h 1024394"/>
              <a:gd name="connsiteX3" fmla="*/ 1762317 w 1762317"/>
              <a:gd name="connsiteY3" fmla="*/ 12302 h 1024394"/>
              <a:gd name="connsiteX4" fmla="*/ 9250 w 1762317"/>
              <a:gd name="connsiteY4" fmla="*/ 1024395 h 1024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317" h="1024394">
                <a:moveTo>
                  <a:pt x="9250" y="1024395"/>
                </a:moveTo>
                <a:lnTo>
                  <a:pt x="0" y="1019042"/>
                </a:lnTo>
                <a:lnTo>
                  <a:pt x="1740976" y="0"/>
                </a:lnTo>
                <a:lnTo>
                  <a:pt x="1762317" y="12302"/>
                </a:lnTo>
                <a:lnTo>
                  <a:pt x="9250" y="1024395"/>
                </a:lnTo>
                <a:close/>
              </a:path>
            </a:pathLst>
          </a:custGeom>
          <a:solidFill>
            <a:srgbClr val="FFE783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AA5EE88F-76FA-73EA-CAE8-4DD0A835E66C}"/>
              </a:ext>
            </a:extLst>
          </p:cNvPr>
          <p:cNvSpPr/>
          <p:nvPr/>
        </p:nvSpPr>
        <p:spPr>
          <a:xfrm>
            <a:off x="7186308" y="3908729"/>
            <a:ext cx="447528" cy="258393"/>
          </a:xfrm>
          <a:custGeom>
            <a:avLst/>
            <a:gdLst>
              <a:gd name="connsiteX0" fmla="*/ 9250 w 447528"/>
              <a:gd name="connsiteY0" fmla="*/ 258394 h 258393"/>
              <a:gd name="connsiteX1" fmla="*/ 0 w 447528"/>
              <a:gd name="connsiteY1" fmla="*/ 253041 h 258393"/>
              <a:gd name="connsiteX2" fmla="*/ 438232 w 447528"/>
              <a:gd name="connsiteY2" fmla="*/ 0 h 258393"/>
              <a:gd name="connsiteX3" fmla="*/ 447529 w 447528"/>
              <a:gd name="connsiteY3" fmla="*/ 5376 h 258393"/>
              <a:gd name="connsiteX4" fmla="*/ 9250 w 447528"/>
              <a:gd name="connsiteY4" fmla="*/ 258394 h 258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7528" h="258393">
                <a:moveTo>
                  <a:pt x="9250" y="258394"/>
                </a:moveTo>
                <a:lnTo>
                  <a:pt x="0" y="253041"/>
                </a:lnTo>
                <a:lnTo>
                  <a:pt x="438232" y="0"/>
                </a:lnTo>
                <a:lnTo>
                  <a:pt x="447529" y="5376"/>
                </a:lnTo>
                <a:lnTo>
                  <a:pt x="9250" y="258394"/>
                </a:lnTo>
                <a:close/>
              </a:path>
            </a:pathLst>
          </a:custGeom>
          <a:solidFill>
            <a:srgbClr val="72B3EB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18751B8-808D-50C5-7DB5-065FD06BA4D0}"/>
              </a:ext>
            </a:extLst>
          </p:cNvPr>
          <p:cNvSpPr/>
          <p:nvPr/>
        </p:nvSpPr>
        <p:spPr>
          <a:xfrm>
            <a:off x="7633837" y="2902012"/>
            <a:ext cx="1752997" cy="1382098"/>
          </a:xfrm>
          <a:custGeom>
            <a:avLst/>
            <a:gdLst>
              <a:gd name="connsiteX0" fmla="*/ 1338454 w 1752997"/>
              <a:gd name="connsiteY0" fmla="*/ 402266 h 1382098"/>
              <a:gd name="connsiteX1" fmla="*/ 1338454 w 1752997"/>
              <a:gd name="connsiteY1" fmla="*/ 402266 h 1382098"/>
              <a:gd name="connsiteX2" fmla="*/ 1338454 w 1752997"/>
              <a:gd name="connsiteY2" fmla="*/ 402266 h 1382098"/>
              <a:gd name="connsiteX3" fmla="*/ 900199 w 1752997"/>
              <a:gd name="connsiteY3" fmla="*/ 655283 h 1382098"/>
              <a:gd name="connsiteX4" fmla="*/ 900199 w 1752997"/>
              <a:gd name="connsiteY4" fmla="*/ 655283 h 1382098"/>
              <a:gd name="connsiteX5" fmla="*/ 900199 w 1752997"/>
              <a:gd name="connsiteY5" fmla="*/ 655283 h 1382098"/>
              <a:gd name="connsiteX6" fmla="*/ 1313403 w 1752997"/>
              <a:gd name="connsiteY6" fmla="*/ 251986 h 1382098"/>
              <a:gd name="connsiteX7" fmla="*/ 875148 w 1752997"/>
              <a:gd name="connsiteY7" fmla="*/ 505027 h 1382098"/>
              <a:gd name="connsiteX8" fmla="*/ 436893 w 1752997"/>
              <a:gd name="connsiteY8" fmla="*/ 758044 h 1382098"/>
              <a:gd name="connsiteX9" fmla="*/ -1339 w 1752997"/>
              <a:gd name="connsiteY9" fmla="*/ 1011085 h 1382098"/>
              <a:gd name="connsiteX10" fmla="*/ -1339 w 1752997"/>
              <a:gd name="connsiteY10" fmla="*/ 1381068 h 1382098"/>
              <a:gd name="connsiteX11" fmla="*/ 436916 w 1752997"/>
              <a:gd name="connsiteY11" fmla="*/ 1128051 h 1382098"/>
              <a:gd name="connsiteX12" fmla="*/ 875171 w 1752997"/>
              <a:gd name="connsiteY12" fmla="*/ 874916 h 1382098"/>
              <a:gd name="connsiteX13" fmla="*/ 1313427 w 1752997"/>
              <a:gd name="connsiteY13" fmla="*/ 621898 h 1382098"/>
              <a:gd name="connsiteX14" fmla="*/ 1751659 w 1752997"/>
              <a:gd name="connsiteY14" fmla="*/ 368881 h 1382098"/>
              <a:gd name="connsiteX15" fmla="*/ 1751659 w 1752997"/>
              <a:gd name="connsiteY15" fmla="*/ -1031 h 1382098"/>
              <a:gd name="connsiteX16" fmla="*/ 426891 w 1752997"/>
              <a:gd name="connsiteY16" fmla="*/ 928539 h 1382098"/>
              <a:gd name="connsiteX17" fmla="*/ 411842 w 1752997"/>
              <a:gd name="connsiteY17" fmla="*/ 937225 h 1382098"/>
              <a:gd name="connsiteX18" fmla="*/ 411842 w 1752997"/>
              <a:gd name="connsiteY18" fmla="*/ 937225 h 1382098"/>
              <a:gd name="connsiteX19" fmla="*/ 411842 w 1752997"/>
              <a:gd name="connsiteY19" fmla="*/ 1029867 h 1382098"/>
              <a:gd name="connsiteX20" fmla="*/ 354510 w 1752997"/>
              <a:gd name="connsiteY20" fmla="*/ 1062971 h 1382098"/>
              <a:gd name="connsiteX21" fmla="*/ 354510 w 1752997"/>
              <a:gd name="connsiteY21" fmla="*/ 1095605 h 1382098"/>
              <a:gd name="connsiteX22" fmla="*/ 315960 w 1752997"/>
              <a:gd name="connsiteY22" fmla="*/ 1117861 h 1382098"/>
              <a:gd name="connsiteX23" fmla="*/ 315960 w 1752997"/>
              <a:gd name="connsiteY23" fmla="*/ 1182260 h 1382098"/>
              <a:gd name="connsiteX24" fmla="*/ 177302 w 1752997"/>
              <a:gd name="connsiteY24" fmla="*/ 1262318 h 1382098"/>
              <a:gd name="connsiteX25" fmla="*/ 175424 w 1752997"/>
              <a:gd name="connsiteY25" fmla="*/ 1263422 h 1382098"/>
              <a:gd name="connsiteX26" fmla="*/ 173076 w 1752997"/>
              <a:gd name="connsiteY26" fmla="*/ 1264690 h 1382098"/>
              <a:gd name="connsiteX27" fmla="*/ 136451 w 1752997"/>
              <a:gd name="connsiteY27" fmla="*/ 1285819 h 1382098"/>
              <a:gd name="connsiteX28" fmla="*/ 119547 w 1752997"/>
              <a:gd name="connsiteY28" fmla="*/ 1295586 h 1382098"/>
              <a:gd name="connsiteX29" fmla="*/ 119547 w 1752997"/>
              <a:gd name="connsiteY29" fmla="*/ 1295586 h 1382098"/>
              <a:gd name="connsiteX30" fmla="*/ 119547 w 1752997"/>
              <a:gd name="connsiteY30" fmla="*/ 1231187 h 1382098"/>
              <a:gd name="connsiteX31" fmla="*/ 116167 w 1752997"/>
              <a:gd name="connsiteY31" fmla="*/ 1233136 h 1382098"/>
              <a:gd name="connsiteX32" fmla="*/ 91468 w 1752997"/>
              <a:gd name="connsiteY32" fmla="*/ 1247387 h 1382098"/>
              <a:gd name="connsiteX33" fmla="*/ 80997 w 1752997"/>
              <a:gd name="connsiteY33" fmla="*/ 1253444 h 1382098"/>
              <a:gd name="connsiteX34" fmla="*/ 80997 w 1752997"/>
              <a:gd name="connsiteY34" fmla="*/ 1220810 h 1382098"/>
              <a:gd name="connsiteX35" fmla="*/ 23665 w 1752997"/>
              <a:gd name="connsiteY35" fmla="*/ 1253913 h 1382098"/>
              <a:gd name="connsiteX36" fmla="*/ 23665 w 1752997"/>
              <a:gd name="connsiteY36" fmla="*/ 1161342 h 1382098"/>
              <a:gd name="connsiteX37" fmla="*/ 23665 w 1752997"/>
              <a:gd name="connsiteY37" fmla="*/ 1161342 h 1382098"/>
              <a:gd name="connsiteX38" fmla="*/ 23477 w 1752997"/>
              <a:gd name="connsiteY38" fmla="*/ 1161342 h 1382098"/>
              <a:gd name="connsiteX39" fmla="*/ 19204 w 1752997"/>
              <a:gd name="connsiteY39" fmla="*/ 1163830 h 1382098"/>
              <a:gd name="connsiteX40" fmla="*/ 8616 w 1752997"/>
              <a:gd name="connsiteY40" fmla="*/ 1169934 h 1382098"/>
              <a:gd name="connsiteX41" fmla="*/ 8616 w 1752997"/>
              <a:gd name="connsiteY41" fmla="*/ 1135516 h 1382098"/>
              <a:gd name="connsiteX42" fmla="*/ 13663 w 1752997"/>
              <a:gd name="connsiteY42" fmla="*/ 1132605 h 1382098"/>
              <a:gd name="connsiteX43" fmla="*/ 23688 w 1752997"/>
              <a:gd name="connsiteY43" fmla="*/ 1126806 h 1382098"/>
              <a:gd name="connsiteX44" fmla="*/ 23688 w 1752997"/>
              <a:gd name="connsiteY44" fmla="*/ 1034211 h 1382098"/>
              <a:gd name="connsiteX45" fmla="*/ 41578 w 1752997"/>
              <a:gd name="connsiteY45" fmla="*/ 1023881 h 1382098"/>
              <a:gd name="connsiteX46" fmla="*/ 97267 w 1752997"/>
              <a:gd name="connsiteY46" fmla="*/ 991716 h 1382098"/>
              <a:gd name="connsiteX47" fmla="*/ 135887 w 1752997"/>
              <a:gd name="connsiteY47" fmla="*/ 969436 h 1382098"/>
              <a:gd name="connsiteX48" fmla="*/ 164061 w 1752997"/>
              <a:gd name="connsiteY48" fmla="*/ 953143 h 1382098"/>
              <a:gd name="connsiteX49" fmla="*/ 221416 w 1752997"/>
              <a:gd name="connsiteY49" fmla="*/ 920016 h 1382098"/>
              <a:gd name="connsiteX50" fmla="*/ 316664 w 1752997"/>
              <a:gd name="connsiteY50" fmla="*/ 865032 h 1382098"/>
              <a:gd name="connsiteX51" fmla="*/ 331549 w 1752997"/>
              <a:gd name="connsiteY51" fmla="*/ 856439 h 1382098"/>
              <a:gd name="connsiteX52" fmla="*/ 346669 w 1752997"/>
              <a:gd name="connsiteY52" fmla="*/ 847705 h 1382098"/>
              <a:gd name="connsiteX53" fmla="*/ 411748 w 1752997"/>
              <a:gd name="connsiteY53" fmla="*/ 810141 h 1382098"/>
              <a:gd name="connsiteX54" fmla="*/ 411748 w 1752997"/>
              <a:gd name="connsiteY54" fmla="*/ 902760 h 1382098"/>
              <a:gd name="connsiteX55" fmla="*/ 411748 w 1752997"/>
              <a:gd name="connsiteY55" fmla="*/ 902760 h 1382098"/>
              <a:gd name="connsiteX56" fmla="*/ 426797 w 1752997"/>
              <a:gd name="connsiteY56" fmla="*/ 894073 h 1382098"/>
              <a:gd name="connsiteX57" fmla="*/ 865146 w 1752997"/>
              <a:gd name="connsiteY57" fmla="*/ 675498 h 1382098"/>
              <a:gd name="connsiteX58" fmla="*/ 865146 w 1752997"/>
              <a:gd name="connsiteY58" fmla="*/ 675498 h 1382098"/>
              <a:gd name="connsiteX59" fmla="*/ 850121 w 1752997"/>
              <a:gd name="connsiteY59" fmla="*/ 684161 h 1382098"/>
              <a:gd name="connsiteX60" fmla="*/ 850121 w 1752997"/>
              <a:gd name="connsiteY60" fmla="*/ 684161 h 1382098"/>
              <a:gd name="connsiteX61" fmla="*/ 850121 w 1752997"/>
              <a:gd name="connsiteY61" fmla="*/ 776756 h 1382098"/>
              <a:gd name="connsiteX62" fmla="*/ 850121 w 1752997"/>
              <a:gd name="connsiteY62" fmla="*/ 776756 h 1382098"/>
              <a:gd name="connsiteX63" fmla="*/ 792812 w 1752997"/>
              <a:gd name="connsiteY63" fmla="*/ 809860 h 1382098"/>
              <a:gd name="connsiteX64" fmla="*/ 792812 w 1752997"/>
              <a:gd name="connsiteY64" fmla="*/ 842493 h 1382098"/>
              <a:gd name="connsiteX65" fmla="*/ 754262 w 1752997"/>
              <a:gd name="connsiteY65" fmla="*/ 864750 h 1382098"/>
              <a:gd name="connsiteX66" fmla="*/ 754262 w 1752997"/>
              <a:gd name="connsiteY66" fmla="*/ 929149 h 1382098"/>
              <a:gd name="connsiteX67" fmla="*/ 618867 w 1752997"/>
              <a:gd name="connsiteY67" fmla="*/ 1007305 h 1382098"/>
              <a:gd name="connsiteX68" fmla="*/ 606800 w 1752997"/>
              <a:gd name="connsiteY68" fmla="*/ 1014348 h 1382098"/>
              <a:gd name="connsiteX69" fmla="*/ 603442 w 1752997"/>
              <a:gd name="connsiteY69" fmla="*/ 1016274 h 1382098"/>
              <a:gd name="connsiteX70" fmla="*/ 593464 w 1752997"/>
              <a:gd name="connsiteY70" fmla="*/ 1022049 h 1382098"/>
              <a:gd name="connsiteX71" fmla="*/ 557967 w 1752997"/>
              <a:gd name="connsiteY71" fmla="*/ 1042545 h 1382098"/>
              <a:gd name="connsiteX72" fmla="*/ 557967 w 1752997"/>
              <a:gd name="connsiteY72" fmla="*/ 1042545 h 1382098"/>
              <a:gd name="connsiteX73" fmla="*/ 557967 w 1752997"/>
              <a:gd name="connsiteY73" fmla="*/ 978217 h 1382098"/>
              <a:gd name="connsiteX74" fmla="*/ 519440 w 1752997"/>
              <a:gd name="connsiteY74" fmla="*/ 1000450 h 1382098"/>
              <a:gd name="connsiteX75" fmla="*/ 519440 w 1752997"/>
              <a:gd name="connsiteY75" fmla="*/ 1000450 h 1382098"/>
              <a:gd name="connsiteX76" fmla="*/ 519440 w 1752997"/>
              <a:gd name="connsiteY76" fmla="*/ 967816 h 1382098"/>
              <a:gd name="connsiteX77" fmla="*/ 462108 w 1752997"/>
              <a:gd name="connsiteY77" fmla="*/ 1000919 h 1382098"/>
              <a:gd name="connsiteX78" fmla="*/ 462108 w 1752997"/>
              <a:gd name="connsiteY78" fmla="*/ 908324 h 1382098"/>
              <a:gd name="connsiteX79" fmla="*/ 462108 w 1752997"/>
              <a:gd name="connsiteY79" fmla="*/ 908324 h 1382098"/>
              <a:gd name="connsiteX80" fmla="*/ 461474 w 1752997"/>
              <a:gd name="connsiteY80" fmla="*/ 908700 h 1382098"/>
              <a:gd name="connsiteX81" fmla="*/ 452999 w 1752997"/>
              <a:gd name="connsiteY81" fmla="*/ 913583 h 1382098"/>
              <a:gd name="connsiteX82" fmla="*/ 449688 w 1752997"/>
              <a:gd name="connsiteY82" fmla="*/ 915508 h 1382098"/>
              <a:gd name="connsiteX83" fmla="*/ 447106 w 1752997"/>
              <a:gd name="connsiteY83" fmla="*/ 916987 h 1382098"/>
              <a:gd name="connsiteX84" fmla="*/ 447106 w 1752997"/>
              <a:gd name="connsiteY84" fmla="*/ 916987 h 1382098"/>
              <a:gd name="connsiteX85" fmla="*/ 447106 w 1752997"/>
              <a:gd name="connsiteY85" fmla="*/ 882405 h 1382098"/>
              <a:gd name="connsiteX86" fmla="*/ 458845 w 1752997"/>
              <a:gd name="connsiteY86" fmla="*/ 875691 h 1382098"/>
              <a:gd name="connsiteX87" fmla="*/ 462319 w 1752997"/>
              <a:gd name="connsiteY87" fmla="*/ 873695 h 1382098"/>
              <a:gd name="connsiteX88" fmla="*/ 462319 w 1752997"/>
              <a:gd name="connsiteY88" fmla="*/ 781006 h 1382098"/>
              <a:gd name="connsiteX89" fmla="*/ 660094 w 1752997"/>
              <a:gd name="connsiteY89" fmla="*/ 666835 h 1382098"/>
              <a:gd name="connsiteX90" fmla="*/ 785346 w 1752997"/>
              <a:gd name="connsiteY90" fmla="*/ 594524 h 1382098"/>
              <a:gd name="connsiteX91" fmla="*/ 850426 w 1752997"/>
              <a:gd name="connsiteY91" fmla="*/ 556960 h 1382098"/>
              <a:gd name="connsiteX92" fmla="*/ 850426 w 1752997"/>
              <a:gd name="connsiteY92" fmla="*/ 649531 h 1382098"/>
              <a:gd name="connsiteX93" fmla="*/ 850426 w 1752997"/>
              <a:gd name="connsiteY93" fmla="*/ 649531 h 1382098"/>
              <a:gd name="connsiteX94" fmla="*/ 865452 w 1752997"/>
              <a:gd name="connsiteY94" fmla="*/ 640845 h 1382098"/>
              <a:gd name="connsiteX95" fmla="*/ 1303402 w 1752997"/>
              <a:gd name="connsiteY95" fmla="*/ 422480 h 1382098"/>
              <a:gd name="connsiteX96" fmla="*/ 1303402 w 1752997"/>
              <a:gd name="connsiteY96" fmla="*/ 422480 h 1382098"/>
              <a:gd name="connsiteX97" fmla="*/ 1288376 w 1752997"/>
              <a:gd name="connsiteY97" fmla="*/ 431143 h 1382098"/>
              <a:gd name="connsiteX98" fmla="*/ 1288376 w 1752997"/>
              <a:gd name="connsiteY98" fmla="*/ 431143 h 1382098"/>
              <a:gd name="connsiteX99" fmla="*/ 1288376 w 1752997"/>
              <a:gd name="connsiteY99" fmla="*/ 523739 h 1382098"/>
              <a:gd name="connsiteX100" fmla="*/ 1288376 w 1752997"/>
              <a:gd name="connsiteY100" fmla="*/ 523739 h 1382098"/>
              <a:gd name="connsiteX101" fmla="*/ 1231044 w 1752997"/>
              <a:gd name="connsiteY101" fmla="*/ 556842 h 1382098"/>
              <a:gd name="connsiteX102" fmla="*/ 1231044 w 1752997"/>
              <a:gd name="connsiteY102" fmla="*/ 589476 h 1382098"/>
              <a:gd name="connsiteX103" fmla="*/ 1192494 w 1752997"/>
              <a:gd name="connsiteY103" fmla="*/ 611732 h 1382098"/>
              <a:gd name="connsiteX104" fmla="*/ 1192494 w 1752997"/>
              <a:gd name="connsiteY104" fmla="*/ 676132 h 1382098"/>
              <a:gd name="connsiteX105" fmla="*/ 1057874 w 1752997"/>
              <a:gd name="connsiteY105" fmla="*/ 753865 h 1382098"/>
              <a:gd name="connsiteX106" fmla="*/ 1044256 w 1752997"/>
              <a:gd name="connsiteY106" fmla="*/ 761707 h 1382098"/>
              <a:gd name="connsiteX107" fmla="*/ 1041698 w 1752997"/>
              <a:gd name="connsiteY107" fmla="*/ 763186 h 1382098"/>
              <a:gd name="connsiteX108" fmla="*/ 1033528 w 1752997"/>
              <a:gd name="connsiteY108" fmla="*/ 767881 h 1382098"/>
              <a:gd name="connsiteX109" fmla="*/ 996222 w 1752997"/>
              <a:gd name="connsiteY109" fmla="*/ 789434 h 1382098"/>
              <a:gd name="connsiteX110" fmla="*/ 996222 w 1752997"/>
              <a:gd name="connsiteY110" fmla="*/ 789434 h 1382098"/>
              <a:gd name="connsiteX111" fmla="*/ 996222 w 1752997"/>
              <a:gd name="connsiteY111" fmla="*/ 725129 h 1382098"/>
              <a:gd name="connsiteX112" fmla="*/ 957695 w 1752997"/>
              <a:gd name="connsiteY112" fmla="*/ 747362 h 1382098"/>
              <a:gd name="connsiteX113" fmla="*/ 957695 w 1752997"/>
              <a:gd name="connsiteY113" fmla="*/ 747362 h 1382098"/>
              <a:gd name="connsiteX114" fmla="*/ 957695 w 1752997"/>
              <a:gd name="connsiteY114" fmla="*/ 714729 h 1382098"/>
              <a:gd name="connsiteX115" fmla="*/ 900363 w 1752997"/>
              <a:gd name="connsiteY115" fmla="*/ 747832 h 1382098"/>
              <a:gd name="connsiteX116" fmla="*/ 900363 w 1752997"/>
              <a:gd name="connsiteY116" fmla="*/ 655236 h 1382098"/>
              <a:gd name="connsiteX117" fmla="*/ 900363 w 1752997"/>
              <a:gd name="connsiteY117" fmla="*/ 655236 h 1382098"/>
              <a:gd name="connsiteX118" fmla="*/ 899494 w 1752997"/>
              <a:gd name="connsiteY118" fmla="*/ 655753 h 1382098"/>
              <a:gd name="connsiteX119" fmla="*/ 894353 w 1752997"/>
              <a:gd name="connsiteY119" fmla="*/ 658711 h 1382098"/>
              <a:gd name="connsiteX120" fmla="*/ 885361 w 1752997"/>
              <a:gd name="connsiteY120" fmla="*/ 663900 h 1382098"/>
              <a:gd name="connsiteX121" fmla="*/ 885361 w 1752997"/>
              <a:gd name="connsiteY121" fmla="*/ 663900 h 1382098"/>
              <a:gd name="connsiteX122" fmla="*/ 885361 w 1752997"/>
              <a:gd name="connsiteY122" fmla="*/ 629317 h 1382098"/>
              <a:gd name="connsiteX123" fmla="*/ 897592 w 1752997"/>
              <a:gd name="connsiteY123" fmla="*/ 622274 h 1382098"/>
              <a:gd name="connsiteX124" fmla="*/ 900457 w 1752997"/>
              <a:gd name="connsiteY124" fmla="*/ 620607 h 1382098"/>
              <a:gd name="connsiteX125" fmla="*/ 900457 w 1752997"/>
              <a:gd name="connsiteY125" fmla="*/ 528012 h 1382098"/>
              <a:gd name="connsiteX126" fmla="*/ 1288564 w 1752997"/>
              <a:gd name="connsiteY126" fmla="*/ 303942 h 1382098"/>
              <a:gd name="connsiteX127" fmla="*/ 1288564 w 1752997"/>
              <a:gd name="connsiteY127" fmla="*/ 396538 h 1382098"/>
              <a:gd name="connsiteX128" fmla="*/ 1288564 w 1752997"/>
              <a:gd name="connsiteY128" fmla="*/ 396538 h 1382098"/>
              <a:gd name="connsiteX129" fmla="*/ 1303589 w 1752997"/>
              <a:gd name="connsiteY129" fmla="*/ 387851 h 1382098"/>
              <a:gd name="connsiteX130" fmla="*/ 1498476 w 1752997"/>
              <a:gd name="connsiteY130" fmla="*/ 499487 h 1382098"/>
              <a:gd name="connsiteX131" fmla="*/ 1481855 w 1752997"/>
              <a:gd name="connsiteY131" fmla="*/ 509089 h 1382098"/>
              <a:gd name="connsiteX132" fmla="*/ 1479882 w 1752997"/>
              <a:gd name="connsiteY132" fmla="*/ 510216 h 1382098"/>
              <a:gd name="connsiteX133" fmla="*/ 1473191 w 1752997"/>
              <a:gd name="connsiteY133" fmla="*/ 514090 h 1382098"/>
              <a:gd name="connsiteX134" fmla="*/ 1434430 w 1752997"/>
              <a:gd name="connsiteY134" fmla="*/ 536464 h 1382098"/>
              <a:gd name="connsiteX135" fmla="*/ 1434430 w 1752997"/>
              <a:gd name="connsiteY135" fmla="*/ 536464 h 1382098"/>
              <a:gd name="connsiteX136" fmla="*/ 1434430 w 1752997"/>
              <a:gd name="connsiteY136" fmla="*/ 472065 h 1382098"/>
              <a:gd name="connsiteX137" fmla="*/ 1395927 w 1752997"/>
              <a:gd name="connsiteY137" fmla="*/ 494298 h 1382098"/>
              <a:gd name="connsiteX138" fmla="*/ 1395927 w 1752997"/>
              <a:gd name="connsiteY138" fmla="*/ 494298 h 1382098"/>
              <a:gd name="connsiteX139" fmla="*/ 1395927 w 1752997"/>
              <a:gd name="connsiteY139" fmla="*/ 461711 h 1382098"/>
              <a:gd name="connsiteX140" fmla="*/ 1388273 w 1752997"/>
              <a:gd name="connsiteY140" fmla="*/ 466125 h 1382098"/>
              <a:gd name="connsiteX141" fmla="*/ 1338595 w 1752997"/>
              <a:gd name="connsiteY141" fmla="*/ 494815 h 1382098"/>
              <a:gd name="connsiteX142" fmla="*/ 1338595 w 1752997"/>
              <a:gd name="connsiteY142" fmla="*/ 402219 h 1382098"/>
              <a:gd name="connsiteX143" fmla="*/ 1338595 w 1752997"/>
              <a:gd name="connsiteY143" fmla="*/ 402219 h 1382098"/>
              <a:gd name="connsiteX144" fmla="*/ 1337726 w 1752997"/>
              <a:gd name="connsiteY144" fmla="*/ 402735 h 1382098"/>
              <a:gd name="connsiteX145" fmla="*/ 1332584 w 1752997"/>
              <a:gd name="connsiteY145" fmla="*/ 405694 h 1382098"/>
              <a:gd name="connsiteX146" fmla="*/ 1323616 w 1752997"/>
              <a:gd name="connsiteY146" fmla="*/ 410859 h 1382098"/>
              <a:gd name="connsiteX147" fmla="*/ 1323616 w 1752997"/>
              <a:gd name="connsiteY147" fmla="*/ 410859 h 1382098"/>
              <a:gd name="connsiteX148" fmla="*/ 1323616 w 1752997"/>
              <a:gd name="connsiteY148" fmla="*/ 376277 h 1382098"/>
              <a:gd name="connsiteX149" fmla="*/ 1335847 w 1752997"/>
              <a:gd name="connsiteY149" fmla="*/ 369233 h 1382098"/>
              <a:gd name="connsiteX150" fmla="*/ 1338712 w 1752997"/>
              <a:gd name="connsiteY150" fmla="*/ 367566 h 1382098"/>
              <a:gd name="connsiteX151" fmla="*/ 1338712 w 1752997"/>
              <a:gd name="connsiteY151" fmla="*/ 275065 h 1382098"/>
              <a:gd name="connsiteX152" fmla="*/ 1726795 w 1752997"/>
              <a:gd name="connsiteY152" fmla="*/ 50995 h 1382098"/>
              <a:gd name="connsiteX153" fmla="*/ 1726795 w 1752997"/>
              <a:gd name="connsiteY153" fmla="*/ 143591 h 1382098"/>
              <a:gd name="connsiteX154" fmla="*/ 1726795 w 1752997"/>
              <a:gd name="connsiteY154" fmla="*/ 143591 h 1382098"/>
              <a:gd name="connsiteX155" fmla="*/ 1741821 w 1752997"/>
              <a:gd name="connsiteY155" fmla="*/ 134928 h 1382098"/>
              <a:gd name="connsiteX156" fmla="*/ 1741821 w 1752997"/>
              <a:gd name="connsiteY156" fmla="*/ 169510 h 1382098"/>
              <a:gd name="connsiteX157" fmla="*/ 1726772 w 1752997"/>
              <a:gd name="connsiteY157" fmla="*/ 178196 h 1382098"/>
              <a:gd name="connsiteX158" fmla="*/ 1726772 w 1752997"/>
              <a:gd name="connsiteY158" fmla="*/ 178196 h 1382098"/>
              <a:gd name="connsiteX159" fmla="*/ 1726772 w 1752997"/>
              <a:gd name="connsiteY159" fmla="*/ 270792 h 1382098"/>
              <a:gd name="connsiteX160" fmla="*/ 1669440 w 1752997"/>
              <a:gd name="connsiteY160" fmla="*/ 303895 h 1382098"/>
              <a:gd name="connsiteX161" fmla="*/ 1669440 w 1752997"/>
              <a:gd name="connsiteY161" fmla="*/ 336529 h 1382098"/>
              <a:gd name="connsiteX162" fmla="*/ 1630890 w 1752997"/>
              <a:gd name="connsiteY162" fmla="*/ 358785 h 1382098"/>
              <a:gd name="connsiteX163" fmla="*/ 1630890 w 1752997"/>
              <a:gd name="connsiteY163" fmla="*/ 423185 h 1382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</a:cxnLst>
            <a:rect l="l" t="t" r="r" b="b"/>
            <a:pathLst>
              <a:path w="1752997" h="1382098">
                <a:moveTo>
                  <a:pt x="1338454" y="402266"/>
                </a:moveTo>
                <a:lnTo>
                  <a:pt x="1338454" y="402266"/>
                </a:lnTo>
                <a:lnTo>
                  <a:pt x="1338454" y="402266"/>
                </a:lnTo>
                <a:close/>
                <a:moveTo>
                  <a:pt x="900199" y="655283"/>
                </a:moveTo>
                <a:lnTo>
                  <a:pt x="900199" y="655283"/>
                </a:lnTo>
                <a:lnTo>
                  <a:pt x="900199" y="655283"/>
                </a:lnTo>
                <a:close/>
                <a:moveTo>
                  <a:pt x="1313403" y="251986"/>
                </a:moveTo>
                <a:lnTo>
                  <a:pt x="875148" y="505027"/>
                </a:lnTo>
                <a:lnTo>
                  <a:pt x="436893" y="758044"/>
                </a:lnTo>
                <a:lnTo>
                  <a:pt x="-1339" y="1011085"/>
                </a:lnTo>
                <a:lnTo>
                  <a:pt x="-1339" y="1381068"/>
                </a:lnTo>
                <a:lnTo>
                  <a:pt x="436916" y="1128051"/>
                </a:lnTo>
                <a:lnTo>
                  <a:pt x="875171" y="874916"/>
                </a:lnTo>
                <a:lnTo>
                  <a:pt x="1313427" y="621898"/>
                </a:lnTo>
                <a:lnTo>
                  <a:pt x="1751659" y="368881"/>
                </a:lnTo>
                <a:lnTo>
                  <a:pt x="1751659" y="-1031"/>
                </a:lnTo>
                <a:close/>
                <a:moveTo>
                  <a:pt x="426891" y="928539"/>
                </a:moveTo>
                <a:lnTo>
                  <a:pt x="411842" y="937225"/>
                </a:lnTo>
                <a:lnTo>
                  <a:pt x="411842" y="937225"/>
                </a:lnTo>
                <a:lnTo>
                  <a:pt x="411842" y="1029867"/>
                </a:lnTo>
                <a:lnTo>
                  <a:pt x="354510" y="1062971"/>
                </a:lnTo>
                <a:lnTo>
                  <a:pt x="354510" y="1095605"/>
                </a:lnTo>
                <a:lnTo>
                  <a:pt x="315960" y="1117861"/>
                </a:lnTo>
                <a:lnTo>
                  <a:pt x="315960" y="1182260"/>
                </a:lnTo>
                <a:lnTo>
                  <a:pt x="177302" y="1262318"/>
                </a:lnTo>
                <a:lnTo>
                  <a:pt x="175424" y="1263422"/>
                </a:lnTo>
                <a:lnTo>
                  <a:pt x="173076" y="1264690"/>
                </a:lnTo>
                <a:lnTo>
                  <a:pt x="136451" y="1285819"/>
                </a:lnTo>
                <a:lnTo>
                  <a:pt x="119547" y="1295586"/>
                </a:lnTo>
                <a:lnTo>
                  <a:pt x="119547" y="1295586"/>
                </a:lnTo>
                <a:lnTo>
                  <a:pt x="119547" y="1231187"/>
                </a:lnTo>
                <a:lnTo>
                  <a:pt x="116167" y="1233136"/>
                </a:lnTo>
                <a:lnTo>
                  <a:pt x="91468" y="1247387"/>
                </a:lnTo>
                <a:lnTo>
                  <a:pt x="80997" y="1253444"/>
                </a:lnTo>
                <a:lnTo>
                  <a:pt x="80997" y="1220810"/>
                </a:lnTo>
                <a:lnTo>
                  <a:pt x="23665" y="1253913"/>
                </a:lnTo>
                <a:lnTo>
                  <a:pt x="23665" y="1161342"/>
                </a:lnTo>
                <a:lnTo>
                  <a:pt x="23665" y="1161342"/>
                </a:lnTo>
                <a:lnTo>
                  <a:pt x="23477" y="1161342"/>
                </a:lnTo>
                <a:lnTo>
                  <a:pt x="19204" y="1163830"/>
                </a:lnTo>
                <a:lnTo>
                  <a:pt x="8616" y="1169934"/>
                </a:lnTo>
                <a:lnTo>
                  <a:pt x="8616" y="1135516"/>
                </a:lnTo>
                <a:lnTo>
                  <a:pt x="13663" y="1132605"/>
                </a:lnTo>
                <a:lnTo>
                  <a:pt x="23688" y="1126806"/>
                </a:lnTo>
                <a:lnTo>
                  <a:pt x="23688" y="1034211"/>
                </a:lnTo>
                <a:lnTo>
                  <a:pt x="41578" y="1023881"/>
                </a:lnTo>
                <a:lnTo>
                  <a:pt x="97267" y="991716"/>
                </a:lnTo>
                <a:lnTo>
                  <a:pt x="135887" y="969436"/>
                </a:lnTo>
                <a:lnTo>
                  <a:pt x="164061" y="953143"/>
                </a:lnTo>
                <a:lnTo>
                  <a:pt x="221416" y="920016"/>
                </a:lnTo>
                <a:lnTo>
                  <a:pt x="316664" y="865032"/>
                </a:lnTo>
                <a:lnTo>
                  <a:pt x="331549" y="856439"/>
                </a:lnTo>
                <a:lnTo>
                  <a:pt x="346669" y="847705"/>
                </a:lnTo>
                <a:lnTo>
                  <a:pt x="411748" y="810141"/>
                </a:lnTo>
                <a:lnTo>
                  <a:pt x="411748" y="902760"/>
                </a:lnTo>
                <a:lnTo>
                  <a:pt x="411748" y="902760"/>
                </a:lnTo>
                <a:lnTo>
                  <a:pt x="426797" y="894073"/>
                </a:lnTo>
                <a:close/>
                <a:moveTo>
                  <a:pt x="865146" y="675498"/>
                </a:moveTo>
                <a:lnTo>
                  <a:pt x="865146" y="675498"/>
                </a:lnTo>
                <a:lnTo>
                  <a:pt x="850121" y="684161"/>
                </a:lnTo>
                <a:lnTo>
                  <a:pt x="850121" y="684161"/>
                </a:lnTo>
                <a:lnTo>
                  <a:pt x="850121" y="776756"/>
                </a:lnTo>
                <a:lnTo>
                  <a:pt x="850121" y="776756"/>
                </a:lnTo>
                <a:lnTo>
                  <a:pt x="792812" y="809860"/>
                </a:lnTo>
                <a:lnTo>
                  <a:pt x="792812" y="842493"/>
                </a:lnTo>
                <a:lnTo>
                  <a:pt x="754262" y="864750"/>
                </a:lnTo>
                <a:lnTo>
                  <a:pt x="754262" y="929149"/>
                </a:lnTo>
                <a:lnTo>
                  <a:pt x="618867" y="1007305"/>
                </a:lnTo>
                <a:lnTo>
                  <a:pt x="606800" y="1014348"/>
                </a:lnTo>
                <a:lnTo>
                  <a:pt x="603442" y="1016274"/>
                </a:lnTo>
                <a:lnTo>
                  <a:pt x="593464" y="1022049"/>
                </a:lnTo>
                <a:lnTo>
                  <a:pt x="557967" y="1042545"/>
                </a:lnTo>
                <a:lnTo>
                  <a:pt x="557967" y="1042545"/>
                </a:lnTo>
                <a:lnTo>
                  <a:pt x="557967" y="978217"/>
                </a:lnTo>
                <a:lnTo>
                  <a:pt x="519440" y="1000450"/>
                </a:lnTo>
                <a:lnTo>
                  <a:pt x="519440" y="1000450"/>
                </a:lnTo>
                <a:lnTo>
                  <a:pt x="519440" y="967816"/>
                </a:lnTo>
                <a:lnTo>
                  <a:pt x="462108" y="1000919"/>
                </a:lnTo>
                <a:lnTo>
                  <a:pt x="462108" y="908324"/>
                </a:lnTo>
                <a:lnTo>
                  <a:pt x="462108" y="908324"/>
                </a:lnTo>
                <a:lnTo>
                  <a:pt x="461474" y="908700"/>
                </a:lnTo>
                <a:lnTo>
                  <a:pt x="452999" y="913583"/>
                </a:lnTo>
                <a:lnTo>
                  <a:pt x="449688" y="915508"/>
                </a:lnTo>
                <a:lnTo>
                  <a:pt x="447106" y="916987"/>
                </a:lnTo>
                <a:lnTo>
                  <a:pt x="447106" y="916987"/>
                </a:lnTo>
                <a:lnTo>
                  <a:pt x="447106" y="882405"/>
                </a:lnTo>
                <a:lnTo>
                  <a:pt x="458845" y="875691"/>
                </a:lnTo>
                <a:lnTo>
                  <a:pt x="462319" y="873695"/>
                </a:lnTo>
                <a:lnTo>
                  <a:pt x="462319" y="781006"/>
                </a:lnTo>
                <a:lnTo>
                  <a:pt x="660094" y="666835"/>
                </a:lnTo>
                <a:lnTo>
                  <a:pt x="785346" y="594524"/>
                </a:lnTo>
                <a:lnTo>
                  <a:pt x="850426" y="556960"/>
                </a:lnTo>
                <a:lnTo>
                  <a:pt x="850426" y="649531"/>
                </a:lnTo>
                <a:lnTo>
                  <a:pt x="850426" y="649531"/>
                </a:lnTo>
                <a:lnTo>
                  <a:pt x="865452" y="640845"/>
                </a:lnTo>
                <a:close/>
                <a:moveTo>
                  <a:pt x="1303402" y="422480"/>
                </a:moveTo>
                <a:lnTo>
                  <a:pt x="1303402" y="422480"/>
                </a:lnTo>
                <a:lnTo>
                  <a:pt x="1288376" y="431143"/>
                </a:lnTo>
                <a:lnTo>
                  <a:pt x="1288376" y="431143"/>
                </a:lnTo>
                <a:lnTo>
                  <a:pt x="1288376" y="523739"/>
                </a:lnTo>
                <a:lnTo>
                  <a:pt x="1288376" y="523739"/>
                </a:lnTo>
                <a:lnTo>
                  <a:pt x="1231044" y="556842"/>
                </a:lnTo>
                <a:lnTo>
                  <a:pt x="1231044" y="589476"/>
                </a:lnTo>
                <a:lnTo>
                  <a:pt x="1192494" y="611732"/>
                </a:lnTo>
                <a:lnTo>
                  <a:pt x="1192494" y="676132"/>
                </a:lnTo>
                <a:lnTo>
                  <a:pt x="1057874" y="753865"/>
                </a:lnTo>
                <a:lnTo>
                  <a:pt x="1044256" y="761707"/>
                </a:lnTo>
                <a:lnTo>
                  <a:pt x="1041698" y="763186"/>
                </a:lnTo>
                <a:lnTo>
                  <a:pt x="1033528" y="767881"/>
                </a:lnTo>
                <a:lnTo>
                  <a:pt x="996222" y="789434"/>
                </a:lnTo>
                <a:lnTo>
                  <a:pt x="996222" y="789434"/>
                </a:lnTo>
                <a:lnTo>
                  <a:pt x="996222" y="725129"/>
                </a:lnTo>
                <a:lnTo>
                  <a:pt x="957695" y="747362"/>
                </a:lnTo>
                <a:lnTo>
                  <a:pt x="957695" y="747362"/>
                </a:lnTo>
                <a:lnTo>
                  <a:pt x="957695" y="714729"/>
                </a:lnTo>
                <a:lnTo>
                  <a:pt x="900363" y="747832"/>
                </a:lnTo>
                <a:lnTo>
                  <a:pt x="900363" y="655236"/>
                </a:lnTo>
                <a:lnTo>
                  <a:pt x="900363" y="655236"/>
                </a:lnTo>
                <a:lnTo>
                  <a:pt x="899494" y="655753"/>
                </a:lnTo>
                <a:lnTo>
                  <a:pt x="894353" y="658711"/>
                </a:lnTo>
                <a:lnTo>
                  <a:pt x="885361" y="663900"/>
                </a:lnTo>
                <a:lnTo>
                  <a:pt x="885361" y="663900"/>
                </a:lnTo>
                <a:lnTo>
                  <a:pt x="885361" y="629317"/>
                </a:lnTo>
                <a:lnTo>
                  <a:pt x="897592" y="622274"/>
                </a:lnTo>
                <a:lnTo>
                  <a:pt x="900457" y="620607"/>
                </a:lnTo>
                <a:lnTo>
                  <a:pt x="900457" y="528012"/>
                </a:lnTo>
                <a:lnTo>
                  <a:pt x="1288564" y="303942"/>
                </a:lnTo>
                <a:lnTo>
                  <a:pt x="1288564" y="396538"/>
                </a:lnTo>
                <a:lnTo>
                  <a:pt x="1288564" y="396538"/>
                </a:lnTo>
                <a:lnTo>
                  <a:pt x="1303589" y="387851"/>
                </a:lnTo>
                <a:close/>
                <a:moveTo>
                  <a:pt x="1498476" y="499487"/>
                </a:moveTo>
                <a:lnTo>
                  <a:pt x="1481855" y="509089"/>
                </a:lnTo>
                <a:lnTo>
                  <a:pt x="1479882" y="510216"/>
                </a:lnTo>
                <a:lnTo>
                  <a:pt x="1473191" y="514090"/>
                </a:lnTo>
                <a:lnTo>
                  <a:pt x="1434430" y="536464"/>
                </a:lnTo>
                <a:lnTo>
                  <a:pt x="1434430" y="536464"/>
                </a:lnTo>
                <a:lnTo>
                  <a:pt x="1434430" y="472065"/>
                </a:lnTo>
                <a:lnTo>
                  <a:pt x="1395927" y="494298"/>
                </a:lnTo>
                <a:lnTo>
                  <a:pt x="1395927" y="494298"/>
                </a:lnTo>
                <a:lnTo>
                  <a:pt x="1395927" y="461711"/>
                </a:lnTo>
                <a:lnTo>
                  <a:pt x="1388273" y="466125"/>
                </a:lnTo>
                <a:lnTo>
                  <a:pt x="1338595" y="494815"/>
                </a:lnTo>
                <a:lnTo>
                  <a:pt x="1338595" y="402219"/>
                </a:lnTo>
                <a:lnTo>
                  <a:pt x="1338595" y="402219"/>
                </a:lnTo>
                <a:lnTo>
                  <a:pt x="1337726" y="402735"/>
                </a:lnTo>
                <a:lnTo>
                  <a:pt x="1332584" y="405694"/>
                </a:lnTo>
                <a:lnTo>
                  <a:pt x="1323616" y="410859"/>
                </a:lnTo>
                <a:lnTo>
                  <a:pt x="1323616" y="410859"/>
                </a:lnTo>
                <a:lnTo>
                  <a:pt x="1323616" y="376277"/>
                </a:lnTo>
                <a:lnTo>
                  <a:pt x="1335847" y="369233"/>
                </a:lnTo>
                <a:lnTo>
                  <a:pt x="1338712" y="367566"/>
                </a:lnTo>
                <a:lnTo>
                  <a:pt x="1338712" y="275065"/>
                </a:lnTo>
                <a:lnTo>
                  <a:pt x="1726795" y="50995"/>
                </a:lnTo>
                <a:lnTo>
                  <a:pt x="1726795" y="143591"/>
                </a:lnTo>
                <a:lnTo>
                  <a:pt x="1726795" y="143591"/>
                </a:lnTo>
                <a:lnTo>
                  <a:pt x="1741821" y="134928"/>
                </a:lnTo>
                <a:lnTo>
                  <a:pt x="1741821" y="169510"/>
                </a:lnTo>
                <a:lnTo>
                  <a:pt x="1726772" y="178196"/>
                </a:lnTo>
                <a:lnTo>
                  <a:pt x="1726772" y="178196"/>
                </a:lnTo>
                <a:lnTo>
                  <a:pt x="1726772" y="270792"/>
                </a:lnTo>
                <a:lnTo>
                  <a:pt x="1669440" y="303895"/>
                </a:lnTo>
                <a:lnTo>
                  <a:pt x="1669440" y="336529"/>
                </a:lnTo>
                <a:lnTo>
                  <a:pt x="1630890" y="358785"/>
                </a:lnTo>
                <a:lnTo>
                  <a:pt x="1630890" y="423185"/>
                </a:lnTo>
                <a:close/>
              </a:path>
            </a:pathLst>
          </a:custGeom>
          <a:solidFill>
            <a:srgbClr val="FFE783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10BA9523-5A85-ABDF-6D50-2065F06E104A}"/>
              </a:ext>
            </a:extLst>
          </p:cNvPr>
          <p:cNvSpPr/>
          <p:nvPr/>
        </p:nvSpPr>
        <p:spPr>
          <a:xfrm>
            <a:off x="6864196" y="4291812"/>
            <a:ext cx="214279" cy="385500"/>
          </a:xfrm>
          <a:custGeom>
            <a:avLst/>
            <a:gdLst>
              <a:gd name="connsiteX0" fmla="*/ 24862 w 214279"/>
              <a:gd name="connsiteY0" fmla="*/ 384470 h 385500"/>
              <a:gd name="connsiteX1" fmla="*/ -1339 w 214279"/>
              <a:gd name="connsiteY1" fmla="*/ 351225 h 385500"/>
              <a:gd name="connsiteX2" fmla="*/ -1339 w 214279"/>
              <a:gd name="connsiteY2" fmla="*/ 143614 h 385500"/>
              <a:gd name="connsiteX3" fmla="*/ 29769 w 214279"/>
              <a:gd name="connsiteY3" fmla="*/ 85132 h 385500"/>
              <a:gd name="connsiteX4" fmla="*/ 171174 w 214279"/>
              <a:gd name="connsiteY4" fmla="*/ 3500 h 385500"/>
              <a:gd name="connsiteX5" fmla="*/ 186740 w 214279"/>
              <a:gd name="connsiteY5" fmla="*/ -1031 h 385500"/>
              <a:gd name="connsiteX6" fmla="*/ 212941 w 214279"/>
              <a:gd name="connsiteY6" fmla="*/ 32213 h 385500"/>
              <a:gd name="connsiteX7" fmla="*/ 212941 w 214279"/>
              <a:gd name="connsiteY7" fmla="*/ 239825 h 385500"/>
              <a:gd name="connsiteX8" fmla="*/ 181833 w 214279"/>
              <a:gd name="connsiteY8" fmla="*/ 298308 h 385500"/>
              <a:gd name="connsiteX9" fmla="*/ 40334 w 214279"/>
              <a:gd name="connsiteY9" fmla="*/ 379938 h 385500"/>
              <a:gd name="connsiteX10" fmla="*/ 24862 w 214279"/>
              <a:gd name="connsiteY10" fmla="*/ 384470 h 38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4279" h="385500">
                <a:moveTo>
                  <a:pt x="24862" y="384470"/>
                </a:moveTo>
                <a:cubicBezTo>
                  <a:pt x="11809" y="384470"/>
                  <a:pt x="-1339" y="374187"/>
                  <a:pt x="-1339" y="351225"/>
                </a:cubicBezTo>
                <a:lnTo>
                  <a:pt x="-1339" y="143614"/>
                </a:lnTo>
                <a:cubicBezTo>
                  <a:pt x="-1339" y="120911"/>
                  <a:pt x="12326" y="95227"/>
                  <a:pt x="29769" y="85132"/>
                </a:cubicBezTo>
                <a:lnTo>
                  <a:pt x="171174" y="3500"/>
                </a:lnTo>
                <a:cubicBezTo>
                  <a:pt x="175870" y="636"/>
                  <a:pt x="181246" y="-937"/>
                  <a:pt x="186740" y="-1031"/>
                </a:cubicBezTo>
                <a:cubicBezTo>
                  <a:pt x="199793" y="-1031"/>
                  <a:pt x="212941" y="9252"/>
                  <a:pt x="212941" y="32213"/>
                </a:cubicBezTo>
                <a:lnTo>
                  <a:pt x="212941" y="239825"/>
                </a:lnTo>
                <a:cubicBezTo>
                  <a:pt x="212941" y="262551"/>
                  <a:pt x="199277" y="288236"/>
                  <a:pt x="181833" y="298308"/>
                </a:cubicBezTo>
                <a:lnTo>
                  <a:pt x="40334" y="379938"/>
                </a:lnTo>
                <a:cubicBezTo>
                  <a:pt x="35662" y="382780"/>
                  <a:pt x="30333" y="384353"/>
                  <a:pt x="24862" y="384470"/>
                </a:cubicBezTo>
                <a:close/>
              </a:path>
            </a:pathLst>
          </a:custGeom>
          <a:solidFill>
            <a:srgbClr val="74777E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6B741FA4-32BC-1A44-C79B-5A8B071464BA}"/>
              </a:ext>
            </a:extLst>
          </p:cNvPr>
          <p:cNvSpPr/>
          <p:nvPr/>
        </p:nvSpPr>
        <p:spPr>
          <a:xfrm>
            <a:off x="6895962" y="4387725"/>
            <a:ext cx="150772" cy="193651"/>
          </a:xfrm>
          <a:custGeom>
            <a:avLst/>
            <a:gdLst>
              <a:gd name="connsiteX0" fmla="*/ 149434 w 150772"/>
              <a:gd name="connsiteY0" fmla="*/ 52279 h 193651"/>
              <a:gd name="connsiteX1" fmla="*/ 74047 w 150772"/>
              <a:gd name="connsiteY1" fmla="*/ 182251 h 193651"/>
              <a:gd name="connsiteX2" fmla="*/ -1339 w 150772"/>
              <a:gd name="connsiteY2" fmla="*/ 139334 h 193651"/>
              <a:gd name="connsiteX3" fmla="*/ 12748 w 150772"/>
              <a:gd name="connsiteY3" fmla="*/ 80921 h 193651"/>
              <a:gd name="connsiteX4" fmla="*/ 13194 w 150772"/>
              <a:gd name="connsiteY4" fmla="*/ 80029 h 193651"/>
              <a:gd name="connsiteX5" fmla="*/ 18218 w 150772"/>
              <a:gd name="connsiteY5" fmla="*/ 69957 h 193651"/>
              <a:gd name="connsiteX6" fmla="*/ 20824 w 150772"/>
              <a:gd name="connsiteY6" fmla="*/ 65262 h 193651"/>
              <a:gd name="connsiteX7" fmla="*/ 25308 w 150772"/>
              <a:gd name="connsiteY7" fmla="*/ 57890 h 193651"/>
              <a:gd name="connsiteX8" fmla="*/ 25872 w 150772"/>
              <a:gd name="connsiteY8" fmla="*/ 57068 h 193651"/>
              <a:gd name="connsiteX9" fmla="*/ 74024 w 150772"/>
              <a:gd name="connsiteY9" fmla="*/ 9268 h 193651"/>
              <a:gd name="connsiteX10" fmla="*/ 149434 w 150772"/>
              <a:gd name="connsiteY10" fmla="*/ 52279 h 193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0772" h="193651">
                <a:moveTo>
                  <a:pt x="149434" y="52279"/>
                </a:moveTo>
                <a:cubicBezTo>
                  <a:pt x="149434" y="99985"/>
                  <a:pt x="115697" y="158186"/>
                  <a:pt x="74047" y="182251"/>
                </a:cubicBezTo>
                <a:cubicBezTo>
                  <a:pt x="32398" y="206315"/>
                  <a:pt x="-1339" y="187064"/>
                  <a:pt x="-1339" y="139334"/>
                </a:cubicBezTo>
                <a:cubicBezTo>
                  <a:pt x="-1339" y="120552"/>
                  <a:pt x="3873" y="100173"/>
                  <a:pt x="12748" y="80921"/>
                </a:cubicBezTo>
                <a:cubicBezTo>
                  <a:pt x="12865" y="80616"/>
                  <a:pt x="13029" y="80311"/>
                  <a:pt x="13194" y="80029"/>
                </a:cubicBezTo>
                <a:cubicBezTo>
                  <a:pt x="14720" y="76625"/>
                  <a:pt x="16411" y="73245"/>
                  <a:pt x="18218" y="69957"/>
                </a:cubicBezTo>
                <a:cubicBezTo>
                  <a:pt x="19040" y="68385"/>
                  <a:pt x="19885" y="66882"/>
                  <a:pt x="20824" y="65262"/>
                </a:cubicBezTo>
                <a:cubicBezTo>
                  <a:pt x="22233" y="62773"/>
                  <a:pt x="23759" y="60285"/>
                  <a:pt x="25308" y="57890"/>
                </a:cubicBezTo>
                <a:lnTo>
                  <a:pt x="25872" y="57068"/>
                </a:lnTo>
                <a:cubicBezTo>
                  <a:pt x="38855" y="37065"/>
                  <a:pt x="55712" y="19833"/>
                  <a:pt x="74024" y="9268"/>
                </a:cubicBezTo>
                <a:cubicBezTo>
                  <a:pt x="115674" y="-14679"/>
                  <a:pt x="149434" y="4549"/>
                  <a:pt x="149434" y="52279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7A497FAB-61C9-04B9-99E9-6B7A596BD59E}"/>
              </a:ext>
            </a:extLst>
          </p:cNvPr>
          <p:cNvSpPr/>
          <p:nvPr/>
        </p:nvSpPr>
        <p:spPr>
          <a:xfrm>
            <a:off x="6910729" y="4445848"/>
            <a:ext cx="67685" cy="52777"/>
          </a:xfrm>
          <a:custGeom>
            <a:avLst/>
            <a:gdLst>
              <a:gd name="connsiteX0" fmla="*/ 65408 w 67685"/>
              <a:gd name="connsiteY0" fmla="*/ 28645 h 52777"/>
              <a:gd name="connsiteX1" fmla="*/ 64211 w 67685"/>
              <a:gd name="connsiteY1" fmla="*/ 28246 h 52777"/>
              <a:gd name="connsiteX2" fmla="*/ 63624 w 67685"/>
              <a:gd name="connsiteY2" fmla="*/ 28058 h 52777"/>
              <a:gd name="connsiteX3" fmla="*/ 63624 w 67685"/>
              <a:gd name="connsiteY3" fmla="*/ 28058 h 52777"/>
              <a:gd name="connsiteX4" fmla="*/ 62426 w 67685"/>
              <a:gd name="connsiteY4" fmla="*/ 27917 h 52777"/>
              <a:gd name="connsiteX5" fmla="*/ 61933 w 67685"/>
              <a:gd name="connsiteY5" fmla="*/ 27917 h 52777"/>
              <a:gd name="connsiteX6" fmla="*/ 60031 w 67685"/>
              <a:gd name="connsiteY6" fmla="*/ 27917 h 52777"/>
              <a:gd name="connsiteX7" fmla="*/ 58975 w 67685"/>
              <a:gd name="connsiteY7" fmla="*/ 28151 h 52777"/>
              <a:gd name="connsiteX8" fmla="*/ 57332 w 67685"/>
              <a:gd name="connsiteY8" fmla="*/ 28668 h 52777"/>
              <a:gd name="connsiteX9" fmla="*/ 55641 w 67685"/>
              <a:gd name="connsiteY9" fmla="*/ 29537 h 52777"/>
              <a:gd name="connsiteX10" fmla="*/ 55195 w 67685"/>
              <a:gd name="connsiteY10" fmla="*/ 29819 h 52777"/>
              <a:gd name="connsiteX11" fmla="*/ 54092 w 67685"/>
              <a:gd name="connsiteY11" fmla="*/ 30593 h 52777"/>
              <a:gd name="connsiteX12" fmla="*/ 52636 w 67685"/>
              <a:gd name="connsiteY12" fmla="*/ 31861 h 52777"/>
              <a:gd name="connsiteX13" fmla="*/ 52190 w 67685"/>
              <a:gd name="connsiteY13" fmla="*/ 32378 h 52777"/>
              <a:gd name="connsiteX14" fmla="*/ 51626 w 67685"/>
              <a:gd name="connsiteY14" fmla="*/ 33035 h 52777"/>
              <a:gd name="connsiteX15" fmla="*/ 50593 w 67685"/>
              <a:gd name="connsiteY15" fmla="*/ 34514 h 52777"/>
              <a:gd name="connsiteX16" fmla="*/ 50288 w 67685"/>
              <a:gd name="connsiteY16" fmla="*/ 35007 h 52777"/>
              <a:gd name="connsiteX17" fmla="*/ 49819 w 67685"/>
              <a:gd name="connsiteY17" fmla="*/ 35923 h 52777"/>
              <a:gd name="connsiteX18" fmla="*/ 49819 w 67685"/>
              <a:gd name="connsiteY18" fmla="*/ 36087 h 52777"/>
              <a:gd name="connsiteX19" fmla="*/ 49819 w 67685"/>
              <a:gd name="connsiteY19" fmla="*/ 36252 h 52777"/>
              <a:gd name="connsiteX20" fmla="*/ 49584 w 67685"/>
              <a:gd name="connsiteY20" fmla="*/ 36815 h 52777"/>
              <a:gd name="connsiteX21" fmla="*/ 49443 w 67685"/>
              <a:gd name="connsiteY21" fmla="*/ 37144 h 52777"/>
              <a:gd name="connsiteX22" fmla="*/ 48997 w 67685"/>
              <a:gd name="connsiteY22" fmla="*/ 38787 h 52777"/>
              <a:gd name="connsiteX23" fmla="*/ 48880 w 67685"/>
              <a:gd name="connsiteY23" fmla="*/ 39163 h 52777"/>
              <a:gd name="connsiteX24" fmla="*/ 48504 w 67685"/>
              <a:gd name="connsiteY24" fmla="*/ 42121 h 52777"/>
              <a:gd name="connsiteX25" fmla="*/ 48504 w 67685"/>
              <a:gd name="connsiteY25" fmla="*/ 43741 h 52777"/>
              <a:gd name="connsiteX26" fmla="*/ 48715 w 67685"/>
              <a:gd name="connsiteY26" fmla="*/ 44962 h 52777"/>
              <a:gd name="connsiteX27" fmla="*/ 49279 w 67685"/>
              <a:gd name="connsiteY27" fmla="*/ 46793 h 52777"/>
              <a:gd name="connsiteX28" fmla="*/ 49796 w 67685"/>
              <a:gd name="connsiteY28" fmla="*/ 47896 h 52777"/>
              <a:gd name="connsiteX29" fmla="*/ 52143 w 67685"/>
              <a:gd name="connsiteY29" fmla="*/ 50737 h 52777"/>
              <a:gd name="connsiteX30" fmla="*/ 52425 w 67685"/>
              <a:gd name="connsiteY30" fmla="*/ 50972 h 52777"/>
              <a:gd name="connsiteX31" fmla="*/ 52847 w 67685"/>
              <a:gd name="connsiteY31" fmla="*/ 51301 h 52777"/>
              <a:gd name="connsiteX32" fmla="*/ 53528 w 67685"/>
              <a:gd name="connsiteY32" fmla="*/ 51747 h 52777"/>
              <a:gd name="connsiteX33" fmla="*/ -1339 w 67685"/>
              <a:gd name="connsiteY33" fmla="*/ 21930 h 52777"/>
              <a:gd name="connsiteX34" fmla="*/ 3685 w 67685"/>
              <a:gd name="connsiteY34" fmla="*/ 11858 h 52777"/>
              <a:gd name="connsiteX35" fmla="*/ 6292 w 67685"/>
              <a:gd name="connsiteY35" fmla="*/ 7163 h 52777"/>
              <a:gd name="connsiteX36" fmla="*/ 10776 w 67685"/>
              <a:gd name="connsiteY36" fmla="*/ -209 h 52777"/>
              <a:gd name="connsiteX37" fmla="*/ 11339 w 67685"/>
              <a:gd name="connsiteY37" fmla="*/ -1031 h 52777"/>
              <a:gd name="connsiteX38" fmla="*/ 65643 w 67685"/>
              <a:gd name="connsiteY38" fmla="*/ 28528 h 52777"/>
              <a:gd name="connsiteX39" fmla="*/ 66347 w 67685"/>
              <a:gd name="connsiteY39" fmla="*/ 28903 h 5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7685" h="52777">
                <a:moveTo>
                  <a:pt x="65408" y="28645"/>
                </a:moveTo>
                <a:cubicBezTo>
                  <a:pt x="65009" y="28481"/>
                  <a:pt x="64609" y="28340"/>
                  <a:pt x="64211" y="28246"/>
                </a:cubicBezTo>
                <a:cubicBezTo>
                  <a:pt x="64023" y="28151"/>
                  <a:pt x="63835" y="28104"/>
                  <a:pt x="63624" y="28058"/>
                </a:cubicBezTo>
                <a:cubicBezTo>
                  <a:pt x="63624" y="28058"/>
                  <a:pt x="63624" y="28058"/>
                  <a:pt x="63624" y="28058"/>
                </a:cubicBezTo>
                <a:cubicBezTo>
                  <a:pt x="63225" y="27964"/>
                  <a:pt x="62825" y="27917"/>
                  <a:pt x="62426" y="27917"/>
                </a:cubicBezTo>
                <a:lnTo>
                  <a:pt x="61933" y="27917"/>
                </a:lnTo>
                <a:cubicBezTo>
                  <a:pt x="61299" y="27870"/>
                  <a:pt x="60665" y="27870"/>
                  <a:pt x="60031" y="27917"/>
                </a:cubicBezTo>
                <a:cubicBezTo>
                  <a:pt x="59680" y="27964"/>
                  <a:pt x="59327" y="28035"/>
                  <a:pt x="58975" y="28151"/>
                </a:cubicBezTo>
                <a:cubicBezTo>
                  <a:pt x="58412" y="28269"/>
                  <a:pt x="57848" y="28434"/>
                  <a:pt x="57332" y="28668"/>
                </a:cubicBezTo>
                <a:cubicBezTo>
                  <a:pt x="56745" y="28926"/>
                  <a:pt x="56181" y="29208"/>
                  <a:pt x="55641" y="29537"/>
                </a:cubicBezTo>
                <a:cubicBezTo>
                  <a:pt x="55477" y="29631"/>
                  <a:pt x="55336" y="29725"/>
                  <a:pt x="55195" y="29819"/>
                </a:cubicBezTo>
                <a:cubicBezTo>
                  <a:pt x="54820" y="30053"/>
                  <a:pt x="54444" y="30312"/>
                  <a:pt x="54092" y="30593"/>
                </a:cubicBezTo>
                <a:cubicBezTo>
                  <a:pt x="53575" y="30969"/>
                  <a:pt x="53082" y="31392"/>
                  <a:pt x="52636" y="31861"/>
                </a:cubicBezTo>
                <a:cubicBezTo>
                  <a:pt x="52448" y="32002"/>
                  <a:pt x="52307" y="32190"/>
                  <a:pt x="52190" y="32378"/>
                </a:cubicBezTo>
                <a:cubicBezTo>
                  <a:pt x="51979" y="32566"/>
                  <a:pt x="51791" y="32800"/>
                  <a:pt x="51626" y="33035"/>
                </a:cubicBezTo>
                <a:cubicBezTo>
                  <a:pt x="51251" y="33528"/>
                  <a:pt x="50922" y="33997"/>
                  <a:pt x="50593" y="34514"/>
                </a:cubicBezTo>
                <a:cubicBezTo>
                  <a:pt x="50499" y="34678"/>
                  <a:pt x="50406" y="34843"/>
                  <a:pt x="50288" y="35007"/>
                </a:cubicBezTo>
                <a:cubicBezTo>
                  <a:pt x="50100" y="35289"/>
                  <a:pt x="49936" y="35594"/>
                  <a:pt x="49819" y="35923"/>
                </a:cubicBezTo>
                <a:cubicBezTo>
                  <a:pt x="49796" y="35970"/>
                  <a:pt x="49796" y="36040"/>
                  <a:pt x="49819" y="36087"/>
                </a:cubicBezTo>
                <a:cubicBezTo>
                  <a:pt x="49819" y="36087"/>
                  <a:pt x="49819" y="36087"/>
                  <a:pt x="49819" y="36252"/>
                </a:cubicBezTo>
                <a:lnTo>
                  <a:pt x="49584" y="36815"/>
                </a:lnTo>
                <a:cubicBezTo>
                  <a:pt x="49514" y="36909"/>
                  <a:pt x="49467" y="37026"/>
                  <a:pt x="49443" y="37144"/>
                </a:cubicBezTo>
                <a:cubicBezTo>
                  <a:pt x="49256" y="37684"/>
                  <a:pt x="49115" y="38223"/>
                  <a:pt x="48997" y="38787"/>
                </a:cubicBezTo>
                <a:cubicBezTo>
                  <a:pt x="48997" y="38928"/>
                  <a:pt x="48997" y="39045"/>
                  <a:pt x="48880" y="39163"/>
                </a:cubicBezTo>
                <a:cubicBezTo>
                  <a:pt x="48622" y="40125"/>
                  <a:pt x="48504" y="41111"/>
                  <a:pt x="48504" y="42121"/>
                </a:cubicBezTo>
                <a:cubicBezTo>
                  <a:pt x="48457" y="42661"/>
                  <a:pt x="48457" y="43201"/>
                  <a:pt x="48504" y="43741"/>
                </a:cubicBezTo>
                <a:cubicBezTo>
                  <a:pt x="48551" y="44163"/>
                  <a:pt x="48622" y="44562"/>
                  <a:pt x="48715" y="44962"/>
                </a:cubicBezTo>
                <a:cubicBezTo>
                  <a:pt x="48833" y="45596"/>
                  <a:pt x="49021" y="46206"/>
                  <a:pt x="49279" y="46793"/>
                </a:cubicBezTo>
                <a:cubicBezTo>
                  <a:pt x="49420" y="47169"/>
                  <a:pt x="49608" y="47544"/>
                  <a:pt x="49796" y="47896"/>
                </a:cubicBezTo>
                <a:cubicBezTo>
                  <a:pt x="50383" y="48976"/>
                  <a:pt x="51180" y="49939"/>
                  <a:pt x="52143" y="50737"/>
                </a:cubicBezTo>
                <a:lnTo>
                  <a:pt x="52425" y="50972"/>
                </a:lnTo>
                <a:lnTo>
                  <a:pt x="52847" y="51301"/>
                </a:lnTo>
                <a:lnTo>
                  <a:pt x="53528" y="51747"/>
                </a:lnTo>
                <a:lnTo>
                  <a:pt x="-1339" y="21930"/>
                </a:lnTo>
                <a:cubicBezTo>
                  <a:pt x="187" y="18526"/>
                  <a:pt x="1878" y="15145"/>
                  <a:pt x="3685" y="11858"/>
                </a:cubicBezTo>
                <a:cubicBezTo>
                  <a:pt x="4507" y="10285"/>
                  <a:pt x="5352" y="8783"/>
                  <a:pt x="6292" y="7163"/>
                </a:cubicBezTo>
                <a:cubicBezTo>
                  <a:pt x="7700" y="4674"/>
                  <a:pt x="9226" y="2186"/>
                  <a:pt x="10776" y="-209"/>
                </a:cubicBezTo>
                <a:lnTo>
                  <a:pt x="11339" y="-1031"/>
                </a:lnTo>
                <a:lnTo>
                  <a:pt x="65643" y="28528"/>
                </a:lnTo>
                <a:lnTo>
                  <a:pt x="66347" y="28903"/>
                </a:lnTo>
                <a:close/>
              </a:path>
            </a:pathLst>
          </a:custGeom>
          <a:solidFill>
            <a:srgbClr val="D6BE78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EF2746C2-3ADE-6877-0716-A2C2AE3CC342}"/>
              </a:ext>
            </a:extLst>
          </p:cNvPr>
          <p:cNvGrpSpPr/>
          <p:nvPr/>
        </p:nvGrpSpPr>
        <p:grpSpPr>
          <a:xfrm>
            <a:off x="6893464" y="4391722"/>
            <a:ext cx="4302757" cy="2473334"/>
            <a:chOff x="7414228" y="4908895"/>
            <a:chExt cx="3389591" cy="1948423"/>
          </a:xfrm>
        </p:grpSpPr>
        <p:grpSp>
          <p:nvGrpSpPr>
            <p:cNvPr id="148" name="Graphic 3">
              <a:extLst>
                <a:ext uri="{FF2B5EF4-FFF2-40B4-BE49-F238E27FC236}">
                  <a16:creationId xmlns:a16="http://schemas.microsoft.com/office/drawing/2014/main" id="{4861CC0D-C144-49F9-F221-18D9CC0CC66D}"/>
                </a:ext>
              </a:extLst>
            </p:cNvPr>
            <p:cNvGrpSpPr/>
            <p:nvPr/>
          </p:nvGrpSpPr>
          <p:grpSpPr>
            <a:xfrm>
              <a:off x="7414228" y="4908895"/>
              <a:ext cx="522609" cy="385610"/>
              <a:chOff x="7414228" y="4908895"/>
              <a:chExt cx="522609" cy="385610"/>
            </a:xfrm>
          </p:grpSpPr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94379F55-417E-A4CE-AC3B-F0094FCA7CD5}"/>
                  </a:ext>
                </a:extLst>
              </p:cNvPr>
              <p:cNvSpPr/>
              <p:nvPr/>
            </p:nvSpPr>
            <p:spPr>
              <a:xfrm>
                <a:off x="7414228" y="4908895"/>
                <a:ext cx="479199" cy="376321"/>
              </a:xfrm>
              <a:custGeom>
                <a:avLst/>
                <a:gdLst>
                  <a:gd name="connsiteX0" fmla="*/ 342819 w 479199"/>
                  <a:gd name="connsiteY0" fmla="*/ 254311 h 376321"/>
                  <a:gd name="connsiteX1" fmla="*/ 345683 w 479199"/>
                  <a:gd name="connsiteY1" fmla="*/ 247502 h 376321"/>
                  <a:gd name="connsiteX2" fmla="*/ 347162 w 479199"/>
                  <a:gd name="connsiteY2" fmla="*/ 244521 h 376321"/>
                  <a:gd name="connsiteX3" fmla="*/ 350143 w 479199"/>
                  <a:gd name="connsiteY3" fmla="*/ 238816 h 376321"/>
                  <a:gd name="connsiteX4" fmla="*/ 351435 w 479199"/>
                  <a:gd name="connsiteY4" fmla="*/ 236585 h 376321"/>
                  <a:gd name="connsiteX5" fmla="*/ 355520 w 479199"/>
                  <a:gd name="connsiteY5" fmla="*/ 230105 h 376321"/>
                  <a:gd name="connsiteX6" fmla="*/ 356318 w 479199"/>
                  <a:gd name="connsiteY6" fmla="*/ 228931 h 376321"/>
                  <a:gd name="connsiteX7" fmla="*/ 361624 w 479199"/>
                  <a:gd name="connsiteY7" fmla="*/ 221888 h 376321"/>
                  <a:gd name="connsiteX8" fmla="*/ 363033 w 479199"/>
                  <a:gd name="connsiteY8" fmla="*/ 220198 h 376321"/>
                  <a:gd name="connsiteX9" fmla="*/ 368010 w 479199"/>
                  <a:gd name="connsiteY9" fmla="*/ 214610 h 376321"/>
                  <a:gd name="connsiteX10" fmla="*/ 369113 w 479199"/>
                  <a:gd name="connsiteY10" fmla="*/ 213460 h 376321"/>
                  <a:gd name="connsiteX11" fmla="*/ 375382 w 479199"/>
                  <a:gd name="connsiteY11" fmla="*/ 207520 h 376321"/>
                  <a:gd name="connsiteX12" fmla="*/ 377213 w 479199"/>
                  <a:gd name="connsiteY12" fmla="*/ 205970 h 376321"/>
                  <a:gd name="connsiteX13" fmla="*/ 382472 w 479199"/>
                  <a:gd name="connsiteY13" fmla="*/ 201792 h 376321"/>
                  <a:gd name="connsiteX14" fmla="*/ 384491 w 479199"/>
                  <a:gd name="connsiteY14" fmla="*/ 200289 h 376321"/>
                  <a:gd name="connsiteX15" fmla="*/ 389562 w 479199"/>
                  <a:gd name="connsiteY15" fmla="*/ 196955 h 376321"/>
                  <a:gd name="connsiteX16" fmla="*/ 392450 w 479199"/>
                  <a:gd name="connsiteY16" fmla="*/ 195124 h 376321"/>
                  <a:gd name="connsiteX17" fmla="*/ 398578 w 479199"/>
                  <a:gd name="connsiteY17" fmla="*/ 191837 h 376321"/>
                  <a:gd name="connsiteX18" fmla="*/ 400644 w 479199"/>
                  <a:gd name="connsiteY18" fmla="*/ 190757 h 376321"/>
                  <a:gd name="connsiteX19" fmla="*/ 408602 w 479199"/>
                  <a:gd name="connsiteY19" fmla="*/ 187447 h 376321"/>
                  <a:gd name="connsiteX20" fmla="*/ 410950 w 479199"/>
                  <a:gd name="connsiteY20" fmla="*/ 186672 h 376321"/>
                  <a:gd name="connsiteX21" fmla="*/ 417266 w 479199"/>
                  <a:gd name="connsiteY21" fmla="*/ 184747 h 376321"/>
                  <a:gd name="connsiteX22" fmla="*/ 419614 w 479199"/>
                  <a:gd name="connsiteY22" fmla="*/ 184113 h 376321"/>
                  <a:gd name="connsiteX23" fmla="*/ 428206 w 479199"/>
                  <a:gd name="connsiteY23" fmla="*/ 182423 h 376321"/>
                  <a:gd name="connsiteX24" fmla="*/ 435907 w 479199"/>
                  <a:gd name="connsiteY24" fmla="*/ 181718 h 376321"/>
                  <a:gd name="connsiteX25" fmla="*/ 438255 w 479199"/>
                  <a:gd name="connsiteY25" fmla="*/ 181718 h 376321"/>
                  <a:gd name="connsiteX26" fmla="*/ 443467 w 479199"/>
                  <a:gd name="connsiteY26" fmla="*/ 181718 h 376321"/>
                  <a:gd name="connsiteX27" fmla="*/ 446096 w 479199"/>
                  <a:gd name="connsiteY27" fmla="*/ 181883 h 376321"/>
                  <a:gd name="connsiteX28" fmla="*/ 451073 w 479199"/>
                  <a:gd name="connsiteY28" fmla="*/ 182399 h 376321"/>
                  <a:gd name="connsiteX29" fmla="*/ 453421 w 479199"/>
                  <a:gd name="connsiteY29" fmla="*/ 182704 h 376321"/>
                  <a:gd name="connsiteX30" fmla="*/ 459408 w 479199"/>
                  <a:gd name="connsiteY30" fmla="*/ 183949 h 376321"/>
                  <a:gd name="connsiteX31" fmla="*/ 460464 w 479199"/>
                  <a:gd name="connsiteY31" fmla="*/ 184160 h 376321"/>
                  <a:gd name="connsiteX32" fmla="*/ 467320 w 479199"/>
                  <a:gd name="connsiteY32" fmla="*/ 186320 h 376321"/>
                  <a:gd name="connsiteX33" fmla="*/ 469245 w 479199"/>
                  <a:gd name="connsiteY33" fmla="*/ 187071 h 376321"/>
                  <a:gd name="connsiteX34" fmla="*/ 473940 w 479199"/>
                  <a:gd name="connsiteY34" fmla="*/ 189114 h 376321"/>
                  <a:gd name="connsiteX35" fmla="*/ 477861 w 479199"/>
                  <a:gd name="connsiteY35" fmla="*/ 191039 h 376321"/>
                  <a:gd name="connsiteX36" fmla="*/ 141804 w 479199"/>
                  <a:gd name="connsiteY36" fmla="*/ 8219 h 376321"/>
                  <a:gd name="connsiteX37" fmla="*/ 138940 w 479199"/>
                  <a:gd name="connsiteY37" fmla="*/ 6764 h 376321"/>
                  <a:gd name="connsiteX38" fmla="*/ 137860 w 479199"/>
                  <a:gd name="connsiteY38" fmla="*/ 6294 h 376321"/>
                  <a:gd name="connsiteX39" fmla="*/ 133164 w 479199"/>
                  <a:gd name="connsiteY39" fmla="*/ 4252 h 376321"/>
                  <a:gd name="connsiteX40" fmla="*/ 131239 w 479199"/>
                  <a:gd name="connsiteY40" fmla="*/ 3500 h 376321"/>
                  <a:gd name="connsiteX41" fmla="*/ 124360 w 479199"/>
                  <a:gd name="connsiteY41" fmla="*/ 1364 h 376321"/>
                  <a:gd name="connsiteX42" fmla="*/ 124219 w 479199"/>
                  <a:gd name="connsiteY42" fmla="*/ 1364 h 376321"/>
                  <a:gd name="connsiteX43" fmla="*/ 123304 w 479199"/>
                  <a:gd name="connsiteY43" fmla="*/ 1176 h 376321"/>
                  <a:gd name="connsiteX44" fmla="*/ 117317 w 479199"/>
                  <a:gd name="connsiteY44" fmla="*/ -68 h 376321"/>
                  <a:gd name="connsiteX45" fmla="*/ 114969 w 479199"/>
                  <a:gd name="connsiteY45" fmla="*/ -373 h 376321"/>
                  <a:gd name="connsiteX46" fmla="*/ 109992 w 479199"/>
                  <a:gd name="connsiteY46" fmla="*/ -890 h 376321"/>
                  <a:gd name="connsiteX47" fmla="*/ 107339 w 479199"/>
                  <a:gd name="connsiteY47" fmla="*/ -1031 h 376321"/>
                  <a:gd name="connsiteX48" fmla="*/ 102127 w 479199"/>
                  <a:gd name="connsiteY48" fmla="*/ -1031 h 376321"/>
                  <a:gd name="connsiteX49" fmla="*/ 99779 w 479199"/>
                  <a:gd name="connsiteY49" fmla="*/ -1031 h 376321"/>
                  <a:gd name="connsiteX50" fmla="*/ 92055 w 479199"/>
                  <a:gd name="connsiteY50" fmla="*/ -326 h 376321"/>
                  <a:gd name="connsiteX51" fmla="*/ 83485 w 479199"/>
                  <a:gd name="connsiteY51" fmla="*/ 1364 h 376321"/>
                  <a:gd name="connsiteX52" fmla="*/ 81138 w 479199"/>
                  <a:gd name="connsiteY52" fmla="*/ 1998 h 376321"/>
                  <a:gd name="connsiteX53" fmla="*/ 74822 w 479199"/>
                  <a:gd name="connsiteY53" fmla="*/ 3923 h 376321"/>
                  <a:gd name="connsiteX54" fmla="*/ 72592 w 479199"/>
                  <a:gd name="connsiteY54" fmla="*/ 4697 h 376321"/>
                  <a:gd name="connsiteX55" fmla="*/ 64868 w 479199"/>
                  <a:gd name="connsiteY55" fmla="*/ 7891 h 376321"/>
                  <a:gd name="connsiteX56" fmla="*/ 64633 w 479199"/>
                  <a:gd name="connsiteY56" fmla="*/ 8008 h 376321"/>
                  <a:gd name="connsiteX57" fmla="*/ 62544 w 479199"/>
                  <a:gd name="connsiteY57" fmla="*/ 9112 h 376321"/>
                  <a:gd name="connsiteX58" fmla="*/ 56439 w 479199"/>
                  <a:gd name="connsiteY58" fmla="*/ 12375 h 376321"/>
                  <a:gd name="connsiteX59" fmla="*/ 53528 w 479199"/>
                  <a:gd name="connsiteY59" fmla="*/ 14206 h 376321"/>
                  <a:gd name="connsiteX60" fmla="*/ 49702 w 479199"/>
                  <a:gd name="connsiteY60" fmla="*/ 16554 h 376321"/>
                  <a:gd name="connsiteX61" fmla="*/ 48481 w 479199"/>
                  <a:gd name="connsiteY61" fmla="*/ 17470 h 376321"/>
                  <a:gd name="connsiteX62" fmla="*/ 46461 w 479199"/>
                  <a:gd name="connsiteY62" fmla="*/ 18972 h 376321"/>
                  <a:gd name="connsiteX63" fmla="*/ 41179 w 479199"/>
                  <a:gd name="connsiteY63" fmla="*/ 23151 h 376321"/>
                  <a:gd name="connsiteX64" fmla="*/ 39372 w 479199"/>
                  <a:gd name="connsiteY64" fmla="*/ 24700 h 376321"/>
                  <a:gd name="connsiteX65" fmla="*/ 38432 w 479199"/>
                  <a:gd name="connsiteY65" fmla="*/ 25475 h 376321"/>
                  <a:gd name="connsiteX66" fmla="*/ 33079 w 479199"/>
                  <a:gd name="connsiteY66" fmla="*/ 30640 h 376321"/>
                  <a:gd name="connsiteX67" fmla="*/ 31999 w 479199"/>
                  <a:gd name="connsiteY67" fmla="*/ 31814 h 376321"/>
                  <a:gd name="connsiteX68" fmla="*/ 28924 w 479199"/>
                  <a:gd name="connsiteY68" fmla="*/ 35078 h 376321"/>
                  <a:gd name="connsiteX69" fmla="*/ 26999 w 479199"/>
                  <a:gd name="connsiteY69" fmla="*/ 37426 h 376321"/>
                  <a:gd name="connsiteX70" fmla="*/ 25590 w 479199"/>
                  <a:gd name="connsiteY70" fmla="*/ 39116 h 376321"/>
                  <a:gd name="connsiteX71" fmla="*/ 20543 w 479199"/>
                  <a:gd name="connsiteY71" fmla="*/ 45783 h 376321"/>
                  <a:gd name="connsiteX72" fmla="*/ 20284 w 479199"/>
                  <a:gd name="connsiteY72" fmla="*/ 46159 h 376321"/>
                  <a:gd name="connsiteX73" fmla="*/ 19509 w 479199"/>
                  <a:gd name="connsiteY73" fmla="*/ 47333 h 376321"/>
                  <a:gd name="connsiteX74" fmla="*/ 15424 w 479199"/>
                  <a:gd name="connsiteY74" fmla="*/ 53813 h 376321"/>
                  <a:gd name="connsiteX75" fmla="*/ 14110 w 479199"/>
                  <a:gd name="connsiteY75" fmla="*/ 56161 h 376321"/>
                  <a:gd name="connsiteX76" fmla="*/ 12936 w 479199"/>
                  <a:gd name="connsiteY76" fmla="*/ 58203 h 376321"/>
                  <a:gd name="connsiteX77" fmla="*/ 11152 w 479199"/>
                  <a:gd name="connsiteY77" fmla="*/ 61818 h 376321"/>
                  <a:gd name="connsiteX78" fmla="*/ 9672 w 479199"/>
                  <a:gd name="connsiteY78" fmla="*/ 64824 h 376321"/>
                  <a:gd name="connsiteX79" fmla="*/ 6808 w 479199"/>
                  <a:gd name="connsiteY79" fmla="*/ 71632 h 376321"/>
                  <a:gd name="connsiteX80" fmla="*/ 6010 w 479199"/>
                  <a:gd name="connsiteY80" fmla="*/ 73557 h 376321"/>
                  <a:gd name="connsiteX81" fmla="*/ 5869 w 479199"/>
                  <a:gd name="connsiteY81" fmla="*/ 73886 h 376321"/>
                  <a:gd name="connsiteX82" fmla="*/ 5869 w 479199"/>
                  <a:gd name="connsiteY82" fmla="*/ 73886 h 376321"/>
                  <a:gd name="connsiteX83" fmla="*/ -1339 w 479199"/>
                  <a:gd name="connsiteY83" fmla="*/ 113493 h 376321"/>
                  <a:gd name="connsiteX84" fmla="*/ 41930 w 479199"/>
                  <a:gd name="connsiteY84" fmla="*/ 192494 h 376321"/>
                  <a:gd name="connsiteX85" fmla="*/ 377965 w 479199"/>
                  <a:gd name="connsiteY85" fmla="*/ 375291 h 376321"/>
                  <a:gd name="connsiteX86" fmla="*/ 334719 w 479199"/>
                  <a:gd name="connsiteY86" fmla="*/ 296289 h 376321"/>
                  <a:gd name="connsiteX87" fmla="*/ 342020 w 479199"/>
                  <a:gd name="connsiteY87" fmla="*/ 256377 h 376321"/>
                  <a:gd name="connsiteX88" fmla="*/ 342819 w 479199"/>
                  <a:gd name="connsiteY88" fmla="*/ 254311 h 376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479199" h="376321">
                    <a:moveTo>
                      <a:pt x="342819" y="254311"/>
                    </a:moveTo>
                    <a:cubicBezTo>
                      <a:pt x="343711" y="251963"/>
                      <a:pt x="344650" y="249733"/>
                      <a:pt x="345683" y="247502"/>
                    </a:cubicBezTo>
                    <a:cubicBezTo>
                      <a:pt x="346152" y="246493"/>
                      <a:pt x="346669" y="245507"/>
                      <a:pt x="347162" y="244521"/>
                    </a:cubicBezTo>
                    <a:cubicBezTo>
                      <a:pt x="348124" y="242595"/>
                      <a:pt x="349087" y="240694"/>
                      <a:pt x="350143" y="238816"/>
                    </a:cubicBezTo>
                    <a:cubicBezTo>
                      <a:pt x="350566" y="238064"/>
                      <a:pt x="350989" y="237313"/>
                      <a:pt x="351435" y="236585"/>
                    </a:cubicBezTo>
                    <a:cubicBezTo>
                      <a:pt x="352726" y="234378"/>
                      <a:pt x="354088" y="232219"/>
                      <a:pt x="355520" y="230105"/>
                    </a:cubicBezTo>
                    <a:cubicBezTo>
                      <a:pt x="355801" y="229730"/>
                      <a:pt x="356036" y="229307"/>
                      <a:pt x="356318" y="228931"/>
                    </a:cubicBezTo>
                    <a:cubicBezTo>
                      <a:pt x="357985" y="226584"/>
                      <a:pt x="359769" y="224236"/>
                      <a:pt x="361624" y="221888"/>
                    </a:cubicBezTo>
                    <a:cubicBezTo>
                      <a:pt x="362070" y="221325"/>
                      <a:pt x="362563" y="220761"/>
                      <a:pt x="363033" y="220198"/>
                    </a:cubicBezTo>
                    <a:cubicBezTo>
                      <a:pt x="364629" y="218296"/>
                      <a:pt x="366296" y="216418"/>
                      <a:pt x="368010" y="214610"/>
                    </a:cubicBezTo>
                    <a:lnTo>
                      <a:pt x="369113" y="213460"/>
                    </a:lnTo>
                    <a:cubicBezTo>
                      <a:pt x="371132" y="211394"/>
                      <a:pt x="373246" y="209422"/>
                      <a:pt x="375382" y="207520"/>
                    </a:cubicBezTo>
                    <a:lnTo>
                      <a:pt x="377213" y="205970"/>
                    </a:lnTo>
                    <a:cubicBezTo>
                      <a:pt x="378927" y="204515"/>
                      <a:pt x="380688" y="203130"/>
                      <a:pt x="382472" y="201792"/>
                    </a:cubicBezTo>
                    <a:lnTo>
                      <a:pt x="384491" y="200289"/>
                    </a:lnTo>
                    <a:cubicBezTo>
                      <a:pt x="386135" y="199115"/>
                      <a:pt x="387849" y="197941"/>
                      <a:pt x="389562" y="196955"/>
                    </a:cubicBezTo>
                    <a:cubicBezTo>
                      <a:pt x="390525" y="196345"/>
                      <a:pt x="391464" y="195687"/>
                      <a:pt x="392450" y="195124"/>
                    </a:cubicBezTo>
                    <a:cubicBezTo>
                      <a:pt x="394469" y="193950"/>
                      <a:pt x="396512" y="192776"/>
                      <a:pt x="398578" y="191837"/>
                    </a:cubicBezTo>
                    <a:cubicBezTo>
                      <a:pt x="399258" y="191485"/>
                      <a:pt x="399939" y="191086"/>
                      <a:pt x="400644" y="190757"/>
                    </a:cubicBezTo>
                    <a:cubicBezTo>
                      <a:pt x="403250" y="189536"/>
                      <a:pt x="405903" y="188433"/>
                      <a:pt x="408602" y="187447"/>
                    </a:cubicBezTo>
                    <a:lnTo>
                      <a:pt x="410950" y="186672"/>
                    </a:lnTo>
                    <a:cubicBezTo>
                      <a:pt x="413016" y="185944"/>
                      <a:pt x="415129" y="185311"/>
                      <a:pt x="417266" y="184747"/>
                    </a:cubicBezTo>
                    <a:cubicBezTo>
                      <a:pt x="418064" y="184512"/>
                      <a:pt x="418886" y="184301"/>
                      <a:pt x="419614" y="184113"/>
                    </a:cubicBezTo>
                    <a:cubicBezTo>
                      <a:pt x="422454" y="183432"/>
                      <a:pt x="425295" y="182845"/>
                      <a:pt x="428206" y="182423"/>
                    </a:cubicBezTo>
                    <a:cubicBezTo>
                      <a:pt x="431117" y="182000"/>
                      <a:pt x="433371" y="181859"/>
                      <a:pt x="435907" y="181718"/>
                    </a:cubicBezTo>
                    <a:cubicBezTo>
                      <a:pt x="436729" y="181718"/>
                      <a:pt x="437503" y="181718"/>
                      <a:pt x="438255" y="181718"/>
                    </a:cubicBezTo>
                    <a:cubicBezTo>
                      <a:pt x="439992" y="181718"/>
                      <a:pt x="441729" y="181718"/>
                      <a:pt x="443467" y="181718"/>
                    </a:cubicBezTo>
                    <a:lnTo>
                      <a:pt x="446096" y="181883"/>
                    </a:lnTo>
                    <a:cubicBezTo>
                      <a:pt x="447787" y="182000"/>
                      <a:pt x="449430" y="182164"/>
                      <a:pt x="451073" y="182399"/>
                    </a:cubicBezTo>
                    <a:lnTo>
                      <a:pt x="453421" y="182704"/>
                    </a:lnTo>
                    <a:cubicBezTo>
                      <a:pt x="455440" y="183057"/>
                      <a:pt x="457436" y="183456"/>
                      <a:pt x="459408" y="183949"/>
                    </a:cubicBezTo>
                    <a:lnTo>
                      <a:pt x="460464" y="184160"/>
                    </a:lnTo>
                    <a:cubicBezTo>
                      <a:pt x="462812" y="184771"/>
                      <a:pt x="465160" y="185498"/>
                      <a:pt x="467320" y="186320"/>
                    </a:cubicBezTo>
                    <a:lnTo>
                      <a:pt x="469245" y="187071"/>
                    </a:lnTo>
                    <a:cubicBezTo>
                      <a:pt x="470865" y="187705"/>
                      <a:pt x="472438" y="188386"/>
                      <a:pt x="473940" y="189114"/>
                    </a:cubicBezTo>
                    <a:cubicBezTo>
                      <a:pt x="475443" y="189842"/>
                      <a:pt x="476594" y="190358"/>
                      <a:pt x="477861" y="191039"/>
                    </a:cubicBezTo>
                    <a:lnTo>
                      <a:pt x="141804" y="8219"/>
                    </a:lnTo>
                    <a:lnTo>
                      <a:pt x="138940" y="6764"/>
                    </a:lnTo>
                    <a:cubicBezTo>
                      <a:pt x="138587" y="6599"/>
                      <a:pt x="138235" y="6435"/>
                      <a:pt x="137860" y="6294"/>
                    </a:cubicBezTo>
                    <a:cubicBezTo>
                      <a:pt x="136286" y="5566"/>
                      <a:pt x="134737" y="4885"/>
                      <a:pt x="133164" y="4252"/>
                    </a:cubicBezTo>
                    <a:lnTo>
                      <a:pt x="131239" y="3500"/>
                    </a:lnTo>
                    <a:cubicBezTo>
                      <a:pt x="128985" y="2679"/>
                      <a:pt x="126684" y="1951"/>
                      <a:pt x="124360" y="1364"/>
                    </a:cubicBezTo>
                    <a:lnTo>
                      <a:pt x="124219" y="1364"/>
                    </a:lnTo>
                    <a:cubicBezTo>
                      <a:pt x="123937" y="1364"/>
                      <a:pt x="123609" y="1246"/>
                      <a:pt x="123304" y="1176"/>
                    </a:cubicBezTo>
                    <a:cubicBezTo>
                      <a:pt x="121355" y="683"/>
                      <a:pt x="119359" y="284"/>
                      <a:pt x="117317" y="-68"/>
                    </a:cubicBezTo>
                    <a:lnTo>
                      <a:pt x="114969" y="-373"/>
                    </a:lnTo>
                    <a:cubicBezTo>
                      <a:pt x="113326" y="-608"/>
                      <a:pt x="111659" y="-772"/>
                      <a:pt x="109992" y="-890"/>
                    </a:cubicBezTo>
                    <a:cubicBezTo>
                      <a:pt x="109100" y="-890"/>
                      <a:pt x="108231" y="-1007"/>
                      <a:pt x="107339" y="-1031"/>
                    </a:cubicBezTo>
                    <a:cubicBezTo>
                      <a:pt x="105625" y="-1031"/>
                      <a:pt x="103888" y="-1031"/>
                      <a:pt x="102127" y="-1031"/>
                    </a:cubicBezTo>
                    <a:cubicBezTo>
                      <a:pt x="101329" y="-1031"/>
                      <a:pt x="100530" y="-1031"/>
                      <a:pt x="99779" y="-1031"/>
                    </a:cubicBezTo>
                    <a:cubicBezTo>
                      <a:pt x="97244" y="-890"/>
                      <a:pt x="94661" y="-678"/>
                      <a:pt x="92055" y="-326"/>
                    </a:cubicBezTo>
                    <a:cubicBezTo>
                      <a:pt x="89449" y="25"/>
                      <a:pt x="86327" y="683"/>
                      <a:pt x="83485" y="1364"/>
                    </a:cubicBezTo>
                    <a:cubicBezTo>
                      <a:pt x="82664" y="1552"/>
                      <a:pt x="81866" y="1786"/>
                      <a:pt x="81138" y="1998"/>
                    </a:cubicBezTo>
                    <a:cubicBezTo>
                      <a:pt x="79001" y="2561"/>
                      <a:pt x="76912" y="3195"/>
                      <a:pt x="74822" y="3923"/>
                    </a:cubicBezTo>
                    <a:cubicBezTo>
                      <a:pt x="74071" y="4181"/>
                      <a:pt x="73320" y="4416"/>
                      <a:pt x="72592" y="4697"/>
                    </a:cubicBezTo>
                    <a:cubicBezTo>
                      <a:pt x="69962" y="5660"/>
                      <a:pt x="67380" y="6693"/>
                      <a:pt x="64868" y="7891"/>
                    </a:cubicBezTo>
                    <a:lnTo>
                      <a:pt x="64633" y="8008"/>
                    </a:lnTo>
                    <a:cubicBezTo>
                      <a:pt x="63906" y="8337"/>
                      <a:pt x="63248" y="8759"/>
                      <a:pt x="62544" y="9112"/>
                    </a:cubicBezTo>
                    <a:cubicBezTo>
                      <a:pt x="60478" y="10144"/>
                      <a:pt x="58435" y="11201"/>
                      <a:pt x="56439" y="12375"/>
                    </a:cubicBezTo>
                    <a:cubicBezTo>
                      <a:pt x="55453" y="12938"/>
                      <a:pt x="54491" y="13596"/>
                      <a:pt x="53528" y="14206"/>
                    </a:cubicBezTo>
                    <a:cubicBezTo>
                      <a:pt x="52566" y="14816"/>
                      <a:pt x="50946" y="15779"/>
                      <a:pt x="49702" y="16554"/>
                    </a:cubicBezTo>
                    <a:lnTo>
                      <a:pt x="48481" y="17470"/>
                    </a:lnTo>
                    <a:cubicBezTo>
                      <a:pt x="47800" y="17963"/>
                      <a:pt x="47119" y="18456"/>
                      <a:pt x="46461" y="18972"/>
                    </a:cubicBezTo>
                    <a:cubicBezTo>
                      <a:pt x="44654" y="20310"/>
                      <a:pt x="42893" y="21695"/>
                      <a:pt x="41179" y="23151"/>
                    </a:cubicBezTo>
                    <a:cubicBezTo>
                      <a:pt x="40568" y="23667"/>
                      <a:pt x="39959" y="24160"/>
                      <a:pt x="39372" y="24700"/>
                    </a:cubicBezTo>
                    <a:lnTo>
                      <a:pt x="38432" y="25475"/>
                    </a:lnTo>
                    <a:cubicBezTo>
                      <a:pt x="36601" y="27142"/>
                      <a:pt x="34817" y="28856"/>
                      <a:pt x="33079" y="30640"/>
                    </a:cubicBezTo>
                    <a:cubicBezTo>
                      <a:pt x="32704" y="31016"/>
                      <a:pt x="32351" y="31415"/>
                      <a:pt x="31999" y="31814"/>
                    </a:cubicBezTo>
                    <a:cubicBezTo>
                      <a:pt x="30967" y="32894"/>
                      <a:pt x="29910" y="33974"/>
                      <a:pt x="28924" y="35078"/>
                    </a:cubicBezTo>
                    <a:cubicBezTo>
                      <a:pt x="28266" y="35829"/>
                      <a:pt x="27656" y="36627"/>
                      <a:pt x="26999" y="37426"/>
                    </a:cubicBezTo>
                    <a:lnTo>
                      <a:pt x="25590" y="39116"/>
                    </a:lnTo>
                    <a:cubicBezTo>
                      <a:pt x="23853" y="41299"/>
                      <a:pt x="22139" y="43506"/>
                      <a:pt x="20543" y="45783"/>
                    </a:cubicBezTo>
                    <a:lnTo>
                      <a:pt x="20284" y="46159"/>
                    </a:lnTo>
                    <a:lnTo>
                      <a:pt x="19509" y="47333"/>
                    </a:lnTo>
                    <a:cubicBezTo>
                      <a:pt x="18077" y="49446"/>
                      <a:pt x="16716" y="51606"/>
                      <a:pt x="15424" y="53813"/>
                    </a:cubicBezTo>
                    <a:cubicBezTo>
                      <a:pt x="14978" y="54540"/>
                      <a:pt x="14532" y="55292"/>
                      <a:pt x="14110" y="56161"/>
                    </a:cubicBezTo>
                    <a:cubicBezTo>
                      <a:pt x="13687" y="57029"/>
                      <a:pt x="13311" y="57498"/>
                      <a:pt x="12936" y="58203"/>
                    </a:cubicBezTo>
                    <a:cubicBezTo>
                      <a:pt x="12302" y="59377"/>
                      <a:pt x="11739" y="60551"/>
                      <a:pt x="11152" y="61818"/>
                    </a:cubicBezTo>
                    <a:cubicBezTo>
                      <a:pt x="10565" y="63086"/>
                      <a:pt x="10142" y="63814"/>
                      <a:pt x="9672" y="64824"/>
                    </a:cubicBezTo>
                    <a:cubicBezTo>
                      <a:pt x="8639" y="67171"/>
                      <a:pt x="7700" y="69331"/>
                      <a:pt x="6808" y="71632"/>
                    </a:cubicBezTo>
                    <a:cubicBezTo>
                      <a:pt x="6550" y="72266"/>
                      <a:pt x="6245" y="72900"/>
                      <a:pt x="6010" y="73557"/>
                    </a:cubicBezTo>
                    <a:lnTo>
                      <a:pt x="5869" y="73886"/>
                    </a:lnTo>
                    <a:lnTo>
                      <a:pt x="5869" y="73886"/>
                    </a:lnTo>
                    <a:cubicBezTo>
                      <a:pt x="1174" y="86564"/>
                      <a:pt x="-1268" y="99969"/>
                      <a:pt x="-1339" y="113493"/>
                    </a:cubicBezTo>
                    <a:cubicBezTo>
                      <a:pt x="-1339" y="149319"/>
                      <a:pt x="15871" y="178314"/>
                      <a:pt x="41930" y="192494"/>
                    </a:cubicBezTo>
                    <a:lnTo>
                      <a:pt x="377965" y="375291"/>
                    </a:lnTo>
                    <a:cubicBezTo>
                      <a:pt x="351904" y="361204"/>
                      <a:pt x="334648" y="332116"/>
                      <a:pt x="334719" y="296289"/>
                    </a:cubicBezTo>
                    <a:cubicBezTo>
                      <a:pt x="334789" y="282648"/>
                      <a:pt x="337254" y="269149"/>
                      <a:pt x="342020" y="256377"/>
                    </a:cubicBezTo>
                    <a:cubicBezTo>
                      <a:pt x="342278" y="255555"/>
                      <a:pt x="342537" y="254968"/>
                      <a:pt x="342819" y="254311"/>
                    </a:cubicBezTo>
                    <a:close/>
                  </a:path>
                </a:pathLst>
              </a:custGeom>
              <a:solidFill>
                <a:srgbClr val="5A5C6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5E094444-6E98-A867-B865-D6211AE8D3DA}"/>
                  </a:ext>
                </a:extLst>
              </p:cNvPr>
              <p:cNvSpPr/>
              <p:nvPr/>
            </p:nvSpPr>
            <p:spPr>
              <a:xfrm>
                <a:off x="7750285" y="5091489"/>
                <a:ext cx="186552" cy="203016"/>
              </a:xfrm>
              <a:custGeom>
                <a:avLst/>
                <a:gdLst>
                  <a:gd name="connsiteX0" fmla="*/ 92126 w 186552"/>
                  <a:gd name="connsiteY0" fmla="*/ -171 h 203016"/>
                  <a:gd name="connsiteX1" fmla="*/ 185214 w 186552"/>
                  <a:gd name="connsiteY1" fmla="*/ 87353 h 203016"/>
                  <a:gd name="connsiteX2" fmla="*/ 91750 w 186552"/>
                  <a:gd name="connsiteY2" fmla="*/ 201125 h 203016"/>
                  <a:gd name="connsiteX3" fmla="*/ -1338 w 186552"/>
                  <a:gd name="connsiteY3" fmla="*/ 113577 h 203016"/>
                  <a:gd name="connsiteX4" fmla="*/ 92126 w 186552"/>
                  <a:gd name="connsiteY4" fmla="*/ -171 h 203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552" h="203016">
                    <a:moveTo>
                      <a:pt x="92126" y="-171"/>
                    </a:moveTo>
                    <a:cubicBezTo>
                      <a:pt x="143612" y="-7402"/>
                      <a:pt x="185308" y="31781"/>
                      <a:pt x="185214" y="87353"/>
                    </a:cubicBezTo>
                    <a:cubicBezTo>
                      <a:pt x="185121" y="142924"/>
                      <a:pt x="143237" y="193894"/>
                      <a:pt x="91750" y="201125"/>
                    </a:cubicBezTo>
                    <a:cubicBezTo>
                      <a:pt x="40264" y="208356"/>
                      <a:pt x="-1455" y="169195"/>
                      <a:pt x="-1338" y="113577"/>
                    </a:cubicBezTo>
                    <a:cubicBezTo>
                      <a:pt x="-1221" y="57959"/>
                      <a:pt x="40593" y="7083"/>
                      <a:pt x="92126" y="-171"/>
                    </a:cubicBezTo>
                    <a:close/>
                  </a:path>
                </a:pathLst>
              </a:custGeom>
              <a:solidFill>
                <a:srgbClr val="404143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83603B2D-64AF-DF7A-E6ED-83AD1E0F93AC}"/>
                  </a:ext>
                </a:extLst>
              </p:cNvPr>
              <p:cNvSpPr/>
              <p:nvPr/>
            </p:nvSpPr>
            <p:spPr>
              <a:xfrm>
                <a:off x="7414322" y="4983671"/>
                <a:ext cx="379326" cy="301545"/>
              </a:xfrm>
              <a:custGeom>
                <a:avLst/>
                <a:gdLst>
                  <a:gd name="connsiteX0" fmla="*/ 377871 w 379326"/>
                  <a:gd name="connsiteY0" fmla="*/ 300514 h 301545"/>
                  <a:gd name="connsiteX1" fmla="*/ 41930 w 379326"/>
                  <a:gd name="connsiteY1" fmla="*/ 117578 h 301545"/>
                  <a:gd name="connsiteX2" fmla="*/ -1338 w 379326"/>
                  <a:gd name="connsiteY2" fmla="*/ 38575 h 301545"/>
                  <a:gd name="connsiteX3" fmla="*/ 5845 w 379326"/>
                  <a:gd name="connsiteY3" fmla="*/ -1031 h 301545"/>
                  <a:gd name="connsiteX4" fmla="*/ 341926 w 379326"/>
                  <a:gd name="connsiteY4" fmla="*/ 181788 h 301545"/>
                  <a:gd name="connsiteX5" fmla="*/ 334742 w 379326"/>
                  <a:gd name="connsiteY5" fmla="*/ 221395 h 301545"/>
                  <a:gd name="connsiteX6" fmla="*/ 377988 w 379326"/>
                  <a:gd name="connsiteY6" fmla="*/ 300397 h 301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9326" h="301545">
                    <a:moveTo>
                      <a:pt x="377871" y="300514"/>
                    </a:moveTo>
                    <a:lnTo>
                      <a:pt x="41930" y="117578"/>
                    </a:lnTo>
                    <a:cubicBezTo>
                      <a:pt x="15870" y="103491"/>
                      <a:pt x="-1385" y="74402"/>
                      <a:pt x="-1338" y="38575"/>
                    </a:cubicBezTo>
                    <a:cubicBezTo>
                      <a:pt x="-1268" y="25052"/>
                      <a:pt x="1150" y="11647"/>
                      <a:pt x="5845" y="-1031"/>
                    </a:cubicBezTo>
                    <a:lnTo>
                      <a:pt x="341926" y="181788"/>
                    </a:lnTo>
                    <a:cubicBezTo>
                      <a:pt x="337231" y="194467"/>
                      <a:pt x="334813" y="207872"/>
                      <a:pt x="334742" y="221395"/>
                    </a:cubicBezTo>
                    <a:cubicBezTo>
                      <a:pt x="334742" y="257222"/>
                      <a:pt x="351928" y="286216"/>
                      <a:pt x="377988" y="300397"/>
                    </a:cubicBezTo>
                    <a:close/>
                  </a:path>
                </a:pathLst>
              </a:custGeom>
              <a:solidFill>
                <a:srgbClr val="404143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25775C8-8890-1568-99C0-C3664373F24C}"/>
                </a:ext>
              </a:extLst>
            </p:cNvPr>
            <p:cNvSpPr/>
            <p:nvPr/>
          </p:nvSpPr>
          <p:spPr>
            <a:xfrm>
              <a:off x="7781322" y="5121613"/>
              <a:ext cx="287529" cy="242299"/>
            </a:xfrm>
            <a:custGeom>
              <a:avLst/>
              <a:gdLst>
                <a:gd name="connsiteX0" fmla="*/ 286191 w 287529"/>
                <a:gd name="connsiteY0" fmla="*/ 120172 h 242299"/>
                <a:gd name="connsiteX1" fmla="*/ 282951 w 287529"/>
                <a:gd name="connsiteY1" fmla="*/ 118599 h 242299"/>
                <a:gd name="connsiteX2" fmla="*/ 282106 w 287529"/>
                <a:gd name="connsiteY2" fmla="*/ 118317 h 242299"/>
                <a:gd name="connsiteX3" fmla="*/ 279359 w 287529"/>
                <a:gd name="connsiteY3" fmla="*/ 117495 h 242299"/>
                <a:gd name="connsiteX4" fmla="*/ 278514 w 287529"/>
                <a:gd name="connsiteY4" fmla="*/ 117307 h 242299"/>
                <a:gd name="connsiteX5" fmla="*/ 274828 w 287529"/>
                <a:gd name="connsiteY5" fmla="*/ 116838 h 242299"/>
                <a:gd name="connsiteX6" fmla="*/ 274076 w 287529"/>
                <a:gd name="connsiteY6" fmla="*/ 116838 h 242299"/>
                <a:gd name="connsiteX7" fmla="*/ 270884 w 287529"/>
                <a:gd name="connsiteY7" fmla="*/ 116838 h 242299"/>
                <a:gd name="connsiteX8" fmla="*/ 269381 w 287529"/>
                <a:gd name="connsiteY8" fmla="*/ 117002 h 242299"/>
                <a:gd name="connsiteX9" fmla="*/ 266752 w 287529"/>
                <a:gd name="connsiteY9" fmla="*/ 117401 h 242299"/>
                <a:gd name="connsiteX10" fmla="*/ 264732 w 287529"/>
                <a:gd name="connsiteY10" fmla="*/ 117847 h 242299"/>
                <a:gd name="connsiteX11" fmla="*/ 262502 w 287529"/>
                <a:gd name="connsiteY11" fmla="*/ 118458 h 242299"/>
                <a:gd name="connsiteX12" fmla="*/ 259028 w 287529"/>
                <a:gd name="connsiteY12" fmla="*/ 119679 h 242299"/>
                <a:gd name="connsiteX13" fmla="*/ 256492 w 287529"/>
                <a:gd name="connsiteY13" fmla="*/ 120688 h 242299"/>
                <a:gd name="connsiteX14" fmla="*/ 255341 w 287529"/>
                <a:gd name="connsiteY14" fmla="*/ 121228 h 242299"/>
                <a:gd name="connsiteX15" fmla="*/ 250787 w 287529"/>
                <a:gd name="connsiteY15" fmla="*/ 123576 h 242299"/>
                <a:gd name="connsiteX16" fmla="*/ 246091 w 287529"/>
                <a:gd name="connsiteY16" fmla="*/ 126534 h 242299"/>
                <a:gd name="connsiteX17" fmla="*/ 244565 w 287529"/>
                <a:gd name="connsiteY17" fmla="*/ 127661 h 242299"/>
                <a:gd name="connsiteX18" fmla="*/ 241443 w 287529"/>
                <a:gd name="connsiteY18" fmla="*/ 130009 h 242299"/>
                <a:gd name="connsiteX19" fmla="*/ 239729 w 287529"/>
                <a:gd name="connsiteY19" fmla="*/ 131417 h 242299"/>
                <a:gd name="connsiteX20" fmla="*/ 236888 w 287529"/>
                <a:gd name="connsiteY20" fmla="*/ 133765 h 242299"/>
                <a:gd name="connsiteX21" fmla="*/ 235221 w 287529"/>
                <a:gd name="connsiteY21" fmla="*/ 135338 h 242299"/>
                <a:gd name="connsiteX22" fmla="*/ 233108 w 287529"/>
                <a:gd name="connsiteY22" fmla="*/ 137451 h 242299"/>
                <a:gd name="connsiteX23" fmla="*/ 229775 w 287529"/>
                <a:gd name="connsiteY23" fmla="*/ 141043 h 242299"/>
                <a:gd name="connsiteX24" fmla="*/ 227920 w 287529"/>
                <a:gd name="connsiteY24" fmla="*/ 143156 h 242299"/>
                <a:gd name="connsiteX25" fmla="*/ 225948 w 287529"/>
                <a:gd name="connsiteY25" fmla="*/ 145504 h 242299"/>
                <a:gd name="connsiteX26" fmla="*/ 223717 w 287529"/>
                <a:gd name="connsiteY26" fmla="*/ 148345 h 242299"/>
                <a:gd name="connsiteX27" fmla="*/ 222308 w 287529"/>
                <a:gd name="connsiteY27" fmla="*/ 150199 h 242299"/>
                <a:gd name="connsiteX28" fmla="*/ 219844 w 287529"/>
                <a:gd name="connsiteY28" fmla="*/ 153792 h 242299"/>
                <a:gd name="connsiteX29" fmla="*/ 218881 w 287529"/>
                <a:gd name="connsiteY29" fmla="*/ 155200 h 242299"/>
                <a:gd name="connsiteX30" fmla="*/ 215735 w 287529"/>
                <a:gd name="connsiteY30" fmla="*/ 160318 h 242299"/>
                <a:gd name="connsiteX31" fmla="*/ 215289 w 287529"/>
                <a:gd name="connsiteY31" fmla="*/ 161210 h 242299"/>
                <a:gd name="connsiteX32" fmla="*/ 212941 w 287529"/>
                <a:gd name="connsiteY32" fmla="*/ 165671 h 242299"/>
                <a:gd name="connsiteX33" fmla="*/ 212167 w 287529"/>
                <a:gd name="connsiteY33" fmla="*/ 167174 h 242299"/>
                <a:gd name="connsiteX34" fmla="*/ 209819 w 287529"/>
                <a:gd name="connsiteY34" fmla="*/ 171869 h 242299"/>
                <a:gd name="connsiteX35" fmla="*/ 209513 w 287529"/>
                <a:gd name="connsiteY35" fmla="*/ 172527 h 242299"/>
                <a:gd name="connsiteX36" fmla="*/ 207330 w 287529"/>
                <a:gd name="connsiteY36" fmla="*/ 177997 h 242299"/>
                <a:gd name="connsiteX37" fmla="*/ 206720 w 287529"/>
                <a:gd name="connsiteY37" fmla="*/ 179664 h 242299"/>
                <a:gd name="connsiteX38" fmla="*/ 205358 w 287529"/>
                <a:gd name="connsiteY38" fmla="*/ 183584 h 242299"/>
                <a:gd name="connsiteX39" fmla="*/ 204771 w 287529"/>
                <a:gd name="connsiteY39" fmla="*/ 185674 h 242299"/>
                <a:gd name="connsiteX40" fmla="*/ 203808 w 287529"/>
                <a:gd name="connsiteY40" fmla="*/ 189196 h 242299"/>
                <a:gd name="connsiteX41" fmla="*/ 203198 w 287529"/>
                <a:gd name="connsiteY41" fmla="*/ 191778 h 242299"/>
                <a:gd name="connsiteX42" fmla="*/ 202635 w 287529"/>
                <a:gd name="connsiteY42" fmla="*/ 194502 h 242299"/>
                <a:gd name="connsiteX43" fmla="*/ 201977 w 287529"/>
                <a:gd name="connsiteY43" fmla="*/ 198446 h 242299"/>
                <a:gd name="connsiteX44" fmla="*/ 201179 w 287529"/>
                <a:gd name="connsiteY44" fmla="*/ 209339 h 242299"/>
                <a:gd name="connsiteX45" fmla="*/ 215665 w 287529"/>
                <a:gd name="connsiteY45" fmla="*/ 241269 h 242299"/>
                <a:gd name="connsiteX46" fmla="*/ 181575 w 287529"/>
                <a:gd name="connsiteY46" fmla="*/ 221454 h 242299"/>
                <a:gd name="connsiteX47" fmla="*/ 171081 w 287529"/>
                <a:gd name="connsiteY47" fmla="*/ 215350 h 242299"/>
                <a:gd name="connsiteX48" fmla="*/ 149059 w 287529"/>
                <a:gd name="connsiteY48" fmla="*/ 202531 h 242299"/>
                <a:gd name="connsiteX49" fmla="*/ 139245 w 287529"/>
                <a:gd name="connsiteY49" fmla="*/ 196873 h 242299"/>
                <a:gd name="connsiteX50" fmla="*/ 116942 w 287529"/>
                <a:gd name="connsiteY50" fmla="*/ 183890 h 242299"/>
                <a:gd name="connsiteX51" fmla="*/ 116942 w 287529"/>
                <a:gd name="connsiteY51" fmla="*/ 183890 h 242299"/>
                <a:gd name="connsiteX52" fmla="*/ 107551 w 287529"/>
                <a:gd name="connsiteY52" fmla="*/ 178372 h 242299"/>
                <a:gd name="connsiteX53" fmla="*/ 107551 w 287529"/>
                <a:gd name="connsiteY53" fmla="*/ 178372 h 242299"/>
                <a:gd name="connsiteX54" fmla="*/ 84941 w 287529"/>
                <a:gd name="connsiteY54" fmla="*/ 165202 h 242299"/>
                <a:gd name="connsiteX55" fmla="*/ 75550 w 287529"/>
                <a:gd name="connsiteY55" fmla="*/ 159802 h 242299"/>
                <a:gd name="connsiteX56" fmla="*/ 52636 w 287529"/>
                <a:gd name="connsiteY56" fmla="*/ 146466 h 242299"/>
                <a:gd name="connsiteX57" fmla="*/ 52636 w 287529"/>
                <a:gd name="connsiteY57" fmla="*/ 146466 h 242299"/>
                <a:gd name="connsiteX58" fmla="*/ 43668 w 287529"/>
                <a:gd name="connsiteY58" fmla="*/ 141254 h 242299"/>
                <a:gd name="connsiteX59" fmla="*/ 20590 w 287529"/>
                <a:gd name="connsiteY59" fmla="*/ 127896 h 242299"/>
                <a:gd name="connsiteX60" fmla="*/ 13218 w 287529"/>
                <a:gd name="connsiteY60" fmla="*/ 123599 h 242299"/>
                <a:gd name="connsiteX61" fmla="*/ 11786 w 287529"/>
                <a:gd name="connsiteY61" fmla="*/ 122684 h 242299"/>
                <a:gd name="connsiteX62" fmla="*/ -1339 w 287529"/>
                <a:gd name="connsiteY62" fmla="*/ 91623 h 242299"/>
                <a:gd name="connsiteX63" fmla="*/ -634 w 287529"/>
                <a:gd name="connsiteY63" fmla="*/ 81880 h 242299"/>
                <a:gd name="connsiteX64" fmla="*/ -634 w 287529"/>
                <a:gd name="connsiteY64" fmla="*/ 81880 h 242299"/>
                <a:gd name="connsiteX65" fmla="*/ -423 w 287529"/>
                <a:gd name="connsiteY65" fmla="*/ 80823 h 242299"/>
                <a:gd name="connsiteX66" fmla="*/ 235 w 287529"/>
                <a:gd name="connsiteY66" fmla="*/ 76832 h 242299"/>
                <a:gd name="connsiteX67" fmla="*/ 540 w 287529"/>
                <a:gd name="connsiteY67" fmla="*/ 75024 h 242299"/>
                <a:gd name="connsiteX68" fmla="*/ 775 w 287529"/>
                <a:gd name="connsiteY68" fmla="*/ 74109 h 242299"/>
                <a:gd name="connsiteX69" fmla="*/ 1385 w 287529"/>
                <a:gd name="connsiteY69" fmla="*/ 71573 h 242299"/>
                <a:gd name="connsiteX70" fmla="*/ 1949 w 287529"/>
                <a:gd name="connsiteY70" fmla="*/ 69225 h 242299"/>
                <a:gd name="connsiteX71" fmla="*/ 2348 w 287529"/>
                <a:gd name="connsiteY71" fmla="*/ 67981 h 242299"/>
                <a:gd name="connsiteX72" fmla="*/ 2958 w 287529"/>
                <a:gd name="connsiteY72" fmla="*/ 65962 h 242299"/>
                <a:gd name="connsiteX73" fmla="*/ 3521 w 287529"/>
                <a:gd name="connsiteY73" fmla="*/ 64178 h 242299"/>
                <a:gd name="connsiteX74" fmla="*/ 4320 w 287529"/>
                <a:gd name="connsiteY74" fmla="*/ 61971 h 242299"/>
                <a:gd name="connsiteX75" fmla="*/ 4883 w 287529"/>
                <a:gd name="connsiteY75" fmla="*/ 60304 h 242299"/>
                <a:gd name="connsiteX76" fmla="*/ 5188 w 287529"/>
                <a:gd name="connsiteY76" fmla="*/ 59482 h 242299"/>
                <a:gd name="connsiteX77" fmla="*/ 6996 w 287529"/>
                <a:gd name="connsiteY77" fmla="*/ 54998 h 242299"/>
                <a:gd name="connsiteX78" fmla="*/ 6996 w 287529"/>
                <a:gd name="connsiteY78" fmla="*/ 54834 h 242299"/>
                <a:gd name="connsiteX79" fmla="*/ 7255 w 287529"/>
                <a:gd name="connsiteY79" fmla="*/ 54247 h 242299"/>
                <a:gd name="connsiteX80" fmla="*/ 8874 w 287529"/>
                <a:gd name="connsiteY80" fmla="*/ 50702 h 242299"/>
                <a:gd name="connsiteX81" fmla="*/ 9532 w 287529"/>
                <a:gd name="connsiteY81" fmla="*/ 49387 h 242299"/>
                <a:gd name="connsiteX82" fmla="*/ 10283 w 287529"/>
                <a:gd name="connsiteY82" fmla="*/ 47931 h 242299"/>
                <a:gd name="connsiteX83" fmla="*/ 11034 w 287529"/>
                <a:gd name="connsiteY83" fmla="*/ 46452 h 242299"/>
                <a:gd name="connsiteX84" fmla="*/ 12748 w 287529"/>
                <a:gd name="connsiteY84" fmla="*/ 43424 h 242299"/>
                <a:gd name="connsiteX85" fmla="*/ 13218 w 287529"/>
                <a:gd name="connsiteY85" fmla="*/ 42578 h 242299"/>
                <a:gd name="connsiteX86" fmla="*/ 13358 w 287529"/>
                <a:gd name="connsiteY86" fmla="*/ 42273 h 242299"/>
                <a:gd name="connsiteX87" fmla="*/ 15941 w 287529"/>
                <a:gd name="connsiteY87" fmla="*/ 38071 h 242299"/>
                <a:gd name="connsiteX88" fmla="*/ 16340 w 287529"/>
                <a:gd name="connsiteY88" fmla="*/ 37484 h 242299"/>
                <a:gd name="connsiteX89" fmla="*/ 17303 w 287529"/>
                <a:gd name="connsiteY89" fmla="*/ 36005 h 242299"/>
                <a:gd name="connsiteX90" fmla="*/ 18829 w 287529"/>
                <a:gd name="connsiteY90" fmla="*/ 33798 h 242299"/>
                <a:gd name="connsiteX91" fmla="*/ 19768 w 287529"/>
                <a:gd name="connsiteY91" fmla="*/ 32483 h 242299"/>
                <a:gd name="connsiteX92" fmla="*/ 21130 w 287529"/>
                <a:gd name="connsiteY92" fmla="*/ 30605 h 242299"/>
                <a:gd name="connsiteX93" fmla="*/ 22139 w 287529"/>
                <a:gd name="connsiteY93" fmla="*/ 29290 h 242299"/>
                <a:gd name="connsiteX94" fmla="*/ 23407 w 287529"/>
                <a:gd name="connsiteY94" fmla="*/ 27717 h 242299"/>
                <a:gd name="connsiteX95" fmla="*/ 25332 w 287529"/>
                <a:gd name="connsiteY95" fmla="*/ 25370 h 242299"/>
                <a:gd name="connsiteX96" fmla="*/ 26201 w 287529"/>
                <a:gd name="connsiteY96" fmla="*/ 24360 h 242299"/>
                <a:gd name="connsiteX97" fmla="*/ 27257 w 287529"/>
                <a:gd name="connsiteY97" fmla="*/ 23256 h 242299"/>
                <a:gd name="connsiteX98" fmla="*/ 30544 w 287529"/>
                <a:gd name="connsiteY98" fmla="*/ 19711 h 242299"/>
                <a:gd name="connsiteX99" fmla="*/ 31600 w 287529"/>
                <a:gd name="connsiteY99" fmla="*/ 18561 h 242299"/>
                <a:gd name="connsiteX100" fmla="*/ 32657 w 287529"/>
                <a:gd name="connsiteY100" fmla="*/ 17598 h 242299"/>
                <a:gd name="connsiteX101" fmla="*/ 34371 w 287529"/>
                <a:gd name="connsiteY101" fmla="*/ 16026 h 242299"/>
                <a:gd name="connsiteX102" fmla="*/ 37188 w 287529"/>
                <a:gd name="connsiteY102" fmla="*/ 13560 h 242299"/>
                <a:gd name="connsiteX103" fmla="*/ 38855 w 287529"/>
                <a:gd name="connsiteY103" fmla="*/ 12151 h 242299"/>
                <a:gd name="connsiteX104" fmla="*/ 42001 w 287529"/>
                <a:gd name="connsiteY104" fmla="*/ 9804 h 242299"/>
                <a:gd name="connsiteX105" fmla="*/ 43504 w 287529"/>
                <a:gd name="connsiteY105" fmla="*/ 8700 h 242299"/>
                <a:gd name="connsiteX106" fmla="*/ 48199 w 287529"/>
                <a:gd name="connsiteY106" fmla="*/ 5672 h 242299"/>
                <a:gd name="connsiteX107" fmla="*/ 52895 w 287529"/>
                <a:gd name="connsiteY107" fmla="*/ 3324 h 242299"/>
                <a:gd name="connsiteX108" fmla="*/ 54069 w 287529"/>
                <a:gd name="connsiteY108" fmla="*/ 2784 h 242299"/>
                <a:gd name="connsiteX109" fmla="*/ 55313 w 287529"/>
                <a:gd name="connsiteY109" fmla="*/ 2220 h 242299"/>
                <a:gd name="connsiteX110" fmla="*/ 56534 w 287529"/>
                <a:gd name="connsiteY110" fmla="*/ 1822 h 242299"/>
                <a:gd name="connsiteX111" fmla="*/ 60079 w 287529"/>
                <a:gd name="connsiteY111" fmla="*/ 601 h 242299"/>
                <a:gd name="connsiteX112" fmla="*/ 61182 w 287529"/>
                <a:gd name="connsiteY112" fmla="*/ 202 h 242299"/>
                <a:gd name="connsiteX113" fmla="*/ 62286 w 287529"/>
                <a:gd name="connsiteY113" fmla="*/ -57 h 242299"/>
                <a:gd name="connsiteX114" fmla="*/ 64305 w 287529"/>
                <a:gd name="connsiteY114" fmla="*/ -456 h 242299"/>
                <a:gd name="connsiteX115" fmla="*/ 65572 w 287529"/>
                <a:gd name="connsiteY115" fmla="*/ -714 h 242299"/>
                <a:gd name="connsiteX116" fmla="*/ 66934 w 287529"/>
                <a:gd name="connsiteY116" fmla="*/ -855 h 242299"/>
                <a:gd name="connsiteX117" fmla="*/ 68461 w 287529"/>
                <a:gd name="connsiteY117" fmla="*/ -996 h 242299"/>
                <a:gd name="connsiteX118" fmla="*/ 69259 w 287529"/>
                <a:gd name="connsiteY118" fmla="*/ -996 h 242299"/>
                <a:gd name="connsiteX119" fmla="*/ 71606 w 287529"/>
                <a:gd name="connsiteY119" fmla="*/ -996 h 242299"/>
                <a:gd name="connsiteX120" fmla="*/ 72358 w 287529"/>
                <a:gd name="connsiteY120" fmla="*/ -996 h 242299"/>
                <a:gd name="connsiteX121" fmla="*/ 72522 w 287529"/>
                <a:gd name="connsiteY121" fmla="*/ -996 h 242299"/>
                <a:gd name="connsiteX122" fmla="*/ 75550 w 287529"/>
                <a:gd name="connsiteY122" fmla="*/ -644 h 242299"/>
                <a:gd name="connsiteX123" fmla="*/ 75997 w 287529"/>
                <a:gd name="connsiteY123" fmla="*/ -526 h 242299"/>
                <a:gd name="connsiteX124" fmla="*/ 76912 w 287529"/>
                <a:gd name="connsiteY124" fmla="*/ -338 h 242299"/>
                <a:gd name="connsiteX125" fmla="*/ 78321 w 287529"/>
                <a:gd name="connsiteY125" fmla="*/ -33 h 242299"/>
                <a:gd name="connsiteX126" fmla="*/ 79635 w 287529"/>
                <a:gd name="connsiteY126" fmla="*/ 483 h 242299"/>
                <a:gd name="connsiteX127" fmla="*/ 80504 w 287529"/>
                <a:gd name="connsiteY127" fmla="*/ 742 h 242299"/>
                <a:gd name="connsiteX128" fmla="*/ 80997 w 287529"/>
                <a:gd name="connsiteY128" fmla="*/ 929 h 242299"/>
                <a:gd name="connsiteX129" fmla="*/ 81561 w 287529"/>
                <a:gd name="connsiteY129" fmla="*/ 1188 h 242299"/>
                <a:gd name="connsiteX130" fmla="*/ 83463 w 287529"/>
                <a:gd name="connsiteY130" fmla="*/ 2150 h 242299"/>
                <a:gd name="connsiteX131" fmla="*/ 83721 w 287529"/>
                <a:gd name="connsiteY131" fmla="*/ 2291 h 242299"/>
                <a:gd name="connsiteX132" fmla="*/ 90083 w 287529"/>
                <a:gd name="connsiteY132" fmla="*/ 5977 h 242299"/>
                <a:gd name="connsiteX133" fmla="*/ 113114 w 287529"/>
                <a:gd name="connsiteY133" fmla="*/ 19359 h 242299"/>
                <a:gd name="connsiteX134" fmla="*/ 121191 w 287529"/>
                <a:gd name="connsiteY134" fmla="*/ 24055 h 242299"/>
                <a:gd name="connsiteX135" fmla="*/ 144363 w 287529"/>
                <a:gd name="connsiteY135" fmla="*/ 37531 h 242299"/>
                <a:gd name="connsiteX136" fmla="*/ 152252 w 287529"/>
                <a:gd name="connsiteY136" fmla="*/ 42226 h 242299"/>
                <a:gd name="connsiteX137" fmla="*/ 152252 w 287529"/>
                <a:gd name="connsiteY137" fmla="*/ 42226 h 242299"/>
                <a:gd name="connsiteX138" fmla="*/ 175541 w 287529"/>
                <a:gd name="connsiteY138" fmla="*/ 55773 h 242299"/>
                <a:gd name="connsiteX139" fmla="*/ 183313 w 287529"/>
                <a:gd name="connsiteY139" fmla="*/ 60257 h 242299"/>
                <a:gd name="connsiteX140" fmla="*/ 206790 w 287529"/>
                <a:gd name="connsiteY140" fmla="*/ 73944 h 242299"/>
                <a:gd name="connsiteX141" fmla="*/ 206790 w 287529"/>
                <a:gd name="connsiteY141" fmla="*/ 73944 h 242299"/>
                <a:gd name="connsiteX142" fmla="*/ 214279 w 287529"/>
                <a:gd name="connsiteY142" fmla="*/ 78381 h 242299"/>
                <a:gd name="connsiteX143" fmla="*/ 237945 w 287529"/>
                <a:gd name="connsiteY143" fmla="*/ 92116 h 242299"/>
                <a:gd name="connsiteX144" fmla="*/ 245387 w 287529"/>
                <a:gd name="connsiteY144" fmla="*/ 96507 h 242299"/>
                <a:gd name="connsiteX145" fmla="*/ 245387 w 287529"/>
                <a:gd name="connsiteY145" fmla="*/ 96507 h 24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287529" h="242299">
                  <a:moveTo>
                    <a:pt x="286191" y="120172"/>
                  </a:moveTo>
                  <a:cubicBezTo>
                    <a:pt x="285134" y="119585"/>
                    <a:pt x="284054" y="119045"/>
                    <a:pt x="282951" y="118599"/>
                  </a:cubicBezTo>
                  <a:lnTo>
                    <a:pt x="282106" y="118317"/>
                  </a:lnTo>
                  <a:cubicBezTo>
                    <a:pt x="281237" y="118012"/>
                    <a:pt x="280322" y="117753"/>
                    <a:pt x="279359" y="117495"/>
                  </a:cubicBezTo>
                  <a:cubicBezTo>
                    <a:pt x="279078" y="117448"/>
                    <a:pt x="278796" y="117401"/>
                    <a:pt x="278514" y="117307"/>
                  </a:cubicBezTo>
                  <a:cubicBezTo>
                    <a:pt x="277293" y="117096"/>
                    <a:pt x="276166" y="116932"/>
                    <a:pt x="274828" y="116838"/>
                  </a:cubicBezTo>
                  <a:lnTo>
                    <a:pt x="274076" y="116838"/>
                  </a:lnTo>
                  <a:cubicBezTo>
                    <a:pt x="273067" y="116838"/>
                    <a:pt x="271987" y="116838"/>
                    <a:pt x="270884" y="116838"/>
                  </a:cubicBezTo>
                  <a:lnTo>
                    <a:pt x="269381" y="117002"/>
                  </a:lnTo>
                  <a:cubicBezTo>
                    <a:pt x="268513" y="117002"/>
                    <a:pt x="267644" y="117260"/>
                    <a:pt x="266752" y="117401"/>
                  </a:cubicBezTo>
                  <a:lnTo>
                    <a:pt x="264732" y="117847"/>
                  </a:lnTo>
                  <a:lnTo>
                    <a:pt x="262502" y="118458"/>
                  </a:lnTo>
                  <a:cubicBezTo>
                    <a:pt x="261352" y="118810"/>
                    <a:pt x="260154" y="119209"/>
                    <a:pt x="259028" y="119679"/>
                  </a:cubicBezTo>
                  <a:lnTo>
                    <a:pt x="256492" y="120688"/>
                  </a:lnTo>
                  <a:cubicBezTo>
                    <a:pt x="256140" y="120829"/>
                    <a:pt x="255740" y="121040"/>
                    <a:pt x="255341" y="121228"/>
                  </a:cubicBezTo>
                  <a:cubicBezTo>
                    <a:pt x="253816" y="121956"/>
                    <a:pt x="252313" y="122707"/>
                    <a:pt x="250787" y="123576"/>
                  </a:cubicBezTo>
                  <a:cubicBezTo>
                    <a:pt x="249261" y="124445"/>
                    <a:pt x="247617" y="125477"/>
                    <a:pt x="246091" y="126534"/>
                  </a:cubicBezTo>
                  <a:cubicBezTo>
                    <a:pt x="245575" y="126886"/>
                    <a:pt x="245082" y="127309"/>
                    <a:pt x="244565" y="127661"/>
                  </a:cubicBezTo>
                  <a:cubicBezTo>
                    <a:pt x="243509" y="128412"/>
                    <a:pt x="242452" y="129164"/>
                    <a:pt x="241443" y="130009"/>
                  </a:cubicBezTo>
                  <a:cubicBezTo>
                    <a:pt x="240833" y="130455"/>
                    <a:pt x="240293" y="130924"/>
                    <a:pt x="239729" y="131417"/>
                  </a:cubicBezTo>
                  <a:cubicBezTo>
                    <a:pt x="238766" y="132169"/>
                    <a:pt x="237804" y="133037"/>
                    <a:pt x="236888" y="133765"/>
                  </a:cubicBezTo>
                  <a:cubicBezTo>
                    <a:pt x="236348" y="134329"/>
                    <a:pt x="235784" y="134822"/>
                    <a:pt x="235221" y="135338"/>
                  </a:cubicBezTo>
                  <a:lnTo>
                    <a:pt x="233108" y="137451"/>
                  </a:lnTo>
                  <a:cubicBezTo>
                    <a:pt x="231958" y="138625"/>
                    <a:pt x="230761" y="139799"/>
                    <a:pt x="229775" y="141043"/>
                  </a:cubicBezTo>
                  <a:cubicBezTo>
                    <a:pt x="229117" y="141747"/>
                    <a:pt x="228507" y="142405"/>
                    <a:pt x="227920" y="143156"/>
                  </a:cubicBezTo>
                  <a:lnTo>
                    <a:pt x="225948" y="145504"/>
                  </a:lnTo>
                  <a:cubicBezTo>
                    <a:pt x="225173" y="146420"/>
                    <a:pt x="224422" y="147382"/>
                    <a:pt x="223717" y="148345"/>
                  </a:cubicBezTo>
                  <a:lnTo>
                    <a:pt x="222308" y="150199"/>
                  </a:lnTo>
                  <a:cubicBezTo>
                    <a:pt x="221487" y="151420"/>
                    <a:pt x="220642" y="152547"/>
                    <a:pt x="219844" y="153792"/>
                  </a:cubicBezTo>
                  <a:cubicBezTo>
                    <a:pt x="219538" y="154237"/>
                    <a:pt x="219233" y="154754"/>
                    <a:pt x="218881" y="155200"/>
                  </a:cubicBezTo>
                  <a:cubicBezTo>
                    <a:pt x="217801" y="156914"/>
                    <a:pt x="216745" y="158581"/>
                    <a:pt x="215735" y="160318"/>
                  </a:cubicBezTo>
                  <a:lnTo>
                    <a:pt x="215289" y="161210"/>
                  </a:lnTo>
                  <a:cubicBezTo>
                    <a:pt x="214420" y="162690"/>
                    <a:pt x="213622" y="164145"/>
                    <a:pt x="212941" y="165671"/>
                  </a:cubicBezTo>
                  <a:lnTo>
                    <a:pt x="212167" y="167174"/>
                  </a:lnTo>
                  <a:cubicBezTo>
                    <a:pt x="211368" y="168746"/>
                    <a:pt x="210617" y="170367"/>
                    <a:pt x="209819" y="171869"/>
                  </a:cubicBezTo>
                  <a:lnTo>
                    <a:pt x="209513" y="172527"/>
                  </a:lnTo>
                  <a:cubicBezTo>
                    <a:pt x="208739" y="174358"/>
                    <a:pt x="207987" y="176166"/>
                    <a:pt x="207330" y="177997"/>
                  </a:cubicBezTo>
                  <a:cubicBezTo>
                    <a:pt x="207095" y="178537"/>
                    <a:pt x="206931" y="179100"/>
                    <a:pt x="206720" y="179664"/>
                  </a:cubicBezTo>
                  <a:cubicBezTo>
                    <a:pt x="206274" y="180979"/>
                    <a:pt x="205827" y="182270"/>
                    <a:pt x="205358" y="183584"/>
                  </a:cubicBezTo>
                  <a:cubicBezTo>
                    <a:pt x="205170" y="184289"/>
                    <a:pt x="204959" y="184946"/>
                    <a:pt x="204771" y="185674"/>
                  </a:cubicBezTo>
                  <a:cubicBezTo>
                    <a:pt x="204419" y="186872"/>
                    <a:pt x="204113" y="188022"/>
                    <a:pt x="203808" y="189196"/>
                  </a:cubicBezTo>
                  <a:cubicBezTo>
                    <a:pt x="203503" y="190370"/>
                    <a:pt x="203409" y="190910"/>
                    <a:pt x="203198" y="191778"/>
                  </a:cubicBezTo>
                  <a:cubicBezTo>
                    <a:pt x="202986" y="192647"/>
                    <a:pt x="202846" y="193586"/>
                    <a:pt x="202635" y="194502"/>
                  </a:cubicBezTo>
                  <a:cubicBezTo>
                    <a:pt x="202400" y="195816"/>
                    <a:pt x="202189" y="197131"/>
                    <a:pt x="201977" y="198446"/>
                  </a:cubicBezTo>
                  <a:cubicBezTo>
                    <a:pt x="201414" y="202061"/>
                    <a:pt x="201155" y="205701"/>
                    <a:pt x="201179" y="209339"/>
                  </a:cubicBezTo>
                  <a:cubicBezTo>
                    <a:pt x="201179" y="225046"/>
                    <a:pt x="206720" y="236057"/>
                    <a:pt x="215665" y="241269"/>
                  </a:cubicBezTo>
                  <a:lnTo>
                    <a:pt x="181575" y="221454"/>
                  </a:lnTo>
                  <a:lnTo>
                    <a:pt x="171081" y="215350"/>
                  </a:lnTo>
                  <a:lnTo>
                    <a:pt x="149059" y="202531"/>
                  </a:lnTo>
                  <a:lnTo>
                    <a:pt x="139245" y="196873"/>
                  </a:lnTo>
                  <a:lnTo>
                    <a:pt x="116942" y="183890"/>
                  </a:lnTo>
                  <a:lnTo>
                    <a:pt x="116942" y="183890"/>
                  </a:lnTo>
                  <a:lnTo>
                    <a:pt x="107551" y="178372"/>
                  </a:lnTo>
                  <a:lnTo>
                    <a:pt x="107551" y="178372"/>
                  </a:lnTo>
                  <a:lnTo>
                    <a:pt x="84941" y="165202"/>
                  </a:lnTo>
                  <a:lnTo>
                    <a:pt x="75550" y="159802"/>
                  </a:lnTo>
                  <a:lnTo>
                    <a:pt x="52636" y="146466"/>
                  </a:lnTo>
                  <a:lnTo>
                    <a:pt x="52636" y="146466"/>
                  </a:lnTo>
                  <a:lnTo>
                    <a:pt x="43668" y="141254"/>
                  </a:lnTo>
                  <a:lnTo>
                    <a:pt x="20590" y="127896"/>
                  </a:lnTo>
                  <a:lnTo>
                    <a:pt x="13218" y="123599"/>
                  </a:lnTo>
                  <a:cubicBezTo>
                    <a:pt x="12748" y="123294"/>
                    <a:pt x="12255" y="123036"/>
                    <a:pt x="11786" y="122684"/>
                  </a:cubicBezTo>
                  <a:cubicBezTo>
                    <a:pt x="3709" y="117237"/>
                    <a:pt x="-1292" y="106531"/>
                    <a:pt x="-1339" y="91623"/>
                  </a:cubicBezTo>
                  <a:cubicBezTo>
                    <a:pt x="-1315" y="88359"/>
                    <a:pt x="-1080" y="85120"/>
                    <a:pt x="-634" y="81880"/>
                  </a:cubicBezTo>
                  <a:lnTo>
                    <a:pt x="-634" y="81880"/>
                  </a:lnTo>
                  <a:cubicBezTo>
                    <a:pt x="-634" y="81528"/>
                    <a:pt x="-470" y="81176"/>
                    <a:pt x="-423" y="80823"/>
                  </a:cubicBezTo>
                  <a:cubicBezTo>
                    <a:pt x="-282" y="79509"/>
                    <a:pt x="-24" y="78147"/>
                    <a:pt x="235" y="76832"/>
                  </a:cubicBezTo>
                  <a:cubicBezTo>
                    <a:pt x="235" y="76222"/>
                    <a:pt x="422" y="75611"/>
                    <a:pt x="540" y="75024"/>
                  </a:cubicBezTo>
                  <a:cubicBezTo>
                    <a:pt x="657" y="74437"/>
                    <a:pt x="681" y="74414"/>
                    <a:pt x="775" y="74109"/>
                  </a:cubicBezTo>
                  <a:cubicBezTo>
                    <a:pt x="939" y="73240"/>
                    <a:pt x="1197" y="72442"/>
                    <a:pt x="1385" y="71573"/>
                  </a:cubicBezTo>
                  <a:cubicBezTo>
                    <a:pt x="1573" y="70705"/>
                    <a:pt x="1737" y="70071"/>
                    <a:pt x="1949" y="69225"/>
                  </a:cubicBezTo>
                  <a:cubicBezTo>
                    <a:pt x="1949" y="68826"/>
                    <a:pt x="2207" y="68427"/>
                    <a:pt x="2348" y="67981"/>
                  </a:cubicBezTo>
                  <a:cubicBezTo>
                    <a:pt x="2489" y="67535"/>
                    <a:pt x="2746" y="66619"/>
                    <a:pt x="2958" y="65962"/>
                  </a:cubicBezTo>
                  <a:cubicBezTo>
                    <a:pt x="3170" y="65305"/>
                    <a:pt x="3311" y="64741"/>
                    <a:pt x="3521" y="64178"/>
                  </a:cubicBezTo>
                  <a:cubicBezTo>
                    <a:pt x="3756" y="63427"/>
                    <a:pt x="4014" y="62699"/>
                    <a:pt x="4320" y="61971"/>
                  </a:cubicBezTo>
                  <a:cubicBezTo>
                    <a:pt x="4461" y="61407"/>
                    <a:pt x="4672" y="60844"/>
                    <a:pt x="4883" y="60304"/>
                  </a:cubicBezTo>
                  <a:cubicBezTo>
                    <a:pt x="4883" y="60046"/>
                    <a:pt x="5071" y="59740"/>
                    <a:pt x="5188" y="59482"/>
                  </a:cubicBezTo>
                  <a:cubicBezTo>
                    <a:pt x="5775" y="57980"/>
                    <a:pt x="6386" y="56501"/>
                    <a:pt x="6996" y="54998"/>
                  </a:cubicBezTo>
                  <a:cubicBezTo>
                    <a:pt x="6996" y="54998"/>
                    <a:pt x="6996" y="54998"/>
                    <a:pt x="6996" y="54834"/>
                  </a:cubicBezTo>
                  <a:cubicBezTo>
                    <a:pt x="7090" y="54646"/>
                    <a:pt x="7184" y="54458"/>
                    <a:pt x="7255" y="54247"/>
                  </a:cubicBezTo>
                  <a:cubicBezTo>
                    <a:pt x="7818" y="53073"/>
                    <a:pt x="8311" y="51899"/>
                    <a:pt x="8874" y="50702"/>
                  </a:cubicBezTo>
                  <a:cubicBezTo>
                    <a:pt x="9133" y="50255"/>
                    <a:pt x="9320" y="49833"/>
                    <a:pt x="9532" y="49387"/>
                  </a:cubicBezTo>
                  <a:cubicBezTo>
                    <a:pt x="9743" y="48941"/>
                    <a:pt x="10025" y="48378"/>
                    <a:pt x="10283" y="47931"/>
                  </a:cubicBezTo>
                  <a:lnTo>
                    <a:pt x="11034" y="46452"/>
                  </a:lnTo>
                  <a:cubicBezTo>
                    <a:pt x="11598" y="45443"/>
                    <a:pt x="12161" y="44433"/>
                    <a:pt x="12748" y="43424"/>
                  </a:cubicBezTo>
                  <a:cubicBezTo>
                    <a:pt x="12912" y="43119"/>
                    <a:pt x="13053" y="42837"/>
                    <a:pt x="13218" y="42578"/>
                  </a:cubicBezTo>
                  <a:lnTo>
                    <a:pt x="13358" y="42273"/>
                  </a:lnTo>
                  <a:cubicBezTo>
                    <a:pt x="14227" y="40864"/>
                    <a:pt x="15072" y="39433"/>
                    <a:pt x="15941" y="38071"/>
                  </a:cubicBezTo>
                  <a:lnTo>
                    <a:pt x="16340" y="37484"/>
                  </a:lnTo>
                  <a:cubicBezTo>
                    <a:pt x="16646" y="36967"/>
                    <a:pt x="16998" y="36521"/>
                    <a:pt x="17303" y="36005"/>
                  </a:cubicBezTo>
                  <a:cubicBezTo>
                    <a:pt x="17608" y="35489"/>
                    <a:pt x="18312" y="34502"/>
                    <a:pt x="18829" y="33798"/>
                  </a:cubicBezTo>
                  <a:cubicBezTo>
                    <a:pt x="19345" y="33094"/>
                    <a:pt x="19463" y="32929"/>
                    <a:pt x="19768" y="32483"/>
                  </a:cubicBezTo>
                  <a:lnTo>
                    <a:pt x="21130" y="30605"/>
                  </a:lnTo>
                  <a:cubicBezTo>
                    <a:pt x="21506" y="30159"/>
                    <a:pt x="21787" y="29689"/>
                    <a:pt x="22139" y="29290"/>
                  </a:cubicBezTo>
                  <a:cubicBezTo>
                    <a:pt x="22491" y="28891"/>
                    <a:pt x="22961" y="28234"/>
                    <a:pt x="23407" y="27717"/>
                  </a:cubicBezTo>
                  <a:cubicBezTo>
                    <a:pt x="23853" y="27201"/>
                    <a:pt x="24675" y="26167"/>
                    <a:pt x="25332" y="25370"/>
                  </a:cubicBezTo>
                  <a:cubicBezTo>
                    <a:pt x="25637" y="25064"/>
                    <a:pt x="25896" y="24712"/>
                    <a:pt x="26201" y="24360"/>
                  </a:cubicBezTo>
                  <a:cubicBezTo>
                    <a:pt x="26506" y="24008"/>
                    <a:pt x="26905" y="23656"/>
                    <a:pt x="27257" y="23256"/>
                  </a:cubicBezTo>
                  <a:cubicBezTo>
                    <a:pt x="28314" y="22035"/>
                    <a:pt x="29417" y="20908"/>
                    <a:pt x="30544" y="19711"/>
                  </a:cubicBezTo>
                  <a:cubicBezTo>
                    <a:pt x="30920" y="19359"/>
                    <a:pt x="31272" y="18960"/>
                    <a:pt x="31600" y="18561"/>
                  </a:cubicBezTo>
                  <a:cubicBezTo>
                    <a:pt x="31953" y="18256"/>
                    <a:pt x="32305" y="17950"/>
                    <a:pt x="32657" y="17598"/>
                  </a:cubicBezTo>
                  <a:cubicBezTo>
                    <a:pt x="33009" y="17246"/>
                    <a:pt x="33808" y="16542"/>
                    <a:pt x="34371" y="16026"/>
                  </a:cubicBezTo>
                  <a:cubicBezTo>
                    <a:pt x="35287" y="15180"/>
                    <a:pt x="36249" y="14382"/>
                    <a:pt x="37188" y="13560"/>
                  </a:cubicBezTo>
                  <a:cubicBezTo>
                    <a:pt x="37752" y="13114"/>
                    <a:pt x="38315" y="12598"/>
                    <a:pt x="38855" y="12151"/>
                  </a:cubicBezTo>
                  <a:cubicBezTo>
                    <a:pt x="39935" y="11330"/>
                    <a:pt x="40944" y="10579"/>
                    <a:pt x="42001" y="9804"/>
                  </a:cubicBezTo>
                  <a:cubicBezTo>
                    <a:pt x="42494" y="9405"/>
                    <a:pt x="43011" y="9053"/>
                    <a:pt x="43504" y="8700"/>
                  </a:cubicBezTo>
                  <a:cubicBezTo>
                    <a:pt x="45077" y="7573"/>
                    <a:pt x="46697" y="6564"/>
                    <a:pt x="48199" y="5672"/>
                  </a:cubicBezTo>
                  <a:cubicBezTo>
                    <a:pt x="49702" y="4780"/>
                    <a:pt x="51298" y="4005"/>
                    <a:pt x="52895" y="3324"/>
                  </a:cubicBezTo>
                  <a:lnTo>
                    <a:pt x="54069" y="2784"/>
                  </a:lnTo>
                  <a:cubicBezTo>
                    <a:pt x="54468" y="2620"/>
                    <a:pt x="54914" y="2432"/>
                    <a:pt x="55313" y="2220"/>
                  </a:cubicBezTo>
                  <a:lnTo>
                    <a:pt x="56534" y="1822"/>
                  </a:lnTo>
                  <a:cubicBezTo>
                    <a:pt x="57755" y="1376"/>
                    <a:pt x="58882" y="953"/>
                    <a:pt x="60079" y="601"/>
                  </a:cubicBezTo>
                  <a:cubicBezTo>
                    <a:pt x="60431" y="601"/>
                    <a:pt x="60830" y="295"/>
                    <a:pt x="61182" y="202"/>
                  </a:cubicBezTo>
                  <a:cubicBezTo>
                    <a:pt x="61534" y="108"/>
                    <a:pt x="61887" y="61"/>
                    <a:pt x="62286" y="-57"/>
                  </a:cubicBezTo>
                  <a:cubicBezTo>
                    <a:pt x="62685" y="-174"/>
                    <a:pt x="63648" y="-362"/>
                    <a:pt x="64305" y="-456"/>
                  </a:cubicBezTo>
                  <a:lnTo>
                    <a:pt x="65572" y="-714"/>
                  </a:lnTo>
                  <a:cubicBezTo>
                    <a:pt x="66019" y="-785"/>
                    <a:pt x="66488" y="-832"/>
                    <a:pt x="66934" y="-855"/>
                  </a:cubicBezTo>
                  <a:lnTo>
                    <a:pt x="68461" y="-996"/>
                  </a:lnTo>
                  <a:cubicBezTo>
                    <a:pt x="68719" y="-1043"/>
                    <a:pt x="69001" y="-1043"/>
                    <a:pt x="69259" y="-996"/>
                  </a:cubicBezTo>
                  <a:cubicBezTo>
                    <a:pt x="70033" y="-1043"/>
                    <a:pt x="70831" y="-1043"/>
                    <a:pt x="71606" y="-996"/>
                  </a:cubicBezTo>
                  <a:cubicBezTo>
                    <a:pt x="71865" y="-1019"/>
                    <a:pt x="72099" y="-1019"/>
                    <a:pt x="72358" y="-996"/>
                  </a:cubicBezTo>
                  <a:lnTo>
                    <a:pt x="72522" y="-996"/>
                  </a:lnTo>
                  <a:cubicBezTo>
                    <a:pt x="73532" y="-949"/>
                    <a:pt x="74541" y="-832"/>
                    <a:pt x="75550" y="-644"/>
                  </a:cubicBezTo>
                  <a:cubicBezTo>
                    <a:pt x="75715" y="-620"/>
                    <a:pt x="75856" y="-597"/>
                    <a:pt x="75997" y="-526"/>
                  </a:cubicBezTo>
                  <a:lnTo>
                    <a:pt x="76912" y="-338"/>
                  </a:lnTo>
                  <a:lnTo>
                    <a:pt x="78321" y="-33"/>
                  </a:lnTo>
                  <a:cubicBezTo>
                    <a:pt x="78767" y="108"/>
                    <a:pt x="79213" y="272"/>
                    <a:pt x="79635" y="483"/>
                  </a:cubicBezTo>
                  <a:cubicBezTo>
                    <a:pt x="79941" y="530"/>
                    <a:pt x="80222" y="624"/>
                    <a:pt x="80504" y="742"/>
                  </a:cubicBezTo>
                  <a:cubicBezTo>
                    <a:pt x="80669" y="812"/>
                    <a:pt x="80833" y="882"/>
                    <a:pt x="80997" y="929"/>
                  </a:cubicBezTo>
                  <a:lnTo>
                    <a:pt x="81561" y="1188"/>
                  </a:lnTo>
                  <a:cubicBezTo>
                    <a:pt x="82218" y="1469"/>
                    <a:pt x="82852" y="1798"/>
                    <a:pt x="83463" y="2150"/>
                  </a:cubicBezTo>
                  <a:lnTo>
                    <a:pt x="83721" y="2291"/>
                  </a:lnTo>
                  <a:lnTo>
                    <a:pt x="90083" y="5977"/>
                  </a:lnTo>
                  <a:lnTo>
                    <a:pt x="113114" y="19359"/>
                  </a:lnTo>
                  <a:lnTo>
                    <a:pt x="121191" y="24055"/>
                  </a:lnTo>
                  <a:lnTo>
                    <a:pt x="144363" y="37531"/>
                  </a:lnTo>
                  <a:lnTo>
                    <a:pt x="152252" y="42226"/>
                  </a:lnTo>
                  <a:cubicBezTo>
                    <a:pt x="152252" y="42226"/>
                    <a:pt x="152252" y="42226"/>
                    <a:pt x="152252" y="42226"/>
                  </a:cubicBezTo>
                  <a:lnTo>
                    <a:pt x="175541" y="55773"/>
                  </a:lnTo>
                  <a:lnTo>
                    <a:pt x="183313" y="60257"/>
                  </a:lnTo>
                  <a:lnTo>
                    <a:pt x="206790" y="73944"/>
                  </a:lnTo>
                  <a:lnTo>
                    <a:pt x="206790" y="73944"/>
                  </a:lnTo>
                  <a:lnTo>
                    <a:pt x="214279" y="78381"/>
                  </a:lnTo>
                  <a:lnTo>
                    <a:pt x="237945" y="92116"/>
                  </a:lnTo>
                  <a:lnTo>
                    <a:pt x="245387" y="96507"/>
                  </a:lnTo>
                  <a:lnTo>
                    <a:pt x="245387" y="96507"/>
                  </a:lnTo>
                  <a:close/>
                </a:path>
              </a:pathLst>
            </a:custGeom>
            <a:solidFill>
              <a:srgbClr val="5A5C6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EDF6B29-A9B8-27D8-B51B-6F1FCEAC2BD5}"/>
                </a:ext>
              </a:extLst>
            </p:cNvPr>
            <p:cNvSpPr/>
            <p:nvPr/>
          </p:nvSpPr>
          <p:spPr>
            <a:xfrm rot="18009598">
              <a:off x="7963210" y="5262389"/>
              <a:ext cx="140442" cy="81326"/>
            </a:xfrm>
            <a:custGeom>
              <a:avLst/>
              <a:gdLst>
                <a:gd name="connsiteX0" fmla="*/ 139104 w 140442"/>
                <a:gd name="connsiteY0" fmla="*/ 39632 h 81326"/>
                <a:gd name="connsiteX1" fmla="*/ 68883 w 140442"/>
                <a:gd name="connsiteY1" fmla="*/ 80295 h 81326"/>
                <a:gd name="connsiteX2" fmla="*/ -1338 w 140442"/>
                <a:gd name="connsiteY2" fmla="*/ 39632 h 81326"/>
                <a:gd name="connsiteX3" fmla="*/ 68883 w 140442"/>
                <a:gd name="connsiteY3" fmla="*/ -1031 h 81326"/>
                <a:gd name="connsiteX4" fmla="*/ 139104 w 140442"/>
                <a:gd name="connsiteY4" fmla="*/ 39632 h 8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42" h="81326">
                  <a:moveTo>
                    <a:pt x="139104" y="39632"/>
                  </a:moveTo>
                  <a:cubicBezTo>
                    <a:pt x="139104" y="62090"/>
                    <a:pt x="107665" y="80295"/>
                    <a:pt x="68883" y="80295"/>
                  </a:cubicBezTo>
                  <a:cubicBezTo>
                    <a:pt x="30101" y="80295"/>
                    <a:pt x="-1338" y="62090"/>
                    <a:pt x="-1338" y="39632"/>
                  </a:cubicBezTo>
                  <a:cubicBezTo>
                    <a:pt x="-1338" y="17174"/>
                    <a:pt x="30101" y="-1031"/>
                    <a:pt x="68883" y="-1031"/>
                  </a:cubicBezTo>
                  <a:cubicBezTo>
                    <a:pt x="107665" y="-1031"/>
                    <a:pt x="139104" y="17174"/>
                    <a:pt x="139104" y="39632"/>
                  </a:cubicBezTo>
                  <a:close/>
                </a:path>
              </a:pathLst>
            </a:custGeom>
            <a:solidFill>
              <a:srgbClr val="404143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1CBFE49-51ED-A0D8-177E-E024573EE678}"/>
                </a:ext>
              </a:extLst>
            </p:cNvPr>
            <p:cNvSpPr/>
            <p:nvPr/>
          </p:nvSpPr>
          <p:spPr>
            <a:xfrm>
              <a:off x="7780947" y="5204618"/>
              <a:ext cx="217378" cy="159600"/>
            </a:xfrm>
            <a:custGeom>
              <a:avLst/>
              <a:gdLst>
                <a:gd name="connsiteX0" fmla="*/ 216040 w 217378"/>
                <a:gd name="connsiteY0" fmla="*/ 158569 h 159600"/>
                <a:gd name="connsiteX1" fmla="*/ 13194 w 217378"/>
                <a:gd name="connsiteY1" fmla="*/ 40689 h 159600"/>
                <a:gd name="connsiteX2" fmla="*/ -1339 w 217378"/>
                <a:gd name="connsiteY2" fmla="*/ 8736 h 159600"/>
                <a:gd name="connsiteX3" fmla="*/ -705 w 217378"/>
                <a:gd name="connsiteY3" fmla="*/ -1031 h 159600"/>
                <a:gd name="connsiteX4" fmla="*/ 202141 w 217378"/>
                <a:gd name="connsiteY4" fmla="*/ 116850 h 159600"/>
                <a:gd name="connsiteX5" fmla="*/ 201507 w 217378"/>
                <a:gd name="connsiteY5" fmla="*/ 126617 h 159600"/>
                <a:gd name="connsiteX6" fmla="*/ 216040 w 217378"/>
                <a:gd name="connsiteY6" fmla="*/ 158569 h 15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378" h="159600">
                  <a:moveTo>
                    <a:pt x="216040" y="158569"/>
                  </a:moveTo>
                  <a:lnTo>
                    <a:pt x="13194" y="40689"/>
                  </a:lnTo>
                  <a:cubicBezTo>
                    <a:pt x="4249" y="35500"/>
                    <a:pt x="-1292" y="24442"/>
                    <a:pt x="-1339" y="8736"/>
                  </a:cubicBezTo>
                  <a:cubicBezTo>
                    <a:pt x="-1339" y="5472"/>
                    <a:pt x="-1127" y="2209"/>
                    <a:pt x="-705" y="-1031"/>
                  </a:cubicBezTo>
                  <a:lnTo>
                    <a:pt x="202141" y="116850"/>
                  </a:lnTo>
                  <a:cubicBezTo>
                    <a:pt x="201719" y="120090"/>
                    <a:pt x="201507" y="123353"/>
                    <a:pt x="201507" y="126617"/>
                  </a:cubicBezTo>
                  <a:cubicBezTo>
                    <a:pt x="201507" y="142323"/>
                    <a:pt x="207095" y="153381"/>
                    <a:pt x="216040" y="158569"/>
                  </a:cubicBezTo>
                  <a:close/>
                </a:path>
              </a:pathLst>
            </a:custGeom>
            <a:solidFill>
              <a:srgbClr val="404143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B5182AF-DDAA-CD59-A9E7-7D38AB1D1E24}"/>
                </a:ext>
              </a:extLst>
            </p:cNvPr>
            <p:cNvSpPr/>
            <p:nvPr/>
          </p:nvSpPr>
          <p:spPr>
            <a:xfrm>
              <a:off x="8001847" y="5261903"/>
              <a:ext cx="2801972" cy="1595415"/>
            </a:xfrm>
            <a:custGeom>
              <a:avLst/>
              <a:gdLst>
                <a:gd name="connsiteX0" fmla="*/ 80199 w 2801972"/>
                <a:gd name="connsiteY0" fmla="*/ 13478 h 1595415"/>
                <a:gd name="connsiteX1" fmla="*/ 2800634 w 2801972"/>
                <a:gd name="connsiteY1" fmla="*/ 1594385 h 1595415"/>
                <a:gd name="connsiteX2" fmla="*/ 2604151 w 2801972"/>
                <a:gd name="connsiteY2" fmla="*/ 1594385 h 1595415"/>
                <a:gd name="connsiteX3" fmla="*/ 29605 w 2801972"/>
                <a:gd name="connsiteY3" fmla="*/ 98302 h 1595415"/>
                <a:gd name="connsiteX4" fmla="*/ 8874 w 2801972"/>
                <a:gd name="connsiteY4" fmla="*/ 86258 h 1595415"/>
                <a:gd name="connsiteX5" fmla="*/ -1339 w 2801972"/>
                <a:gd name="connsiteY5" fmla="*/ 63790 h 1595415"/>
                <a:gd name="connsiteX6" fmla="*/ -1339 w 2801972"/>
                <a:gd name="connsiteY6" fmla="*/ 62100 h 1595415"/>
                <a:gd name="connsiteX7" fmla="*/ -869 w 2801972"/>
                <a:gd name="connsiteY7" fmla="*/ 56958 h 1595415"/>
                <a:gd name="connsiteX8" fmla="*/ -869 w 2801972"/>
                <a:gd name="connsiteY8" fmla="*/ 56958 h 1595415"/>
                <a:gd name="connsiteX9" fmla="*/ -728 w 2801972"/>
                <a:gd name="connsiteY9" fmla="*/ 56184 h 1595415"/>
                <a:gd name="connsiteX10" fmla="*/ -259 w 2801972"/>
                <a:gd name="connsiteY10" fmla="*/ 53390 h 1595415"/>
                <a:gd name="connsiteX11" fmla="*/ -24 w 2801972"/>
                <a:gd name="connsiteY11" fmla="*/ 52098 h 1595415"/>
                <a:gd name="connsiteX12" fmla="*/ 117 w 2801972"/>
                <a:gd name="connsiteY12" fmla="*/ 51488 h 1595415"/>
                <a:gd name="connsiteX13" fmla="*/ 563 w 2801972"/>
                <a:gd name="connsiteY13" fmla="*/ 49704 h 1595415"/>
                <a:gd name="connsiteX14" fmla="*/ 962 w 2801972"/>
                <a:gd name="connsiteY14" fmla="*/ 48084 h 1595415"/>
                <a:gd name="connsiteX15" fmla="*/ 1220 w 2801972"/>
                <a:gd name="connsiteY15" fmla="*/ 47192 h 1595415"/>
                <a:gd name="connsiteX16" fmla="*/ 1667 w 2801972"/>
                <a:gd name="connsiteY16" fmla="*/ 45760 h 1595415"/>
                <a:gd name="connsiteX17" fmla="*/ 2042 w 2801972"/>
                <a:gd name="connsiteY17" fmla="*/ 44515 h 1595415"/>
                <a:gd name="connsiteX18" fmla="*/ 2605 w 2801972"/>
                <a:gd name="connsiteY18" fmla="*/ 42966 h 1595415"/>
                <a:gd name="connsiteX19" fmla="*/ 3028 w 2801972"/>
                <a:gd name="connsiteY19" fmla="*/ 41792 h 1595415"/>
                <a:gd name="connsiteX20" fmla="*/ 3239 w 2801972"/>
                <a:gd name="connsiteY20" fmla="*/ 41229 h 1595415"/>
                <a:gd name="connsiteX21" fmla="*/ 4507 w 2801972"/>
                <a:gd name="connsiteY21" fmla="*/ 38082 h 1595415"/>
                <a:gd name="connsiteX22" fmla="*/ 4507 w 2801972"/>
                <a:gd name="connsiteY22" fmla="*/ 38082 h 1595415"/>
                <a:gd name="connsiteX23" fmla="*/ 4695 w 2801972"/>
                <a:gd name="connsiteY23" fmla="*/ 37637 h 1595415"/>
                <a:gd name="connsiteX24" fmla="*/ 5845 w 2801972"/>
                <a:gd name="connsiteY24" fmla="*/ 35148 h 1595415"/>
                <a:gd name="connsiteX25" fmla="*/ 6292 w 2801972"/>
                <a:gd name="connsiteY25" fmla="*/ 34232 h 1595415"/>
                <a:gd name="connsiteX26" fmla="*/ 6832 w 2801972"/>
                <a:gd name="connsiteY26" fmla="*/ 33199 h 1595415"/>
                <a:gd name="connsiteX27" fmla="*/ 7348 w 2801972"/>
                <a:gd name="connsiteY27" fmla="*/ 32190 h 1595415"/>
                <a:gd name="connsiteX28" fmla="*/ 8522 w 2801972"/>
                <a:gd name="connsiteY28" fmla="*/ 30053 h 1595415"/>
                <a:gd name="connsiteX29" fmla="*/ 8874 w 2801972"/>
                <a:gd name="connsiteY29" fmla="*/ 29443 h 1595415"/>
                <a:gd name="connsiteX30" fmla="*/ 8991 w 2801972"/>
                <a:gd name="connsiteY30" fmla="*/ 29231 h 1595415"/>
                <a:gd name="connsiteX31" fmla="*/ 10799 w 2801972"/>
                <a:gd name="connsiteY31" fmla="*/ 26273 h 1595415"/>
                <a:gd name="connsiteX32" fmla="*/ 11081 w 2801972"/>
                <a:gd name="connsiteY32" fmla="*/ 25851 h 1595415"/>
                <a:gd name="connsiteX33" fmla="*/ 11762 w 2801972"/>
                <a:gd name="connsiteY33" fmla="*/ 24841 h 1595415"/>
                <a:gd name="connsiteX34" fmla="*/ 12818 w 2801972"/>
                <a:gd name="connsiteY34" fmla="*/ 23244 h 1595415"/>
                <a:gd name="connsiteX35" fmla="*/ 13499 w 2801972"/>
                <a:gd name="connsiteY35" fmla="*/ 22353 h 1595415"/>
                <a:gd name="connsiteX36" fmla="*/ 14462 w 2801972"/>
                <a:gd name="connsiteY36" fmla="*/ 21014 h 1595415"/>
                <a:gd name="connsiteX37" fmla="*/ 15143 w 2801972"/>
                <a:gd name="connsiteY37" fmla="*/ 20099 h 1595415"/>
                <a:gd name="connsiteX38" fmla="*/ 16035 w 2801972"/>
                <a:gd name="connsiteY38" fmla="*/ 19019 h 1595415"/>
                <a:gd name="connsiteX39" fmla="*/ 17396 w 2801972"/>
                <a:gd name="connsiteY39" fmla="*/ 17352 h 1595415"/>
                <a:gd name="connsiteX40" fmla="*/ 17983 w 2801972"/>
                <a:gd name="connsiteY40" fmla="*/ 16624 h 1595415"/>
                <a:gd name="connsiteX41" fmla="*/ 18735 w 2801972"/>
                <a:gd name="connsiteY41" fmla="*/ 15849 h 1595415"/>
                <a:gd name="connsiteX42" fmla="*/ 21083 w 2801972"/>
                <a:gd name="connsiteY42" fmla="*/ 13361 h 1595415"/>
                <a:gd name="connsiteX43" fmla="*/ 21833 w 2801972"/>
                <a:gd name="connsiteY43" fmla="*/ 12563 h 1595415"/>
                <a:gd name="connsiteX44" fmla="*/ 22256 w 2801972"/>
                <a:gd name="connsiteY44" fmla="*/ 12187 h 1595415"/>
                <a:gd name="connsiteX45" fmla="*/ 27186 w 2801972"/>
                <a:gd name="connsiteY45" fmla="*/ 7867 h 1595415"/>
                <a:gd name="connsiteX46" fmla="*/ 28079 w 2801972"/>
                <a:gd name="connsiteY46" fmla="*/ 7186 h 1595415"/>
                <a:gd name="connsiteX47" fmla="*/ 33549 w 2801972"/>
                <a:gd name="connsiteY47" fmla="*/ 3500 h 1595415"/>
                <a:gd name="connsiteX48" fmla="*/ 37939 w 2801972"/>
                <a:gd name="connsiteY48" fmla="*/ 1293 h 1595415"/>
                <a:gd name="connsiteX49" fmla="*/ 38456 w 2801972"/>
                <a:gd name="connsiteY49" fmla="*/ 1058 h 1595415"/>
                <a:gd name="connsiteX50" fmla="*/ 39324 w 2801972"/>
                <a:gd name="connsiteY50" fmla="*/ 753 h 1595415"/>
                <a:gd name="connsiteX51" fmla="*/ 41672 w 2801972"/>
                <a:gd name="connsiteY51" fmla="*/ -92 h 1595415"/>
                <a:gd name="connsiteX52" fmla="*/ 42447 w 2801972"/>
                <a:gd name="connsiteY52" fmla="*/ -373 h 1595415"/>
                <a:gd name="connsiteX53" fmla="*/ 43222 w 2801972"/>
                <a:gd name="connsiteY53" fmla="*/ -538 h 1595415"/>
                <a:gd name="connsiteX54" fmla="*/ 44654 w 2801972"/>
                <a:gd name="connsiteY54" fmla="*/ -843 h 1595415"/>
                <a:gd name="connsiteX55" fmla="*/ 45546 w 2801972"/>
                <a:gd name="connsiteY55" fmla="*/ -1031 h 1595415"/>
                <a:gd name="connsiteX56" fmla="*/ 46508 w 2801972"/>
                <a:gd name="connsiteY56" fmla="*/ -1031 h 1595415"/>
                <a:gd name="connsiteX57" fmla="*/ 47565 w 2801972"/>
                <a:gd name="connsiteY57" fmla="*/ -1031 h 1595415"/>
                <a:gd name="connsiteX58" fmla="*/ 48152 w 2801972"/>
                <a:gd name="connsiteY58" fmla="*/ -1031 h 1595415"/>
                <a:gd name="connsiteX59" fmla="*/ 49819 w 2801972"/>
                <a:gd name="connsiteY59" fmla="*/ -1031 h 1595415"/>
                <a:gd name="connsiteX60" fmla="*/ 50452 w 2801972"/>
                <a:gd name="connsiteY60" fmla="*/ -1031 h 1595415"/>
                <a:gd name="connsiteX61" fmla="*/ 52589 w 2801972"/>
                <a:gd name="connsiteY61" fmla="*/ -796 h 1595415"/>
                <a:gd name="connsiteX62" fmla="*/ 52918 w 2801972"/>
                <a:gd name="connsiteY62" fmla="*/ -796 h 1595415"/>
                <a:gd name="connsiteX63" fmla="*/ 53528 w 2801972"/>
                <a:gd name="connsiteY63" fmla="*/ -655 h 1595415"/>
                <a:gd name="connsiteX64" fmla="*/ 54538 w 2801972"/>
                <a:gd name="connsiteY64" fmla="*/ -420 h 1595415"/>
                <a:gd name="connsiteX65" fmla="*/ 55453 w 2801972"/>
                <a:gd name="connsiteY65" fmla="*/ -116 h 1595415"/>
                <a:gd name="connsiteX66" fmla="*/ 56040 w 2801972"/>
                <a:gd name="connsiteY66" fmla="*/ 96 h 1595415"/>
                <a:gd name="connsiteX67" fmla="*/ 56392 w 2801972"/>
                <a:gd name="connsiteY67" fmla="*/ 213 h 1595415"/>
                <a:gd name="connsiteX68" fmla="*/ 58153 w 2801972"/>
                <a:gd name="connsiteY68" fmla="*/ 1082 h 1595415"/>
                <a:gd name="connsiteX69" fmla="*/ 58341 w 2801972"/>
                <a:gd name="connsiteY69" fmla="*/ 1199 h 159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801972" h="1595415">
                  <a:moveTo>
                    <a:pt x="80199" y="13478"/>
                  </a:moveTo>
                  <a:lnTo>
                    <a:pt x="2800634" y="1594385"/>
                  </a:lnTo>
                  <a:lnTo>
                    <a:pt x="2604151" y="1594385"/>
                  </a:lnTo>
                  <a:lnTo>
                    <a:pt x="29605" y="98302"/>
                  </a:lnTo>
                  <a:lnTo>
                    <a:pt x="8874" y="86258"/>
                  </a:lnTo>
                  <a:cubicBezTo>
                    <a:pt x="2605" y="82596"/>
                    <a:pt x="-1292" y="74848"/>
                    <a:pt x="-1339" y="63790"/>
                  </a:cubicBezTo>
                  <a:cubicBezTo>
                    <a:pt x="-1339" y="63227"/>
                    <a:pt x="-1339" y="62663"/>
                    <a:pt x="-1339" y="62100"/>
                  </a:cubicBezTo>
                  <a:cubicBezTo>
                    <a:pt x="-1339" y="60410"/>
                    <a:pt x="-1104" y="58696"/>
                    <a:pt x="-869" y="56958"/>
                  </a:cubicBezTo>
                  <a:lnTo>
                    <a:pt x="-869" y="56958"/>
                  </a:lnTo>
                  <a:lnTo>
                    <a:pt x="-728" y="56184"/>
                  </a:lnTo>
                  <a:cubicBezTo>
                    <a:pt x="-588" y="55268"/>
                    <a:pt x="-423" y="54329"/>
                    <a:pt x="-259" y="53390"/>
                  </a:cubicBezTo>
                  <a:cubicBezTo>
                    <a:pt x="-259" y="52967"/>
                    <a:pt x="-118" y="52544"/>
                    <a:pt x="-24" y="52098"/>
                  </a:cubicBezTo>
                  <a:lnTo>
                    <a:pt x="117" y="51488"/>
                  </a:lnTo>
                  <a:cubicBezTo>
                    <a:pt x="258" y="50901"/>
                    <a:pt x="422" y="50291"/>
                    <a:pt x="563" y="49704"/>
                  </a:cubicBezTo>
                  <a:cubicBezTo>
                    <a:pt x="704" y="49117"/>
                    <a:pt x="798" y="48624"/>
                    <a:pt x="962" y="48084"/>
                  </a:cubicBezTo>
                  <a:cubicBezTo>
                    <a:pt x="1127" y="47544"/>
                    <a:pt x="1150" y="47497"/>
                    <a:pt x="1220" y="47192"/>
                  </a:cubicBezTo>
                  <a:lnTo>
                    <a:pt x="1667" y="45760"/>
                  </a:lnTo>
                  <a:cubicBezTo>
                    <a:pt x="1807" y="45337"/>
                    <a:pt x="1901" y="44938"/>
                    <a:pt x="2042" y="44515"/>
                  </a:cubicBezTo>
                  <a:lnTo>
                    <a:pt x="2605" y="42966"/>
                  </a:lnTo>
                  <a:lnTo>
                    <a:pt x="3028" y="41792"/>
                  </a:lnTo>
                  <a:lnTo>
                    <a:pt x="3239" y="41229"/>
                  </a:lnTo>
                  <a:cubicBezTo>
                    <a:pt x="3638" y="40172"/>
                    <a:pt x="4061" y="39115"/>
                    <a:pt x="4507" y="38082"/>
                  </a:cubicBezTo>
                  <a:lnTo>
                    <a:pt x="4507" y="38082"/>
                  </a:lnTo>
                  <a:cubicBezTo>
                    <a:pt x="4507" y="37941"/>
                    <a:pt x="4625" y="37801"/>
                    <a:pt x="4695" y="37637"/>
                  </a:cubicBezTo>
                  <a:lnTo>
                    <a:pt x="5845" y="35148"/>
                  </a:lnTo>
                  <a:lnTo>
                    <a:pt x="6292" y="34232"/>
                  </a:lnTo>
                  <a:cubicBezTo>
                    <a:pt x="6479" y="33903"/>
                    <a:pt x="6644" y="33551"/>
                    <a:pt x="6832" y="33199"/>
                  </a:cubicBezTo>
                  <a:cubicBezTo>
                    <a:pt x="7019" y="32847"/>
                    <a:pt x="7160" y="32519"/>
                    <a:pt x="7348" y="32190"/>
                  </a:cubicBezTo>
                  <a:cubicBezTo>
                    <a:pt x="7723" y="31462"/>
                    <a:pt x="8123" y="30758"/>
                    <a:pt x="8522" y="30053"/>
                  </a:cubicBezTo>
                  <a:lnTo>
                    <a:pt x="8874" y="29443"/>
                  </a:lnTo>
                  <a:lnTo>
                    <a:pt x="8991" y="29231"/>
                  </a:lnTo>
                  <a:cubicBezTo>
                    <a:pt x="9578" y="28246"/>
                    <a:pt x="10165" y="27260"/>
                    <a:pt x="10799" y="26273"/>
                  </a:cubicBezTo>
                  <a:lnTo>
                    <a:pt x="11081" y="25851"/>
                  </a:lnTo>
                  <a:lnTo>
                    <a:pt x="11762" y="24841"/>
                  </a:lnTo>
                  <a:lnTo>
                    <a:pt x="12818" y="23244"/>
                  </a:lnTo>
                  <a:cubicBezTo>
                    <a:pt x="13029" y="22940"/>
                    <a:pt x="13264" y="22658"/>
                    <a:pt x="13499" y="22353"/>
                  </a:cubicBezTo>
                  <a:lnTo>
                    <a:pt x="14462" y="21014"/>
                  </a:lnTo>
                  <a:lnTo>
                    <a:pt x="15143" y="20099"/>
                  </a:lnTo>
                  <a:lnTo>
                    <a:pt x="16035" y="19019"/>
                  </a:lnTo>
                  <a:lnTo>
                    <a:pt x="17396" y="17352"/>
                  </a:lnTo>
                  <a:cubicBezTo>
                    <a:pt x="17607" y="17117"/>
                    <a:pt x="17795" y="16859"/>
                    <a:pt x="17983" y="16624"/>
                  </a:cubicBezTo>
                  <a:lnTo>
                    <a:pt x="18735" y="15849"/>
                  </a:lnTo>
                  <a:cubicBezTo>
                    <a:pt x="19486" y="14980"/>
                    <a:pt x="20284" y="14159"/>
                    <a:pt x="21083" y="13361"/>
                  </a:cubicBezTo>
                  <a:lnTo>
                    <a:pt x="21833" y="12563"/>
                  </a:lnTo>
                  <a:lnTo>
                    <a:pt x="22256" y="12187"/>
                  </a:lnTo>
                  <a:cubicBezTo>
                    <a:pt x="23829" y="10661"/>
                    <a:pt x="25473" y="9228"/>
                    <a:pt x="27186" y="7867"/>
                  </a:cubicBezTo>
                  <a:lnTo>
                    <a:pt x="28079" y="7186"/>
                  </a:lnTo>
                  <a:cubicBezTo>
                    <a:pt x="29816" y="5848"/>
                    <a:pt x="31647" y="4603"/>
                    <a:pt x="33549" y="3500"/>
                  </a:cubicBezTo>
                  <a:cubicBezTo>
                    <a:pt x="34958" y="2678"/>
                    <a:pt x="36436" y="1951"/>
                    <a:pt x="37939" y="1293"/>
                  </a:cubicBezTo>
                  <a:lnTo>
                    <a:pt x="38456" y="1058"/>
                  </a:lnTo>
                  <a:lnTo>
                    <a:pt x="39324" y="753"/>
                  </a:lnTo>
                  <a:cubicBezTo>
                    <a:pt x="40099" y="424"/>
                    <a:pt x="40874" y="143"/>
                    <a:pt x="41672" y="-92"/>
                  </a:cubicBezTo>
                  <a:lnTo>
                    <a:pt x="42447" y="-373"/>
                  </a:lnTo>
                  <a:lnTo>
                    <a:pt x="43222" y="-538"/>
                  </a:lnTo>
                  <a:lnTo>
                    <a:pt x="44654" y="-843"/>
                  </a:lnTo>
                  <a:lnTo>
                    <a:pt x="45546" y="-1031"/>
                  </a:lnTo>
                  <a:lnTo>
                    <a:pt x="46508" y="-1031"/>
                  </a:lnTo>
                  <a:lnTo>
                    <a:pt x="47565" y="-1031"/>
                  </a:lnTo>
                  <a:lnTo>
                    <a:pt x="48152" y="-1031"/>
                  </a:lnTo>
                  <a:cubicBezTo>
                    <a:pt x="48715" y="-1031"/>
                    <a:pt x="49256" y="-1031"/>
                    <a:pt x="49819" y="-1031"/>
                  </a:cubicBezTo>
                  <a:lnTo>
                    <a:pt x="50452" y="-1031"/>
                  </a:lnTo>
                  <a:cubicBezTo>
                    <a:pt x="51157" y="-984"/>
                    <a:pt x="51885" y="-913"/>
                    <a:pt x="52589" y="-796"/>
                  </a:cubicBezTo>
                  <a:lnTo>
                    <a:pt x="52918" y="-796"/>
                  </a:lnTo>
                  <a:cubicBezTo>
                    <a:pt x="53129" y="-749"/>
                    <a:pt x="53317" y="-702"/>
                    <a:pt x="53528" y="-655"/>
                  </a:cubicBezTo>
                  <a:lnTo>
                    <a:pt x="54538" y="-420"/>
                  </a:lnTo>
                  <a:lnTo>
                    <a:pt x="55453" y="-116"/>
                  </a:lnTo>
                  <a:lnTo>
                    <a:pt x="56040" y="96"/>
                  </a:lnTo>
                  <a:lnTo>
                    <a:pt x="56392" y="213"/>
                  </a:lnTo>
                  <a:cubicBezTo>
                    <a:pt x="57003" y="471"/>
                    <a:pt x="57590" y="753"/>
                    <a:pt x="58153" y="1082"/>
                  </a:cubicBezTo>
                  <a:lnTo>
                    <a:pt x="58341" y="1199"/>
                  </a:lnTo>
                  <a:close/>
                </a:path>
              </a:pathLst>
            </a:custGeom>
            <a:solidFill>
              <a:srgbClr val="5A5C6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8E9CCF08-15F1-899A-0E1B-E471ECCE2D5B}"/>
                </a:ext>
              </a:extLst>
            </p:cNvPr>
            <p:cNvSpPr/>
            <p:nvPr/>
          </p:nvSpPr>
          <p:spPr>
            <a:xfrm>
              <a:off x="8001847" y="5319869"/>
              <a:ext cx="2646176" cy="1537449"/>
            </a:xfrm>
            <a:custGeom>
              <a:avLst/>
              <a:gdLst>
                <a:gd name="connsiteX0" fmla="*/ 2644838 w 2646176"/>
                <a:gd name="connsiteY0" fmla="*/ 1536419 h 1537449"/>
                <a:gd name="connsiteX1" fmla="*/ 2604151 w 2646176"/>
                <a:gd name="connsiteY1" fmla="*/ 1536419 h 1537449"/>
                <a:gd name="connsiteX2" fmla="*/ 29605 w 2646176"/>
                <a:gd name="connsiteY2" fmla="*/ 40336 h 1537449"/>
                <a:gd name="connsiteX3" fmla="*/ 8874 w 2646176"/>
                <a:gd name="connsiteY3" fmla="*/ 28293 h 1537449"/>
                <a:gd name="connsiteX4" fmla="*/ -1339 w 2646176"/>
                <a:gd name="connsiteY4" fmla="*/ 5824 h 1537449"/>
                <a:gd name="connsiteX5" fmla="*/ -1339 w 2646176"/>
                <a:gd name="connsiteY5" fmla="*/ 4134 h 1537449"/>
                <a:gd name="connsiteX6" fmla="*/ -1034 w 2646176"/>
                <a:gd name="connsiteY6" fmla="*/ 471 h 1537449"/>
                <a:gd name="connsiteX7" fmla="*/ -916 w 2646176"/>
                <a:gd name="connsiteY7" fmla="*/ -1031 h 1537449"/>
                <a:gd name="connsiteX8" fmla="*/ -916 w 2646176"/>
                <a:gd name="connsiteY8" fmla="*/ -1031 h 1537449"/>
                <a:gd name="connsiteX9" fmla="*/ 47095 w 2646176"/>
                <a:gd name="connsiteY9" fmla="*/ 26860 h 153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46176" h="1537449">
                  <a:moveTo>
                    <a:pt x="2644838" y="1536419"/>
                  </a:moveTo>
                  <a:lnTo>
                    <a:pt x="2604151" y="1536419"/>
                  </a:lnTo>
                  <a:lnTo>
                    <a:pt x="29605" y="40336"/>
                  </a:lnTo>
                  <a:lnTo>
                    <a:pt x="8874" y="28293"/>
                  </a:lnTo>
                  <a:cubicBezTo>
                    <a:pt x="2605" y="24630"/>
                    <a:pt x="-1292" y="16882"/>
                    <a:pt x="-1339" y="5824"/>
                  </a:cubicBezTo>
                  <a:cubicBezTo>
                    <a:pt x="-1339" y="5261"/>
                    <a:pt x="-1339" y="4697"/>
                    <a:pt x="-1339" y="4134"/>
                  </a:cubicBezTo>
                  <a:cubicBezTo>
                    <a:pt x="-1339" y="2937"/>
                    <a:pt x="-1175" y="1786"/>
                    <a:pt x="-1034" y="471"/>
                  </a:cubicBezTo>
                  <a:cubicBezTo>
                    <a:pt x="-1034" y="-22"/>
                    <a:pt x="-1034" y="-514"/>
                    <a:pt x="-916" y="-1031"/>
                  </a:cubicBezTo>
                  <a:lnTo>
                    <a:pt x="-916" y="-1031"/>
                  </a:lnTo>
                  <a:lnTo>
                    <a:pt x="47095" y="26860"/>
                  </a:lnTo>
                  <a:close/>
                </a:path>
              </a:pathLst>
            </a:custGeom>
            <a:solidFill>
              <a:srgbClr val="404143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2FF6FC9-CE87-EE41-A570-2C42CDD5A15F}"/>
              </a:ext>
            </a:extLst>
          </p:cNvPr>
          <p:cNvSpPr/>
          <p:nvPr/>
        </p:nvSpPr>
        <p:spPr>
          <a:xfrm>
            <a:off x="5409270" y="4535673"/>
            <a:ext cx="821572" cy="796592"/>
          </a:xfrm>
          <a:custGeom>
            <a:avLst/>
            <a:gdLst>
              <a:gd name="connsiteX0" fmla="*/ -1339 w 821572"/>
              <a:gd name="connsiteY0" fmla="*/ -1031 h 796592"/>
              <a:gd name="connsiteX1" fmla="*/ -1339 w 821572"/>
              <a:gd name="connsiteY1" fmla="*/ 697050 h 796592"/>
              <a:gd name="connsiteX2" fmla="*/ -188 w 821572"/>
              <a:gd name="connsiteY2" fmla="*/ 697731 h 796592"/>
              <a:gd name="connsiteX3" fmla="*/ 820234 w 821572"/>
              <a:gd name="connsiteY3" fmla="*/ 698365 h 796592"/>
              <a:gd name="connsiteX4" fmla="*/ 820234 w 821572"/>
              <a:gd name="connsiteY4" fmla="*/ -1031 h 796592"/>
              <a:gd name="connsiteX5" fmla="*/ -1339 w 821572"/>
              <a:gd name="connsiteY5" fmla="*/ -1031 h 796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1572" h="796592">
                <a:moveTo>
                  <a:pt x="-1339" y="-1031"/>
                </a:moveTo>
                <a:lnTo>
                  <a:pt x="-1339" y="697050"/>
                </a:lnTo>
                <a:lnTo>
                  <a:pt x="-188" y="697731"/>
                </a:lnTo>
                <a:cubicBezTo>
                  <a:pt x="225361" y="827961"/>
                  <a:pt x="594192" y="828172"/>
                  <a:pt x="820234" y="698365"/>
                </a:cubicBezTo>
                <a:lnTo>
                  <a:pt x="820234" y="-1031"/>
                </a:lnTo>
                <a:cubicBezTo>
                  <a:pt x="594286" y="129410"/>
                  <a:pt x="224586" y="129410"/>
                  <a:pt x="-1339" y="-1031"/>
                </a:cubicBezTo>
                <a:close/>
              </a:path>
            </a:pathLst>
          </a:custGeom>
          <a:solidFill>
            <a:srgbClr val="5A5C6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D9C714B-4FDE-5A69-00A1-2386B06DCDF5}"/>
              </a:ext>
            </a:extLst>
          </p:cNvPr>
          <p:cNvSpPr/>
          <p:nvPr/>
        </p:nvSpPr>
        <p:spPr>
          <a:xfrm>
            <a:off x="2884004" y="2957748"/>
            <a:ext cx="2525290" cy="2275865"/>
          </a:xfrm>
          <a:custGeom>
            <a:avLst/>
            <a:gdLst>
              <a:gd name="connsiteX0" fmla="*/ 166948 w 2525290"/>
              <a:gd name="connsiteY0" fmla="*/ 215972 h 2275865"/>
              <a:gd name="connsiteX1" fmla="*/ -1339 w 2525290"/>
              <a:gd name="connsiteY1" fmla="*/ -1031 h 2275865"/>
              <a:gd name="connsiteX2" fmla="*/ -1339 w 2525290"/>
              <a:gd name="connsiteY2" fmla="*/ 677470 h 2275865"/>
              <a:gd name="connsiteX3" fmla="*/ 168122 w 2525290"/>
              <a:gd name="connsiteY3" fmla="*/ 914593 h 2275865"/>
              <a:gd name="connsiteX4" fmla="*/ 2523952 w 2525290"/>
              <a:gd name="connsiteY4" fmla="*/ 2274834 h 2275865"/>
              <a:gd name="connsiteX5" fmla="*/ 2523952 w 2525290"/>
              <a:gd name="connsiteY5" fmla="*/ 1576894 h 2275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5290" h="2275865">
                <a:moveTo>
                  <a:pt x="166948" y="215972"/>
                </a:moveTo>
                <a:cubicBezTo>
                  <a:pt x="62825" y="155846"/>
                  <a:pt x="6808" y="78089"/>
                  <a:pt x="-1339" y="-1031"/>
                </a:cubicBezTo>
                <a:lnTo>
                  <a:pt x="-1339" y="677470"/>
                </a:lnTo>
                <a:cubicBezTo>
                  <a:pt x="-1339" y="763445"/>
                  <a:pt x="55148" y="849443"/>
                  <a:pt x="168122" y="914593"/>
                </a:cubicBezTo>
                <a:lnTo>
                  <a:pt x="2523952" y="2274834"/>
                </a:lnTo>
                <a:lnTo>
                  <a:pt x="2523952" y="1576894"/>
                </a:lnTo>
                <a:close/>
              </a:path>
            </a:pathLst>
          </a:custGeom>
          <a:solidFill>
            <a:srgbClr val="74777E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4CCD6813-C640-DE60-F679-388EE9649C35}"/>
              </a:ext>
            </a:extLst>
          </p:cNvPr>
          <p:cNvSpPr/>
          <p:nvPr/>
        </p:nvSpPr>
        <p:spPr>
          <a:xfrm>
            <a:off x="2883159" y="537854"/>
            <a:ext cx="7096952" cy="4097779"/>
          </a:xfrm>
          <a:custGeom>
            <a:avLst/>
            <a:gdLst>
              <a:gd name="connsiteX0" fmla="*/ 168122 w 7096952"/>
              <a:gd name="connsiteY0" fmla="*/ 2638049 h 4097779"/>
              <a:gd name="connsiteX1" fmla="*/ 168122 w 7096952"/>
              <a:gd name="connsiteY1" fmla="*/ 2163662 h 4097779"/>
              <a:gd name="connsiteX2" fmla="*/ 3747624 w 7096952"/>
              <a:gd name="connsiteY2" fmla="*/ 96817 h 4097779"/>
              <a:gd name="connsiteX3" fmla="*/ 4569197 w 7096952"/>
              <a:gd name="connsiteY3" fmla="*/ 96817 h 4097779"/>
              <a:gd name="connsiteX4" fmla="*/ 6926153 w 7096952"/>
              <a:gd name="connsiteY4" fmla="*/ 1457740 h 4097779"/>
              <a:gd name="connsiteX5" fmla="*/ 6926153 w 7096952"/>
              <a:gd name="connsiteY5" fmla="*/ 1931986 h 4097779"/>
              <a:gd name="connsiteX6" fmla="*/ 3346675 w 7096952"/>
              <a:gd name="connsiteY6" fmla="*/ 3998900 h 4097779"/>
              <a:gd name="connsiteX7" fmla="*/ 2525102 w 7096952"/>
              <a:gd name="connsiteY7" fmla="*/ 3998900 h 409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96952" h="4097779">
                <a:moveTo>
                  <a:pt x="168122" y="2638049"/>
                </a:moveTo>
                <a:cubicBezTo>
                  <a:pt x="-57826" y="2507584"/>
                  <a:pt x="-57826" y="2294103"/>
                  <a:pt x="168122" y="2163662"/>
                </a:cubicBezTo>
                <a:lnTo>
                  <a:pt x="3747624" y="96817"/>
                </a:lnTo>
                <a:cubicBezTo>
                  <a:pt x="3973548" y="-33647"/>
                  <a:pt x="4343249" y="-33647"/>
                  <a:pt x="4569197" y="96817"/>
                </a:cubicBezTo>
                <a:lnTo>
                  <a:pt x="6926153" y="1457740"/>
                </a:lnTo>
                <a:cubicBezTo>
                  <a:pt x="7152101" y="1588181"/>
                  <a:pt x="7152101" y="1801662"/>
                  <a:pt x="6926153" y="1931986"/>
                </a:cubicBezTo>
                <a:lnTo>
                  <a:pt x="3346675" y="3998900"/>
                </a:lnTo>
                <a:cubicBezTo>
                  <a:pt x="3120727" y="4129365"/>
                  <a:pt x="2751026" y="4129365"/>
                  <a:pt x="2525102" y="3998900"/>
                </a:cubicBezTo>
                <a:close/>
              </a:path>
            </a:pathLst>
          </a:custGeom>
          <a:solidFill>
            <a:srgbClr val="F4F5F7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523F6823-5E61-5FF9-AE00-BCA963649E6D}"/>
              </a:ext>
            </a:extLst>
          </p:cNvPr>
          <p:cNvSpPr/>
          <p:nvPr/>
        </p:nvSpPr>
        <p:spPr>
          <a:xfrm>
            <a:off x="5806250" y="2151599"/>
            <a:ext cx="495871" cy="286239"/>
          </a:xfrm>
          <a:custGeom>
            <a:avLst/>
            <a:gdLst>
              <a:gd name="connsiteX0" fmla="*/ 494532 w 495871"/>
              <a:gd name="connsiteY0" fmla="*/ 142605 h 286239"/>
              <a:gd name="connsiteX1" fmla="*/ 245670 w 495871"/>
              <a:gd name="connsiteY1" fmla="*/ -1030 h 286239"/>
              <a:gd name="connsiteX2" fmla="*/ -1337 w 495871"/>
              <a:gd name="connsiteY2" fmla="*/ 141573 h 286239"/>
              <a:gd name="connsiteX3" fmla="*/ 247525 w 495871"/>
              <a:gd name="connsiteY3" fmla="*/ 285208 h 286239"/>
              <a:gd name="connsiteX4" fmla="*/ 494532 w 495871"/>
              <a:gd name="connsiteY4" fmla="*/ 142605 h 286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871" h="286239">
                <a:moveTo>
                  <a:pt x="494532" y="142605"/>
                </a:moveTo>
                <a:cubicBezTo>
                  <a:pt x="494016" y="63580"/>
                  <a:pt x="382614" y="-748"/>
                  <a:pt x="245670" y="-1030"/>
                </a:cubicBezTo>
                <a:cubicBezTo>
                  <a:pt x="108726" y="-1312"/>
                  <a:pt x="-1783" y="62547"/>
                  <a:pt x="-1337" y="141573"/>
                </a:cubicBezTo>
                <a:cubicBezTo>
                  <a:pt x="-891" y="220598"/>
                  <a:pt x="110581" y="284926"/>
                  <a:pt x="247525" y="285208"/>
                </a:cubicBezTo>
                <a:cubicBezTo>
                  <a:pt x="384469" y="285490"/>
                  <a:pt x="494908" y="221631"/>
                  <a:pt x="494532" y="142605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1093777E-7024-4BB6-009E-90E76D340870}"/>
              </a:ext>
            </a:extLst>
          </p:cNvPr>
          <p:cNvSpPr/>
          <p:nvPr/>
        </p:nvSpPr>
        <p:spPr>
          <a:xfrm>
            <a:off x="5911477" y="2212289"/>
            <a:ext cx="907414" cy="523905"/>
          </a:xfrm>
          <a:custGeom>
            <a:avLst/>
            <a:gdLst>
              <a:gd name="connsiteX0" fmla="*/ 684112 w 907414"/>
              <a:gd name="connsiteY0" fmla="*/ 394730 h 523905"/>
              <a:gd name="connsiteX1" fmla="*/ 906069 w 907414"/>
              <a:gd name="connsiteY1" fmla="*/ 83019 h 523905"/>
              <a:gd name="connsiteX2" fmla="*/ 760508 w 907414"/>
              <a:gd name="connsiteY2" fmla="*/ -1031 h 523905"/>
              <a:gd name="connsiteX3" fmla="*/ 615957 w 907414"/>
              <a:gd name="connsiteY3" fmla="*/ 82409 h 523905"/>
              <a:gd name="connsiteX4" fmla="*/ 478238 w 907414"/>
              <a:gd name="connsiteY4" fmla="*/ 275840 h 523905"/>
              <a:gd name="connsiteX5" fmla="*/ 143214 w 907414"/>
              <a:gd name="connsiteY5" fmla="*/ 355359 h 523905"/>
              <a:gd name="connsiteX6" fmla="*/ 40781 w 907414"/>
              <a:gd name="connsiteY6" fmla="*/ 379681 h 523905"/>
              <a:gd name="connsiteX7" fmla="*/ -1338 w 907414"/>
              <a:gd name="connsiteY7" fmla="*/ 438821 h 523905"/>
              <a:gd name="connsiteX8" fmla="*/ 144223 w 907414"/>
              <a:gd name="connsiteY8" fmla="*/ 522871 h 523905"/>
              <a:gd name="connsiteX9" fmla="*/ 684112 w 907414"/>
              <a:gd name="connsiteY9" fmla="*/ 394730 h 523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7414" h="523905">
                <a:moveTo>
                  <a:pt x="684112" y="394730"/>
                </a:moveTo>
                <a:cubicBezTo>
                  <a:pt x="828006" y="311667"/>
                  <a:pt x="906914" y="200923"/>
                  <a:pt x="906069" y="83019"/>
                </a:cubicBezTo>
                <a:cubicBezTo>
                  <a:pt x="905788" y="36745"/>
                  <a:pt x="840614" y="-890"/>
                  <a:pt x="760508" y="-1031"/>
                </a:cubicBezTo>
                <a:cubicBezTo>
                  <a:pt x="680403" y="-1171"/>
                  <a:pt x="615699" y="36134"/>
                  <a:pt x="615957" y="82409"/>
                </a:cubicBezTo>
                <a:cubicBezTo>
                  <a:pt x="616497" y="155565"/>
                  <a:pt x="567570" y="224260"/>
                  <a:pt x="478238" y="275840"/>
                </a:cubicBezTo>
                <a:cubicBezTo>
                  <a:pt x="388906" y="327420"/>
                  <a:pt x="269922" y="355664"/>
                  <a:pt x="143214" y="355359"/>
                </a:cubicBezTo>
                <a:cubicBezTo>
                  <a:pt x="103114" y="355359"/>
                  <a:pt x="66865" y="364632"/>
                  <a:pt x="40781" y="379681"/>
                </a:cubicBezTo>
                <a:cubicBezTo>
                  <a:pt x="14698" y="394730"/>
                  <a:pt x="-1479" y="415672"/>
                  <a:pt x="-1338" y="438821"/>
                </a:cubicBezTo>
                <a:cubicBezTo>
                  <a:pt x="-1103" y="485095"/>
                  <a:pt x="64095" y="522730"/>
                  <a:pt x="144223" y="522871"/>
                </a:cubicBezTo>
                <a:cubicBezTo>
                  <a:pt x="348431" y="523364"/>
                  <a:pt x="540242" y="477794"/>
                  <a:pt x="684112" y="394730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13597E6D-0EE6-A4EF-3694-F168C6E407EB}"/>
              </a:ext>
            </a:extLst>
          </p:cNvPr>
          <p:cNvSpPr/>
          <p:nvPr/>
        </p:nvSpPr>
        <p:spPr>
          <a:xfrm>
            <a:off x="5913121" y="2213252"/>
            <a:ext cx="1383586" cy="798827"/>
          </a:xfrm>
          <a:custGeom>
            <a:avLst/>
            <a:gdLst>
              <a:gd name="connsiteX0" fmla="*/ 1021531 w 1383586"/>
              <a:gd name="connsiteY0" fmla="*/ 589523 h 798827"/>
              <a:gd name="connsiteX1" fmla="*/ 1382240 w 1383586"/>
              <a:gd name="connsiteY1" fmla="*/ 83043 h 798827"/>
              <a:gd name="connsiteX2" fmla="*/ 1236679 w 1383586"/>
              <a:gd name="connsiteY2" fmla="*/ -1030 h 798827"/>
              <a:gd name="connsiteX3" fmla="*/ 1092127 w 1383586"/>
              <a:gd name="connsiteY3" fmla="*/ 82432 h 798827"/>
              <a:gd name="connsiteX4" fmla="*/ 815656 w 1383586"/>
              <a:gd name="connsiteY4" fmla="*/ 470633 h 798827"/>
              <a:gd name="connsiteX5" fmla="*/ 143330 w 1383586"/>
              <a:gd name="connsiteY5" fmla="*/ 630280 h 798827"/>
              <a:gd name="connsiteX6" fmla="*/ 40921 w 1383586"/>
              <a:gd name="connsiteY6" fmla="*/ 654580 h 798827"/>
              <a:gd name="connsiteX7" fmla="*/ -1339 w 1383586"/>
              <a:gd name="connsiteY7" fmla="*/ 713719 h 798827"/>
              <a:gd name="connsiteX8" fmla="*/ 144222 w 1383586"/>
              <a:gd name="connsiteY8" fmla="*/ 797793 h 798827"/>
              <a:gd name="connsiteX9" fmla="*/ 1021531 w 1383586"/>
              <a:gd name="connsiteY9" fmla="*/ 589523 h 798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3586" h="798827">
                <a:moveTo>
                  <a:pt x="1021531" y="589523"/>
                </a:moveTo>
                <a:cubicBezTo>
                  <a:pt x="1255367" y="454527"/>
                  <a:pt x="1383460" y="274643"/>
                  <a:pt x="1382240" y="83043"/>
                </a:cubicBezTo>
                <a:cubicBezTo>
                  <a:pt x="1381935" y="36792"/>
                  <a:pt x="1316737" y="-866"/>
                  <a:pt x="1236679" y="-1030"/>
                </a:cubicBezTo>
                <a:cubicBezTo>
                  <a:pt x="1156621" y="-1195"/>
                  <a:pt x="1091799" y="36181"/>
                  <a:pt x="1092127" y="82432"/>
                </a:cubicBezTo>
                <a:cubicBezTo>
                  <a:pt x="1093114" y="229284"/>
                  <a:pt x="994884" y="367168"/>
                  <a:pt x="815656" y="470633"/>
                </a:cubicBezTo>
                <a:cubicBezTo>
                  <a:pt x="636429" y="574099"/>
                  <a:pt x="397756" y="630773"/>
                  <a:pt x="143330" y="630280"/>
                </a:cubicBezTo>
                <a:cubicBezTo>
                  <a:pt x="103277" y="630163"/>
                  <a:pt x="66981" y="639507"/>
                  <a:pt x="40921" y="654580"/>
                </a:cubicBezTo>
                <a:cubicBezTo>
                  <a:pt x="14861" y="669652"/>
                  <a:pt x="-1339" y="690594"/>
                  <a:pt x="-1339" y="713719"/>
                </a:cubicBezTo>
                <a:cubicBezTo>
                  <a:pt x="-1057" y="759970"/>
                  <a:pt x="64164" y="797605"/>
                  <a:pt x="144222" y="797793"/>
                </a:cubicBezTo>
                <a:cubicBezTo>
                  <a:pt x="476218" y="798450"/>
                  <a:pt x="787695" y="724543"/>
                  <a:pt x="1021531" y="589523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0A2F30A0-0E23-A553-BFC9-982A83370F5A}"/>
              </a:ext>
            </a:extLst>
          </p:cNvPr>
          <p:cNvSpPr/>
          <p:nvPr/>
        </p:nvSpPr>
        <p:spPr>
          <a:xfrm>
            <a:off x="5914835" y="2214261"/>
            <a:ext cx="1860654" cy="1074221"/>
          </a:xfrm>
          <a:custGeom>
            <a:avLst/>
            <a:gdLst>
              <a:gd name="connsiteX0" fmla="*/ 144293 w 1860654"/>
              <a:gd name="connsiteY0" fmla="*/ 1073184 h 1074221"/>
              <a:gd name="connsiteX1" fmla="*/ 1359631 w 1860654"/>
              <a:gd name="connsiteY1" fmla="*/ 784691 h 1074221"/>
              <a:gd name="connsiteX2" fmla="*/ 1859303 w 1860654"/>
              <a:gd name="connsiteY2" fmla="*/ 83042 h 1074221"/>
              <a:gd name="connsiteX3" fmla="*/ 1713742 w 1860654"/>
              <a:gd name="connsiteY3" fmla="*/ -1031 h 1074221"/>
              <a:gd name="connsiteX4" fmla="*/ 1611287 w 1860654"/>
              <a:gd name="connsiteY4" fmla="*/ 23292 h 1074221"/>
              <a:gd name="connsiteX5" fmla="*/ 1569192 w 1860654"/>
              <a:gd name="connsiteY5" fmla="*/ 82432 h 1074221"/>
              <a:gd name="connsiteX6" fmla="*/ 1153639 w 1860654"/>
              <a:gd name="connsiteY6" fmla="*/ 665801 h 1074221"/>
              <a:gd name="connsiteX7" fmla="*/ 143260 w 1860654"/>
              <a:gd name="connsiteY7" fmla="*/ 905624 h 1074221"/>
              <a:gd name="connsiteX8" fmla="*/ -1338 w 1860654"/>
              <a:gd name="connsiteY8" fmla="*/ 989063 h 1074221"/>
              <a:gd name="connsiteX9" fmla="*/ 144293 w 1860654"/>
              <a:gd name="connsiteY9" fmla="*/ 1073184 h 1074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60654" h="1074221">
                <a:moveTo>
                  <a:pt x="144293" y="1073184"/>
                </a:moveTo>
                <a:cubicBezTo>
                  <a:pt x="604077" y="1074193"/>
                  <a:pt x="1035641" y="971737"/>
                  <a:pt x="1359631" y="784691"/>
                </a:cubicBezTo>
                <a:cubicBezTo>
                  <a:pt x="1683621" y="597646"/>
                  <a:pt x="1861040" y="348479"/>
                  <a:pt x="1859303" y="83042"/>
                </a:cubicBezTo>
                <a:cubicBezTo>
                  <a:pt x="1858998" y="36768"/>
                  <a:pt x="1793801" y="-866"/>
                  <a:pt x="1713742" y="-1031"/>
                </a:cubicBezTo>
                <a:cubicBezTo>
                  <a:pt x="1673643" y="-1031"/>
                  <a:pt x="1637440" y="8196"/>
                  <a:pt x="1611287" y="23292"/>
                </a:cubicBezTo>
                <a:cubicBezTo>
                  <a:pt x="1585133" y="38388"/>
                  <a:pt x="1569027" y="59330"/>
                  <a:pt x="1569192" y="82432"/>
                </a:cubicBezTo>
                <a:cubicBezTo>
                  <a:pt x="1570647" y="303121"/>
                  <a:pt x="1423068" y="510310"/>
                  <a:pt x="1153639" y="665801"/>
                </a:cubicBezTo>
                <a:cubicBezTo>
                  <a:pt x="884211" y="821293"/>
                  <a:pt x="525521" y="906470"/>
                  <a:pt x="143260" y="905624"/>
                </a:cubicBezTo>
                <a:cubicBezTo>
                  <a:pt x="63132" y="905460"/>
                  <a:pt x="-1502" y="942813"/>
                  <a:pt x="-1338" y="989063"/>
                </a:cubicBezTo>
                <a:cubicBezTo>
                  <a:pt x="-1174" y="1035314"/>
                  <a:pt x="64235" y="1072972"/>
                  <a:pt x="144293" y="1073184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BAF97AED-990C-703A-0A90-146F339CE042}"/>
              </a:ext>
            </a:extLst>
          </p:cNvPr>
          <p:cNvSpPr/>
          <p:nvPr/>
        </p:nvSpPr>
        <p:spPr>
          <a:xfrm>
            <a:off x="4597652" y="4205927"/>
            <a:ext cx="51157" cy="438719"/>
          </a:xfrm>
          <a:custGeom>
            <a:avLst/>
            <a:gdLst>
              <a:gd name="connsiteX0" fmla="*/ 49818 w 51157"/>
              <a:gd name="connsiteY0" fmla="*/ 426639 h 438719"/>
              <a:gd name="connsiteX1" fmla="*/ 34324 w 51157"/>
              <a:gd name="connsiteY1" fmla="*/ 435584 h 438719"/>
              <a:gd name="connsiteX2" fmla="*/ 14156 w 51157"/>
              <a:gd name="connsiteY2" fmla="*/ 423845 h 438719"/>
              <a:gd name="connsiteX3" fmla="*/ -1339 w 51157"/>
              <a:gd name="connsiteY3" fmla="*/ 396987 h 438719"/>
              <a:gd name="connsiteX4" fmla="*/ -1339 w 51157"/>
              <a:gd name="connsiteY4" fmla="*/ 10031 h 438719"/>
              <a:gd name="connsiteX5" fmla="*/ 14156 w 51157"/>
              <a:gd name="connsiteY5" fmla="*/ 1062 h 438719"/>
              <a:gd name="connsiteX6" fmla="*/ 34324 w 51157"/>
              <a:gd name="connsiteY6" fmla="*/ 12801 h 438719"/>
              <a:gd name="connsiteX7" fmla="*/ 49818 w 51157"/>
              <a:gd name="connsiteY7" fmla="*/ 39636 h 438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57" h="438719">
                <a:moveTo>
                  <a:pt x="49818" y="426639"/>
                </a:moveTo>
                <a:cubicBezTo>
                  <a:pt x="49818" y="436476"/>
                  <a:pt x="42775" y="440515"/>
                  <a:pt x="34324" y="435584"/>
                </a:cubicBezTo>
                <a:lnTo>
                  <a:pt x="14156" y="423845"/>
                </a:lnTo>
                <a:cubicBezTo>
                  <a:pt x="5024" y="417859"/>
                  <a:pt x="-728" y="407881"/>
                  <a:pt x="-1339" y="396987"/>
                </a:cubicBezTo>
                <a:lnTo>
                  <a:pt x="-1339" y="10031"/>
                </a:lnTo>
                <a:cubicBezTo>
                  <a:pt x="-1339" y="170"/>
                  <a:pt x="5705" y="-3845"/>
                  <a:pt x="14156" y="1062"/>
                </a:cubicBezTo>
                <a:lnTo>
                  <a:pt x="34324" y="12801"/>
                </a:lnTo>
                <a:cubicBezTo>
                  <a:pt x="43456" y="18764"/>
                  <a:pt x="49209" y="28742"/>
                  <a:pt x="49818" y="39636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05E43E14-A13D-F58A-3814-6033B94461BB}"/>
              </a:ext>
            </a:extLst>
          </p:cNvPr>
          <p:cNvSpPr/>
          <p:nvPr/>
        </p:nvSpPr>
        <p:spPr>
          <a:xfrm>
            <a:off x="4597629" y="4206471"/>
            <a:ext cx="50030" cy="438090"/>
          </a:xfrm>
          <a:custGeom>
            <a:avLst/>
            <a:gdLst>
              <a:gd name="connsiteX0" fmla="*/ 48692 w 50030"/>
              <a:gd name="connsiteY0" fmla="*/ 432083 h 438090"/>
              <a:gd name="connsiteX1" fmla="*/ 34371 w 50030"/>
              <a:gd name="connsiteY1" fmla="*/ 434947 h 438090"/>
              <a:gd name="connsiteX2" fmla="*/ 14227 w 50030"/>
              <a:gd name="connsiteY2" fmla="*/ 423208 h 438090"/>
              <a:gd name="connsiteX3" fmla="*/ -1339 w 50030"/>
              <a:gd name="connsiteY3" fmla="*/ 396350 h 438090"/>
              <a:gd name="connsiteX4" fmla="*/ -1339 w 50030"/>
              <a:gd name="connsiteY4" fmla="*/ 9346 h 438090"/>
              <a:gd name="connsiteX5" fmla="*/ 4108 w 50030"/>
              <a:gd name="connsiteY5" fmla="*/ -1031 h 438090"/>
              <a:gd name="connsiteX6" fmla="*/ 2957 w 50030"/>
              <a:gd name="connsiteY6" fmla="*/ 5050 h 438090"/>
              <a:gd name="connsiteX7" fmla="*/ 2957 w 50030"/>
              <a:gd name="connsiteY7" fmla="*/ 392171 h 438090"/>
              <a:gd name="connsiteX8" fmla="*/ 18523 w 50030"/>
              <a:gd name="connsiteY8" fmla="*/ 419029 h 438090"/>
              <a:gd name="connsiteX9" fmla="*/ 38667 w 50030"/>
              <a:gd name="connsiteY9" fmla="*/ 430768 h 438090"/>
              <a:gd name="connsiteX10" fmla="*/ 48692 w 50030"/>
              <a:gd name="connsiteY10" fmla="*/ 432083 h 438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030" h="438090">
                <a:moveTo>
                  <a:pt x="48692" y="432083"/>
                </a:moveTo>
                <a:cubicBezTo>
                  <a:pt x="46344" y="437271"/>
                  <a:pt x="40803" y="438703"/>
                  <a:pt x="34371" y="434947"/>
                </a:cubicBezTo>
                <a:lnTo>
                  <a:pt x="14227" y="423208"/>
                </a:lnTo>
                <a:cubicBezTo>
                  <a:pt x="5047" y="417245"/>
                  <a:pt x="-728" y="407267"/>
                  <a:pt x="-1339" y="396350"/>
                </a:cubicBezTo>
                <a:lnTo>
                  <a:pt x="-1339" y="9346"/>
                </a:lnTo>
                <a:cubicBezTo>
                  <a:pt x="-1339" y="3876"/>
                  <a:pt x="798" y="307"/>
                  <a:pt x="4108" y="-1031"/>
                </a:cubicBezTo>
                <a:cubicBezTo>
                  <a:pt x="3310" y="894"/>
                  <a:pt x="2910" y="2960"/>
                  <a:pt x="2957" y="5050"/>
                </a:cubicBezTo>
                <a:lnTo>
                  <a:pt x="2957" y="392171"/>
                </a:lnTo>
                <a:cubicBezTo>
                  <a:pt x="3568" y="403088"/>
                  <a:pt x="9343" y="413065"/>
                  <a:pt x="18523" y="419029"/>
                </a:cubicBezTo>
                <a:lnTo>
                  <a:pt x="38667" y="430768"/>
                </a:lnTo>
                <a:cubicBezTo>
                  <a:pt x="41602" y="432787"/>
                  <a:pt x="45334" y="433256"/>
                  <a:pt x="48692" y="432083"/>
                </a:cubicBezTo>
                <a:close/>
              </a:path>
            </a:pathLst>
          </a:custGeom>
          <a:solidFill>
            <a:srgbClr val="9DA0A7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8AA4DE64-74D4-70BE-4309-B5BA1467F6F1}"/>
              </a:ext>
            </a:extLst>
          </p:cNvPr>
          <p:cNvSpPr/>
          <p:nvPr/>
        </p:nvSpPr>
        <p:spPr>
          <a:xfrm>
            <a:off x="4748049" y="4292548"/>
            <a:ext cx="51134" cy="438836"/>
          </a:xfrm>
          <a:custGeom>
            <a:avLst/>
            <a:gdLst>
              <a:gd name="connsiteX0" fmla="*/ 49796 w 51134"/>
              <a:gd name="connsiteY0" fmla="*/ 426744 h 438836"/>
              <a:gd name="connsiteX1" fmla="*/ 34301 w 51134"/>
              <a:gd name="connsiteY1" fmla="*/ 435712 h 438836"/>
              <a:gd name="connsiteX2" fmla="*/ 14157 w 51134"/>
              <a:gd name="connsiteY2" fmla="*/ 423974 h 438836"/>
              <a:gd name="connsiteX3" fmla="*/ -1339 w 51134"/>
              <a:gd name="connsiteY3" fmla="*/ 397115 h 438836"/>
              <a:gd name="connsiteX4" fmla="*/ -1339 w 51134"/>
              <a:gd name="connsiteY4" fmla="*/ 10018 h 438836"/>
              <a:gd name="connsiteX5" fmla="*/ 14157 w 51134"/>
              <a:gd name="connsiteY5" fmla="*/ 1073 h 438836"/>
              <a:gd name="connsiteX6" fmla="*/ 34301 w 51134"/>
              <a:gd name="connsiteY6" fmla="*/ 12812 h 438836"/>
              <a:gd name="connsiteX7" fmla="*/ 49796 w 51134"/>
              <a:gd name="connsiteY7" fmla="*/ 39670 h 43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34" h="438836">
                <a:moveTo>
                  <a:pt x="49796" y="426744"/>
                </a:moveTo>
                <a:cubicBezTo>
                  <a:pt x="49796" y="436605"/>
                  <a:pt x="42752" y="440619"/>
                  <a:pt x="34301" y="435712"/>
                </a:cubicBezTo>
                <a:lnTo>
                  <a:pt x="14157" y="423974"/>
                </a:lnTo>
                <a:cubicBezTo>
                  <a:pt x="5024" y="417987"/>
                  <a:pt x="-728" y="408032"/>
                  <a:pt x="-1339" y="397115"/>
                </a:cubicBezTo>
                <a:lnTo>
                  <a:pt x="-1339" y="10018"/>
                </a:lnTo>
                <a:cubicBezTo>
                  <a:pt x="-1339" y="181"/>
                  <a:pt x="5705" y="-3857"/>
                  <a:pt x="14157" y="1073"/>
                </a:cubicBezTo>
                <a:lnTo>
                  <a:pt x="34301" y="12812"/>
                </a:lnTo>
                <a:cubicBezTo>
                  <a:pt x="43433" y="18798"/>
                  <a:pt x="49185" y="28776"/>
                  <a:pt x="49796" y="39670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12EA5AA8-C246-D22A-F78D-F72389794371}"/>
              </a:ext>
            </a:extLst>
          </p:cNvPr>
          <p:cNvSpPr/>
          <p:nvPr/>
        </p:nvSpPr>
        <p:spPr>
          <a:xfrm>
            <a:off x="4748002" y="4293197"/>
            <a:ext cx="50030" cy="438231"/>
          </a:xfrm>
          <a:custGeom>
            <a:avLst/>
            <a:gdLst>
              <a:gd name="connsiteX0" fmla="*/ 48692 w 50030"/>
              <a:gd name="connsiteY0" fmla="*/ 432224 h 438231"/>
              <a:gd name="connsiteX1" fmla="*/ 34371 w 50030"/>
              <a:gd name="connsiteY1" fmla="*/ 435088 h 438231"/>
              <a:gd name="connsiteX2" fmla="*/ 14251 w 50030"/>
              <a:gd name="connsiteY2" fmla="*/ 423349 h 438231"/>
              <a:gd name="connsiteX3" fmla="*/ -1339 w 50030"/>
              <a:gd name="connsiteY3" fmla="*/ 396514 h 438231"/>
              <a:gd name="connsiteX4" fmla="*/ -1339 w 50030"/>
              <a:gd name="connsiteY4" fmla="*/ 9369 h 438231"/>
              <a:gd name="connsiteX5" fmla="*/ 4132 w 50030"/>
              <a:gd name="connsiteY5" fmla="*/ -1031 h 438231"/>
              <a:gd name="connsiteX6" fmla="*/ 2958 w 50030"/>
              <a:gd name="connsiteY6" fmla="*/ 5073 h 438231"/>
              <a:gd name="connsiteX7" fmla="*/ 2958 w 50030"/>
              <a:gd name="connsiteY7" fmla="*/ 392312 h 438231"/>
              <a:gd name="connsiteX8" fmla="*/ 18547 w 50030"/>
              <a:gd name="connsiteY8" fmla="*/ 419146 h 438231"/>
              <a:gd name="connsiteX9" fmla="*/ 38667 w 50030"/>
              <a:gd name="connsiteY9" fmla="*/ 430885 h 438231"/>
              <a:gd name="connsiteX10" fmla="*/ 48692 w 50030"/>
              <a:gd name="connsiteY10" fmla="*/ 432224 h 438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030" h="438231">
                <a:moveTo>
                  <a:pt x="48692" y="432224"/>
                </a:moveTo>
                <a:cubicBezTo>
                  <a:pt x="46344" y="437412"/>
                  <a:pt x="40828" y="438844"/>
                  <a:pt x="34371" y="435088"/>
                </a:cubicBezTo>
                <a:lnTo>
                  <a:pt x="14251" y="423349"/>
                </a:lnTo>
                <a:cubicBezTo>
                  <a:pt x="5071" y="417409"/>
                  <a:pt x="-728" y="407431"/>
                  <a:pt x="-1339" y="396514"/>
                </a:cubicBezTo>
                <a:lnTo>
                  <a:pt x="-1339" y="9369"/>
                </a:lnTo>
                <a:cubicBezTo>
                  <a:pt x="-1339" y="3900"/>
                  <a:pt x="822" y="331"/>
                  <a:pt x="4132" y="-1031"/>
                </a:cubicBezTo>
                <a:cubicBezTo>
                  <a:pt x="3311" y="894"/>
                  <a:pt x="2911" y="2984"/>
                  <a:pt x="2958" y="5073"/>
                </a:cubicBezTo>
                <a:lnTo>
                  <a:pt x="2958" y="392312"/>
                </a:lnTo>
                <a:cubicBezTo>
                  <a:pt x="3568" y="403229"/>
                  <a:pt x="9367" y="413207"/>
                  <a:pt x="18547" y="419146"/>
                </a:cubicBezTo>
                <a:lnTo>
                  <a:pt x="38667" y="430885"/>
                </a:lnTo>
                <a:cubicBezTo>
                  <a:pt x="41602" y="432904"/>
                  <a:pt x="45335" y="433421"/>
                  <a:pt x="48692" y="432224"/>
                </a:cubicBezTo>
                <a:close/>
              </a:path>
            </a:pathLst>
          </a:custGeom>
          <a:solidFill>
            <a:srgbClr val="9DA0A7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C5243687-F4A9-8E02-0A5A-C68459012A8B}"/>
              </a:ext>
            </a:extLst>
          </p:cNvPr>
          <p:cNvSpPr/>
          <p:nvPr/>
        </p:nvSpPr>
        <p:spPr>
          <a:xfrm>
            <a:off x="4898423" y="4379285"/>
            <a:ext cx="51157" cy="438836"/>
          </a:xfrm>
          <a:custGeom>
            <a:avLst/>
            <a:gdLst>
              <a:gd name="connsiteX0" fmla="*/ 49819 w 51157"/>
              <a:gd name="connsiteY0" fmla="*/ 426757 h 438836"/>
              <a:gd name="connsiteX1" fmla="*/ 34324 w 51157"/>
              <a:gd name="connsiteY1" fmla="*/ 435702 h 438836"/>
              <a:gd name="connsiteX2" fmla="*/ 14157 w 51157"/>
              <a:gd name="connsiteY2" fmla="*/ 423963 h 438836"/>
              <a:gd name="connsiteX3" fmla="*/ -1339 w 51157"/>
              <a:gd name="connsiteY3" fmla="*/ 397105 h 438836"/>
              <a:gd name="connsiteX4" fmla="*/ -1339 w 51157"/>
              <a:gd name="connsiteY4" fmla="*/ 10031 h 438836"/>
              <a:gd name="connsiteX5" fmla="*/ 14157 w 51157"/>
              <a:gd name="connsiteY5" fmla="*/ 1062 h 438836"/>
              <a:gd name="connsiteX6" fmla="*/ 34324 w 51157"/>
              <a:gd name="connsiteY6" fmla="*/ 12801 h 438836"/>
              <a:gd name="connsiteX7" fmla="*/ 49819 w 51157"/>
              <a:gd name="connsiteY7" fmla="*/ 39636 h 43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57" h="438836">
                <a:moveTo>
                  <a:pt x="49819" y="426757"/>
                </a:moveTo>
                <a:cubicBezTo>
                  <a:pt x="49819" y="436594"/>
                  <a:pt x="42776" y="440632"/>
                  <a:pt x="34324" y="435702"/>
                </a:cubicBezTo>
                <a:lnTo>
                  <a:pt x="14157" y="423963"/>
                </a:lnTo>
                <a:cubicBezTo>
                  <a:pt x="5024" y="417976"/>
                  <a:pt x="-728" y="407999"/>
                  <a:pt x="-1339" y="397105"/>
                </a:cubicBezTo>
                <a:lnTo>
                  <a:pt x="-1339" y="10031"/>
                </a:lnTo>
                <a:cubicBezTo>
                  <a:pt x="-1339" y="170"/>
                  <a:pt x="5705" y="-3845"/>
                  <a:pt x="14157" y="1062"/>
                </a:cubicBezTo>
                <a:lnTo>
                  <a:pt x="34324" y="12801"/>
                </a:lnTo>
                <a:cubicBezTo>
                  <a:pt x="43457" y="18764"/>
                  <a:pt x="49209" y="28742"/>
                  <a:pt x="49819" y="39636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274B5569-08BD-0FEF-7132-070B3B49EAF8}"/>
              </a:ext>
            </a:extLst>
          </p:cNvPr>
          <p:cNvSpPr/>
          <p:nvPr/>
        </p:nvSpPr>
        <p:spPr>
          <a:xfrm>
            <a:off x="4898399" y="4379946"/>
            <a:ext cx="50030" cy="438161"/>
          </a:xfrm>
          <a:custGeom>
            <a:avLst/>
            <a:gdLst>
              <a:gd name="connsiteX0" fmla="*/ 48692 w 50030"/>
              <a:gd name="connsiteY0" fmla="*/ 432153 h 438161"/>
              <a:gd name="connsiteX1" fmla="*/ 34371 w 50030"/>
              <a:gd name="connsiteY1" fmla="*/ 435017 h 438161"/>
              <a:gd name="connsiteX2" fmla="*/ 14227 w 50030"/>
              <a:gd name="connsiteY2" fmla="*/ 423278 h 438161"/>
              <a:gd name="connsiteX3" fmla="*/ -1339 w 50030"/>
              <a:gd name="connsiteY3" fmla="*/ 396420 h 438161"/>
              <a:gd name="connsiteX4" fmla="*/ -1339 w 50030"/>
              <a:gd name="connsiteY4" fmla="*/ 9347 h 438161"/>
              <a:gd name="connsiteX5" fmla="*/ 4108 w 50030"/>
              <a:gd name="connsiteY5" fmla="*/ -1031 h 438161"/>
              <a:gd name="connsiteX6" fmla="*/ 2958 w 50030"/>
              <a:gd name="connsiteY6" fmla="*/ 5050 h 438161"/>
              <a:gd name="connsiteX7" fmla="*/ 2958 w 50030"/>
              <a:gd name="connsiteY7" fmla="*/ 392218 h 438161"/>
              <a:gd name="connsiteX8" fmla="*/ 18523 w 50030"/>
              <a:gd name="connsiteY8" fmla="*/ 419076 h 438161"/>
              <a:gd name="connsiteX9" fmla="*/ 38667 w 50030"/>
              <a:gd name="connsiteY9" fmla="*/ 430815 h 438161"/>
              <a:gd name="connsiteX10" fmla="*/ 48692 w 50030"/>
              <a:gd name="connsiteY10" fmla="*/ 432153 h 43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030" h="438161">
                <a:moveTo>
                  <a:pt x="48692" y="432153"/>
                </a:moveTo>
                <a:cubicBezTo>
                  <a:pt x="46344" y="437341"/>
                  <a:pt x="40803" y="438774"/>
                  <a:pt x="34371" y="435017"/>
                </a:cubicBezTo>
                <a:lnTo>
                  <a:pt x="14227" y="423278"/>
                </a:lnTo>
                <a:cubicBezTo>
                  <a:pt x="5047" y="417316"/>
                  <a:pt x="-728" y="407338"/>
                  <a:pt x="-1339" y="396420"/>
                </a:cubicBezTo>
                <a:lnTo>
                  <a:pt x="-1339" y="9347"/>
                </a:lnTo>
                <a:cubicBezTo>
                  <a:pt x="-1339" y="3900"/>
                  <a:pt x="798" y="307"/>
                  <a:pt x="4108" y="-1031"/>
                </a:cubicBezTo>
                <a:cubicBezTo>
                  <a:pt x="3310" y="894"/>
                  <a:pt x="2911" y="2961"/>
                  <a:pt x="2958" y="5050"/>
                </a:cubicBezTo>
                <a:lnTo>
                  <a:pt x="2958" y="392218"/>
                </a:lnTo>
                <a:cubicBezTo>
                  <a:pt x="3568" y="403135"/>
                  <a:pt x="9344" y="413113"/>
                  <a:pt x="18523" y="419076"/>
                </a:cubicBezTo>
                <a:lnTo>
                  <a:pt x="38667" y="430815"/>
                </a:lnTo>
                <a:cubicBezTo>
                  <a:pt x="41602" y="432834"/>
                  <a:pt x="45335" y="433327"/>
                  <a:pt x="48692" y="432153"/>
                </a:cubicBezTo>
                <a:close/>
              </a:path>
            </a:pathLst>
          </a:custGeom>
          <a:solidFill>
            <a:srgbClr val="9DA0A7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94B883BB-B0AC-43F2-78DC-461FDDF74848}"/>
              </a:ext>
            </a:extLst>
          </p:cNvPr>
          <p:cNvSpPr/>
          <p:nvPr/>
        </p:nvSpPr>
        <p:spPr>
          <a:xfrm>
            <a:off x="5048820" y="4466024"/>
            <a:ext cx="51134" cy="438836"/>
          </a:xfrm>
          <a:custGeom>
            <a:avLst/>
            <a:gdLst>
              <a:gd name="connsiteX0" fmla="*/ 49796 w 51134"/>
              <a:gd name="connsiteY0" fmla="*/ 426744 h 438836"/>
              <a:gd name="connsiteX1" fmla="*/ 34300 w 51134"/>
              <a:gd name="connsiteY1" fmla="*/ 435713 h 438836"/>
              <a:gd name="connsiteX2" fmla="*/ 14157 w 51134"/>
              <a:gd name="connsiteY2" fmla="*/ 423974 h 438836"/>
              <a:gd name="connsiteX3" fmla="*/ -1339 w 51134"/>
              <a:gd name="connsiteY3" fmla="*/ 397115 h 438836"/>
              <a:gd name="connsiteX4" fmla="*/ -1339 w 51134"/>
              <a:gd name="connsiteY4" fmla="*/ 10018 h 438836"/>
              <a:gd name="connsiteX5" fmla="*/ 14157 w 51134"/>
              <a:gd name="connsiteY5" fmla="*/ 1073 h 438836"/>
              <a:gd name="connsiteX6" fmla="*/ 34300 w 51134"/>
              <a:gd name="connsiteY6" fmla="*/ 12812 h 438836"/>
              <a:gd name="connsiteX7" fmla="*/ 49796 w 51134"/>
              <a:gd name="connsiteY7" fmla="*/ 39670 h 43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34" h="438836">
                <a:moveTo>
                  <a:pt x="49796" y="426744"/>
                </a:moveTo>
                <a:cubicBezTo>
                  <a:pt x="49796" y="436604"/>
                  <a:pt x="42752" y="440619"/>
                  <a:pt x="34300" y="435713"/>
                </a:cubicBezTo>
                <a:lnTo>
                  <a:pt x="14157" y="423974"/>
                </a:lnTo>
                <a:cubicBezTo>
                  <a:pt x="5024" y="417987"/>
                  <a:pt x="-728" y="408033"/>
                  <a:pt x="-1339" y="397115"/>
                </a:cubicBezTo>
                <a:lnTo>
                  <a:pt x="-1339" y="10018"/>
                </a:lnTo>
                <a:cubicBezTo>
                  <a:pt x="-1339" y="181"/>
                  <a:pt x="5705" y="-3857"/>
                  <a:pt x="14157" y="1073"/>
                </a:cubicBezTo>
                <a:lnTo>
                  <a:pt x="34300" y="12812"/>
                </a:lnTo>
                <a:cubicBezTo>
                  <a:pt x="43433" y="18798"/>
                  <a:pt x="49185" y="28776"/>
                  <a:pt x="49796" y="39670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B9222AE2-0200-F0B3-6560-986F7803310A}"/>
              </a:ext>
            </a:extLst>
          </p:cNvPr>
          <p:cNvSpPr/>
          <p:nvPr/>
        </p:nvSpPr>
        <p:spPr>
          <a:xfrm>
            <a:off x="5048773" y="4466672"/>
            <a:ext cx="50030" cy="438161"/>
          </a:xfrm>
          <a:custGeom>
            <a:avLst/>
            <a:gdLst>
              <a:gd name="connsiteX0" fmla="*/ 48692 w 50030"/>
              <a:gd name="connsiteY0" fmla="*/ 432153 h 438161"/>
              <a:gd name="connsiteX1" fmla="*/ 34371 w 50030"/>
              <a:gd name="connsiteY1" fmla="*/ 435017 h 438161"/>
              <a:gd name="connsiteX2" fmla="*/ 14250 w 50030"/>
              <a:gd name="connsiteY2" fmla="*/ 423395 h 438161"/>
              <a:gd name="connsiteX3" fmla="*/ -1339 w 50030"/>
              <a:gd name="connsiteY3" fmla="*/ 396537 h 438161"/>
              <a:gd name="connsiteX4" fmla="*/ -1339 w 50030"/>
              <a:gd name="connsiteY4" fmla="*/ 9369 h 438161"/>
              <a:gd name="connsiteX5" fmla="*/ 4132 w 50030"/>
              <a:gd name="connsiteY5" fmla="*/ -1031 h 438161"/>
              <a:gd name="connsiteX6" fmla="*/ 2958 w 50030"/>
              <a:gd name="connsiteY6" fmla="*/ 5073 h 438161"/>
              <a:gd name="connsiteX7" fmla="*/ 2958 w 50030"/>
              <a:gd name="connsiteY7" fmla="*/ 392241 h 438161"/>
              <a:gd name="connsiteX8" fmla="*/ 18547 w 50030"/>
              <a:gd name="connsiteY8" fmla="*/ 419099 h 438161"/>
              <a:gd name="connsiteX9" fmla="*/ 38667 w 50030"/>
              <a:gd name="connsiteY9" fmla="*/ 430721 h 438161"/>
              <a:gd name="connsiteX10" fmla="*/ 48692 w 50030"/>
              <a:gd name="connsiteY10" fmla="*/ 432153 h 43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030" h="438161">
                <a:moveTo>
                  <a:pt x="48692" y="432153"/>
                </a:moveTo>
                <a:cubicBezTo>
                  <a:pt x="46344" y="437341"/>
                  <a:pt x="40827" y="438773"/>
                  <a:pt x="34371" y="435017"/>
                </a:cubicBezTo>
                <a:lnTo>
                  <a:pt x="14250" y="423395"/>
                </a:lnTo>
                <a:cubicBezTo>
                  <a:pt x="5071" y="417433"/>
                  <a:pt x="-728" y="407455"/>
                  <a:pt x="-1339" y="396537"/>
                </a:cubicBezTo>
                <a:lnTo>
                  <a:pt x="-1339" y="9369"/>
                </a:lnTo>
                <a:cubicBezTo>
                  <a:pt x="-1339" y="3899"/>
                  <a:pt x="821" y="330"/>
                  <a:pt x="4132" y="-1031"/>
                </a:cubicBezTo>
                <a:cubicBezTo>
                  <a:pt x="3310" y="894"/>
                  <a:pt x="2911" y="2984"/>
                  <a:pt x="2958" y="5073"/>
                </a:cubicBezTo>
                <a:lnTo>
                  <a:pt x="2958" y="392241"/>
                </a:lnTo>
                <a:cubicBezTo>
                  <a:pt x="3568" y="403158"/>
                  <a:pt x="9367" y="413136"/>
                  <a:pt x="18547" y="419099"/>
                </a:cubicBezTo>
                <a:lnTo>
                  <a:pt x="38667" y="430721"/>
                </a:lnTo>
                <a:cubicBezTo>
                  <a:pt x="41578" y="432786"/>
                  <a:pt x="45312" y="433303"/>
                  <a:pt x="48692" y="432153"/>
                </a:cubicBezTo>
                <a:close/>
              </a:path>
            </a:pathLst>
          </a:custGeom>
          <a:solidFill>
            <a:srgbClr val="9DA0A7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8554A57D-48A1-9BC1-50EC-BD91D31436C8}"/>
              </a:ext>
            </a:extLst>
          </p:cNvPr>
          <p:cNvSpPr/>
          <p:nvPr/>
        </p:nvSpPr>
        <p:spPr>
          <a:xfrm>
            <a:off x="3488362" y="756706"/>
            <a:ext cx="3377477" cy="1950184"/>
          </a:xfrm>
          <a:custGeom>
            <a:avLst/>
            <a:gdLst>
              <a:gd name="connsiteX0" fmla="*/ 76184 w 3377477"/>
              <a:gd name="connsiteY0" fmla="*/ 1737856 h 1950184"/>
              <a:gd name="connsiteX1" fmla="*/ 76184 w 3377477"/>
              <a:gd name="connsiteY1" fmla="*/ 1737856 h 1950184"/>
              <a:gd name="connsiteX2" fmla="*/ 410176 w 3377477"/>
              <a:gd name="connsiteY2" fmla="*/ 1930700 h 1950184"/>
              <a:gd name="connsiteX3" fmla="*/ 565127 w 3377477"/>
              <a:gd name="connsiteY3" fmla="*/ 1930700 h 1950184"/>
              <a:gd name="connsiteX4" fmla="*/ 3344163 w 3377477"/>
              <a:gd name="connsiteY4" fmla="*/ 326081 h 1950184"/>
              <a:gd name="connsiteX5" fmla="*/ 3344163 w 3377477"/>
              <a:gd name="connsiteY5" fmla="*/ 236585 h 1950184"/>
              <a:gd name="connsiteX6" fmla="*/ 3177167 w 3377477"/>
              <a:gd name="connsiteY6" fmla="*/ 140163 h 1950184"/>
              <a:gd name="connsiteX7" fmla="*/ 3177167 w 3377477"/>
              <a:gd name="connsiteY7" fmla="*/ 140163 h 1950184"/>
              <a:gd name="connsiteX8" fmla="*/ 2932649 w 3377477"/>
              <a:gd name="connsiteY8" fmla="*/ -1031 h 1950184"/>
              <a:gd name="connsiteX9" fmla="*/ 2855173 w 3377477"/>
              <a:gd name="connsiteY9" fmla="*/ 43717 h 1950184"/>
              <a:gd name="connsiteX10" fmla="*/ 2855173 w 3377477"/>
              <a:gd name="connsiteY10" fmla="*/ 43717 h 1950184"/>
              <a:gd name="connsiteX11" fmla="*/ 76137 w 3377477"/>
              <a:gd name="connsiteY11" fmla="*/ 1648336 h 1950184"/>
              <a:gd name="connsiteX12" fmla="*/ 76137 w 3377477"/>
              <a:gd name="connsiteY12" fmla="*/ 1648336 h 1950184"/>
              <a:gd name="connsiteX13" fmla="*/ -1339 w 3377477"/>
              <a:gd name="connsiteY13" fmla="*/ 1693084 h 1950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77477" h="1950184">
                <a:moveTo>
                  <a:pt x="76184" y="1737856"/>
                </a:moveTo>
                <a:lnTo>
                  <a:pt x="76184" y="1737856"/>
                </a:lnTo>
                <a:lnTo>
                  <a:pt x="410176" y="1930700"/>
                </a:lnTo>
                <a:cubicBezTo>
                  <a:pt x="452811" y="1955305"/>
                  <a:pt x="522563" y="1955305"/>
                  <a:pt x="565127" y="1930700"/>
                </a:cubicBezTo>
                <a:lnTo>
                  <a:pt x="3344163" y="326081"/>
                </a:lnTo>
                <a:cubicBezTo>
                  <a:pt x="3386798" y="301477"/>
                  <a:pt x="3386798" y="261189"/>
                  <a:pt x="3344163" y="236585"/>
                </a:cubicBezTo>
                <a:lnTo>
                  <a:pt x="3177167" y="140163"/>
                </a:lnTo>
                <a:lnTo>
                  <a:pt x="3177167" y="140163"/>
                </a:lnTo>
                <a:lnTo>
                  <a:pt x="2932649" y="-1031"/>
                </a:lnTo>
                <a:lnTo>
                  <a:pt x="2855173" y="43717"/>
                </a:lnTo>
                <a:lnTo>
                  <a:pt x="2855173" y="43717"/>
                </a:lnTo>
                <a:lnTo>
                  <a:pt x="76137" y="1648336"/>
                </a:lnTo>
                <a:lnTo>
                  <a:pt x="76137" y="1648336"/>
                </a:lnTo>
                <a:lnTo>
                  <a:pt x="-1339" y="1693084"/>
                </a:lnTo>
                <a:close/>
              </a:path>
            </a:pathLst>
          </a:custGeom>
          <a:solidFill>
            <a:srgbClr val="404143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123035AF-9C98-D043-0AF0-0C0052075A66}"/>
              </a:ext>
            </a:extLst>
          </p:cNvPr>
          <p:cNvSpPr/>
          <p:nvPr/>
        </p:nvSpPr>
        <p:spPr>
          <a:xfrm rot="16221600">
            <a:off x="5042844" y="1758529"/>
            <a:ext cx="71606" cy="124008"/>
          </a:xfrm>
          <a:custGeom>
            <a:avLst/>
            <a:gdLst>
              <a:gd name="connsiteX0" fmla="*/ 70268 w 71606"/>
              <a:gd name="connsiteY0" fmla="*/ 60973 h 124008"/>
              <a:gd name="connsiteX1" fmla="*/ 34465 w 71606"/>
              <a:gd name="connsiteY1" fmla="*/ 122977 h 124008"/>
              <a:gd name="connsiteX2" fmla="*/ -1339 w 71606"/>
              <a:gd name="connsiteY2" fmla="*/ 60973 h 124008"/>
              <a:gd name="connsiteX3" fmla="*/ 34465 w 71606"/>
              <a:gd name="connsiteY3" fmla="*/ -1031 h 124008"/>
              <a:gd name="connsiteX4" fmla="*/ 70268 w 71606"/>
              <a:gd name="connsiteY4" fmla="*/ 60973 h 12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606" h="124008">
                <a:moveTo>
                  <a:pt x="70268" y="60973"/>
                </a:moveTo>
                <a:cubicBezTo>
                  <a:pt x="70268" y="95217"/>
                  <a:pt x="54238" y="122977"/>
                  <a:pt x="34465" y="122977"/>
                </a:cubicBezTo>
                <a:cubicBezTo>
                  <a:pt x="14691" y="122977"/>
                  <a:pt x="-1339" y="95217"/>
                  <a:pt x="-1339" y="60973"/>
                </a:cubicBezTo>
                <a:cubicBezTo>
                  <a:pt x="-1339" y="26729"/>
                  <a:pt x="14691" y="-1031"/>
                  <a:pt x="34465" y="-1031"/>
                </a:cubicBezTo>
                <a:cubicBezTo>
                  <a:pt x="54238" y="-1031"/>
                  <a:pt x="70268" y="26729"/>
                  <a:pt x="70268" y="60973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DDE4ABD7-BC39-30D5-2BDC-2B5E03F96D47}"/>
              </a:ext>
            </a:extLst>
          </p:cNvPr>
          <p:cNvSpPr/>
          <p:nvPr/>
        </p:nvSpPr>
        <p:spPr>
          <a:xfrm rot="16221600">
            <a:off x="4797296" y="1897752"/>
            <a:ext cx="71606" cy="124008"/>
          </a:xfrm>
          <a:custGeom>
            <a:avLst/>
            <a:gdLst>
              <a:gd name="connsiteX0" fmla="*/ 70268 w 71606"/>
              <a:gd name="connsiteY0" fmla="*/ 60973 h 124008"/>
              <a:gd name="connsiteX1" fmla="*/ 34464 w 71606"/>
              <a:gd name="connsiteY1" fmla="*/ 122977 h 124008"/>
              <a:gd name="connsiteX2" fmla="*/ -1339 w 71606"/>
              <a:gd name="connsiteY2" fmla="*/ 60973 h 124008"/>
              <a:gd name="connsiteX3" fmla="*/ 34464 w 71606"/>
              <a:gd name="connsiteY3" fmla="*/ -1031 h 124008"/>
              <a:gd name="connsiteX4" fmla="*/ 70268 w 71606"/>
              <a:gd name="connsiteY4" fmla="*/ 60973 h 12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606" h="124008">
                <a:moveTo>
                  <a:pt x="70268" y="60973"/>
                </a:moveTo>
                <a:cubicBezTo>
                  <a:pt x="70268" y="95217"/>
                  <a:pt x="54238" y="122977"/>
                  <a:pt x="34464" y="122977"/>
                </a:cubicBezTo>
                <a:cubicBezTo>
                  <a:pt x="14691" y="122977"/>
                  <a:pt x="-1339" y="95217"/>
                  <a:pt x="-1339" y="60973"/>
                </a:cubicBezTo>
                <a:cubicBezTo>
                  <a:pt x="-1339" y="26729"/>
                  <a:pt x="14691" y="-1031"/>
                  <a:pt x="34464" y="-1031"/>
                </a:cubicBezTo>
                <a:cubicBezTo>
                  <a:pt x="54238" y="-1031"/>
                  <a:pt x="70268" y="26729"/>
                  <a:pt x="70268" y="60973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CE5B61E6-259B-7E5A-8131-3A226489464A}"/>
              </a:ext>
            </a:extLst>
          </p:cNvPr>
          <p:cNvSpPr/>
          <p:nvPr/>
        </p:nvSpPr>
        <p:spPr>
          <a:xfrm>
            <a:off x="4527686" y="2067101"/>
            <a:ext cx="123994" cy="71601"/>
          </a:xfrm>
          <a:custGeom>
            <a:avLst/>
            <a:gdLst>
              <a:gd name="connsiteX0" fmla="*/ 16672 w 123994"/>
              <a:gd name="connsiteY0" fmla="*/ 9373 h 71601"/>
              <a:gd name="connsiteX1" fmla="*/ 104337 w 123994"/>
              <a:gd name="connsiteY1" fmla="*/ 9537 h 71601"/>
              <a:gd name="connsiteX2" fmla="*/ 104666 w 123994"/>
              <a:gd name="connsiteY2" fmla="*/ 60178 h 71601"/>
              <a:gd name="connsiteX3" fmla="*/ 16977 w 123994"/>
              <a:gd name="connsiteY3" fmla="*/ 59990 h 71601"/>
              <a:gd name="connsiteX4" fmla="*/ 16672 w 123994"/>
              <a:gd name="connsiteY4" fmla="*/ 9373 h 71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994" h="71601">
                <a:moveTo>
                  <a:pt x="16672" y="9373"/>
                </a:moveTo>
                <a:cubicBezTo>
                  <a:pt x="40783" y="-4573"/>
                  <a:pt x="80061" y="-4479"/>
                  <a:pt x="104337" y="9537"/>
                </a:cubicBezTo>
                <a:cubicBezTo>
                  <a:pt x="128613" y="23553"/>
                  <a:pt x="128801" y="46233"/>
                  <a:pt x="104666" y="60178"/>
                </a:cubicBezTo>
                <a:cubicBezTo>
                  <a:pt x="80531" y="74124"/>
                  <a:pt x="41276" y="74006"/>
                  <a:pt x="16977" y="59990"/>
                </a:cubicBezTo>
                <a:cubicBezTo>
                  <a:pt x="-7322" y="45974"/>
                  <a:pt x="-7463" y="23295"/>
                  <a:pt x="16672" y="9373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2F523D52-A875-EF68-7829-FCC5CB4068A3}"/>
              </a:ext>
            </a:extLst>
          </p:cNvPr>
          <p:cNvSpPr/>
          <p:nvPr/>
        </p:nvSpPr>
        <p:spPr>
          <a:xfrm rot="16221600">
            <a:off x="4309320" y="2182034"/>
            <a:ext cx="71606" cy="124008"/>
          </a:xfrm>
          <a:custGeom>
            <a:avLst/>
            <a:gdLst>
              <a:gd name="connsiteX0" fmla="*/ 70268 w 71606"/>
              <a:gd name="connsiteY0" fmla="*/ 60973 h 124008"/>
              <a:gd name="connsiteX1" fmla="*/ 34465 w 71606"/>
              <a:gd name="connsiteY1" fmla="*/ 122978 h 124008"/>
              <a:gd name="connsiteX2" fmla="*/ -1338 w 71606"/>
              <a:gd name="connsiteY2" fmla="*/ 60973 h 124008"/>
              <a:gd name="connsiteX3" fmla="*/ 34465 w 71606"/>
              <a:gd name="connsiteY3" fmla="*/ -1031 h 124008"/>
              <a:gd name="connsiteX4" fmla="*/ 70268 w 71606"/>
              <a:gd name="connsiteY4" fmla="*/ 60973 h 12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606" h="124008">
                <a:moveTo>
                  <a:pt x="70268" y="60973"/>
                </a:moveTo>
                <a:cubicBezTo>
                  <a:pt x="70268" y="95217"/>
                  <a:pt x="54238" y="122978"/>
                  <a:pt x="34465" y="122978"/>
                </a:cubicBezTo>
                <a:cubicBezTo>
                  <a:pt x="14691" y="122978"/>
                  <a:pt x="-1338" y="95217"/>
                  <a:pt x="-1338" y="60973"/>
                </a:cubicBezTo>
                <a:cubicBezTo>
                  <a:pt x="-1338" y="26729"/>
                  <a:pt x="14691" y="-1031"/>
                  <a:pt x="34465" y="-1031"/>
                </a:cubicBezTo>
                <a:cubicBezTo>
                  <a:pt x="54238" y="-1031"/>
                  <a:pt x="70268" y="26729"/>
                  <a:pt x="70268" y="60973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0B99B6F0-2E27-80B9-23EF-D10F846F4375}"/>
              </a:ext>
            </a:extLst>
          </p:cNvPr>
          <p:cNvSpPr/>
          <p:nvPr/>
        </p:nvSpPr>
        <p:spPr>
          <a:xfrm>
            <a:off x="6068120" y="1262436"/>
            <a:ext cx="56534" cy="32633"/>
          </a:xfrm>
          <a:custGeom>
            <a:avLst/>
            <a:gdLst>
              <a:gd name="connsiteX0" fmla="*/ 0 w 56534"/>
              <a:gd name="connsiteY0" fmla="*/ 3639 h 32633"/>
              <a:gd name="connsiteX1" fmla="*/ 6316 w 56534"/>
              <a:gd name="connsiteY1" fmla="*/ 0 h 32633"/>
              <a:gd name="connsiteX2" fmla="*/ 56534 w 56534"/>
              <a:gd name="connsiteY2" fmla="*/ 28995 h 32633"/>
              <a:gd name="connsiteX3" fmla="*/ 50218 w 56534"/>
              <a:gd name="connsiteY3" fmla="*/ 32634 h 32633"/>
              <a:gd name="connsiteX4" fmla="*/ 0 w 56534"/>
              <a:gd name="connsiteY4" fmla="*/ 3639 h 3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34" h="32633">
                <a:moveTo>
                  <a:pt x="0" y="3639"/>
                </a:moveTo>
                <a:lnTo>
                  <a:pt x="6316" y="0"/>
                </a:lnTo>
                <a:lnTo>
                  <a:pt x="56534" y="28995"/>
                </a:lnTo>
                <a:lnTo>
                  <a:pt x="50218" y="32634"/>
                </a:lnTo>
                <a:lnTo>
                  <a:pt x="0" y="3639"/>
                </a:ln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D16DBE65-71B1-EE84-A237-FC0D781EBF4C}"/>
              </a:ext>
            </a:extLst>
          </p:cNvPr>
          <p:cNvSpPr/>
          <p:nvPr/>
        </p:nvSpPr>
        <p:spPr>
          <a:xfrm>
            <a:off x="5976763" y="1209596"/>
            <a:ext cx="159968" cy="92425"/>
          </a:xfrm>
          <a:custGeom>
            <a:avLst/>
            <a:gdLst>
              <a:gd name="connsiteX0" fmla="*/ 123780 w 159968"/>
              <a:gd name="connsiteY0" fmla="*/ 83550 h 92425"/>
              <a:gd name="connsiteX1" fmla="*/ 117276 w 159968"/>
              <a:gd name="connsiteY1" fmla="*/ 79794 h 92425"/>
              <a:gd name="connsiteX2" fmla="*/ 28555 w 159968"/>
              <a:gd name="connsiteY2" fmla="*/ 74136 h 92425"/>
              <a:gd name="connsiteX3" fmla="*/ 28179 w 159968"/>
              <a:gd name="connsiteY3" fmla="*/ 16099 h 92425"/>
              <a:gd name="connsiteX4" fmla="*/ 128663 w 159968"/>
              <a:gd name="connsiteY4" fmla="*/ 16311 h 92425"/>
              <a:gd name="connsiteX5" fmla="*/ 138500 w 159968"/>
              <a:gd name="connsiteY5" fmla="*/ 67538 h 92425"/>
              <a:gd name="connsiteX6" fmla="*/ 144980 w 159968"/>
              <a:gd name="connsiteY6" fmla="*/ 71295 h 92425"/>
              <a:gd name="connsiteX7" fmla="*/ 134978 w 159968"/>
              <a:gd name="connsiteY7" fmla="*/ 12601 h 92425"/>
              <a:gd name="connsiteX8" fmla="*/ 21817 w 159968"/>
              <a:gd name="connsiteY8" fmla="*/ 12366 h 92425"/>
              <a:gd name="connsiteX9" fmla="*/ 22239 w 159968"/>
              <a:gd name="connsiteY9" fmla="*/ 77704 h 92425"/>
              <a:gd name="connsiteX10" fmla="*/ 123780 w 159968"/>
              <a:gd name="connsiteY10" fmla="*/ 83550 h 9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968" h="92425">
                <a:moveTo>
                  <a:pt x="123780" y="83550"/>
                </a:moveTo>
                <a:lnTo>
                  <a:pt x="117276" y="79794"/>
                </a:lnTo>
                <a:cubicBezTo>
                  <a:pt x="89831" y="89960"/>
                  <a:pt x="52690" y="88058"/>
                  <a:pt x="28555" y="74136"/>
                </a:cubicBezTo>
                <a:cubicBezTo>
                  <a:pt x="734" y="58077"/>
                  <a:pt x="570" y="32040"/>
                  <a:pt x="28179" y="16099"/>
                </a:cubicBezTo>
                <a:cubicBezTo>
                  <a:pt x="55789" y="158"/>
                  <a:pt x="100960" y="252"/>
                  <a:pt x="128663" y="16311"/>
                </a:cubicBezTo>
                <a:cubicBezTo>
                  <a:pt x="152821" y="30256"/>
                  <a:pt x="156108" y="51715"/>
                  <a:pt x="138500" y="67538"/>
                </a:cubicBezTo>
                <a:lnTo>
                  <a:pt x="144980" y="71295"/>
                </a:lnTo>
                <a:cubicBezTo>
                  <a:pt x="166110" y="53381"/>
                  <a:pt x="162659" y="28636"/>
                  <a:pt x="134978" y="12601"/>
                </a:cubicBezTo>
                <a:cubicBezTo>
                  <a:pt x="103683" y="-5477"/>
                  <a:pt x="52807" y="-5594"/>
                  <a:pt x="21817" y="12366"/>
                </a:cubicBezTo>
                <a:cubicBezTo>
                  <a:pt x="-9174" y="30327"/>
                  <a:pt x="-9080" y="59627"/>
                  <a:pt x="22239" y="77704"/>
                </a:cubicBezTo>
                <a:cubicBezTo>
                  <a:pt x="49896" y="93739"/>
                  <a:pt x="92719" y="95688"/>
                  <a:pt x="123780" y="83550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F80FE752-A8BE-9FB7-4829-0E552B5103E6}"/>
              </a:ext>
            </a:extLst>
          </p:cNvPr>
          <p:cNvSpPr/>
          <p:nvPr/>
        </p:nvSpPr>
        <p:spPr>
          <a:xfrm>
            <a:off x="5724311" y="1346259"/>
            <a:ext cx="175834" cy="101543"/>
          </a:xfrm>
          <a:custGeom>
            <a:avLst/>
            <a:gdLst>
              <a:gd name="connsiteX0" fmla="*/ 171532 w 175834"/>
              <a:gd name="connsiteY0" fmla="*/ 36994 h 101543"/>
              <a:gd name="connsiteX1" fmla="*/ 166319 w 175834"/>
              <a:gd name="connsiteY1" fmla="*/ 28613 h 101543"/>
              <a:gd name="connsiteX2" fmla="*/ 166319 w 175834"/>
              <a:gd name="connsiteY2" fmla="*/ 28613 h 101543"/>
              <a:gd name="connsiteX3" fmla="*/ 148570 w 175834"/>
              <a:gd name="connsiteY3" fmla="*/ 13963 h 101543"/>
              <a:gd name="connsiteX4" fmla="*/ 24140 w 175834"/>
              <a:gd name="connsiteY4" fmla="*/ 13681 h 101543"/>
              <a:gd name="connsiteX5" fmla="*/ 6531 w 175834"/>
              <a:gd name="connsiteY5" fmla="*/ 28308 h 101543"/>
              <a:gd name="connsiteX6" fmla="*/ 1436 w 175834"/>
              <a:gd name="connsiteY6" fmla="*/ 36666 h 101543"/>
              <a:gd name="connsiteX7" fmla="*/ 1436 w 175834"/>
              <a:gd name="connsiteY7" fmla="*/ 36666 h 101543"/>
              <a:gd name="connsiteX8" fmla="*/ 24609 w 175834"/>
              <a:gd name="connsiteY8" fmla="*/ 85522 h 101543"/>
              <a:gd name="connsiteX9" fmla="*/ 149040 w 175834"/>
              <a:gd name="connsiteY9" fmla="*/ 85780 h 101543"/>
              <a:gd name="connsiteX10" fmla="*/ 171532 w 175834"/>
              <a:gd name="connsiteY10" fmla="*/ 36994 h 101543"/>
              <a:gd name="connsiteX11" fmla="*/ 139226 w 175834"/>
              <a:gd name="connsiteY11" fmla="*/ 80146 h 101543"/>
              <a:gd name="connsiteX12" fmla="*/ 34258 w 175834"/>
              <a:gd name="connsiteY12" fmla="*/ 79935 h 101543"/>
              <a:gd name="connsiteX13" fmla="*/ 17660 w 175834"/>
              <a:gd name="connsiteY13" fmla="*/ 33519 h 101543"/>
              <a:gd name="connsiteX14" fmla="*/ 25125 w 175834"/>
              <a:gd name="connsiteY14" fmla="*/ 25443 h 101543"/>
              <a:gd name="connsiteX15" fmla="*/ 33882 w 175834"/>
              <a:gd name="connsiteY15" fmla="*/ 19316 h 101543"/>
              <a:gd name="connsiteX16" fmla="*/ 138850 w 175834"/>
              <a:gd name="connsiteY16" fmla="*/ 19550 h 101543"/>
              <a:gd name="connsiteX17" fmla="*/ 147701 w 175834"/>
              <a:gd name="connsiteY17" fmla="*/ 25725 h 101543"/>
              <a:gd name="connsiteX18" fmla="*/ 155285 w 175834"/>
              <a:gd name="connsiteY18" fmla="*/ 33848 h 101543"/>
              <a:gd name="connsiteX19" fmla="*/ 139226 w 175834"/>
              <a:gd name="connsiteY19" fmla="*/ 80146 h 1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5834" h="101543">
                <a:moveTo>
                  <a:pt x="171532" y="36994"/>
                </a:moveTo>
                <a:cubicBezTo>
                  <a:pt x="170146" y="34013"/>
                  <a:pt x="168385" y="31195"/>
                  <a:pt x="166319" y="28613"/>
                </a:cubicBezTo>
                <a:lnTo>
                  <a:pt x="166319" y="28613"/>
                </a:lnTo>
                <a:cubicBezTo>
                  <a:pt x="161366" y="22673"/>
                  <a:pt x="155355" y="17696"/>
                  <a:pt x="148570" y="13963"/>
                </a:cubicBezTo>
                <a:cubicBezTo>
                  <a:pt x="114129" y="-5923"/>
                  <a:pt x="58322" y="-6040"/>
                  <a:pt x="24140" y="13681"/>
                </a:cubicBezTo>
                <a:cubicBezTo>
                  <a:pt x="17401" y="17390"/>
                  <a:pt x="11414" y="22368"/>
                  <a:pt x="6531" y="28308"/>
                </a:cubicBezTo>
                <a:cubicBezTo>
                  <a:pt x="4489" y="30867"/>
                  <a:pt x="2775" y="33660"/>
                  <a:pt x="1436" y="36666"/>
                </a:cubicBezTo>
                <a:lnTo>
                  <a:pt x="1436" y="36666"/>
                </a:lnTo>
                <a:cubicBezTo>
                  <a:pt x="-6076" y="53522"/>
                  <a:pt x="1671" y="72257"/>
                  <a:pt x="24609" y="85522"/>
                </a:cubicBezTo>
                <a:cubicBezTo>
                  <a:pt x="59050" y="105408"/>
                  <a:pt x="114856" y="105525"/>
                  <a:pt x="149040" y="85780"/>
                </a:cubicBezTo>
                <a:cubicBezTo>
                  <a:pt x="171789" y="72633"/>
                  <a:pt x="179302" y="53898"/>
                  <a:pt x="171532" y="36994"/>
                </a:cubicBezTo>
                <a:close/>
                <a:moveTo>
                  <a:pt x="139226" y="80146"/>
                </a:moveTo>
                <a:cubicBezTo>
                  <a:pt x="110396" y="96792"/>
                  <a:pt x="63300" y="96580"/>
                  <a:pt x="34258" y="79935"/>
                </a:cubicBezTo>
                <a:cubicBezTo>
                  <a:pt x="12518" y="67374"/>
                  <a:pt x="6954" y="48968"/>
                  <a:pt x="17660" y="33519"/>
                </a:cubicBezTo>
                <a:cubicBezTo>
                  <a:pt x="19772" y="30515"/>
                  <a:pt x="22285" y="27791"/>
                  <a:pt x="25125" y="25443"/>
                </a:cubicBezTo>
                <a:cubicBezTo>
                  <a:pt x="27849" y="23119"/>
                  <a:pt x="30783" y="21077"/>
                  <a:pt x="33882" y="19316"/>
                </a:cubicBezTo>
                <a:cubicBezTo>
                  <a:pt x="62713" y="2670"/>
                  <a:pt x="109809" y="2881"/>
                  <a:pt x="138850" y="19550"/>
                </a:cubicBezTo>
                <a:cubicBezTo>
                  <a:pt x="141973" y="21335"/>
                  <a:pt x="144955" y="23401"/>
                  <a:pt x="147701" y="25725"/>
                </a:cubicBezTo>
                <a:cubicBezTo>
                  <a:pt x="150566" y="28096"/>
                  <a:pt x="153125" y="30820"/>
                  <a:pt x="155285" y="33848"/>
                </a:cubicBezTo>
                <a:cubicBezTo>
                  <a:pt x="166132" y="49320"/>
                  <a:pt x="160802" y="67679"/>
                  <a:pt x="139226" y="80146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8AA99B01-09FF-E4EB-B3EE-B9F652EDC017}"/>
              </a:ext>
            </a:extLst>
          </p:cNvPr>
          <p:cNvSpPr/>
          <p:nvPr/>
        </p:nvSpPr>
        <p:spPr>
          <a:xfrm>
            <a:off x="5690155" y="1369328"/>
            <a:ext cx="244424" cy="45218"/>
          </a:xfrm>
          <a:custGeom>
            <a:avLst/>
            <a:gdLst>
              <a:gd name="connsiteX0" fmla="*/ 234282 w 244424"/>
              <a:gd name="connsiteY0" fmla="*/ 16179 h 45218"/>
              <a:gd name="connsiteX1" fmla="*/ 217848 w 244424"/>
              <a:gd name="connsiteY1" fmla="*/ 9652 h 45218"/>
              <a:gd name="connsiteX2" fmla="*/ 217848 w 244424"/>
              <a:gd name="connsiteY2" fmla="*/ 9652 h 45218"/>
              <a:gd name="connsiteX3" fmla="*/ 200521 w 244424"/>
              <a:gd name="connsiteY3" fmla="*/ 5567 h 45218"/>
              <a:gd name="connsiteX4" fmla="*/ 200521 w 244424"/>
              <a:gd name="connsiteY4" fmla="*/ 5567 h 45218"/>
              <a:gd name="connsiteX5" fmla="*/ 187515 w 244424"/>
              <a:gd name="connsiteY5" fmla="*/ 3431 h 45218"/>
              <a:gd name="connsiteX6" fmla="*/ 181974 w 244424"/>
              <a:gd name="connsiteY6" fmla="*/ 2680 h 45218"/>
              <a:gd name="connsiteX7" fmla="*/ 181974 w 244424"/>
              <a:gd name="connsiteY7" fmla="*/ 2680 h 45218"/>
              <a:gd name="connsiteX8" fmla="*/ 160562 w 244424"/>
              <a:gd name="connsiteY8" fmla="*/ 543 h 45218"/>
              <a:gd name="connsiteX9" fmla="*/ 120651 w 244424"/>
              <a:gd name="connsiteY9" fmla="*/ -1030 h 45218"/>
              <a:gd name="connsiteX10" fmla="*/ 80903 w 244424"/>
              <a:gd name="connsiteY10" fmla="*/ 308 h 45218"/>
              <a:gd name="connsiteX11" fmla="*/ 59422 w 244424"/>
              <a:gd name="connsiteY11" fmla="*/ 2398 h 45218"/>
              <a:gd name="connsiteX12" fmla="*/ 40874 w 244424"/>
              <a:gd name="connsiteY12" fmla="*/ 5239 h 45218"/>
              <a:gd name="connsiteX13" fmla="*/ 40874 w 244424"/>
              <a:gd name="connsiteY13" fmla="*/ 5239 h 45218"/>
              <a:gd name="connsiteX14" fmla="*/ 23595 w 244424"/>
              <a:gd name="connsiteY14" fmla="*/ 9183 h 45218"/>
              <a:gd name="connsiteX15" fmla="*/ -1339 w 244424"/>
              <a:gd name="connsiteY15" fmla="*/ 26392 h 45218"/>
              <a:gd name="connsiteX16" fmla="*/ 23806 w 244424"/>
              <a:gd name="connsiteY16" fmla="*/ 43718 h 45218"/>
              <a:gd name="connsiteX17" fmla="*/ 20261 w 244424"/>
              <a:gd name="connsiteY17" fmla="*/ 34515 h 45218"/>
              <a:gd name="connsiteX18" fmla="*/ 15824 w 244424"/>
              <a:gd name="connsiteY18" fmla="*/ 32402 h 45218"/>
              <a:gd name="connsiteX19" fmla="*/ 10565 w 244424"/>
              <a:gd name="connsiteY19" fmla="*/ 26462 h 45218"/>
              <a:gd name="connsiteX20" fmla="*/ 15800 w 244424"/>
              <a:gd name="connsiteY20" fmla="*/ 20522 h 45218"/>
              <a:gd name="connsiteX21" fmla="*/ 20214 w 244424"/>
              <a:gd name="connsiteY21" fmla="*/ 18409 h 45218"/>
              <a:gd name="connsiteX22" fmla="*/ 35756 w 244424"/>
              <a:gd name="connsiteY22" fmla="*/ 13714 h 45218"/>
              <a:gd name="connsiteX23" fmla="*/ 35756 w 244424"/>
              <a:gd name="connsiteY23" fmla="*/ 13714 h 45218"/>
              <a:gd name="connsiteX24" fmla="*/ 52002 w 244424"/>
              <a:gd name="connsiteY24" fmla="*/ 10568 h 45218"/>
              <a:gd name="connsiteX25" fmla="*/ 52002 w 244424"/>
              <a:gd name="connsiteY25" fmla="*/ 10568 h 45218"/>
              <a:gd name="connsiteX26" fmla="*/ 69353 w 244424"/>
              <a:gd name="connsiteY26" fmla="*/ 8220 h 45218"/>
              <a:gd name="connsiteX27" fmla="*/ 172231 w 244424"/>
              <a:gd name="connsiteY27" fmla="*/ 8455 h 45218"/>
              <a:gd name="connsiteX28" fmla="*/ 189604 w 244424"/>
              <a:gd name="connsiteY28" fmla="*/ 10803 h 45218"/>
              <a:gd name="connsiteX29" fmla="*/ 205827 w 244424"/>
              <a:gd name="connsiteY29" fmla="*/ 13949 h 45218"/>
              <a:gd name="connsiteX30" fmla="*/ 205827 w 244424"/>
              <a:gd name="connsiteY30" fmla="*/ 13949 h 45218"/>
              <a:gd name="connsiteX31" fmla="*/ 221580 w 244424"/>
              <a:gd name="connsiteY31" fmla="*/ 18856 h 45218"/>
              <a:gd name="connsiteX32" fmla="*/ 231230 w 244424"/>
              <a:gd name="connsiteY32" fmla="*/ 26932 h 45218"/>
              <a:gd name="connsiteX33" fmla="*/ 221604 w 244424"/>
              <a:gd name="connsiteY33" fmla="*/ 34985 h 45218"/>
              <a:gd name="connsiteX34" fmla="*/ 218153 w 244424"/>
              <a:gd name="connsiteY34" fmla="*/ 44188 h 45218"/>
              <a:gd name="connsiteX35" fmla="*/ 243086 w 244424"/>
              <a:gd name="connsiteY35" fmla="*/ 26979 h 45218"/>
              <a:gd name="connsiteX36" fmla="*/ 234282 w 244424"/>
              <a:gd name="connsiteY36" fmla="*/ 16179 h 4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44424" h="45218">
                <a:moveTo>
                  <a:pt x="234282" y="16179"/>
                </a:moveTo>
                <a:cubicBezTo>
                  <a:pt x="229070" y="13362"/>
                  <a:pt x="223553" y="11178"/>
                  <a:pt x="217848" y="9652"/>
                </a:cubicBezTo>
                <a:lnTo>
                  <a:pt x="217848" y="9652"/>
                </a:lnTo>
                <a:cubicBezTo>
                  <a:pt x="212636" y="8150"/>
                  <a:pt x="206814" y="6788"/>
                  <a:pt x="200521" y="5567"/>
                </a:cubicBezTo>
                <a:lnTo>
                  <a:pt x="200521" y="5567"/>
                </a:lnTo>
                <a:cubicBezTo>
                  <a:pt x="196389" y="4793"/>
                  <a:pt x="192046" y="4088"/>
                  <a:pt x="187515" y="3431"/>
                </a:cubicBezTo>
                <a:lnTo>
                  <a:pt x="181974" y="2680"/>
                </a:lnTo>
                <a:lnTo>
                  <a:pt x="181974" y="2680"/>
                </a:lnTo>
                <a:cubicBezTo>
                  <a:pt x="175142" y="1811"/>
                  <a:pt x="167888" y="1083"/>
                  <a:pt x="160562" y="543"/>
                </a:cubicBezTo>
                <a:cubicBezTo>
                  <a:pt x="147556" y="-466"/>
                  <a:pt x="134033" y="-1007"/>
                  <a:pt x="120651" y="-1030"/>
                </a:cubicBezTo>
                <a:cubicBezTo>
                  <a:pt x="107269" y="-1053"/>
                  <a:pt x="93839" y="-607"/>
                  <a:pt x="80903" y="308"/>
                </a:cubicBezTo>
                <a:cubicBezTo>
                  <a:pt x="73532" y="872"/>
                  <a:pt x="66324" y="1576"/>
                  <a:pt x="59422" y="2398"/>
                </a:cubicBezTo>
                <a:cubicBezTo>
                  <a:pt x="52871" y="3196"/>
                  <a:pt x="46650" y="4135"/>
                  <a:pt x="40874" y="5239"/>
                </a:cubicBezTo>
                <a:lnTo>
                  <a:pt x="40874" y="5239"/>
                </a:lnTo>
                <a:cubicBezTo>
                  <a:pt x="35052" y="6272"/>
                  <a:pt x="29276" y="7586"/>
                  <a:pt x="23595" y="9183"/>
                </a:cubicBezTo>
                <a:cubicBezTo>
                  <a:pt x="8311" y="13573"/>
                  <a:pt x="-1339" y="19349"/>
                  <a:pt x="-1339" y="26392"/>
                </a:cubicBezTo>
                <a:cubicBezTo>
                  <a:pt x="-1339" y="33435"/>
                  <a:pt x="8475" y="39281"/>
                  <a:pt x="23806" y="43718"/>
                </a:cubicBezTo>
                <a:cubicBezTo>
                  <a:pt x="22233" y="40807"/>
                  <a:pt x="21036" y="37731"/>
                  <a:pt x="20261" y="34515"/>
                </a:cubicBezTo>
                <a:cubicBezTo>
                  <a:pt x="18735" y="33928"/>
                  <a:pt x="17256" y="33224"/>
                  <a:pt x="15824" y="32402"/>
                </a:cubicBezTo>
                <a:cubicBezTo>
                  <a:pt x="12396" y="30430"/>
                  <a:pt x="10588" y="28411"/>
                  <a:pt x="10565" y="26462"/>
                </a:cubicBezTo>
                <a:cubicBezTo>
                  <a:pt x="10541" y="24514"/>
                  <a:pt x="12396" y="22471"/>
                  <a:pt x="15800" y="20522"/>
                </a:cubicBezTo>
                <a:cubicBezTo>
                  <a:pt x="17209" y="19701"/>
                  <a:pt x="18688" y="18996"/>
                  <a:pt x="20214" y="18409"/>
                </a:cubicBezTo>
                <a:cubicBezTo>
                  <a:pt x="25238" y="16390"/>
                  <a:pt x="30450" y="14817"/>
                  <a:pt x="35756" y="13714"/>
                </a:cubicBezTo>
                <a:lnTo>
                  <a:pt x="35756" y="13714"/>
                </a:lnTo>
                <a:cubicBezTo>
                  <a:pt x="40569" y="12564"/>
                  <a:pt x="45969" y="11531"/>
                  <a:pt x="52002" y="10568"/>
                </a:cubicBezTo>
                <a:lnTo>
                  <a:pt x="52002" y="10568"/>
                </a:lnTo>
                <a:cubicBezTo>
                  <a:pt x="57355" y="9746"/>
                  <a:pt x="63131" y="8948"/>
                  <a:pt x="69353" y="8220"/>
                </a:cubicBezTo>
                <a:cubicBezTo>
                  <a:pt x="103559" y="4910"/>
                  <a:pt x="138024" y="5004"/>
                  <a:pt x="172231" y="8455"/>
                </a:cubicBezTo>
                <a:cubicBezTo>
                  <a:pt x="178500" y="9112"/>
                  <a:pt x="184275" y="9887"/>
                  <a:pt x="189604" y="10803"/>
                </a:cubicBezTo>
                <a:cubicBezTo>
                  <a:pt x="195591" y="11742"/>
                  <a:pt x="201015" y="12775"/>
                  <a:pt x="205827" y="13949"/>
                </a:cubicBezTo>
                <a:lnTo>
                  <a:pt x="205827" y="13949"/>
                </a:lnTo>
                <a:cubicBezTo>
                  <a:pt x="211204" y="15146"/>
                  <a:pt x="216486" y="16790"/>
                  <a:pt x="221580" y="18856"/>
                </a:cubicBezTo>
                <a:cubicBezTo>
                  <a:pt x="227826" y="21462"/>
                  <a:pt x="231206" y="24255"/>
                  <a:pt x="231230" y="26932"/>
                </a:cubicBezTo>
                <a:cubicBezTo>
                  <a:pt x="231253" y="29608"/>
                  <a:pt x="227849" y="32379"/>
                  <a:pt x="221604" y="34985"/>
                </a:cubicBezTo>
                <a:cubicBezTo>
                  <a:pt x="220853" y="38201"/>
                  <a:pt x="219703" y="41277"/>
                  <a:pt x="218153" y="44188"/>
                </a:cubicBezTo>
                <a:cubicBezTo>
                  <a:pt x="233437" y="39797"/>
                  <a:pt x="243086" y="34022"/>
                  <a:pt x="243086" y="26979"/>
                </a:cubicBezTo>
                <a:cubicBezTo>
                  <a:pt x="242922" y="22894"/>
                  <a:pt x="239753" y="19325"/>
                  <a:pt x="234282" y="16179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A101ECDD-040E-E286-9662-192C13A24BC2}"/>
              </a:ext>
            </a:extLst>
          </p:cNvPr>
          <p:cNvSpPr/>
          <p:nvPr/>
        </p:nvSpPr>
        <p:spPr>
          <a:xfrm>
            <a:off x="5483131" y="1489416"/>
            <a:ext cx="169170" cy="97635"/>
          </a:xfrm>
          <a:custGeom>
            <a:avLst/>
            <a:gdLst>
              <a:gd name="connsiteX0" fmla="*/ 151782 w 169170"/>
              <a:gd name="connsiteY0" fmla="*/ 45595 h 97635"/>
              <a:gd name="connsiteX1" fmla="*/ 159999 w 169170"/>
              <a:gd name="connsiteY1" fmla="*/ 40900 h 97635"/>
              <a:gd name="connsiteX2" fmla="*/ 87360 w 169170"/>
              <a:gd name="connsiteY2" fmla="*/ -1031 h 97635"/>
              <a:gd name="connsiteX3" fmla="*/ -1339 w 169170"/>
              <a:gd name="connsiteY3" fmla="*/ 50103 h 97635"/>
              <a:gd name="connsiteX4" fmla="*/ 71301 w 169170"/>
              <a:gd name="connsiteY4" fmla="*/ 92034 h 97635"/>
              <a:gd name="connsiteX5" fmla="*/ 79518 w 169170"/>
              <a:gd name="connsiteY5" fmla="*/ 87339 h 97635"/>
              <a:gd name="connsiteX6" fmla="*/ 153378 w 169170"/>
              <a:gd name="connsiteY6" fmla="*/ 88231 h 97635"/>
              <a:gd name="connsiteX7" fmla="*/ 151782 w 169170"/>
              <a:gd name="connsiteY7" fmla="*/ 45595 h 97635"/>
              <a:gd name="connsiteX8" fmla="*/ 74072 w 169170"/>
              <a:gd name="connsiteY8" fmla="*/ 52803 h 97635"/>
              <a:gd name="connsiteX9" fmla="*/ 70620 w 169170"/>
              <a:gd name="connsiteY9" fmla="*/ 46042 h 97635"/>
              <a:gd name="connsiteX10" fmla="*/ 58881 w 169170"/>
              <a:gd name="connsiteY10" fmla="*/ 39351 h 97635"/>
              <a:gd name="connsiteX11" fmla="*/ 57003 w 169170"/>
              <a:gd name="connsiteY11" fmla="*/ 35617 h 97635"/>
              <a:gd name="connsiteX12" fmla="*/ 58881 w 169170"/>
              <a:gd name="connsiteY12" fmla="*/ 33739 h 97635"/>
              <a:gd name="connsiteX13" fmla="*/ 68578 w 169170"/>
              <a:gd name="connsiteY13" fmla="*/ 33739 h 97635"/>
              <a:gd name="connsiteX14" fmla="*/ 80316 w 169170"/>
              <a:gd name="connsiteY14" fmla="*/ 40454 h 97635"/>
              <a:gd name="connsiteX15" fmla="*/ 92055 w 169170"/>
              <a:gd name="connsiteY15" fmla="*/ 42450 h 97635"/>
              <a:gd name="connsiteX16" fmla="*/ 92055 w 169170"/>
              <a:gd name="connsiteY16" fmla="*/ 52803 h 97635"/>
              <a:gd name="connsiteX17" fmla="*/ 74072 w 169170"/>
              <a:gd name="connsiteY17" fmla="*/ 52803 h 97635"/>
              <a:gd name="connsiteX18" fmla="*/ 144222 w 169170"/>
              <a:gd name="connsiteY18" fmla="*/ 82972 h 97635"/>
              <a:gd name="connsiteX19" fmla="*/ 89754 w 169170"/>
              <a:gd name="connsiteY19" fmla="*/ 81399 h 97635"/>
              <a:gd name="connsiteX20" fmla="*/ 141405 w 169170"/>
              <a:gd name="connsiteY20" fmla="*/ 51535 h 97635"/>
              <a:gd name="connsiteX21" fmla="*/ 144222 w 169170"/>
              <a:gd name="connsiteY21" fmla="*/ 82972 h 9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69170" h="97635">
                <a:moveTo>
                  <a:pt x="151782" y="45595"/>
                </a:moveTo>
                <a:lnTo>
                  <a:pt x="159999" y="40900"/>
                </a:lnTo>
                <a:lnTo>
                  <a:pt x="87360" y="-1031"/>
                </a:lnTo>
                <a:lnTo>
                  <a:pt x="-1339" y="50103"/>
                </a:lnTo>
                <a:lnTo>
                  <a:pt x="71301" y="92034"/>
                </a:lnTo>
                <a:lnTo>
                  <a:pt x="79518" y="87339"/>
                </a:lnTo>
                <a:cubicBezTo>
                  <a:pt x="100296" y="99336"/>
                  <a:pt x="133516" y="99735"/>
                  <a:pt x="153378" y="88231"/>
                </a:cubicBezTo>
                <a:cubicBezTo>
                  <a:pt x="173241" y="76727"/>
                  <a:pt x="172560" y="57592"/>
                  <a:pt x="151782" y="45595"/>
                </a:cubicBezTo>
                <a:close/>
                <a:moveTo>
                  <a:pt x="74072" y="52803"/>
                </a:moveTo>
                <a:cubicBezTo>
                  <a:pt x="70878" y="50948"/>
                  <a:pt x="69751" y="48413"/>
                  <a:pt x="70620" y="46042"/>
                </a:cubicBezTo>
                <a:lnTo>
                  <a:pt x="58881" y="39351"/>
                </a:lnTo>
                <a:cubicBezTo>
                  <a:pt x="57332" y="38834"/>
                  <a:pt x="56486" y="37167"/>
                  <a:pt x="57003" y="35617"/>
                </a:cubicBezTo>
                <a:cubicBezTo>
                  <a:pt x="57308" y="34725"/>
                  <a:pt x="57989" y="34045"/>
                  <a:pt x="58881" y="33739"/>
                </a:cubicBezTo>
                <a:cubicBezTo>
                  <a:pt x="61933" y="32213"/>
                  <a:pt x="65525" y="32213"/>
                  <a:pt x="68578" y="33739"/>
                </a:cubicBezTo>
                <a:lnTo>
                  <a:pt x="80316" y="40454"/>
                </a:lnTo>
                <a:cubicBezTo>
                  <a:pt x="84331" y="39891"/>
                  <a:pt x="88439" y="40595"/>
                  <a:pt x="92055" y="42450"/>
                </a:cubicBezTo>
                <a:cubicBezTo>
                  <a:pt x="97032" y="45314"/>
                  <a:pt x="97056" y="49962"/>
                  <a:pt x="92055" y="52803"/>
                </a:cubicBezTo>
                <a:cubicBezTo>
                  <a:pt x="86397" y="55691"/>
                  <a:pt x="79729" y="55691"/>
                  <a:pt x="74072" y="52803"/>
                </a:cubicBezTo>
                <a:close/>
                <a:moveTo>
                  <a:pt x="144222" y="82972"/>
                </a:moveTo>
                <a:cubicBezTo>
                  <a:pt x="129971" y="91212"/>
                  <a:pt x="105531" y="90508"/>
                  <a:pt x="89754" y="81399"/>
                </a:cubicBezTo>
                <a:lnTo>
                  <a:pt x="141405" y="51535"/>
                </a:lnTo>
                <a:cubicBezTo>
                  <a:pt x="157276" y="60645"/>
                  <a:pt x="158497" y="74755"/>
                  <a:pt x="144222" y="82972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8BBA9438-7346-DD33-DEF1-75A73285E601}"/>
              </a:ext>
            </a:extLst>
          </p:cNvPr>
          <p:cNvSpPr/>
          <p:nvPr/>
        </p:nvSpPr>
        <p:spPr>
          <a:xfrm>
            <a:off x="5285521" y="1652632"/>
            <a:ext cx="102985" cy="59446"/>
          </a:xfrm>
          <a:custGeom>
            <a:avLst/>
            <a:gdLst>
              <a:gd name="connsiteX0" fmla="*/ -1081 w 102985"/>
              <a:gd name="connsiteY0" fmla="*/ 41041 h 59446"/>
              <a:gd name="connsiteX1" fmla="*/ 56392 w 102985"/>
              <a:gd name="connsiteY1" fmla="*/ 32284 h 59446"/>
              <a:gd name="connsiteX2" fmla="*/ 71536 w 102985"/>
              <a:gd name="connsiteY2" fmla="*/ -890 h 59446"/>
              <a:gd name="connsiteX3" fmla="*/ 100131 w 102985"/>
              <a:gd name="connsiteY3" fmla="*/ -1031 h 59446"/>
              <a:gd name="connsiteX4" fmla="*/ 76278 w 102985"/>
              <a:gd name="connsiteY4" fmla="*/ 43764 h 59446"/>
              <a:gd name="connsiteX5" fmla="*/ -1339 w 102985"/>
              <a:gd name="connsiteY5" fmla="*/ 57545 h 5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985" h="59446">
                <a:moveTo>
                  <a:pt x="-1081" y="41041"/>
                </a:moveTo>
                <a:cubicBezTo>
                  <a:pt x="19345" y="44234"/>
                  <a:pt x="41343" y="41041"/>
                  <a:pt x="56392" y="32284"/>
                </a:cubicBezTo>
                <a:cubicBezTo>
                  <a:pt x="71442" y="23526"/>
                  <a:pt x="77076" y="10896"/>
                  <a:pt x="71536" y="-890"/>
                </a:cubicBezTo>
                <a:lnTo>
                  <a:pt x="100131" y="-1031"/>
                </a:lnTo>
                <a:cubicBezTo>
                  <a:pt x="105437" y="15403"/>
                  <a:pt x="96657" y="32002"/>
                  <a:pt x="76278" y="43764"/>
                </a:cubicBezTo>
                <a:cubicBezTo>
                  <a:pt x="55899" y="55526"/>
                  <a:pt x="27116" y="60598"/>
                  <a:pt x="-1339" y="57545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FCF42BC2-58ED-8B73-5E00-7B6D72C022EB}"/>
              </a:ext>
            </a:extLst>
          </p:cNvPr>
          <p:cNvSpPr/>
          <p:nvPr/>
        </p:nvSpPr>
        <p:spPr>
          <a:xfrm>
            <a:off x="5286577" y="1653242"/>
            <a:ext cx="158816" cy="91783"/>
          </a:xfrm>
          <a:custGeom>
            <a:avLst/>
            <a:gdLst>
              <a:gd name="connsiteX0" fmla="*/ -1057 w 158816"/>
              <a:gd name="connsiteY0" fmla="*/ 73815 h 91783"/>
              <a:gd name="connsiteX1" fmla="*/ 96234 w 158816"/>
              <a:gd name="connsiteY1" fmla="*/ 55292 h 91783"/>
              <a:gd name="connsiteX2" fmla="*/ 128328 w 158816"/>
              <a:gd name="connsiteY2" fmla="*/ -890 h 91783"/>
              <a:gd name="connsiteX3" fmla="*/ 156501 w 158816"/>
              <a:gd name="connsiteY3" fmla="*/ -1031 h 91783"/>
              <a:gd name="connsiteX4" fmla="*/ 150749 w 158816"/>
              <a:gd name="connsiteY4" fmla="*/ 33974 h 91783"/>
              <a:gd name="connsiteX5" fmla="*/ 116096 w 158816"/>
              <a:gd name="connsiteY5" fmla="*/ 66843 h 91783"/>
              <a:gd name="connsiteX6" fmla="*/ 59304 w 158816"/>
              <a:gd name="connsiteY6" fmla="*/ 86846 h 91783"/>
              <a:gd name="connsiteX7" fmla="*/ -1339 w 158816"/>
              <a:gd name="connsiteY7" fmla="*/ 90179 h 9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16" h="91783">
                <a:moveTo>
                  <a:pt x="-1057" y="73815"/>
                </a:moveTo>
                <a:cubicBezTo>
                  <a:pt x="34723" y="76821"/>
                  <a:pt x="70737" y="69989"/>
                  <a:pt x="96234" y="55292"/>
                </a:cubicBezTo>
                <a:cubicBezTo>
                  <a:pt x="121730" y="40595"/>
                  <a:pt x="133516" y="19770"/>
                  <a:pt x="128328" y="-890"/>
                </a:cubicBezTo>
                <a:lnTo>
                  <a:pt x="156501" y="-1031"/>
                </a:lnTo>
                <a:cubicBezTo>
                  <a:pt x="158896" y="10943"/>
                  <a:pt x="156853" y="23386"/>
                  <a:pt x="150749" y="33974"/>
                </a:cubicBezTo>
                <a:cubicBezTo>
                  <a:pt x="143847" y="46441"/>
                  <a:pt x="132178" y="57452"/>
                  <a:pt x="116096" y="66843"/>
                </a:cubicBezTo>
                <a:cubicBezTo>
                  <a:pt x="98441" y="76680"/>
                  <a:pt x="79236" y="83441"/>
                  <a:pt x="59304" y="86846"/>
                </a:cubicBezTo>
                <a:cubicBezTo>
                  <a:pt x="39301" y="90437"/>
                  <a:pt x="18946" y="91564"/>
                  <a:pt x="-1339" y="90179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EAEFD7B5-6E9C-CDD3-7CE4-4525BABFBAB5}"/>
              </a:ext>
            </a:extLst>
          </p:cNvPr>
          <p:cNvSpPr/>
          <p:nvPr/>
        </p:nvSpPr>
        <p:spPr>
          <a:xfrm>
            <a:off x="5269975" y="1643646"/>
            <a:ext cx="51389" cy="29593"/>
          </a:xfrm>
          <a:custGeom>
            <a:avLst/>
            <a:gdLst>
              <a:gd name="connsiteX0" fmla="*/ 6130 w 51389"/>
              <a:gd name="connsiteY0" fmla="*/ 3283 h 29593"/>
              <a:gd name="connsiteX1" fmla="*/ 42474 w 51389"/>
              <a:gd name="connsiteY1" fmla="*/ 3283 h 29593"/>
              <a:gd name="connsiteX2" fmla="*/ 42591 w 51389"/>
              <a:gd name="connsiteY2" fmla="*/ 24249 h 29593"/>
              <a:gd name="connsiteX3" fmla="*/ 6248 w 51389"/>
              <a:gd name="connsiteY3" fmla="*/ 24249 h 29593"/>
              <a:gd name="connsiteX4" fmla="*/ 6130 w 51389"/>
              <a:gd name="connsiteY4" fmla="*/ 3283 h 29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89" h="29593">
                <a:moveTo>
                  <a:pt x="6130" y="3283"/>
                </a:moveTo>
                <a:cubicBezTo>
                  <a:pt x="16108" y="-2492"/>
                  <a:pt x="32402" y="-2445"/>
                  <a:pt x="42474" y="3283"/>
                </a:cubicBezTo>
                <a:cubicBezTo>
                  <a:pt x="52545" y="9011"/>
                  <a:pt x="52569" y="18496"/>
                  <a:pt x="42591" y="24249"/>
                </a:cubicBezTo>
                <a:cubicBezTo>
                  <a:pt x="32613" y="30000"/>
                  <a:pt x="16320" y="30000"/>
                  <a:pt x="6248" y="24249"/>
                </a:cubicBezTo>
                <a:cubicBezTo>
                  <a:pt x="-3824" y="18496"/>
                  <a:pt x="-3871" y="9035"/>
                  <a:pt x="6130" y="3283"/>
                </a:cubicBezTo>
                <a:close/>
              </a:path>
            </a:pathLst>
          </a:custGeom>
          <a:solidFill>
            <a:srgbClr val="000000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C83C2AFB-A013-4524-712E-C11B0AC3D470}"/>
              </a:ext>
            </a:extLst>
          </p:cNvPr>
          <p:cNvSpPr/>
          <p:nvPr/>
        </p:nvSpPr>
        <p:spPr>
          <a:xfrm>
            <a:off x="6316535" y="4729973"/>
            <a:ext cx="380548" cy="361858"/>
          </a:xfrm>
          <a:custGeom>
            <a:avLst/>
            <a:gdLst>
              <a:gd name="connsiteX0" fmla="*/ 379210 w 380548"/>
              <a:gd name="connsiteY0" fmla="*/ 133307 h 361858"/>
              <a:gd name="connsiteX1" fmla="*/ 373105 w 380548"/>
              <a:gd name="connsiteY1" fmla="*/ 130443 h 361858"/>
              <a:gd name="connsiteX2" fmla="*/ 371509 w 380548"/>
              <a:gd name="connsiteY2" fmla="*/ 129809 h 361858"/>
              <a:gd name="connsiteX3" fmla="*/ 366415 w 380548"/>
              <a:gd name="connsiteY3" fmla="*/ 128378 h 361858"/>
              <a:gd name="connsiteX4" fmla="*/ 364700 w 380548"/>
              <a:gd name="connsiteY4" fmla="*/ 128025 h 361858"/>
              <a:gd name="connsiteX5" fmla="*/ 357822 w 380548"/>
              <a:gd name="connsiteY5" fmla="*/ 127133 h 361858"/>
              <a:gd name="connsiteX6" fmla="*/ 356460 w 380548"/>
              <a:gd name="connsiteY6" fmla="*/ 127133 h 361858"/>
              <a:gd name="connsiteX7" fmla="*/ 350473 w 380548"/>
              <a:gd name="connsiteY7" fmla="*/ 127133 h 361858"/>
              <a:gd name="connsiteX8" fmla="*/ 347703 w 380548"/>
              <a:gd name="connsiteY8" fmla="*/ 127415 h 361858"/>
              <a:gd name="connsiteX9" fmla="*/ 342773 w 380548"/>
              <a:gd name="connsiteY9" fmla="*/ 128213 h 361858"/>
              <a:gd name="connsiteX10" fmla="*/ 338922 w 380548"/>
              <a:gd name="connsiteY10" fmla="*/ 129011 h 361858"/>
              <a:gd name="connsiteX11" fmla="*/ 334720 w 380548"/>
              <a:gd name="connsiteY11" fmla="*/ 130185 h 361858"/>
              <a:gd name="connsiteX12" fmla="*/ 328193 w 380548"/>
              <a:gd name="connsiteY12" fmla="*/ 132416 h 361858"/>
              <a:gd name="connsiteX13" fmla="*/ 323498 w 380548"/>
              <a:gd name="connsiteY13" fmla="*/ 134293 h 361858"/>
              <a:gd name="connsiteX14" fmla="*/ 321267 w 380548"/>
              <a:gd name="connsiteY14" fmla="*/ 135280 h 361858"/>
              <a:gd name="connsiteX15" fmla="*/ 312768 w 380548"/>
              <a:gd name="connsiteY15" fmla="*/ 139764 h 361858"/>
              <a:gd name="connsiteX16" fmla="*/ 303823 w 380548"/>
              <a:gd name="connsiteY16" fmla="*/ 145399 h 361858"/>
              <a:gd name="connsiteX17" fmla="*/ 301053 w 380548"/>
              <a:gd name="connsiteY17" fmla="*/ 147464 h 361858"/>
              <a:gd name="connsiteX18" fmla="*/ 295137 w 380548"/>
              <a:gd name="connsiteY18" fmla="*/ 151855 h 361858"/>
              <a:gd name="connsiteX19" fmla="*/ 292014 w 380548"/>
              <a:gd name="connsiteY19" fmla="*/ 154531 h 361858"/>
              <a:gd name="connsiteX20" fmla="*/ 286732 w 380548"/>
              <a:gd name="connsiteY20" fmla="*/ 159086 h 361858"/>
              <a:gd name="connsiteX21" fmla="*/ 283492 w 380548"/>
              <a:gd name="connsiteY21" fmla="*/ 162044 h 361858"/>
              <a:gd name="connsiteX22" fmla="*/ 279571 w 380548"/>
              <a:gd name="connsiteY22" fmla="*/ 165988 h 361858"/>
              <a:gd name="connsiteX23" fmla="*/ 273396 w 380548"/>
              <a:gd name="connsiteY23" fmla="*/ 172609 h 361858"/>
              <a:gd name="connsiteX24" fmla="*/ 269804 w 380548"/>
              <a:gd name="connsiteY24" fmla="*/ 176717 h 361858"/>
              <a:gd name="connsiteX25" fmla="*/ 266142 w 380548"/>
              <a:gd name="connsiteY25" fmla="*/ 181108 h 361858"/>
              <a:gd name="connsiteX26" fmla="*/ 261940 w 380548"/>
              <a:gd name="connsiteY26" fmla="*/ 186484 h 361858"/>
              <a:gd name="connsiteX27" fmla="*/ 259333 w 380548"/>
              <a:gd name="connsiteY27" fmla="*/ 189983 h 361858"/>
              <a:gd name="connsiteX28" fmla="*/ 254779 w 380548"/>
              <a:gd name="connsiteY28" fmla="*/ 196673 h 361858"/>
              <a:gd name="connsiteX29" fmla="*/ 252901 w 380548"/>
              <a:gd name="connsiteY29" fmla="*/ 199374 h 361858"/>
              <a:gd name="connsiteX30" fmla="*/ 247078 w 380548"/>
              <a:gd name="connsiteY30" fmla="*/ 208952 h 361858"/>
              <a:gd name="connsiteX31" fmla="*/ 246186 w 380548"/>
              <a:gd name="connsiteY31" fmla="*/ 210549 h 361858"/>
              <a:gd name="connsiteX32" fmla="*/ 241490 w 380548"/>
              <a:gd name="connsiteY32" fmla="*/ 218977 h 361858"/>
              <a:gd name="connsiteX33" fmla="*/ 240058 w 380548"/>
              <a:gd name="connsiteY33" fmla="*/ 221747 h 361858"/>
              <a:gd name="connsiteX34" fmla="*/ 235762 w 380548"/>
              <a:gd name="connsiteY34" fmla="*/ 230786 h 361858"/>
              <a:gd name="connsiteX35" fmla="*/ 235245 w 380548"/>
              <a:gd name="connsiteY35" fmla="*/ 232031 h 361858"/>
              <a:gd name="connsiteX36" fmla="*/ 231113 w 380548"/>
              <a:gd name="connsiteY36" fmla="*/ 242244 h 361858"/>
              <a:gd name="connsiteX37" fmla="*/ 230034 w 380548"/>
              <a:gd name="connsiteY37" fmla="*/ 245272 h 361858"/>
              <a:gd name="connsiteX38" fmla="*/ 227545 w 380548"/>
              <a:gd name="connsiteY38" fmla="*/ 252808 h 361858"/>
              <a:gd name="connsiteX39" fmla="*/ 226371 w 380548"/>
              <a:gd name="connsiteY39" fmla="*/ 256658 h 361858"/>
              <a:gd name="connsiteX40" fmla="*/ 224587 w 380548"/>
              <a:gd name="connsiteY40" fmla="*/ 263279 h 361858"/>
              <a:gd name="connsiteX41" fmla="*/ 223413 w 380548"/>
              <a:gd name="connsiteY41" fmla="*/ 268115 h 361858"/>
              <a:gd name="connsiteX42" fmla="*/ 222427 w 380548"/>
              <a:gd name="connsiteY42" fmla="*/ 273210 h 361858"/>
              <a:gd name="connsiteX43" fmla="*/ 222262 w 380548"/>
              <a:gd name="connsiteY43" fmla="*/ 274361 h 361858"/>
              <a:gd name="connsiteX44" fmla="*/ 221088 w 380548"/>
              <a:gd name="connsiteY44" fmla="*/ 280629 h 361858"/>
              <a:gd name="connsiteX45" fmla="*/ 220290 w 380548"/>
              <a:gd name="connsiteY45" fmla="*/ 287344 h 361858"/>
              <a:gd name="connsiteX46" fmla="*/ 220009 w 380548"/>
              <a:gd name="connsiteY46" fmla="*/ 290654 h 361858"/>
              <a:gd name="connsiteX47" fmla="*/ 219563 w 380548"/>
              <a:gd name="connsiteY47" fmla="*/ 300960 h 361858"/>
              <a:gd name="connsiteX48" fmla="*/ 220830 w 380548"/>
              <a:gd name="connsiteY48" fmla="*/ 316972 h 361858"/>
              <a:gd name="connsiteX49" fmla="*/ 246656 w 380548"/>
              <a:gd name="connsiteY49" fmla="*/ 360828 h 361858"/>
              <a:gd name="connsiteX50" fmla="*/ 25967 w 380548"/>
              <a:gd name="connsiteY50" fmla="*/ 232477 h 361858"/>
              <a:gd name="connsiteX51" fmla="*/ 1 w 380548"/>
              <a:gd name="connsiteY51" fmla="*/ 189513 h 361858"/>
              <a:gd name="connsiteX52" fmla="*/ -1338 w 380548"/>
              <a:gd name="connsiteY52" fmla="*/ 172609 h 361858"/>
              <a:gd name="connsiteX53" fmla="*/ -892 w 380548"/>
              <a:gd name="connsiteY53" fmla="*/ 162326 h 361858"/>
              <a:gd name="connsiteX54" fmla="*/ -633 w 380548"/>
              <a:gd name="connsiteY54" fmla="*/ 158992 h 361858"/>
              <a:gd name="connsiteX55" fmla="*/ -187 w 380548"/>
              <a:gd name="connsiteY55" fmla="*/ 154296 h 361858"/>
              <a:gd name="connsiteX56" fmla="*/ 188 w 380548"/>
              <a:gd name="connsiteY56" fmla="*/ 152254 h 361858"/>
              <a:gd name="connsiteX57" fmla="*/ 1175 w 380548"/>
              <a:gd name="connsiteY57" fmla="*/ 146784 h 361858"/>
              <a:gd name="connsiteX58" fmla="*/ 1527 w 380548"/>
              <a:gd name="connsiteY58" fmla="*/ 144812 h 361858"/>
              <a:gd name="connsiteX59" fmla="*/ 2066 w 380548"/>
              <a:gd name="connsiteY59" fmla="*/ 141407 h 361858"/>
              <a:gd name="connsiteX60" fmla="*/ 2513 w 380548"/>
              <a:gd name="connsiteY60" fmla="*/ 139717 h 361858"/>
              <a:gd name="connsiteX61" fmla="*/ 3663 w 380548"/>
              <a:gd name="connsiteY61" fmla="*/ 135021 h 361858"/>
              <a:gd name="connsiteX62" fmla="*/ 4743 w 380548"/>
              <a:gd name="connsiteY62" fmla="*/ 130725 h 361858"/>
              <a:gd name="connsiteX63" fmla="*/ 5471 w 380548"/>
              <a:gd name="connsiteY63" fmla="*/ 128378 h 361858"/>
              <a:gd name="connsiteX64" fmla="*/ 6622 w 380548"/>
              <a:gd name="connsiteY64" fmla="*/ 124527 h 361858"/>
              <a:gd name="connsiteX65" fmla="*/ 7607 w 380548"/>
              <a:gd name="connsiteY65" fmla="*/ 121311 h 361858"/>
              <a:gd name="connsiteX66" fmla="*/ 9133 w 380548"/>
              <a:gd name="connsiteY66" fmla="*/ 117108 h 361858"/>
              <a:gd name="connsiteX67" fmla="*/ 10213 w 380548"/>
              <a:gd name="connsiteY67" fmla="*/ 114056 h 361858"/>
              <a:gd name="connsiteX68" fmla="*/ 10753 w 380548"/>
              <a:gd name="connsiteY68" fmla="*/ 112436 h 361858"/>
              <a:gd name="connsiteX69" fmla="*/ 14228 w 380548"/>
              <a:gd name="connsiteY69" fmla="*/ 104125 h 361858"/>
              <a:gd name="connsiteX70" fmla="*/ 14228 w 380548"/>
              <a:gd name="connsiteY70" fmla="*/ 103773 h 361858"/>
              <a:gd name="connsiteX71" fmla="*/ 14862 w 380548"/>
              <a:gd name="connsiteY71" fmla="*/ 102599 h 361858"/>
              <a:gd name="connsiteX72" fmla="*/ 17796 w 380548"/>
              <a:gd name="connsiteY72" fmla="*/ 95978 h 361858"/>
              <a:gd name="connsiteX73" fmla="*/ 19064 w 380548"/>
              <a:gd name="connsiteY73" fmla="*/ 93631 h 361858"/>
              <a:gd name="connsiteX74" fmla="*/ 20497 w 380548"/>
              <a:gd name="connsiteY74" fmla="*/ 90766 h 361858"/>
              <a:gd name="connsiteX75" fmla="*/ 21835 w 380548"/>
              <a:gd name="connsiteY75" fmla="*/ 88090 h 361858"/>
              <a:gd name="connsiteX76" fmla="*/ 25051 w 380548"/>
              <a:gd name="connsiteY76" fmla="*/ 82432 h 361858"/>
              <a:gd name="connsiteX77" fmla="*/ 25943 w 380548"/>
              <a:gd name="connsiteY77" fmla="*/ 80742 h 361858"/>
              <a:gd name="connsiteX78" fmla="*/ 26225 w 380548"/>
              <a:gd name="connsiteY78" fmla="*/ 80202 h 361858"/>
              <a:gd name="connsiteX79" fmla="*/ 31061 w 380548"/>
              <a:gd name="connsiteY79" fmla="*/ 72336 h 361858"/>
              <a:gd name="connsiteX80" fmla="*/ 31860 w 380548"/>
              <a:gd name="connsiteY80" fmla="*/ 71162 h 361858"/>
              <a:gd name="connsiteX81" fmla="*/ 33644 w 380548"/>
              <a:gd name="connsiteY81" fmla="*/ 68486 h 361858"/>
              <a:gd name="connsiteX82" fmla="*/ 36508 w 380548"/>
              <a:gd name="connsiteY82" fmla="*/ 64284 h 361858"/>
              <a:gd name="connsiteX83" fmla="*/ 38222 w 380548"/>
              <a:gd name="connsiteY83" fmla="*/ 61936 h 361858"/>
              <a:gd name="connsiteX84" fmla="*/ 40898 w 380548"/>
              <a:gd name="connsiteY84" fmla="*/ 58344 h 361858"/>
              <a:gd name="connsiteX85" fmla="*/ 42683 w 380548"/>
              <a:gd name="connsiteY85" fmla="*/ 55996 h 361858"/>
              <a:gd name="connsiteX86" fmla="*/ 45030 w 380548"/>
              <a:gd name="connsiteY86" fmla="*/ 53038 h 361858"/>
              <a:gd name="connsiteX87" fmla="*/ 48623 w 380548"/>
              <a:gd name="connsiteY87" fmla="*/ 48671 h 361858"/>
              <a:gd name="connsiteX88" fmla="*/ 50219 w 380548"/>
              <a:gd name="connsiteY88" fmla="*/ 46699 h 361858"/>
              <a:gd name="connsiteX89" fmla="*/ 52191 w 380548"/>
              <a:gd name="connsiteY89" fmla="*/ 44633 h 361858"/>
              <a:gd name="connsiteX90" fmla="*/ 58366 w 380548"/>
              <a:gd name="connsiteY90" fmla="*/ 38012 h 361858"/>
              <a:gd name="connsiteX91" fmla="*/ 60432 w 380548"/>
              <a:gd name="connsiteY91" fmla="*/ 35876 h 361858"/>
              <a:gd name="connsiteX92" fmla="*/ 62404 w 380548"/>
              <a:gd name="connsiteY92" fmla="*/ 34068 h 361858"/>
              <a:gd name="connsiteX93" fmla="*/ 65526 w 380548"/>
              <a:gd name="connsiteY93" fmla="*/ 31133 h 361858"/>
              <a:gd name="connsiteX94" fmla="*/ 70809 w 380548"/>
              <a:gd name="connsiteY94" fmla="*/ 26438 h 361858"/>
              <a:gd name="connsiteX95" fmla="*/ 73955 w 380548"/>
              <a:gd name="connsiteY95" fmla="*/ 23856 h 361858"/>
              <a:gd name="connsiteX96" fmla="*/ 79848 w 380548"/>
              <a:gd name="connsiteY96" fmla="*/ 19371 h 361858"/>
              <a:gd name="connsiteX97" fmla="*/ 82712 w 380548"/>
              <a:gd name="connsiteY97" fmla="*/ 17305 h 361858"/>
              <a:gd name="connsiteX98" fmla="*/ 91587 w 380548"/>
              <a:gd name="connsiteY98" fmla="*/ 11670 h 361858"/>
              <a:gd name="connsiteX99" fmla="*/ 100156 w 380548"/>
              <a:gd name="connsiteY99" fmla="*/ 7304 h 361858"/>
              <a:gd name="connsiteX100" fmla="*/ 102315 w 380548"/>
              <a:gd name="connsiteY100" fmla="*/ 6224 h 361858"/>
              <a:gd name="connsiteX101" fmla="*/ 104663 w 380548"/>
              <a:gd name="connsiteY101" fmla="*/ 5237 h 361858"/>
              <a:gd name="connsiteX102" fmla="*/ 107011 w 380548"/>
              <a:gd name="connsiteY102" fmla="*/ 4440 h 361858"/>
              <a:gd name="connsiteX103" fmla="*/ 113632 w 380548"/>
              <a:gd name="connsiteY103" fmla="*/ 2092 h 361858"/>
              <a:gd name="connsiteX104" fmla="*/ 115698 w 380548"/>
              <a:gd name="connsiteY104" fmla="*/ 1387 h 361858"/>
              <a:gd name="connsiteX105" fmla="*/ 117764 w 380548"/>
              <a:gd name="connsiteY105" fmla="*/ 941 h 361858"/>
              <a:gd name="connsiteX106" fmla="*/ 121614 w 380548"/>
              <a:gd name="connsiteY106" fmla="*/ 143 h 361858"/>
              <a:gd name="connsiteX107" fmla="*/ 123845 w 380548"/>
              <a:gd name="connsiteY107" fmla="*/ -326 h 361858"/>
              <a:gd name="connsiteX108" fmla="*/ 123845 w 380548"/>
              <a:gd name="connsiteY108" fmla="*/ -326 h 361858"/>
              <a:gd name="connsiteX109" fmla="*/ 126427 w 380548"/>
              <a:gd name="connsiteY109" fmla="*/ -585 h 361858"/>
              <a:gd name="connsiteX110" fmla="*/ 129198 w 380548"/>
              <a:gd name="connsiteY110" fmla="*/ -843 h 361858"/>
              <a:gd name="connsiteX111" fmla="*/ 130817 w 380548"/>
              <a:gd name="connsiteY111" fmla="*/ -1031 h 361858"/>
              <a:gd name="connsiteX112" fmla="*/ 135207 w 380548"/>
              <a:gd name="connsiteY112" fmla="*/ -1031 h 361858"/>
              <a:gd name="connsiteX113" fmla="*/ 136992 w 380548"/>
              <a:gd name="connsiteY113" fmla="*/ -1031 h 361858"/>
              <a:gd name="connsiteX114" fmla="*/ 142627 w 380548"/>
              <a:gd name="connsiteY114" fmla="*/ -326 h 361858"/>
              <a:gd name="connsiteX115" fmla="*/ 143519 w 380548"/>
              <a:gd name="connsiteY115" fmla="*/ -139 h 361858"/>
              <a:gd name="connsiteX116" fmla="*/ 145139 w 380548"/>
              <a:gd name="connsiteY116" fmla="*/ 213 h 361858"/>
              <a:gd name="connsiteX117" fmla="*/ 147815 w 380548"/>
              <a:gd name="connsiteY117" fmla="*/ 847 h 361858"/>
              <a:gd name="connsiteX118" fmla="*/ 150163 w 380548"/>
              <a:gd name="connsiteY118" fmla="*/ 1739 h 361858"/>
              <a:gd name="connsiteX119" fmla="*/ 151783 w 380548"/>
              <a:gd name="connsiteY119" fmla="*/ 2279 h 361858"/>
              <a:gd name="connsiteX120" fmla="*/ 152675 w 380548"/>
              <a:gd name="connsiteY120" fmla="*/ 2632 h 361858"/>
              <a:gd name="connsiteX121" fmla="*/ 157371 w 380548"/>
              <a:gd name="connsiteY121" fmla="*/ 4979 h 361858"/>
              <a:gd name="connsiteX122" fmla="*/ 157817 w 380548"/>
              <a:gd name="connsiteY122" fmla="*/ 5331 h 36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80548" h="361858">
                <a:moveTo>
                  <a:pt x="379210" y="133307"/>
                </a:moveTo>
                <a:cubicBezTo>
                  <a:pt x="377261" y="132181"/>
                  <a:pt x="375219" y="131218"/>
                  <a:pt x="373105" y="130443"/>
                </a:cubicBezTo>
                <a:cubicBezTo>
                  <a:pt x="372589" y="130185"/>
                  <a:pt x="372049" y="129974"/>
                  <a:pt x="371509" y="129809"/>
                </a:cubicBezTo>
                <a:cubicBezTo>
                  <a:pt x="369842" y="129246"/>
                  <a:pt x="368129" y="128753"/>
                  <a:pt x="366415" y="128378"/>
                </a:cubicBezTo>
                <a:cubicBezTo>
                  <a:pt x="365851" y="128213"/>
                  <a:pt x="365287" y="128096"/>
                  <a:pt x="364700" y="128025"/>
                </a:cubicBezTo>
                <a:cubicBezTo>
                  <a:pt x="362447" y="127532"/>
                  <a:pt x="360146" y="127227"/>
                  <a:pt x="357822" y="127133"/>
                </a:cubicBezTo>
                <a:lnTo>
                  <a:pt x="356460" y="127133"/>
                </a:lnTo>
                <a:cubicBezTo>
                  <a:pt x="354488" y="127133"/>
                  <a:pt x="352539" y="127133"/>
                  <a:pt x="350473" y="127133"/>
                </a:cubicBezTo>
                <a:lnTo>
                  <a:pt x="347703" y="127415"/>
                </a:lnTo>
                <a:cubicBezTo>
                  <a:pt x="346036" y="127579"/>
                  <a:pt x="344392" y="127861"/>
                  <a:pt x="342773" y="128213"/>
                </a:cubicBezTo>
                <a:cubicBezTo>
                  <a:pt x="341481" y="128400"/>
                  <a:pt x="340190" y="128659"/>
                  <a:pt x="338922" y="129011"/>
                </a:cubicBezTo>
                <a:cubicBezTo>
                  <a:pt x="337584" y="129387"/>
                  <a:pt x="336152" y="129739"/>
                  <a:pt x="334720" y="130185"/>
                </a:cubicBezTo>
                <a:cubicBezTo>
                  <a:pt x="332583" y="130819"/>
                  <a:pt x="330423" y="131617"/>
                  <a:pt x="328193" y="132416"/>
                </a:cubicBezTo>
                <a:cubicBezTo>
                  <a:pt x="326667" y="133050"/>
                  <a:pt x="325141" y="133589"/>
                  <a:pt x="323498" y="134293"/>
                </a:cubicBezTo>
                <a:cubicBezTo>
                  <a:pt x="322793" y="134669"/>
                  <a:pt x="322089" y="134927"/>
                  <a:pt x="321267" y="135280"/>
                </a:cubicBezTo>
                <a:cubicBezTo>
                  <a:pt x="318497" y="136618"/>
                  <a:pt x="315632" y="138050"/>
                  <a:pt x="312768" y="139764"/>
                </a:cubicBezTo>
                <a:cubicBezTo>
                  <a:pt x="309904" y="141478"/>
                  <a:pt x="306781" y="143426"/>
                  <a:pt x="303823" y="145399"/>
                </a:cubicBezTo>
                <a:cubicBezTo>
                  <a:pt x="302931" y="146032"/>
                  <a:pt x="301945" y="146737"/>
                  <a:pt x="301053" y="147464"/>
                </a:cubicBezTo>
                <a:cubicBezTo>
                  <a:pt x="299081" y="148897"/>
                  <a:pt x="297109" y="150329"/>
                  <a:pt x="295137" y="151855"/>
                </a:cubicBezTo>
                <a:cubicBezTo>
                  <a:pt x="294057" y="152747"/>
                  <a:pt x="293070" y="153639"/>
                  <a:pt x="292014" y="154531"/>
                </a:cubicBezTo>
                <a:cubicBezTo>
                  <a:pt x="290206" y="155964"/>
                  <a:pt x="288422" y="157583"/>
                  <a:pt x="286732" y="159086"/>
                </a:cubicBezTo>
                <a:lnTo>
                  <a:pt x="283492" y="162044"/>
                </a:lnTo>
                <a:cubicBezTo>
                  <a:pt x="282154" y="163288"/>
                  <a:pt x="280909" y="164721"/>
                  <a:pt x="279571" y="165988"/>
                </a:cubicBezTo>
                <a:cubicBezTo>
                  <a:pt x="277505" y="168125"/>
                  <a:pt x="275369" y="170379"/>
                  <a:pt x="273396" y="172609"/>
                </a:cubicBezTo>
                <a:cubicBezTo>
                  <a:pt x="272129" y="173947"/>
                  <a:pt x="271049" y="175286"/>
                  <a:pt x="269804" y="176717"/>
                </a:cubicBezTo>
                <a:cubicBezTo>
                  <a:pt x="268560" y="178150"/>
                  <a:pt x="267457" y="179582"/>
                  <a:pt x="266142" y="181108"/>
                </a:cubicBezTo>
                <a:cubicBezTo>
                  <a:pt x="264827" y="182634"/>
                  <a:pt x="263371" y="184700"/>
                  <a:pt x="261940" y="186484"/>
                </a:cubicBezTo>
                <a:cubicBezTo>
                  <a:pt x="261118" y="187635"/>
                  <a:pt x="260225" y="188832"/>
                  <a:pt x="259333" y="189983"/>
                </a:cubicBezTo>
                <a:cubicBezTo>
                  <a:pt x="257808" y="192330"/>
                  <a:pt x="256211" y="194443"/>
                  <a:pt x="254779" y="196673"/>
                </a:cubicBezTo>
                <a:lnTo>
                  <a:pt x="252901" y="199374"/>
                </a:lnTo>
                <a:cubicBezTo>
                  <a:pt x="250928" y="202496"/>
                  <a:pt x="248957" y="205712"/>
                  <a:pt x="247078" y="208952"/>
                </a:cubicBezTo>
                <a:cubicBezTo>
                  <a:pt x="246749" y="209468"/>
                  <a:pt x="246444" y="210008"/>
                  <a:pt x="246186" y="210549"/>
                </a:cubicBezTo>
                <a:cubicBezTo>
                  <a:pt x="244566" y="213319"/>
                  <a:pt x="243040" y="216113"/>
                  <a:pt x="241490" y="218977"/>
                </a:cubicBezTo>
                <a:cubicBezTo>
                  <a:pt x="240974" y="219869"/>
                  <a:pt x="240504" y="220855"/>
                  <a:pt x="240058" y="221747"/>
                </a:cubicBezTo>
                <a:cubicBezTo>
                  <a:pt x="238556" y="224776"/>
                  <a:pt x="237124" y="227734"/>
                  <a:pt x="235762" y="230786"/>
                </a:cubicBezTo>
                <a:cubicBezTo>
                  <a:pt x="235597" y="231232"/>
                  <a:pt x="235410" y="231585"/>
                  <a:pt x="235245" y="232031"/>
                </a:cubicBezTo>
                <a:cubicBezTo>
                  <a:pt x="233813" y="235341"/>
                  <a:pt x="232381" y="238839"/>
                  <a:pt x="231113" y="242244"/>
                </a:cubicBezTo>
                <a:cubicBezTo>
                  <a:pt x="230761" y="243229"/>
                  <a:pt x="230409" y="244286"/>
                  <a:pt x="230034" y="245272"/>
                </a:cubicBezTo>
                <a:cubicBezTo>
                  <a:pt x="229141" y="247784"/>
                  <a:pt x="228249" y="250296"/>
                  <a:pt x="227545" y="252808"/>
                </a:cubicBezTo>
                <a:cubicBezTo>
                  <a:pt x="227099" y="254052"/>
                  <a:pt x="226723" y="255391"/>
                  <a:pt x="226371" y="256658"/>
                </a:cubicBezTo>
                <a:cubicBezTo>
                  <a:pt x="225666" y="258889"/>
                  <a:pt x="225126" y="261119"/>
                  <a:pt x="224587" y="263279"/>
                </a:cubicBezTo>
                <a:cubicBezTo>
                  <a:pt x="224141" y="264876"/>
                  <a:pt x="223789" y="266495"/>
                  <a:pt x="223413" y="268115"/>
                </a:cubicBezTo>
                <a:cubicBezTo>
                  <a:pt x="223037" y="269736"/>
                  <a:pt x="222708" y="271496"/>
                  <a:pt x="222427" y="273210"/>
                </a:cubicBezTo>
                <a:cubicBezTo>
                  <a:pt x="222333" y="273586"/>
                  <a:pt x="222286" y="273985"/>
                  <a:pt x="222262" y="274361"/>
                </a:cubicBezTo>
                <a:cubicBezTo>
                  <a:pt x="221746" y="276426"/>
                  <a:pt x="221347" y="278516"/>
                  <a:pt x="221088" y="280629"/>
                </a:cubicBezTo>
                <a:cubicBezTo>
                  <a:pt x="220830" y="282977"/>
                  <a:pt x="220548" y="285113"/>
                  <a:pt x="220290" y="287344"/>
                </a:cubicBezTo>
                <a:cubicBezTo>
                  <a:pt x="220290" y="288424"/>
                  <a:pt x="220009" y="289504"/>
                  <a:pt x="220009" y="290654"/>
                </a:cubicBezTo>
                <a:cubicBezTo>
                  <a:pt x="219750" y="294058"/>
                  <a:pt x="219563" y="297556"/>
                  <a:pt x="219563" y="300960"/>
                </a:cubicBezTo>
                <a:cubicBezTo>
                  <a:pt x="219563" y="306313"/>
                  <a:pt x="219985" y="311666"/>
                  <a:pt x="220830" y="316972"/>
                </a:cubicBezTo>
                <a:cubicBezTo>
                  <a:pt x="223859" y="338102"/>
                  <a:pt x="233273" y="352940"/>
                  <a:pt x="246656" y="360828"/>
                </a:cubicBezTo>
                <a:lnTo>
                  <a:pt x="25967" y="232477"/>
                </a:lnTo>
                <a:cubicBezTo>
                  <a:pt x="12537" y="224776"/>
                  <a:pt x="3217" y="210102"/>
                  <a:pt x="1" y="189513"/>
                </a:cubicBezTo>
                <a:cubicBezTo>
                  <a:pt x="-915" y="183925"/>
                  <a:pt x="-1361" y="178267"/>
                  <a:pt x="-1338" y="172609"/>
                </a:cubicBezTo>
                <a:cubicBezTo>
                  <a:pt x="-1338" y="169205"/>
                  <a:pt x="-1150" y="165801"/>
                  <a:pt x="-892" y="162326"/>
                </a:cubicBezTo>
                <a:cubicBezTo>
                  <a:pt x="-892" y="161246"/>
                  <a:pt x="-704" y="160166"/>
                  <a:pt x="-633" y="158992"/>
                </a:cubicBezTo>
                <a:cubicBezTo>
                  <a:pt x="-563" y="157818"/>
                  <a:pt x="-352" y="155964"/>
                  <a:pt x="-187" y="154296"/>
                </a:cubicBezTo>
                <a:cubicBezTo>
                  <a:pt x="-187" y="153686"/>
                  <a:pt x="95" y="152958"/>
                  <a:pt x="188" y="152254"/>
                </a:cubicBezTo>
                <a:cubicBezTo>
                  <a:pt x="447" y="150446"/>
                  <a:pt x="729" y="148662"/>
                  <a:pt x="1175" y="146784"/>
                </a:cubicBezTo>
                <a:cubicBezTo>
                  <a:pt x="1245" y="146126"/>
                  <a:pt x="1362" y="145469"/>
                  <a:pt x="1527" y="144812"/>
                </a:cubicBezTo>
                <a:cubicBezTo>
                  <a:pt x="1691" y="143661"/>
                  <a:pt x="1879" y="142464"/>
                  <a:pt x="2066" y="141407"/>
                </a:cubicBezTo>
                <a:cubicBezTo>
                  <a:pt x="2231" y="140867"/>
                  <a:pt x="2325" y="140257"/>
                  <a:pt x="2513" y="139717"/>
                </a:cubicBezTo>
                <a:cubicBezTo>
                  <a:pt x="2865" y="138097"/>
                  <a:pt x="3217" y="136571"/>
                  <a:pt x="3663" y="135021"/>
                </a:cubicBezTo>
                <a:cubicBezTo>
                  <a:pt x="4109" y="133472"/>
                  <a:pt x="4297" y="132157"/>
                  <a:pt x="4743" y="130725"/>
                </a:cubicBezTo>
                <a:cubicBezTo>
                  <a:pt x="4954" y="129927"/>
                  <a:pt x="5189" y="129152"/>
                  <a:pt x="5471" y="128378"/>
                </a:cubicBezTo>
                <a:cubicBezTo>
                  <a:pt x="5823" y="127133"/>
                  <a:pt x="6175" y="125865"/>
                  <a:pt x="6622" y="124527"/>
                </a:cubicBezTo>
                <a:cubicBezTo>
                  <a:pt x="7067" y="123188"/>
                  <a:pt x="7255" y="122391"/>
                  <a:pt x="7607" y="121311"/>
                </a:cubicBezTo>
                <a:cubicBezTo>
                  <a:pt x="8053" y="119878"/>
                  <a:pt x="8593" y="118446"/>
                  <a:pt x="9133" y="117108"/>
                </a:cubicBezTo>
                <a:cubicBezTo>
                  <a:pt x="9673" y="115770"/>
                  <a:pt x="9838" y="115042"/>
                  <a:pt x="10213" y="114056"/>
                </a:cubicBezTo>
                <a:cubicBezTo>
                  <a:pt x="10378" y="113516"/>
                  <a:pt x="10566" y="112976"/>
                  <a:pt x="10753" y="112436"/>
                </a:cubicBezTo>
                <a:cubicBezTo>
                  <a:pt x="11810" y="109665"/>
                  <a:pt x="13101" y="106895"/>
                  <a:pt x="14228" y="104125"/>
                </a:cubicBezTo>
                <a:cubicBezTo>
                  <a:pt x="14228" y="103937"/>
                  <a:pt x="14228" y="103843"/>
                  <a:pt x="14228" y="103773"/>
                </a:cubicBezTo>
                <a:cubicBezTo>
                  <a:pt x="14416" y="103374"/>
                  <a:pt x="14627" y="102975"/>
                  <a:pt x="14862" y="102599"/>
                </a:cubicBezTo>
                <a:cubicBezTo>
                  <a:pt x="15754" y="100368"/>
                  <a:pt x="16740" y="98115"/>
                  <a:pt x="17796" y="95978"/>
                </a:cubicBezTo>
                <a:cubicBezTo>
                  <a:pt x="18266" y="95227"/>
                  <a:pt x="18689" y="94429"/>
                  <a:pt x="19064" y="93631"/>
                </a:cubicBezTo>
                <a:cubicBezTo>
                  <a:pt x="19511" y="92644"/>
                  <a:pt x="20051" y="91752"/>
                  <a:pt x="20497" y="90766"/>
                </a:cubicBezTo>
                <a:lnTo>
                  <a:pt x="21835" y="88090"/>
                </a:lnTo>
                <a:cubicBezTo>
                  <a:pt x="22915" y="86211"/>
                  <a:pt x="23995" y="84334"/>
                  <a:pt x="25051" y="82432"/>
                </a:cubicBezTo>
                <a:cubicBezTo>
                  <a:pt x="25310" y="81845"/>
                  <a:pt x="25614" y="81281"/>
                  <a:pt x="25943" y="80742"/>
                </a:cubicBezTo>
                <a:lnTo>
                  <a:pt x="26225" y="80202"/>
                </a:lnTo>
                <a:cubicBezTo>
                  <a:pt x="27821" y="77619"/>
                  <a:pt x="29442" y="74919"/>
                  <a:pt x="31061" y="72336"/>
                </a:cubicBezTo>
                <a:cubicBezTo>
                  <a:pt x="31319" y="71961"/>
                  <a:pt x="31601" y="71608"/>
                  <a:pt x="31860" y="71162"/>
                </a:cubicBezTo>
                <a:cubicBezTo>
                  <a:pt x="32400" y="70271"/>
                  <a:pt x="33034" y="69378"/>
                  <a:pt x="33644" y="68486"/>
                </a:cubicBezTo>
                <a:cubicBezTo>
                  <a:pt x="34536" y="67148"/>
                  <a:pt x="35522" y="65622"/>
                  <a:pt x="36508" y="64284"/>
                </a:cubicBezTo>
                <a:cubicBezTo>
                  <a:pt x="37048" y="63462"/>
                  <a:pt x="37682" y="62663"/>
                  <a:pt x="38222" y="61936"/>
                </a:cubicBezTo>
                <a:cubicBezTo>
                  <a:pt x="39114" y="60762"/>
                  <a:pt x="40006" y="59588"/>
                  <a:pt x="40898" y="58344"/>
                </a:cubicBezTo>
                <a:cubicBezTo>
                  <a:pt x="41438" y="57545"/>
                  <a:pt x="42072" y="56748"/>
                  <a:pt x="42683" y="55996"/>
                </a:cubicBezTo>
                <a:lnTo>
                  <a:pt x="45030" y="53038"/>
                </a:lnTo>
                <a:cubicBezTo>
                  <a:pt x="46204" y="51629"/>
                  <a:pt x="47378" y="50103"/>
                  <a:pt x="48623" y="48671"/>
                </a:cubicBezTo>
                <a:cubicBezTo>
                  <a:pt x="49163" y="48037"/>
                  <a:pt x="49679" y="47333"/>
                  <a:pt x="50219" y="46699"/>
                </a:cubicBezTo>
                <a:cubicBezTo>
                  <a:pt x="50759" y="46065"/>
                  <a:pt x="51557" y="45361"/>
                  <a:pt x="52191" y="44633"/>
                </a:cubicBezTo>
                <a:cubicBezTo>
                  <a:pt x="54257" y="42285"/>
                  <a:pt x="56323" y="40172"/>
                  <a:pt x="58366" y="38012"/>
                </a:cubicBezTo>
                <a:cubicBezTo>
                  <a:pt x="59093" y="37308"/>
                  <a:pt x="59704" y="36580"/>
                  <a:pt x="60432" y="35876"/>
                </a:cubicBezTo>
                <a:cubicBezTo>
                  <a:pt x="61160" y="35171"/>
                  <a:pt x="61676" y="34702"/>
                  <a:pt x="62404" y="34068"/>
                </a:cubicBezTo>
                <a:cubicBezTo>
                  <a:pt x="63390" y="33012"/>
                  <a:pt x="64446" y="32096"/>
                  <a:pt x="65526" y="31133"/>
                </a:cubicBezTo>
                <a:cubicBezTo>
                  <a:pt x="67240" y="29513"/>
                  <a:pt x="69024" y="27988"/>
                  <a:pt x="70809" y="26438"/>
                </a:cubicBezTo>
                <a:lnTo>
                  <a:pt x="73955" y="23856"/>
                </a:lnTo>
                <a:cubicBezTo>
                  <a:pt x="75903" y="22329"/>
                  <a:pt x="77875" y="20803"/>
                  <a:pt x="79848" y="19371"/>
                </a:cubicBezTo>
                <a:cubicBezTo>
                  <a:pt x="80834" y="18737"/>
                  <a:pt x="81726" y="18033"/>
                  <a:pt x="82712" y="17305"/>
                </a:cubicBezTo>
                <a:cubicBezTo>
                  <a:pt x="85576" y="15356"/>
                  <a:pt x="88534" y="13478"/>
                  <a:pt x="91587" y="11670"/>
                </a:cubicBezTo>
                <a:cubicBezTo>
                  <a:pt x="94427" y="10074"/>
                  <a:pt x="97291" y="8642"/>
                  <a:pt x="100156" y="7304"/>
                </a:cubicBezTo>
                <a:lnTo>
                  <a:pt x="102315" y="6224"/>
                </a:lnTo>
                <a:cubicBezTo>
                  <a:pt x="103114" y="5942"/>
                  <a:pt x="103936" y="5496"/>
                  <a:pt x="104663" y="5237"/>
                </a:cubicBezTo>
                <a:cubicBezTo>
                  <a:pt x="105438" y="4932"/>
                  <a:pt x="106213" y="4674"/>
                  <a:pt x="107011" y="4440"/>
                </a:cubicBezTo>
                <a:cubicBezTo>
                  <a:pt x="109359" y="3524"/>
                  <a:pt x="111401" y="2819"/>
                  <a:pt x="113632" y="2092"/>
                </a:cubicBezTo>
                <a:cubicBezTo>
                  <a:pt x="114266" y="1927"/>
                  <a:pt x="114970" y="1575"/>
                  <a:pt x="115698" y="1387"/>
                </a:cubicBezTo>
                <a:cubicBezTo>
                  <a:pt x="116425" y="1199"/>
                  <a:pt x="117036" y="1105"/>
                  <a:pt x="117764" y="941"/>
                </a:cubicBezTo>
                <a:cubicBezTo>
                  <a:pt x="119008" y="659"/>
                  <a:pt x="120347" y="401"/>
                  <a:pt x="121614" y="143"/>
                </a:cubicBezTo>
                <a:cubicBezTo>
                  <a:pt x="122318" y="143"/>
                  <a:pt x="123046" y="-232"/>
                  <a:pt x="123845" y="-326"/>
                </a:cubicBezTo>
                <a:lnTo>
                  <a:pt x="123845" y="-326"/>
                </a:lnTo>
                <a:cubicBezTo>
                  <a:pt x="124737" y="-491"/>
                  <a:pt x="125535" y="-491"/>
                  <a:pt x="126427" y="-585"/>
                </a:cubicBezTo>
                <a:cubicBezTo>
                  <a:pt x="127343" y="-772"/>
                  <a:pt x="128258" y="-843"/>
                  <a:pt x="129198" y="-843"/>
                </a:cubicBezTo>
                <a:cubicBezTo>
                  <a:pt x="129738" y="-960"/>
                  <a:pt x="130277" y="-1007"/>
                  <a:pt x="130817" y="-1031"/>
                </a:cubicBezTo>
                <a:cubicBezTo>
                  <a:pt x="132249" y="-1031"/>
                  <a:pt x="133776" y="-1031"/>
                  <a:pt x="135207" y="-1031"/>
                </a:cubicBezTo>
                <a:lnTo>
                  <a:pt x="136992" y="-1031"/>
                </a:lnTo>
                <a:cubicBezTo>
                  <a:pt x="138870" y="-843"/>
                  <a:pt x="140748" y="-679"/>
                  <a:pt x="142627" y="-326"/>
                </a:cubicBezTo>
                <a:cubicBezTo>
                  <a:pt x="142932" y="-303"/>
                  <a:pt x="143237" y="-232"/>
                  <a:pt x="143519" y="-139"/>
                </a:cubicBezTo>
                <a:cubicBezTo>
                  <a:pt x="144059" y="-139"/>
                  <a:pt x="144598" y="143"/>
                  <a:pt x="145139" y="213"/>
                </a:cubicBezTo>
                <a:cubicBezTo>
                  <a:pt x="145679" y="284"/>
                  <a:pt x="146923" y="589"/>
                  <a:pt x="147815" y="847"/>
                </a:cubicBezTo>
                <a:cubicBezTo>
                  <a:pt x="148707" y="1105"/>
                  <a:pt x="149435" y="1481"/>
                  <a:pt x="150163" y="1739"/>
                </a:cubicBezTo>
                <a:lnTo>
                  <a:pt x="151783" y="2279"/>
                </a:lnTo>
                <a:cubicBezTo>
                  <a:pt x="152088" y="2373"/>
                  <a:pt x="152393" y="2491"/>
                  <a:pt x="152675" y="2632"/>
                </a:cubicBezTo>
                <a:cubicBezTo>
                  <a:pt x="154295" y="3313"/>
                  <a:pt x="155844" y="4111"/>
                  <a:pt x="157371" y="4979"/>
                </a:cubicBezTo>
                <a:cubicBezTo>
                  <a:pt x="157535" y="5050"/>
                  <a:pt x="157699" y="5190"/>
                  <a:pt x="157817" y="5331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21568DA9-2250-9C4B-ABAC-A3033E01BB67}"/>
              </a:ext>
            </a:extLst>
          </p:cNvPr>
          <p:cNvSpPr/>
          <p:nvPr/>
        </p:nvSpPr>
        <p:spPr>
          <a:xfrm>
            <a:off x="6318132" y="4920587"/>
            <a:ext cx="246655" cy="171315"/>
          </a:xfrm>
          <a:custGeom>
            <a:avLst/>
            <a:gdLst>
              <a:gd name="connsiteX0" fmla="*/ 245317 w 246655"/>
              <a:gd name="connsiteY0" fmla="*/ 170285 h 171315"/>
              <a:gd name="connsiteX1" fmla="*/ 24628 w 246655"/>
              <a:gd name="connsiteY1" fmla="*/ 41933 h 171315"/>
              <a:gd name="connsiteX2" fmla="*/ -1339 w 246655"/>
              <a:gd name="connsiteY2" fmla="*/ -1031 h 171315"/>
              <a:gd name="connsiteX3" fmla="*/ 219350 w 246655"/>
              <a:gd name="connsiteY3" fmla="*/ 126429 h 171315"/>
              <a:gd name="connsiteX4" fmla="*/ 245317 w 246655"/>
              <a:gd name="connsiteY4" fmla="*/ 170285 h 17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655" h="171315">
                <a:moveTo>
                  <a:pt x="245317" y="170285"/>
                </a:moveTo>
                <a:lnTo>
                  <a:pt x="24628" y="41933"/>
                </a:lnTo>
                <a:cubicBezTo>
                  <a:pt x="11199" y="34232"/>
                  <a:pt x="1878" y="19559"/>
                  <a:pt x="-1339" y="-1031"/>
                </a:cubicBezTo>
                <a:lnTo>
                  <a:pt x="219350" y="126429"/>
                </a:lnTo>
                <a:cubicBezTo>
                  <a:pt x="222496" y="147464"/>
                  <a:pt x="231887" y="162396"/>
                  <a:pt x="245317" y="170285"/>
                </a:cubicBezTo>
                <a:close/>
              </a:path>
            </a:pathLst>
          </a:custGeom>
          <a:solidFill>
            <a:srgbClr val="BBBFC8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845DFB40-DA78-1A41-5077-2DC08D45A7F8}"/>
              </a:ext>
            </a:extLst>
          </p:cNvPr>
          <p:cNvSpPr/>
          <p:nvPr/>
        </p:nvSpPr>
        <p:spPr>
          <a:xfrm>
            <a:off x="6442188" y="4729714"/>
            <a:ext cx="254895" cy="134596"/>
          </a:xfrm>
          <a:custGeom>
            <a:avLst/>
            <a:gdLst>
              <a:gd name="connsiteX0" fmla="*/ 253557 w 254895"/>
              <a:gd name="connsiteY0" fmla="*/ 133566 h 134596"/>
              <a:gd name="connsiteX1" fmla="*/ 247453 w 254895"/>
              <a:gd name="connsiteY1" fmla="*/ 130702 h 134596"/>
              <a:gd name="connsiteX2" fmla="*/ 245856 w 254895"/>
              <a:gd name="connsiteY2" fmla="*/ 130068 h 134596"/>
              <a:gd name="connsiteX3" fmla="*/ 240762 w 254895"/>
              <a:gd name="connsiteY3" fmla="*/ 128636 h 134596"/>
              <a:gd name="connsiteX4" fmla="*/ 239048 w 254895"/>
              <a:gd name="connsiteY4" fmla="*/ 128284 h 134596"/>
              <a:gd name="connsiteX5" fmla="*/ 232169 w 254895"/>
              <a:gd name="connsiteY5" fmla="*/ 127392 h 134596"/>
              <a:gd name="connsiteX6" fmla="*/ 230807 w 254895"/>
              <a:gd name="connsiteY6" fmla="*/ 127392 h 134596"/>
              <a:gd name="connsiteX7" fmla="*/ 224821 w 254895"/>
              <a:gd name="connsiteY7" fmla="*/ 127392 h 134596"/>
              <a:gd name="connsiteX8" fmla="*/ 222050 w 254895"/>
              <a:gd name="connsiteY8" fmla="*/ 127673 h 134596"/>
              <a:gd name="connsiteX9" fmla="*/ -1339 w 254895"/>
              <a:gd name="connsiteY9" fmla="*/ -326 h 134596"/>
              <a:gd name="connsiteX10" fmla="*/ 1244 w 254895"/>
              <a:gd name="connsiteY10" fmla="*/ -584 h 134596"/>
              <a:gd name="connsiteX11" fmla="*/ 4014 w 254895"/>
              <a:gd name="connsiteY11" fmla="*/ -843 h 134596"/>
              <a:gd name="connsiteX12" fmla="*/ 5634 w 254895"/>
              <a:gd name="connsiteY12" fmla="*/ -1031 h 134596"/>
              <a:gd name="connsiteX13" fmla="*/ 10025 w 254895"/>
              <a:gd name="connsiteY13" fmla="*/ -1031 h 134596"/>
              <a:gd name="connsiteX14" fmla="*/ 11809 w 254895"/>
              <a:gd name="connsiteY14" fmla="*/ -1031 h 134596"/>
              <a:gd name="connsiteX15" fmla="*/ 17443 w 254895"/>
              <a:gd name="connsiteY15" fmla="*/ -326 h 134596"/>
              <a:gd name="connsiteX16" fmla="*/ 18335 w 254895"/>
              <a:gd name="connsiteY16" fmla="*/ -138 h 134596"/>
              <a:gd name="connsiteX17" fmla="*/ 19956 w 254895"/>
              <a:gd name="connsiteY17" fmla="*/ 213 h 134596"/>
              <a:gd name="connsiteX18" fmla="*/ 22632 w 254895"/>
              <a:gd name="connsiteY18" fmla="*/ 847 h 134596"/>
              <a:gd name="connsiteX19" fmla="*/ 24980 w 254895"/>
              <a:gd name="connsiteY19" fmla="*/ 1740 h 134596"/>
              <a:gd name="connsiteX20" fmla="*/ 26599 w 254895"/>
              <a:gd name="connsiteY20" fmla="*/ 2280 h 134596"/>
              <a:gd name="connsiteX21" fmla="*/ 27492 w 254895"/>
              <a:gd name="connsiteY21" fmla="*/ 2632 h 134596"/>
              <a:gd name="connsiteX22" fmla="*/ 32187 w 254895"/>
              <a:gd name="connsiteY22" fmla="*/ 4979 h 134596"/>
              <a:gd name="connsiteX23" fmla="*/ 32633 w 254895"/>
              <a:gd name="connsiteY23" fmla="*/ 5332 h 13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4895" h="134596">
                <a:moveTo>
                  <a:pt x="253557" y="133566"/>
                </a:moveTo>
                <a:cubicBezTo>
                  <a:pt x="251608" y="132439"/>
                  <a:pt x="249566" y="131477"/>
                  <a:pt x="247453" y="130702"/>
                </a:cubicBezTo>
                <a:cubicBezTo>
                  <a:pt x="246936" y="130443"/>
                  <a:pt x="246396" y="130232"/>
                  <a:pt x="245856" y="130068"/>
                </a:cubicBezTo>
                <a:cubicBezTo>
                  <a:pt x="244190" y="129504"/>
                  <a:pt x="242476" y="129011"/>
                  <a:pt x="240762" y="128636"/>
                </a:cubicBezTo>
                <a:cubicBezTo>
                  <a:pt x="240198" y="128472"/>
                  <a:pt x="239635" y="128354"/>
                  <a:pt x="239048" y="128284"/>
                </a:cubicBezTo>
                <a:cubicBezTo>
                  <a:pt x="236794" y="127791"/>
                  <a:pt x="234493" y="127485"/>
                  <a:pt x="232169" y="127392"/>
                </a:cubicBezTo>
                <a:lnTo>
                  <a:pt x="230807" y="127392"/>
                </a:lnTo>
                <a:cubicBezTo>
                  <a:pt x="228835" y="127392"/>
                  <a:pt x="226886" y="127392"/>
                  <a:pt x="224821" y="127392"/>
                </a:cubicBezTo>
                <a:lnTo>
                  <a:pt x="222050" y="127673"/>
                </a:lnTo>
                <a:lnTo>
                  <a:pt x="-1339" y="-326"/>
                </a:lnTo>
                <a:cubicBezTo>
                  <a:pt x="-447" y="-490"/>
                  <a:pt x="352" y="-490"/>
                  <a:pt x="1244" y="-584"/>
                </a:cubicBezTo>
                <a:cubicBezTo>
                  <a:pt x="2160" y="-772"/>
                  <a:pt x="3075" y="-843"/>
                  <a:pt x="4014" y="-843"/>
                </a:cubicBezTo>
                <a:cubicBezTo>
                  <a:pt x="4554" y="-960"/>
                  <a:pt x="5094" y="-1007"/>
                  <a:pt x="5634" y="-1031"/>
                </a:cubicBezTo>
                <a:cubicBezTo>
                  <a:pt x="7067" y="-1031"/>
                  <a:pt x="8592" y="-1031"/>
                  <a:pt x="10025" y="-1031"/>
                </a:cubicBezTo>
                <a:lnTo>
                  <a:pt x="11809" y="-1031"/>
                </a:lnTo>
                <a:cubicBezTo>
                  <a:pt x="13687" y="-843"/>
                  <a:pt x="15565" y="-678"/>
                  <a:pt x="17443" y="-326"/>
                </a:cubicBezTo>
                <a:cubicBezTo>
                  <a:pt x="17748" y="-303"/>
                  <a:pt x="18054" y="-232"/>
                  <a:pt x="18335" y="-138"/>
                </a:cubicBezTo>
                <a:cubicBezTo>
                  <a:pt x="18876" y="-138"/>
                  <a:pt x="19416" y="143"/>
                  <a:pt x="19956" y="213"/>
                </a:cubicBezTo>
                <a:cubicBezTo>
                  <a:pt x="20496" y="284"/>
                  <a:pt x="21740" y="589"/>
                  <a:pt x="22632" y="847"/>
                </a:cubicBezTo>
                <a:cubicBezTo>
                  <a:pt x="23524" y="1106"/>
                  <a:pt x="24252" y="1481"/>
                  <a:pt x="24980" y="1740"/>
                </a:cubicBezTo>
                <a:lnTo>
                  <a:pt x="26599" y="2280"/>
                </a:lnTo>
                <a:cubicBezTo>
                  <a:pt x="26905" y="2374"/>
                  <a:pt x="27210" y="2491"/>
                  <a:pt x="27492" y="2632"/>
                </a:cubicBezTo>
                <a:cubicBezTo>
                  <a:pt x="29112" y="3313"/>
                  <a:pt x="30661" y="4111"/>
                  <a:pt x="32187" y="4979"/>
                </a:cubicBezTo>
                <a:cubicBezTo>
                  <a:pt x="32352" y="5050"/>
                  <a:pt x="32516" y="5191"/>
                  <a:pt x="32633" y="5332"/>
                </a:cubicBezTo>
                <a:close/>
              </a:path>
            </a:pathLst>
          </a:custGeom>
          <a:solidFill>
            <a:srgbClr val="BBBFC8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5BE9C636-FDDD-14F2-7BD3-4119FA898A74}"/>
              </a:ext>
            </a:extLst>
          </p:cNvPr>
          <p:cNvSpPr/>
          <p:nvPr/>
        </p:nvSpPr>
        <p:spPr>
          <a:xfrm>
            <a:off x="6529571" y="2714415"/>
            <a:ext cx="241020" cy="2405613"/>
          </a:xfrm>
          <a:custGeom>
            <a:avLst/>
            <a:gdLst>
              <a:gd name="connsiteX0" fmla="*/ 239682 w 241020"/>
              <a:gd name="connsiteY0" fmla="*/ 2341240 h 2405613"/>
              <a:gd name="connsiteX1" fmla="*/ 239682 w 241020"/>
              <a:gd name="connsiteY1" fmla="*/ 2342038 h 2405613"/>
              <a:gd name="connsiteX2" fmla="*/ 239400 w 241020"/>
              <a:gd name="connsiteY2" fmla="*/ 2344715 h 2405613"/>
              <a:gd name="connsiteX3" fmla="*/ 239048 w 241020"/>
              <a:gd name="connsiteY3" fmla="*/ 2347861 h 2405613"/>
              <a:gd name="connsiteX4" fmla="*/ 239048 w 241020"/>
              <a:gd name="connsiteY4" fmla="*/ 2348213 h 2405613"/>
              <a:gd name="connsiteX5" fmla="*/ 238250 w 241020"/>
              <a:gd name="connsiteY5" fmla="*/ 2351078 h 2405613"/>
              <a:gd name="connsiteX6" fmla="*/ 237451 w 241020"/>
              <a:gd name="connsiteY6" fmla="*/ 2354036 h 2405613"/>
              <a:gd name="connsiteX7" fmla="*/ 237264 w 241020"/>
              <a:gd name="connsiteY7" fmla="*/ 2354388 h 2405613"/>
              <a:gd name="connsiteX8" fmla="*/ 236114 w 241020"/>
              <a:gd name="connsiteY8" fmla="*/ 2356900 h 2405613"/>
              <a:gd name="connsiteX9" fmla="*/ 234493 w 241020"/>
              <a:gd name="connsiteY9" fmla="*/ 2360116 h 2405613"/>
              <a:gd name="connsiteX10" fmla="*/ 234306 w 241020"/>
              <a:gd name="connsiteY10" fmla="*/ 2360562 h 2405613"/>
              <a:gd name="connsiteX11" fmla="*/ 232967 w 241020"/>
              <a:gd name="connsiteY11" fmla="*/ 2362440 h 2405613"/>
              <a:gd name="connsiteX12" fmla="*/ 230197 w 241020"/>
              <a:gd name="connsiteY12" fmla="*/ 2366385 h 2405613"/>
              <a:gd name="connsiteX13" fmla="*/ 229845 w 241020"/>
              <a:gd name="connsiteY13" fmla="*/ 2367018 h 2405613"/>
              <a:gd name="connsiteX14" fmla="*/ 228507 w 241020"/>
              <a:gd name="connsiteY14" fmla="*/ 2368357 h 2405613"/>
              <a:gd name="connsiteX15" fmla="*/ 223928 w 241020"/>
              <a:gd name="connsiteY15" fmla="*/ 2373052 h 2405613"/>
              <a:gd name="connsiteX16" fmla="*/ 222848 w 241020"/>
              <a:gd name="connsiteY16" fmla="*/ 2374132 h 2405613"/>
              <a:gd name="connsiteX17" fmla="*/ 220970 w 241020"/>
              <a:gd name="connsiteY17" fmla="*/ 2375635 h 2405613"/>
              <a:gd name="connsiteX18" fmla="*/ 218106 w 241020"/>
              <a:gd name="connsiteY18" fmla="*/ 2377983 h 2405613"/>
              <a:gd name="connsiteX19" fmla="*/ 214185 w 241020"/>
              <a:gd name="connsiteY19" fmla="*/ 2380776 h 2405613"/>
              <a:gd name="connsiteX20" fmla="*/ 210781 w 241020"/>
              <a:gd name="connsiteY20" fmla="*/ 2382913 h 2405613"/>
              <a:gd name="connsiteX21" fmla="*/ 209349 w 241020"/>
              <a:gd name="connsiteY21" fmla="*/ 2383899 h 2405613"/>
              <a:gd name="connsiteX22" fmla="*/ 207189 w 241020"/>
              <a:gd name="connsiteY22" fmla="*/ 2385143 h 2405613"/>
              <a:gd name="connsiteX23" fmla="*/ 203785 w 241020"/>
              <a:gd name="connsiteY23" fmla="*/ 2387021 h 2405613"/>
              <a:gd name="connsiteX24" fmla="*/ 192704 w 241020"/>
              <a:gd name="connsiteY24" fmla="*/ 2392046 h 2405613"/>
              <a:gd name="connsiteX25" fmla="*/ 189299 w 241020"/>
              <a:gd name="connsiteY25" fmla="*/ 2393290 h 2405613"/>
              <a:gd name="connsiteX26" fmla="*/ 180424 w 241020"/>
              <a:gd name="connsiteY26" fmla="*/ 2396342 h 2405613"/>
              <a:gd name="connsiteX27" fmla="*/ 178288 w 241020"/>
              <a:gd name="connsiteY27" fmla="*/ 2397046 h 2405613"/>
              <a:gd name="connsiteX28" fmla="*/ 176598 w 241020"/>
              <a:gd name="connsiteY28" fmla="*/ 2397493 h 2405613"/>
              <a:gd name="connsiteX29" fmla="*/ 171480 w 241020"/>
              <a:gd name="connsiteY29" fmla="*/ 2398854 h 2405613"/>
              <a:gd name="connsiteX30" fmla="*/ 166197 w 241020"/>
              <a:gd name="connsiteY30" fmla="*/ 2400098 h 2405613"/>
              <a:gd name="connsiteX31" fmla="*/ 161009 w 241020"/>
              <a:gd name="connsiteY31" fmla="*/ 2401178 h 2405613"/>
              <a:gd name="connsiteX32" fmla="*/ 157440 w 241020"/>
              <a:gd name="connsiteY32" fmla="*/ 2401883 h 2405613"/>
              <a:gd name="connsiteX33" fmla="*/ 155914 w 241020"/>
              <a:gd name="connsiteY33" fmla="*/ 2402071 h 2405613"/>
              <a:gd name="connsiteX34" fmla="*/ 143119 w 241020"/>
              <a:gd name="connsiteY34" fmla="*/ 2403761 h 2405613"/>
              <a:gd name="connsiteX35" fmla="*/ 142767 w 241020"/>
              <a:gd name="connsiteY35" fmla="*/ 2403761 h 2405613"/>
              <a:gd name="connsiteX36" fmla="*/ 130676 w 241020"/>
              <a:gd name="connsiteY36" fmla="*/ 2404582 h 2405613"/>
              <a:gd name="connsiteX37" fmla="*/ 129948 w 241020"/>
              <a:gd name="connsiteY37" fmla="*/ 2404582 h 2405613"/>
              <a:gd name="connsiteX38" fmla="*/ 125933 w 241020"/>
              <a:gd name="connsiteY38" fmla="*/ 2404582 h 2405613"/>
              <a:gd name="connsiteX39" fmla="*/ 119125 w 241020"/>
              <a:gd name="connsiteY39" fmla="*/ 2404582 h 2405613"/>
              <a:gd name="connsiteX40" fmla="*/ 118045 w 241020"/>
              <a:gd name="connsiteY40" fmla="*/ 2404582 h 2405613"/>
              <a:gd name="connsiteX41" fmla="*/ 113842 w 241020"/>
              <a:gd name="connsiteY41" fmla="*/ 2404324 h 2405613"/>
              <a:gd name="connsiteX42" fmla="*/ 107761 w 241020"/>
              <a:gd name="connsiteY42" fmla="*/ 2404042 h 2405613"/>
              <a:gd name="connsiteX43" fmla="*/ 106588 w 241020"/>
              <a:gd name="connsiteY43" fmla="*/ 2404042 h 2405613"/>
              <a:gd name="connsiteX44" fmla="*/ 102573 w 241020"/>
              <a:gd name="connsiteY44" fmla="*/ 2403596 h 2405613"/>
              <a:gd name="connsiteX45" fmla="*/ 96563 w 241020"/>
              <a:gd name="connsiteY45" fmla="*/ 2402986 h 2405613"/>
              <a:gd name="connsiteX46" fmla="*/ 95225 w 241020"/>
              <a:gd name="connsiteY46" fmla="*/ 2402986 h 2405613"/>
              <a:gd name="connsiteX47" fmla="*/ 91656 w 241020"/>
              <a:gd name="connsiteY47" fmla="*/ 2402446 h 2405613"/>
              <a:gd name="connsiteX48" fmla="*/ 85294 w 241020"/>
              <a:gd name="connsiteY48" fmla="*/ 2401460 h 2405613"/>
              <a:gd name="connsiteX49" fmla="*/ 83767 w 241020"/>
              <a:gd name="connsiteY49" fmla="*/ 2401202 h 2405613"/>
              <a:gd name="connsiteX50" fmla="*/ 80903 w 241020"/>
              <a:gd name="connsiteY50" fmla="*/ 2400568 h 2405613"/>
              <a:gd name="connsiteX51" fmla="*/ 73578 w 241020"/>
              <a:gd name="connsiteY51" fmla="*/ 2398854 h 2405613"/>
              <a:gd name="connsiteX52" fmla="*/ 71418 w 241020"/>
              <a:gd name="connsiteY52" fmla="*/ 2398408 h 2405613"/>
              <a:gd name="connsiteX53" fmla="*/ 69634 w 241020"/>
              <a:gd name="connsiteY53" fmla="*/ 2397892 h 2405613"/>
              <a:gd name="connsiteX54" fmla="*/ 58905 w 241020"/>
              <a:gd name="connsiteY54" fmla="*/ 2394581 h 2405613"/>
              <a:gd name="connsiteX55" fmla="*/ 57285 w 241020"/>
              <a:gd name="connsiteY55" fmla="*/ 2394041 h 2405613"/>
              <a:gd name="connsiteX56" fmla="*/ 56839 w 241020"/>
              <a:gd name="connsiteY56" fmla="*/ 2393853 h 2405613"/>
              <a:gd name="connsiteX57" fmla="*/ 50383 w 241020"/>
              <a:gd name="connsiteY57" fmla="*/ 2391247 h 2405613"/>
              <a:gd name="connsiteX58" fmla="*/ 47166 w 241020"/>
              <a:gd name="connsiteY58" fmla="*/ 2389909 h 2405613"/>
              <a:gd name="connsiteX59" fmla="*/ 38221 w 241020"/>
              <a:gd name="connsiteY59" fmla="*/ 2385354 h 2405613"/>
              <a:gd name="connsiteX60" fmla="*/ 5564 w 241020"/>
              <a:gd name="connsiteY60" fmla="*/ 2341850 h 2405613"/>
              <a:gd name="connsiteX61" fmla="*/ 5024 w 241020"/>
              <a:gd name="connsiteY61" fmla="*/ 2152387 h 2405613"/>
              <a:gd name="connsiteX62" fmla="*/ 3756 w 241020"/>
              <a:gd name="connsiteY62" fmla="*/ 1756439 h 2405613"/>
              <a:gd name="connsiteX63" fmla="*/ 3404 w 241020"/>
              <a:gd name="connsiteY63" fmla="*/ 1619869 h 2405613"/>
              <a:gd name="connsiteX64" fmla="*/ 2699 w 241020"/>
              <a:gd name="connsiteY64" fmla="*/ 1390916 h 2405613"/>
              <a:gd name="connsiteX65" fmla="*/ 2254 w 241020"/>
              <a:gd name="connsiteY65" fmla="*/ 1257752 h 2405613"/>
              <a:gd name="connsiteX66" fmla="*/ 1526 w 241020"/>
              <a:gd name="connsiteY66" fmla="*/ 1012975 h 2405613"/>
              <a:gd name="connsiteX67" fmla="*/ 821 w 241020"/>
              <a:gd name="connsiteY67" fmla="*/ 784210 h 2405613"/>
              <a:gd name="connsiteX68" fmla="*/ 446 w 241020"/>
              <a:gd name="connsiteY68" fmla="*/ 647618 h 2405613"/>
              <a:gd name="connsiteX69" fmla="*/ -799 w 241020"/>
              <a:gd name="connsiteY69" fmla="*/ 252210 h 2405613"/>
              <a:gd name="connsiteX70" fmla="*/ -1339 w 241020"/>
              <a:gd name="connsiteY70" fmla="*/ 62206 h 2405613"/>
              <a:gd name="connsiteX71" fmla="*/ -1339 w 241020"/>
              <a:gd name="connsiteY71" fmla="*/ 61502 h 2405613"/>
              <a:gd name="connsiteX72" fmla="*/ -1080 w 241020"/>
              <a:gd name="connsiteY72" fmla="*/ 58731 h 2405613"/>
              <a:gd name="connsiteX73" fmla="*/ -705 w 241020"/>
              <a:gd name="connsiteY73" fmla="*/ 55585 h 2405613"/>
              <a:gd name="connsiteX74" fmla="*/ -705 w 241020"/>
              <a:gd name="connsiteY74" fmla="*/ 55327 h 2405613"/>
              <a:gd name="connsiteX75" fmla="*/ 188 w 241020"/>
              <a:gd name="connsiteY75" fmla="*/ 52556 h 2405613"/>
              <a:gd name="connsiteX76" fmla="*/ 986 w 241020"/>
              <a:gd name="connsiteY76" fmla="*/ 49599 h 2405613"/>
              <a:gd name="connsiteX77" fmla="*/ 986 w 241020"/>
              <a:gd name="connsiteY77" fmla="*/ 49246 h 2405613"/>
              <a:gd name="connsiteX78" fmla="*/ 2230 w 241020"/>
              <a:gd name="connsiteY78" fmla="*/ 46734 h 2405613"/>
              <a:gd name="connsiteX79" fmla="*/ 3850 w 241020"/>
              <a:gd name="connsiteY79" fmla="*/ 43424 h 2405613"/>
              <a:gd name="connsiteX80" fmla="*/ 4038 w 241020"/>
              <a:gd name="connsiteY80" fmla="*/ 43072 h 2405613"/>
              <a:gd name="connsiteX81" fmla="*/ 5376 w 241020"/>
              <a:gd name="connsiteY81" fmla="*/ 41193 h 2405613"/>
              <a:gd name="connsiteX82" fmla="*/ 8146 w 241020"/>
              <a:gd name="connsiteY82" fmla="*/ 37249 h 2405613"/>
              <a:gd name="connsiteX83" fmla="*/ 8498 w 241020"/>
              <a:gd name="connsiteY83" fmla="*/ 36615 h 2405613"/>
              <a:gd name="connsiteX84" fmla="*/ 9837 w 241020"/>
              <a:gd name="connsiteY84" fmla="*/ 35277 h 2405613"/>
              <a:gd name="connsiteX85" fmla="*/ 14415 w 241020"/>
              <a:gd name="connsiteY85" fmla="*/ 30582 h 2405613"/>
              <a:gd name="connsiteX86" fmla="*/ 15495 w 241020"/>
              <a:gd name="connsiteY86" fmla="*/ 29408 h 2405613"/>
              <a:gd name="connsiteX87" fmla="*/ 17373 w 241020"/>
              <a:gd name="connsiteY87" fmla="*/ 27976 h 2405613"/>
              <a:gd name="connsiteX88" fmla="*/ 20237 w 241020"/>
              <a:gd name="connsiteY88" fmla="*/ 25628 h 2405613"/>
              <a:gd name="connsiteX89" fmla="*/ 24158 w 241020"/>
              <a:gd name="connsiteY89" fmla="*/ 22858 h 2405613"/>
              <a:gd name="connsiteX90" fmla="*/ 27562 w 241020"/>
              <a:gd name="connsiteY90" fmla="*/ 20510 h 2405613"/>
              <a:gd name="connsiteX91" fmla="*/ 28994 w 241020"/>
              <a:gd name="connsiteY91" fmla="*/ 19524 h 2405613"/>
              <a:gd name="connsiteX92" fmla="*/ 34559 w 241020"/>
              <a:gd name="connsiteY92" fmla="*/ 16471 h 2405613"/>
              <a:gd name="connsiteX93" fmla="*/ 45640 w 241020"/>
              <a:gd name="connsiteY93" fmla="*/ 11471 h 2405613"/>
              <a:gd name="connsiteX94" fmla="*/ 49044 w 241020"/>
              <a:gd name="connsiteY94" fmla="*/ 10133 h 2405613"/>
              <a:gd name="connsiteX95" fmla="*/ 57895 w 241020"/>
              <a:gd name="connsiteY95" fmla="*/ 7080 h 2405613"/>
              <a:gd name="connsiteX96" fmla="*/ 60056 w 241020"/>
              <a:gd name="connsiteY96" fmla="*/ 6353 h 2405613"/>
              <a:gd name="connsiteX97" fmla="*/ 61746 w 241020"/>
              <a:gd name="connsiteY97" fmla="*/ 5907 h 2405613"/>
              <a:gd name="connsiteX98" fmla="*/ 66770 w 241020"/>
              <a:gd name="connsiteY98" fmla="*/ 4569 h 2405613"/>
              <a:gd name="connsiteX99" fmla="*/ 72146 w 241020"/>
              <a:gd name="connsiteY99" fmla="*/ 3324 h 2405613"/>
              <a:gd name="connsiteX100" fmla="*/ 77335 w 241020"/>
              <a:gd name="connsiteY100" fmla="*/ 2338 h 2405613"/>
              <a:gd name="connsiteX101" fmla="*/ 80903 w 241020"/>
              <a:gd name="connsiteY101" fmla="*/ 1610 h 2405613"/>
              <a:gd name="connsiteX102" fmla="*/ 82429 w 241020"/>
              <a:gd name="connsiteY102" fmla="*/ 1446 h 2405613"/>
              <a:gd name="connsiteX103" fmla="*/ 95131 w 241020"/>
              <a:gd name="connsiteY103" fmla="*/ -268 h 2405613"/>
              <a:gd name="connsiteX104" fmla="*/ 95577 w 241020"/>
              <a:gd name="connsiteY104" fmla="*/ -268 h 2405613"/>
              <a:gd name="connsiteX105" fmla="*/ 107667 w 241020"/>
              <a:gd name="connsiteY105" fmla="*/ -996 h 2405613"/>
              <a:gd name="connsiteX106" fmla="*/ 108395 w 241020"/>
              <a:gd name="connsiteY106" fmla="*/ -996 h 2405613"/>
              <a:gd name="connsiteX107" fmla="*/ 112410 w 241020"/>
              <a:gd name="connsiteY107" fmla="*/ -996 h 2405613"/>
              <a:gd name="connsiteX108" fmla="*/ 119219 w 241020"/>
              <a:gd name="connsiteY108" fmla="*/ -996 h 2405613"/>
              <a:gd name="connsiteX109" fmla="*/ 120299 w 241020"/>
              <a:gd name="connsiteY109" fmla="*/ -996 h 2405613"/>
              <a:gd name="connsiteX110" fmla="*/ 124501 w 241020"/>
              <a:gd name="connsiteY110" fmla="*/ -808 h 2405613"/>
              <a:gd name="connsiteX111" fmla="*/ 130488 w 241020"/>
              <a:gd name="connsiteY111" fmla="*/ -550 h 2405613"/>
              <a:gd name="connsiteX112" fmla="*/ 131732 w 241020"/>
              <a:gd name="connsiteY112" fmla="*/ -550 h 2405613"/>
              <a:gd name="connsiteX113" fmla="*/ 135864 w 241020"/>
              <a:gd name="connsiteY113" fmla="*/ -174 h 2405613"/>
              <a:gd name="connsiteX114" fmla="*/ 141757 w 241020"/>
              <a:gd name="connsiteY114" fmla="*/ 436 h 2405613"/>
              <a:gd name="connsiteX115" fmla="*/ 143025 w 241020"/>
              <a:gd name="connsiteY115" fmla="*/ 624 h 2405613"/>
              <a:gd name="connsiteX116" fmla="*/ 146687 w 241020"/>
              <a:gd name="connsiteY116" fmla="*/ 1164 h 2405613"/>
              <a:gd name="connsiteX117" fmla="*/ 152956 w 241020"/>
              <a:gd name="connsiteY117" fmla="*/ 2150 h 2405613"/>
              <a:gd name="connsiteX118" fmla="*/ 154576 w 241020"/>
              <a:gd name="connsiteY118" fmla="*/ 2408 h 2405613"/>
              <a:gd name="connsiteX119" fmla="*/ 157440 w 241020"/>
              <a:gd name="connsiteY119" fmla="*/ 3042 h 2405613"/>
              <a:gd name="connsiteX120" fmla="*/ 164671 w 241020"/>
              <a:gd name="connsiteY120" fmla="*/ 4639 h 2405613"/>
              <a:gd name="connsiteX121" fmla="*/ 167019 w 241020"/>
              <a:gd name="connsiteY121" fmla="*/ 5085 h 2405613"/>
              <a:gd name="connsiteX122" fmla="*/ 168803 w 241020"/>
              <a:gd name="connsiteY122" fmla="*/ 5719 h 2405613"/>
              <a:gd name="connsiteX123" fmla="*/ 179532 w 241020"/>
              <a:gd name="connsiteY123" fmla="*/ 9029 h 2405613"/>
              <a:gd name="connsiteX124" fmla="*/ 181058 w 241020"/>
              <a:gd name="connsiteY124" fmla="*/ 9475 h 2405613"/>
              <a:gd name="connsiteX125" fmla="*/ 181598 w 241020"/>
              <a:gd name="connsiteY125" fmla="*/ 9757 h 2405613"/>
              <a:gd name="connsiteX126" fmla="*/ 188031 w 241020"/>
              <a:gd name="connsiteY126" fmla="*/ 12339 h 2405613"/>
              <a:gd name="connsiteX127" fmla="*/ 191271 w 241020"/>
              <a:gd name="connsiteY127" fmla="*/ 13607 h 2405613"/>
              <a:gd name="connsiteX128" fmla="*/ 200216 w 241020"/>
              <a:gd name="connsiteY128" fmla="*/ 18162 h 2405613"/>
              <a:gd name="connsiteX129" fmla="*/ 232873 w 241020"/>
              <a:gd name="connsiteY129" fmla="*/ 61760 h 2405613"/>
              <a:gd name="connsiteX130" fmla="*/ 233507 w 241020"/>
              <a:gd name="connsiteY130" fmla="*/ 267681 h 2405613"/>
              <a:gd name="connsiteX131" fmla="*/ 234399 w 241020"/>
              <a:gd name="connsiteY131" fmla="*/ 567067 h 2405613"/>
              <a:gd name="connsiteX132" fmla="*/ 234846 w 241020"/>
              <a:gd name="connsiteY132" fmla="*/ 719835 h 2405613"/>
              <a:gd name="connsiteX133" fmla="*/ 235573 w 241020"/>
              <a:gd name="connsiteY133" fmla="*/ 946816 h 2405613"/>
              <a:gd name="connsiteX134" fmla="*/ 235573 w 241020"/>
              <a:gd name="connsiteY134" fmla="*/ 996118 h 2405613"/>
              <a:gd name="connsiteX135" fmla="*/ 236183 w 241020"/>
              <a:gd name="connsiteY135" fmla="*/ 1201876 h 2405613"/>
              <a:gd name="connsiteX136" fmla="*/ 236817 w 241020"/>
              <a:gd name="connsiteY136" fmla="*/ 1406294 h 2405613"/>
              <a:gd name="connsiteX137" fmla="*/ 237005 w 241020"/>
              <a:gd name="connsiteY137" fmla="*/ 1457147 h 2405613"/>
              <a:gd name="connsiteX138" fmla="*/ 237710 w 241020"/>
              <a:gd name="connsiteY138" fmla="*/ 1683306 h 2405613"/>
              <a:gd name="connsiteX139" fmla="*/ 238156 w 241020"/>
              <a:gd name="connsiteY139" fmla="*/ 1837342 h 2405613"/>
              <a:gd name="connsiteX140" fmla="*/ 239048 w 241020"/>
              <a:gd name="connsiteY140" fmla="*/ 2134826 h 2405613"/>
              <a:gd name="connsiteX141" fmla="*/ 239588 w 241020"/>
              <a:gd name="connsiteY141" fmla="*/ 2301516 h 240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241020" h="2405613">
                <a:moveTo>
                  <a:pt x="239682" y="2341240"/>
                </a:moveTo>
                <a:lnTo>
                  <a:pt x="239682" y="2342038"/>
                </a:lnTo>
                <a:cubicBezTo>
                  <a:pt x="239635" y="2342930"/>
                  <a:pt x="239541" y="2343823"/>
                  <a:pt x="239400" y="2344715"/>
                </a:cubicBezTo>
                <a:cubicBezTo>
                  <a:pt x="239353" y="2345772"/>
                  <a:pt x="239236" y="2346828"/>
                  <a:pt x="239048" y="2347861"/>
                </a:cubicBezTo>
                <a:cubicBezTo>
                  <a:pt x="239095" y="2347978"/>
                  <a:pt x="239095" y="2348096"/>
                  <a:pt x="239048" y="2348213"/>
                </a:cubicBezTo>
                <a:cubicBezTo>
                  <a:pt x="238837" y="2349176"/>
                  <a:pt x="238578" y="2350138"/>
                  <a:pt x="238250" y="2351078"/>
                </a:cubicBezTo>
                <a:cubicBezTo>
                  <a:pt x="237991" y="2352063"/>
                  <a:pt x="237804" y="2353049"/>
                  <a:pt x="237451" y="2354036"/>
                </a:cubicBezTo>
                <a:cubicBezTo>
                  <a:pt x="237451" y="2354036"/>
                  <a:pt x="237451" y="2354200"/>
                  <a:pt x="237264" y="2354388"/>
                </a:cubicBezTo>
                <a:cubicBezTo>
                  <a:pt x="237005" y="2355186"/>
                  <a:pt x="236465" y="2356007"/>
                  <a:pt x="236114" y="2356900"/>
                </a:cubicBezTo>
                <a:cubicBezTo>
                  <a:pt x="235761" y="2357792"/>
                  <a:pt x="235127" y="2359036"/>
                  <a:pt x="234493" y="2360116"/>
                </a:cubicBezTo>
                <a:cubicBezTo>
                  <a:pt x="234493" y="2360304"/>
                  <a:pt x="234493" y="2360375"/>
                  <a:pt x="234306" y="2360562"/>
                </a:cubicBezTo>
                <a:cubicBezTo>
                  <a:pt x="233953" y="2361196"/>
                  <a:pt x="233413" y="2361736"/>
                  <a:pt x="232967" y="2362440"/>
                </a:cubicBezTo>
                <a:cubicBezTo>
                  <a:pt x="232122" y="2363802"/>
                  <a:pt x="231206" y="2365117"/>
                  <a:pt x="230197" y="2366385"/>
                </a:cubicBezTo>
                <a:cubicBezTo>
                  <a:pt x="230056" y="2366572"/>
                  <a:pt x="229939" y="2366784"/>
                  <a:pt x="229845" y="2367018"/>
                </a:cubicBezTo>
                <a:cubicBezTo>
                  <a:pt x="229375" y="2367441"/>
                  <a:pt x="228929" y="2367887"/>
                  <a:pt x="228507" y="2368357"/>
                </a:cubicBezTo>
                <a:cubicBezTo>
                  <a:pt x="227074" y="2369953"/>
                  <a:pt x="225549" y="2371479"/>
                  <a:pt x="223928" y="2373052"/>
                </a:cubicBezTo>
                <a:cubicBezTo>
                  <a:pt x="223553" y="2373381"/>
                  <a:pt x="223177" y="2373757"/>
                  <a:pt x="222848" y="2374132"/>
                </a:cubicBezTo>
                <a:cubicBezTo>
                  <a:pt x="222238" y="2374648"/>
                  <a:pt x="221604" y="2375095"/>
                  <a:pt x="220970" y="2375635"/>
                </a:cubicBezTo>
                <a:lnTo>
                  <a:pt x="218106" y="2377983"/>
                </a:lnTo>
                <a:cubicBezTo>
                  <a:pt x="216861" y="2378898"/>
                  <a:pt x="215524" y="2379861"/>
                  <a:pt x="214185" y="2380776"/>
                </a:cubicBezTo>
                <a:cubicBezTo>
                  <a:pt x="212847" y="2381692"/>
                  <a:pt x="211838" y="2382209"/>
                  <a:pt x="210781" y="2382913"/>
                </a:cubicBezTo>
                <a:cubicBezTo>
                  <a:pt x="210335" y="2383289"/>
                  <a:pt x="209865" y="2383617"/>
                  <a:pt x="209349" y="2383899"/>
                </a:cubicBezTo>
                <a:cubicBezTo>
                  <a:pt x="208621" y="2384345"/>
                  <a:pt x="207917" y="2384697"/>
                  <a:pt x="207189" y="2385143"/>
                </a:cubicBezTo>
                <a:cubicBezTo>
                  <a:pt x="206461" y="2385589"/>
                  <a:pt x="204959" y="2386411"/>
                  <a:pt x="203785" y="2387021"/>
                </a:cubicBezTo>
                <a:cubicBezTo>
                  <a:pt x="200216" y="2388829"/>
                  <a:pt x="196554" y="2390519"/>
                  <a:pt x="192704" y="2392046"/>
                </a:cubicBezTo>
                <a:cubicBezTo>
                  <a:pt x="191623" y="2392492"/>
                  <a:pt x="190356" y="2392938"/>
                  <a:pt x="189299" y="2393290"/>
                </a:cubicBezTo>
                <a:cubicBezTo>
                  <a:pt x="186388" y="2394464"/>
                  <a:pt x="183429" y="2395473"/>
                  <a:pt x="180424" y="2396342"/>
                </a:cubicBezTo>
                <a:cubicBezTo>
                  <a:pt x="179720" y="2396624"/>
                  <a:pt x="179016" y="2396859"/>
                  <a:pt x="178288" y="2397046"/>
                </a:cubicBezTo>
                <a:cubicBezTo>
                  <a:pt x="177748" y="2397258"/>
                  <a:pt x="177185" y="2397399"/>
                  <a:pt x="176598" y="2397493"/>
                </a:cubicBezTo>
                <a:cubicBezTo>
                  <a:pt x="174884" y="2398033"/>
                  <a:pt x="173194" y="2398408"/>
                  <a:pt x="171480" y="2398854"/>
                </a:cubicBezTo>
                <a:cubicBezTo>
                  <a:pt x="169766" y="2399300"/>
                  <a:pt x="168005" y="2399746"/>
                  <a:pt x="166197" y="2400098"/>
                </a:cubicBezTo>
                <a:lnTo>
                  <a:pt x="161009" y="2401178"/>
                </a:lnTo>
                <a:cubicBezTo>
                  <a:pt x="159858" y="2401343"/>
                  <a:pt x="158661" y="2401624"/>
                  <a:pt x="157440" y="2401883"/>
                </a:cubicBezTo>
                <a:cubicBezTo>
                  <a:pt x="156994" y="2401883"/>
                  <a:pt x="156454" y="2401883"/>
                  <a:pt x="155914" y="2402071"/>
                </a:cubicBezTo>
                <a:cubicBezTo>
                  <a:pt x="151711" y="2402705"/>
                  <a:pt x="147415" y="2403315"/>
                  <a:pt x="143119" y="2403761"/>
                </a:cubicBezTo>
                <a:lnTo>
                  <a:pt x="142767" y="2403761"/>
                </a:lnTo>
                <a:cubicBezTo>
                  <a:pt x="138728" y="2404136"/>
                  <a:pt x="134690" y="2404395"/>
                  <a:pt x="130676" y="2404582"/>
                </a:cubicBezTo>
                <a:lnTo>
                  <a:pt x="129948" y="2404582"/>
                </a:lnTo>
                <a:cubicBezTo>
                  <a:pt x="128610" y="2404582"/>
                  <a:pt x="127271" y="2404582"/>
                  <a:pt x="125933" y="2404582"/>
                </a:cubicBezTo>
                <a:cubicBezTo>
                  <a:pt x="123585" y="2404582"/>
                  <a:pt x="121355" y="2404582"/>
                  <a:pt x="119125" y="2404582"/>
                </a:cubicBezTo>
                <a:cubicBezTo>
                  <a:pt x="118772" y="2404582"/>
                  <a:pt x="118420" y="2404582"/>
                  <a:pt x="118045" y="2404582"/>
                </a:cubicBezTo>
                <a:lnTo>
                  <a:pt x="113842" y="2404324"/>
                </a:lnTo>
                <a:cubicBezTo>
                  <a:pt x="111800" y="2404324"/>
                  <a:pt x="109828" y="2404324"/>
                  <a:pt x="107761" y="2404042"/>
                </a:cubicBezTo>
                <a:lnTo>
                  <a:pt x="106588" y="2404042"/>
                </a:lnTo>
                <a:cubicBezTo>
                  <a:pt x="105250" y="2404042"/>
                  <a:pt x="103911" y="2403690"/>
                  <a:pt x="102573" y="2403596"/>
                </a:cubicBezTo>
                <a:cubicBezTo>
                  <a:pt x="100507" y="2403432"/>
                  <a:pt x="98535" y="2403245"/>
                  <a:pt x="96563" y="2402986"/>
                </a:cubicBezTo>
                <a:cubicBezTo>
                  <a:pt x="96117" y="2403033"/>
                  <a:pt x="95671" y="2403033"/>
                  <a:pt x="95225" y="2402986"/>
                </a:cubicBezTo>
                <a:lnTo>
                  <a:pt x="91656" y="2402446"/>
                </a:lnTo>
                <a:lnTo>
                  <a:pt x="85294" y="2401460"/>
                </a:lnTo>
                <a:cubicBezTo>
                  <a:pt x="84800" y="2401319"/>
                  <a:pt x="84284" y="2401225"/>
                  <a:pt x="83767" y="2401202"/>
                </a:cubicBezTo>
                <a:cubicBezTo>
                  <a:pt x="82782" y="2401014"/>
                  <a:pt x="81889" y="2400756"/>
                  <a:pt x="80903" y="2400568"/>
                </a:cubicBezTo>
                <a:cubicBezTo>
                  <a:pt x="78415" y="2400028"/>
                  <a:pt x="75996" y="2399488"/>
                  <a:pt x="73578" y="2398854"/>
                </a:cubicBezTo>
                <a:cubicBezTo>
                  <a:pt x="72851" y="2398689"/>
                  <a:pt x="72146" y="2398596"/>
                  <a:pt x="71418" y="2398408"/>
                </a:cubicBezTo>
                <a:lnTo>
                  <a:pt x="69634" y="2397892"/>
                </a:lnTo>
                <a:cubicBezTo>
                  <a:pt x="65971" y="2396906"/>
                  <a:pt x="62380" y="2395732"/>
                  <a:pt x="58905" y="2394581"/>
                </a:cubicBezTo>
                <a:lnTo>
                  <a:pt x="57285" y="2394041"/>
                </a:lnTo>
                <a:cubicBezTo>
                  <a:pt x="57097" y="2394041"/>
                  <a:pt x="57027" y="2394041"/>
                  <a:pt x="56839" y="2393853"/>
                </a:cubicBezTo>
                <a:cubicBezTo>
                  <a:pt x="54609" y="2393055"/>
                  <a:pt x="52448" y="2392163"/>
                  <a:pt x="50383" y="2391247"/>
                </a:cubicBezTo>
                <a:lnTo>
                  <a:pt x="47166" y="2389909"/>
                </a:lnTo>
                <a:cubicBezTo>
                  <a:pt x="44044" y="2388477"/>
                  <a:pt x="41085" y="2386951"/>
                  <a:pt x="38221" y="2385354"/>
                </a:cubicBezTo>
                <a:cubicBezTo>
                  <a:pt x="16481" y="2373170"/>
                  <a:pt x="5634" y="2357510"/>
                  <a:pt x="5564" y="2341850"/>
                </a:cubicBezTo>
                <a:cubicBezTo>
                  <a:pt x="5376" y="2280457"/>
                  <a:pt x="5188" y="2217091"/>
                  <a:pt x="5024" y="2152387"/>
                </a:cubicBezTo>
                <a:lnTo>
                  <a:pt x="3756" y="1756439"/>
                </a:lnTo>
                <a:cubicBezTo>
                  <a:pt x="3662" y="1711244"/>
                  <a:pt x="3545" y="1665721"/>
                  <a:pt x="3404" y="1619869"/>
                </a:cubicBezTo>
                <a:lnTo>
                  <a:pt x="2699" y="1390916"/>
                </a:lnTo>
                <a:cubicBezTo>
                  <a:pt x="2512" y="1346615"/>
                  <a:pt x="2418" y="1302148"/>
                  <a:pt x="2254" y="1257752"/>
                </a:cubicBezTo>
                <a:lnTo>
                  <a:pt x="1526" y="1012975"/>
                </a:lnTo>
                <a:cubicBezTo>
                  <a:pt x="1338" y="936180"/>
                  <a:pt x="1103" y="859925"/>
                  <a:pt x="821" y="784210"/>
                </a:cubicBezTo>
                <a:lnTo>
                  <a:pt x="446" y="647618"/>
                </a:lnTo>
                <a:cubicBezTo>
                  <a:pt x="0" y="511683"/>
                  <a:pt x="-353" y="379035"/>
                  <a:pt x="-799" y="252210"/>
                </a:cubicBezTo>
                <a:lnTo>
                  <a:pt x="-1339" y="62206"/>
                </a:lnTo>
                <a:lnTo>
                  <a:pt x="-1339" y="61502"/>
                </a:lnTo>
                <a:cubicBezTo>
                  <a:pt x="-1339" y="60609"/>
                  <a:pt x="-1151" y="59717"/>
                  <a:pt x="-1080" y="58731"/>
                </a:cubicBezTo>
                <a:cubicBezTo>
                  <a:pt x="-1010" y="57745"/>
                  <a:pt x="-893" y="56665"/>
                  <a:pt x="-705" y="55585"/>
                </a:cubicBezTo>
                <a:lnTo>
                  <a:pt x="-705" y="55327"/>
                </a:lnTo>
                <a:cubicBezTo>
                  <a:pt x="-446" y="54435"/>
                  <a:pt x="-94" y="53449"/>
                  <a:pt x="188" y="52556"/>
                </a:cubicBezTo>
                <a:cubicBezTo>
                  <a:pt x="469" y="51664"/>
                  <a:pt x="634" y="50584"/>
                  <a:pt x="986" y="49599"/>
                </a:cubicBezTo>
                <a:cubicBezTo>
                  <a:pt x="1009" y="49481"/>
                  <a:pt x="1009" y="49364"/>
                  <a:pt x="986" y="49246"/>
                </a:cubicBezTo>
                <a:cubicBezTo>
                  <a:pt x="1338" y="48425"/>
                  <a:pt x="1878" y="47532"/>
                  <a:pt x="2230" y="46734"/>
                </a:cubicBezTo>
                <a:cubicBezTo>
                  <a:pt x="2582" y="45936"/>
                  <a:pt x="3216" y="44504"/>
                  <a:pt x="3850" y="43424"/>
                </a:cubicBezTo>
                <a:cubicBezTo>
                  <a:pt x="3850" y="43424"/>
                  <a:pt x="3850" y="43142"/>
                  <a:pt x="4038" y="43072"/>
                </a:cubicBezTo>
                <a:cubicBezTo>
                  <a:pt x="4437" y="42414"/>
                  <a:pt x="4883" y="41804"/>
                  <a:pt x="5376" y="41193"/>
                </a:cubicBezTo>
                <a:cubicBezTo>
                  <a:pt x="6174" y="39785"/>
                  <a:pt x="7114" y="38470"/>
                  <a:pt x="8146" y="37249"/>
                </a:cubicBezTo>
                <a:cubicBezTo>
                  <a:pt x="8217" y="37014"/>
                  <a:pt x="8334" y="36803"/>
                  <a:pt x="8498" y="36615"/>
                </a:cubicBezTo>
                <a:lnTo>
                  <a:pt x="9837" y="35277"/>
                </a:lnTo>
                <a:cubicBezTo>
                  <a:pt x="11269" y="33657"/>
                  <a:pt x="12795" y="32061"/>
                  <a:pt x="14415" y="30582"/>
                </a:cubicBezTo>
                <a:cubicBezTo>
                  <a:pt x="14791" y="30206"/>
                  <a:pt x="15166" y="29830"/>
                  <a:pt x="15495" y="29408"/>
                </a:cubicBezTo>
                <a:cubicBezTo>
                  <a:pt x="16012" y="28962"/>
                  <a:pt x="16739" y="28422"/>
                  <a:pt x="17373" y="27976"/>
                </a:cubicBezTo>
                <a:cubicBezTo>
                  <a:pt x="18007" y="27530"/>
                  <a:pt x="19251" y="26379"/>
                  <a:pt x="20237" y="25628"/>
                </a:cubicBezTo>
                <a:cubicBezTo>
                  <a:pt x="21224" y="24877"/>
                  <a:pt x="22820" y="23750"/>
                  <a:pt x="24158" y="22858"/>
                </a:cubicBezTo>
                <a:cubicBezTo>
                  <a:pt x="25496" y="21965"/>
                  <a:pt x="26506" y="21331"/>
                  <a:pt x="27562" y="20510"/>
                </a:cubicBezTo>
                <a:cubicBezTo>
                  <a:pt x="28008" y="20228"/>
                  <a:pt x="28454" y="19876"/>
                  <a:pt x="28994" y="19524"/>
                </a:cubicBezTo>
                <a:cubicBezTo>
                  <a:pt x="30779" y="18444"/>
                  <a:pt x="32657" y="17458"/>
                  <a:pt x="34559" y="16471"/>
                </a:cubicBezTo>
                <a:cubicBezTo>
                  <a:pt x="38151" y="14617"/>
                  <a:pt x="41860" y="12926"/>
                  <a:pt x="45640" y="11471"/>
                </a:cubicBezTo>
                <a:lnTo>
                  <a:pt x="49044" y="10133"/>
                </a:lnTo>
                <a:cubicBezTo>
                  <a:pt x="51908" y="9053"/>
                  <a:pt x="54867" y="8067"/>
                  <a:pt x="57895" y="7080"/>
                </a:cubicBezTo>
                <a:cubicBezTo>
                  <a:pt x="58623" y="6869"/>
                  <a:pt x="59351" y="6635"/>
                  <a:pt x="60056" y="6353"/>
                </a:cubicBezTo>
                <a:cubicBezTo>
                  <a:pt x="60595" y="6188"/>
                  <a:pt x="61229" y="6095"/>
                  <a:pt x="61746" y="5907"/>
                </a:cubicBezTo>
                <a:lnTo>
                  <a:pt x="66770" y="4569"/>
                </a:lnTo>
                <a:cubicBezTo>
                  <a:pt x="68554" y="4216"/>
                  <a:pt x="70338" y="3770"/>
                  <a:pt x="72146" y="3324"/>
                </a:cubicBezTo>
                <a:cubicBezTo>
                  <a:pt x="73954" y="2878"/>
                  <a:pt x="75527" y="2596"/>
                  <a:pt x="77335" y="2338"/>
                </a:cubicBezTo>
                <a:cubicBezTo>
                  <a:pt x="78485" y="2057"/>
                  <a:pt x="79682" y="1798"/>
                  <a:pt x="80903" y="1610"/>
                </a:cubicBezTo>
                <a:cubicBezTo>
                  <a:pt x="81349" y="1610"/>
                  <a:pt x="81889" y="1610"/>
                  <a:pt x="82429" y="1446"/>
                </a:cubicBezTo>
                <a:cubicBezTo>
                  <a:pt x="86632" y="718"/>
                  <a:pt x="90834" y="178"/>
                  <a:pt x="95131" y="-268"/>
                </a:cubicBezTo>
                <a:cubicBezTo>
                  <a:pt x="95318" y="-268"/>
                  <a:pt x="95412" y="-268"/>
                  <a:pt x="95577" y="-268"/>
                </a:cubicBezTo>
                <a:cubicBezTo>
                  <a:pt x="99615" y="-643"/>
                  <a:pt x="103629" y="-902"/>
                  <a:pt x="107667" y="-996"/>
                </a:cubicBezTo>
                <a:cubicBezTo>
                  <a:pt x="107902" y="-1043"/>
                  <a:pt x="108161" y="-1043"/>
                  <a:pt x="108395" y="-996"/>
                </a:cubicBezTo>
                <a:cubicBezTo>
                  <a:pt x="109734" y="-996"/>
                  <a:pt x="111072" y="-996"/>
                  <a:pt x="112410" y="-996"/>
                </a:cubicBezTo>
                <a:cubicBezTo>
                  <a:pt x="114758" y="-996"/>
                  <a:pt x="116965" y="-996"/>
                  <a:pt x="119219" y="-996"/>
                </a:cubicBezTo>
                <a:lnTo>
                  <a:pt x="120299" y="-996"/>
                </a:lnTo>
                <a:cubicBezTo>
                  <a:pt x="121730" y="-996"/>
                  <a:pt x="123069" y="-808"/>
                  <a:pt x="124501" y="-808"/>
                </a:cubicBezTo>
                <a:lnTo>
                  <a:pt x="130488" y="-550"/>
                </a:lnTo>
                <a:cubicBezTo>
                  <a:pt x="130911" y="-503"/>
                  <a:pt x="131309" y="-503"/>
                  <a:pt x="131732" y="-550"/>
                </a:cubicBezTo>
                <a:cubicBezTo>
                  <a:pt x="133094" y="-550"/>
                  <a:pt x="134432" y="-268"/>
                  <a:pt x="135864" y="-174"/>
                </a:cubicBezTo>
                <a:cubicBezTo>
                  <a:pt x="137836" y="-9"/>
                  <a:pt x="139809" y="178"/>
                  <a:pt x="141757" y="436"/>
                </a:cubicBezTo>
                <a:cubicBezTo>
                  <a:pt x="142133" y="436"/>
                  <a:pt x="142579" y="436"/>
                  <a:pt x="143025" y="624"/>
                </a:cubicBezTo>
                <a:cubicBezTo>
                  <a:pt x="144269" y="624"/>
                  <a:pt x="145373" y="976"/>
                  <a:pt x="146687" y="1164"/>
                </a:cubicBezTo>
                <a:cubicBezTo>
                  <a:pt x="148753" y="1423"/>
                  <a:pt x="150890" y="1775"/>
                  <a:pt x="152956" y="2150"/>
                </a:cubicBezTo>
                <a:lnTo>
                  <a:pt x="154576" y="2408"/>
                </a:lnTo>
                <a:cubicBezTo>
                  <a:pt x="155562" y="2596"/>
                  <a:pt x="156454" y="2855"/>
                  <a:pt x="157440" y="3042"/>
                </a:cubicBezTo>
                <a:cubicBezTo>
                  <a:pt x="159788" y="3489"/>
                  <a:pt x="162347" y="4029"/>
                  <a:pt x="164671" y="4639"/>
                </a:cubicBezTo>
                <a:cubicBezTo>
                  <a:pt x="165399" y="4827"/>
                  <a:pt x="166197" y="4921"/>
                  <a:pt x="167019" y="5085"/>
                </a:cubicBezTo>
                <a:cubicBezTo>
                  <a:pt x="167841" y="5249"/>
                  <a:pt x="168169" y="5555"/>
                  <a:pt x="168803" y="5719"/>
                </a:cubicBezTo>
                <a:cubicBezTo>
                  <a:pt x="172466" y="6705"/>
                  <a:pt x="176058" y="7785"/>
                  <a:pt x="179532" y="9029"/>
                </a:cubicBezTo>
                <a:cubicBezTo>
                  <a:pt x="179978" y="9217"/>
                  <a:pt x="180612" y="9311"/>
                  <a:pt x="181058" y="9475"/>
                </a:cubicBezTo>
                <a:lnTo>
                  <a:pt x="181598" y="9757"/>
                </a:lnTo>
                <a:cubicBezTo>
                  <a:pt x="183946" y="10555"/>
                  <a:pt x="185895" y="11448"/>
                  <a:pt x="188031" y="12339"/>
                </a:cubicBezTo>
                <a:cubicBezTo>
                  <a:pt x="189111" y="12786"/>
                  <a:pt x="190191" y="13161"/>
                  <a:pt x="191271" y="13607"/>
                </a:cubicBezTo>
                <a:cubicBezTo>
                  <a:pt x="194300" y="15039"/>
                  <a:pt x="197352" y="16542"/>
                  <a:pt x="200216" y="18162"/>
                </a:cubicBezTo>
                <a:cubicBezTo>
                  <a:pt x="221956" y="30323"/>
                  <a:pt x="232803" y="46077"/>
                  <a:pt x="232873" y="61760"/>
                </a:cubicBezTo>
                <a:cubicBezTo>
                  <a:pt x="233061" y="128342"/>
                  <a:pt x="233249" y="197155"/>
                  <a:pt x="233507" y="267681"/>
                </a:cubicBezTo>
                <a:lnTo>
                  <a:pt x="234399" y="567067"/>
                </a:lnTo>
                <a:cubicBezTo>
                  <a:pt x="234399" y="617449"/>
                  <a:pt x="234681" y="668466"/>
                  <a:pt x="234846" y="719835"/>
                </a:cubicBezTo>
                <a:lnTo>
                  <a:pt x="235573" y="946816"/>
                </a:lnTo>
                <a:cubicBezTo>
                  <a:pt x="235573" y="963250"/>
                  <a:pt x="235573" y="979684"/>
                  <a:pt x="235573" y="996118"/>
                </a:cubicBezTo>
                <a:lnTo>
                  <a:pt x="236183" y="1201876"/>
                </a:lnTo>
                <a:cubicBezTo>
                  <a:pt x="236465" y="1270078"/>
                  <a:pt x="236677" y="1338233"/>
                  <a:pt x="236817" y="1406294"/>
                </a:cubicBezTo>
                <a:lnTo>
                  <a:pt x="237005" y="1457147"/>
                </a:lnTo>
                <a:cubicBezTo>
                  <a:pt x="237264" y="1533120"/>
                  <a:pt x="237498" y="1608507"/>
                  <a:pt x="237710" y="1683306"/>
                </a:cubicBezTo>
                <a:lnTo>
                  <a:pt x="238156" y="1837342"/>
                </a:lnTo>
                <a:cubicBezTo>
                  <a:pt x="238438" y="1939094"/>
                  <a:pt x="238790" y="2038615"/>
                  <a:pt x="239048" y="2134826"/>
                </a:cubicBezTo>
                <a:lnTo>
                  <a:pt x="239588" y="2301516"/>
                </a:ln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0460BAF7-CA95-397B-1893-9CB57FF84023}"/>
              </a:ext>
            </a:extLst>
          </p:cNvPr>
          <p:cNvSpPr/>
          <p:nvPr/>
        </p:nvSpPr>
        <p:spPr>
          <a:xfrm>
            <a:off x="6731220" y="2733585"/>
            <a:ext cx="39535" cy="2367074"/>
          </a:xfrm>
          <a:custGeom>
            <a:avLst/>
            <a:gdLst>
              <a:gd name="connsiteX0" fmla="*/ 38033 w 39535"/>
              <a:gd name="connsiteY0" fmla="*/ 2322141 h 2367074"/>
              <a:gd name="connsiteX1" fmla="*/ 38033 w 39535"/>
              <a:gd name="connsiteY1" fmla="*/ 2312046 h 2367074"/>
              <a:gd name="connsiteX2" fmla="*/ 38033 w 39535"/>
              <a:gd name="connsiteY2" fmla="*/ 2282229 h 2367074"/>
              <a:gd name="connsiteX3" fmla="*/ 38033 w 39535"/>
              <a:gd name="connsiteY3" fmla="*/ 2282229 h 2367074"/>
              <a:gd name="connsiteX4" fmla="*/ 37587 w 39535"/>
              <a:gd name="connsiteY4" fmla="*/ 2132654 h 2367074"/>
              <a:gd name="connsiteX5" fmla="*/ 36366 w 39535"/>
              <a:gd name="connsiteY5" fmla="*/ 1736893 h 2367074"/>
              <a:gd name="connsiteX6" fmla="*/ 36225 w 39535"/>
              <a:gd name="connsiteY6" fmla="*/ 1687262 h 2367074"/>
              <a:gd name="connsiteX7" fmla="*/ 31835 w 39535"/>
              <a:gd name="connsiteY7" fmla="*/ 245483 h 2367074"/>
              <a:gd name="connsiteX8" fmla="*/ 31835 w 39535"/>
              <a:gd name="connsiteY8" fmla="*/ 232030 h 2367074"/>
              <a:gd name="connsiteX9" fmla="*/ 31271 w 39535"/>
              <a:gd name="connsiteY9" fmla="*/ 42543 h 2367074"/>
              <a:gd name="connsiteX10" fmla="*/ -1339 w 39535"/>
              <a:gd name="connsiteY10" fmla="*/ -1031 h 2367074"/>
              <a:gd name="connsiteX11" fmla="*/ 5705 w 39535"/>
              <a:gd name="connsiteY11" fmla="*/ 2278637 h 2367074"/>
              <a:gd name="connsiteX12" fmla="*/ 5705 w 39535"/>
              <a:gd name="connsiteY12" fmla="*/ 2278637 h 2367074"/>
              <a:gd name="connsiteX13" fmla="*/ 5705 w 39535"/>
              <a:gd name="connsiteY13" fmla="*/ 2366044 h 2367074"/>
              <a:gd name="connsiteX14" fmla="*/ 7864 w 39535"/>
              <a:gd name="connsiteY14" fmla="*/ 2364800 h 2367074"/>
              <a:gd name="connsiteX15" fmla="*/ 9296 w 39535"/>
              <a:gd name="connsiteY15" fmla="*/ 2363814 h 2367074"/>
              <a:gd name="connsiteX16" fmla="*/ 12701 w 39535"/>
              <a:gd name="connsiteY16" fmla="*/ 2361677 h 2367074"/>
              <a:gd name="connsiteX17" fmla="*/ 16622 w 39535"/>
              <a:gd name="connsiteY17" fmla="*/ 2358884 h 2367074"/>
              <a:gd name="connsiteX18" fmla="*/ 19486 w 39535"/>
              <a:gd name="connsiteY18" fmla="*/ 2356536 h 2367074"/>
              <a:gd name="connsiteX19" fmla="*/ 21364 w 39535"/>
              <a:gd name="connsiteY19" fmla="*/ 2355033 h 2367074"/>
              <a:gd name="connsiteX20" fmla="*/ 22444 w 39535"/>
              <a:gd name="connsiteY20" fmla="*/ 2353953 h 2367074"/>
              <a:gd name="connsiteX21" fmla="*/ 27022 w 39535"/>
              <a:gd name="connsiteY21" fmla="*/ 2349258 h 2367074"/>
              <a:gd name="connsiteX22" fmla="*/ 28360 w 39535"/>
              <a:gd name="connsiteY22" fmla="*/ 2347919 h 2367074"/>
              <a:gd name="connsiteX23" fmla="*/ 28712 w 39535"/>
              <a:gd name="connsiteY23" fmla="*/ 2347285 h 2367074"/>
              <a:gd name="connsiteX24" fmla="*/ 31483 w 39535"/>
              <a:gd name="connsiteY24" fmla="*/ 2343341 h 2367074"/>
              <a:gd name="connsiteX25" fmla="*/ 32821 w 39535"/>
              <a:gd name="connsiteY25" fmla="*/ 2341463 h 2367074"/>
              <a:gd name="connsiteX26" fmla="*/ 33009 w 39535"/>
              <a:gd name="connsiteY26" fmla="*/ 2341017 h 2367074"/>
              <a:gd name="connsiteX27" fmla="*/ 34629 w 39535"/>
              <a:gd name="connsiteY27" fmla="*/ 2337801 h 2367074"/>
              <a:gd name="connsiteX28" fmla="*/ 35779 w 39535"/>
              <a:gd name="connsiteY28" fmla="*/ 2335289 h 2367074"/>
              <a:gd name="connsiteX29" fmla="*/ 35967 w 39535"/>
              <a:gd name="connsiteY29" fmla="*/ 2334936 h 2367074"/>
              <a:gd name="connsiteX30" fmla="*/ 36765 w 39535"/>
              <a:gd name="connsiteY30" fmla="*/ 2331978 h 2367074"/>
              <a:gd name="connsiteX31" fmla="*/ 37563 w 39535"/>
              <a:gd name="connsiteY31" fmla="*/ 2329114 h 2367074"/>
              <a:gd name="connsiteX32" fmla="*/ 37563 w 39535"/>
              <a:gd name="connsiteY32" fmla="*/ 2328762 h 2367074"/>
              <a:gd name="connsiteX33" fmla="*/ 37916 w 39535"/>
              <a:gd name="connsiteY33" fmla="*/ 2325616 h 2367074"/>
              <a:gd name="connsiteX34" fmla="*/ 38197 w 39535"/>
              <a:gd name="connsiteY34" fmla="*/ 2322939 h 2367074"/>
              <a:gd name="connsiteX35" fmla="*/ 38197 w 39535"/>
              <a:gd name="connsiteY35" fmla="*/ 2322141 h 2367074"/>
              <a:gd name="connsiteX36" fmla="*/ 38197 w 39535"/>
              <a:gd name="connsiteY36" fmla="*/ 2322141 h 2367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535" h="2367074">
                <a:moveTo>
                  <a:pt x="38033" y="2322141"/>
                </a:moveTo>
                <a:lnTo>
                  <a:pt x="38033" y="2312046"/>
                </a:lnTo>
                <a:lnTo>
                  <a:pt x="38033" y="2282229"/>
                </a:lnTo>
                <a:lnTo>
                  <a:pt x="38033" y="2282229"/>
                </a:lnTo>
                <a:lnTo>
                  <a:pt x="37587" y="2132654"/>
                </a:lnTo>
                <a:cubicBezTo>
                  <a:pt x="37188" y="2005687"/>
                  <a:pt x="36789" y="1872946"/>
                  <a:pt x="36366" y="1736893"/>
                </a:cubicBezTo>
                <a:lnTo>
                  <a:pt x="36225" y="1687262"/>
                </a:lnTo>
                <a:cubicBezTo>
                  <a:pt x="34770" y="1207898"/>
                  <a:pt x="33197" y="691697"/>
                  <a:pt x="31835" y="245483"/>
                </a:cubicBezTo>
                <a:lnTo>
                  <a:pt x="31835" y="232030"/>
                </a:lnTo>
                <a:cubicBezTo>
                  <a:pt x="31647" y="167279"/>
                  <a:pt x="31459" y="103961"/>
                  <a:pt x="31271" y="42543"/>
                </a:cubicBezTo>
                <a:cubicBezTo>
                  <a:pt x="31271" y="26837"/>
                  <a:pt x="20402" y="11154"/>
                  <a:pt x="-1339" y="-1031"/>
                </a:cubicBezTo>
                <a:lnTo>
                  <a:pt x="5705" y="2278637"/>
                </a:lnTo>
                <a:lnTo>
                  <a:pt x="5705" y="2278637"/>
                </a:lnTo>
                <a:lnTo>
                  <a:pt x="5705" y="2366044"/>
                </a:lnTo>
                <a:cubicBezTo>
                  <a:pt x="6432" y="2365598"/>
                  <a:pt x="7136" y="2365246"/>
                  <a:pt x="7864" y="2364800"/>
                </a:cubicBezTo>
                <a:cubicBezTo>
                  <a:pt x="8381" y="2364518"/>
                  <a:pt x="8850" y="2364190"/>
                  <a:pt x="9296" y="2363814"/>
                </a:cubicBezTo>
                <a:cubicBezTo>
                  <a:pt x="10447" y="2363109"/>
                  <a:pt x="11644" y="2362382"/>
                  <a:pt x="12701" y="2361677"/>
                </a:cubicBezTo>
                <a:cubicBezTo>
                  <a:pt x="13757" y="2360973"/>
                  <a:pt x="15377" y="2359799"/>
                  <a:pt x="16622" y="2358884"/>
                </a:cubicBezTo>
                <a:lnTo>
                  <a:pt x="19486" y="2356536"/>
                </a:lnTo>
                <a:cubicBezTo>
                  <a:pt x="20120" y="2355996"/>
                  <a:pt x="20754" y="2355549"/>
                  <a:pt x="21364" y="2355033"/>
                </a:cubicBezTo>
                <a:cubicBezTo>
                  <a:pt x="21692" y="2354658"/>
                  <a:pt x="22068" y="2354282"/>
                  <a:pt x="22444" y="2353953"/>
                </a:cubicBezTo>
                <a:cubicBezTo>
                  <a:pt x="24064" y="2352333"/>
                  <a:pt x="25590" y="2350807"/>
                  <a:pt x="27022" y="2349258"/>
                </a:cubicBezTo>
                <a:cubicBezTo>
                  <a:pt x="27445" y="2348788"/>
                  <a:pt x="27891" y="2348342"/>
                  <a:pt x="28360" y="2347919"/>
                </a:cubicBezTo>
                <a:cubicBezTo>
                  <a:pt x="28454" y="2347685"/>
                  <a:pt x="28572" y="2347473"/>
                  <a:pt x="28712" y="2347285"/>
                </a:cubicBezTo>
                <a:cubicBezTo>
                  <a:pt x="29722" y="2346018"/>
                  <a:pt x="30638" y="2344703"/>
                  <a:pt x="31483" y="2343341"/>
                </a:cubicBezTo>
                <a:cubicBezTo>
                  <a:pt x="31929" y="2342637"/>
                  <a:pt x="32469" y="2342097"/>
                  <a:pt x="32821" y="2341463"/>
                </a:cubicBezTo>
                <a:cubicBezTo>
                  <a:pt x="32821" y="2341276"/>
                  <a:pt x="32821" y="2341205"/>
                  <a:pt x="33009" y="2341017"/>
                </a:cubicBezTo>
                <a:cubicBezTo>
                  <a:pt x="33643" y="2339937"/>
                  <a:pt x="34089" y="2338881"/>
                  <a:pt x="34629" y="2337801"/>
                </a:cubicBezTo>
                <a:cubicBezTo>
                  <a:pt x="35169" y="2336720"/>
                  <a:pt x="35521" y="2336087"/>
                  <a:pt x="35779" y="2335289"/>
                </a:cubicBezTo>
                <a:cubicBezTo>
                  <a:pt x="35779" y="2335101"/>
                  <a:pt x="35779" y="2335030"/>
                  <a:pt x="35967" y="2334936"/>
                </a:cubicBezTo>
                <a:cubicBezTo>
                  <a:pt x="36319" y="2333950"/>
                  <a:pt x="36507" y="2332964"/>
                  <a:pt x="36765" y="2331978"/>
                </a:cubicBezTo>
                <a:cubicBezTo>
                  <a:pt x="37094" y="2331039"/>
                  <a:pt x="37352" y="2330077"/>
                  <a:pt x="37563" y="2329114"/>
                </a:cubicBezTo>
                <a:cubicBezTo>
                  <a:pt x="37610" y="2328997"/>
                  <a:pt x="37610" y="2328879"/>
                  <a:pt x="37563" y="2328762"/>
                </a:cubicBezTo>
                <a:cubicBezTo>
                  <a:pt x="37751" y="2327729"/>
                  <a:pt x="37869" y="2326673"/>
                  <a:pt x="37916" y="2325616"/>
                </a:cubicBezTo>
                <a:cubicBezTo>
                  <a:pt x="38056" y="2324724"/>
                  <a:pt x="38150" y="2323831"/>
                  <a:pt x="38197" y="2322939"/>
                </a:cubicBezTo>
                <a:lnTo>
                  <a:pt x="38197" y="2322141"/>
                </a:lnTo>
                <a:lnTo>
                  <a:pt x="38197" y="2322141"/>
                </a:lnTo>
                <a:close/>
              </a:path>
            </a:pathLst>
          </a:custGeom>
          <a:solidFill>
            <a:srgbClr val="BBBFC8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6CEFBE55-2A49-C0E5-A911-9EB457CC101A}"/>
              </a:ext>
            </a:extLst>
          </p:cNvPr>
          <p:cNvSpPr/>
          <p:nvPr/>
        </p:nvSpPr>
        <p:spPr>
          <a:xfrm rot="21591600">
            <a:off x="6529316" y="2714536"/>
            <a:ext cx="234211" cy="126356"/>
          </a:xfrm>
          <a:custGeom>
            <a:avLst/>
            <a:gdLst>
              <a:gd name="connsiteX0" fmla="*/ 232873 w 234211"/>
              <a:gd name="connsiteY0" fmla="*/ 62147 h 126356"/>
              <a:gd name="connsiteX1" fmla="*/ 115767 w 234211"/>
              <a:gd name="connsiteY1" fmla="*/ 125325 h 126356"/>
              <a:gd name="connsiteX2" fmla="*/ -1338 w 234211"/>
              <a:gd name="connsiteY2" fmla="*/ 62147 h 126356"/>
              <a:gd name="connsiteX3" fmla="*/ 115767 w 234211"/>
              <a:gd name="connsiteY3" fmla="*/ -1031 h 126356"/>
              <a:gd name="connsiteX4" fmla="*/ 232873 w 234211"/>
              <a:gd name="connsiteY4" fmla="*/ 62147 h 12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211" h="126356">
                <a:moveTo>
                  <a:pt x="232873" y="62147"/>
                </a:moveTo>
                <a:cubicBezTo>
                  <a:pt x="232873" y="97039"/>
                  <a:pt x="180443" y="125325"/>
                  <a:pt x="115767" y="125325"/>
                </a:cubicBezTo>
                <a:cubicBezTo>
                  <a:pt x="51092" y="125325"/>
                  <a:pt x="-1338" y="97040"/>
                  <a:pt x="-1338" y="62147"/>
                </a:cubicBezTo>
                <a:cubicBezTo>
                  <a:pt x="-1338" y="27255"/>
                  <a:pt x="51092" y="-1031"/>
                  <a:pt x="115767" y="-1031"/>
                </a:cubicBezTo>
                <a:cubicBezTo>
                  <a:pt x="180443" y="-1031"/>
                  <a:pt x="232873" y="27255"/>
                  <a:pt x="232873" y="62147"/>
                </a:cubicBezTo>
                <a:close/>
              </a:path>
            </a:pathLst>
          </a:custGeom>
          <a:solidFill>
            <a:srgbClr val="F4F5F7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3D206CE-49FB-56DD-AF16-24C38423F7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DA0DEF85-FBCF-ABA8-2861-8BF9380B77F3}"/>
              </a:ext>
            </a:extLst>
          </p:cNvPr>
          <p:cNvSpPr/>
          <p:nvPr/>
        </p:nvSpPr>
        <p:spPr>
          <a:xfrm>
            <a:off x="6859829" y="4286576"/>
            <a:ext cx="207494" cy="120885"/>
          </a:xfrm>
          <a:custGeom>
            <a:avLst/>
            <a:gdLst>
              <a:gd name="connsiteX0" fmla="*/ 206156 w 207494"/>
              <a:gd name="connsiteY0" fmla="*/ 9510 h 120885"/>
              <a:gd name="connsiteX1" fmla="*/ 204677 w 207494"/>
              <a:gd name="connsiteY1" fmla="*/ 8431 h 120885"/>
              <a:gd name="connsiteX2" fmla="*/ 200874 w 207494"/>
              <a:gd name="connsiteY2" fmla="*/ 6294 h 120885"/>
              <a:gd name="connsiteX3" fmla="*/ 199559 w 207494"/>
              <a:gd name="connsiteY3" fmla="*/ 5754 h 120885"/>
              <a:gd name="connsiteX4" fmla="*/ 194582 w 207494"/>
              <a:gd name="connsiteY4" fmla="*/ 4487 h 120885"/>
              <a:gd name="connsiteX5" fmla="*/ 193079 w 207494"/>
              <a:gd name="connsiteY5" fmla="*/ 4322 h 120885"/>
              <a:gd name="connsiteX6" fmla="*/ 191107 w 207494"/>
              <a:gd name="connsiteY6" fmla="*/ 4322 h 120885"/>
              <a:gd name="connsiteX7" fmla="*/ 175541 w 207494"/>
              <a:gd name="connsiteY7" fmla="*/ 8854 h 120885"/>
              <a:gd name="connsiteX8" fmla="*/ 34089 w 207494"/>
              <a:gd name="connsiteY8" fmla="*/ 90462 h 120885"/>
              <a:gd name="connsiteX9" fmla="*/ 9649 w 207494"/>
              <a:gd name="connsiteY9" fmla="*/ 119855 h 120885"/>
              <a:gd name="connsiteX10" fmla="*/ -1339 w 207494"/>
              <a:gd name="connsiteY10" fmla="*/ 113563 h 120885"/>
              <a:gd name="connsiteX11" fmla="*/ 23900 w 207494"/>
              <a:gd name="connsiteY11" fmla="*/ 85015 h 120885"/>
              <a:gd name="connsiteX12" fmla="*/ 165282 w 207494"/>
              <a:gd name="connsiteY12" fmla="*/ 4158 h 120885"/>
              <a:gd name="connsiteX13" fmla="*/ 183547 w 207494"/>
              <a:gd name="connsiteY13" fmla="*/ -1031 h 120885"/>
              <a:gd name="connsiteX14" fmla="*/ 206156 w 207494"/>
              <a:gd name="connsiteY14" fmla="*/ 9510 h 12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7494" h="120885">
                <a:moveTo>
                  <a:pt x="206156" y="9510"/>
                </a:moveTo>
                <a:cubicBezTo>
                  <a:pt x="205710" y="9088"/>
                  <a:pt x="205217" y="8713"/>
                  <a:pt x="204677" y="8431"/>
                </a:cubicBezTo>
                <a:cubicBezTo>
                  <a:pt x="203479" y="7609"/>
                  <a:pt x="202212" y="6881"/>
                  <a:pt x="200874" y="6294"/>
                </a:cubicBezTo>
                <a:cubicBezTo>
                  <a:pt x="200451" y="6083"/>
                  <a:pt x="200005" y="5895"/>
                  <a:pt x="199559" y="5754"/>
                </a:cubicBezTo>
                <a:cubicBezTo>
                  <a:pt x="197963" y="5120"/>
                  <a:pt x="196296" y="4698"/>
                  <a:pt x="194582" y="4487"/>
                </a:cubicBezTo>
                <a:cubicBezTo>
                  <a:pt x="194088" y="4369"/>
                  <a:pt x="193595" y="4322"/>
                  <a:pt x="193079" y="4322"/>
                </a:cubicBezTo>
                <a:cubicBezTo>
                  <a:pt x="192445" y="4322"/>
                  <a:pt x="191811" y="4322"/>
                  <a:pt x="191107" y="4322"/>
                </a:cubicBezTo>
                <a:cubicBezTo>
                  <a:pt x="185613" y="4393"/>
                  <a:pt x="180237" y="5966"/>
                  <a:pt x="175541" y="8854"/>
                </a:cubicBezTo>
                <a:lnTo>
                  <a:pt x="34089" y="90462"/>
                </a:lnTo>
                <a:cubicBezTo>
                  <a:pt x="24064" y="96260"/>
                  <a:pt x="15307" y="107271"/>
                  <a:pt x="9649" y="119855"/>
                </a:cubicBezTo>
                <a:lnTo>
                  <a:pt x="-1339" y="113563"/>
                </a:lnTo>
                <a:cubicBezTo>
                  <a:pt x="4860" y="101331"/>
                  <a:pt x="13758" y="90766"/>
                  <a:pt x="23900" y="85015"/>
                </a:cubicBezTo>
                <a:lnTo>
                  <a:pt x="165282" y="4158"/>
                </a:lnTo>
                <a:cubicBezTo>
                  <a:pt x="170822" y="871"/>
                  <a:pt x="177114" y="-937"/>
                  <a:pt x="183547" y="-1031"/>
                </a:cubicBezTo>
                <a:cubicBezTo>
                  <a:pt x="192258" y="-1007"/>
                  <a:pt x="200522" y="2843"/>
                  <a:pt x="206156" y="9510"/>
                </a:cubicBezTo>
                <a:close/>
              </a:path>
            </a:pathLst>
          </a:custGeom>
          <a:solidFill>
            <a:srgbClr val="74777E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1685F3E9-CEFC-D273-DB39-2E47D3B27C89}"/>
              </a:ext>
            </a:extLst>
          </p:cNvPr>
          <p:cNvSpPr/>
          <p:nvPr/>
        </p:nvSpPr>
        <p:spPr>
          <a:xfrm>
            <a:off x="6859829" y="4286576"/>
            <a:ext cx="207494" cy="120885"/>
          </a:xfrm>
          <a:custGeom>
            <a:avLst/>
            <a:gdLst>
              <a:gd name="connsiteX0" fmla="*/ 206156 w 207494"/>
              <a:gd name="connsiteY0" fmla="*/ 9510 h 120885"/>
              <a:gd name="connsiteX1" fmla="*/ 204677 w 207494"/>
              <a:gd name="connsiteY1" fmla="*/ 8431 h 120885"/>
              <a:gd name="connsiteX2" fmla="*/ 200874 w 207494"/>
              <a:gd name="connsiteY2" fmla="*/ 6294 h 120885"/>
              <a:gd name="connsiteX3" fmla="*/ 199559 w 207494"/>
              <a:gd name="connsiteY3" fmla="*/ 5754 h 120885"/>
              <a:gd name="connsiteX4" fmla="*/ 194582 w 207494"/>
              <a:gd name="connsiteY4" fmla="*/ 4487 h 120885"/>
              <a:gd name="connsiteX5" fmla="*/ 193079 w 207494"/>
              <a:gd name="connsiteY5" fmla="*/ 4322 h 120885"/>
              <a:gd name="connsiteX6" fmla="*/ 191107 w 207494"/>
              <a:gd name="connsiteY6" fmla="*/ 4322 h 120885"/>
              <a:gd name="connsiteX7" fmla="*/ 175541 w 207494"/>
              <a:gd name="connsiteY7" fmla="*/ 8854 h 120885"/>
              <a:gd name="connsiteX8" fmla="*/ 34089 w 207494"/>
              <a:gd name="connsiteY8" fmla="*/ 90462 h 120885"/>
              <a:gd name="connsiteX9" fmla="*/ 9649 w 207494"/>
              <a:gd name="connsiteY9" fmla="*/ 119855 h 120885"/>
              <a:gd name="connsiteX10" fmla="*/ -1339 w 207494"/>
              <a:gd name="connsiteY10" fmla="*/ 113563 h 120885"/>
              <a:gd name="connsiteX11" fmla="*/ 23900 w 207494"/>
              <a:gd name="connsiteY11" fmla="*/ 85015 h 120885"/>
              <a:gd name="connsiteX12" fmla="*/ 165282 w 207494"/>
              <a:gd name="connsiteY12" fmla="*/ 4158 h 120885"/>
              <a:gd name="connsiteX13" fmla="*/ 183547 w 207494"/>
              <a:gd name="connsiteY13" fmla="*/ -1031 h 120885"/>
              <a:gd name="connsiteX14" fmla="*/ 206156 w 207494"/>
              <a:gd name="connsiteY14" fmla="*/ 9510 h 12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7494" h="120885">
                <a:moveTo>
                  <a:pt x="206156" y="9510"/>
                </a:moveTo>
                <a:cubicBezTo>
                  <a:pt x="205710" y="9088"/>
                  <a:pt x="205217" y="8713"/>
                  <a:pt x="204677" y="8431"/>
                </a:cubicBezTo>
                <a:cubicBezTo>
                  <a:pt x="203479" y="7609"/>
                  <a:pt x="202212" y="6881"/>
                  <a:pt x="200874" y="6294"/>
                </a:cubicBezTo>
                <a:cubicBezTo>
                  <a:pt x="200451" y="6083"/>
                  <a:pt x="200005" y="5895"/>
                  <a:pt x="199559" y="5754"/>
                </a:cubicBezTo>
                <a:cubicBezTo>
                  <a:pt x="197963" y="5120"/>
                  <a:pt x="196296" y="4698"/>
                  <a:pt x="194582" y="4487"/>
                </a:cubicBezTo>
                <a:cubicBezTo>
                  <a:pt x="194088" y="4369"/>
                  <a:pt x="193595" y="4322"/>
                  <a:pt x="193079" y="4322"/>
                </a:cubicBezTo>
                <a:cubicBezTo>
                  <a:pt x="192445" y="4322"/>
                  <a:pt x="191811" y="4322"/>
                  <a:pt x="191107" y="4322"/>
                </a:cubicBezTo>
                <a:cubicBezTo>
                  <a:pt x="185613" y="4393"/>
                  <a:pt x="180237" y="5966"/>
                  <a:pt x="175541" y="8854"/>
                </a:cubicBezTo>
                <a:lnTo>
                  <a:pt x="34089" y="90462"/>
                </a:lnTo>
                <a:cubicBezTo>
                  <a:pt x="24064" y="96260"/>
                  <a:pt x="15307" y="107271"/>
                  <a:pt x="9649" y="119855"/>
                </a:cubicBezTo>
                <a:lnTo>
                  <a:pt x="-1339" y="113563"/>
                </a:lnTo>
                <a:cubicBezTo>
                  <a:pt x="4860" y="101331"/>
                  <a:pt x="13758" y="90766"/>
                  <a:pt x="23900" y="85015"/>
                </a:cubicBezTo>
                <a:lnTo>
                  <a:pt x="165282" y="4158"/>
                </a:lnTo>
                <a:cubicBezTo>
                  <a:pt x="170822" y="871"/>
                  <a:pt x="177114" y="-937"/>
                  <a:pt x="183547" y="-1031"/>
                </a:cubicBezTo>
                <a:cubicBezTo>
                  <a:pt x="192258" y="-1007"/>
                  <a:pt x="200522" y="2843"/>
                  <a:pt x="206156" y="951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B643233-509C-9FB3-A574-9C637F38E541}"/>
              </a:ext>
            </a:extLst>
          </p:cNvPr>
          <p:cNvSpPr/>
          <p:nvPr/>
        </p:nvSpPr>
        <p:spPr>
          <a:xfrm>
            <a:off x="9691267" y="2564429"/>
            <a:ext cx="7230" cy="641593"/>
          </a:xfrm>
          <a:custGeom>
            <a:avLst/>
            <a:gdLst>
              <a:gd name="connsiteX0" fmla="*/ 0 w 7230"/>
              <a:gd name="connsiteY0" fmla="*/ 641594 h 641593"/>
              <a:gd name="connsiteX1" fmla="*/ 0 w 7230"/>
              <a:gd name="connsiteY1" fmla="*/ 6339 h 641593"/>
              <a:gd name="connsiteX2" fmla="*/ 0 w 7230"/>
              <a:gd name="connsiteY2" fmla="*/ 4179 h 641593"/>
              <a:gd name="connsiteX3" fmla="*/ 7231 w 7230"/>
              <a:gd name="connsiteY3" fmla="*/ 0 h 641593"/>
              <a:gd name="connsiteX4" fmla="*/ 7231 w 7230"/>
              <a:gd name="connsiteY4" fmla="*/ 637415 h 641593"/>
              <a:gd name="connsiteX5" fmla="*/ 0 w 7230"/>
              <a:gd name="connsiteY5" fmla="*/ 641594 h 641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30" h="641593">
                <a:moveTo>
                  <a:pt x="0" y="641594"/>
                </a:moveTo>
                <a:lnTo>
                  <a:pt x="0" y="6339"/>
                </a:lnTo>
                <a:lnTo>
                  <a:pt x="0" y="4179"/>
                </a:lnTo>
                <a:lnTo>
                  <a:pt x="7231" y="0"/>
                </a:lnTo>
                <a:lnTo>
                  <a:pt x="7231" y="637415"/>
                </a:lnTo>
                <a:lnTo>
                  <a:pt x="0" y="641594"/>
                </a:lnTo>
                <a:close/>
              </a:path>
            </a:pathLst>
          </a:custGeom>
          <a:solidFill>
            <a:srgbClr val="C9CBCF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4CDFB831-BF50-F8C0-C52C-89F8BF9346D0}"/>
              </a:ext>
            </a:extLst>
          </p:cNvPr>
          <p:cNvSpPr/>
          <p:nvPr/>
        </p:nvSpPr>
        <p:spPr>
          <a:xfrm>
            <a:off x="9691267" y="2564429"/>
            <a:ext cx="7230" cy="641593"/>
          </a:xfrm>
          <a:custGeom>
            <a:avLst/>
            <a:gdLst>
              <a:gd name="connsiteX0" fmla="*/ 0 w 7230"/>
              <a:gd name="connsiteY0" fmla="*/ 641594 h 641593"/>
              <a:gd name="connsiteX1" fmla="*/ 0 w 7230"/>
              <a:gd name="connsiteY1" fmla="*/ 6339 h 641593"/>
              <a:gd name="connsiteX2" fmla="*/ 0 w 7230"/>
              <a:gd name="connsiteY2" fmla="*/ 4179 h 641593"/>
              <a:gd name="connsiteX3" fmla="*/ 7231 w 7230"/>
              <a:gd name="connsiteY3" fmla="*/ 0 h 641593"/>
              <a:gd name="connsiteX4" fmla="*/ 7231 w 7230"/>
              <a:gd name="connsiteY4" fmla="*/ 637415 h 641593"/>
              <a:gd name="connsiteX5" fmla="*/ 0 w 7230"/>
              <a:gd name="connsiteY5" fmla="*/ 641594 h 641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30" h="641593">
                <a:moveTo>
                  <a:pt x="0" y="641594"/>
                </a:moveTo>
                <a:lnTo>
                  <a:pt x="0" y="6339"/>
                </a:lnTo>
                <a:lnTo>
                  <a:pt x="0" y="4179"/>
                </a:lnTo>
                <a:lnTo>
                  <a:pt x="7231" y="0"/>
                </a:lnTo>
                <a:lnTo>
                  <a:pt x="7231" y="637415"/>
                </a:lnTo>
                <a:lnTo>
                  <a:pt x="0" y="64159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CCA4A08E-5087-C4F4-812F-8BDCBFF02705}"/>
              </a:ext>
            </a:extLst>
          </p:cNvPr>
          <p:cNvSpPr/>
          <p:nvPr/>
        </p:nvSpPr>
        <p:spPr>
          <a:xfrm>
            <a:off x="9691267" y="2564429"/>
            <a:ext cx="7230" cy="641593"/>
          </a:xfrm>
          <a:custGeom>
            <a:avLst/>
            <a:gdLst>
              <a:gd name="connsiteX0" fmla="*/ 7231 w 7230"/>
              <a:gd name="connsiteY0" fmla="*/ 0 h 641593"/>
              <a:gd name="connsiteX1" fmla="*/ 7231 w 7230"/>
              <a:gd name="connsiteY1" fmla="*/ 637415 h 641593"/>
              <a:gd name="connsiteX2" fmla="*/ 0 w 7230"/>
              <a:gd name="connsiteY2" fmla="*/ 641594 h 641593"/>
              <a:gd name="connsiteX3" fmla="*/ 7231 w 7230"/>
              <a:gd name="connsiteY3" fmla="*/ 0 h 641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0" h="641593">
                <a:moveTo>
                  <a:pt x="7231" y="0"/>
                </a:moveTo>
                <a:lnTo>
                  <a:pt x="7231" y="637415"/>
                </a:lnTo>
                <a:lnTo>
                  <a:pt x="0" y="641594"/>
                </a:lnTo>
                <a:lnTo>
                  <a:pt x="7231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4128D4D8-E26A-4A4B-4658-BD79187E271E}"/>
              </a:ext>
            </a:extLst>
          </p:cNvPr>
          <p:cNvSpPr/>
          <p:nvPr/>
        </p:nvSpPr>
        <p:spPr>
          <a:xfrm>
            <a:off x="9476588" y="2895086"/>
            <a:ext cx="380406" cy="361906"/>
          </a:xfrm>
          <a:custGeom>
            <a:avLst/>
            <a:gdLst>
              <a:gd name="connsiteX0" fmla="*/ 379068 w 380406"/>
              <a:gd name="connsiteY0" fmla="*/ 133167 h 361906"/>
              <a:gd name="connsiteX1" fmla="*/ 372988 w 380406"/>
              <a:gd name="connsiteY1" fmla="*/ 130302 h 361906"/>
              <a:gd name="connsiteX2" fmla="*/ 371368 w 380406"/>
              <a:gd name="connsiteY2" fmla="*/ 129669 h 361906"/>
              <a:gd name="connsiteX3" fmla="*/ 366273 w 380406"/>
              <a:gd name="connsiteY3" fmla="*/ 128237 h 361906"/>
              <a:gd name="connsiteX4" fmla="*/ 364559 w 380406"/>
              <a:gd name="connsiteY4" fmla="*/ 127885 h 361906"/>
              <a:gd name="connsiteX5" fmla="*/ 357681 w 380406"/>
              <a:gd name="connsiteY5" fmla="*/ 126992 h 361906"/>
              <a:gd name="connsiteX6" fmla="*/ 356342 w 380406"/>
              <a:gd name="connsiteY6" fmla="*/ 126992 h 361906"/>
              <a:gd name="connsiteX7" fmla="*/ 350331 w 380406"/>
              <a:gd name="connsiteY7" fmla="*/ 126992 h 361906"/>
              <a:gd name="connsiteX8" fmla="*/ 347562 w 380406"/>
              <a:gd name="connsiteY8" fmla="*/ 127251 h 361906"/>
              <a:gd name="connsiteX9" fmla="*/ 342631 w 380406"/>
              <a:gd name="connsiteY9" fmla="*/ 128049 h 361906"/>
              <a:gd name="connsiteX10" fmla="*/ 338780 w 380406"/>
              <a:gd name="connsiteY10" fmla="*/ 128870 h 361906"/>
              <a:gd name="connsiteX11" fmla="*/ 334578 w 380406"/>
              <a:gd name="connsiteY11" fmla="*/ 130021 h 361906"/>
              <a:gd name="connsiteX12" fmla="*/ 328052 w 380406"/>
              <a:gd name="connsiteY12" fmla="*/ 132369 h 361906"/>
              <a:gd name="connsiteX13" fmla="*/ 323356 w 380406"/>
              <a:gd name="connsiteY13" fmla="*/ 134247 h 361906"/>
              <a:gd name="connsiteX14" fmla="*/ 321008 w 380406"/>
              <a:gd name="connsiteY14" fmla="*/ 135233 h 361906"/>
              <a:gd name="connsiteX15" fmla="*/ 312509 w 380406"/>
              <a:gd name="connsiteY15" fmla="*/ 139693 h 361906"/>
              <a:gd name="connsiteX16" fmla="*/ 303564 w 380406"/>
              <a:gd name="connsiteY16" fmla="*/ 145328 h 361906"/>
              <a:gd name="connsiteX17" fmla="*/ 300795 w 380406"/>
              <a:gd name="connsiteY17" fmla="*/ 147394 h 361906"/>
              <a:gd name="connsiteX18" fmla="*/ 294878 w 380406"/>
              <a:gd name="connsiteY18" fmla="*/ 151785 h 361906"/>
              <a:gd name="connsiteX19" fmla="*/ 291755 w 380406"/>
              <a:gd name="connsiteY19" fmla="*/ 154461 h 361906"/>
              <a:gd name="connsiteX20" fmla="*/ 286473 w 380406"/>
              <a:gd name="connsiteY20" fmla="*/ 159156 h 361906"/>
              <a:gd name="connsiteX21" fmla="*/ 283256 w 380406"/>
              <a:gd name="connsiteY21" fmla="*/ 162091 h 361906"/>
              <a:gd name="connsiteX22" fmla="*/ 279312 w 380406"/>
              <a:gd name="connsiteY22" fmla="*/ 166036 h 361906"/>
              <a:gd name="connsiteX23" fmla="*/ 273137 w 380406"/>
              <a:gd name="connsiteY23" fmla="*/ 172656 h 361906"/>
              <a:gd name="connsiteX24" fmla="*/ 269546 w 380406"/>
              <a:gd name="connsiteY24" fmla="*/ 176788 h 361906"/>
              <a:gd name="connsiteX25" fmla="*/ 265883 w 380406"/>
              <a:gd name="connsiteY25" fmla="*/ 181155 h 361906"/>
              <a:gd name="connsiteX26" fmla="*/ 261681 w 380406"/>
              <a:gd name="connsiteY26" fmla="*/ 186531 h 361906"/>
              <a:gd name="connsiteX27" fmla="*/ 259075 w 380406"/>
              <a:gd name="connsiteY27" fmla="*/ 190030 h 361906"/>
              <a:gd name="connsiteX28" fmla="*/ 254520 w 380406"/>
              <a:gd name="connsiteY28" fmla="*/ 196744 h 361906"/>
              <a:gd name="connsiteX29" fmla="*/ 252642 w 380406"/>
              <a:gd name="connsiteY29" fmla="*/ 199421 h 361906"/>
              <a:gd name="connsiteX30" fmla="*/ 246819 w 380406"/>
              <a:gd name="connsiteY30" fmla="*/ 208999 h 361906"/>
              <a:gd name="connsiteX31" fmla="*/ 245927 w 380406"/>
              <a:gd name="connsiteY31" fmla="*/ 210619 h 361906"/>
              <a:gd name="connsiteX32" fmla="*/ 241373 w 380406"/>
              <a:gd name="connsiteY32" fmla="*/ 219024 h 361906"/>
              <a:gd name="connsiteX33" fmla="*/ 239941 w 380406"/>
              <a:gd name="connsiteY33" fmla="*/ 221795 h 361906"/>
              <a:gd name="connsiteX34" fmla="*/ 235644 w 380406"/>
              <a:gd name="connsiteY34" fmla="*/ 230833 h 361906"/>
              <a:gd name="connsiteX35" fmla="*/ 235104 w 380406"/>
              <a:gd name="connsiteY35" fmla="*/ 232078 h 361906"/>
              <a:gd name="connsiteX36" fmla="*/ 230972 w 380406"/>
              <a:gd name="connsiteY36" fmla="*/ 242291 h 361906"/>
              <a:gd name="connsiteX37" fmla="*/ 229916 w 380406"/>
              <a:gd name="connsiteY37" fmla="*/ 245342 h 361906"/>
              <a:gd name="connsiteX38" fmla="*/ 227403 w 380406"/>
              <a:gd name="connsiteY38" fmla="*/ 252855 h 361906"/>
              <a:gd name="connsiteX39" fmla="*/ 226229 w 380406"/>
              <a:gd name="connsiteY39" fmla="*/ 256705 h 361906"/>
              <a:gd name="connsiteX40" fmla="*/ 224446 w 380406"/>
              <a:gd name="connsiteY40" fmla="*/ 263326 h 361906"/>
              <a:gd name="connsiteX41" fmla="*/ 223295 w 380406"/>
              <a:gd name="connsiteY41" fmla="*/ 268163 h 361906"/>
              <a:gd name="connsiteX42" fmla="*/ 222309 w 380406"/>
              <a:gd name="connsiteY42" fmla="*/ 273257 h 361906"/>
              <a:gd name="connsiteX43" fmla="*/ 222121 w 380406"/>
              <a:gd name="connsiteY43" fmla="*/ 274431 h 361906"/>
              <a:gd name="connsiteX44" fmla="*/ 220947 w 380406"/>
              <a:gd name="connsiteY44" fmla="*/ 280676 h 361906"/>
              <a:gd name="connsiteX45" fmla="*/ 220149 w 380406"/>
              <a:gd name="connsiteY45" fmla="*/ 287391 h 361906"/>
              <a:gd name="connsiteX46" fmla="*/ 219891 w 380406"/>
              <a:gd name="connsiteY46" fmla="*/ 290701 h 361906"/>
              <a:gd name="connsiteX47" fmla="*/ 219444 w 380406"/>
              <a:gd name="connsiteY47" fmla="*/ 301008 h 361906"/>
              <a:gd name="connsiteX48" fmla="*/ 220689 w 380406"/>
              <a:gd name="connsiteY48" fmla="*/ 317019 h 361906"/>
              <a:gd name="connsiteX49" fmla="*/ 246655 w 380406"/>
              <a:gd name="connsiteY49" fmla="*/ 360876 h 361906"/>
              <a:gd name="connsiteX50" fmla="*/ 25966 w 380406"/>
              <a:gd name="connsiteY50" fmla="*/ 232547 h 361906"/>
              <a:gd name="connsiteX51" fmla="*/ 0 w 380406"/>
              <a:gd name="connsiteY51" fmla="*/ 189583 h 361906"/>
              <a:gd name="connsiteX52" fmla="*/ -1338 w 380406"/>
              <a:gd name="connsiteY52" fmla="*/ 172656 h 361906"/>
              <a:gd name="connsiteX53" fmla="*/ -892 w 380406"/>
              <a:gd name="connsiteY53" fmla="*/ 162373 h 361906"/>
              <a:gd name="connsiteX54" fmla="*/ -611 w 380406"/>
              <a:gd name="connsiteY54" fmla="*/ 159062 h 361906"/>
              <a:gd name="connsiteX55" fmla="*/ -164 w 380406"/>
              <a:gd name="connsiteY55" fmla="*/ 154367 h 361906"/>
              <a:gd name="connsiteX56" fmla="*/ 188 w 380406"/>
              <a:gd name="connsiteY56" fmla="*/ 152324 h 361906"/>
              <a:gd name="connsiteX57" fmla="*/ 1174 w 380406"/>
              <a:gd name="connsiteY57" fmla="*/ 146854 h 361906"/>
              <a:gd name="connsiteX58" fmla="*/ 1526 w 380406"/>
              <a:gd name="connsiteY58" fmla="*/ 144882 h 361906"/>
              <a:gd name="connsiteX59" fmla="*/ 2066 w 380406"/>
              <a:gd name="connsiteY59" fmla="*/ 141501 h 361906"/>
              <a:gd name="connsiteX60" fmla="*/ 2512 w 380406"/>
              <a:gd name="connsiteY60" fmla="*/ 139787 h 361906"/>
              <a:gd name="connsiteX61" fmla="*/ 3686 w 380406"/>
              <a:gd name="connsiteY61" fmla="*/ 135092 h 361906"/>
              <a:gd name="connsiteX62" fmla="*/ 4743 w 380406"/>
              <a:gd name="connsiteY62" fmla="*/ 130796 h 361906"/>
              <a:gd name="connsiteX63" fmla="*/ 5471 w 380406"/>
              <a:gd name="connsiteY63" fmla="*/ 128448 h 361906"/>
              <a:gd name="connsiteX64" fmla="*/ 6620 w 380406"/>
              <a:gd name="connsiteY64" fmla="*/ 124597 h 361906"/>
              <a:gd name="connsiteX65" fmla="*/ 7606 w 380406"/>
              <a:gd name="connsiteY65" fmla="*/ 121381 h 361906"/>
              <a:gd name="connsiteX66" fmla="*/ 9133 w 380406"/>
              <a:gd name="connsiteY66" fmla="*/ 117179 h 361906"/>
              <a:gd name="connsiteX67" fmla="*/ 10213 w 380406"/>
              <a:gd name="connsiteY67" fmla="*/ 114126 h 361906"/>
              <a:gd name="connsiteX68" fmla="*/ 10753 w 380406"/>
              <a:gd name="connsiteY68" fmla="*/ 112530 h 361906"/>
              <a:gd name="connsiteX69" fmla="*/ 14228 w 380406"/>
              <a:gd name="connsiteY69" fmla="*/ 104196 h 361906"/>
              <a:gd name="connsiteX70" fmla="*/ 14228 w 380406"/>
              <a:gd name="connsiteY70" fmla="*/ 103844 h 361906"/>
              <a:gd name="connsiteX71" fmla="*/ 14862 w 380406"/>
              <a:gd name="connsiteY71" fmla="*/ 102670 h 361906"/>
              <a:gd name="connsiteX72" fmla="*/ 17819 w 380406"/>
              <a:gd name="connsiteY72" fmla="*/ 96049 h 361906"/>
              <a:gd name="connsiteX73" fmla="*/ 19064 w 380406"/>
              <a:gd name="connsiteY73" fmla="*/ 93701 h 361906"/>
              <a:gd name="connsiteX74" fmla="*/ 20496 w 380406"/>
              <a:gd name="connsiteY74" fmla="*/ 90837 h 361906"/>
              <a:gd name="connsiteX75" fmla="*/ 21834 w 380406"/>
              <a:gd name="connsiteY75" fmla="*/ 88160 h 361906"/>
              <a:gd name="connsiteX76" fmla="*/ 25075 w 380406"/>
              <a:gd name="connsiteY76" fmla="*/ 82526 h 361906"/>
              <a:gd name="connsiteX77" fmla="*/ 25966 w 380406"/>
              <a:gd name="connsiteY77" fmla="*/ 80812 h 361906"/>
              <a:gd name="connsiteX78" fmla="*/ 26224 w 380406"/>
              <a:gd name="connsiteY78" fmla="*/ 80272 h 361906"/>
              <a:gd name="connsiteX79" fmla="*/ 31061 w 380406"/>
              <a:gd name="connsiteY79" fmla="*/ 72407 h 361906"/>
              <a:gd name="connsiteX80" fmla="*/ 31859 w 380406"/>
              <a:gd name="connsiteY80" fmla="*/ 71233 h 361906"/>
              <a:gd name="connsiteX81" fmla="*/ 33644 w 380406"/>
              <a:gd name="connsiteY81" fmla="*/ 68557 h 361906"/>
              <a:gd name="connsiteX82" fmla="*/ 36507 w 380406"/>
              <a:gd name="connsiteY82" fmla="*/ 64354 h 361906"/>
              <a:gd name="connsiteX83" fmla="*/ 38221 w 380406"/>
              <a:gd name="connsiteY83" fmla="*/ 62006 h 361906"/>
              <a:gd name="connsiteX84" fmla="*/ 40898 w 380406"/>
              <a:gd name="connsiteY84" fmla="*/ 58414 h 361906"/>
              <a:gd name="connsiteX85" fmla="*/ 42706 w 380406"/>
              <a:gd name="connsiteY85" fmla="*/ 56067 h 361906"/>
              <a:gd name="connsiteX86" fmla="*/ 45053 w 380406"/>
              <a:gd name="connsiteY86" fmla="*/ 53108 h 361906"/>
              <a:gd name="connsiteX87" fmla="*/ 48645 w 380406"/>
              <a:gd name="connsiteY87" fmla="*/ 48718 h 361906"/>
              <a:gd name="connsiteX88" fmla="*/ 50266 w 380406"/>
              <a:gd name="connsiteY88" fmla="*/ 46746 h 361906"/>
              <a:gd name="connsiteX89" fmla="*/ 52214 w 380406"/>
              <a:gd name="connsiteY89" fmla="*/ 44680 h 361906"/>
              <a:gd name="connsiteX90" fmla="*/ 58389 w 380406"/>
              <a:gd name="connsiteY90" fmla="*/ 38060 h 361906"/>
              <a:gd name="connsiteX91" fmla="*/ 60455 w 380406"/>
              <a:gd name="connsiteY91" fmla="*/ 35923 h 361906"/>
              <a:gd name="connsiteX92" fmla="*/ 62427 w 380406"/>
              <a:gd name="connsiteY92" fmla="*/ 34138 h 361906"/>
              <a:gd name="connsiteX93" fmla="*/ 65549 w 380406"/>
              <a:gd name="connsiteY93" fmla="*/ 31180 h 361906"/>
              <a:gd name="connsiteX94" fmla="*/ 70832 w 380406"/>
              <a:gd name="connsiteY94" fmla="*/ 26485 h 361906"/>
              <a:gd name="connsiteX95" fmla="*/ 73977 w 380406"/>
              <a:gd name="connsiteY95" fmla="*/ 23879 h 361906"/>
              <a:gd name="connsiteX96" fmla="*/ 79871 w 380406"/>
              <a:gd name="connsiteY96" fmla="*/ 19395 h 361906"/>
              <a:gd name="connsiteX97" fmla="*/ 82734 w 380406"/>
              <a:gd name="connsiteY97" fmla="*/ 17352 h 361906"/>
              <a:gd name="connsiteX98" fmla="*/ 91610 w 380406"/>
              <a:gd name="connsiteY98" fmla="*/ 11718 h 361906"/>
              <a:gd name="connsiteX99" fmla="*/ 100203 w 380406"/>
              <a:gd name="connsiteY99" fmla="*/ 7327 h 361906"/>
              <a:gd name="connsiteX100" fmla="*/ 102338 w 380406"/>
              <a:gd name="connsiteY100" fmla="*/ 6247 h 361906"/>
              <a:gd name="connsiteX101" fmla="*/ 104686 w 380406"/>
              <a:gd name="connsiteY101" fmla="*/ 5261 h 361906"/>
              <a:gd name="connsiteX102" fmla="*/ 107034 w 380406"/>
              <a:gd name="connsiteY102" fmla="*/ 4463 h 361906"/>
              <a:gd name="connsiteX103" fmla="*/ 113678 w 380406"/>
              <a:gd name="connsiteY103" fmla="*/ 2115 h 361906"/>
              <a:gd name="connsiteX104" fmla="*/ 115721 w 380406"/>
              <a:gd name="connsiteY104" fmla="*/ 1387 h 361906"/>
              <a:gd name="connsiteX105" fmla="*/ 117787 w 380406"/>
              <a:gd name="connsiteY105" fmla="*/ 941 h 361906"/>
              <a:gd name="connsiteX106" fmla="*/ 121637 w 380406"/>
              <a:gd name="connsiteY106" fmla="*/ 143 h 361906"/>
              <a:gd name="connsiteX107" fmla="*/ 123985 w 380406"/>
              <a:gd name="connsiteY107" fmla="*/ -303 h 361906"/>
              <a:gd name="connsiteX108" fmla="*/ 123985 w 380406"/>
              <a:gd name="connsiteY108" fmla="*/ -303 h 361906"/>
              <a:gd name="connsiteX109" fmla="*/ 126568 w 380406"/>
              <a:gd name="connsiteY109" fmla="*/ -585 h 361906"/>
              <a:gd name="connsiteX110" fmla="*/ 129362 w 380406"/>
              <a:gd name="connsiteY110" fmla="*/ -843 h 361906"/>
              <a:gd name="connsiteX111" fmla="*/ 130957 w 380406"/>
              <a:gd name="connsiteY111" fmla="*/ -1031 h 361906"/>
              <a:gd name="connsiteX112" fmla="*/ 135348 w 380406"/>
              <a:gd name="connsiteY112" fmla="*/ -1031 h 361906"/>
              <a:gd name="connsiteX113" fmla="*/ 137133 w 380406"/>
              <a:gd name="connsiteY113" fmla="*/ -1031 h 361906"/>
              <a:gd name="connsiteX114" fmla="*/ 142767 w 380406"/>
              <a:gd name="connsiteY114" fmla="*/ -303 h 361906"/>
              <a:gd name="connsiteX115" fmla="*/ 143683 w 380406"/>
              <a:gd name="connsiteY115" fmla="*/ -139 h 361906"/>
              <a:gd name="connsiteX116" fmla="*/ 145279 w 380406"/>
              <a:gd name="connsiteY116" fmla="*/ 237 h 361906"/>
              <a:gd name="connsiteX117" fmla="*/ 147979 w 380406"/>
              <a:gd name="connsiteY117" fmla="*/ 847 h 361906"/>
              <a:gd name="connsiteX118" fmla="*/ 150326 w 380406"/>
              <a:gd name="connsiteY118" fmla="*/ 1740 h 361906"/>
              <a:gd name="connsiteX119" fmla="*/ 151946 w 380406"/>
              <a:gd name="connsiteY119" fmla="*/ 2280 h 361906"/>
              <a:gd name="connsiteX120" fmla="*/ 152839 w 380406"/>
              <a:gd name="connsiteY120" fmla="*/ 2655 h 361906"/>
              <a:gd name="connsiteX121" fmla="*/ 157535 w 380406"/>
              <a:gd name="connsiteY121" fmla="*/ 4885 h 361906"/>
              <a:gd name="connsiteX122" fmla="*/ 157981 w 380406"/>
              <a:gd name="connsiteY122" fmla="*/ 5238 h 36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80406" h="361906">
                <a:moveTo>
                  <a:pt x="379068" y="133167"/>
                </a:moveTo>
                <a:cubicBezTo>
                  <a:pt x="377119" y="132040"/>
                  <a:pt x="375101" y="131077"/>
                  <a:pt x="372988" y="130302"/>
                </a:cubicBezTo>
                <a:cubicBezTo>
                  <a:pt x="372471" y="130044"/>
                  <a:pt x="371931" y="129833"/>
                  <a:pt x="371368" y="129669"/>
                </a:cubicBezTo>
                <a:cubicBezTo>
                  <a:pt x="369700" y="129105"/>
                  <a:pt x="367986" y="128612"/>
                  <a:pt x="366273" y="128237"/>
                </a:cubicBezTo>
                <a:cubicBezTo>
                  <a:pt x="365710" y="128072"/>
                  <a:pt x="365146" y="127955"/>
                  <a:pt x="364559" y="127885"/>
                </a:cubicBezTo>
                <a:cubicBezTo>
                  <a:pt x="362305" y="127391"/>
                  <a:pt x="360004" y="127110"/>
                  <a:pt x="357681" y="126992"/>
                </a:cubicBezTo>
                <a:lnTo>
                  <a:pt x="356342" y="126992"/>
                </a:lnTo>
                <a:cubicBezTo>
                  <a:pt x="354370" y="126992"/>
                  <a:pt x="352398" y="126992"/>
                  <a:pt x="350331" y="126992"/>
                </a:cubicBezTo>
                <a:lnTo>
                  <a:pt x="347562" y="127251"/>
                </a:lnTo>
                <a:cubicBezTo>
                  <a:pt x="345942" y="127438"/>
                  <a:pt x="344251" y="127697"/>
                  <a:pt x="342631" y="128049"/>
                </a:cubicBezTo>
                <a:cubicBezTo>
                  <a:pt x="341340" y="128237"/>
                  <a:pt x="340048" y="128495"/>
                  <a:pt x="338780" y="128870"/>
                </a:cubicBezTo>
                <a:cubicBezTo>
                  <a:pt x="337443" y="129222"/>
                  <a:pt x="336011" y="129575"/>
                  <a:pt x="334578" y="130021"/>
                </a:cubicBezTo>
                <a:cubicBezTo>
                  <a:pt x="332442" y="130655"/>
                  <a:pt x="330282" y="131453"/>
                  <a:pt x="328052" y="132369"/>
                </a:cubicBezTo>
                <a:cubicBezTo>
                  <a:pt x="326526" y="132979"/>
                  <a:pt x="325000" y="133519"/>
                  <a:pt x="323356" y="134247"/>
                </a:cubicBezTo>
                <a:cubicBezTo>
                  <a:pt x="322628" y="134599"/>
                  <a:pt x="321924" y="134857"/>
                  <a:pt x="321008" y="135233"/>
                </a:cubicBezTo>
                <a:cubicBezTo>
                  <a:pt x="318238" y="136571"/>
                  <a:pt x="315374" y="138003"/>
                  <a:pt x="312509" y="139693"/>
                </a:cubicBezTo>
                <a:cubicBezTo>
                  <a:pt x="309646" y="141384"/>
                  <a:pt x="306523" y="143356"/>
                  <a:pt x="303564" y="145328"/>
                </a:cubicBezTo>
                <a:cubicBezTo>
                  <a:pt x="302672" y="145962"/>
                  <a:pt x="301686" y="146667"/>
                  <a:pt x="300795" y="147394"/>
                </a:cubicBezTo>
                <a:cubicBezTo>
                  <a:pt x="298822" y="148826"/>
                  <a:pt x="296850" y="150258"/>
                  <a:pt x="294878" y="151785"/>
                </a:cubicBezTo>
                <a:cubicBezTo>
                  <a:pt x="293821" y="152676"/>
                  <a:pt x="292835" y="153569"/>
                  <a:pt x="291755" y="154461"/>
                </a:cubicBezTo>
                <a:cubicBezTo>
                  <a:pt x="289971" y="155893"/>
                  <a:pt x="288163" y="157513"/>
                  <a:pt x="286473" y="159156"/>
                </a:cubicBezTo>
                <a:lnTo>
                  <a:pt x="283256" y="162091"/>
                </a:lnTo>
                <a:cubicBezTo>
                  <a:pt x="281919" y="163359"/>
                  <a:pt x="280651" y="164791"/>
                  <a:pt x="279312" y="166036"/>
                </a:cubicBezTo>
                <a:cubicBezTo>
                  <a:pt x="277246" y="168195"/>
                  <a:pt x="275110" y="170426"/>
                  <a:pt x="273137" y="172656"/>
                </a:cubicBezTo>
                <a:cubicBezTo>
                  <a:pt x="271894" y="173994"/>
                  <a:pt x="270790" y="175356"/>
                  <a:pt x="269546" y="176788"/>
                </a:cubicBezTo>
                <a:cubicBezTo>
                  <a:pt x="268301" y="178220"/>
                  <a:pt x="267198" y="179652"/>
                  <a:pt x="265883" y="181155"/>
                </a:cubicBezTo>
                <a:cubicBezTo>
                  <a:pt x="264568" y="182657"/>
                  <a:pt x="263112" y="184747"/>
                  <a:pt x="261681" y="186531"/>
                </a:cubicBezTo>
                <a:cubicBezTo>
                  <a:pt x="260883" y="187705"/>
                  <a:pt x="259990" y="188879"/>
                  <a:pt x="259075" y="190030"/>
                </a:cubicBezTo>
                <a:cubicBezTo>
                  <a:pt x="257572" y="192260"/>
                  <a:pt x="255952" y="194490"/>
                  <a:pt x="254520" y="196744"/>
                </a:cubicBezTo>
                <a:lnTo>
                  <a:pt x="252642" y="199421"/>
                </a:lnTo>
                <a:cubicBezTo>
                  <a:pt x="250670" y="202543"/>
                  <a:pt x="248698" y="205783"/>
                  <a:pt x="246819" y="208999"/>
                </a:cubicBezTo>
                <a:cubicBezTo>
                  <a:pt x="246490" y="209515"/>
                  <a:pt x="246185" y="210056"/>
                  <a:pt x="245927" y="210619"/>
                </a:cubicBezTo>
                <a:cubicBezTo>
                  <a:pt x="244307" y="213390"/>
                  <a:pt x="242805" y="216160"/>
                  <a:pt x="241373" y="219024"/>
                </a:cubicBezTo>
                <a:cubicBezTo>
                  <a:pt x="240833" y="219916"/>
                  <a:pt x="240387" y="220902"/>
                  <a:pt x="239941" y="221795"/>
                </a:cubicBezTo>
                <a:cubicBezTo>
                  <a:pt x="238414" y="224846"/>
                  <a:pt x="236982" y="227781"/>
                  <a:pt x="235644" y="230833"/>
                </a:cubicBezTo>
                <a:cubicBezTo>
                  <a:pt x="235456" y="231279"/>
                  <a:pt x="235268" y="231632"/>
                  <a:pt x="235104" y="232078"/>
                </a:cubicBezTo>
                <a:cubicBezTo>
                  <a:pt x="233672" y="235388"/>
                  <a:pt x="232240" y="238886"/>
                  <a:pt x="230972" y="242291"/>
                </a:cubicBezTo>
                <a:cubicBezTo>
                  <a:pt x="230620" y="243276"/>
                  <a:pt x="230268" y="244356"/>
                  <a:pt x="229916" y="245342"/>
                </a:cubicBezTo>
                <a:cubicBezTo>
                  <a:pt x="229023" y="247831"/>
                  <a:pt x="228108" y="250343"/>
                  <a:pt x="227403" y="252855"/>
                </a:cubicBezTo>
                <a:cubicBezTo>
                  <a:pt x="226957" y="254100"/>
                  <a:pt x="226605" y="255438"/>
                  <a:pt x="226229" y="256705"/>
                </a:cubicBezTo>
                <a:cubicBezTo>
                  <a:pt x="225525" y="259053"/>
                  <a:pt x="224986" y="261166"/>
                  <a:pt x="224446" y="263326"/>
                </a:cubicBezTo>
                <a:cubicBezTo>
                  <a:pt x="224000" y="264923"/>
                  <a:pt x="223647" y="266542"/>
                  <a:pt x="223295" y="268163"/>
                </a:cubicBezTo>
                <a:cubicBezTo>
                  <a:pt x="222873" y="269853"/>
                  <a:pt x="222544" y="271543"/>
                  <a:pt x="222309" y="273257"/>
                </a:cubicBezTo>
                <a:cubicBezTo>
                  <a:pt x="222192" y="273633"/>
                  <a:pt x="222145" y="274032"/>
                  <a:pt x="222121" y="274431"/>
                </a:cubicBezTo>
                <a:cubicBezTo>
                  <a:pt x="221605" y="276497"/>
                  <a:pt x="221205" y="278563"/>
                  <a:pt x="220947" y="280676"/>
                </a:cubicBezTo>
                <a:cubicBezTo>
                  <a:pt x="220689" y="283024"/>
                  <a:pt x="220431" y="285161"/>
                  <a:pt x="220149" y="287391"/>
                </a:cubicBezTo>
                <a:cubicBezTo>
                  <a:pt x="220149" y="288471"/>
                  <a:pt x="219891" y="289551"/>
                  <a:pt x="219891" y="290701"/>
                </a:cubicBezTo>
                <a:cubicBezTo>
                  <a:pt x="219609" y="294105"/>
                  <a:pt x="219444" y="297603"/>
                  <a:pt x="219444" y="301008"/>
                </a:cubicBezTo>
                <a:cubicBezTo>
                  <a:pt x="219444" y="306360"/>
                  <a:pt x="219844" y="311713"/>
                  <a:pt x="220689" y="317019"/>
                </a:cubicBezTo>
                <a:cubicBezTo>
                  <a:pt x="223741" y="338149"/>
                  <a:pt x="233132" y="353010"/>
                  <a:pt x="246655" y="360876"/>
                </a:cubicBezTo>
                <a:lnTo>
                  <a:pt x="25966" y="232547"/>
                </a:lnTo>
                <a:cubicBezTo>
                  <a:pt x="12537" y="224846"/>
                  <a:pt x="3240" y="210149"/>
                  <a:pt x="0" y="189583"/>
                </a:cubicBezTo>
                <a:cubicBezTo>
                  <a:pt x="-916" y="183996"/>
                  <a:pt x="-1362" y="178314"/>
                  <a:pt x="-1338" y="172656"/>
                </a:cubicBezTo>
                <a:cubicBezTo>
                  <a:pt x="-1338" y="169252"/>
                  <a:pt x="-1151" y="165848"/>
                  <a:pt x="-892" y="162373"/>
                </a:cubicBezTo>
                <a:cubicBezTo>
                  <a:pt x="-892" y="161293"/>
                  <a:pt x="-704" y="160213"/>
                  <a:pt x="-611" y="159062"/>
                </a:cubicBezTo>
                <a:cubicBezTo>
                  <a:pt x="-446" y="157536"/>
                  <a:pt x="-352" y="156011"/>
                  <a:pt x="-164" y="154367"/>
                </a:cubicBezTo>
                <a:cubicBezTo>
                  <a:pt x="-164" y="153756"/>
                  <a:pt x="94" y="153029"/>
                  <a:pt x="188" y="152324"/>
                </a:cubicBezTo>
                <a:cubicBezTo>
                  <a:pt x="446" y="150540"/>
                  <a:pt x="728" y="148732"/>
                  <a:pt x="1174" y="146854"/>
                </a:cubicBezTo>
                <a:cubicBezTo>
                  <a:pt x="1244" y="146197"/>
                  <a:pt x="1362" y="145539"/>
                  <a:pt x="1526" y="144882"/>
                </a:cubicBezTo>
                <a:cubicBezTo>
                  <a:pt x="1714" y="143732"/>
                  <a:pt x="1878" y="142651"/>
                  <a:pt x="2066" y="141501"/>
                </a:cubicBezTo>
                <a:cubicBezTo>
                  <a:pt x="2254" y="140961"/>
                  <a:pt x="2324" y="140327"/>
                  <a:pt x="2512" y="139787"/>
                </a:cubicBezTo>
                <a:cubicBezTo>
                  <a:pt x="2864" y="138191"/>
                  <a:pt x="3240" y="136665"/>
                  <a:pt x="3686" y="135092"/>
                </a:cubicBezTo>
                <a:cubicBezTo>
                  <a:pt x="4132" y="133519"/>
                  <a:pt x="4297" y="132228"/>
                  <a:pt x="4743" y="130796"/>
                </a:cubicBezTo>
                <a:cubicBezTo>
                  <a:pt x="4954" y="129997"/>
                  <a:pt x="5189" y="129222"/>
                  <a:pt x="5471" y="128448"/>
                </a:cubicBezTo>
                <a:cubicBezTo>
                  <a:pt x="5823" y="127204"/>
                  <a:pt x="6174" y="125936"/>
                  <a:pt x="6620" y="124597"/>
                </a:cubicBezTo>
                <a:cubicBezTo>
                  <a:pt x="7066" y="123259"/>
                  <a:pt x="7254" y="122461"/>
                  <a:pt x="7606" y="121381"/>
                </a:cubicBezTo>
                <a:cubicBezTo>
                  <a:pt x="8053" y="119949"/>
                  <a:pt x="8593" y="118517"/>
                  <a:pt x="9133" y="117179"/>
                </a:cubicBezTo>
                <a:cubicBezTo>
                  <a:pt x="9673" y="115840"/>
                  <a:pt x="9861" y="115112"/>
                  <a:pt x="10213" y="114126"/>
                </a:cubicBezTo>
                <a:lnTo>
                  <a:pt x="10753" y="112530"/>
                </a:lnTo>
                <a:cubicBezTo>
                  <a:pt x="11809" y="109736"/>
                  <a:pt x="12983" y="106966"/>
                  <a:pt x="14228" y="104196"/>
                </a:cubicBezTo>
                <a:cubicBezTo>
                  <a:pt x="14228" y="104008"/>
                  <a:pt x="14228" y="103937"/>
                  <a:pt x="14228" y="103844"/>
                </a:cubicBezTo>
                <a:cubicBezTo>
                  <a:pt x="14416" y="103397"/>
                  <a:pt x="14674" y="103045"/>
                  <a:pt x="14862" y="102670"/>
                </a:cubicBezTo>
                <a:cubicBezTo>
                  <a:pt x="15753" y="100322"/>
                  <a:pt x="16739" y="98209"/>
                  <a:pt x="17819" y="96049"/>
                </a:cubicBezTo>
                <a:cubicBezTo>
                  <a:pt x="18265" y="95297"/>
                  <a:pt x="18688" y="94499"/>
                  <a:pt x="19064" y="93701"/>
                </a:cubicBezTo>
                <a:cubicBezTo>
                  <a:pt x="19510" y="92715"/>
                  <a:pt x="20050" y="91823"/>
                  <a:pt x="20496" y="90837"/>
                </a:cubicBezTo>
                <a:lnTo>
                  <a:pt x="21834" y="88160"/>
                </a:lnTo>
                <a:lnTo>
                  <a:pt x="25075" y="82526"/>
                </a:lnTo>
                <a:cubicBezTo>
                  <a:pt x="25308" y="81915"/>
                  <a:pt x="25615" y="81352"/>
                  <a:pt x="25966" y="80812"/>
                </a:cubicBezTo>
                <a:lnTo>
                  <a:pt x="26224" y="80272"/>
                </a:lnTo>
                <a:cubicBezTo>
                  <a:pt x="27844" y="77689"/>
                  <a:pt x="29441" y="75013"/>
                  <a:pt x="31061" y="72407"/>
                </a:cubicBezTo>
                <a:cubicBezTo>
                  <a:pt x="31343" y="72031"/>
                  <a:pt x="31624" y="71632"/>
                  <a:pt x="31859" y="71233"/>
                </a:cubicBezTo>
                <a:cubicBezTo>
                  <a:pt x="32399" y="70341"/>
                  <a:pt x="33033" y="69449"/>
                  <a:pt x="33644" y="68557"/>
                </a:cubicBezTo>
                <a:cubicBezTo>
                  <a:pt x="34558" y="67218"/>
                  <a:pt x="35545" y="65693"/>
                  <a:pt x="36507" y="64354"/>
                </a:cubicBezTo>
                <a:cubicBezTo>
                  <a:pt x="37047" y="63556"/>
                  <a:pt x="37681" y="62734"/>
                  <a:pt x="38221" y="62006"/>
                </a:cubicBezTo>
                <a:cubicBezTo>
                  <a:pt x="39114" y="60833"/>
                  <a:pt x="40006" y="59659"/>
                  <a:pt x="40898" y="58414"/>
                </a:cubicBezTo>
                <a:cubicBezTo>
                  <a:pt x="41438" y="57616"/>
                  <a:pt x="42072" y="56818"/>
                  <a:pt x="42706" y="56067"/>
                </a:cubicBezTo>
                <a:lnTo>
                  <a:pt x="45053" y="53108"/>
                </a:lnTo>
                <a:cubicBezTo>
                  <a:pt x="46227" y="51676"/>
                  <a:pt x="47401" y="50150"/>
                  <a:pt x="48645" y="48718"/>
                </a:cubicBezTo>
                <a:cubicBezTo>
                  <a:pt x="49186" y="48084"/>
                  <a:pt x="49726" y="47380"/>
                  <a:pt x="50266" y="46746"/>
                </a:cubicBezTo>
                <a:cubicBezTo>
                  <a:pt x="50806" y="46112"/>
                  <a:pt x="51604" y="45408"/>
                  <a:pt x="52214" y="44680"/>
                </a:cubicBezTo>
                <a:cubicBezTo>
                  <a:pt x="54280" y="42332"/>
                  <a:pt x="56346" y="40219"/>
                  <a:pt x="58389" y="38060"/>
                </a:cubicBezTo>
                <a:cubicBezTo>
                  <a:pt x="59117" y="37355"/>
                  <a:pt x="59751" y="36627"/>
                  <a:pt x="60455" y="35923"/>
                </a:cubicBezTo>
                <a:cubicBezTo>
                  <a:pt x="61159" y="35218"/>
                  <a:pt x="61699" y="34749"/>
                  <a:pt x="62427" y="34138"/>
                </a:cubicBezTo>
                <a:cubicBezTo>
                  <a:pt x="63412" y="33059"/>
                  <a:pt x="64492" y="32167"/>
                  <a:pt x="65549" y="31180"/>
                </a:cubicBezTo>
                <a:cubicBezTo>
                  <a:pt x="67263" y="29560"/>
                  <a:pt x="69048" y="28034"/>
                  <a:pt x="70832" y="26485"/>
                </a:cubicBezTo>
                <a:lnTo>
                  <a:pt x="73977" y="23879"/>
                </a:lnTo>
                <a:cubicBezTo>
                  <a:pt x="75950" y="22353"/>
                  <a:pt x="77899" y="20827"/>
                  <a:pt x="79871" y="19395"/>
                </a:cubicBezTo>
                <a:cubicBezTo>
                  <a:pt x="80857" y="18784"/>
                  <a:pt x="81749" y="18056"/>
                  <a:pt x="82734" y="17352"/>
                </a:cubicBezTo>
                <a:cubicBezTo>
                  <a:pt x="85599" y="15380"/>
                  <a:pt x="88557" y="13502"/>
                  <a:pt x="91610" y="11718"/>
                </a:cubicBezTo>
                <a:cubicBezTo>
                  <a:pt x="94473" y="10097"/>
                  <a:pt x="97338" y="8665"/>
                  <a:pt x="100203" y="7327"/>
                </a:cubicBezTo>
                <a:lnTo>
                  <a:pt x="102338" y="6247"/>
                </a:lnTo>
                <a:cubicBezTo>
                  <a:pt x="103160" y="5989"/>
                  <a:pt x="103958" y="5519"/>
                  <a:pt x="104686" y="5261"/>
                </a:cubicBezTo>
                <a:cubicBezTo>
                  <a:pt x="105414" y="5003"/>
                  <a:pt x="106212" y="4721"/>
                  <a:pt x="107034" y="4463"/>
                </a:cubicBezTo>
                <a:cubicBezTo>
                  <a:pt x="109382" y="3571"/>
                  <a:pt x="111424" y="2843"/>
                  <a:pt x="113678" y="2115"/>
                </a:cubicBezTo>
                <a:cubicBezTo>
                  <a:pt x="114289" y="1927"/>
                  <a:pt x="115016" y="1575"/>
                  <a:pt x="115721" y="1387"/>
                </a:cubicBezTo>
                <a:cubicBezTo>
                  <a:pt x="116425" y="1200"/>
                  <a:pt x="117059" y="1129"/>
                  <a:pt x="117787" y="941"/>
                </a:cubicBezTo>
                <a:lnTo>
                  <a:pt x="121637" y="143"/>
                </a:lnTo>
                <a:cubicBezTo>
                  <a:pt x="122341" y="143"/>
                  <a:pt x="123069" y="-209"/>
                  <a:pt x="123985" y="-303"/>
                </a:cubicBezTo>
                <a:lnTo>
                  <a:pt x="123985" y="-303"/>
                </a:lnTo>
                <a:cubicBezTo>
                  <a:pt x="124830" y="-444"/>
                  <a:pt x="125699" y="-538"/>
                  <a:pt x="126568" y="-585"/>
                </a:cubicBezTo>
                <a:cubicBezTo>
                  <a:pt x="127483" y="-749"/>
                  <a:pt x="128423" y="-843"/>
                  <a:pt x="129362" y="-843"/>
                </a:cubicBezTo>
                <a:cubicBezTo>
                  <a:pt x="129877" y="-960"/>
                  <a:pt x="130417" y="-1007"/>
                  <a:pt x="130957" y="-1031"/>
                </a:cubicBezTo>
                <a:cubicBezTo>
                  <a:pt x="132390" y="-1031"/>
                  <a:pt x="133916" y="-1031"/>
                  <a:pt x="135348" y="-1031"/>
                </a:cubicBezTo>
                <a:lnTo>
                  <a:pt x="137133" y="-1031"/>
                </a:lnTo>
                <a:cubicBezTo>
                  <a:pt x="139011" y="-843"/>
                  <a:pt x="140888" y="-679"/>
                  <a:pt x="142767" y="-303"/>
                </a:cubicBezTo>
                <a:cubicBezTo>
                  <a:pt x="143072" y="-279"/>
                  <a:pt x="143377" y="-209"/>
                  <a:pt x="143683" y="-139"/>
                </a:cubicBezTo>
                <a:cubicBezTo>
                  <a:pt x="144199" y="-139"/>
                  <a:pt x="144739" y="143"/>
                  <a:pt x="145279" y="237"/>
                </a:cubicBezTo>
                <a:cubicBezTo>
                  <a:pt x="146171" y="495"/>
                  <a:pt x="147064" y="589"/>
                  <a:pt x="147979" y="847"/>
                </a:cubicBezTo>
                <a:cubicBezTo>
                  <a:pt x="148894" y="1106"/>
                  <a:pt x="149575" y="1481"/>
                  <a:pt x="150326" y="1740"/>
                </a:cubicBezTo>
                <a:lnTo>
                  <a:pt x="151946" y="2280"/>
                </a:lnTo>
                <a:cubicBezTo>
                  <a:pt x="152252" y="2350"/>
                  <a:pt x="152557" y="2491"/>
                  <a:pt x="152839" y="2655"/>
                </a:cubicBezTo>
                <a:cubicBezTo>
                  <a:pt x="154459" y="3289"/>
                  <a:pt x="156009" y="4040"/>
                  <a:pt x="157535" y="4885"/>
                </a:cubicBezTo>
                <a:cubicBezTo>
                  <a:pt x="157699" y="4956"/>
                  <a:pt x="157862" y="5097"/>
                  <a:pt x="157981" y="5238"/>
                </a:cubicBez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DAB56CA7-F249-9537-9A6D-65FF032B0B4D}"/>
              </a:ext>
            </a:extLst>
          </p:cNvPr>
          <p:cNvSpPr/>
          <p:nvPr/>
        </p:nvSpPr>
        <p:spPr>
          <a:xfrm>
            <a:off x="9478068" y="3085583"/>
            <a:ext cx="246655" cy="171291"/>
          </a:xfrm>
          <a:custGeom>
            <a:avLst/>
            <a:gdLst>
              <a:gd name="connsiteX0" fmla="*/ 245317 w 246655"/>
              <a:gd name="connsiteY0" fmla="*/ 170261 h 171291"/>
              <a:gd name="connsiteX1" fmla="*/ 24628 w 246655"/>
              <a:gd name="connsiteY1" fmla="*/ 41933 h 171291"/>
              <a:gd name="connsiteX2" fmla="*/ -1339 w 246655"/>
              <a:gd name="connsiteY2" fmla="*/ -1031 h 171291"/>
              <a:gd name="connsiteX3" fmla="*/ 219350 w 246655"/>
              <a:gd name="connsiteY3" fmla="*/ 126405 h 171291"/>
              <a:gd name="connsiteX4" fmla="*/ 245317 w 246655"/>
              <a:gd name="connsiteY4" fmla="*/ 170261 h 17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655" h="171291">
                <a:moveTo>
                  <a:pt x="245317" y="170261"/>
                </a:moveTo>
                <a:lnTo>
                  <a:pt x="24628" y="41933"/>
                </a:lnTo>
                <a:cubicBezTo>
                  <a:pt x="11198" y="34232"/>
                  <a:pt x="1901" y="19535"/>
                  <a:pt x="-1339" y="-1031"/>
                </a:cubicBezTo>
                <a:lnTo>
                  <a:pt x="219350" y="126405"/>
                </a:lnTo>
                <a:cubicBezTo>
                  <a:pt x="222402" y="147441"/>
                  <a:pt x="231793" y="162396"/>
                  <a:pt x="245317" y="170261"/>
                </a:cubicBezTo>
                <a:close/>
              </a:path>
            </a:pathLst>
          </a:custGeom>
          <a:solidFill>
            <a:srgbClr val="BBBFC8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6B6662BF-ECE6-57DF-8D4B-B307BA6B4D08}"/>
              </a:ext>
            </a:extLst>
          </p:cNvPr>
          <p:cNvSpPr/>
          <p:nvPr/>
        </p:nvSpPr>
        <p:spPr>
          <a:xfrm>
            <a:off x="9602100" y="2894664"/>
            <a:ext cx="254895" cy="134620"/>
          </a:xfrm>
          <a:custGeom>
            <a:avLst/>
            <a:gdLst>
              <a:gd name="connsiteX0" fmla="*/ 253557 w 254895"/>
              <a:gd name="connsiteY0" fmla="*/ 133589 h 134620"/>
              <a:gd name="connsiteX1" fmla="*/ 247476 w 254895"/>
              <a:gd name="connsiteY1" fmla="*/ 130725 h 134620"/>
              <a:gd name="connsiteX2" fmla="*/ 245856 w 254895"/>
              <a:gd name="connsiteY2" fmla="*/ 130091 h 134620"/>
              <a:gd name="connsiteX3" fmla="*/ 240761 w 254895"/>
              <a:gd name="connsiteY3" fmla="*/ 128659 h 134620"/>
              <a:gd name="connsiteX4" fmla="*/ 239047 w 254895"/>
              <a:gd name="connsiteY4" fmla="*/ 128307 h 134620"/>
              <a:gd name="connsiteX5" fmla="*/ 232169 w 254895"/>
              <a:gd name="connsiteY5" fmla="*/ 127415 h 134620"/>
              <a:gd name="connsiteX6" fmla="*/ 230830 w 254895"/>
              <a:gd name="connsiteY6" fmla="*/ 127415 h 134620"/>
              <a:gd name="connsiteX7" fmla="*/ 224820 w 254895"/>
              <a:gd name="connsiteY7" fmla="*/ 127415 h 134620"/>
              <a:gd name="connsiteX8" fmla="*/ 222050 w 254895"/>
              <a:gd name="connsiteY8" fmla="*/ 127673 h 134620"/>
              <a:gd name="connsiteX9" fmla="*/ -1339 w 254895"/>
              <a:gd name="connsiteY9" fmla="*/ -303 h 134620"/>
              <a:gd name="connsiteX10" fmla="*/ 1243 w 254895"/>
              <a:gd name="connsiteY10" fmla="*/ -585 h 134620"/>
              <a:gd name="connsiteX11" fmla="*/ 4038 w 254895"/>
              <a:gd name="connsiteY11" fmla="*/ -843 h 134620"/>
              <a:gd name="connsiteX12" fmla="*/ 5634 w 254895"/>
              <a:gd name="connsiteY12" fmla="*/ -1031 h 134620"/>
              <a:gd name="connsiteX13" fmla="*/ 10024 w 254895"/>
              <a:gd name="connsiteY13" fmla="*/ -1031 h 134620"/>
              <a:gd name="connsiteX14" fmla="*/ 11808 w 254895"/>
              <a:gd name="connsiteY14" fmla="*/ -1031 h 134620"/>
              <a:gd name="connsiteX15" fmla="*/ 17443 w 254895"/>
              <a:gd name="connsiteY15" fmla="*/ -303 h 134620"/>
              <a:gd name="connsiteX16" fmla="*/ 18358 w 254895"/>
              <a:gd name="connsiteY16" fmla="*/ -139 h 134620"/>
              <a:gd name="connsiteX17" fmla="*/ 19955 w 254895"/>
              <a:gd name="connsiteY17" fmla="*/ 237 h 134620"/>
              <a:gd name="connsiteX18" fmla="*/ 22655 w 254895"/>
              <a:gd name="connsiteY18" fmla="*/ 847 h 134620"/>
              <a:gd name="connsiteX19" fmla="*/ 25003 w 254895"/>
              <a:gd name="connsiteY19" fmla="*/ 1739 h 134620"/>
              <a:gd name="connsiteX20" fmla="*/ 26622 w 254895"/>
              <a:gd name="connsiteY20" fmla="*/ 2280 h 134620"/>
              <a:gd name="connsiteX21" fmla="*/ 27515 w 254895"/>
              <a:gd name="connsiteY21" fmla="*/ 2655 h 134620"/>
              <a:gd name="connsiteX22" fmla="*/ 32211 w 254895"/>
              <a:gd name="connsiteY22" fmla="*/ 4885 h 134620"/>
              <a:gd name="connsiteX23" fmla="*/ 32657 w 254895"/>
              <a:gd name="connsiteY23" fmla="*/ 5237 h 13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4895" h="134620">
                <a:moveTo>
                  <a:pt x="253557" y="133589"/>
                </a:moveTo>
                <a:cubicBezTo>
                  <a:pt x="251608" y="132462"/>
                  <a:pt x="249589" y="131500"/>
                  <a:pt x="247476" y="130725"/>
                </a:cubicBezTo>
                <a:cubicBezTo>
                  <a:pt x="246959" y="130467"/>
                  <a:pt x="246419" y="130255"/>
                  <a:pt x="245856" y="130091"/>
                </a:cubicBezTo>
                <a:cubicBezTo>
                  <a:pt x="244188" y="129527"/>
                  <a:pt x="242475" y="129034"/>
                  <a:pt x="240761" y="128659"/>
                </a:cubicBezTo>
                <a:cubicBezTo>
                  <a:pt x="240198" y="128494"/>
                  <a:pt x="239634" y="128377"/>
                  <a:pt x="239047" y="128307"/>
                </a:cubicBezTo>
                <a:cubicBezTo>
                  <a:pt x="236793" y="127814"/>
                  <a:pt x="234493" y="127532"/>
                  <a:pt x="232169" y="127415"/>
                </a:cubicBezTo>
                <a:lnTo>
                  <a:pt x="230830" y="127415"/>
                </a:lnTo>
                <a:cubicBezTo>
                  <a:pt x="228858" y="127415"/>
                  <a:pt x="226886" y="127415"/>
                  <a:pt x="224820" y="127415"/>
                </a:cubicBezTo>
                <a:lnTo>
                  <a:pt x="222050" y="127673"/>
                </a:lnTo>
                <a:lnTo>
                  <a:pt x="-1339" y="-303"/>
                </a:lnTo>
                <a:cubicBezTo>
                  <a:pt x="-494" y="-444"/>
                  <a:pt x="375" y="-538"/>
                  <a:pt x="1243" y="-585"/>
                </a:cubicBezTo>
                <a:cubicBezTo>
                  <a:pt x="2159" y="-749"/>
                  <a:pt x="3098" y="-843"/>
                  <a:pt x="4038" y="-843"/>
                </a:cubicBezTo>
                <a:cubicBezTo>
                  <a:pt x="4554" y="-960"/>
                  <a:pt x="5094" y="-1007"/>
                  <a:pt x="5634" y="-1031"/>
                </a:cubicBezTo>
                <a:cubicBezTo>
                  <a:pt x="7065" y="-1031"/>
                  <a:pt x="8592" y="-1031"/>
                  <a:pt x="10024" y="-1031"/>
                </a:cubicBezTo>
                <a:lnTo>
                  <a:pt x="11808" y="-1031"/>
                </a:lnTo>
                <a:cubicBezTo>
                  <a:pt x="13687" y="-843"/>
                  <a:pt x="15565" y="-679"/>
                  <a:pt x="17443" y="-303"/>
                </a:cubicBezTo>
                <a:cubicBezTo>
                  <a:pt x="17748" y="-280"/>
                  <a:pt x="18053" y="-209"/>
                  <a:pt x="18358" y="-139"/>
                </a:cubicBezTo>
                <a:cubicBezTo>
                  <a:pt x="18875" y="-139"/>
                  <a:pt x="19415" y="143"/>
                  <a:pt x="19955" y="237"/>
                </a:cubicBezTo>
                <a:cubicBezTo>
                  <a:pt x="20847" y="495"/>
                  <a:pt x="21739" y="589"/>
                  <a:pt x="22655" y="847"/>
                </a:cubicBezTo>
                <a:cubicBezTo>
                  <a:pt x="23571" y="1106"/>
                  <a:pt x="24252" y="1481"/>
                  <a:pt x="25003" y="1739"/>
                </a:cubicBezTo>
                <a:lnTo>
                  <a:pt x="26622" y="2280"/>
                </a:lnTo>
                <a:cubicBezTo>
                  <a:pt x="26928" y="2350"/>
                  <a:pt x="27233" y="2491"/>
                  <a:pt x="27515" y="2655"/>
                </a:cubicBezTo>
                <a:cubicBezTo>
                  <a:pt x="29135" y="3289"/>
                  <a:pt x="30684" y="4040"/>
                  <a:pt x="32211" y="4885"/>
                </a:cubicBezTo>
                <a:cubicBezTo>
                  <a:pt x="32375" y="4956"/>
                  <a:pt x="32539" y="5097"/>
                  <a:pt x="32657" y="5237"/>
                </a:cubicBezTo>
                <a:close/>
              </a:path>
            </a:pathLst>
          </a:custGeom>
          <a:solidFill>
            <a:srgbClr val="BBBFC8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ECAF4A98-69BD-E8BC-0343-65C303CCAAFF}"/>
              </a:ext>
            </a:extLst>
          </p:cNvPr>
          <p:cNvSpPr/>
          <p:nvPr/>
        </p:nvSpPr>
        <p:spPr>
          <a:xfrm>
            <a:off x="9689412" y="879317"/>
            <a:ext cx="241090" cy="2405683"/>
          </a:xfrm>
          <a:custGeom>
            <a:avLst/>
            <a:gdLst>
              <a:gd name="connsiteX0" fmla="*/ 239752 w 241090"/>
              <a:gd name="connsiteY0" fmla="*/ 2341311 h 2405683"/>
              <a:gd name="connsiteX1" fmla="*/ 239752 w 241090"/>
              <a:gd name="connsiteY1" fmla="*/ 2342109 h 2405683"/>
              <a:gd name="connsiteX2" fmla="*/ 239494 w 241090"/>
              <a:gd name="connsiteY2" fmla="*/ 2344809 h 2405683"/>
              <a:gd name="connsiteX3" fmla="*/ 239118 w 241090"/>
              <a:gd name="connsiteY3" fmla="*/ 2347932 h 2405683"/>
              <a:gd name="connsiteX4" fmla="*/ 239118 w 241090"/>
              <a:gd name="connsiteY4" fmla="*/ 2348284 h 2405683"/>
              <a:gd name="connsiteX5" fmla="*/ 238296 w 241090"/>
              <a:gd name="connsiteY5" fmla="*/ 2351148 h 2405683"/>
              <a:gd name="connsiteX6" fmla="*/ 237498 w 241090"/>
              <a:gd name="connsiteY6" fmla="*/ 2354106 h 2405683"/>
              <a:gd name="connsiteX7" fmla="*/ 237310 w 241090"/>
              <a:gd name="connsiteY7" fmla="*/ 2354458 h 2405683"/>
              <a:gd name="connsiteX8" fmla="*/ 236159 w 241090"/>
              <a:gd name="connsiteY8" fmla="*/ 2356970 h 2405683"/>
              <a:gd name="connsiteX9" fmla="*/ 234540 w 241090"/>
              <a:gd name="connsiteY9" fmla="*/ 2360187 h 2405683"/>
              <a:gd name="connsiteX10" fmla="*/ 234376 w 241090"/>
              <a:gd name="connsiteY10" fmla="*/ 2360633 h 2405683"/>
              <a:gd name="connsiteX11" fmla="*/ 233014 w 241090"/>
              <a:gd name="connsiteY11" fmla="*/ 2362511 h 2405683"/>
              <a:gd name="connsiteX12" fmla="*/ 230243 w 241090"/>
              <a:gd name="connsiteY12" fmla="*/ 2366455 h 2405683"/>
              <a:gd name="connsiteX13" fmla="*/ 229891 w 241090"/>
              <a:gd name="connsiteY13" fmla="*/ 2367089 h 2405683"/>
              <a:gd name="connsiteX14" fmla="*/ 228553 w 241090"/>
              <a:gd name="connsiteY14" fmla="*/ 2368427 h 2405683"/>
              <a:gd name="connsiteX15" fmla="*/ 223975 w 241090"/>
              <a:gd name="connsiteY15" fmla="*/ 2373123 h 2405683"/>
              <a:gd name="connsiteX16" fmla="*/ 222919 w 241090"/>
              <a:gd name="connsiteY16" fmla="*/ 2374203 h 2405683"/>
              <a:gd name="connsiteX17" fmla="*/ 221040 w 241090"/>
              <a:gd name="connsiteY17" fmla="*/ 2375729 h 2405683"/>
              <a:gd name="connsiteX18" fmla="*/ 218176 w 241090"/>
              <a:gd name="connsiteY18" fmla="*/ 2378076 h 2405683"/>
              <a:gd name="connsiteX19" fmla="*/ 214232 w 241090"/>
              <a:gd name="connsiteY19" fmla="*/ 2380847 h 2405683"/>
              <a:gd name="connsiteX20" fmla="*/ 210828 w 241090"/>
              <a:gd name="connsiteY20" fmla="*/ 2382983 h 2405683"/>
              <a:gd name="connsiteX21" fmla="*/ 209395 w 241090"/>
              <a:gd name="connsiteY21" fmla="*/ 2383969 h 2405683"/>
              <a:gd name="connsiteX22" fmla="*/ 207260 w 241090"/>
              <a:gd name="connsiteY22" fmla="*/ 2385237 h 2405683"/>
              <a:gd name="connsiteX23" fmla="*/ 203855 w 241090"/>
              <a:gd name="connsiteY23" fmla="*/ 2387115 h 2405683"/>
              <a:gd name="connsiteX24" fmla="*/ 192750 w 241090"/>
              <a:gd name="connsiteY24" fmla="*/ 2392116 h 2405683"/>
              <a:gd name="connsiteX25" fmla="*/ 189345 w 241090"/>
              <a:gd name="connsiteY25" fmla="*/ 2393384 h 2405683"/>
              <a:gd name="connsiteX26" fmla="*/ 180494 w 241090"/>
              <a:gd name="connsiteY26" fmla="*/ 2396412 h 2405683"/>
              <a:gd name="connsiteX27" fmla="*/ 178334 w 241090"/>
              <a:gd name="connsiteY27" fmla="*/ 2397140 h 2405683"/>
              <a:gd name="connsiteX28" fmla="*/ 176645 w 241090"/>
              <a:gd name="connsiteY28" fmla="*/ 2397586 h 2405683"/>
              <a:gd name="connsiteX29" fmla="*/ 171526 w 241090"/>
              <a:gd name="connsiteY29" fmla="*/ 2398925 h 2405683"/>
              <a:gd name="connsiteX30" fmla="*/ 166267 w 241090"/>
              <a:gd name="connsiteY30" fmla="*/ 2400169 h 2405683"/>
              <a:gd name="connsiteX31" fmla="*/ 161055 w 241090"/>
              <a:gd name="connsiteY31" fmla="*/ 2401249 h 2405683"/>
              <a:gd name="connsiteX32" fmla="*/ 157487 w 241090"/>
              <a:gd name="connsiteY32" fmla="*/ 2401976 h 2405683"/>
              <a:gd name="connsiteX33" fmla="*/ 155961 w 241090"/>
              <a:gd name="connsiteY33" fmla="*/ 2402141 h 2405683"/>
              <a:gd name="connsiteX34" fmla="*/ 143165 w 241090"/>
              <a:gd name="connsiteY34" fmla="*/ 2403855 h 2405683"/>
              <a:gd name="connsiteX35" fmla="*/ 142766 w 241090"/>
              <a:gd name="connsiteY35" fmla="*/ 2403855 h 2405683"/>
              <a:gd name="connsiteX36" fmla="*/ 130676 w 241090"/>
              <a:gd name="connsiteY36" fmla="*/ 2404653 h 2405683"/>
              <a:gd name="connsiteX37" fmla="*/ 129971 w 241090"/>
              <a:gd name="connsiteY37" fmla="*/ 2404653 h 2405683"/>
              <a:gd name="connsiteX38" fmla="*/ 125933 w 241090"/>
              <a:gd name="connsiteY38" fmla="*/ 2404653 h 2405683"/>
              <a:gd name="connsiteX39" fmla="*/ 119125 w 241090"/>
              <a:gd name="connsiteY39" fmla="*/ 2404653 h 2405683"/>
              <a:gd name="connsiteX40" fmla="*/ 118068 w 241090"/>
              <a:gd name="connsiteY40" fmla="*/ 2404653 h 2405683"/>
              <a:gd name="connsiteX41" fmla="*/ 113842 w 241090"/>
              <a:gd name="connsiteY41" fmla="*/ 2404395 h 2405683"/>
              <a:gd name="connsiteX42" fmla="*/ 107761 w 241090"/>
              <a:gd name="connsiteY42" fmla="*/ 2404137 h 2405683"/>
              <a:gd name="connsiteX43" fmla="*/ 106611 w 241090"/>
              <a:gd name="connsiteY43" fmla="*/ 2404137 h 2405683"/>
              <a:gd name="connsiteX44" fmla="*/ 102572 w 241090"/>
              <a:gd name="connsiteY44" fmla="*/ 2403691 h 2405683"/>
              <a:gd name="connsiteX45" fmla="*/ 96586 w 241090"/>
              <a:gd name="connsiteY45" fmla="*/ 2403057 h 2405683"/>
              <a:gd name="connsiteX46" fmla="*/ 95247 w 241090"/>
              <a:gd name="connsiteY46" fmla="*/ 2403057 h 2405683"/>
              <a:gd name="connsiteX47" fmla="*/ 91656 w 241090"/>
              <a:gd name="connsiteY47" fmla="*/ 2402517 h 2405683"/>
              <a:gd name="connsiteX48" fmla="*/ 85293 w 241090"/>
              <a:gd name="connsiteY48" fmla="*/ 2401530 h 2405683"/>
              <a:gd name="connsiteX49" fmla="*/ 83790 w 241090"/>
              <a:gd name="connsiteY49" fmla="*/ 2401272 h 2405683"/>
              <a:gd name="connsiteX50" fmla="*/ 80927 w 241090"/>
              <a:gd name="connsiteY50" fmla="*/ 2400639 h 2405683"/>
              <a:gd name="connsiteX51" fmla="*/ 73577 w 241090"/>
              <a:gd name="connsiteY51" fmla="*/ 2398948 h 2405683"/>
              <a:gd name="connsiteX52" fmla="*/ 71442 w 241090"/>
              <a:gd name="connsiteY52" fmla="*/ 2398502 h 2405683"/>
              <a:gd name="connsiteX53" fmla="*/ 69634 w 241090"/>
              <a:gd name="connsiteY53" fmla="*/ 2397962 h 2405683"/>
              <a:gd name="connsiteX54" fmla="*/ 58904 w 241090"/>
              <a:gd name="connsiteY54" fmla="*/ 2394652 h 2405683"/>
              <a:gd name="connsiteX55" fmla="*/ 57284 w 241090"/>
              <a:gd name="connsiteY55" fmla="*/ 2394112 h 2405683"/>
              <a:gd name="connsiteX56" fmla="*/ 56838 w 241090"/>
              <a:gd name="connsiteY56" fmla="*/ 2393924 h 2405683"/>
              <a:gd name="connsiteX57" fmla="*/ 50406 w 241090"/>
              <a:gd name="connsiteY57" fmla="*/ 2391342 h 2405683"/>
              <a:gd name="connsiteX58" fmla="*/ 47165 w 241090"/>
              <a:gd name="connsiteY58" fmla="*/ 2390003 h 2405683"/>
              <a:gd name="connsiteX59" fmla="*/ 38221 w 241090"/>
              <a:gd name="connsiteY59" fmla="*/ 2385425 h 2405683"/>
              <a:gd name="connsiteX60" fmla="*/ 5564 w 241090"/>
              <a:gd name="connsiteY60" fmla="*/ 2341921 h 2405683"/>
              <a:gd name="connsiteX61" fmla="*/ 5024 w 241090"/>
              <a:gd name="connsiteY61" fmla="*/ 2152458 h 2405683"/>
              <a:gd name="connsiteX62" fmla="*/ 3779 w 241090"/>
              <a:gd name="connsiteY62" fmla="*/ 1756509 h 2405683"/>
              <a:gd name="connsiteX63" fmla="*/ 3404 w 241090"/>
              <a:gd name="connsiteY63" fmla="*/ 1619940 h 2405683"/>
              <a:gd name="connsiteX64" fmla="*/ 2699 w 241090"/>
              <a:gd name="connsiteY64" fmla="*/ 1390987 h 2405683"/>
              <a:gd name="connsiteX65" fmla="*/ 2253 w 241090"/>
              <a:gd name="connsiteY65" fmla="*/ 1257823 h 2405683"/>
              <a:gd name="connsiteX66" fmla="*/ 1525 w 241090"/>
              <a:gd name="connsiteY66" fmla="*/ 1013046 h 2405683"/>
              <a:gd name="connsiteX67" fmla="*/ 821 w 241090"/>
              <a:gd name="connsiteY67" fmla="*/ 784281 h 2405683"/>
              <a:gd name="connsiteX68" fmla="*/ 469 w 241090"/>
              <a:gd name="connsiteY68" fmla="*/ 647712 h 2405683"/>
              <a:gd name="connsiteX69" fmla="*/ -799 w 241090"/>
              <a:gd name="connsiteY69" fmla="*/ 252303 h 2405683"/>
              <a:gd name="connsiteX70" fmla="*/ -1339 w 241090"/>
              <a:gd name="connsiteY70" fmla="*/ 62276 h 2405683"/>
              <a:gd name="connsiteX71" fmla="*/ -1339 w 241090"/>
              <a:gd name="connsiteY71" fmla="*/ 61572 h 2405683"/>
              <a:gd name="connsiteX72" fmla="*/ -1057 w 241090"/>
              <a:gd name="connsiteY72" fmla="*/ 58802 h 2405683"/>
              <a:gd name="connsiteX73" fmla="*/ -705 w 241090"/>
              <a:gd name="connsiteY73" fmla="*/ 55656 h 2405683"/>
              <a:gd name="connsiteX74" fmla="*/ -705 w 241090"/>
              <a:gd name="connsiteY74" fmla="*/ 55303 h 2405683"/>
              <a:gd name="connsiteX75" fmla="*/ 187 w 241090"/>
              <a:gd name="connsiteY75" fmla="*/ 52533 h 2405683"/>
              <a:gd name="connsiteX76" fmla="*/ 985 w 241090"/>
              <a:gd name="connsiteY76" fmla="*/ 49575 h 2405683"/>
              <a:gd name="connsiteX77" fmla="*/ 985 w 241090"/>
              <a:gd name="connsiteY77" fmla="*/ 49223 h 2405683"/>
              <a:gd name="connsiteX78" fmla="*/ 2253 w 241090"/>
              <a:gd name="connsiteY78" fmla="*/ 46711 h 2405683"/>
              <a:gd name="connsiteX79" fmla="*/ 3850 w 241090"/>
              <a:gd name="connsiteY79" fmla="*/ 43400 h 2405683"/>
              <a:gd name="connsiteX80" fmla="*/ 4038 w 241090"/>
              <a:gd name="connsiteY80" fmla="*/ 43048 h 2405683"/>
              <a:gd name="connsiteX81" fmla="*/ 5376 w 241090"/>
              <a:gd name="connsiteY81" fmla="*/ 41170 h 2405683"/>
              <a:gd name="connsiteX82" fmla="*/ 8146 w 241090"/>
              <a:gd name="connsiteY82" fmla="*/ 37226 h 2405683"/>
              <a:gd name="connsiteX83" fmla="*/ 8498 w 241090"/>
              <a:gd name="connsiteY83" fmla="*/ 36592 h 2405683"/>
              <a:gd name="connsiteX84" fmla="*/ 9860 w 241090"/>
              <a:gd name="connsiteY84" fmla="*/ 35254 h 2405683"/>
              <a:gd name="connsiteX85" fmla="*/ 14415 w 241090"/>
              <a:gd name="connsiteY85" fmla="*/ 30558 h 2405683"/>
              <a:gd name="connsiteX86" fmla="*/ 15495 w 241090"/>
              <a:gd name="connsiteY86" fmla="*/ 29408 h 2405683"/>
              <a:gd name="connsiteX87" fmla="*/ 17372 w 241090"/>
              <a:gd name="connsiteY87" fmla="*/ 27976 h 2405683"/>
              <a:gd name="connsiteX88" fmla="*/ 20237 w 241090"/>
              <a:gd name="connsiteY88" fmla="*/ 25628 h 2405683"/>
              <a:gd name="connsiteX89" fmla="*/ 24182 w 241090"/>
              <a:gd name="connsiteY89" fmla="*/ 22834 h 2405683"/>
              <a:gd name="connsiteX90" fmla="*/ 27562 w 241090"/>
              <a:gd name="connsiteY90" fmla="*/ 20486 h 2405683"/>
              <a:gd name="connsiteX91" fmla="*/ 28994 w 241090"/>
              <a:gd name="connsiteY91" fmla="*/ 19500 h 2405683"/>
              <a:gd name="connsiteX92" fmla="*/ 34559 w 241090"/>
              <a:gd name="connsiteY92" fmla="*/ 16448 h 2405683"/>
              <a:gd name="connsiteX93" fmla="*/ 45639 w 241090"/>
              <a:gd name="connsiteY93" fmla="*/ 11448 h 2405683"/>
              <a:gd name="connsiteX94" fmla="*/ 49044 w 241090"/>
              <a:gd name="connsiteY94" fmla="*/ 10109 h 2405683"/>
              <a:gd name="connsiteX95" fmla="*/ 57918 w 241090"/>
              <a:gd name="connsiteY95" fmla="*/ 7057 h 2405683"/>
              <a:gd name="connsiteX96" fmla="*/ 60055 w 241090"/>
              <a:gd name="connsiteY96" fmla="*/ 6353 h 2405683"/>
              <a:gd name="connsiteX97" fmla="*/ 61769 w 241090"/>
              <a:gd name="connsiteY97" fmla="*/ 5907 h 2405683"/>
              <a:gd name="connsiteX98" fmla="*/ 66769 w 241090"/>
              <a:gd name="connsiteY98" fmla="*/ 4545 h 2405683"/>
              <a:gd name="connsiteX99" fmla="*/ 72146 w 241090"/>
              <a:gd name="connsiteY99" fmla="*/ 3301 h 2405683"/>
              <a:gd name="connsiteX100" fmla="*/ 77334 w 241090"/>
              <a:gd name="connsiteY100" fmla="*/ 2315 h 2405683"/>
              <a:gd name="connsiteX101" fmla="*/ 80903 w 241090"/>
              <a:gd name="connsiteY101" fmla="*/ 1610 h 2405683"/>
              <a:gd name="connsiteX102" fmla="*/ 82429 w 241090"/>
              <a:gd name="connsiteY102" fmla="*/ 1423 h 2405683"/>
              <a:gd name="connsiteX103" fmla="*/ 95154 w 241090"/>
              <a:gd name="connsiteY103" fmla="*/ -268 h 2405683"/>
              <a:gd name="connsiteX104" fmla="*/ 95600 w 241090"/>
              <a:gd name="connsiteY104" fmla="*/ -268 h 2405683"/>
              <a:gd name="connsiteX105" fmla="*/ 107667 w 241090"/>
              <a:gd name="connsiteY105" fmla="*/ -996 h 2405683"/>
              <a:gd name="connsiteX106" fmla="*/ 108395 w 241090"/>
              <a:gd name="connsiteY106" fmla="*/ -996 h 2405683"/>
              <a:gd name="connsiteX107" fmla="*/ 112409 w 241090"/>
              <a:gd name="connsiteY107" fmla="*/ -996 h 2405683"/>
              <a:gd name="connsiteX108" fmla="*/ 119219 w 241090"/>
              <a:gd name="connsiteY108" fmla="*/ -996 h 2405683"/>
              <a:gd name="connsiteX109" fmla="*/ 120299 w 241090"/>
              <a:gd name="connsiteY109" fmla="*/ -996 h 2405683"/>
              <a:gd name="connsiteX110" fmla="*/ 124501 w 241090"/>
              <a:gd name="connsiteY110" fmla="*/ -831 h 2405683"/>
              <a:gd name="connsiteX111" fmla="*/ 130488 w 241090"/>
              <a:gd name="connsiteY111" fmla="*/ -549 h 2405683"/>
              <a:gd name="connsiteX112" fmla="*/ 131755 w 241090"/>
              <a:gd name="connsiteY112" fmla="*/ -549 h 2405683"/>
              <a:gd name="connsiteX113" fmla="*/ 135864 w 241090"/>
              <a:gd name="connsiteY113" fmla="*/ -198 h 2405683"/>
              <a:gd name="connsiteX114" fmla="*/ 141780 w 241090"/>
              <a:gd name="connsiteY114" fmla="*/ 413 h 2405683"/>
              <a:gd name="connsiteX115" fmla="*/ 143024 w 241090"/>
              <a:gd name="connsiteY115" fmla="*/ 601 h 2405683"/>
              <a:gd name="connsiteX116" fmla="*/ 146687 w 241090"/>
              <a:gd name="connsiteY116" fmla="*/ 1141 h 2405683"/>
              <a:gd name="connsiteX117" fmla="*/ 152955 w 241090"/>
              <a:gd name="connsiteY117" fmla="*/ 2127 h 2405683"/>
              <a:gd name="connsiteX118" fmla="*/ 154575 w 241090"/>
              <a:gd name="connsiteY118" fmla="*/ 2385 h 2405683"/>
              <a:gd name="connsiteX119" fmla="*/ 157440 w 241090"/>
              <a:gd name="connsiteY119" fmla="*/ 3019 h 2405683"/>
              <a:gd name="connsiteX120" fmla="*/ 164694 w 241090"/>
              <a:gd name="connsiteY120" fmla="*/ 4639 h 2405683"/>
              <a:gd name="connsiteX121" fmla="*/ 166925 w 241090"/>
              <a:gd name="connsiteY121" fmla="*/ 5085 h 2405683"/>
              <a:gd name="connsiteX122" fmla="*/ 168708 w 241090"/>
              <a:gd name="connsiteY122" fmla="*/ 5695 h 2405683"/>
              <a:gd name="connsiteX123" fmla="*/ 179461 w 241090"/>
              <a:gd name="connsiteY123" fmla="*/ 9006 h 2405683"/>
              <a:gd name="connsiteX124" fmla="*/ 180964 w 241090"/>
              <a:gd name="connsiteY124" fmla="*/ 9475 h 2405683"/>
              <a:gd name="connsiteX125" fmla="*/ 181504 w 241090"/>
              <a:gd name="connsiteY125" fmla="*/ 9733 h 2405683"/>
              <a:gd name="connsiteX126" fmla="*/ 187960 w 241090"/>
              <a:gd name="connsiteY126" fmla="*/ 12316 h 2405683"/>
              <a:gd name="connsiteX127" fmla="*/ 191177 w 241090"/>
              <a:gd name="connsiteY127" fmla="*/ 13584 h 2405683"/>
              <a:gd name="connsiteX128" fmla="*/ 200122 w 241090"/>
              <a:gd name="connsiteY128" fmla="*/ 18139 h 2405683"/>
              <a:gd name="connsiteX129" fmla="*/ 232803 w 241090"/>
              <a:gd name="connsiteY129" fmla="*/ 61736 h 2405683"/>
              <a:gd name="connsiteX130" fmla="*/ 233413 w 241090"/>
              <a:gd name="connsiteY130" fmla="*/ 267681 h 2405683"/>
              <a:gd name="connsiteX131" fmla="*/ 234306 w 241090"/>
              <a:gd name="connsiteY131" fmla="*/ 567043 h 2405683"/>
              <a:gd name="connsiteX132" fmla="*/ 234752 w 241090"/>
              <a:gd name="connsiteY132" fmla="*/ 719812 h 2405683"/>
              <a:gd name="connsiteX133" fmla="*/ 235480 w 241090"/>
              <a:gd name="connsiteY133" fmla="*/ 946792 h 2405683"/>
              <a:gd name="connsiteX134" fmla="*/ 235480 w 241090"/>
              <a:gd name="connsiteY134" fmla="*/ 996095 h 2405683"/>
              <a:gd name="connsiteX135" fmla="*/ 236089 w 241090"/>
              <a:gd name="connsiteY135" fmla="*/ 1201876 h 2405683"/>
              <a:gd name="connsiteX136" fmla="*/ 236723 w 241090"/>
              <a:gd name="connsiteY136" fmla="*/ 1406295 h 2405683"/>
              <a:gd name="connsiteX137" fmla="*/ 236911 w 241090"/>
              <a:gd name="connsiteY137" fmla="*/ 1457123 h 2405683"/>
              <a:gd name="connsiteX138" fmla="*/ 237615 w 241090"/>
              <a:gd name="connsiteY138" fmla="*/ 1683282 h 2405683"/>
              <a:gd name="connsiteX139" fmla="*/ 238061 w 241090"/>
              <a:gd name="connsiteY139" fmla="*/ 1837318 h 2405683"/>
              <a:gd name="connsiteX140" fmla="*/ 238954 w 241090"/>
              <a:gd name="connsiteY140" fmla="*/ 2134803 h 2405683"/>
              <a:gd name="connsiteX141" fmla="*/ 239494 w 241090"/>
              <a:gd name="connsiteY141" fmla="*/ 2301493 h 2405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241090" h="2405683">
                <a:moveTo>
                  <a:pt x="239752" y="2341311"/>
                </a:moveTo>
                <a:lnTo>
                  <a:pt x="239752" y="2342109"/>
                </a:lnTo>
                <a:cubicBezTo>
                  <a:pt x="239705" y="2343001"/>
                  <a:pt x="239634" y="2343916"/>
                  <a:pt x="239494" y="2344809"/>
                </a:cubicBezTo>
                <a:cubicBezTo>
                  <a:pt x="239494" y="2345865"/>
                  <a:pt x="239306" y="2346945"/>
                  <a:pt x="239118" y="2347932"/>
                </a:cubicBezTo>
                <a:cubicBezTo>
                  <a:pt x="239141" y="2348049"/>
                  <a:pt x="239141" y="2348166"/>
                  <a:pt x="239118" y="2348284"/>
                </a:cubicBezTo>
                <a:cubicBezTo>
                  <a:pt x="238930" y="2349269"/>
                  <a:pt x="238578" y="2350162"/>
                  <a:pt x="238296" y="2351148"/>
                </a:cubicBezTo>
                <a:cubicBezTo>
                  <a:pt x="238014" y="2352134"/>
                  <a:pt x="237850" y="2353120"/>
                  <a:pt x="237498" y="2354106"/>
                </a:cubicBezTo>
                <a:cubicBezTo>
                  <a:pt x="237498" y="2354106"/>
                  <a:pt x="237498" y="2354294"/>
                  <a:pt x="237310" y="2354458"/>
                </a:cubicBezTo>
                <a:cubicBezTo>
                  <a:pt x="237052" y="2355280"/>
                  <a:pt x="236512" y="2356078"/>
                  <a:pt x="236159" y="2356970"/>
                </a:cubicBezTo>
                <a:cubicBezTo>
                  <a:pt x="235807" y="2357863"/>
                  <a:pt x="235173" y="2359130"/>
                  <a:pt x="234540" y="2360187"/>
                </a:cubicBezTo>
                <a:cubicBezTo>
                  <a:pt x="234540" y="2360374"/>
                  <a:pt x="234540" y="2360468"/>
                  <a:pt x="234376" y="2360633"/>
                </a:cubicBezTo>
                <a:cubicBezTo>
                  <a:pt x="234000" y="2361267"/>
                  <a:pt x="233460" y="2361807"/>
                  <a:pt x="233014" y="2362511"/>
                </a:cubicBezTo>
                <a:cubicBezTo>
                  <a:pt x="232169" y="2363872"/>
                  <a:pt x="231253" y="2365187"/>
                  <a:pt x="230243" y="2366455"/>
                </a:cubicBezTo>
                <a:cubicBezTo>
                  <a:pt x="230103" y="2366643"/>
                  <a:pt x="229985" y="2366878"/>
                  <a:pt x="229891" y="2367089"/>
                </a:cubicBezTo>
                <a:cubicBezTo>
                  <a:pt x="229422" y="2367511"/>
                  <a:pt x="228976" y="2367957"/>
                  <a:pt x="228553" y="2368427"/>
                </a:cubicBezTo>
                <a:cubicBezTo>
                  <a:pt x="227121" y="2370047"/>
                  <a:pt x="225594" y="2371550"/>
                  <a:pt x="223975" y="2373123"/>
                </a:cubicBezTo>
                <a:cubicBezTo>
                  <a:pt x="223600" y="2373451"/>
                  <a:pt x="223247" y="2373827"/>
                  <a:pt x="222919" y="2374203"/>
                </a:cubicBezTo>
                <a:cubicBezTo>
                  <a:pt x="222285" y="2374743"/>
                  <a:pt x="221651" y="2375189"/>
                  <a:pt x="221040" y="2375729"/>
                </a:cubicBezTo>
                <a:cubicBezTo>
                  <a:pt x="220430" y="2376269"/>
                  <a:pt x="219162" y="2377232"/>
                  <a:pt x="218176" y="2378076"/>
                </a:cubicBezTo>
                <a:cubicBezTo>
                  <a:pt x="217190" y="2378922"/>
                  <a:pt x="215570" y="2379955"/>
                  <a:pt x="214232" y="2380847"/>
                </a:cubicBezTo>
                <a:cubicBezTo>
                  <a:pt x="212894" y="2381739"/>
                  <a:pt x="212002" y="2382279"/>
                  <a:pt x="210828" y="2382983"/>
                </a:cubicBezTo>
                <a:cubicBezTo>
                  <a:pt x="210405" y="2383382"/>
                  <a:pt x="209912" y="2383711"/>
                  <a:pt x="209395" y="2383969"/>
                </a:cubicBezTo>
                <a:cubicBezTo>
                  <a:pt x="208691" y="2384415"/>
                  <a:pt x="207963" y="2384791"/>
                  <a:pt x="207260" y="2385237"/>
                </a:cubicBezTo>
                <a:lnTo>
                  <a:pt x="203855" y="2387115"/>
                </a:lnTo>
                <a:cubicBezTo>
                  <a:pt x="200263" y="2388900"/>
                  <a:pt x="196601" y="2390590"/>
                  <a:pt x="192750" y="2392116"/>
                </a:cubicBezTo>
                <a:cubicBezTo>
                  <a:pt x="191670" y="2392562"/>
                  <a:pt x="190519" y="2393008"/>
                  <a:pt x="189345" y="2393384"/>
                </a:cubicBezTo>
                <a:cubicBezTo>
                  <a:pt x="186482" y="2394534"/>
                  <a:pt x="183523" y="2395520"/>
                  <a:pt x="180494" y="2396412"/>
                </a:cubicBezTo>
                <a:cubicBezTo>
                  <a:pt x="179790" y="2396694"/>
                  <a:pt x="179062" y="2396929"/>
                  <a:pt x="178334" y="2397140"/>
                </a:cubicBezTo>
                <a:cubicBezTo>
                  <a:pt x="177772" y="2397328"/>
                  <a:pt x="177208" y="2397469"/>
                  <a:pt x="176645" y="2397586"/>
                </a:cubicBezTo>
                <a:cubicBezTo>
                  <a:pt x="174931" y="2398126"/>
                  <a:pt x="173240" y="2398478"/>
                  <a:pt x="171526" y="2398925"/>
                </a:cubicBezTo>
                <a:cubicBezTo>
                  <a:pt x="169812" y="2399371"/>
                  <a:pt x="168052" y="2399817"/>
                  <a:pt x="166267" y="2400169"/>
                </a:cubicBezTo>
                <a:lnTo>
                  <a:pt x="161055" y="2401249"/>
                </a:lnTo>
                <a:cubicBezTo>
                  <a:pt x="159904" y="2401436"/>
                  <a:pt x="158708" y="2401695"/>
                  <a:pt x="157487" y="2401976"/>
                </a:cubicBezTo>
                <a:cubicBezTo>
                  <a:pt x="157041" y="2401976"/>
                  <a:pt x="156501" y="2401976"/>
                  <a:pt x="155961" y="2402141"/>
                </a:cubicBezTo>
                <a:cubicBezTo>
                  <a:pt x="151758" y="2402775"/>
                  <a:pt x="147462" y="2403409"/>
                  <a:pt x="143165" y="2403855"/>
                </a:cubicBezTo>
                <a:lnTo>
                  <a:pt x="142766" y="2403855"/>
                </a:lnTo>
                <a:cubicBezTo>
                  <a:pt x="138728" y="2404207"/>
                  <a:pt x="134713" y="2404465"/>
                  <a:pt x="130676" y="2404653"/>
                </a:cubicBezTo>
                <a:lnTo>
                  <a:pt x="129971" y="2404653"/>
                </a:lnTo>
                <a:cubicBezTo>
                  <a:pt x="128610" y="2404653"/>
                  <a:pt x="127271" y="2404653"/>
                  <a:pt x="125933" y="2404653"/>
                </a:cubicBezTo>
                <a:cubicBezTo>
                  <a:pt x="123585" y="2404653"/>
                  <a:pt x="121379" y="2404653"/>
                  <a:pt x="119125" y="2404653"/>
                </a:cubicBezTo>
                <a:cubicBezTo>
                  <a:pt x="118772" y="2404653"/>
                  <a:pt x="118420" y="2404653"/>
                  <a:pt x="118068" y="2404653"/>
                </a:cubicBezTo>
                <a:lnTo>
                  <a:pt x="113842" y="2404395"/>
                </a:lnTo>
                <a:cubicBezTo>
                  <a:pt x="111800" y="2404395"/>
                  <a:pt x="109828" y="2404395"/>
                  <a:pt x="107761" y="2404137"/>
                </a:cubicBezTo>
                <a:lnTo>
                  <a:pt x="106611" y="2404137"/>
                </a:lnTo>
                <a:cubicBezTo>
                  <a:pt x="105249" y="2404137"/>
                  <a:pt x="103911" y="2403761"/>
                  <a:pt x="102572" y="2403691"/>
                </a:cubicBezTo>
                <a:cubicBezTo>
                  <a:pt x="100507" y="2403503"/>
                  <a:pt x="98558" y="2403315"/>
                  <a:pt x="96586" y="2403057"/>
                </a:cubicBezTo>
                <a:cubicBezTo>
                  <a:pt x="96140" y="2403104"/>
                  <a:pt x="95694" y="2403104"/>
                  <a:pt x="95247" y="2403057"/>
                </a:cubicBezTo>
                <a:lnTo>
                  <a:pt x="91656" y="2402517"/>
                </a:lnTo>
                <a:cubicBezTo>
                  <a:pt x="89519" y="2402164"/>
                  <a:pt x="87453" y="2401906"/>
                  <a:pt x="85293" y="2401530"/>
                </a:cubicBezTo>
                <a:cubicBezTo>
                  <a:pt x="84800" y="2401413"/>
                  <a:pt x="84307" y="2401319"/>
                  <a:pt x="83790" y="2401272"/>
                </a:cubicBezTo>
                <a:cubicBezTo>
                  <a:pt x="82805" y="2401084"/>
                  <a:pt x="81913" y="2400826"/>
                  <a:pt x="80927" y="2400639"/>
                </a:cubicBezTo>
                <a:cubicBezTo>
                  <a:pt x="78414" y="2400099"/>
                  <a:pt x="75996" y="2399559"/>
                  <a:pt x="73577" y="2398948"/>
                </a:cubicBezTo>
                <a:cubicBezTo>
                  <a:pt x="72874" y="2398760"/>
                  <a:pt x="72146" y="2398666"/>
                  <a:pt x="71442" y="2398502"/>
                </a:cubicBezTo>
                <a:cubicBezTo>
                  <a:pt x="70737" y="2398338"/>
                  <a:pt x="70268" y="2398126"/>
                  <a:pt x="69634" y="2397962"/>
                </a:cubicBezTo>
                <a:cubicBezTo>
                  <a:pt x="65971" y="2396976"/>
                  <a:pt x="62379" y="2395802"/>
                  <a:pt x="58904" y="2394652"/>
                </a:cubicBezTo>
                <a:lnTo>
                  <a:pt x="57284" y="2394112"/>
                </a:lnTo>
                <a:cubicBezTo>
                  <a:pt x="57120" y="2394112"/>
                  <a:pt x="57026" y="2394112"/>
                  <a:pt x="56838" y="2393924"/>
                </a:cubicBezTo>
                <a:cubicBezTo>
                  <a:pt x="54490" y="2393126"/>
                  <a:pt x="52448" y="2392233"/>
                  <a:pt x="50406" y="2391342"/>
                </a:cubicBezTo>
                <a:lnTo>
                  <a:pt x="47165" y="2390003"/>
                </a:lnTo>
                <a:cubicBezTo>
                  <a:pt x="44044" y="2388571"/>
                  <a:pt x="41085" y="2387045"/>
                  <a:pt x="38221" y="2385425"/>
                </a:cubicBezTo>
                <a:cubicBezTo>
                  <a:pt x="16481" y="2373263"/>
                  <a:pt x="5658" y="2357604"/>
                  <a:pt x="5564" y="2341921"/>
                </a:cubicBezTo>
                <a:cubicBezTo>
                  <a:pt x="5376" y="2280527"/>
                  <a:pt x="5212" y="2217161"/>
                  <a:pt x="5024" y="2152458"/>
                </a:cubicBezTo>
                <a:lnTo>
                  <a:pt x="3779" y="1756509"/>
                </a:lnTo>
                <a:cubicBezTo>
                  <a:pt x="3685" y="1711314"/>
                  <a:pt x="3568" y="1665792"/>
                  <a:pt x="3404" y="1619940"/>
                </a:cubicBezTo>
                <a:lnTo>
                  <a:pt x="2699" y="1390987"/>
                </a:lnTo>
                <a:cubicBezTo>
                  <a:pt x="2511" y="1346685"/>
                  <a:pt x="2418" y="1302219"/>
                  <a:pt x="2253" y="1257823"/>
                </a:cubicBezTo>
                <a:lnTo>
                  <a:pt x="1525" y="1013046"/>
                </a:lnTo>
                <a:cubicBezTo>
                  <a:pt x="1361" y="936251"/>
                  <a:pt x="1126" y="859996"/>
                  <a:pt x="821" y="784281"/>
                </a:cubicBezTo>
                <a:lnTo>
                  <a:pt x="469" y="647712"/>
                </a:lnTo>
                <a:cubicBezTo>
                  <a:pt x="-1" y="511754"/>
                  <a:pt x="-353" y="379106"/>
                  <a:pt x="-799" y="252303"/>
                </a:cubicBezTo>
                <a:lnTo>
                  <a:pt x="-1339" y="62276"/>
                </a:lnTo>
                <a:lnTo>
                  <a:pt x="-1339" y="61572"/>
                </a:lnTo>
                <a:cubicBezTo>
                  <a:pt x="-1339" y="60680"/>
                  <a:pt x="-1151" y="59788"/>
                  <a:pt x="-1057" y="58802"/>
                </a:cubicBezTo>
                <a:cubicBezTo>
                  <a:pt x="-987" y="57745"/>
                  <a:pt x="-870" y="56689"/>
                  <a:pt x="-705" y="55656"/>
                </a:cubicBezTo>
                <a:lnTo>
                  <a:pt x="-705" y="55303"/>
                </a:lnTo>
                <a:cubicBezTo>
                  <a:pt x="-447" y="54411"/>
                  <a:pt x="-71" y="53425"/>
                  <a:pt x="187" y="52533"/>
                </a:cubicBezTo>
                <a:cubicBezTo>
                  <a:pt x="445" y="51641"/>
                  <a:pt x="633" y="50561"/>
                  <a:pt x="985" y="49575"/>
                </a:cubicBezTo>
                <a:cubicBezTo>
                  <a:pt x="1009" y="49458"/>
                  <a:pt x="1009" y="49340"/>
                  <a:pt x="985" y="49223"/>
                </a:cubicBezTo>
                <a:cubicBezTo>
                  <a:pt x="1337" y="48425"/>
                  <a:pt x="1878" y="47509"/>
                  <a:pt x="2253" y="46711"/>
                </a:cubicBezTo>
                <a:cubicBezTo>
                  <a:pt x="2629" y="45912"/>
                  <a:pt x="3216" y="44363"/>
                  <a:pt x="3850" y="43400"/>
                </a:cubicBezTo>
                <a:cubicBezTo>
                  <a:pt x="3850" y="43400"/>
                  <a:pt x="3850" y="43142"/>
                  <a:pt x="4038" y="43048"/>
                </a:cubicBezTo>
                <a:cubicBezTo>
                  <a:pt x="4437" y="42391"/>
                  <a:pt x="4883" y="41780"/>
                  <a:pt x="5376" y="41170"/>
                </a:cubicBezTo>
                <a:cubicBezTo>
                  <a:pt x="6174" y="39785"/>
                  <a:pt x="7114" y="38447"/>
                  <a:pt x="8146" y="37226"/>
                </a:cubicBezTo>
                <a:cubicBezTo>
                  <a:pt x="8216" y="36991"/>
                  <a:pt x="8334" y="36780"/>
                  <a:pt x="8498" y="36592"/>
                </a:cubicBezTo>
                <a:lnTo>
                  <a:pt x="9860" y="35254"/>
                </a:lnTo>
                <a:cubicBezTo>
                  <a:pt x="11292" y="33657"/>
                  <a:pt x="12795" y="32037"/>
                  <a:pt x="14415" y="30558"/>
                </a:cubicBezTo>
                <a:cubicBezTo>
                  <a:pt x="14861" y="30206"/>
                  <a:pt x="15119" y="29760"/>
                  <a:pt x="15495" y="29408"/>
                </a:cubicBezTo>
                <a:cubicBezTo>
                  <a:pt x="15871" y="29056"/>
                  <a:pt x="16738" y="28422"/>
                  <a:pt x="17372" y="27976"/>
                </a:cubicBezTo>
                <a:cubicBezTo>
                  <a:pt x="18288" y="27130"/>
                  <a:pt x="19227" y="26356"/>
                  <a:pt x="20237" y="25628"/>
                </a:cubicBezTo>
                <a:cubicBezTo>
                  <a:pt x="21481" y="24642"/>
                  <a:pt x="22820" y="23726"/>
                  <a:pt x="24182" y="22834"/>
                </a:cubicBezTo>
                <a:cubicBezTo>
                  <a:pt x="25543" y="21942"/>
                  <a:pt x="26411" y="21331"/>
                  <a:pt x="27562" y="20486"/>
                </a:cubicBezTo>
                <a:cubicBezTo>
                  <a:pt x="28008" y="20228"/>
                  <a:pt x="28477" y="19852"/>
                  <a:pt x="28994" y="19500"/>
                </a:cubicBezTo>
                <a:cubicBezTo>
                  <a:pt x="30802" y="18420"/>
                  <a:pt x="32680" y="17434"/>
                  <a:pt x="34559" y="16448"/>
                </a:cubicBezTo>
                <a:cubicBezTo>
                  <a:pt x="38150" y="14593"/>
                  <a:pt x="41860" y="12927"/>
                  <a:pt x="45639" y="11448"/>
                </a:cubicBezTo>
                <a:lnTo>
                  <a:pt x="49044" y="10109"/>
                </a:lnTo>
                <a:cubicBezTo>
                  <a:pt x="51908" y="9029"/>
                  <a:pt x="54867" y="8043"/>
                  <a:pt x="57918" y="7057"/>
                </a:cubicBezTo>
                <a:cubicBezTo>
                  <a:pt x="58646" y="6869"/>
                  <a:pt x="59351" y="6635"/>
                  <a:pt x="60055" y="6353"/>
                </a:cubicBezTo>
                <a:cubicBezTo>
                  <a:pt x="60595" y="6165"/>
                  <a:pt x="61229" y="6071"/>
                  <a:pt x="61769" y="5907"/>
                </a:cubicBezTo>
                <a:lnTo>
                  <a:pt x="66769" y="4545"/>
                </a:lnTo>
                <a:cubicBezTo>
                  <a:pt x="68554" y="4193"/>
                  <a:pt x="70362" y="3747"/>
                  <a:pt x="72146" y="3301"/>
                </a:cubicBezTo>
                <a:cubicBezTo>
                  <a:pt x="73931" y="2855"/>
                  <a:pt x="75550" y="2596"/>
                  <a:pt x="77334" y="2315"/>
                </a:cubicBezTo>
                <a:cubicBezTo>
                  <a:pt x="78485" y="2057"/>
                  <a:pt x="79682" y="1775"/>
                  <a:pt x="80903" y="1610"/>
                </a:cubicBezTo>
                <a:cubicBezTo>
                  <a:pt x="81349" y="1610"/>
                  <a:pt x="81889" y="1610"/>
                  <a:pt x="82429" y="1423"/>
                </a:cubicBezTo>
                <a:cubicBezTo>
                  <a:pt x="86631" y="718"/>
                  <a:pt x="90858" y="178"/>
                  <a:pt x="95154" y="-268"/>
                </a:cubicBezTo>
                <a:cubicBezTo>
                  <a:pt x="95318" y="-268"/>
                  <a:pt x="95412" y="-268"/>
                  <a:pt x="95600" y="-268"/>
                </a:cubicBezTo>
                <a:cubicBezTo>
                  <a:pt x="99615" y="-620"/>
                  <a:pt x="103652" y="-902"/>
                  <a:pt x="107667" y="-996"/>
                </a:cubicBezTo>
                <a:cubicBezTo>
                  <a:pt x="107902" y="-1043"/>
                  <a:pt x="108160" y="-1043"/>
                  <a:pt x="108395" y="-996"/>
                </a:cubicBezTo>
                <a:cubicBezTo>
                  <a:pt x="109734" y="-996"/>
                  <a:pt x="111072" y="-996"/>
                  <a:pt x="112409" y="-996"/>
                </a:cubicBezTo>
                <a:cubicBezTo>
                  <a:pt x="114757" y="-996"/>
                  <a:pt x="116988" y="-996"/>
                  <a:pt x="119219" y="-996"/>
                </a:cubicBezTo>
                <a:lnTo>
                  <a:pt x="120299" y="-996"/>
                </a:lnTo>
                <a:cubicBezTo>
                  <a:pt x="121730" y="-996"/>
                  <a:pt x="123068" y="-831"/>
                  <a:pt x="124501" y="-831"/>
                </a:cubicBezTo>
                <a:lnTo>
                  <a:pt x="130488" y="-549"/>
                </a:lnTo>
                <a:cubicBezTo>
                  <a:pt x="130911" y="-503"/>
                  <a:pt x="131332" y="-503"/>
                  <a:pt x="131755" y="-549"/>
                </a:cubicBezTo>
                <a:cubicBezTo>
                  <a:pt x="133093" y="-549"/>
                  <a:pt x="134432" y="-291"/>
                  <a:pt x="135864" y="-198"/>
                </a:cubicBezTo>
                <a:cubicBezTo>
                  <a:pt x="137836" y="-33"/>
                  <a:pt x="139809" y="155"/>
                  <a:pt x="141780" y="413"/>
                </a:cubicBezTo>
                <a:cubicBezTo>
                  <a:pt x="142132" y="413"/>
                  <a:pt x="142578" y="413"/>
                  <a:pt x="143024" y="601"/>
                </a:cubicBezTo>
                <a:cubicBezTo>
                  <a:pt x="144269" y="601"/>
                  <a:pt x="145372" y="953"/>
                  <a:pt x="146687" y="1141"/>
                </a:cubicBezTo>
                <a:cubicBezTo>
                  <a:pt x="148753" y="1399"/>
                  <a:pt x="150913" y="1775"/>
                  <a:pt x="152955" y="2127"/>
                </a:cubicBezTo>
                <a:lnTo>
                  <a:pt x="154575" y="2385"/>
                </a:lnTo>
                <a:cubicBezTo>
                  <a:pt x="155562" y="2573"/>
                  <a:pt x="156454" y="2831"/>
                  <a:pt x="157440" y="3019"/>
                </a:cubicBezTo>
                <a:cubicBezTo>
                  <a:pt x="159787" y="3465"/>
                  <a:pt x="162346" y="4005"/>
                  <a:pt x="164694" y="4639"/>
                </a:cubicBezTo>
                <a:cubicBezTo>
                  <a:pt x="165399" y="4803"/>
                  <a:pt x="166197" y="4897"/>
                  <a:pt x="166925" y="5085"/>
                </a:cubicBezTo>
                <a:cubicBezTo>
                  <a:pt x="167653" y="5273"/>
                  <a:pt x="168075" y="5531"/>
                  <a:pt x="168708" y="5695"/>
                </a:cubicBezTo>
                <a:cubicBezTo>
                  <a:pt x="172371" y="6682"/>
                  <a:pt x="175964" y="7761"/>
                  <a:pt x="179461" y="9006"/>
                </a:cubicBezTo>
                <a:cubicBezTo>
                  <a:pt x="179907" y="9194"/>
                  <a:pt x="180518" y="9288"/>
                  <a:pt x="180964" y="9475"/>
                </a:cubicBezTo>
                <a:lnTo>
                  <a:pt x="181504" y="9733"/>
                </a:lnTo>
                <a:cubicBezTo>
                  <a:pt x="183852" y="10532"/>
                  <a:pt x="185801" y="11424"/>
                  <a:pt x="187960" y="12316"/>
                </a:cubicBezTo>
                <a:cubicBezTo>
                  <a:pt x="189017" y="12786"/>
                  <a:pt x="190097" y="13138"/>
                  <a:pt x="191177" y="13584"/>
                </a:cubicBezTo>
                <a:cubicBezTo>
                  <a:pt x="194229" y="15016"/>
                  <a:pt x="197258" y="16542"/>
                  <a:pt x="200122" y="18139"/>
                </a:cubicBezTo>
                <a:cubicBezTo>
                  <a:pt x="221886" y="30323"/>
                  <a:pt x="232709" y="46077"/>
                  <a:pt x="232803" y="61736"/>
                </a:cubicBezTo>
                <a:cubicBezTo>
                  <a:pt x="232967" y="128318"/>
                  <a:pt x="233155" y="197155"/>
                  <a:pt x="233413" y="267681"/>
                </a:cubicBezTo>
                <a:lnTo>
                  <a:pt x="234306" y="567043"/>
                </a:lnTo>
                <a:cubicBezTo>
                  <a:pt x="234306" y="617426"/>
                  <a:pt x="234587" y="668443"/>
                  <a:pt x="234752" y="719812"/>
                </a:cubicBezTo>
                <a:lnTo>
                  <a:pt x="235480" y="946792"/>
                </a:lnTo>
                <a:cubicBezTo>
                  <a:pt x="235480" y="963226"/>
                  <a:pt x="235480" y="979661"/>
                  <a:pt x="235480" y="996095"/>
                </a:cubicBezTo>
                <a:lnTo>
                  <a:pt x="236089" y="1201876"/>
                </a:lnTo>
                <a:cubicBezTo>
                  <a:pt x="236371" y="1270054"/>
                  <a:pt x="236582" y="1338186"/>
                  <a:pt x="236723" y="1406295"/>
                </a:cubicBezTo>
                <a:lnTo>
                  <a:pt x="236911" y="1457123"/>
                </a:lnTo>
                <a:cubicBezTo>
                  <a:pt x="237169" y="1533097"/>
                  <a:pt x="237404" y="1608483"/>
                  <a:pt x="237615" y="1683282"/>
                </a:cubicBezTo>
                <a:lnTo>
                  <a:pt x="238061" y="1837318"/>
                </a:lnTo>
                <a:cubicBezTo>
                  <a:pt x="238343" y="1939070"/>
                  <a:pt x="238695" y="2038591"/>
                  <a:pt x="238954" y="2134803"/>
                </a:cubicBezTo>
                <a:lnTo>
                  <a:pt x="239494" y="2301493"/>
                </a:lnTo>
                <a:close/>
              </a:path>
            </a:pathLst>
          </a:custGeom>
          <a:solidFill>
            <a:srgbClr val="C7CAD1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21C42C65-D348-F828-8B05-2A8F1EA68BE3}"/>
              </a:ext>
            </a:extLst>
          </p:cNvPr>
          <p:cNvSpPr/>
          <p:nvPr/>
        </p:nvSpPr>
        <p:spPr>
          <a:xfrm>
            <a:off x="9891131" y="898557"/>
            <a:ext cx="39535" cy="2367098"/>
          </a:xfrm>
          <a:custGeom>
            <a:avLst/>
            <a:gdLst>
              <a:gd name="connsiteX0" fmla="*/ 38056 w 39535"/>
              <a:gd name="connsiteY0" fmla="*/ 2322141 h 2367098"/>
              <a:gd name="connsiteX1" fmla="*/ 38056 w 39535"/>
              <a:gd name="connsiteY1" fmla="*/ 2312069 h 2367098"/>
              <a:gd name="connsiteX2" fmla="*/ 38056 w 39535"/>
              <a:gd name="connsiteY2" fmla="*/ 2282229 h 2367098"/>
              <a:gd name="connsiteX3" fmla="*/ 38056 w 39535"/>
              <a:gd name="connsiteY3" fmla="*/ 2282229 h 2367098"/>
              <a:gd name="connsiteX4" fmla="*/ 37610 w 39535"/>
              <a:gd name="connsiteY4" fmla="*/ 2132654 h 2367098"/>
              <a:gd name="connsiteX5" fmla="*/ 36413 w 39535"/>
              <a:gd name="connsiteY5" fmla="*/ 1736893 h 2367098"/>
              <a:gd name="connsiteX6" fmla="*/ 36248 w 39535"/>
              <a:gd name="connsiteY6" fmla="*/ 1687262 h 2367098"/>
              <a:gd name="connsiteX7" fmla="*/ 31859 w 39535"/>
              <a:gd name="connsiteY7" fmla="*/ 245507 h 2367098"/>
              <a:gd name="connsiteX8" fmla="*/ 31859 w 39535"/>
              <a:gd name="connsiteY8" fmla="*/ 232054 h 2367098"/>
              <a:gd name="connsiteX9" fmla="*/ 31272 w 39535"/>
              <a:gd name="connsiteY9" fmla="*/ 42543 h 2367098"/>
              <a:gd name="connsiteX10" fmla="*/ -1339 w 39535"/>
              <a:gd name="connsiteY10" fmla="*/ -1031 h 2367098"/>
              <a:gd name="connsiteX11" fmla="*/ 5705 w 39535"/>
              <a:gd name="connsiteY11" fmla="*/ 2278637 h 2367098"/>
              <a:gd name="connsiteX12" fmla="*/ 5705 w 39535"/>
              <a:gd name="connsiteY12" fmla="*/ 2278637 h 2367098"/>
              <a:gd name="connsiteX13" fmla="*/ 5705 w 39535"/>
              <a:gd name="connsiteY13" fmla="*/ 2366068 h 2367098"/>
              <a:gd name="connsiteX14" fmla="*/ 7842 w 39535"/>
              <a:gd name="connsiteY14" fmla="*/ 2364800 h 2367098"/>
              <a:gd name="connsiteX15" fmla="*/ 9273 w 39535"/>
              <a:gd name="connsiteY15" fmla="*/ 2363814 h 2367098"/>
              <a:gd name="connsiteX16" fmla="*/ 12677 w 39535"/>
              <a:gd name="connsiteY16" fmla="*/ 2361677 h 2367098"/>
              <a:gd name="connsiteX17" fmla="*/ 16622 w 39535"/>
              <a:gd name="connsiteY17" fmla="*/ 2358907 h 2367098"/>
              <a:gd name="connsiteX18" fmla="*/ 19486 w 39535"/>
              <a:gd name="connsiteY18" fmla="*/ 2356559 h 2367098"/>
              <a:gd name="connsiteX19" fmla="*/ 21364 w 39535"/>
              <a:gd name="connsiteY19" fmla="*/ 2355033 h 2367098"/>
              <a:gd name="connsiteX20" fmla="*/ 22421 w 39535"/>
              <a:gd name="connsiteY20" fmla="*/ 2353953 h 2367098"/>
              <a:gd name="connsiteX21" fmla="*/ 26998 w 39535"/>
              <a:gd name="connsiteY21" fmla="*/ 2349257 h 2367098"/>
              <a:gd name="connsiteX22" fmla="*/ 28337 w 39535"/>
              <a:gd name="connsiteY22" fmla="*/ 2347920 h 2367098"/>
              <a:gd name="connsiteX23" fmla="*/ 28689 w 39535"/>
              <a:gd name="connsiteY23" fmla="*/ 2347286 h 2367098"/>
              <a:gd name="connsiteX24" fmla="*/ 31459 w 39535"/>
              <a:gd name="connsiteY24" fmla="*/ 2343342 h 2367098"/>
              <a:gd name="connsiteX25" fmla="*/ 32821 w 39535"/>
              <a:gd name="connsiteY25" fmla="*/ 2341463 h 2367098"/>
              <a:gd name="connsiteX26" fmla="*/ 32986 w 39535"/>
              <a:gd name="connsiteY26" fmla="*/ 2341017 h 2367098"/>
              <a:gd name="connsiteX27" fmla="*/ 34606 w 39535"/>
              <a:gd name="connsiteY27" fmla="*/ 2337801 h 2367098"/>
              <a:gd name="connsiteX28" fmla="*/ 35755 w 39535"/>
              <a:gd name="connsiteY28" fmla="*/ 2335288 h 2367098"/>
              <a:gd name="connsiteX29" fmla="*/ 35943 w 39535"/>
              <a:gd name="connsiteY29" fmla="*/ 2334936 h 2367098"/>
              <a:gd name="connsiteX30" fmla="*/ 36741 w 39535"/>
              <a:gd name="connsiteY30" fmla="*/ 2331978 h 2367098"/>
              <a:gd name="connsiteX31" fmla="*/ 37563 w 39535"/>
              <a:gd name="connsiteY31" fmla="*/ 2329114 h 2367098"/>
              <a:gd name="connsiteX32" fmla="*/ 37563 w 39535"/>
              <a:gd name="connsiteY32" fmla="*/ 2328762 h 2367098"/>
              <a:gd name="connsiteX33" fmla="*/ 37939 w 39535"/>
              <a:gd name="connsiteY33" fmla="*/ 2325639 h 2367098"/>
              <a:gd name="connsiteX34" fmla="*/ 38197 w 39535"/>
              <a:gd name="connsiteY34" fmla="*/ 2322939 h 2367098"/>
              <a:gd name="connsiteX35" fmla="*/ 38197 w 39535"/>
              <a:gd name="connsiteY35" fmla="*/ 2322141 h 2367098"/>
              <a:gd name="connsiteX36" fmla="*/ 38197 w 39535"/>
              <a:gd name="connsiteY36" fmla="*/ 2322141 h 2367098"/>
              <a:gd name="connsiteX37" fmla="*/ 38056 w 39535"/>
              <a:gd name="connsiteY37" fmla="*/ 2322141 h 236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9535" h="2367098">
                <a:moveTo>
                  <a:pt x="38056" y="2322141"/>
                </a:moveTo>
                <a:lnTo>
                  <a:pt x="38056" y="2312069"/>
                </a:lnTo>
                <a:lnTo>
                  <a:pt x="38056" y="2282229"/>
                </a:lnTo>
                <a:lnTo>
                  <a:pt x="38056" y="2282229"/>
                </a:lnTo>
                <a:lnTo>
                  <a:pt x="37610" y="2132654"/>
                </a:lnTo>
                <a:cubicBezTo>
                  <a:pt x="37211" y="2005711"/>
                  <a:pt x="36812" y="1872945"/>
                  <a:pt x="36413" y="1736893"/>
                </a:cubicBezTo>
                <a:lnTo>
                  <a:pt x="36248" y="1687262"/>
                </a:lnTo>
                <a:cubicBezTo>
                  <a:pt x="34794" y="1207897"/>
                  <a:pt x="33220" y="691697"/>
                  <a:pt x="31859" y="245507"/>
                </a:cubicBezTo>
                <a:lnTo>
                  <a:pt x="31859" y="232054"/>
                </a:lnTo>
                <a:cubicBezTo>
                  <a:pt x="31647" y="167279"/>
                  <a:pt x="31459" y="103961"/>
                  <a:pt x="31272" y="42543"/>
                </a:cubicBezTo>
                <a:cubicBezTo>
                  <a:pt x="31272" y="26860"/>
                  <a:pt x="20401" y="11154"/>
                  <a:pt x="-1339" y="-1031"/>
                </a:cubicBezTo>
                <a:lnTo>
                  <a:pt x="5705" y="2278637"/>
                </a:lnTo>
                <a:lnTo>
                  <a:pt x="5705" y="2278637"/>
                </a:lnTo>
                <a:lnTo>
                  <a:pt x="5705" y="2366068"/>
                </a:lnTo>
                <a:cubicBezTo>
                  <a:pt x="6409" y="2365622"/>
                  <a:pt x="7136" y="2365246"/>
                  <a:pt x="7842" y="2364800"/>
                </a:cubicBezTo>
                <a:cubicBezTo>
                  <a:pt x="8357" y="2364541"/>
                  <a:pt x="8850" y="2364213"/>
                  <a:pt x="9273" y="2363814"/>
                </a:cubicBezTo>
                <a:cubicBezTo>
                  <a:pt x="10447" y="2363109"/>
                  <a:pt x="11621" y="2362382"/>
                  <a:pt x="12677" y="2361677"/>
                </a:cubicBezTo>
                <a:cubicBezTo>
                  <a:pt x="13734" y="2360973"/>
                  <a:pt x="15354" y="2359799"/>
                  <a:pt x="16622" y="2358907"/>
                </a:cubicBezTo>
                <a:cubicBezTo>
                  <a:pt x="17889" y="2358015"/>
                  <a:pt x="18570" y="2357287"/>
                  <a:pt x="19486" y="2356559"/>
                </a:cubicBezTo>
                <a:cubicBezTo>
                  <a:pt x="20401" y="2355831"/>
                  <a:pt x="20730" y="2355573"/>
                  <a:pt x="21364" y="2355033"/>
                </a:cubicBezTo>
                <a:cubicBezTo>
                  <a:pt x="21693" y="2354657"/>
                  <a:pt x="22045" y="2354282"/>
                  <a:pt x="22421" y="2353953"/>
                </a:cubicBezTo>
                <a:cubicBezTo>
                  <a:pt x="24041" y="2352333"/>
                  <a:pt x="25567" y="2350831"/>
                  <a:pt x="26998" y="2349257"/>
                </a:cubicBezTo>
                <a:cubicBezTo>
                  <a:pt x="27421" y="2348788"/>
                  <a:pt x="27867" y="2348342"/>
                  <a:pt x="28337" y="2347920"/>
                </a:cubicBezTo>
                <a:cubicBezTo>
                  <a:pt x="28431" y="2347708"/>
                  <a:pt x="28548" y="2347474"/>
                  <a:pt x="28689" y="2347286"/>
                </a:cubicBezTo>
                <a:cubicBezTo>
                  <a:pt x="29698" y="2346018"/>
                  <a:pt x="30614" y="2344703"/>
                  <a:pt x="31459" y="2343342"/>
                </a:cubicBezTo>
                <a:cubicBezTo>
                  <a:pt x="31906" y="2342637"/>
                  <a:pt x="32446" y="2342097"/>
                  <a:pt x="32821" y="2341463"/>
                </a:cubicBezTo>
                <a:cubicBezTo>
                  <a:pt x="32821" y="2341299"/>
                  <a:pt x="32821" y="2341205"/>
                  <a:pt x="32986" y="2341017"/>
                </a:cubicBezTo>
                <a:cubicBezTo>
                  <a:pt x="33620" y="2339960"/>
                  <a:pt x="34066" y="2338880"/>
                  <a:pt x="34606" y="2337801"/>
                </a:cubicBezTo>
                <a:cubicBezTo>
                  <a:pt x="35146" y="2336721"/>
                  <a:pt x="35498" y="2336110"/>
                  <a:pt x="35755" y="2335288"/>
                </a:cubicBezTo>
                <a:cubicBezTo>
                  <a:pt x="35755" y="2335124"/>
                  <a:pt x="35755" y="2335030"/>
                  <a:pt x="35943" y="2334936"/>
                </a:cubicBezTo>
                <a:cubicBezTo>
                  <a:pt x="36295" y="2333951"/>
                  <a:pt x="36483" y="2332964"/>
                  <a:pt x="36741" y="2331978"/>
                </a:cubicBezTo>
                <a:cubicBezTo>
                  <a:pt x="37000" y="2330992"/>
                  <a:pt x="37375" y="2330100"/>
                  <a:pt x="37563" y="2329114"/>
                </a:cubicBezTo>
                <a:cubicBezTo>
                  <a:pt x="37587" y="2328997"/>
                  <a:pt x="37587" y="2328879"/>
                  <a:pt x="37563" y="2328762"/>
                </a:cubicBezTo>
                <a:cubicBezTo>
                  <a:pt x="37751" y="2327776"/>
                  <a:pt x="37845" y="2326696"/>
                  <a:pt x="37939" y="2325639"/>
                </a:cubicBezTo>
                <a:cubicBezTo>
                  <a:pt x="38080" y="2324747"/>
                  <a:pt x="38150" y="2323832"/>
                  <a:pt x="38197" y="2322939"/>
                </a:cubicBezTo>
                <a:lnTo>
                  <a:pt x="38197" y="2322141"/>
                </a:lnTo>
                <a:lnTo>
                  <a:pt x="38197" y="2322141"/>
                </a:lnTo>
                <a:cubicBezTo>
                  <a:pt x="38197" y="2322141"/>
                  <a:pt x="38056" y="2322118"/>
                  <a:pt x="38056" y="2322141"/>
                </a:cubicBezTo>
                <a:close/>
              </a:path>
            </a:pathLst>
          </a:custGeom>
          <a:solidFill>
            <a:srgbClr val="BBBFC8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3022F2BD-E09F-9D26-676A-6887262858CC}"/>
              </a:ext>
            </a:extLst>
          </p:cNvPr>
          <p:cNvSpPr/>
          <p:nvPr/>
        </p:nvSpPr>
        <p:spPr>
          <a:xfrm rot="21591600">
            <a:off x="9689006" y="879541"/>
            <a:ext cx="234211" cy="126356"/>
          </a:xfrm>
          <a:custGeom>
            <a:avLst/>
            <a:gdLst>
              <a:gd name="connsiteX0" fmla="*/ 232873 w 234211"/>
              <a:gd name="connsiteY0" fmla="*/ 62147 h 126356"/>
              <a:gd name="connsiteX1" fmla="*/ 115768 w 234211"/>
              <a:gd name="connsiteY1" fmla="*/ 125325 h 126356"/>
              <a:gd name="connsiteX2" fmla="*/ -1338 w 234211"/>
              <a:gd name="connsiteY2" fmla="*/ 62147 h 126356"/>
              <a:gd name="connsiteX3" fmla="*/ 115768 w 234211"/>
              <a:gd name="connsiteY3" fmla="*/ -1031 h 126356"/>
              <a:gd name="connsiteX4" fmla="*/ 232873 w 234211"/>
              <a:gd name="connsiteY4" fmla="*/ 62147 h 12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211" h="126356">
                <a:moveTo>
                  <a:pt x="232873" y="62147"/>
                </a:moveTo>
                <a:cubicBezTo>
                  <a:pt x="232873" y="97039"/>
                  <a:pt x="180443" y="125325"/>
                  <a:pt x="115768" y="125325"/>
                </a:cubicBezTo>
                <a:cubicBezTo>
                  <a:pt x="51092" y="125325"/>
                  <a:pt x="-1338" y="97040"/>
                  <a:pt x="-1338" y="62147"/>
                </a:cubicBezTo>
                <a:cubicBezTo>
                  <a:pt x="-1338" y="27255"/>
                  <a:pt x="51092" y="-1031"/>
                  <a:pt x="115768" y="-1031"/>
                </a:cubicBezTo>
                <a:cubicBezTo>
                  <a:pt x="180443" y="-1031"/>
                  <a:pt x="232873" y="27255"/>
                  <a:pt x="232873" y="62147"/>
                </a:cubicBezTo>
                <a:close/>
              </a:path>
            </a:pathLst>
          </a:custGeom>
          <a:solidFill>
            <a:srgbClr val="F4F5F7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DF42B2DE-3AFC-85FF-A728-63BDA1E06C49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noFill/>
          <a:ln w="504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7C7274DC-56C3-B271-E226-CED331351537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313234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9227589D-60A9-FDA8-9C80-3761FC7BE4A0}"/>
              </a:ext>
            </a:extLst>
          </p:cNvPr>
          <p:cNvGrpSpPr/>
          <p:nvPr/>
        </p:nvGrpSpPr>
        <p:grpSpPr>
          <a:xfrm>
            <a:off x="7874839" y="4563504"/>
            <a:ext cx="3998223" cy="2318031"/>
            <a:chOff x="7764936" y="4539288"/>
            <a:chExt cx="3998223" cy="2318031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420A07B-5CC1-771B-0DC8-3EF6F5630238}"/>
                </a:ext>
              </a:extLst>
            </p:cNvPr>
            <p:cNvSpPr/>
            <p:nvPr/>
          </p:nvSpPr>
          <p:spPr>
            <a:xfrm>
              <a:off x="7764936" y="4634654"/>
              <a:ext cx="174367" cy="241607"/>
            </a:xfrm>
            <a:custGeom>
              <a:avLst/>
              <a:gdLst>
                <a:gd name="connsiteX0" fmla="*/ 174368 w 174367"/>
                <a:gd name="connsiteY0" fmla="*/ 241607 h 241607"/>
                <a:gd name="connsiteX1" fmla="*/ 399 w 174367"/>
                <a:gd name="connsiteY1" fmla="*/ 140513 h 241607"/>
                <a:gd name="connsiteX2" fmla="*/ 0 w 174367"/>
                <a:gd name="connsiteY2" fmla="*/ 0 h 241607"/>
                <a:gd name="connsiteX3" fmla="*/ 173968 w 174367"/>
                <a:gd name="connsiteY3" fmla="*/ 101094 h 241607"/>
                <a:gd name="connsiteX4" fmla="*/ 174368 w 174367"/>
                <a:gd name="connsiteY4" fmla="*/ 241607 h 24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67" h="241607">
                  <a:moveTo>
                    <a:pt x="174368" y="241607"/>
                  </a:moveTo>
                  <a:lnTo>
                    <a:pt x="399" y="140513"/>
                  </a:lnTo>
                  <a:lnTo>
                    <a:pt x="0" y="0"/>
                  </a:lnTo>
                  <a:lnTo>
                    <a:pt x="173968" y="101094"/>
                  </a:lnTo>
                  <a:lnTo>
                    <a:pt x="174368" y="241607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975EF6B4-729F-A866-F3A2-0A2207327323}"/>
                </a:ext>
              </a:extLst>
            </p:cNvPr>
            <p:cNvSpPr/>
            <p:nvPr/>
          </p:nvSpPr>
          <p:spPr>
            <a:xfrm>
              <a:off x="7764936" y="4539288"/>
              <a:ext cx="339132" cy="196460"/>
            </a:xfrm>
            <a:custGeom>
              <a:avLst/>
              <a:gdLst>
                <a:gd name="connsiteX0" fmla="*/ 165164 w 339132"/>
                <a:gd name="connsiteY0" fmla="*/ 0 h 196460"/>
                <a:gd name="connsiteX1" fmla="*/ 152017 w 339132"/>
                <a:gd name="connsiteY1" fmla="*/ 7607 h 196460"/>
                <a:gd name="connsiteX2" fmla="*/ 165869 w 339132"/>
                <a:gd name="connsiteY2" fmla="*/ 15660 h 196460"/>
                <a:gd name="connsiteX3" fmla="*/ 26999 w 339132"/>
                <a:gd name="connsiteY3" fmla="*/ 95812 h 196460"/>
                <a:gd name="connsiteX4" fmla="*/ 13147 w 339132"/>
                <a:gd name="connsiteY4" fmla="*/ 87783 h 196460"/>
                <a:gd name="connsiteX5" fmla="*/ 0 w 339132"/>
                <a:gd name="connsiteY5" fmla="*/ 95366 h 196460"/>
                <a:gd name="connsiteX6" fmla="*/ 173968 w 339132"/>
                <a:gd name="connsiteY6" fmla="*/ 196460 h 196460"/>
                <a:gd name="connsiteX7" fmla="*/ 339133 w 339132"/>
                <a:gd name="connsiteY7" fmla="*/ 101118 h 196460"/>
                <a:gd name="connsiteX8" fmla="*/ 165164 w 339132"/>
                <a:gd name="connsiteY8" fmla="*/ 0 h 196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132" h="196460">
                  <a:moveTo>
                    <a:pt x="165164" y="0"/>
                  </a:moveTo>
                  <a:lnTo>
                    <a:pt x="152017" y="7607"/>
                  </a:lnTo>
                  <a:lnTo>
                    <a:pt x="165869" y="15660"/>
                  </a:lnTo>
                  <a:lnTo>
                    <a:pt x="26999" y="95812"/>
                  </a:lnTo>
                  <a:lnTo>
                    <a:pt x="13147" y="87783"/>
                  </a:lnTo>
                  <a:lnTo>
                    <a:pt x="0" y="95366"/>
                  </a:lnTo>
                  <a:lnTo>
                    <a:pt x="173968" y="196460"/>
                  </a:lnTo>
                  <a:lnTo>
                    <a:pt x="339133" y="101118"/>
                  </a:lnTo>
                  <a:lnTo>
                    <a:pt x="165164" y="0"/>
                  </a:lnTo>
                  <a:close/>
                </a:path>
              </a:pathLst>
            </a:custGeom>
            <a:solidFill>
              <a:srgbClr val="DEE0E4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4BADE2D3-F473-623C-C78E-F67A42D6D0A8}"/>
                </a:ext>
              </a:extLst>
            </p:cNvPr>
            <p:cNvSpPr/>
            <p:nvPr/>
          </p:nvSpPr>
          <p:spPr>
            <a:xfrm>
              <a:off x="7916953" y="4546895"/>
              <a:ext cx="127741" cy="82218"/>
            </a:xfrm>
            <a:custGeom>
              <a:avLst/>
              <a:gdLst>
                <a:gd name="connsiteX0" fmla="*/ 113890 w 127741"/>
                <a:gd name="connsiteY0" fmla="*/ 82218 h 82218"/>
                <a:gd name="connsiteX1" fmla="*/ 0 w 127741"/>
                <a:gd name="connsiteY1" fmla="*/ 16035 h 82218"/>
                <a:gd name="connsiteX2" fmla="*/ 0 w 127741"/>
                <a:gd name="connsiteY2" fmla="*/ 0 h 82218"/>
                <a:gd name="connsiteX3" fmla="*/ 127741 w 127741"/>
                <a:gd name="connsiteY3" fmla="*/ 74236 h 82218"/>
                <a:gd name="connsiteX4" fmla="*/ 113890 w 127741"/>
                <a:gd name="connsiteY4" fmla="*/ 82218 h 8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41" h="82218">
                  <a:moveTo>
                    <a:pt x="113890" y="82218"/>
                  </a:moveTo>
                  <a:lnTo>
                    <a:pt x="0" y="16035"/>
                  </a:lnTo>
                  <a:lnTo>
                    <a:pt x="0" y="0"/>
                  </a:lnTo>
                  <a:lnTo>
                    <a:pt x="127741" y="74236"/>
                  </a:lnTo>
                  <a:lnTo>
                    <a:pt x="113890" y="82218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67C251A-FF55-B698-8998-B297A40C6972}"/>
                </a:ext>
              </a:extLst>
            </p:cNvPr>
            <p:cNvSpPr/>
            <p:nvPr/>
          </p:nvSpPr>
          <p:spPr>
            <a:xfrm>
              <a:off x="7791935" y="4562953"/>
              <a:ext cx="238883" cy="138353"/>
            </a:xfrm>
            <a:custGeom>
              <a:avLst/>
              <a:gdLst>
                <a:gd name="connsiteX0" fmla="*/ 238884 w 238883"/>
                <a:gd name="connsiteY0" fmla="*/ 66160 h 138353"/>
                <a:gd name="connsiteX1" fmla="*/ 228577 w 238883"/>
                <a:gd name="connsiteY1" fmla="*/ 72100 h 138353"/>
                <a:gd name="connsiteX2" fmla="*/ 227075 w 238883"/>
                <a:gd name="connsiteY2" fmla="*/ 72968 h 138353"/>
                <a:gd name="connsiteX3" fmla="*/ 222215 w 238883"/>
                <a:gd name="connsiteY3" fmla="*/ 75739 h 138353"/>
                <a:gd name="connsiteX4" fmla="*/ 220759 w 238883"/>
                <a:gd name="connsiteY4" fmla="*/ 76607 h 138353"/>
                <a:gd name="connsiteX5" fmla="*/ 214537 w 238883"/>
                <a:gd name="connsiteY5" fmla="*/ 80246 h 138353"/>
                <a:gd name="connsiteX6" fmla="*/ 213035 w 238883"/>
                <a:gd name="connsiteY6" fmla="*/ 81091 h 138353"/>
                <a:gd name="connsiteX7" fmla="*/ 208222 w 238883"/>
                <a:gd name="connsiteY7" fmla="*/ 83885 h 138353"/>
                <a:gd name="connsiteX8" fmla="*/ 206719 w 238883"/>
                <a:gd name="connsiteY8" fmla="*/ 84731 h 138353"/>
                <a:gd name="connsiteX9" fmla="*/ 200498 w 238883"/>
                <a:gd name="connsiteY9" fmla="*/ 88322 h 138353"/>
                <a:gd name="connsiteX10" fmla="*/ 198996 w 238883"/>
                <a:gd name="connsiteY10" fmla="*/ 89168 h 138353"/>
                <a:gd name="connsiteX11" fmla="*/ 194183 w 238883"/>
                <a:gd name="connsiteY11" fmla="*/ 91962 h 138353"/>
                <a:gd name="connsiteX12" fmla="*/ 192727 w 238883"/>
                <a:gd name="connsiteY12" fmla="*/ 92807 h 138353"/>
                <a:gd name="connsiteX13" fmla="*/ 186505 w 238883"/>
                <a:gd name="connsiteY13" fmla="*/ 96446 h 138353"/>
                <a:gd name="connsiteX14" fmla="*/ 185002 w 238883"/>
                <a:gd name="connsiteY14" fmla="*/ 97315 h 138353"/>
                <a:gd name="connsiteX15" fmla="*/ 180143 w 238883"/>
                <a:gd name="connsiteY15" fmla="*/ 100085 h 138353"/>
                <a:gd name="connsiteX16" fmla="*/ 178687 w 238883"/>
                <a:gd name="connsiteY16" fmla="*/ 100953 h 138353"/>
                <a:gd name="connsiteX17" fmla="*/ 172489 w 238883"/>
                <a:gd name="connsiteY17" fmla="*/ 104522 h 138353"/>
                <a:gd name="connsiteX18" fmla="*/ 170963 w 238883"/>
                <a:gd name="connsiteY18" fmla="*/ 105391 h 138353"/>
                <a:gd name="connsiteX19" fmla="*/ 166127 w 238883"/>
                <a:gd name="connsiteY19" fmla="*/ 108208 h 138353"/>
                <a:gd name="connsiteX20" fmla="*/ 164648 w 238883"/>
                <a:gd name="connsiteY20" fmla="*/ 109077 h 138353"/>
                <a:gd name="connsiteX21" fmla="*/ 158450 w 238883"/>
                <a:gd name="connsiteY21" fmla="*/ 112669 h 138353"/>
                <a:gd name="connsiteX22" fmla="*/ 156923 w 238883"/>
                <a:gd name="connsiteY22" fmla="*/ 113514 h 138353"/>
                <a:gd name="connsiteX23" fmla="*/ 152088 w 238883"/>
                <a:gd name="connsiteY23" fmla="*/ 116284 h 138353"/>
                <a:gd name="connsiteX24" fmla="*/ 150608 w 238883"/>
                <a:gd name="connsiteY24" fmla="*/ 117153 h 138353"/>
                <a:gd name="connsiteX25" fmla="*/ 144410 w 238883"/>
                <a:gd name="connsiteY25" fmla="*/ 120792 h 138353"/>
                <a:gd name="connsiteX26" fmla="*/ 142884 w 238883"/>
                <a:gd name="connsiteY26" fmla="*/ 121637 h 138353"/>
                <a:gd name="connsiteX27" fmla="*/ 138047 w 238883"/>
                <a:gd name="connsiteY27" fmla="*/ 124431 h 138353"/>
                <a:gd name="connsiteX28" fmla="*/ 136569 w 238883"/>
                <a:gd name="connsiteY28" fmla="*/ 125276 h 138353"/>
                <a:gd name="connsiteX29" fmla="*/ 130371 w 238883"/>
                <a:gd name="connsiteY29" fmla="*/ 128868 h 138353"/>
                <a:gd name="connsiteX30" fmla="*/ 128844 w 238883"/>
                <a:gd name="connsiteY30" fmla="*/ 129713 h 138353"/>
                <a:gd name="connsiteX31" fmla="*/ 124008 w 238883"/>
                <a:gd name="connsiteY31" fmla="*/ 132507 h 138353"/>
                <a:gd name="connsiteX32" fmla="*/ 122529 w 238883"/>
                <a:gd name="connsiteY32" fmla="*/ 133352 h 138353"/>
                <a:gd name="connsiteX33" fmla="*/ 113913 w 238883"/>
                <a:gd name="connsiteY33" fmla="*/ 138353 h 138353"/>
                <a:gd name="connsiteX34" fmla="*/ 0 w 238883"/>
                <a:gd name="connsiteY34" fmla="*/ 72170 h 138353"/>
                <a:gd name="connsiteX35" fmla="*/ 8217 w 238883"/>
                <a:gd name="connsiteY35" fmla="*/ 67404 h 138353"/>
                <a:gd name="connsiteX36" fmla="*/ 9743 w 238883"/>
                <a:gd name="connsiteY36" fmla="*/ 66559 h 138353"/>
                <a:gd name="connsiteX37" fmla="*/ 14579 w 238883"/>
                <a:gd name="connsiteY37" fmla="*/ 63742 h 138353"/>
                <a:gd name="connsiteX38" fmla="*/ 16105 w 238883"/>
                <a:gd name="connsiteY38" fmla="*/ 62873 h 138353"/>
                <a:gd name="connsiteX39" fmla="*/ 22257 w 238883"/>
                <a:gd name="connsiteY39" fmla="*/ 59281 h 138353"/>
                <a:gd name="connsiteX40" fmla="*/ 23782 w 238883"/>
                <a:gd name="connsiteY40" fmla="*/ 58436 h 138353"/>
                <a:gd name="connsiteX41" fmla="*/ 28619 w 238883"/>
                <a:gd name="connsiteY41" fmla="*/ 55642 h 138353"/>
                <a:gd name="connsiteX42" fmla="*/ 30145 w 238883"/>
                <a:gd name="connsiteY42" fmla="*/ 54797 h 138353"/>
                <a:gd name="connsiteX43" fmla="*/ 30192 w 238883"/>
                <a:gd name="connsiteY43" fmla="*/ 54797 h 138353"/>
                <a:gd name="connsiteX44" fmla="*/ 36296 w 238883"/>
                <a:gd name="connsiteY44" fmla="*/ 51205 h 138353"/>
                <a:gd name="connsiteX45" fmla="*/ 37822 w 238883"/>
                <a:gd name="connsiteY45" fmla="*/ 50336 h 138353"/>
                <a:gd name="connsiteX46" fmla="*/ 42658 w 238883"/>
                <a:gd name="connsiteY46" fmla="*/ 47518 h 138353"/>
                <a:gd name="connsiteX47" fmla="*/ 44184 w 238883"/>
                <a:gd name="connsiteY47" fmla="*/ 46673 h 138353"/>
                <a:gd name="connsiteX48" fmla="*/ 44231 w 238883"/>
                <a:gd name="connsiteY48" fmla="*/ 46673 h 138353"/>
                <a:gd name="connsiteX49" fmla="*/ 50383 w 238883"/>
                <a:gd name="connsiteY49" fmla="*/ 43081 h 138353"/>
                <a:gd name="connsiteX50" fmla="*/ 51909 w 238883"/>
                <a:gd name="connsiteY50" fmla="*/ 42213 h 138353"/>
                <a:gd name="connsiteX51" fmla="*/ 56698 w 238883"/>
                <a:gd name="connsiteY51" fmla="*/ 39442 h 138353"/>
                <a:gd name="connsiteX52" fmla="*/ 58224 w 238883"/>
                <a:gd name="connsiteY52" fmla="*/ 38574 h 138353"/>
                <a:gd name="connsiteX53" fmla="*/ 58271 w 238883"/>
                <a:gd name="connsiteY53" fmla="*/ 38574 h 138353"/>
                <a:gd name="connsiteX54" fmla="*/ 64375 w 238883"/>
                <a:gd name="connsiteY54" fmla="*/ 35005 h 138353"/>
                <a:gd name="connsiteX55" fmla="*/ 65878 w 238883"/>
                <a:gd name="connsiteY55" fmla="*/ 34136 h 138353"/>
                <a:gd name="connsiteX56" fmla="*/ 70738 w 238883"/>
                <a:gd name="connsiteY56" fmla="*/ 31319 h 138353"/>
                <a:gd name="connsiteX57" fmla="*/ 72240 w 238883"/>
                <a:gd name="connsiteY57" fmla="*/ 30451 h 138353"/>
                <a:gd name="connsiteX58" fmla="*/ 72310 w 238883"/>
                <a:gd name="connsiteY58" fmla="*/ 30451 h 138353"/>
                <a:gd name="connsiteX59" fmla="*/ 78415 w 238883"/>
                <a:gd name="connsiteY59" fmla="*/ 26858 h 138353"/>
                <a:gd name="connsiteX60" fmla="*/ 79917 w 238883"/>
                <a:gd name="connsiteY60" fmla="*/ 26013 h 138353"/>
                <a:gd name="connsiteX61" fmla="*/ 84777 w 238883"/>
                <a:gd name="connsiteY61" fmla="*/ 23243 h 138353"/>
                <a:gd name="connsiteX62" fmla="*/ 86280 w 238883"/>
                <a:gd name="connsiteY62" fmla="*/ 22374 h 138353"/>
                <a:gd name="connsiteX63" fmla="*/ 86327 w 238883"/>
                <a:gd name="connsiteY63" fmla="*/ 22374 h 138353"/>
                <a:gd name="connsiteX64" fmla="*/ 92454 w 238883"/>
                <a:gd name="connsiteY64" fmla="*/ 18782 h 138353"/>
                <a:gd name="connsiteX65" fmla="*/ 93957 w 238883"/>
                <a:gd name="connsiteY65" fmla="*/ 17937 h 138353"/>
                <a:gd name="connsiteX66" fmla="*/ 98817 w 238883"/>
                <a:gd name="connsiteY66" fmla="*/ 15143 h 138353"/>
                <a:gd name="connsiteX67" fmla="*/ 100319 w 238883"/>
                <a:gd name="connsiteY67" fmla="*/ 14251 h 138353"/>
                <a:gd name="connsiteX68" fmla="*/ 106494 w 238883"/>
                <a:gd name="connsiteY68" fmla="*/ 10659 h 138353"/>
                <a:gd name="connsiteX69" fmla="*/ 107997 w 238883"/>
                <a:gd name="connsiteY69" fmla="*/ 9814 h 138353"/>
                <a:gd name="connsiteX70" fmla="*/ 112903 w 238883"/>
                <a:gd name="connsiteY70" fmla="*/ 7020 h 138353"/>
                <a:gd name="connsiteX71" fmla="*/ 114406 w 238883"/>
                <a:gd name="connsiteY71" fmla="*/ 6128 h 138353"/>
                <a:gd name="connsiteX72" fmla="*/ 125018 w 238883"/>
                <a:gd name="connsiteY72" fmla="*/ 0 h 138353"/>
                <a:gd name="connsiteX73" fmla="*/ 238884 w 238883"/>
                <a:gd name="connsiteY73" fmla="*/ 66160 h 13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38883" h="138353">
                  <a:moveTo>
                    <a:pt x="238884" y="66160"/>
                  </a:moveTo>
                  <a:lnTo>
                    <a:pt x="228577" y="72100"/>
                  </a:lnTo>
                  <a:lnTo>
                    <a:pt x="227075" y="72968"/>
                  </a:lnTo>
                  <a:lnTo>
                    <a:pt x="222215" y="75739"/>
                  </a:lnTo>
                  <a:lnTo>
                    <a:pt x="220759" y="76607"/>
                  </a:lnTo>
                  <a:lnTo>
                    <a:pt x="214537" y="80246"/>
                  </a:lnTo>
                  <a:lnTo>
                    <a:pt x="213035" y="81091"/>
                  </a:lnTo>
                  <a:lnTo>
                    <a:pt x="208222" y="83885"/>
                  </a:lnTo>
                  <a:lnTo>
                    <a:pt x="206719" y="84731"/>
                  </a:lnTo>
                  <a:lnTo>
                    <a:pt x="200498" y="88322"/>
                  </a:lnTo>
                  <a:lnTo>
                    <a:pt x="198996" y="89168"/>
                  </a:lnTo>
                  <a:lnTo>
                    <a:pt x="194183" y="91962"/>
                  </a:lnTo>
                  <a:lnTo>
                    <a:pt x="192727" y="92807"/>
                  </a:lnTo>
                  <a:lnTo>
                    <a:pt x="186505" y="96446"/>
                  </a:lnTo>
                  <a:lnTo>
                    <a:pt x="185002" y="97315"/>
                  </a:lnTo>
                  <a:lnTo>
                    <a:pt x="180143" y="100085"/>
                  </a:lnTo>
                  <a:lnTo>
                    <a:pt x="178687" y="100953"/>
                  </a:lnTo>
                  <a:lnTo>
                    <a:pt x="172489" y="104522"/>
                  </a:lnTo>
                  <a:lnTo>
                    <a:pt x="170963" y="105391"/>
                  </a:lnTo>
                  <a:lnTo>
                    <a:pt x="166127" y="108208"/>
                  </a:lnTo>
                  <a:lnTo>
                    <a:pt x="164648" y="109077"/>
                  </a:lnTo>
                  <a:lnTo>
                    <a:pt x="158450" y="112669"/>
                  </a:lnTo>
                  <a:lnTo>
                    <a:pt x="156923" y="113514"/>
                  </a:lnTo>
                  <a:lnTo>
                    <a:pt x="152088" y="116284"/>
                  </a:lnTo>
                  <a:lnTo>
                    <a:pt x="150608" y="117153"/>
                  </a:lnTo>
                  <a:lnTo>
                    <a:pt x="144410" y="120792"/>
                  </a:lnTo>
                  <a:lnTo>
                    <a:pt x="142884" y="121637"/>
                  </a:lnTo>
                  <a:lnTo>
                    <a:pt x="138047" y="124431"/>
                  </a:lnTo>
                  <a:lnTo>
                    <a:pt x="136569" y="125276"/>
                  </a:lnTo>
                  <a:lnTo>
                    <a:pt x="130371" y="128868"/>
                  </a:lnTo>
                  <a:lnTo>
                    <a:pt x="128844" y="129713"/>
                  </a:lnTo>
                  <a:lnTo>
                    <a:pt x="124008" y="132507"/>
                  </a:lnTo>
                  <a:lnTo>
                    <a:pt x="122529" y="133352"/>
                  </a:lnTo>
                  <a:lnTo>
                    <a:pt x="113913" y="138353"/>
                  </a:lnTo>
                  <a:lnTo>
                    <a:pt x="0" y="72170"/>
                  </a:lnTo>
                  <a:lnTo>
                    <a:pt x="8217" y="67404"/>
                  </a:lnTo>
                  <a:lnTo>
                    <a:pt x="9743" y="66559"/>
                  </a:lnTo>
                  <a:lnTo>
                    <a:pt x="14579" y="63742"/>
                  </a:lnTo>
                  <a:lnTo>
                    <a:pt x="16105" y="62873"/>
                  </a:lnTo>
                  <a:lnTo>
                    <a:pt x="22257" y="59281"/>
                  </a:lnTo>
                  <a:lnTo>
                    <a:pt x="23782" y="58436"/>
                  </a:lnTo>
                  <a:lnTo>
                    <a:pt x="28619" y="55642"/>
                  </a:lnTo>
                  <a:lnTo>
                    <a:pt x="30145" y="54797"/>
                  </a:lnTo>
                  <a:lnTo>
                    <a:pt x="30192" y="54797"/>
                  </a:lnTo>
                  <a:lnTo>
                    <a:pt x="36296" y="51205"/>
                  </a:lnTo>
                  <a:lnTo>
                    <a:pt x="37822" y="50336"/>
                  </a:lnTo>
                  <a:lnTo>
                    <a:pt x="42658" y="47518"/>
                  </a:lnTo>
                  <a:lnTo>
                    <a:pt x="44184" y="46673"/>
                  </a:lnTo>
                  <a:lnTo>
                    <a:pt x="44231" y="46673"/>
                  </a:lnTo>
                  <a:lnTo>
                    <a:pt x="50383" y="43081"/>
                  </a:lnTo>
                  <a:lnTo>
                    <a:pt x="51909" y="42213"/>
                  </a:lnTo>
                  <a:lnTo>
                    <a:pt x="56698" y="39442"/>
                  </a:lnTo>
                  <a:lnTo>
                    <a:pt x="58224" y="38574"/>
                  </a:lnTo>
                  <a:lnTo>
                    <a:pt x="58271" y="38574"/>
                  </a:lnTo>
                  <a:lnTo>
                    <a:pt x="64375" y="35005"/>
                  </a:lnTo>
                  <a:lnTo>
                    <a:pt x="65878" y="34136"/>
                  </a:lnTo>
                  <a:lnTo>
                    <a:pt x="70738" y="31319"/>
                  </a:lnTo>
                  <a:lnTo>
                    <a:pt x="72240" y="30451"/>
                  </a:lnTo>
                  <a:lnTo>
                    <a:pt x="72310" y="30451"/>
                  </a:lnTo>
                  <a:lnTo>
                    <a:pt x="78415" y="26858"/>
                  </a:lnTo>
                  <a:lnTo>
                    <a:pt x="79917" y="26013"/>
                  </a:lnTo>
                  <a:lnTo>
                    <a:pt x="84777" y="23243"/>
                  </a:lnTo>
                  <a:lnTo>
                    <a:pt x="86280" y="22374"/>
                  </a:lnTo>
                  <a:lnTo>
                    <a:pt x="86327" y="22374"/>
                  </a:lnTo>
                  <a:lnTo>
                    <a:pt x="92454" y="18782"/>
                  </a:lnTo>
                  <a:lnTo>
                    <a:pt x="93957" y="17937"/>
                  </a:lnTo>
                  <a:lnTo>
                    <a:pt x="98817" y="15143"/>
                  </a:lnTo>
                  <a:lnTo>
                    <a:pt x="100319" y="14251"/>
                  </a:lnTo>
                  <a:lnTo>
                    <a:pt x="106494" y="10659"/>
                  </a:lnTo>
                  <a:lnTo>
                    <a:pt x="107997" y="9814"/>
                  </a:lnTo>
                  <a:lnTo>
                    <a:pt x="112903" y="7020"/>
                  </a:lnTo>
                  <a:lnTo>
                    <a:pt x="114406" y="6128"/>
                  </a:lnTo>
                  <a:lnTo>
                    <a:pt x="125018" y="0"/>
                  </a:lnTo>
                  <a:lnTo>
                    <a:pt x="238884" y="66160"/>
                  </a:lnTo>
                  <a:close/>
                </a:path>
              </a:pathLst>
            </a:custGeom>
            <a:solidFill>
              <a:srgbClr val="F4F5F7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4F17630-1D53-68E2-A36C-A0EE23F1B5B9}"/>
                </a:ext>
              </a:extLst>
            </p:cNvPr>
            <p:cNvSpPr/>
            <p:nvPr/>
          </p:nvSpPr>
          <p:spPr>
            <a:xfrm>
              <a:off x="7800152" y="4625826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7 w 122153"/>
                <a:gd name="connsiteY1" fmla="*/ 66840 h 70479"/>
                <a:gd name="connsiteX2" fmla="*/ 115791 w 122153"/>
                <a:gd name="connsiteY2" fmla="*/ 69634 h 70479"/>
                <a:gd name="connsiteX3" fmla="*/ 114312 w 122153"/>
                <a:gd name="connsiteY3" fmla="*/ 70480 h 70479"/>
                <a:gd name="connsiteX4" fmla="*/ 0 w 122153"/>
                <a:gd name="connsiteY4" fmla="*/ 4531 h 70479"/>
                <a:gd name="connsiteX5" fmla="*/ 1526 w 122153"/>
                <a:gd name="connsiteY5" fmla="*/ 3686 h 70479"/>
                <a:gd name="connsiteX6" fmla="*/ 6362 w 122153"/>
                <a:gd name="connsiteY6" fmla="*/ 869 h 70479"/>
                <a:gd name="connsiteX7" fmla="*/ 7888 w 122153"/>
                <a:gd name="connsiteY7" fmla="*/ 0 h 70479"/>
                <a:gd name="connsiteX8" fmla="*/ 122154 w 122153"/>
                <a:gd name="connsiteY8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7" y="66840"/>
                  </a:lnTo>
                  <a:lnTo>
                    <a:pt x="115791" y="69634"/>
                  </a:lnTo>
                  <a:lnTo>
                    <a:pt x="114312" y="70480"/>
                  </a:lnTo>
                  <a:lnTo>
                    <a:pt x="0" y="4531"/>
                  </a:lnTo>
                  <a:lnTo>
                    <a:pt x="1526" y="3686"/>
                  </a:lnTo>
                  <a:lnTo>
                    <a:pt x="6362" y="869"/>
                  </a:lnTo>
                  <a:lnTo>
                    <a:pt x="7888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CC1D6B6-A8A8-D042-B9C3-F85A554302E8}"/>
                </a:ext>
              </a:extLst>
            </p:cNvPr>
            <p:cNvSpPr/>
            <p:nvPr/>
          </p:nvSpPr>
          <p:spPr>
            <a:xfrm>
              <a:off x="7814191" y="4617750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7 w 122153"/>
                <a:gd name="connsiteY1" fmla="*/ 66840 h 70479"/>
                <a:gd name="connsiteX2" fmla="*/ 115791 w 122153"/>
                <a:gd name="connsiteY2" fmla="*/ 69634 h 70479"/>
                <a:gd name="connsiteX3" fmla="*/ 114312 w 122153"/>
                <a:gd name="connsiteY3" fmla="*/ 70480 h 70479"/>
                <a:gd name="connsiteX4" fmla="*/ 0 w 122153"/>
                <a:gd name="connsiteY4" fmla="*/ 4484 h 70479"/>
                <a:gd name="connsiteX5" fmla="*/ 1526 w 122153"/>
                <a:gd name="connsiteY5" fmla="*/ 3639 h 70479"/>
                <a:gd name="connsiteX6" fmla="*/ 6362 w 122153"/>
                <a:gd name="connsiteY6" fmla="*/ 845 h 70479"/>
                <a:gd name="connsiteX7" fmla="*/ 7888 w 122153"/>
                <a:gd name="connsiteY7" fmla="*/ 0 h 70479"/>
                <a:gd name="connsiteX8" fmla="*/ 7935 w 122153"/>
                <a:gd name="connsiteY8" fmla="*/ 0 h 70479"/>
                <a:gd name="connsiteX9" fmla="*/ 122154 w 122153"/>
                <a:gd name="connsiteY9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7" y="66840"/>
                  </a:lnTo>
                  <a:lnTo>
                    <a:pt x="115791" y="69634"/>
                  </a:lnTo>
                  <a:lnTo>
                    <a:pt x="114312" y="70480"/>
                  </a:lnTo>
                  <a:lnTo>
                    <a:pt x="0" y="4484"/>
                  </a:lnTo>
                  <a:lnTo>
                    <a:pt x="1526" y="3639"/>
                  </a:lnTo>
                  <a:lnTo>
                    <a:pt x="6362" y="845"/>
                  </a:lnTo>
                  <a:lnTo>
                    <a:pt x="7888" y="0"/>
                  </a:lnTo>
                  <a:lnTo>
                    <a:pt x="7935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27CB4CD-D89D-D1EC-FEAB-C6C9FFCA4FAD}"/>
                </a:ext>
              </a:extLst>
            </p:cNvPr>
            <p:cNvSpPr/>
            <p:nvPr/>
          </p:nvSpPr>
          <p:spPr>
            <a:xfrm>
              <a:off x="7828231" y="4609627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7 w 122153"/>
                <a:gd name="connsiteY1" fmla="*/ 66841 h 70479"/>
                <a:gd name="connsiteX2" fmla="*/ 115791 w 122153"/>
                <a:gd name="connsiteY2" fmla="*/ 69611 h 70479"/>
                <a:gd name="connsiteX3" fmla="*/ 114312 w 122153"/>
                <a:gd name="connsiteY3" fmla="*/ 70480 h 70479"/>
                <a:gd name="connsiteX4" fmla="*/ 0 w 122153"/>
                <a:gd name="connsiteY4" fmla="*/ 4531 h 70479"/>
                <a:gd name="connsiteX5" fmla="*/ 1526 w 122153"/>
                <a:gd name="connsiteY5" fmla="*/ 3663 h 70479"/>
                <a:gd name="connsiteX6" fmla="*/ 6362 w 122153"/>
                <a:gd name="connsiteY6" fmla="*/ 845 h 70479"/>
                <a:gd name="connsiteX7" fmla="*/ 7888 w 122153"/>
                <a:gd name="connsiteY7" fmla="*/ 0 h 70479"/>
                <a:gd name="connsiteX8" fmla="*/ 7935 w 122153"/>
                <a:gd name="connsiteY8" fmla="*/ 0 h 70479"/>
                <a:gd name="connsiteX9" fmla="*/ 122154 w 122153"/>
                <a:gd name="connsiteY9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7" y="66841"/>
                  </a:lnTo>
                  <a:lnTo>
                    <a:pt x="115791" y="69611"/>
                  </a:lnTo>
                  <a:lnTo>
                    <a:pt x="114312" y="70480"/>
                  </a:lnTo>
                  <a:lnTo>
                    <a:pt x="0" y="4531"/>
                  </a:lnTo>
                  <a:lnTo>
                    <a:pt x="1526" y="3663"/>
                  </a:lnTo>
                  <a:lnTo>
                    <a:pt x="6362" y="845"/>
                  </a:lnTo>
                  <a:lnTo>
                    <a:pt x="7888" y="0"/>
                  </a:lnTo>
                  <a:lnTo>
                    <a:pt x="7935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ECDBDCA-9E6F-F795-80CA-C2836C934308}"/>
                </a:ext>
              </a:extLst>
            </p:cNvPr>
            <p:cNvSpPr/>
            <p:nvPr/>
          </p:nvSpPr>
          <p:spPr>
            <a:xfrm>
              <a:off x="7842317" y="4601527"/>
              <a:ext cx="122106" cy="70503"/>
            </a:xfrm>
            <a:custGeom>
              <a:avLst/>
              <a:gdLst>
                <a:gd name="connsiteX0" fmla="*/ 122107 w 122106"/>
                <a:gd name="connsiteY0" fmla="*/ 65948 h 70503"/>
                <a:gd name="connsiteX1" fmla="*/ 120580 w 122106"/>
                <a:gd name="connsiteY1" fmla="*/ 66817 h 70503"/>
                <a:gd name="connsiteX2" fmla="*/ 115744 w 122106"/>
                <a:gd name="connsiteY2" fmla="*/ 69634 h 70503"/>
                <a:gd name="connsiteX3" fmla="*/ 114265 w 122106"/>
                <a:gd name="connsiteY3" fmla="*/ 70503 h 70503"/>
                <a:gd name="connsiteX4" fmla="*/ 0 w 122106"/>
                <a:gd name="connsiteY4" fmla="*/ 4508 h 70503"/>
                <a:gd name="connsiteX5" fmla="*/ 1526 w 122106"/>
                <a:gd name="connsiteY5" fmla="*/ 3639 h 70503"/>
                <a:gd name="connsiteX6" fmla="*/ 6315 w 122106"/>
                <a:gd name="connsiteY6" fmla="*/ 869 h 70503"/>
                <a:gd name="connsiteX7" fmla="*/ 7841 w 122106"/>
                <a:gd name="connsiteY7" fmla="*/ 0 h 70503"/>
                <a:gd name="connsiteX8" fmla="*/ 7888 w 122106"/>
                <a:gd name="connsiteY8" fmla="*/ 0 h 70503"/>
                <a:gd name="connsiteX9" fmla="*/ 122107 w 122106"/>
                <a:gd name="connsiteY9" fmla="*/ 65948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06" h="70503">
                  <a:moveTo>
                    <a:pt x="122107" y="65948"/>
                  </a:moveTo>
                  <a:lnTo>
                    <a:pt x="120580" y="66817"/>
                  </a:lnTo>
                  <a:lnTo>
                    <a:pt x="115744" y="69634"/>
                  </a:lnTo>
                  <a:lnTo>
                    <a:pt x="114265" y="70503"/>
                  </a:lnTo>
                  <a:lnTo>
                    <a:pt x="0" y="4508"/>
                  </a:lnTo>
                  <a:lnTo>
                    <a:pt x="1526" y="3639"/>
                  </a:lnTo>
                  <a:lnTo>
                    <a:pt x="6315" y="869"/>
                  </a:lnTo>
                  <a:lnTo>
                    <a:pt x="7841" y="0"/>
                  </a:lnTo>
                  <a:lnTo>
                    <a:pt x="7888" y="0"/>
                  </a:lnTo>
                  <a:lnTo>
                    <a:pt x="122107" y="65948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FE76819D-E441-4767-7F3A-0D30C46EC63C}"/>
                </a:ext>
              </a:extLst>
            </p:cNvPr>
            <p:cNvSpPr/>
            <p:nvPr/>
          </p:nvSpPr>
          <p:spPr>
            <a:xfrm>
              <a:off x="7856310" y="4593404"/>
              <a:ext cx="122130" cy="70502"/>
            </a:xfrm>
            <a:custGeom>
              <a:avLst/>
              <a:gdLst>
                <a:gd name="connsiteX0" fmla="*/ 122130 w 122130"/>
                <a:gd name="connsiteY0" fmla="*/ 65995 h 70502"/>
                <a:gd name="connsiteX1" fmla="*/ 120627 w 122130"/>
                <a:gd name="connsiteY1" fmla="*/ 66864 h 70502"/>
                <a:gd name="connsiteX2" fmla="*/ 115768 w 122130"/>
                <a:gd name="connsiteY2" fmla="*/ 69634 h 70502"/>
                <a:gd name="connsiteX3" fmla="*/ 114312 w 122130"/>
                <a:gd name="connsiteY3" fmla="*/ 70503 h 70502"/>
                <a:gd name="connsiteX4" fmla="*/ 0 w 122130"/>
                <a:gd name="connsiteY4" fmla="*/ 4555 h 70502"/>
                <a:gd name="connsiteX5" fmla="*/ 1502 w 122130"/>
                <a:gd name="connsiteY5" fmla="*/ 3686 h 70502"/>
                <a:gd name="connsiteX6" fmla="*/ 6362 w 122130"/>
                <a:gd name="connsiteY6" fmla="*/ 869 h 70502"/>
                <a:gd name="connsiteX7" fmla="*/ 7865 w 122130"/>
                <a:gd name="connsiteY7" fmla="*/ 0 h 70502"/>
                <a:gd name="connsiteX8" fmla="*/ 7935 w 122130"/>
                <a:gd name="connsiteY8" fmla="*/ 0 h 70502"/>
                <a:gd name="connsiteX9" fmla="*/ 122130 w 122130"/>
                <a:gd name="connsiteY9" fmla="*/ 65995 h 7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30" h="70502">
                  <a:moveTo>
                    <a:pt x="122130" y="65995"/>
                  </a:moveTo>
                  <a:lnTo>
                    <a:pt x="120627" y="66864"/>
                  </a:lnTo>
                  <a:lnTo>
                    <a:pt x="115768" y="69634"/>
                  </a:lnTo>
                  <a:lnTo>
                    <a:pt x="114312" y="70503"/>
                  </a:lnTo>
                  <a:lnTo>
                    <a:pt x="0" y="4555"/>
                  </a:lnTo>
                  <a:lnTo>
                    <a:pt x="1502" y="3686"/>
                  </a:lnTo>
                  <a:lnTo>
                    <a:pt x="6362" y="869"/>
                  </a:lnTo>
                  <a:lnTo>
                    <a:pt x="7865" y="0"/>
                  </a:lnTo>
                  <a:lnTo>
                    <a:pt x="7935" y="0"/>
                  </a:lnTo>
                  <a:lnTo>
                    <a:pt x="122130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74C8AD0-2E02-9F12-F5DF-A9E5FFD8C2CA}"/>
                </a:ext>
              </a:extLst>
            </p:cNvPr>
            <p:cNvSpPr/>
            <p:nvPr/>
          </p:nvSpPr>
          <p:spPr>
            <a:xfrm>
              <a:off x="7870349" y="4585328"/>
              <a:ext cx="122083" cy="70432"/>
            </a:xfrm>
            <a:custGeom>
              <a:avLst/>
              <a:gdLst>
                <a:gd name="connsiteX0" fmla="*/ 122083 w 122083"/>
                <a:gd name="connsiteY0" fmla="*/ 65948 h 70432"/>
                <a:gd name="connsiteX1" fmla="*/ 120581 w 122083"/>
                <a:gd name="connsiteY1" fmla="*/ 66794 h 70432"/>
                <a:gd name="connsiteX2" fmla="*/ 115768 w 122083"/>
                <a:gd name="connsiteY2" fmla="*/ 69587 h 70432"/>
                <a:gd name="connsiteX3" fmla="*/ 114312 w 122083"/>
                <a:gd name="connsiteY3" fmla="*/ 70433 h 70432"/>
                <a:gd name="connsiteX4" fmla="*/ 0 w 122083"/>
                <a:gd name="connsiteY4" fmla="*/ 4484 h 70432"/>
                <a:gd name="connsiteX5" fmla="*/ 1502 w 122083"/>
                <a:gd name="connsiteY5" fmla="*/ 3639 h 70432"/>
                <a:gd name="connsiteX6" fmla="*/ 6362 w 122083"/>
                <a:gd name="connsiteY6" fmla="*/ 869 h 70432"/>
                <a:gd name="connsiteX7" fmla="*/ 7865 w 122083"/>
                <a:gd name="connsiteY7" fmla="*/ 0 h 70432"/>
                <a:gd name="connsiteX8" fmla="*/ 7912 w 122083"/>
                <a:gd name="connsiteY8" fmla="*/ 0 h 70432"/>
                <a:gd name="connsiteX9" fmla="*/ 122083 w 122083"/>
                <a:gd name="connsiteY9" fmla="*/ 65948 h 70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083" h="70432">
                  <a:moveTo>
                    <a:pt x="122083" y="65948"/>
                  </a:moveTo>
                  <a:lnTo>
                    <a:pt x="120581" y="66794"/>
                  </a:lnTo>
                  <a:lnTo>
                    <a:pt x="115768" y="69587"/>
                  </a:lnTo>
                  <a:lnTo>
                    <a:pt x="114312" y="70433"/>
                  </a:lnTo>
                  <a:lnTo>
                    <a:pt x="0" y="4484"/>
                  </a:lnTo>
                  <a:lnTo>
                    <a:pt x="1502" y="3639"/>
                  </a:lnTo>
                  <a:lnTo>
                    <a:pt x="6362" y="869"/>
                  </a:lnTo>
                  <a:lnTo>
                    <a:pt x="7865" y="0"/>
                  </a:lnTo>
                  <a:lnTo>
                    <a:pt x="7912" y="0"/>
                  </a:lnTo>
                  <a:lnTo>
                    <a:pt x="122083" y="65948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7225766-95EC-1A79-7C8C-4FEE59395C0F}"/>
                </a:ext>
              </a:extLst>
            </p:cNvPr>
            <p:cNvSpPr/>
            <p:nvPr/>
          </p:nvSpPr>
          <p:spPr>
            <a:xfrm>
              <a:off x="7884389" y="4577204"/>
              <a:ext cx="122083" cy="70479"/>
            </a:xfrm>
            <a:custGeom>
              <a:avLst/>
              <a:gdLst>
                <a:gd name="connsiteX0" fmla="*/ 122083 w 122083"/>
                <a:gd name="connsiteY0" fmla="*/ 65995 h 70479"/>
                <a:gd name="connsiteX1" fmla="*/ 120581 w 122083"/>
                <a:gd name="connsiteY1" fmla="*/ 66840 h 70479"/>
                <a:gd name="connsiteX2" fmla="*/ 115768 w 122083"/>
                <a:gd name="connsiteY2" fmla="*/ 69634 h 70479"/>
                <a:gd name="connsiteX3" fmla="*/ 114265 w 122083"/>
                <a:gd name="connsiteY3" fmla="*/ 70480 h 70479"/>
                <a:gd name="connsiteX4" fmla="*/ 0 w 122083"/>
                <a:gd name="connsiteY4" fmla="*/ 4531 h 70479"/>
                <a:gd name="connsiteX5" fmla="*/ 1503 w 122083"/>
                <a:gd name="connsiteY5" fmla="*/ 3686 h 70479"/>
                <a:gd name="connsiteX6" fmla="*/ 6362 w 122083"/>
                <a:gd name="connsiteY6" fmla="*/ 892 h 70479"/>
                <a:gd name="connsiteX7" fmla="*/ 7865 w 122083"/>
                <a:gd name="connsiteY7" fmla="*/ 0 h 70479"/>
                <a:gd name="connsiteX8" fmla="*/ 122083 w 122083"/>
                <a:gd name="connsiteY8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83" h="70479">
                  <a:moveTo>
                    <a:pt x="122083" y="65995"/>
                  </a:moveTo>
                  <a:lnTo>
                    <a:pt x="120581" y="66840"/>
                  </a:lnTo>
                  <a:lnTo>
                    <a:pt x="115768" y="69634"/>
                  </a:lnTo>
                  <a:lnTo>
                    <a:pt x="114265" y="70480"/>
                  </a:lnTo>
                  <a:lnTo>
                    <a:pt x="0" y="4531"/>
                  </a:lnTo>
                  <a:lnTo>
                    <a:pt x="1503" y="3686"/>
                  </a:lnTo>
                  <a:lnTo>
                    <a:pt x="6362" y="892"/>
                  </a:lnTo>
                  <a:lnTo>
                    <a:pt x="7865" y="0"/>
                  </a:lnTo>
                  <a:lnTo>
                    <a:pt x="122083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4B8FF1A-CAD2-82F8-4AA2-5A239CA141B0}"/>
                </a:ext>
              </a:extLst>
            </p:cNvPr>
            <p:cNvSpPr/>
            <p:nvPr/>
          </p:nvSpPr>
          <p:spPr>
            <a:xfrm>
              <a:off x="7898429" y="4569081"/>
              <a:ext cx="122083" cy="70479"/>
            </a:xfrm>
            <a:custGeom>
              <a:avLst/>
              <a:gdLst>
                <a:gd name="connsiteX0" fmla="*/ 122083 w 122083"/>
                <a:gd name="connsiteY0" fmla="*/ 65972 h 70479"/>
                <a:gd name="connsiteX1" fmla="*/ 120581 w 122083"/>
                <a:gd name="connsiteY1" fmla="*/ 66840 h 70479"/>
                <a:gd name="connsiteX2" fmla="*/ 115721 w 122083"/>
                <a:gd name="connsiteY2" fmla="*/ 69611 h 70479"/>
                <a:gd name="connsiteX3" fmla="*/ 114266 w 122083"/>
                <a:gd name="connsiteY3" fmla="*/ 70479 h 70479"/>
                <a:gd name="connsiteX4" fmla="*/ 0 w 122083"/>
                <a:gd name="connsiteY4" fmla="*/ 4531 h 70479"/>
                <a:gd name="connsiteX5" fmla="*/ 1503 w 122083"/>
                <a:gd name="connsiteY5" fmla="*/ 3686 h 70479"/>
                <a:gd name="connsiteX6" fmla="*/ 6409 w 122083"/>
                <a:gd name="connsiteY6" fmla="*/ 892 h 70479"/>
                <a:gd name="connsiteX7" fmla="*/ 7912 w 122083"/>
                <a:gd name="connsiteY7" fmla="*/ 0 h 70479"/>
                <a:gd name="connsiteX8" fmla="*/ 122083 w 122083"/>
                <a:gd name="connsiteY8" fmla="*/ 65972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83" h="70479">
                  <a:moveTo>
                    <a:pt x="122083" y="65972"/>
                  </a:moveTo>
                  <a:lnTo>
                    <a:pt x="120581" y="66840"/>
                  </a:lnTo>
                  <a:lnTo>
                    <a:pt x="115721" y="69611"/>
                  </a:lnTo>
                  <a:lnTo>
                    <a:pt x="114266" y="70479"/>
                  </a:lnTo>
                  <a:lnTo>
                    <a:pt x="0" y="4531"/>
                  </a:lnTo>
                  <a:lnTo>
                    <a:pt x="1503" y="3686"/>
                  </a:lnTo>
                  <a:lnTo>
                    <a:pt x="6409" y="892"/>
                  </a:lnTo>
                  <a:lnTo>
                    <a:pt x="7912" y="0"/>
                  </a:lnTo>
                  <a:lnTo>
                    <a:pt x="122083" y="65972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8FED869-5096-68E3-188C-F819F1AB61E5}"/>
                </a:ext>
              </a:extLst>
            </p:cNvPr>
            <p:cNvSpPr/>
            <p:nvPr/>
          </p:nvSpPr>
          <p:spPr>
            <a:xfrm>
              <a:off x="7922306" y="4740538"/>
              <a:ext cx="153260" cy="213551"/>
            </a:xfrm>
            <a:custGeom>
              <a:avLst/>
              <a:gdLst>
                <a:gd name="connsiteX0" fmla="*/ 153261 w 153260"/>
                <a:gd name="connsiteY0" fmla="*/ 213552 h 213551"/>
                <a:gd name="connsiteX1" fmla="*/ 0 w 153260"/>
                <a:gd name="connsiteY1" fmla="*/ 124478 h 213551"/>
                <a:gd name="connsiteX2" fmla="*/ 0 w 153260"/>
                <a:gd name="connsiteY2" fmla="*/ 0 h 213551"/>
                <a:gd name="connsiteX3" fmla="*/ 153261 w 153260"/>
                <a:gd name="connsiteY3" fmla="*/ 89496 h 213551"/>
                <a:gd name="connsiteX4" fmla="*/ 153261 w 153260"/>
                <a:gd name="connsiteY4" fmla="*/ 213552 h 213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60" h="213551">
                  <a:moveTo>
                    <a:pt x="153261" y="213552"/>
                  </a:moveTo>
                  <a:lnTo>
                    <a:pt x="0" y="124478"/>
                  </a:lnTo>
                  <a:lnTo>
                    <a:pt x="0" y="0"/>
                  </a:lnTo>
                  <a:lnTo>
                    <a:pt x="153261" y="89496"/>
                  </a:lnTo>
                  <a:lnTo>
                    <a:pt x="153261" y="213552"/>
                  </a:lnTo>
                  <a:close/>
                </a:path>
              </a:pathLst>
            </a:custGeom>
            <a:solidFill>
              <a:srgbClr val="0873A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83902B-D1EC-A431-769F-79B6D598ECCE}"/>
                </a:ext>
              </a:extLst>
            </p:cNvPr>
            <p:cNvSpPr/>
            <p:nvPr/>
          </p:nvSpPr>
          <p:spPr>
            <a:xfrm>
              <a:off x="8075566" y="4722742"/>
              <a:ext cx="286050" cy="179438"/>
            </a:xfrm>
            <a:custGeom>
              <a:avLst/>
              <a:gdLst>
                <a:gd name="connsiteX0" fmla="*/ 286050 w 286050"/>
                <a:gd name="connsiteY0" fmla="*/ 107292 h 179438"/>
                <a:gd name="connsiteX1" fmla="*/ 160211 w 286050"/>
                <a:gd name="connsiteY1" fmla="*/ 179439 h 179438"/>
                <a:gd name="connsiteX2" fmla="*/ 146078 w 286050"/>
                <a:gd name="connsiteY2" fmla="*/ 173076 h 179438"/>
                <a:gd name="connsiteX3" fmla="*/ 146007 w 286050"/>
                <a:gd name="connsiteY3" fmla="*/ 173076 h 179438"/>
                <a:gd name="connsiteX4" fmla="*/ 129056 w 286050"/>
                <a:gd name="connsiteY4" fmla="*/ 165399 h 179438"/>
                <a:gd name="connsiteX5" fmla="*/ 109054 w 286050"/>
                <a:gd name="connsiteY5" fmla="*/ 156431 h 179438"/>
                <a:gd name="connsiteX6" fmla="*/ 92032 w 286050"/>
                <a:gd name="connsiteY6" fmla="*/ 148754 h 179438"/>
                <a:gd name="connsiteX7" fmla="*/ 72053 w 286050"/>
                <a:gd name="connsiteY7" fmla="*/ 139762 h 179438"/>
                <a:gd name="connsiteX8" fmla="*/ 55079 w 286050"/>
                <a:gd name="connsiteY8" fmla="*/ 132085 h 179438"/>
                <a:gd name="connsiteX9" fmla="*/ 35076 w 286050"/>
                <a:gd name="connsiteY9" fmla="*/ 123093 h 179438"/>
                <a:gd name="connsiteX10" fmla="*/ 18125 w 286050"/>
                <a:gd name="connsiteY10" fmla="*/ 115462 h 179438"/>
                <a:gd name="connsiteX11" fmla="*/ 0 w 286050"/>
                <a:gd name="connsiteY11" fmla="*/ 107292 h 179438"/>
                <a:gd name="connsiteX12" fmla="*/ 189488 w 286050"/>
                <a:gd name="connsiteY12" fmla="*/ 0 h 179438"/>
                <a:gd name="connsiteX13" fmla="*/ 201203 w 286050"/>
                <a:gd name="connsiteY13" fmla="*/ 13030 h 179438"/>
                <a:gd name="connsiteX14" fmla="*/ 211509 w 286050"/>
                <a:gd name="connsiteY14" fmla="*/ 24440 h 179438"/>
                <a:gd name="connsiteX15" fmla="*/ 223576 w 286050"/>
                <a:gd name="connsiteY15" fmla="*/ 37869 h 179438"/>
                <a:gd name="connsiteX16" fmla="*/ 233836 w 286050"/>
                <a:gd name="connsiteY16" fmla="*/ 49279 h 179438"/>
                <a:gd name="connsiteX17" fmla="*/ 245904 w 286050"/>
                <a:gd name="connsiteY17" fmla="*/ 62661 h 179438"/>
                <a:gd name="connsiteX18" fmla="*/ 256140 w 286050"/>
                <a:gd name="connsiteY18" fmla="*/ 74072 h 179438"/>
                <a:gd name="connsiteX19" fmla="*/ 268254 w 286050"/>
                <a:gd name="connsiteY19" fmla="*/ 87501 h 179438"/>
                <a:gd name="connsiteX20" fmla="*/ 278514 w 286050"/>
                <a:gd name="connsiteY20" fmla="*/ 98911 h 179438"/>
                <a:gd name="connsiteX21" fmla="*/ 286050 w 286050"/>
                <a:gd name="connsiteY21" fmla="*/ 107292 h 1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6050" h="179438">
                  <a:moveTo>
                    <a:pt x="286050" y="107292"/>
                  </a:moveTo>
                  <a:lnTo>
                    <a:pt x="160211" y="179439"/>
                  </a:lnTo>
                  <a:lnTo>
                    <a:pt x="146078" y="173076"/>
                  </a:lnTo>
                  <a:lnTo>
                    <a:pt x="146007" y="173076"/>
                  </a:lnTo>
                  <a:lnTo>
                    <a:pt x="129056" y="165399"/>
                  </a:lnTo>
                  <a:lnTo>
                    <a:pt x="109054" y="156431"/>
                  </a:lnTo>
                  <a:lnTo>
                    <a:pt x="92032" y="148754"/>
                  </a:lnTo>
                  <a:lnTo>
                    <a:pt x="72053" y="139762"/>
                  </a:lnTo>
                  <a:lnTo>
                    <a:pt x="55079" y="132085"/>
                  </a:lnTo>
                  <a:lnTo>
                    <a:pt x="35076" y="123093"/>
                  </a:lnTo>
                  <a:lnTo>
                    <a:pt x="18125" y="115462"/>
                  </a:lnTo>
                  <a:lnTo>
                    <a:pt x="0" y="107292"/>
                  </a:lnTo>
                  <a:lnTo>
                    <a:pt x="189488" y="0"/>
                  </a:lnTo>
                  <a:lnTo>
                    <a:pt x="201203" y="13030"/>
                  </a:lnTo>
                  <a:lnTo>
                    <a:pt x="211509" y="24440"/>
                  </a:lnTo>
                  <a:lnTo>
                    <a:pt x="223576" y="37869"/>
                  </a:lnTo>
                  <a:lnTo>
                    <a:pt x="233836" y="49279"/>
                  </a:lnTo>
                  <a:lnTo>
                    <a:pt x="245904" y="62661"/>
                  </a:lnTo>
                  <a:lnTo>
                    <a:pt x="256140" y="74072"/>
                  </a:lnTo>
                  <a:lnTo>
                    <a:pt x="268254" y="87501"/>
                  </a:lnTo>
                  <a:lnTo>
                    <a:pt x="278514" y="98911"/>
                  </a:lnTo>
                  <a:lnTo>
                    <a:pt x="286050" y="107292"/>
                  </a:lnTo>
                  <a:close/>
                </a:path>
              </a:pathLst>
            </a:custGeom>
            <a:solidFill>
              <a:srgbClr val="097AC3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E049F01-35F8-DBEA-8DB8-FF1954145E16}"/>
                </a:ext>
              </a:extLst>
            </p:cNvPr>
            <p:cNvSpPr/>
            <p:nvPr/>
          </p:nvSpPr>
          <p:spPr>
            <a:xfrm>
              <a:off x="8075566" y="4830034"/>
              <a:ext cx="160445" cy="156125"/>
            </a:xfrm>
            <a:custGeom>
              <a:avLst/>
              <a:gdLst>
                <a:gd name="connsiteX0" fmla="*/ 160446 w 160445"/>
                <a:gd name="connsiteY0" fmla="*/ 156126 h 156125"/>
                <a:gd name="connsiteX1" fmla="*/ 0 w 160445"/>
                <a:gd name="connsiteY1" fmla="*/ 124055 h 156125"/>
                <a:gd name="connsiteX2" fmla="*/ 0 w 160445"/>
                <a:gd name="connsiteY2" fmla="*/ 0 h 156125"/>
                <a:gd name="connsiteX3" fmla="*/ 160211 w 160445"/>
                <a:gd name="connsiteY3" fmla="*/ 72170 h 156125"/>
                <a:gd name="connsiteX4" fmla="*/ 160446 w 160445"/>
                <a:gd name="connsiteY4" fmla="*/ 156126 h 15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445" h="156125">
                  <a:moveTo>
                    <a:pt x="160446" y="156126"/>
                  </a:moveTo>
                  <a:lnTo>
                    <a:pt x="0" y="124055"/>
                  </a:lnTo>
                  <a:lnTo>
                    <a:pt x="0" y="0"/>
                  </a:lnTo>
                  <a:lnTo>
                    <a:pt x="160211" y="72170"/>
                  </a:lnTo>
                  <a:lnTo>
                    <a:pt x="160446" y="156126"/>
                  </a:lnTo>
                  <a:close/>
                </a:path>
              </a:pathLst>
            </a:custGeom>
            <a:solidFill>
              <a:srgbClr val="0B74B2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75152B5-4DD6-8B33-677B-773D4785DEAA}"/>
                </a:ext>
              </a:extLst>
            </p:cNvPr>
            <p:cNvSpPr/>
            <p:nvPr/>
          </p:nvSpPr>
          <p:spPr>
            <a:xfrm>
              <a:off x="8235777" y="4830034"/>
              <a:ext cx="126051" cy="156125"/>
            </a:xfrm>
            <a:custGeom>
              <a:avLst/>
              <a:gdLst>
                <a:gd name="connsiteX0" fmla="*/ 125816 w 126051"/>
                <a:gd name="connsiteY0" fmla="*/ 0 h 156125"/>
                <a:gd name="connsiteX1" fmla="*/ 126051 w 126051"/>
                <a:gd name="connsiteY1" fmla="*/ 83510 h 156125"/>
                <a:gd name="connsiteX2" fmla="*/ 235 w 126051"/>
                <a:gd name="connsiteY2" fmla="*/ 156126 h 156125"/>
                <a:gd name="connsiteX3" fmla="*/ 0 w 126051"/>
                <a:gd name="connsiteY3" fmla="*/ 72170 h 156125"/>
                <a:gd name="connsiteX4" fmla="*/ 125816 w 126051"/>
                <a:gd name="connsiteY4" fmla="*/ 0 h 15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051" h="156125">
                  <a:moveTo>
                    <a:pt x="125816" y="0"/>
                  </a:moveTo>
                  <a:lnTo>
                    <a:pt x="126051" y="83510"/>
                  </a:lnTo>
                  <a:lnTo>
                    <a:pt x="235" y="156126"/>
                  </a:lnTo>
                  <a:lnTo>
                    <a:pt x="0" y="72170"/>
                  </a:lnTo>
                  <a:lnTo>
                    <a:pt x="125816" y="0"/>
                  </a:lnTo>
                  <a:close/>
                </a:path>
              </a:pathLst>
            </a:custGeom>
            <a:solidFill>
              <a:srgbClr val="0D74B5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D865C49D-640F-0A1E-82EF-1E86373AB316}"/>
                </a:ext>
              </a:extLst>
            </p:cNvPr>
            <p:cNvSpPr/>
            <p:nvPr/>
          </p:nvSpPr>
          <p:spPr>
            <a:xfrm>
              <a:off x="7922306" y="4632330"/>
              <a:ext cx="342748" cy="197704"/>
            </a:xfrm>
            <a:custGeom>
              <a:avLst/>
              <a:gdLst>
                <a:gd name="connsiteX0" fmla="*/ 153261 w 342748"/>
                <a:gd name="connsiteY0" fmla="*/ 197704 h 197704"/>
                <a:gd name="connsiteX1" fmla="*/ 0 w 342748"/>
                <a:gd name="connsiteY1" fmla="*/ 108208 h 197704"/>
                <a:gd name="connsiteX2" fmla="*/ 187538 w 342748"/>
                <a:gd name="connsiteY2" fmla="*/ 0 h 197704"/>
                <a:gd name="connsiteX3" fmla="*/ 342748 w 342748"/>
                <a:gd name="connsiteY3" fmla="*/ 90388 h 197704"/>
                <a:gd name="connsiteX4" fmla="*/ 153261 w 342748"/>
                <a:gd name="connsiteY4" fmla="*/ 197704 h 197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748" h="197704">
                  <a:moveTo>
                    <a:pt x="153261" y="197704"/>
                  </a:moveTo>
                  <a:lnTo>
                    <a:pt x="0" y="108208"/>
                  </a:lnTo>
                  <a:lnTo>
                    <a:pt x="187538" y="0"/>
                  </a:lnTo>
                  <a:lnTo>
                    <a:pt x="342748" y="90388"/>
                  </a:lnTo>
                  <a:lnTo>
                    <a:pt x="153261" y="197704"/>
                  </a:lnTo>
                  <a:close/>
                </a:path>
              </a:pathLst>
            </a:custGeom>
            <a:solidFill>
              <a:srgbClr val="0481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79CC406E-C979-4975-F84C-23C19C87C98E}"/>
                </a:ext>
              </a:extLst>
            </p:cNvPr>
            <p:cNvSpPr/>
            <p:nvPr/>
          </p:nvSpPr>
          <p:spPr>
            <a:xfrm>
              <a:off x="8333796" y="4872247"/>
              <a:ext cx="3429363" cy="1985072"/>
            </a:xfrm>
            <a:custGeom>
              <a:avLst/>
              <a:gdLst>
                <a:gd name="connsiteX0" fmla="*/ 3428025 w 3429363"/>
                <a:gd name="connsiteY0" fmla="*/ 1984041 h 1985072"/>
                <a:gd name="connsiteX1" fmla="*/ 3408679 w 3429363"/>
                <a:gd name="connsiteY1" fmla="*/ 1984041 h 1985072"/>
                <a:gd name="connsiteX2" fmla="*/ 26624 w 3429363"/>
                <a:gd name="connsiteY2" fmla="*/ 18221 h 1985072"/>
                <a:gd name="connsiteX3" fmla="*/ -1339 w 3429363"/>
                <a:gd name="connsiteY3" fmla="*/ 1974 h 1985072"/>
                <a:gd name="connsiteX4" fmla="*/ 1573 w 3429363"/>
                <a:gd name="connsiteY4" fmla="*/ 518 h 1985072"/>
                <a:gd name="connsiteX5" fmla="*/ 1902 w 3429363"/>
                <a:gd name="connsiteY5" fmla="*/ 354 h 1985072"/>
                <a:gd name="connsiteX6" fmla="*/ 2489 w 3429363"/>
                <a:gd name="connsiteY6" fmla="*/ 166 h 1985072"/>
                <a:gd name="connsiteX7" fmla="*/ 4132 w 3429363"/>
                <a:gd name="connsiteY7" fmla="*/ -397 h 1985072"/>
                <a:gd name="connsiteX8" fmla="*/ 4648 w 3429363"/>
                <a:gd name="connsiteY8" fmla="*/ -585 h 1985072"/>
                <a:gd name="connsiteX9" fmla="*/ 5165 w 3429363"/>
                <a:gd name="connsiteY9" fmla="*/ -702 h 1985072"/>
                <a:gd name="connsiteX10" fmla="*/ 6104 w 3429363"/>
                <a:gd name="connsiteY10" fmla="*/ -890 h 1985072"/>
                <a:gd name="connsiteX11" fmla="*/ 6691 w 3429363"/>
                <a:gd name="connsiteY11" fmla="*/ -1031 h 1985072"/>
                <a:gd name="connsiteX12" fmla="*/ 7348 w 3429363"/>
                <a:gd name="connsiteY12" fmla="*/ -1031 h 1985072"/>
                <a:gd name="connsiteX13" fmla="*/ 8052 w 3429363"/>
                <a:gd name="connsiteY13" fmla="*/ -1031 h 1985072"/>
                <a:gd name="connsiteX14" fmla="*/ 8428 w 3429363"/>
                <a:gd name="connsiteY14" fmla="*/ -1031 h 1985072"/>
                <a:gd name="connsiteX15" fmla="*/ 9532 w 3429363"/>
                <a:gd name="connsiteY15" fmla="*/ -1031 h 1985072"/>
                <a:gd name="connsiteX16" fmla="*/ 9954 w 3429363"/>
                <a:gd name="connsiteY16" fmla="*/ -1031 h 1985072"/>
                <a:gd name="connsiteX17" fmla="*/ 11363 w 3429363"/>
                <a:gd name="connsiteY17" fmla="*/ -867 h 1985072"/>
                <a:gd name="connsiteX18" fmla="*/ 11598 w 3429363"/>
                <a:gd name="connsiteY18" fmla="*/ -867 h 1985072"/>
                <a:gd name="connsiteX19" fmla="*/ 11997 w 3429363"/>
                <a:gd name="connsiteY19" fmla="*/ -867 h 1985072"/>
                <a:gd name="connsiteX20" fmla="*/ 12677 w 3429363"/>
                <a:gd name="connsiteY20" fmla="*/ -726 h 1985072"/>
                <a:gd name="connsiteX21" fmla="*/ 13288 w 3429363"/>
                <a:gd name="connsiteY21" fmla="*/ -514 h 1985072"/>
                <a:gd name="connsiteX22" fmla="*/ 13687 w 3429363"/>
                <a:gd name="connsiteY22" fmla="*/ -374 h 1985072"/>
                <a:gd name="connsiteX23" fmla="*/ 13898 w 3429363"/>
                <a:gd name="connsiteY23" fmla="*/ -374 h 1985072"/>
                <a:gd name="connsiteX24" fmla="*/ 15072 w 3429363"/>
                <a:gd name="connsiteY24" fmla="*/ 190 h 1985072"/>
                <a:gd name="connsiteX25" fmla="*/ 15213 w 3429363"/>
                <a:gd name="connsiteY25" fmla="*/ 190 h 1985072"/>
                <a:gd name="connsiteX26" fmla="*/ 26600 w 3429363"/>
                <a:gd name="connsiteY26" fmla="*/ 6810 h 198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29363" h="1985072">
                  <a:moveTo>
                    <a:pt x="3428025" y="1984041"/>
                  </a:moveTo>
                  <a:lnTo>
                    <a:pt x="3408679" y="1984041"/>
                  </a:lnTo>
                  <a:lnTo>
                    <a:pt x="26624" y="18221"/>
                  </a:lnTo>
                  <a:lnTo>
                    <a:pt x="-1339" y="1974"/>
                  </a:lnTo>
                  <a:cubicBezTo>
                    <a:pt x="-399" y="1434"/>
                    <a:pt x="587" y="941"/>
                    <a:pt x="1573" y="518"/>
                  </a:cubicBezTo>
                  <a:lnTo>
                    <a:pt x="1902" y="354"/>
                  </a:lnTo>
                  <a:lnTo>
                    <a:pt x="2489" y="166"/>
                  </a:lnTo>
                  <a:cubicBezTo>
                    <a:pt x="3029" y="-69"/>
                    <a:pt x="3568" y="-257"/>
                    <a:pt x="4132" y="-397"/>
                  </a:cubicBezTo>
                  <a:lnTo>
                    <a:pt x="4648" y="-585"/>
                  </a:lnTo>
                  <a:lnTo>
                    <a:pt x="5165" y="-702"/>
                  </a:lnTo>
                  <a:lnTo>
                    <a:pt x="6104" y="-890"/>
                  </a:lnTo>
                  <a:lnTo>
                    <a:pt x="6691" y="-1031"/>
                  </a:lnTo>
                  <a:cubicBezTo>
                    <a:pt x="6902" y="-1031"/>
                    <a:pt x="7137" y="-1031"/>
                    <a:pt x="7348" y="-1031"/>
                  </a:cubicBezTo>
                  <a:lnTo>
                    <a:pt x="8052" y="-1031"/>
                  </a:lnTo>
                  <a:lnTo>
                    <a:pt x="8428" y="-1031"/>
                  </a:lnTo>
                  <a:cubicBezTo>
                    <a:pt x="8804" y="-1031"/>
                    <a:pt x="9179" y="-1031"/>
                    <a:pt x="9532" y="-1031"/>
                  </a:cubicBezTo>
                  <a:lnTo>
                    <a:pt x="9954" y="-1031"/>
                  </a:lnTo>
                  <a:lnTo>
                    <a:pt x="11363" y="-867"/>
                  </a:lnTo>
                  <a:lnTo>
                    <a:pt x="11598" y="-867"/>
                  </a:lnTo>
                  <a:lnTo>
                    <a:pt x="11997" y="-867"/>
                  </a:lnTo>
                  <a:lnTo>
                    <a:pt x="12677" y="-726"/>
                  </a:lnTo>
                  <a:lnTo>
                    <a:pt x="13288" y="-514"/>
                  </a:lnTo>
                  <a:lnTo>
                    <a:pt x="13687" y="-374"/>
                  </a:lnTo>
                  <a:lnTo>
                    <a:pt x="13898" y="-374"/>
                  </a:lnTo>
                  <a:cubicBezTo>
                    <a:pt x="14298" y="-210"/>
                    <a:pt x="14697" y="-22"/>
                    <a:pt x="15072" y="190"/>
                  </a:cubicBezTo>
                  <a:lnTo>
                    <a:pt x="15213" y="190"/>
                  </a:lnTo>
                  <a:lnTo>
                    <a:pt x="26600" y="6810"/>
                  </a:lnTo>
                  <a:close/>
                </a:path>
              </a:pathLst>
            </a:custGeom>
            <a:solidFill>
              <a:srgbClr val="0B74B2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47283467-C224-8A3A-76C8-97CD5162082F}"/>
                </a:ext>
              </a:extLst>
            </p:cNvPr>
            <p:cNvSpPr/>
            <p:nvPr/>
          </p:nvSpPr>
          <p:spPr>
            <a:xfrm>
              <a:off x="8269256" y="4875228"/>
              <a:ext cx="3474557" cy="1982066"/>
            </a:xfrm>
            <a:custGeom>
              <a:avLst/>
              <a:gdLst>
                <a:gd name="connsiteX0" fmla="*/ 3474558 w 3474557"/>
                <a:gd name="connsiteY0" fmla="*/ 1982067 h 1982066"/>
                <a:gd name="connsiteX1" fmla="*/ 3345924 w 3474557"/>
                <a:gd name="connsiteY1" fmla="*/ 1982067 h 1982066"/>
                <a:gd name="connsiteX2" fmla="*/ 47026 w 3474557"/>
                <a:gd name="connsiteY2" fmla="*/ 64587 h 1982066"/>
                <a:gd name="connsiteX3" fmla="*/ 0 w 3474557"/>
                <a:gd name="connsiteY3" fmla="*/ 37259 h 1982066"/>
                <a:gd name="connsiteX4" fmla="*/ 64540 w 3474557"/>
                <a:gd name="connsiteY4" fmla="*/ 0 h 1982066"/>
                <a:gd name="connsiteX5" fmla="*/ 92502 w 3474557"/>
                <a:gd name="connsiteY5" fmla="*/ 16247 h 1982066"/>
                <a:gd name="connsiteX6" fmla="*/ 3474558 w 3474557"/>
                <a:gd name="connsiteY6" fmla="*/ 1982067 h 1982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4557" h="1982066">
                  <a:moveTo>
                    <a:pt x="3474558" y="1982067"/>
                  </a:moveTo>
                  <a:lnTo>
                    <a:pt x="3345924" y="1982067"/>
                  </a:lnTo>
                  <a:lnTo>
                    <a:pt x="47026" y="64587"/>
                  </a:lnTo>
                  <a:lnTo>
                    <a:pt x="0" y="37259"/>
                  </a:lnTo>
                  <a:lnTo>
                    <a:pt x="64540" y="0"/>
                  </a:lnTo>
                  <a:lnTo>
                    <a:pt x="92502" y="16247"/>
                  </a:lnTo>
                  <a:lnTo>
                    <a:pt x="3474558" y="1982067"/>
                  </a:lnTo>
                  <a:close/>
                </a:path>
              </a:pathLst>
            </a:custGeom>
            <a:solidFill>
              <a:srgbClr val="0481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DE43BA1-83D4-E60F-5BF0-65DCFDAF3FB0}"/>
                </a:ext>
              </a:extLst>
            </p:cNvPr>
            <p:cNvSpPr/>
            <p:nvPr/>
          </p:nvSpPr>
          <p:spPr>
            <a:xfrm>
              <a:off x="8246154" y="4912675"/>
              <a:ext cx="3369025" cy="1944643"/>
            </a:xfrm>
            <a:custGeom>
              <a:avLst/>
              <a:gdLst>
                <a:gd name="connsiteX0" fmla="*/ 3367687 w 3369025"/>
                <a:gd name="connsiteY0" fmla="*/ 1943613 h 1944643"/>
                <a:gd name="connsiteX1" fmla="*/ 3256357 w 3369025"/>
                <a:gd name="connsiteY1" fmla="*/ 1943613 h 1944643"/>
                <a:gd name="connsiteX2" fmla="*/ 476899 w 3369025"/>
                <a:gd name="connsiteY2" fmla="*/ 328030 h 1944643"/>
                <a:gd name="connsiteX3" fmla="*/ 13030 w 3369025"/>
                <a:gd name="connsiteY3" fmla="*/ 58390 h 1944643"/>
                <a:gd name="connsiteX4" fmla="*/ 5470 w 3369025"/>
                <a:gd name="connsiteY4" fmla="*/ 54000 h 1944643"/>
                <a:gd name="connsiteX5" fmla="*/ 4977 w 3369025"/>
                <a:gd name="connsiteY5" fmla="*/ 53578 h 1944643"/>
                <a:gd name="connsiteX6" fmla="*/ -1339 w 3369025"/>
                <a:gd name="connsiteY6" fmla="*/ 39021 h 1944643"/>
                <a:gd name="connsiteX7" fmla="*/ -1339 w 3369025"/>
                <a:gd name="connsiteY7" fmla="*/ 39021 h 1944643"/>
                <a:gd name="connsiteX8" fmla="*/ -1057 w 3369025"/>
                <a:gd name="connsiteY8" fmla="*/ 34490 h 1944643"/>
                <a:gd name="connsiteX9" fmla="*/ -916 w 3369025"/>
                <a:gd name="connsiteY9" fmla="*/ 33716 h 1944643"/>
                <a:gd name="connsiteX10" fmla="*/ -775 w 3369025"/>
                <a:gd name="connsiteY10" fmla="*/ 32871 h 1944643"/>
                <a:gd name="connsiteX11" fmla="*/ -493 w 3369025"/>
                <a:gd name="connsiteY11" fmla="*/ 31251 h 1944643"/>
                <a:gd name="connsiteX12" fmla="*/ 164 w 3369025"/>
                <a:gd name="connsiteY12" fmla="*/ 28574 h 1944643"/>
                <a:gd name="connsiteX13" fmla="*/ 399 w 3369025"/>
                <a:gd name="connsiteY13" fmla="*/ 27800 h 1944643"/>
                <a:gd name="connsiteX14" fmla="*/ 540 w 3369025"/>
                <a:gd name="connsiteY14" fmla="*/ 27306 h 1944643"/>
                <a:gd name="connsiteX15" fmla="*/ 892 w 3369025"/>
                <a:gd name="connsiteY15" fmla="*/ 26203 h 1944643"/>
                <a:gd name="connsiteX16" fmla="*/ 1667 w 3369025"/>
                <a:gd name="connsiteY16" fmla="*/ 23996 h 1944643"/>
                <a:gd name="connsiteX17" fmla="*/ 2536 w 3369025"/>
                <a:gd name="connsiteY17" fmla="*/ 21907 h 1944643"/>
                <a:gd name="connsiteX18" fmla="*/ 2536 w 3369025"/>
                <a:gd name="connsiteY18" fmla="*/ 21907 h 1944643"/>
                <a:gd name="connsiteX19" fmla="*/ 2536 w 3369025"/>
                <a:gd name="connsiteY19" fmla="*/ 21907 h 1944643"/>
                <a:gd name="connsiteX20" fmla="*/ 3380 w 3369025"/>
                <a:gd name="connsiteY20" fmla="*/ 20052 h 1944643"/>
                <a:gd name="connsiteX21" fmla="*/ 4390 w 3369025"/>
                <a:gd name="connsiteY21" fmla="*/ 18056 h 1944643"/>
                <a:gd name="connsiteX22" fmla="*/ 5282 w 3369025"/>
                <a:gd name="connsiteY22" fmla="*/ 16460 h 1944643"/>
                <a:gd name="connsiteX23" fmla="*/ 5282 w 3369025"/>
                <a:gd name="connsiteY23" fmla="*/ 16295 h 1944643"/>
                <a:gd name="connsiteX24" fmla="*/ 5400 w 3369025"/>
                <a:gd name="connsiteY24" fmla="*/ 16108 h 1944643"/>
                <a:gd name="connsiteX25" fmla="*/ 6597 w 3369025"/>
                <a:gd name="connsiteY25" fmla="*/ 14135 h 1944643"/>
                <a:gd name="connsiteX26" fmla="*/ 7936 w 3369025"/>
                <a:gd name="connsiteY26" fmla="*/ 12116 h 1944643"/>
                <a:gd name="connsiteX27" fmla="*/ 8522 w 3369025"/>
                <a:gd name="connsiteY27" fmla="*/ 11318 h 1944643"/>
                <a:gd name="connsiteX28" fmla="*/ 8851 w 3369025"/>
                <a:gd name="connsiteY28" fmla="*/ 10872 h 1944643"/>
                <a:gd name="connsiteX29" fmla="*/ 9485 w 3369025"/>
                <a:gd name="connsiteY29" fmla="*/ 10027 h 1944643"/>
                <a:gd name="connsiteX30" fmla="*/ 11387 w 3369025"/>
                <a:gd name="connsiteY30" fmla="*/ 7679 h 1944643"/>
                <a:gd name="connsiteX31" fmla="*/ 12255 w 3369025"/>
                <a:gd name="connsiteY31" fmla="*/ 6740 h 1944643"/>
                <a:gd name="connsiteX32" fmla="*/ 13030 w 3369025"/>
                <a:gd name="connsiteY32" fmla="*/ 5918 h 1944643"/>
                <a:gd name="connsiteX33" fmla="*/ 13922 w 3369025"/>
                <a:gd name="connsiteY33" fmla="*/ 4956 h 1944643"/>
                <a:gd name="connsiteX34" fmla="*/ 15965 w 3369025"/>
                <a:gd name="connsiteY34" fmla="*/ 3172 h 1944643"/>
                <a:gd name="connsiteX35" fmla="*/ 17303 w 3369025"/>
                <a:gd name="connsiteY35" fmla="*/ 1998 h 1944643"/>
                <a:gd name="connsiteX36" fmla="*/ 21646 w 3369025"/>
                <a:gd name="connsiteY36" fmla="*/ -1031 h 1944643"/>
                <a:gd name="connsiteX37" fmla="*/ 21646 w 3369025"/>
                <a:gd name="connsiteY37" fmla="*/ -1031 h 1944643"/>
                <a:gd name="connsiteX38" fmla="*/ 68601 w 3369025"/>
                <a:gd name="connsiteY38" fmla="*/ 26297 h 1944643"/>
                <a:gd name="connsiteX39" fmla="*/ 493310 w 3369025"/>
                <a:gd name="connsiteY39" fmla="*/ 272905 h 1944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369025" h="1944643">
                  <a:moveTo>
                    <a:pt x="3367687" y="1943613"/>
                  </a:moveTo>
                  <a:lnTo>
                    <a:pt x="3256357" y="1943613"/>
                  </a:lnTo>
                  <a:lnTo>
                    <a:pt x="476899" y="328030"/>
                  </a:lnTo>
                  <a:lnTo>
                    <a:pt x="13030" y="58390"/>
                  </a:lnTo>
                  <a:lnTo>
                    <a:pt x="5470" y="54000"/>
                  </a:lnTo>
                  <a:cubicBezTo>
                    <a:pt x="5282" y="53883"/>
                    <a:pt x="5165" y="53695"/>
                    <a:pt x="4977" y="53578"/>
                  </a:cubicBezTo>
                  <a:cubicBezTo>
                    <a:pt x="1103" y="51019"/>
                    <a:pt x="-1315" y="46065"/>
                    <a:pt x="-1339" y="39021"/>
                  </a:cubicBezTo>
                  <a:lnTo>
                    <a:pt x="-1339" y="39021"/>
                  </a:lnTo>
                  <a:cubicBezTo>
                    <a:pt x="-1339" y="37496"/>
                    <a:pt x="-1245" y="35993"/>
                    <a:pt x="-1057" y="34490"/>
                  </a:cubicBezTo>
                  <a:lnTo>
                    <a:pt x="-916" y="33716"/>
                  </a:lnTo>
                  <a:lnTo>
                    <a:pt x="-775" y="32871"/>
                  </a:lnTo>
                  <a:cubicBezTo>
                    <a:pt x="-775" y="32331"/>
                    <a:pt x="-611" y="31791"/>
                    <a:pt x="-493" y="31251"/>
                  </a:cubicBezTo>
                  <a:cubicBezTo>
                    <a:pt x="-305" y="30358"/>
                    <a:pt x="-94" y="29466"/>
                    <a:pt x="164" y="28574"/>
                  </a:cubicBezTo>
                  <a:cubicBezTo>
                    <a:pt x="164" y="28316"/>
                    <a:pt x="329" y="28057"/>
                    <a:pt x="399" y="27800"/>
                  </a:cubicBezTo>
                  <a:lnTo>
                    <a:pt x="540" y="27306"/>
                  </a:lnTo>
                  <a:cubicBezTo>
                    <a:pt x="657" y="26954"/>
                    <a:pt x="751" y="26579"/>
                    <a:pt x="892" y="26203"/>
                  </a:cubicBezTo>
                  <a:cubicBezTo>
                    <a:pt x="1127" y="25452"/>
                    <a:pt x="1385" y="24724"/>
                    <a:pt x="1667" y="23996"/>
                  </a:cubicBezTo>
                  <a:cubicBezTo>
                    <a:pt x="1949" y="23268"/>
                    <a:pt x="2230" y="22587"/>
                    <a:pt x="2536" y="21907"/>
                  </a:cubicBezTo>
                  <a:cubicBezTo>
                    <a:pt x="2536" y="21907"/>
                    <a:pt x="2536" y="21907"/>
                    <a:pt x="2536" y="21907"/>
                  </a:cubicBezTo>
                  <a:lnTo>
                    <a:pt x="2536" y="21907"/>
                  </a:lnTo>
                  <a:lnTo>
                    <a:pt x="3380" y="20052"/>
                  </a:lnTo>
                  <a:cubicBezTo>
                    <a:pt x="3709" y="19371"/>
                    <a:pt x="4038" y="18713"/>
                    <a:pt x="4390" y="18056"/>
                  </a:cubicBezTo>
                  <a:cubicBezTo>
                    <a:pt x="4742" y="17399"/>
                    <a:pt x="4977" y="17000"/>
                    <a:pt x="5282" y="16460"/>
                  </a:cubicBezTo>
                  <a:lnTo>
                    <a:pt x="5282" y="16295"/>
                  </a:lnTo>
                  <a:cubicBezTo>
                    <a:pt x="5306" y="16225"/>
                    <a:pt x="5353" y="16178"/>
                    <a:pt x="5400" y="16108"/>
                  </a:cubicBezTo>
                  <a:cubicBezTo>
                    <a:pt x="5775" y="15427"/>
                    <a:pt x="6175" y="14769"/>
                    <a:pt x="6597" y="14135"/>
                  </a:cubicBezTo>
                  <a:cubicBezTo>
                    <a:pt x="7020" y="13455"/>
                    <a:pt x="7489" y="12774"/>
                    <a:pt x="7936" y="12116"/>
                  </a:cubicBezTo>
                  <a:cubicBezTo>
                    <a:pt x="8123" y="11858"/>
                    <a:pt x="8334" y="11600"/>
                    <a:pt x="8522" y="11318"/>
                  </a:cubicBezTo>
                  <a:lnTo>
                    <a:pt x="8851" y="10872"/>
                  </a:lnTo>
                  <a:lnTo>
                    <a:pt x="9485" y="10027"/>
                  </a:lnTo>
                  <a:cubicBezTo>
                    <a:pt x="10095" y="9228"/>
                    <a:pt x="10729" y="8454"/>
                    <a:pt x="11387" y="7679"/>
                  </a:cubicBezTo>
                  <a:cubicBezTo>
                    <a:pt x="11668" y="7350"/>
                    <a:pt x="11974" y="7045"/>
                    <a:pt x="12255" y="6740"/>
                  </a:cubicBezTo>
                  <a:lnTo>
                    <a:pt x="13030" y="5918"/>
                  </a:lnTo>
                  <a:cubicBezTo>
                    <a:pt x="13335" y="5613"/>
                    <a:pt x="13617" y="5261"/>
                    <a:pt x="13922" y="4956"/>
                  </a:cubicBezTo>
                  <a:cubicBezTo>
                    <a:pt x="14579" y="4322"/>
                    <a:pt x="15284" y="3759"/>
                    <a:pt x="15965" y="3172"/>
                  </a:cubicBezTo>
                  <a:cubicBezTo>
                    <a:pt x="16646" y="2585"/>
                    <a:pt x="16834" y="2350"/>
                    <a:pt x="17303" y="1998"/>
                  </a:cubicBezTo>
                  <a:cubicBezTo>
                    <a:pt x="18688" y="894"/>
                    <a:pt x="20120" y="-116"/>
                    <a:pt x="21646" y="-1031"/>
                  </a:cubicBezTo>
                  <a:lnTo>
                    <a:pt x="21646" y="-1031"/>
                  </a:lnTo>
                  <a:lnTo>
                    <a:pt x="68601" y="26297"/>
                  </a:lnTo>
                  <a:lnTo>
                    <a:pt x="493310" y="272905"/>
                  </a:lnTo>
                  <a:close/>
                </a:path>
              </a:pathLst>
            </a:custGeom>
            <a:solidFill>
              <a:srgbClr val="0B74B2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F5EA787-B707-5D7C-8389-766698FFEEEE}"/>
                </a:ext>
              </a:extLst>
            </p:cNvPr>
            <p:cNvSpPr/>
            <p:nvPr/>
          </p:nvSpPr>
          <p:spPr>
            <a:xfrm>
              <a:off x="8093692" y="4930917"/>
              <a:ext cx="16950" cy="30192"/>
            </a:xfrm>
            <a:custGeom>
              <a:avLst/>
              <a:gdLst>
                <a:gd name="connsiteX0" fmla="*/ 0 w 16950"/>
                <a:gd name="connsiteY0" fmla="*/ 0 h 30192"/>
                <a:gd name="connsiteX1" fmla="*/ 16951 w 16950"/>
                <a:gd name="connsiteY1" fmla="*/ 3428 h 30192"/>
                <a:gd name="connsiteX2" fmla="*/ 16951 w 16950"/>
                <a:gd name="connsiteY2" fmla="*/ 30192 h 30192"/>
                <a:gd name="connsiteX3" fmla="*/ 0 w 16950"/>
                <a:gd name="connsiteY3" fmla="*/ 26764 h 30192"/>
                <a:gd name="connsiteX4" fmla="*/ 0 w 16950"/>
                <a:gd name="connsiteY4" fmla="*/ 0 h 3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50" h="30192">
                  <a:moveTo>
                    <a:pt x="0" y="0"/>
                  </a:moveTo>
                  <a:lnTo>
                    <a:pt x="16951" y="3428"/>
                  </a:lnTo>
                  <a:lnTo>
                    <a:pt x="16951" y="30192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556BBFD3-DE12-1B5A-2B3A-AF586E3F586C}"/>
                </a:ext>
              </a:extLst>
            </p:cNvPr>
            <p:cNvSpPr/>
            <p:nvPr/>
          </p:nvSpPr>
          <p:spPr>
            <a:xfrm>
              <a:off x="8093692" y="4735772"/>
              <a:ext cx="193384" cy="140113"/>
            </a:xfrm>
            <a:custGeom>
              <a:avLst/>
              <a:gdLst>
                <a:gd name="connsiteX0" fmla="*/ 193384 w 193384"/>
                <a:gd name="connsiteY0" fmla="*/ 11410 h 140113"/>
                <a:gd name="connsiteX1" fmla="*/ 16951 w 193384"/>
                <a:gd name="connsiteY1" fmla="*/ 110062 h 140113"/>
                <a:gd name="connsiteX2" fmla="*/ 16951 w 193384"/>
                <a:gd name="connsiteY2" fmla="*/ 140114 h 140113"/>
                <a:gd name="connsiteX3" fmla="*/ 0 w 193384"/>
                <a:gd name="connsiteY3" fmla="*/ 133704 h 140113"/>
                <a:gd name="connsiteX4" fmla="*/ 0 w 193384"/>
                <a:gd name="connsiteY4" fmla="*/ 102432 h 140113"/>
                <a:gd name="connsiteX5" fmla="*/ 183078 w 193384"/>
                <a:gd name="connsiteY5" fmla="*/ 0 h 140113"/>
                <a:gd name="connsiteX6" fmla="*/ 193384 w 193384"/>
                <a:gd name="connsiteY6" fmla="*/ 11410 h 14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384" h="140113">
                  <a:moveTo>
                    <a:pt x="193384" y="11410"/>
                  </a:moveTo>
                  <a:lnTo>
                    <a:pt x="16951" y="110062"/>
                  </a:lnTo>
                  <a:lnTo>
                    <a:pt x="16951" y="140114"/>
                  </a:lnTo>
                  <a:lnTo>
                    <a:pt x="0" y="133704"/>
                  </a:lnTo>
                  <a:lnTo>
                    <a:pt x="0" y="102432"/>
                  </a:lnTo>
                  <a:lnTo>
                    <a:pt x="183078" y="0"/>
                  </a:lnTo>
                  <a:lnTo>
                    <a:pt x="193384" y="1141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1E556E5-6DB1-2A0D-1F3A-808BC0DD9622}"/>
                </a:ext>
              </a:extLst>
            </p:cNvPr>
            <p:cNvSpPr/>
            <p:nvPr/>
          </p:nvSpPr>
          <p:spPr>
            <a:xfrm>
              <a:off x="8130645" y="4938336"/>
              <a:ext cx="16974" cy="29699"/>
            </a:xfrm>
            <a:custGeom>
              <a:avLst/>
              <a:gdLst>
                <a:gd name="connsiteX0" fmla="*/ 0 w 16974"/>
                <a:gd name="connsiteY0" fmla="*/ 0 h 29699"/>
                <a:gd name="connsiteX1" fmla="*/ 16974 w 16974"/>
                <a:gd name="connsiteY1" fmla="*/ 3381 h 29699"/>
                <a:gd name="connsiteX2" fmla="*/ 16974 w 16974"/>
                <a:gd name="connsiteY2" fmla="*/ 29699 h 29699"/>
                <a:gd name="connsiteX3" fmla="*/ 0 w 16974"/>
                <a:gd name="connsiteY3" fmla="*/ 26459 h 29699"/>
                <a:gd name="connsiteX4" fmla="*/ 0 w 16974"/>
                <a:gd name="connsiteY4" fmla="*/ 0 h 29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74" h="29699">
                  <a:moveTo>
                    <a:pt x="0" y="0"/>
                  </a:moveTo>
                  <a:lnTo>
                    <a:pt x="16974" y="3381"/>
                  </a:lnTo>
                  <a:lnTo>
                    <a:pt x="16974" y="29699"/>
                  </a:lnTo>
                  <a:lnTo>
                    <a:pt x="0" y="2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950CAF0-AF1C-556B-BECE-75B9BACC4358}"/>
                </a:ext>
              </a:extLst>
            </p:cNvPr>
            <p:cNvSpPr/>
            <p:nvPr/>
          </p:nvSpPr>
          <p:spPr>
            <a:xfrm>
              <a:off x="8130645" y="4760611"/>
              <a:ext cx="178757" cy="129196"/>
            </a:xfrm>
            <a:custGeom>
              <a:avLst/>
              <a:gdLst>
                <a:gd name="connsiteX0" fmla="*/ 178758 w 178757"/>
                <a:gd name="connsiteY0" fmla="*/ 11410 h 129196"/>
                <a:gd name="connsiteX1" fmla="*/ 16974 w 178757"/>
                <a:gd name="connsiteY1" fmla="*/ 101893 h 129196"/>
                <a:gd name="connsiteX2" fmla="*/ 16974 w 178757"/>
                <a:gd name="connsiteY2" fmla="*/ 129197 h 129196"/>
                <a:gd name="connsiteX3" fmla="*/ 0 w 178757"/>
                <a:gd name="connsiteY3" fmla="*/ 122787 h 129196"/>
                <a:gd name="connsiteX4" fmla="*/ 0 w 178757"/>
                <a:gd name="connsiteY4" fmla="*/ 94215 h 129196"/>
                <a:gd name="connsiteX5" fmla="*/ 168498 w 178757"/>
                <a:gd name="connsiteY5" fmla="*/ 0 h 129196"/>
                <a:gd name="connsiteX6" fmla="*/ 178758 w 178757"/>
                <a:gd name="connsiteY6" fmla="*/ 11410 h 129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8757" h="129196">
                  <a:moveTo>
                    <a:pt x="178758" y="11410"/>
                  </a:moveTo>
                  <a:lnTo>
                    <a:pt x="16974" y="101893"/>
                  </a:lnTo>
                  <a:lnTo>
                    <a:pt x="16974" y="129197"/>
                  </a:lnTo>
                  <a:lnTo>
                    <a:pt x="0" y="122787"/>
                  </a:lnTo>
                  <a:lnTo>
                    <a:pt x="0" y="94215"/>
                  </a:lnTo>
                  <a:lnTo>
                    <a:pt x="168498" y="0"/>
                  </a:lnTo>
                  <a:lnTo>
                    <a:pt x="178758" y="1141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0ABF2D84-0D63-D2FA-BD94-6084BBCC5B6E}"/>
                </a:ext>
              </a:extLst>
            </p:cNvPr>
            <p:cNvSpPr/>
            <p:nvPr/>
          </p:nvSpPr>
          <p:spPr>
            <a:xfrm>
              <a:off x="8167599" y="4945708"/>
              <a:ext cx="17021" cy="30450"/>
            </a:xfrm>
            <a:custGeom>
              <a:avLst/>
              <a:gdLst>
                <a:gd name="connsiteX0" fmla="*/ 0 w 17021"/>
                <a:gd name="connsiteY0" fmla="*/ 0 h 30450"/>
                <a:gd name="connsiteX1" fmla="*/ 17021 w 17021"/>
                <a:gd name="connsiteY1" fmla="*/ 3451 h 30450"/>
                <a:gd name="connsiteX2" fmla="*/ 17021 w 17021"/>
                <a:gd name="connsiteY2" fmla="*/ 30450 h 30450"/>
                <a:gd name="connsiteX3" fmla="*/ 0 w 17021"/>
                <a:gd name="connsiteY3" fmla="*/ 26764 h 30450"/>
                <a:gd name="connsiteX4" fmla="*/ 0 w 17021"/>
                <a:gd name="connsiteY4" fmla="*/ 0 h 3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21" h="30450">
                  <a:moveTo>
                    <a:pt x="0" y="0"/>
                  </a:moveTo>
                  <a:lnTo>
                    <a:pt x="17021" y="3451"/>
                  </a:lnTo>
                  <a:lnTo>
                    <a:pt x="17021" y="30450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D6ADFF3-3647-1491-DDEF-9BFE9C667482}"/>
                </a:ext>
              </a:extLst>
            </p:cNvPr>
            <p:cNvSpPr/>
            <p:nvPr/>
          </p:nvSpPr>
          <p:spPr>
            <a:xfrm>
              <a:off x="8167599" y="4785403"/>
              <a:ext cx="164107" cy="118397"/>
            </a:xfrm>
            <a:custGeom>
              <a:avLst/>
              <a:gdLst>
                <a:gd name="connsiteX0" fmla="*/ 164108 w 164107"/>
                <a:gd name="connsiteY0" fmla="*/ 11410 h 118397"/>
                <a:gd name="connsiteX1" fmla="*/ 17021 w 164107"/>
                <a:gd name="connsiteY1" fmla="*/ 93769 h 118397"/>
                <a:gd name="connsiteX2" fmla="*/ 17021 w 164107"/>
                <a:gd name="connsiteY2" fmla="*/ 118397 h 118397"/>
                <a:gd name="connsiteX3" fmla="*/ 0 w 164107"/>
                <a:gd name="connsiteY3" fmla="*/ 111988 h 118397"/>
                <a:gd name="connsiteX4" fmla="*/ 0 w 164107"/>
                <a:gd name="connsiteY4" fmla="*/ 86092 h 118397"/>
                <a:gd name="connsiteX5" fmla="*/ 153871 w 164107"/>
                <a:gd name="connsiteY5" fmla="*/ 0 h 118397"/>
                <a:gd name="connsiteX6" fmla="*/ 164108 w 164107"/>
                <a:gd name="connsiteY6" fmla="*/ 11410 h 118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07" h="118397">
                  <a:moveTo>
                    <a:pt x="164108" y="11410"/>
                  </a:moveTo>
                  <a:lnTo>
                    <a:pt x="17021" y="93769"/>
                  </a:lnTo>
                  <a:lnTo>
                    <a:pt x="17021" y="118397"/>
                  </a:lnTo>
                  <a:lnTo>
                    <a:pt x="0" y="111988"/>
                  </a:lnTo>
                  <a:lnTo>
                    <a:pt x="0" y="86092"/>
                  </a:lnTo>
                  <a:lnTo>
                    <a:pt x="153871" y="0"/>
                  </a:lnTo>
                  <a:lnTo>
                    <a:pt x="164108" y="1141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362E334-344D-072D-0D79-D7A86AFB9EF9}"/>
                </a:ext>
              </a:extLst>
            </p:cNvPr>
            <p:cNvSpPr/>
            <p:nvPr/>
          </p:nvSpPr>
          <p:spPr>
            <a:xfrm>
              <a:off x="8204623" y="4953127"/>
              <a:ext cx="16950" cy="29863"/>
            </a:xfrm>
            <a:custGeom>
              <a:avLst/>
              <a:gdLst>
                <a:gd name="connsiteX0" fmla="*/ 0 w 16950"/>
                <a:gd name="connsiteY0" fmla="*/ 0 h 29863"/>
                <a:gd name="connsiteX1" fmla="*/ 16951 w 16950"/>
                <a:gd name="connsiteY1" fmla="*/ 3404 h 29863"/>
                <a:gd name="connsiteX2" fmla="*/ 16951 w 16950"/>
                <a:gd name="connsiteY2" fmla="*/ 29863 h 29863"/>
                <a:gd name="connsiteX3" fmla="*/ 0 w 16950"/>
                <a:gd name="connsiteY3" fmla="*/ 26764 h 29863"/>
                <a:gd name="connsiteX4" fmla="*/ 0 w 16950"/>
                <a:gd name="connsiteY4" fmla="*/ 0 h 2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50" h="29863">
                  <a:moveTo>
                    <a:pt x="0" y="0"/>
                  </a:moveTo>
                  <a:lnTo>
                    <a:pt x="16951" y="3404"/>
                  </a:lnTo>
                  <a:lnTo>
                    <a:pt x="16951" y="29863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84FE6DC-9470-4960-C0F5-AA0FCF56D77A}"/>
                </a:ext>
              </a:extLst>
            </p:cNvPr>
            <p:cNvSpPr/>
            <p:nvPr/>
          </p:nvSpPr>
          <p:spPr>
            <a:xfrm>
              <a:off x="8204623" y="4810242"/>
              <a:ext cx="149457" cy="107503"/>
            </a:xfrm>
            <a:custGeom>
              <a:avLst/>
              <a:gdLst>
                <a:gd name="connsiteX0" fmla="*/ 149458 w 149457"/>
                <a:gd name="connsiteY0" fmla="*/ 11410 h 107503"/>
                <a:gd name="connsiteX1" fmla="*/ 17021 w 149457"/>
                <a:gd name="connsiteY1" fmla="*/ 85575 h 107503"/>
                <a:gd name="connsiteX2" fmla="*/ 16951 w 149457"/>
                <a:gd name="connsiteY2" fmla="*/ 85575 h 107503"/>
                <a:gd name="connsiteX3" fmla="*/ 16951 w 149457"/>
                <a:gd name="connsiteY3" fmla="*/ 107503 h 107503"/>
                <a:gd name="connsiteX4" fmla="*/ 0 w 149457"/>
                <a:gd name="connsiteY4" fmla="*/ 101094 h 107503"/>
                <a:gd name="connsiteX5" fmla="*/ 0 w 149457"/>
                <a:gd name="connsiteY5" fmla="*/ 77898 h 107503"/>
                <a:gd name="connsiteX6" fmla="*/ 139198 w 149457"/>
                <a:gd name="connsiteY6" fmla="*/ 0 h 107503"/>
                <a:gd name="connsiteX7" fmla="*/ 149458 w 149457"/>
                <a:gd name="connsiteY7" fmla="*/ 11410 h 107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457" h="107503">
                  <a:moveTo>
                    <a:pt x="149458" y="11410"/>
                  </a:moveTo>
                  <a:lnTo>
                    <a:pt x="17021" y="85575"/>
                  </a:lnTo>
                  <a:lnTo>
                    <a:pt x="16951" y="85575"/>
                  </a:lnTo>
                  <a:lnTo>
                    <a:pt x="16951" y="107503"/>
                  </a:lnTo>
                  <a:lnTo>
                    <a:pt x="0" y="101094"/>
                  </a:lnTo>
                  <a:lnTo>
                    <a:pt x="0" y="77898"/>
                  </a:lnTo>
                  <a:lnTo>
                    <a:pt x="139198" y="0"/>
                  </a:lnTo>
                  <a:lnTo>
                    <a:pt x="149458" y="11410"/>
                  </a:lnTo>
                  <a:close/>
                </a:path>
              </a:pathLst>
            </a:custGeom>
            <a:solidFill>
              <a:srgbClr val="0363A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8D2CC5EE-AA27-7F88-B538-93870BCABAD4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6991A716-51F2-BDE9-4216-9FB341204DAC}"/>
              </a:ext>
            </a:extLst>
          </p:cNvPr>
          <p:cNvGrpSpPr/>
          <p:nvPr/>
        </p:nvGrpSpPr>
        <p:grpSpPr>
          <a:xfrm>
            <a:off x="8234377" y="4293197"/>
            <a:ext cx="3963336" cy="2448448"/>
            <a:chOff x="8229297" y="4264812"/>
            <a:chExt cx="3963336" cy="2448448"/>
          </a:xfrm>
        </p:grpSpPr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C18E4A42-2E36-42F3-E9A0-DB06DADCBF0E}"/>
                </a:ext>
              </a:extLst>
            </p:cNvPr>
            <p:cNvSpPr/>
            <p:nvPr/>
          </p:nvSpPr>
          <p:spPr>
            <a:xfrm>
              <a:off x="8229297" y="4360155"/>
              <a:ext cx="174367" cy="241607"/>
            </a:xfrm>
            <a:custGeom>
              <a:avLst/>
              <a:gdLst>
                <a:gd name="connsiteX0" fmla="*/ 174368 w 174367"/>
                <a:gd name="connsiteY0" fmla="*/ 241607 h 241607"/>
                <a:gd name="connsiteX1" fmla="*/ 400 w 174367"/>
                <a:gd name="connsiteY1" fmla="*/ 140513 h 241607"/>
                <a:gd name="connsiteX2" fmla="*/ 0 w 174367"/>
                <a:gd name="connsiteY2" fmla="*/ 0 h 241607"/>
                <a:gd name="connsiteX3" fmla="*/ 173969 w 174367"/>
                <a:gd name="connsiteY3" fmla="*/ 101118 h 241607"/>
                <a:gd name="connsiteX4" fmla="*/ 174368 w 174367"/>
                <a:gd name="connsiteY4" fmla="*/ 241607 h 24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67" h="241607">
                  <a:moveTo>
                    <a:pt x="174368" y="241607"/>
                  </a:moveTo>
                  <a:lnTo>
                    <a:pt x="400" y="140513"/>
                  </a:lnTo>
                  <a:lnTo>
                    <a:pt x="0" y="0"/>
                  </a:lnTo>
                  <a:lnTo>
                    <a:pt x="173969" y="101118"/>
                  </a:lnTo>
                  <a:lnTo>
                    <a:pt x="174368" y="241607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59A356E-3FFB-3613-D6D4-3D26E1838FE6}"/>
                </a:ext>
              </a:extLst>
            </p:cNvPr>
            <p:cNvSpPr/>
            <p:nvPr/>
          </p:nvSpPr>
          <p:spPr>
            <a:xfrm>
              <a:off x="8229297" y="4264812"/>
              <a:ext cx="339133" cy="196460"/>
            </a:xfrm>
            <a:custGeom>
              <a:avLst/>
              <a:gdLst>
                <a:gd name="connsiteX0" fmla="*/ 165165 w 339133"/>
                <a:gd name="connsiteY0" fmla="*/ 0 h 196460"/>
                <a:gd name="connsiteX1" fmla="*/ 152017 w 339133"/>
                <a:gd name="connsiteY1" fmla="*/ 7583 h 196460"/>
                <a:gd name="connsiteX2" fmla="*/ 165869 w 339133"/>
                <a:gd name="connsiteY2" fmla="*/ 15636 h 196460"/>
                <a:gd name="connsiteX3" fmla="*/ 26999 w 339133"/>
                <a:gd name="connsiteY3" fmla="*/ 95812 h 196460"/>
                <a:gd name="connsiteX4" fmla="*/ 13148 w 339133"/>
                <a:gd name="connsiteY4" fmla="*/ 87759 h 196460"/>
                <a:gd name="connsiteX5" fmla="*/ 0 w 339133"/>
                <a:gd name="connsiteY5" fmla="*/ 95342 h 196460"/>
                <a:gd name="connsiteX6" fmla="*/ 173969 w 339133"/>
                <a:gd name="connsiteY6" fmla="*/ 196460 h 196460"/>
                <a:gd name="connsiteX7" fmla="*/ 339133 w 339133"/>
                <a:gd name="connsiteY7" fmla="*/ 101094 h 196460"/>
                <a:gd name="connsiteX8" fmla="*/ 165165 w 339133"/>
                <a:gd name="connsiteY8" fmla="*/ 0 h 196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133" h="196460">
                  <a:moveTo>
                    <a:pt x="165165" y="0"/>
                  </a:moveTo>
                  <a:lnTo>
                    <a:pt x="152017" y="7583"/>
                  </a:lnTo>
                  <a:lnTo>
                    <a:pt x="165869" y="15636"/>
                  </a:lnTo>
                  <a:lnTo>
                    <a:pt x="26999" y="95812"/>
                  </a:lnTo>
                  <a:lnTo>
                    <a:pt x="13148" y="87759"/>
                  </a:lnTo>
                  <a:lnTo>
                    <a:pt x="0" y="95342"/>
                  </a:lnTo>
                  <a:lnTo>
                    <a:pt x="173969" y="196460"/>
                  </a:lnTo>
                  <a:lnTo>
                    <a:pt x="339133" y="101094"/>
                  </a:lnTo>
                  <a:lnTo>
                    <a:pt x="165165" y="0"/>
                  </a:lnTo>
                  <a:close/>
                </a:path>
              </a:pathLst>
            </a:custGeom>
            <a:solidFill>
              <a:srgbClr val="DEE0E4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D9A0ED9-D48D-C64C-A66B-A0D1E1CDA7E8}"/>
                </a:ext>
              </a:extLst>
            </p:cNvPr>
            <p:cNvSpPr/>
            <p:nvPr/>
          </p:nvSpPr>
          <p:spPr>
            <a:xfrm>
              <a:off x="8381314" y="4272396"/>
              <a:ext cx="127741" cy="82241"/>
            </a:xfrm>
            <a:custGeom>
              <a:avLst/>
              <a:gdLst>
                <a:gd name="connsiteX0" fmla="*/ 113890 w 127741"/>
                <a:gd name="connsiteY0" fmla="*/ 82242 h 82241"/>
                <a:gd name="connsiteX1" fmla="*/ 0 w 127741"/>
                <a:gd name="connsiteY1" fmla="*/ 16059 h 82241"/>
                <a:gd name="connsiteX2" fmla="*/ 0 w 127741"/>
                <a:gd name="connsiteY2" fmla="*/ 0 h 82241"/>
                <a:gd name="connsiteX3" fmla="*/ 127742 w 127741"/>
                <a:gd name="connsiteY3" fmla="*/ 74236 h 82241"/>
                <a:gd name="connsiteX4" fmla="*/ 113890 w 127741"/>
                <a:gd name="connsiteY4" fmla="*/ 82242 h 8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41" h="82241">
                  <a:moveTo>
                    <a:pt x="113890" y="82242"/>
                  </a:moveTo>
                  <a:lnTo>
                    <a:pt x="0" y="16059"/>
                  </a:lnTo>
                  <a:lnTo>
                    <a:pt x="0" y="0"/>
                  </a:lnTo>
                  <a:lnTo>
                    <a:pt x="127742" y="74236"/>
                  </a:lnTo>
                  <a:lnTo>
                    <a:pt x="113890" y="82242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341B246-3637-CF94-710C-1F2B83CAAD03}"/>
                </a:ext>
              </a:extLst>
            </p:cNvPr>
            <p:cNvSpPr/>
            <p:nvPr/>
          </p:nvSpPr>
          <p:spPr>
            <a:xfrm>
              <a:off x="8256296" y="4288478"/>
              <a:ext cx="238883" cy="138352"/>
            </a:xfrm>
            <a:custGeom>
              <a:avLst/>
              <a:gdLst>
                <a:gd name="connsiteX0" fmla="*/ 238884 w 238883"/>
                <a:gd name="connsiteY0" fmla="*/ 66136 h 138352"/>
                <a:gd name="connsiteX1" fmla="*/ 228578 w 238883"/>
                <a:gd name="connsiteY1" fmla="*/ 72099 h 138352"/>
                <a:gd name="connsiteX2" fmla="*/ 227052 w 238883"/>
                <a:gd name="connsiteY2" fmla="*/ 72968 h 138352"/>
                <a:gd name="connsiteX3" fmla="*/ 222215 w 238883"/>
                <a:gd name="connsiteY3" fmla="*/ 75739 h 138352"/>
                <a:gd name="connsiteX4" fmla="*/ 220759 w 238883"/>
                <a:gd name="connsiteY4" fmla="*/ 76584 h 138352"/>
                <a:gd name="connsiteX5" fmla="*/ 214538 w 238883"/>
                <a:gd name="connsiteY5" fmla="*/ 80223 h 138352"/>
                <a:gd name="connsiteX6" fmla="*/ 213036 w 238883"/>
                <a:gd name="connsiteY6" fmla="*/ 81091 h 138352"/>
                <a:gd name="connsiteX7" fmla="*/ 208223 w 238883"/>
                <a:gd name="connsiteY7" fmla="*/ 83862 h 138352"/>
                <a:gd name="connsiteX8" fmla="*/ 206720 w 238883"/>
                <a:gd name="connsiteY8" fmla="*/ 84730 h 138352"/>
                <a:gd name="connsiteX9" fmla="*/ 200498 w 238883"/>
                <a:gd name="connsiteY9" fmla="*/ 88299 h 138352"/>
                <a:gd name="connsiteX10" fmla="*/ 198996 w 238883"/>
                <a:gd name="connsiteY10" fmla="*/ 89168 h 138352"/>
                <a:gd name="connsiteX11" fmla="*/ 194183 w 238883"/>
                <a:gd name="connsiteY11" fmla="*/ 91938 h 138352"/>
                <a:gd name="connsiteX12" fmla="*/ 192727 w 238883"/>
                <a:gd name="connsiteY12" fmla="*/ 92806 h 138352"/>
                <a:gd name="connsiteX13" fmla="*/ 186506 w 238883"/>
                <a:gd name="connsiteY13" fmla="*/ 96446 h 138352"/>
                <a:gd name="connsiteX14" fmla="*/ 185003 w 238883"/>
                <a:gd name="connsiteY14" fmla="*/ 97291 h 138352"/>
                <a:gd name="connsiteX15" fmla="*/ 180144 w 238883"/>
                <a:gd name="connsiteY15" fmla="*/ 100061 h 138352"/>
                <a:gd name="connsiteX16" fmla="*/ 178688 w 238883"/>
                <a:gd name="connsiteY16" fmla="*/ 100930 h 138352"/>
                <a:gd name="connsiteX17" fmla="*/ 172490 w 238883"/>
                <a:gd name="connsiteY17" fmla="*/ 104522 h 138352"/>
                <a:gd name="connsiteX18" fmla="*/ 170964 w 238883"/>
                <a:gd name="connsiteY18" fmla="*/ 105367 h 138352"/>
                <a:gd name="connsiteX19" fmla="*/ 166127 w 238883"/>
                <a:gd name="connsiteY19" fmla="*/ 108208 h 138352"/>
                <a:gd name="connsiteX20" fmla="*/ 164648 w 238883"/>
                <a:gd name="connsiteY20" fmla="*/ 109053 h 138352"/>
                <a:gd name="connsiteX21" fmla="*/ 158450 w 238883"/>
                <a:gd name="connsiteY21" fmla="*/ 112645 h 138352"/>
                <a:gd name="connsiteX22" fmla="*/ 156924 w 238883"/>
                <a:gd name="connsiteY22" fmla="*/ 113490 h 138352"/>
                <a:gd name="connsiteX23" fmla="*/ 152088 w 238883"/>
                <a:gd name="connsiteY23" fmla="*/ 116284 h 138352"/>
                <a:gd name="connsiteX24" fmla="*/ 150609 w 238883"/>
                <a:gd name="connsiteY24" fmla="*/ 117129 h 138352"/>
                <a:gd name="connsiteX25" fmla="*/ 144410 w 238883"/>
                <a:gd name="connsiteY25" fmla="*/ 120768 h 138352"/>
                <a:gd name="connsiteX26" fmla="*/ 142885 w 238883"/>
                <a:gd name="connsiteY26" fmla="*/ 121637 h 138352"/>
                <a:gd name="connsiteX27" fmla="*/ 138048 w 238883"/>
                <a:gd name="connsiteY27" fmla="*/ 124407 h 138352"/>
                <a:gd name="connsiteX28" fmla="*/ 136569 w 238883"/>
                <a:gd name="connsiteY28" fmla="*/ 125276 h 138352"/>
                <a:gd name="connsiteX29" fmla="*/ 130371 w 238883"/>
                <a:gd name="connsiteY29" fmla="*/ 128845 h 138352"/>
                <a:gd name="connsiteX30" fmla="*/ 128845 w 238883"/>
                <a:gd name="connsiteY30" fmla="*/ 129713 h 138352"/>
                <a:gd name="connsiteX31" fmla="*/ 124008 w 238883"/>
                <a:gd name="connsiteY31" fmla="*/ 132484 h 138352"/>
                <a:gd name="connsiteX32" fmla="*/ 122530 w 238883"/>
                <a:gd name="connsiteY32" fmla="*/ 133352 h 138352"/>
                <a:gd name="connsiteX33" fmla="*/ 113913 w 238883"/>
                <a:gd name="connsiteY33" fmla="*/ 138353 h 138352"/>
                <a:gd name="connsiteX34" fmla="*/ 0 w 238883"/>
                <a:gd name="connsiteY34" fmla="*/ 72146 h 138352"/>
                <a:gd name="connsiteX35" fmla="*/ 8217 w 238883"/>
                <a:gd name="connsiteY35" fmla="*/ 67404 h 138352"/>
                <a:gd name="connsiteX36" fmla="*/ 9744 w 238883"/>
                <a:gd name="connsiteY36" fmla="*/ 66535 h 138352"/>
                <a:gd name="connsiteX37" fmla="*/ 14580 w 238883"/>
                <a:gd name="connsiteY37" fmla="*/ 63718 h 138352"/>
                <a:gd name="connsiteX38" fmla="*/ 16106 w 238883"/>
                <a:gd name="connsiteY38" fmla="*/ 62849 h 138352"/>
                <a:gd name="connsiteX39" fmla="*/ 22257 w 238883"/>
                <a:gd name="connsiteY39" fmla="*/ 59281 h 138352"/>
                <a:gd name="connsiteX40" fmla="*/ 23783 w 238883"/>
                <a:gd name="connsiteY40" fmla="*/ 58412 h 138352"/>
                <a:gd name="connsiteX41" fmla="*/ 28620 w 238883"/>
                <a:gd name="connsiteY41" fmla="*/ 55642 h 138352"/>
                <a:gd name="connsiteX42" fmla="*/ 30145 w 238883"/>
                <a:gd name="connsiteY42" fmla="*/ 54773 h 138352"/>
                <a:gd name="connsiteX43" fmla="*/ 30192 w 238883"/>
                <a:gd name="connsiteY43" fmla="*/ 54773 h 138352"/>
                <a:gd name="connsiteX44" fmla="*/ 36297 w 238883"/>
                <a:gd name="connsiteY44" fmla="*/ 51204 h 138352"/>
                <a:gd name="connsiteX45" fmla="*/ 37823 w 238883"/>
                <a:gd name="connsiteY45" fmla="*/ 50336 h 138352"/>
                <a:gd name="connsiteX46" fmla="*/ 42659 w 238883"/>
                <a:gd name="connsiteY46" fmla="*/ 47518 h 138352"/>
                <a:gd name="connsiteX47" fmla="*/ 44185 w 238883"/>
                <a:gd name="connsiteY47" fmla="*/ 46650 h 138352"/>
                <a:gd name="connsiteX48" fmla="*/ 44232 w 238883"/>
                <a:gd name="connsiteY48" fmla="*/ 46650 h 138352"/>
                <a:gd name="connsiteX49" fmla="*/ 50383 w 238883"/>
                <a:gd name="connsiteY49" fmla="*/ 43058 h 138352"/>
                <a:gd name="connsiteX50" fmla="*/ 51909 w 238883"/>
                <a:gd name="connsiteY50" fmla="*/ 42213 h 138352"/>
                <a:gd name="connsiteX51" fmla="*/ 56699 w 238883"/>
                <a:gd name="connsiteY51" fmla="*/ 39419 h 138352"/>
                <a:gd name="connsiteX52" fmla="*/ 58224 w 238883"/>
                <a:gd name="connsiteY52" fmla="*/ 38573 h 138352"/>
                <a:gd name="connsiteX53" fmla="*/ 58271 w 238883"/>
                <a:gd name="connsiteY53" fmla="*/ 38573 h 138352"/>
                <a:gd name="connsiteX54" fmla="*/ 64376 w 238883"/>
                <a:gd name="connsiteY54" fmla="*/ 34981 h 138352"/>
                <a:gd name="connsiteX55" fmla="*/ 65878 w 238883"/>
                <a:gd name="connsiteY55" fmla="*/ 34136 h 138352"/>
                <a:gd name="connsiteX56" fmla="*/ 70738 w 238883"/>
                <a:gd name="connsiteY56" fmla="*/ 31295 h 138352"/>
                <a:gd name="connsiteX57" fmla="*/ 72240 w 238883"/>
                <a:gd name="connsiteY57" fmla="*/ 30450 h 138352"/>
                <a:gd name="connsiteX58" fmla="*/ 72311 w 238883"/>
                <a:gd name="connsiteY58" fmla="*/ 30450 h 138352"/>
                <a:gd name="connsiteX59" fmla="*/ 78415 w 238883"/>
                <a:gd name="connsiteY59" fmla="*/ 26858 h 138352"/>
                <a:gd name="connsiteX60" fmla="*/ 79918 w 238883"/>
                <a:gd name="connsiteY60" fmla="*/ 25990 h 138352"/>
                <a:gd name="connsiteX61" fmla="*/ 84778 w 238883"/>
                <a:gd name="connsiteY61" fmla="*/ 23219 h 138352"/>
                <a:gd name="connsiteX62" fmla="*/ 86280 w 238883"/>
                <a:gd name="connsiteY62" fmla="*/ 22374 h 138352"/>
                <a:gd name="connsiteX63" fmla="*/ 86327 w 238883"/>
                <a:gd name="connsiteY63" fmla="*/ 22374 h 138352"/>
                <a:gd name="connsiteX64" fmla="*/ 92455 w 238883"/>
                <a:gd name="connsiteY64" fmla="*/ 18782 h 138352"/>
                <a:gd name="connsiteX65" fmla="*/ 93957 w 238883"/>
                <a:gd name="connsiteY65" fmla="*/ 17913 h 138352"/>
                <a:gd name="connsiteX66" fmla="*/ 98817 w 238883"/>
                <a:gd name="connsiteY66" fmla="*/ 15143 h 138352"/>
                <a:gd name="connsiteX67" fmla="*/ 100320 w 238883"/>
                <a:gd name="connsiteY67" fmla="*/ 14227 h 138352"/>
                <a:gd name="connsiteX68" fmla="*/ 106494 w 238883"/>
                <a:gd name="connsiteY68" fmla="*/ 10659 h 138352"/>
                <a:gd name="connsiteX69" fmla="*/ 107997 w 238883"/>
                <a:gd name="connsiteY69" fmla="*/ 9790 h 138352"/>
                <a:gd name="connsiteX70" fmla="*/ 112904 w 238883"/>
                <a:gd name="connsiteY70" fmla="*/ 7020 h 138352"/>
                <a:gd name="connsiteX71" fmla="*/ 114407 w 238883"/>
                <a:gd name="connsiteY71" fmla="*/ 6104 h 138352"/>
                <a:gd name="connsiteX72" fmla="*/ 125018 w 238883"/>
                <a:gd name="connsiteY72" fmla="*/ 0 h 138352"/>
                <a:gd name="connsiteX73" fmla="*/ 238884 w 238883"/>
                <a:gd name="connsiteY73" fmla="*/ 66136 h 13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38883" h="138352">
                  <a:moveTo>
                    <a:pt x="238884" y="66136"/>
                  </a:moveTo>
                  <a:lnTo>
                    <a:pt x="228578" y="72099"/>
                  </a:lnTo>
                  <a:lnTo>
                    <a:pt x="227052" y="72968"/>
                  </a:lnTo>
                  <a:lnTo>
                    <a:pt x="222215" y="75739"/>
                  </a:lnTo>
                  <a:lnTo>
                    <a:pt x="220759" y="76584"/>
                  </a:lnTo>
                  <a:lnTo>
                    <a:pt x="214538" y="80223"/>
                  </a:lnTo>
                  <a:lnTo>
                    <a:pt x="213036" y="81091"/>
                  </a:lnTo>
                  <a:lnTo>
                    <a:pt x="208223" y="83862"/>
                  </a:lnTo>
                  <a:lnTo>
                    <a:pt x="206720" y="84730"/>
                  </a:lnTo>
                  <a:lnTo>
                    <a:pt x="200498" y="88299"/>
                  </a:lnTo>
                  <a:lnTo>
                    <a:pt x="198996" y="89168"/>
                  </a:lnTo>
                  <a:lnTo>
                    <a:pt x="194183" y="91938"/>
                  </a:lnTo>
                  <a:lnTo>
                    <a:pt x="192727" y="92806"/>
                  </a:lnTo>
                  <a:lnTo>
                    <a:pt x="186506" y="96446"/>
                  </a:lnTo>
                  <a:lnTo>
                    <a:pt x="185003" y="97291"/>
                  </a:lnTo>
                  <a:lnTo>
                    <a:pt x="180144" y="100061"/>
                  </a:lnTo>
                  <a:lnTo>
                    <a:pt x="178688" y="100930"/>
                  </a:lnTo>
                  <a:lnTo>
                    <a:pt x="172490" y="104522"/>
                  </a:lnTo>
                  <a:lnTo>
                    <a:pt x="170964" y="105367"/>
                  </a:lnTo>
                  <a:lnTo>
                    <a:pt x="166127" y="108208"/>
                  </a:lnTo>
                  <a:lnTo>
                    <a:pt x="164648" y="109053"/>
                  </a:lnTo>
                  <a:lnTo>
                    <a:pt x="158450" y="112645"/>
                  </a:lnTo>
                  <a:lnTo>
                    <a:pt x="156924" y="113490"/>
                  </a:lnTo>
                  <a:lnTo>
                    <a:pt x="152088" y="116284"/>
                  </a:lnTo>
                  <a:lnTo>
                    <a:pt x="150609" y="117129"/>
                  </a:lnTo>
                  <a:lnTo>
                    <a:pt x="144410" y="120768"/>
                  </a:lnTo>
                  <a:lnTo>
                    <a:pt x="142885" y="121637"/>
                  </a:lnTo>
                  <a:lnTo>
                    <a:pt x="138048" y="124407"/>
                  </a:lnTo>
                  <a:lnTo>
                    <a:pt x="136569" y="125276"/>
                  </a:lnTo>
                  <a:lnTo>
                    <a:pt x="130371" y="128845"/>
                  </a:lnTo>
                  <a:lnTo>
                    <a:pt x="128845" y="129713"/>
                  </a:lnTo>
                  <a:lnTo>
                    <a:pt x="124008" y="132484"/>
                  </a:lnTo>
                  <a:lnTo>
                    <a:pt x="122530" y="133352"/>
                  </a:lnTo>
                  <a:lnTo>
                    <a:pt x="113913" y="138353"/>
                  </a:lnTo>
                  <a:lnTo>
                    <a:pt x="0" y="72146"/>
                  </a:lnTo>
                  <a:lnTo>
                    <a:pt x="8217" y="67404"/>
                  </a:lnTo>
                  <a:lnTo>
                    <a:pt x="9744" y="66535"/>
                  </a:lnTo>
                  <a:lnTo>
                    <a:pt x="14580" y="63718"/>
                  </a:lnTo>
                  <a:lnTo>
                    <a:pt x="16106" y="62849"/>
                  </a:lnTo>
                  <a:lnTo>
                    <a:pt x="22257" y="59281"/>
                  </a:lnTo>
                  <a:lnTo>
                    <a:pt x="23783" y="58412"/>
                  </a:lnTo>
                  <a:lnTo>
                    <a:pt x="28620" y="55642"/>
                  </a:lnTo>
                  <a:lnTo>
                    <a:pt x="30145" y="54773"/>
                  </a:lnTo>
                  <a:lnTo>
                    <a:pt x="30192" y="54773"/>
                  </a:lnTo>
                  <a:lnTo>
                    <a:pt x="36297" y="51204"/>
                  </a:lnTo>
                  <a:lnTo>
                    <a:pt x="37823" y="50336"/>
                  </a:lnTo>
                  <a:lnTo>
                    <a:pt x="42659" y="47518"/>
                  </a:lnTo>
                  <a:lnTo>
                    <a:pt x="44185" y="46650"/>
                  </a:lnTo>
                  <a:lnTo>
                    <a:pt x="44232" y="46650"/>
                  </a:lnTo>
                  <a:lnTo>
                    <a:pt x="50383" y="43058"/>
                  </a:lnTo>
                  <a:lnTo>
                    <a:pt x="51909" y="42213"/>
                  </a:lnTo>
                  <a:lnTo>
                    <a:pt x="56699" y="39419"/>
                  </a:lnTo>
                  <a:lnTo>
                    <a:pt x="58224" y="38573"/>
                  </a:lnTo>
                  <a:lnTo>
                    <a:pt x="58271" y="38573"/>
                  </a:lnTo>
                  <a:lnTo>
                    <a:pt x="64376" y="34981"/>
                  </a:lnTo>
                  <a:lnTo>
                    <a:pt x="65878" y="34136"/>
                  </a:lnTo>
                  <a:lnTo>
                    <a:pt x="70738" y="31295"/>
                  </a:lnTo>
                  <a:lnTo>
                    <a:pt x="72240" y="30450"/>
                  </a:lnTo>
                  <a:lnTo>
                    <a:pt x="72311" y="30450"/>
                  </a:lnTo>
                  <a:lnTo>
                    <a:pt x="78415" y="26858"/>
                  </a:lnTo>
                  <a:lnTo>
                    <a:pt x="79918" y="25990"/>
                  </a:lnTo>
                  <a:lnTo>
                    <a:pt x="84778" y="23219"/>
                  </a:lnTo>
                  <a:lnTo>
                    <a:pt x="86280" y="22374"/>
                  </a:lnTo>
                  <a:lnTo>
                    <a:pt x="86327" y="22374"/>
                  </a:lnTo>
                  <a:lnTo>
                    <a:pt x="92455" y="18782"/>
                  </a:lnTo>
                  <a:lnTo>
                    <a:pt x="93957" y="17913"/>
                  </a:lnTo>
                  <a:lnTo>
                    <a:pt x="98817" y="15143"/>
                  </a:lnTo>
                  <a:lnTo>
                    <a:pt x="100320" y="14227"/>
                  </a:lnTo>
                  <a:lnTo>
                    <a:pt x="106494" y="10659"/>
                  </a:lnTo>
                  <a:lnTo>
                    <a:pt x="107997" y="9790"/>
                  </a:lnTo>
                  <a:lnTo>
                    <a:pt x="112904" y="7020"/>
                  </a:lnTo>
                  <a:lnTo>
                    <a:pt x="114407" y="6104"/>
                  </a:lnTo>
                  <a:lnTo>
                    <a:pt x="125018" y="0"/>
                  </a:lnTo>
                  <a:lnTo>
                    <a:pt x="238884" y="66136"/>
                  </a:lnTo>
                  <a:close/>
                </a:path>
              </a:pathLst>
            </a:custGeom>
            <a:solidFill>
              <a:srgbClr val="F4F5F7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1502B34-046A-EB50-5CB8-8EC7F5EF2F5A}"/>
                </a:ext>
              </a:extLst>
            </p:cNvPr>
            <p:cNvSpPr/>
            <p:nvPr/>
          </p:nvSpPr>
          <p:spPr>
            <a:xfrm>
              <a:off x="8264514" y="4351327"/>
              <a:ext cx="122153" cy="70502"/>
            </a:xfrm>
            <a:custGeom>
              <a:avLst/>
              <a:gdLst>
                <a:gd name="connsiteX0" fmla="*/ 122154 w 122153"/>
                <a:gd name="connsiteY0" fmla="*/ 65995 h 70502"/>
                <a:gd name="connsiteX1" fmla="*/ 120628 w 122153"/>
                <a:gd name="connsiteY1" fmla="*/ 66864 h 70502"/>
                <a:gd name="connsiteX2" fmla="*/ 115791 w 122153"/>
                <a:gd name="connsiteY2" fmla="*/ 69634 h 70502"/>
                <a:gd name="connsiteX3" fmla="*/ 114313 w 122153"/>
                <a:gd name="connsiteY3" fmla="*/ 70503 h 70502"/>
                <a:gd name="connsiteX4" fmla="*/ 0 w 122153"/>
                <a:gd name="connsiteY4" fmla="*/ 4555 h 70502"/>
                <a:gd name="connsiteX5" fmla="*/ 1526 w 122153"/>
                <a:gd name="connsiteY5" fmla="*/ 3686 h 70502"/>
                <a:gd name="connsiteX6" fmla="*/ 6363 w 122153"/>
                <a:gd name="connsiteY6" fmla="*/ 869 h 70502"/>
                <a:gd name="connsiteX7" fmla="*/ 7889 w 122153"/>
                <a:gd name="connsiteY7" fmla="*/ 0 h 70502"/>
                <a:gd name="connsiteX8" fmla="*/ 122154 w 122153"/>
                <a:gd name="connsiteY8" fmla="*/ 65995 h 7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53" h="70502">
                  <a:moveTo>
                    <a:pt x="122154" y="65995"/>
                  </a:moveTo>
                  <a:lnTo>
                    <a:pt x="120628" y="66864"/>
                  </a:lnTo>
                  <a:lnTo>
                    <a:pt x="115791" y="69634"/>
                  </a:lnTo>
                  <a:lnTo>
                    <a:pt x="114313" y="70503"/>
                  </a:lnTo>
                  <a:lnTo>
                    <a:pt x="0" y="4555"/>
                  </a:lnTo>
                  <a:lnTo>
                    <a:pt x="1526" y="3686"/>
                  </a:lnTo>
                  <a:lnTo>
                    <a:pt x="6363" y="869"/>
                  </a:lnTo>
                  <a:lnTo>
                    <a:pt x="7889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6678BE0-CF44-0A1D-7E26-0CFA9E44FEC9}"/>
                </a:ext>
              </a:extLst>
            </p:cNvPr>
            <p:cNvSpPr/>
            <p:nvPr/>
          </p:nvSpPr>
          <p:spPr>
            <a:xfrm>
              <a:off x="8278554" y="4343251"/>
              <a:ext cx="122153" cy="70503"/>
            </a:xfrm>
            <a:custGeom>
              <a:avLst/>
              <a:gdLst>
                <a:gd name="connsiteX0" fmla="*/ 122153 w 122153"/>
                <a:gd name="connsiteY0" fmla="*/ 65995 h 70503"/>
                <a:gd name="connsiteX1" fmla="*/ 120627 w 122153"/>
                <a:gd name="connsiteY1" fmla="*/ 66864 h 70503"/>
                <a:gd name="connsiteX2" fmla="*/ 115791 w 122153"/>
                <a:gd name="connsiteY2" fmla="*/ 69634 h 70503"/>
                <a:gd name="connsiteX3" fmla="*/ 114312 w 122153"/>
                <a:gd name="connsiteY3" fmla="*/ 70503 h 70503"/>
                <a:gd name="connsiteX4" fmla="*/ 0 w 122153"/>
                <a:gd name="connsiteY4" fmla="*/ 4508 h 70503"/>
                <a:gd name="connsiteX5" fmla="*/ 1526 w 122153"/>
                <a:gd name="connsiteY5" fmla="*/ 3639 h 70503"/>
                <a:gd name="connsiteX6" fmla="*/ 6362 w 122153"/>
                <a:gd name="connsiteY6" fmla="*/ 869 h 70503"/>
                <a:gd name="connsiteX7" fmla="*/ 7888 w 122153"/>
                <a:gd name="connsiteY7" fmla="*/ 0 h 70503"/>
                <a:gd name="connsiteX8" fmla="*/ 7935 w 122153"/>
                <a:gd name="connsiteY8" fmla="*/ 0 h 70503"/>
                <a:gd name="connsiteX9" fmla="*/ 122153 w 122153"/>
                <a:gd name="connsiteY9" fmla="*/ 65995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503">
                  <a:moveTo>
                    <a:pt x="122153" y="65995"/>
                  </a:moveTo>
                  <a:lnTo>
                    <a:pt x="120627" y="66864"/>
                  </a:lnTo>
                  <a:lnTo>
                    <a:pt x="115791" y="69634"/>
                  </a:lnTo>
                  <a:lnTo>
                    <a:pt x="114312" y="70503"/>
                  </a:lnTo>
                  <a:lnTo>
                    <a:pt x="0" y="4508"/>
                  </a:lnTo>
                  <a:lnTo>
                    <a:pt x="1526" y="3639"/>
                  </a:lnTo>
                  <a:lnTo>
                    <a:pt x="6362" y="869"/>
                  </a:lnTo>
                  <a:lnTo>
                    <a:pt x="7888" y="0"/>
                  </a:lnTo>
                  <a:lnTo>
                    <a:pt x="7935" y="0"/>
                  </a:lnTo>
                  <a:lnTo>
                    <a:pt x="122153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A61141C-F217-7B7A-C5FA-9A4220B7D7E8}"/>
                </a:ext>
              </a:extLst>
            </p:cNvPr>
            <p:cNvSpPr/>
            <p:nvPr/>
          </p:nvSpPr>
          <p:spPr>
            <a:xfrm>
              <a:off x="8292593" y="4335128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7 w 122153"/>
                <a:gd name="connsiteY1" fmla="*/ 66840 h 70479"/>
                <a:gd name="connsiteX2" fmla="*/ 115791 w 122153"/>
                <a:gd name="connsiteY2" fmla="*/ 69634 h 70479"/>
                <a:gd name="connsiteX3" fmla="*/ 114312 w 122153"/>
                <a:gd name="connsiteY3" fmla="*/ 70480 h 70479"/>
                <a:gd name="connsiteX4" fmla="*/ 0 w 122153"/>
                <a:gd name="connsiteY4" fmla="*/ 4555 h 70479"/>
                <a:gd name="connsiteX5" fmla="*/ 1526 w 122153"/>
                <a:gd name="connsiteY5" fmla="*/ 3686 h 70479"/>
                <a:gd name="connsiteX6" fmla="*/ 6362 w 122153"/>
                <a:gd name="connsiteY6" fmla="*/ 869 h 70479"/>
                <a:gd name="connsiteX7" fmla="*/ 7888 w 122153"/>
                <a:gd name="connsiteY7" fmla="*/ 0 h 70479"/>
                <a:gd name="connsiteX8" fmla="*/ 7935 w 122153"/>
                <a:gd name="connsiteY8" fmla="*/ 0 h 70479"/>
                <a:gd name="connsiteX9" fmla="*/ 122154 w 122153"/>
                <a:gd name="connsiteY9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7" y="66840"/>
                  </a:lnTo>
                  <a:lnTo>
                    <a:pt x="115791" y="69634"/>
                  </a:lnTo>
                  <a:lnTo>
                    <a:pt x="114312" y="70480"/>
                  </a:lnTo>
                  <a:lnTo>
                    <a:pt x="0" y="4555"/>
                  </a:lnTo>
                  <a:lnTo>
                    <a:pt x="1526" y="3686"/>
                  </a:lnTo>
                  <a:lnTo>
                    <a:pt x="6362" y="869"/>
                  </a:lnTo>
                  <a:lnTo>
                    <a:pt x="7888" y="0"/>
                  </a:lnTo>
                  <a:lnTo>
                    <a:pt x="7935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A60A31F-0DEA-BAA9-E803-E23084FF413F}"/>
                </a:ext>
              </a:extLst>
            </p:cNvPr>
            <p:cNvSpPr/>
            <p:nvPr/>
          </p:nvSpPr>
          <p:spPr>
            <a:xfrm>
              <a:off x="8306680" y="4327051"/>
              <a:ext cx="122106" cy="70479"/>
            </a:xfrm>
            <a:custGeom>
              <a:avLst/>
              <a:gdLst>
                <a:gd name="connsiteX0" fmla="*/ 122107 w 122106"/>
                <a:gd name="connsiteY0" fmla="*/ 65949 h 70479"/>
                <a:gd name="connsiteX1" fmla="*/ 120580 w 122106"/>
                <a:gd name="connsiteY1" fmla="*/ 66794 h 70479"/>
                <a:gd name="connsiteX2" fmla="*/ 115744 w 122106"/>
                <a:gd name="connsiteY2" fmla="*/ 69634 h 70479"/>
                <a:gd name="connsiteX3" fmla="*/ 114265 w 122106"/>
                <a:gd name="connsiteY3" fmla="*/ 70480 h 70479"/>
                <a:gd name="connsiteX4" fmla="*/ 0 w 122106"/>
                <a:gd name="connsiteY4" fmla="*/ 4484 h 70479"/>
                <a:gd name="connsiteX5" fmla="*/ 1526 w 122106"/>
                <a:gd name="connsiteY5" fmla="*/ 3639 h 70479"/>
                <a:gd name="connsiteX6" fmla="*/ 6315 w 122106"/>
                <a:gd name="connsiteY6" fmla="*/ 845 h 70479"/>
                <a:gd name="connsiteX7" fmla="*/ 7841 w 122106"/>
                <a:gd name="connsiteY7" fmla="*/ 0 h 70479"/>
                <a:gd name="connsiteX8" fmla="*/ 7888 w 122106"/>
                <a:gd name="connsiteY8" fmla="*/ 0 h 70479"/>
                <a:gd name="connsiteX9" fmla="*/ 122107 w 122106"/>
                <a:gd name="connsiteY9" fmla="*/ 65949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06" h="70479">
                  <a:moveTo>
                    <a:pt x="122107" y="65949"/>
                  </a:moveTo>
                  <a:lnTo>
                    <a:pt x="120580" y="66794"/>
                  </a:lnTo>
                  <a:lnTo>
                    <a:pt x="115744" y="69634"/>
                  </a:lnTo>
                  <a:lnTo>
                    <a:pt x="114265" y="70480"/>
                  </a:lnTo>
                  <a:lnTo>
                    <a:pt x="0" y="4484"/>
                  </a:lnTo>
                  <a:lnTo>
                    <a:pt x="1526" y="3639"/>
                  </a:lnTo>
                  <a:lnTo>
                    <a:pt x="6315" y="845"/>
                  </a:lnTo>
                  <a:lnTo>
                    <a:pt x="7841" y="0"/>
                  </a:lnTo>
                  <a:lnTo>
                    <a:pt x="7888" y="0"/>
                  </a:lnTo>
                  <a:lnTo>
                    <a:pt x="122107" y="65949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0FEDAB3F-4B5C-C30F-E21C-607BE1A4D30D}"/>
                </a:ext>
              </a:extLst>
            </p:cNvPr>
            <p:cNvSpPr/>
            <p:nvPr/>
          </p:nvSpPr>
          <p:spPr>
            <a:xfrm>
              <a:off x="8320672" y="4318928"/>
              <a:ext cx="122130" cy="70479"/>
            </a:xfrm>
            <a:custGeom>
              <a:avLst/>
              <a:gdLst>
                <a:gd name="connsiteX0" fmla="*/ 122130 w 122130"/>
                <a:gd name="connsiteY0" fmla="*/ 65995 h 70479"/>
                <a:gd name="connsiteX1" fmla="*/ 120627 w 122130"/>
                <a:gd name="connsiteY1" fmla="*/ 66840 h 70479"/>
                <a:gd name="connsiteX2" fmla="*/ 115768 w 122130"/>
                <a:gd name="connsiteY2" fmla="*/ 69611 h 70479"/>
                <a:gd name="connsiteX3" fmla="*/ 114312 w 122130"/>
                <a:gd name="connsiteY3" fmla="*/ 70480 h 70479"/>
                <a:gd name="connsiteX4" fmla="*/ 0 w 122130"/>
                <a:gd name="connsiteY4" fmla="*/ 4531 h 70479"/>
                <a:gd name="connsiteX5" fmla="*/ 1502 w 122130"/>
                <a:gd name="connsiteY5" fmla="*/ 3686 h 70479"/>
                <a:gd name="connsiteX6" fmla="*/ 6362 w 122130"/>
                <a:gd name="connsiteY6" fmla="*/ 845 h 70479"/>
                <a:gd name="connsiteX7" fmla="*/ 7865 w 122130"/>
                <a:gd name="connsiteY7" fmla="*/ 0 h 70479"/>
                <a:gd name="connsiteX8" fmla="*/ 7935 w 122130"/>
                <a:gd name="connsiteY8" fmla="*/ 0 h 70479"/>
                <a:gd name="connsiteX9" fmla="*/ 122130 w 122130"/>
                <a:gd name="connsiteY9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30" h="70479">
                  <a:moveTo>
                    <a:pt x="122130" y="65995"/>
                  </a:moveTo>
                  <a:lnTo>
                    <a:pt x="120627" y="66840"/>
                  </a:lnTo>
                  <a:lnTo>
                    <a:pt x="115768" y="69611"/>
                  </a:lnTo>
                  <a:lnTo>
                    <a:pt x="114312" y="70480"/>
                  </a:lnTo>
                  <a:lnTo>
                    <a:pt x="0" y="4531"/>
                  </a:lnTo>
                  <a:lnTo>
                    <a:pt x="1502" y="3686"/>
                  </a:lnTo>
                  <a:lnTo>
                    <a:pt x="6362" y="845"/>
                  </a:lnTo>
                  <a:lnTo>
                    <a:pt x="7865" y="0"/>
                  </a:lnTo>
                  <a:lnTo>
                    <a:pt x="7935" y="0"/>
                  </a:lnTo>
                  <a:lnTo>
                    <a:pt x="122130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509E096-A9C6-C8E2-749E-D860C2217213}"/>
                </a:ext>
              </a:extLst>
            </p:cNvPr>
            <p:cNvSpPr/>
            <p:nvPr/>
          </p:nvSpPr>
          <p:spPr>
            <a:xfrm>
              <a:off x="8334712" y="4310852"/>
              <a:ext cx="122083" cy="70432"/>
            </a:xfrm>
            <a:custGeom>
              <a:avLst/>
              <a:gdLst>
                <a:gd name="connsiteX0" fmla="*/ 122083 w 122083"/>
                <a:gd name="connsiteY0" fmla="*/ 65925 h 70432"/>
                <a:gd name="connsiteX1" fmla="*/ 120580 w 122083"/>
                <a:gd name="connsiteY1" fmla="*/ 66794 h 70432"/>
                <a:gd name="connsiteX2" fmla="*/ 115768 w 122083"/>
                <a:gd name="connsiteY2" fmla="*/ 69564 h 70432"/>
                <a:gd name="connsiteX3" fmla="*/ 114312 w 122083"/>
                <a:gd name="connsiteY3" fmla="*/ 70433 h 70432"/>
                <a:gd name="connsiteX4" fmla="*/ 0 w 122083"/>
                <a:gd name="connsiteY4" fmla="*/ 4484 h 70432"/>
                <a:gd name="connsiteX5" fmla="*/ 1502 w 122083"/>
                <a:gd name="connsiteY5" fmla="*/ 3616 h 70432"/>
                <a:gd name="connsiteX6" fmla="*/ 6362 w 122083"/>
                <a:gd name="connsiteY6" fmla="*/ 845 h 70432"/>
                <a:gd name="connsiteX7" fmla="*/ 7865 w 122083"/>
                <a:gd name="connsiteY7" fmla="*/ 0 h 70432"/>
                <a:gd name="connsiteX8" fmla="*/ 7912 w 122083"/>
                <a:gd name="connsiteY8" fmla="*/ 0 h 70432"/>
                <a:gd name="connsiteX9" fmla="*/ 122083 w 122083"/>
                <a:gd name="connsiteY9" fmla="*/ 65925 h 70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083" h="70432">
                  <a:moveTo>
                    <a:pt x="122083" y="65925"/>
                  </a:moveTo>
                  <a:lnTo>
                    <a:pt x="120580" y="66794"/>
                  </a:lnTo>
                  <a:lnTo>
                    <a:pt x="115768" y="69564"/>
                  </a:lnTo>
                  <a:lnTo>
                    <a:pt x="114312" y="70433"/>
                  </a:lnTo>
                  <a:lnTo>
                    <a:pt x="0" y="4484"/>
                  </a:lnTo>
                  <a:lnTo>
                    <a:pt x="1502" y="3616"/>
                  </a:lnTo>
                  <a:lnTo>
                    <a:pt x="6362" y="845"/>
                  </a:lnTo>
                  <a:lnTo>
                    <a:pt x="7865" y="0"/>
                  </a:lnTo>
                  <a:lnTo>
                    <a:pt x="7912" y="0"/>
                  </a:lnTo>
                  <a:lnTo>
                    <a:pt x="122083" y="6592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6642789-45D8-7852-A1B0-D387FD3A8DC9}"/>
                </a:ext>
              </a:extLst>
            </p:cNvPr>
            <p:cNvSpPr/>
            <p:nvPr/>
          </p:nvSpPr>
          <p:spPr>
            <a:xfrm>
              <a:off x="8348751" y="4302705"/>
              <a:ext cx="122083" cy="70503"/>
            </a:xfrm>
            <a:custGeom>
              <a:avLst/>
              <a:gdLst>
                <a:gd name="connsiteX0" fmla="*/ 122083 w 122083"/>
                <a:gd name="connsiteY0" fmla="*/ 65995 h 70503"/>
                <a:gd name="connsiteX1" fmla="*/ 120581 w 122083"/>
                <a:gd name="connsiteY1" fmla="*/ 66864 h 70503"/>
                <a:gd name="connsiteX2" fmla="*/ 115768 w 122083"/>
                <a:gd name="connsiteY2" fmla="*/ 69634 h 70503"/>
                <a:gd name="connsiteX3" fmla="*/ 114265 w 122083"/>
                <a:gd name="connsiteY3" fmla="*/ 70503 h 70503"/>
                <a:gd name="connsiteX4" fmla="*/ 0 w 122083"/>
                <a:gd name="connsiteY4" fmla="*/ 4555 h 70503"/>
                <a:gd name="connsiteX5" fmla="*/ 1502 w 122083"/>
                <a:gd name="connsiteY5" fmla="*/ 3686 h 70503"/>
                <a:gd name="connsiteX6" fmla="*/ 6362 w 122083"/>
                <a:gd name="connsiteY6" fmla="*/ 916 h 70503"/>
                <a:gd name="connsiteX7" fmla="*/ 7865 w 122083"/>
                <a:gd name="connsiteY7" fmla="*/ 0 h 70503"/>
                <a:gd name="connsiteX8" fmla="*/ 122083 w 122083"/>
                <a:gd name="connsiteY8" fmla="*/ 65995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83" h="70503">
                  <a:moveTo>
                    <a:pt x="122083" y="65995"/>
                  </a:moveTo>
                  <a:lnTo>
                    <a:pt x="120581" y="66864"/>
                  </a:lnTo>
                  <a:lnTo>
                    <a:pt x="115768" y="69634"/>
                  </a:lnTo>
                  <a:lnTo>
                    <a:pt x="114265" y="70503"/>
                  </a:lnTo>
                  <a:lnTo>
                    <a:pt x="0" y="4555"/>
                  </a:lnTo>
                  <a:lnTo>
                    <a:pt x="1502" y="3686"/>
                  </a:lnTo>
                  <a:lnTo>
                    <a:pt x="6362" y="916"/>
                  </a:lnTo>
                  <a:lnTo>
                    <a:pt x="7865" y="0"/>
                  </a:lnTo>
                  <a:lnTo>
                    <a:pt x="122083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A8F3BCC2-3D15-1A12-FDA3-F935CF22FB6A}"/>
                </a:ext>
              </a:extLst>
            </p:cNvPr>
            <p:cNvSpPr/>
            <p:nvPr/>
          </p:nvSpPr>
          <p:spPr>
            <a:xfrm>
              <a:off x="8362791" y="4294582"/>
              <a:ext cx="122083" cy="70479"/>
            </a:xfrm>
            <a:custGeom>
              <a:avLst/>
              <a:gdLst>
                <a:gd name="connsiteX0" fmla="*/ 122083 w 122083"/>
                <a:gd name="connsiteY0" fmla="*/ 65995 h 70479"/>
                <a:gd name="connsiteX1" fmla="*/ 120557 w 122083"/>
                <a:gd name="connsiteY1" fmla="*/ 66864 h 70479"/>
                <a:gd name="connsiteX2" fmla="*/ 115721 w 122083"/>
                <a:gd name="connsiteY2" fmla="*/ 69634 h 70479"/>
                <a:gd name="connsiteX3" fmla="*/ 114265 w 122083"/>
                <a:gd name="connsiteY3" fmla="*/ 70480 h 70479"/>
                <a:gd name="connsiteX4" fmla="*/ 0 w 122083"/>
                <a:gd name="connsiteY4" fmla="*/ 4555 h 70479"/>
                <a:gd name="connsiteX5" fmla="*/ 1502 w 122083"/>
                <a:gd name="connsiteY5" fmla="*/ 3686 h 70479"/>
                <a:gd name="connsiteX6" fmla="*/ 6409 w 122083"/>
                <a:gd name="connsiteY6" fmla="*/ 916 h 70479"/>
                <a:gd name="connsiteX7" fmla="*/ 7912 w 122083"/>
                <a:gd name="connsiteY7" fmla="*/ 0 h 70479"/>
                <a:gd name="connsiteX8" fmla="*/ 122083 w 122083"/>
                <a:gd name="connsiteY8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83" h="70479">
                  <a:moveTo>
                    <a:pt x="122083" y="65995"/>
                  </a:moveTo>
                  <a:lnTo>
                    <a:pt x="120557" y="66864"/>
                  </a:lnTo>
                  <a:lnTo>
                    <a:pt x="115721" y="69634"/>
                  </a:lnTo>
                  <a:lnTo>
                    <a:pt x="114265" y="70480"/>
                  </a:lnTo>
                  <a:lnTo>
                    <a:pt x="0" y="4555"/>
                  </a:lnTo>
                  <a:lnTo>
                    <a:pt x="1502" y="3686"/>
                  </a:lnTo>
                  <a:lnTo>
                    <a:pt x="6409" y="916"/>
                  </a:lnTo>
                  <a:lnTo>
                    <a:pt x="7912" y="0"/>
                  </a:lnTo>
                  <a:lnTo>
                    <a:pt x="122083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D810B40-5B65-1627-EC93-1B58C2600942}"/>
                </a:ext>
              </a:extLst>
            </p:cNvPr>
            <p:cNvSpPr/>
            <p:nvPr/>
          </p:nvSpPr>
          <p:spPr>
            <a:xfrm>
              <a:off x="8386667" y="4466038"/>
              <a:ext cx="153261" cy="213551"/>
            </a:xfrm>
            <a:custGeom>
              <a:avLst/>
              <a:gdLst>
                <a:gd name="connsiteX0" fmla="*/ 153261 w 153261"/>
                <a:gd name="connsiteY0" fmla="*/ 213552 h 213551"/>
                <a:gd name="connsiteX1" fmla="*/ 0 w 153261"/>
                <a:gd name="connsiteY1" fmla="*/ 124478 h 213551"/>
                <a:gd name="connsiteX2" fmla="*/ 0 w 153261"/>
                <a:gd name="connsiteY2" fmla="*/ 0 h 213551"/>
                <a:gd name="connsiteX3" fmla="*/ 153261 w 153261"/>
                <a:gd name="connsiteY3" fmla="*/ 89520 h 213551"/>
                <a:gd name="connsiteX4" fmla="*/ 153261 w 153261"/>
                <a:gd name="connsiteY4" fmla="*/ 213552 h 213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61" h="213551">
                  <a:moveTo>
                    <a:pt x="153261" y="213552"/>
                  </a:moveTo>
                  <a:lnTo>
                    <a:pt x="0" y="124478"/>
                  </a:lnTo>
                  <a:lnTo>
                    <a:pt x="0" y="0"/>
                  </a:lnTo>
                  <a:lnTo>
                    <a:pt x="153261" y="89520"/>
                  </a:lnTo>
                  <a:lnTo>
                    <a:pt x="153261" y="213552"/>
                  </a:lnTo>
                  <a:close/>
                </a:path>
              </a:pathLst>
            </a:custGeom>
            <a:solidFill>
              <a:srgbClr val="3D3D3D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A3FC401-6CF6-532D-2266-3B2404B7AF6D}"/>
                </a:ext>
              </a:extLst>
            </p:cNvPr>
            <p:cNvSpPr/>
            <p:nvPr/>
          </p:nvSpPr>
          <p:spPr>
            <a:xfrm>
              <a:off x="8539905" y="4448242"/>
              <a:ext cx="286050" cy="179462"/>
            </a:xfrm>
            <a:custGeom>
              <a:avLst/>
              <a:gdLst>
                <a:gd name="connsiteX0" fmla="*/ 286050 w 286050"/>
                <a:gd name="connsiteY0" fmla="*/ 107292 h 179462"/>
                <a:gd name="connsiteX1" fmla="*/ 160234 w 286050"/>
                <a:gd name="connsiteY1" fmla="*/ 179462 h 179462"/>
                <a:gd name="connsiteX2" fmla="*/ 146101 w 286050"/>
                <a:gd name="connsiteY2" fmla="*/ 173100 h 179462"/>
                <a:gd name="connsiteX3" fmla="*/ 146030 w 286050"/>
                <a:gd name="connsiteY3" fmla="*/ 173100 h 179462"/>
                <a:gd name="connsiteX4" fmla="*/ 129079 w 286050"/>
                <a:gd name="connsiteY4" fmla="*/ 165423 h 179462"/>
                <a:gd name="connsiteX5" fmla="*/ 109077 w 286050"/>
                <a:gd name="connsiteY5" fmla="*/ 156431 h 179462"/>
                <a:gd name="connsiteX6" fmla="*/ 92055 w 286050"/>
                <a:gd name="connsiteY6" fmla="*/ 148754 h 179462"/>
                <a:gd name="connsiteX7" fmla="*/ 72076 w 286050"/>
                <a:gd name="connsiteY7" fmla="*/ 139762 h 179462"/>
                <a:gd name="connsiteX8" fmla="*/ 55102 w 286050"/>
                <a:gd name="connsiteY8" fmla="*/ 132085 h 179462"/>
                <a:gd name="connsiteX9" fmla="*/ 35099 w 286050"/>
                <a:gd name="connsiteY9" fmla="*/ 123116 h 179462"/>
                <a:gd name="connsiteX10" fmla="*/ 18148 w 286050"/>
                <a:gd name="connsiteY10" fmla="*/ 115486 h 179462"/>
                <a:gd name="connsiteX11" fmla="*/ 0 w 286050"/>
                <a:gd name="connsiteY11" fmla="*/ 107292 h 179462"/>
                <a:gd name="connsiteX12" fmla="*/ 189511 w 286050"/>
                <a:gd name="connsiteY12" fmla="*/ 0 h 179462"/>
                <a:gd name="connsiteX13" fmla="*/ 201226 w 286050"/>
                <a:gd name="connsiteY13" fmla="*/ 13030 h 179462"/>
                <a:gd name="connsiteX14" fmla="*/ 211533 w 286050"/>
                <a:gd name="connsiteY14" fmla="*/ 24440 h 179462"/>
                <a:gd name="connsiteX15" fmla="*/ 223600 w 286050"/>
                <a:gd name="connsiteY15" fmla="*/ 37869 h 179462"/>
                <a:gd name="connsiteX16" fmla="*/ 233860 w 286050"/>
                <a:gd name="connsiteY16" fmla="*/ 49279 h 179462"/>
                <a:gd name="connsiteX17" fmla="*/ 245927 w 286050"/>
                <a:gd name="connsiteY17" fmla="*/ 62662 h 179462"/>
                <a:gd name="connsiteX18" fmla="*/ 256164 w 286050"/>
                <a:gd name="connsiteY18" fmla="*/ 74072 h 179462"/>
                <a:gd name="connsiteX19" fmla="*/ 268278 w 286050"/>
                <a:gd name="connsiteY19" fmla="*/ 87501 h 179462"/>
                <a:gd name="connsiteX20" fmla="*/ 278538 w 286050"/>
                <a:gd name="connsiteY20" fmla="*/ 98911 h 179462"/>
                <a:gd name="connsiteX21" fmla="*/ 286050 w 286050"/>
                <a:gd name="connsiteY21" fmla="*/ 107292 h 1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6050" h="179462">
                  <a:moveTo>
                    <a:pt x="286050" y="107292"/>
                  </a:moveTo>
                  <a:lnTo>
                    <a:pt x="160234" y="179462"/>
                  </a:lnTo>
                  <a:lnTo>
                    <a:pt x="146101" y="173100"/>
                  </a:lnTo>
                  <a:lnTo>
                    <a:pt x="146030" y="173100"/>
                  </a:lnTo>
                  <a:lnTo>
                    <a:pt x="129079" y="165423"/>
                  </a:lnTo>
                  <a:lnTo>
                    <a:pt x="109077" y="156431"/>
                  </a:lnTo>
                  <a:lnTo>
                    <a:pt x="92055" y="148754"/>
                  </a:lnTo>
                  <a:lnTo>
                    <a:pt x="72076" y="139762"/>
                  </a:lnTo>
                  <a:lnTo>
                    <a:pt x="55102" y="132085"/>
                  </a:lnTo>
                  <a:lnTo>
                    <a:pt x="35099" y="123116"/>
                  </a:lnTo>
                  <a:lnTo>
                    <a:pt x="18148" y="115486"/>
                  </a:lnTo>
                  <a:lnTo>
                    <a:pt x="0" y="107292"/>
                  </a:lnTo>
                  <a:lnTo>
                    <a:pt x="189511" y="0"/>
                  </a:lnTo>
                  <a:lnTo>
                    <a:pt x="201226" y="13030"/>
                  </a:lnTo>
                  <a:lnTo>
                    <a:pt x="211533" y="24440"/>
                  </a:lnTo>
                  <a:lnTo>
                    <a:pt x="223600" y="37869"/>
                  </a:lnTo>
                  <a:lnTo>
                    <a:pt x="233860" y="49279"/>
                  </a:lnTo>
                  <a:lnTo>
                    <a:pt x="245927" y="62662"/>
                  </a:lnTo>
                  <a:lnTo>
                    <a:pt x="256164" y="74072"/>
                  </a:lnTo>
                  <a:lnTo>
                    <a:pt x="268278" y="87501"/>
                  </a:lnTo>
                  <a:lnTo>
                    <a:pt x="278538" y="98911"/>
                  </a:lnTo>
                  <a:lnTo>
                    <a:pt x="286050" y="107292"/>
                  </a:lnTo>
                  <a:close/>
                </a:path>
              </a:pathLst>
            </a:custGeom>
            <a:solidFill>
              <a:srgbClr val="444444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0A1251ED-F283-C590-5761-FAD0955B7BF4}"/>
                </a:ext>
              </a:extLst>
            </p:cNvPr>
            <p:cNvSpPr/>
            <p:nvPr/>
          </p:nvSpPr>
          <p:spPr>
            <a:xfrm>
              <a:off x="8539929" y="4555558"/>
              <a:ext cx="160445" cy="156125"/>
            </a:xfrm>
            <a:custGeom>
              <a:avLst/>
              <a:gdLst>
                <a:gd name="connsiteX0" fmla="*/ 160446 w 160445"/>
                <a:gd name="connsiteY0" fmla="*/ 156126 h 156125"/>
                <a:gd name="connsiteX1" fmla="*/ 0 w 160445"/>
                <a:gd name="connsiteY1" fmla="*/ 124032 h 156125"/>
                <a:gd name="connsiteX2" fmla="*/ 0 w 160445"/>
                <a:gd name="connsiteY2" fmla="*/ 0 h 156125"/>
                <a:gd name="connsiteX3" fmla="*/ 160211 w 160445"/>
                <a:gd name="connsiteY3" fmla="*/ 72170 h 156125"/>
                <a:gd name="connsiteX4" fmla="*/ 160446 w 160445"/>
                <a:gd name="connsiteY4" fmla="*/ 156126 h 15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445" h="156125">
                  <a:moveTo>
                    <a:pt x="160446" y="156126"/>
                  </a:moveTo>
                  <a:lnTo>
                    <a:pt x="0" y="124032"/>
                  </a:lnTo>
                  <a:lnTo>
                    <a:pt x="0" y="0"/>
                  </a:lnTo>
                  <a:lnTo>
                    <a:pt x="160211" y="72170"/>
                  </a:lnTo>
                  <a:lnTo>
                    <a:pt x="160446" y="156126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DB1A3CD-1799-FA39-CB86-D8D2072A9ABE}"/>
                </a:ext>
              </a:extLst>
            </p:cNvPr>
            <p:cNvSpPr/>
            <p:nvPr/>
          </p:nvSpPr>
          <p:spPr>
            <a:xfrm>
              <a:off x="8700139" y="4555558"/>
              <a:ext cx="126051" cy="156125"/>
            </a:xfrm>
            <a:custGeom>
              <a:avLst/>
              <a:gdLst>
                <a:gd name="connsiteX0" fmla="*/ 125816 w 126051"/>
                <a:gd name="connsiteY0" fmla="*/ 0 h 156125"/>
                <a:gd name="connsiteX1" fmla="*/ 126051 w 126051"/>
                <a:gd name="connsiteY1" fmla="*/ 83486 h 156125"/>
                <a:gd name="connsiteX2" fmla="*/ 235 w 126051"/>
                <a:gd name="connsiteY2" fmla="*/ 156126 h 156125"/>
                <a:gd name="connsiteX3" fmla="*/ 0 w 126051"/>
                <a:gd name="connsiteY3" fmla="*/ 72170 h 156125"/>
                <a:gd name="connsiteX4" fmla="*/ 125816 w 126051"/>
                <a:gd name="connsiteY4" fmla="*/ 0 h 15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051" h="156125">
                  <a:moveTo>
                    <a:pt x="125816" y="0"/>
                  </a:moveTo>
                  <a:lnTo>
                    <a:pt x="126051" y="83486"/>
                  </a:lnTo>
                  <a:lnTo>
                    <a:pt x="235" y="156126"/>
                  </a:lnTo>
                  <a:lnTo>
                    <a:pt x="0" y="72170"/>
                  </a:lnTo>
                  <a:lnTo>
                    <a:pt x="125816" y="0"/>
                  </a:lnTo>
                  <a:close/>
                </a:path>
              </a:pathLst>
            </a:custGeom>
            <a:solidFill>
              <a:srgbClr val="40404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28BA4C36-87CD-4234-A0FE-D54901E647AA}"/>
                </a:ext>
              </a:extLst>
            </p:cNvPr>
            <p:cNvSpPr/>
            <p:nvPr/>
          </p:nvSpPr>
          <p:spPr>
            <a:xfrm>
              <a:off x="8386667" y="4357854"/>
              <a:ext cx="342748" cy="197704"/>
            </a:xfrm>
            <a:custGeom>
              <a:avLst/>
              <a:gdLst>
                <a:gd name="connsiteX0" fmla="*/ 153261 w 342748"/>
                <a:gd name="connsiteY0" fmla="*/ 197704 h 197704"/>
                <a:gd name="connsiteX1" fmla="*/ 0 w 342748"/>
                <a:gd name="connsiteY1" fmla="*/ 108185 h 197704"/>
                <a:gd name="connsiteX2" fmla="*/ 187539 w 342748"/>
                <a:gd name="connsiteY2" fmla="*/ 0 h 197704"/>
                <a:gd name="connsiteX3" fmla="*/ 342748 w 342748"/>
                <a:gd name="connsiteY3" fmla="*/ 90365 h 197704"/>
                <a:gd name="connsiteX4" fmla="*/ 153261 w 342748"/>
                <a:gd name="connsiteY4" fmla="*/ 197704 h 197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748" h="197704">
                  <a:moveTo>
                    <a:pt x="153261" y="197704"/>
                  </a:moveTo>
                  <a:lnTo>
                    <a:pt x="0" y="108185"/>
                  </a:lnTo>
                  <a:lnTo>
                    <a:pt x="187539" y="0"/>
                  </a:lnTo>
                  <a:lnTo>
                    <a:pt x="342748" y="90365"/>
                  </a:lnTo>
                  <a:lnTo>
                    <a:pt x="153261" y="197704"/>
                  </a:lnTo>
                  <a:close/>
                </a:path>
              </a:pathLst>
            </a:custGeom>
            <a:solidFill>
              <a:srgbClr val="484848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955AF14-0772-EA36-8003-FC1D84ED86A7}"/>
                </a:ext>
              </a:extLst>
            </p:cNvPr>
            <p:cNvSpPr/>
            <p:nvPr/>
          </p:nvSpPr>
          <p:spPr>
            <a:xfrm>
              <a:off x="8798158" y="4597965"/>
              <a:ext cx="3394474" cy="1975816"/>
            </a:xfrm>
            <a:custGeom>
              <a:avLst/>
              <a:gdLst>
                <a:gd name="connsiteX0" fmla="*/ 3393137 w 3394474"/>
                <a:gd name="connsiteY0" fmla="*/ 1963563 h 1975816"/>
                <a:gd name="connsiteX1" fmla="*/ 3393137 w 3394474"/>
                <a:gd name="connsiteY1" fmla="*/ 1974785 h 1975816"/>
                <a:gd name="connsiteX2" fmla="*/ 26623 w 3394474"/>
                <a:gd name="connsiteY2" fmla="*/ 18003 h 1975816"/>
                <a:gd name="connsiteX3" fmla="*/ -1339 w 3394474"/>
                <a:gd name="connsiteY3" fmla="*/ 1757 h 1975816"/>
                <a:gd name="connsiteX4" fmla="*/ 1573 w 3394474"/>
                <a:gd name="connsiteY4" fmla="*/ 325 h 1975816"/>
                <a:gd name="connsiteX5" fmla="*/ 1901 w 3394474"/>
                <a:gd name="connsiteY5" fmla="*/ 137 h 1975816"/>
                <a:gd name="connsiteX6" fmla="*/ 2488 w 3394474"/>
                <a:gd name="connsiteY6" fmla="*/ -51 h 1975816"/>
                <a:gd name="connsiteX7" fmla="*/ 4132 w 3394474"/>
                <a:gd name="connsiteY7" fmla="*/ -614 h 1975816"/>
                <a:gd name="connsiteX8" fmla="*/ 4648 w 3394474"/>
                <a:gd name="connsiteY8" fmla="*/ -802 h 1975816"/>
                <a:gd name="connsiteX9" fmla="*/ 5165 w 3394474"/>
                <a:gd name="connsiteY9" fmla="*/ -802 h 1975816"/>
                <a:gd name="connsiteX10" fmla="*/ 6104 w 3394474"/>
                <a:gd name="connsiteY10" fmla="*/ -1013 h 1975816"/>
                <a:gd name="connsiteX11" fmla="*/ 6691 w 3394474"/>
                <a:gd name="connsiteY11" fmla="*/ -1013 h 1975816"/>
                <a:gd name="connsiteX12" fmla="*/ 7348 w 3394474"/>
                <a:gd name="connsiteY12" fmla="*/ -1013 h 1975816"/>
                <a:gd name="connsiteX13" fmla="*/ 8052 w 3394474"/>
                <a:gd name="connsiteY13" fmla="*/ -1013 h 1975816"/>
                <a:gd name="connsiteX14" fmla="*/ 8428 w 3394474"/>
                <a:gd name="connsiteY14" fmla="*/ -1013 h 1975816"/>
                <a:gd name="connsiteX15" fmla="*/ 9954 w 3394474"/>
                <a:gd name="connsiteY15" fmla="*/ -1013 h 1975816"/>
                <a:gd name="connsiteX16" fmla="*/ 11363 w 3394474"/>
                <a:gd name="connsiteY16" fmla="*/ -849 h 1975816"/>
                <a:gd name="connsiteX17" fmla="*/ 11598 w 3394474"/>
                <a:gd name="connsiteY17" fmla="*/ -849 h 1975816"/>
                <a:gd name="connsiteX18" fmla="*/ 11997 w 3394474"/>
                <a:gd name="connsiteY18" fmla="*/ -849 h 1975816"/>
                <a:gd name="connsiteX19" fmla="*/ 12677 w 3394474"/>
                <a:gd name="connsiteY19" fmla="*/ -685 h 1975816"/>
                <a:gd name="connsiteX20" fmla="*/ 13288 w 3394474"/>
                <a:gd name="connsiteY20" fmla="*/ -473 h 1975816"/>
                <a:gd name="connsiteX21" fmla="*/ 13663 w 3394474"/>
                <a:gd name="connsiteY21" fmla="*/ -332 h 1975816"/>
                <a:gd name="connsiteX22" fmla="*/ 13898 w 3394474"/>
                <a:gd name="connsiteY22" fmla="*/ -332 h 1975816"/>
                <a:gd name="connsiteX23" fmla="*/ 15072 w 3394474"/>
                <a:gd name="connsiteY23" fmla="*/ 231 h 1975816"/>
                <a:gd name="connsiteX24" fmla="*/ 15213 w 3394474"/>
                <a:gd name="connsiteY24" fmla="*/ 231 h 1975816"/>
                <a:gd name="connsiteX25" fmla="*/ 26599 w 3394474"/>
                <a:gd name="connsiteY25" fmla="*/ 6851 h 1975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94474" h="1975816">
                  <a:moveTo>
                    <a:pt x="3393137" y="1963563"/>
                  </a:moveTo>
                  <a:lnTo>
                    <a:pt x="3393137" y="1974785"/>
                  </a:lnTo>
                  <a:lnTo>
                    <a:pt x="26623" y="18003"/>
                  </a:lnTo>
                  <a:lnTo>
                    <a:pt x="-1339" y="1757"/>
                  </a:lnTo>
                  <a:cubicBezTo>
                    <a:pt x="-400" y="1217"/>
                    <a:pt x="563" y="748"/>
                    <a:pt x="1573" y="325"/>
                  </a:cubicBezTo>
                  <a:lnTo>
                    <a:pt x="1901" y="137"/>
                  </a:lnTo>
                  <a:lnTo>
                    <a:pt x="2488" y="-51"/>
                  </a:lnTo>
                  <a:cubicBezTo>
                    <a:pt x="3029" y="-262"/>
                    <a:pt x="3592" y="-450"/>
                    <a:pt x="4132" y="-614"/>
                  </a:cubicBezTo>
                  <a:lnTo>
                    <a:pt x="4648" y="-802"/>
                  </a:lnTo>
                  <a:lnTo>
                    <a:pt x="5165" y="-802"/>
                  </a:lnTo>
                  <a:lnTo>
                    <a:pt x="6104" y="-1013"/>
                  </a:lnTo>
                  <a:lnTo>
                    <a:pt x="6691" y="-1013"/>
                  </a:lnTo>
                  <a:cubicBezTo>
                    <a:pt x="6902" y="-1037"/>
                    <a:pt x="7137" y="-1037"/>
                    <a:pt x="7348" y="-1013"/>
                  </a:cubicBezTo>
                  <a:lnTo>
                    <a:pt x="8052" y="-1013"/>
                  </a:lnTo>
                  <a:lnTo>
                    <a:pt x="8428" y="-1013"/>
                  </a:lnTo>
                  <a:lnTo>
                    <a:pt x="9954" y="-1013"/>
                  </a:lnTo>
                  <a:cubicBezTo>
                    <a:pt x="10424" y="-990"/>
                    <a:pt x="10893" y="-943"/>
                    <a:pt x="11363" y="-849"/>
                  </a:cubicBezTo>
                  <a:lnTo>
                    <a:pt x="11598" y="-849"/>
                  </a:lnTo>
                  <a:lnTo>
                    <a:pt x="11997" y="-849"/>
                  </a:lnTo>
                  <a:lnTo>
                    <a:pt x="12677" y="-685"/>
                  </a:lnTo>
                  <a:cubicBezTo>
                    <a:pt x="12889" y="-614"/>
                    <a:pt x="13100" y="-544"/>
                    <a:pt x="13288" y="-473"/>
                  </a:cubicBezTo>
                  <a:cubicBezTo>
                    <a:pt x="13405" y="-426"/>
                    <a:pt x="13546" y="-379"/>
                    <a:pt x="13663" y="-332"/>
                  </a:cubicBezTo>
                  <a:lnTo>
                    <a:pt x="13898" y="-332"/>
                  </a:lnTo>
                  <a:cubicBezTo>
                    <a:pt x="14297" y="-168"/>
                    <a:pt x="14697" y="20"/>
                    <a:pt x="15072" y="231"/>
                  </a:cubicBezTo>
                  <a:lnTo>
                    <a:pt x="15213" y="231"/>
                  </a:lnTo>
                  <a:lnTo>
                    <a:pt x="26599" y="6851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F12D7255-C739-A944-8653-E6B3793D0601}"/>
                </a:ext>
              </a:extLst>
            </p:cNvPr>
            <p:cNvSpPr/>
            <p:nvPr/>
          </p:nvSpPr>
          <p:spPr>
            <a:xfrm>
              <a:off x="8733618" y="4600729"/>
              <a:ext cx="3459015" cy="2047827"/>
            </a:xfrm>
            <a:custGeom>
              <a:avLst/>
              <a:gdLst>
                <a:gd name="connsiteX0" fmla="*/ 3459015 w 3459015"/>
                <a:gd name="connsiteY0" fmla="*/ 1973028 h 2047827"/>
                <a:gd name="connsiteX1" fmla="*/ 3459015 w 3459015"/>
                <a:gd name="connsiteY1" fmla="*/ 2047828 h 2047827"/>
                <a:gd name="connsiteX2" fmla="*/ 47026 w 3459015"/>
                <a:gd name="connsiteY2" fmla="*/ 64610 h 2047827"/>
                <a:gd name="connsiteX3" fmla="*/ 0 w 3459015"/>
                <a:gd name="connsiteY3" fmla="*/ 37282 h 2047827"/>
                <a:gd name="connsiteX4" fmla="*/ 64540 w 3459015"/>
                <a:gd name="connsiteY4" fmla="*/ 0 h 2047827"/>
                <a:gd name="connsiteX5" fmla="*/ 92502 w 3459015"/>
                <a:gd name="connsiteY5" fmla="*/ 16246 h 2047827"/>
                <a:gd name="connsiteX6" fmla="*/ 3459015 w 3459015"/>
                <a:gd name="connsiteY6" fmla="*/ 1973028 h 204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59015" h="2047827">
                  <a:moveTo>
                    <a:pt x="3459015" y="1973028"/>
                  </a:moveTo>
                  <a:lnTo>
                    <a:pt x="3459015" y="2047828"/>
                  </a:lnTo>
                  <a:lnTo>
                    <a:pt x="47026" y="64610"/>
                  </a:lnTo>
                  <a:lnTo>
                    <a:pt x="0" y="37282"/>
                  </a:lnTo>
                  <a:lnTo>
                    <a:pt x="64540" y="0"/>
                  </a:lnTo>
                  <a:lnTo>
                    <a:pt x="92502" y="16246"/>
                  </a:lnTo>
                  <a:lnTo>
                    <a:pt x="3459015" y="1973028"/>
                  </a:lnTo>
                  <a:close/>
                </a:path>
              </a:pathLst>
            </a:custGeom>
            <a:solidFill>
              <a:srgbClr val="484848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84AAC03D-BED1-BC3F-A51E-8E447DDB599C}"/>
                </a:ext>
              </a:extLst>
            </p:cNvPr>
            <p:cNvSpPr/>
            <p:nvPr/>
          </p:nvSpPr>
          <p:spPr>
            <a:xfrm>
              <a:off x="8710399" y="4638199"/>
              <a:ext cx="3482233" cy="2075061"/>
            </a:xfrm>
            <a:custGeom>
              <a:avLst/>
              <a:gdLst>
                <a:gd name="connsiteX0" fmla="*/ 3480895 w 3482233"/>
                <a:gd name="connsiteY0" fmla="*/ 2009350 h 2075061"/>
                <a:gd name="connsiteX1" fmla="*/ 3480895 w 3482233"/>
                <a:gd name="connsiteY1" fmla="*/ 2074031 h 2075061"/>
                <a:gd name="connsiteX2" fmla="*/ 477016 w 3482233"/>
                <a:gd name="connsiteY2" fmla="*/ 328007 h 2075061"/>
                <a:gd name="connsiteX3" fmla="*/ 13053 w 3482233"/>
                <a:gd name="connsiteY3" fmla="*/ 58391 h 2075061"/>
                <a:gd name="connsiteX4" fmla="*/ 5470 w 3482233"/>
                <a:gd name="connsiteY4" fmla="*/ 53977 h 2075061"/>
                <a:gd name="connsiteX5" fmla="*/ 4977 w 3482233"/>
                <a:gd name="connsiteY5" fmla="*/ 53578 h 2075061"/>
                <a:gd name="connsiteX6" fmla="*/ -1339 w 3482233"/>
                <a:gd name="connsiteY6" fmla="*/ 39022 h 2075061"/>
                <a:gd name="connsiteX7" fmla="*/ -1339 w 3482233"/>
                <a:gd name="connsiteY7" fmla="*/ 39022 h 2075061"/>
                <a:gd name="connsiteX8" fmla="*/ -1034 w 3482233"/>
                <a:gd name="connsiteY8" fmla="*/ 34491 h 2075061"/>
                <a:gd name="connsiteX9" fmla="*/ -893 w 3482233"/>
                <a:gd name="connsiteY9" fmla="*/ 33739 h 2075061"/>
                <a:gd name="connsiteX10" fmla="*/ -752 w 3482233"/>
                <a:gd name="connsiteY10" fmla="*/ 32871 h 2075061"/>
                <a:gd name="connsiteX11" fmla="*/ -470 w 3482233"/>
                <a:gd name="connsiteY11" fmla="*/ 31274 h 2075061"/>
                <a:gd name="connsiteX12" fmla="*/ 187 w 3482233"/>
                <a:gd name="connsiteY12" fmla="*/ 28575 h 2075061"/>
                <a:gd name="connsiteX13" fmla="*/ 422 w 3482233"/>
                <a:gd name="connsiteY13" fmla="*/ 27800 h 2075061"/>
                <a:gd name="connsiteX14" fmla="*/ 563 w 3482233"/>
                <a:gd name="connsiteY14" fmla="*/ 27330 h 2075061"/>
                <a:gd name="connsiteX15" fmla="*/ 915 w 3482233"/>
                <a:gd name="connsiteY15" fmla="*/ 26203 h 2075061"/>
                <a:gd name="connsiteX16" fmla="*/ 1690 w 3482233"/>
                <a:gd name="connsiteY16" fmla="*/ 23997 h 2075061"/>
                <a:gd name="connsiteX17" fmla="*/ 2558 w 3482233"/>
                <a:gd name="connsiteY17" fmla="*/ 21907 h 2075061"/>
                <a:gd name="connsiteX18" fmla="*/ 2558 w 3482233"/>
                <a:gd name="connsiteY18" fmla="*/ 21907 h 2075061"/>
                <a:gd name="connsiteX19" fmla="*/ 2558 w 3482233"/>
                <a:gd name="connsiteY19" fmla="*/ 21907 h 2075061"/>
                <a:gd name="connsiteX20" fmla="*/ 3403 w 3482233"/>
                <a:gd name="connsiteY20" fmla="*/ 20052 h 2075061"/>
                <a:gd name="connsiteX21" fmla="*/ 4413 w 3482233"/>
                <a:gd name="connsiteY21" fmla="*/ 18080 h 2075061"/>
                <a:gd name="connsiteX22" fmla="*/ 5305 w 3482233"/>
                <a:gd name="connsiteY22" fmla="*/ 16484 h 2075061"/>
                <a:gd name="connsiteX23" fmla="*/ 5305 w 3482233"/>
                <a:gd name="connsiteY23" fmla="*/ 16296 h 2075061"/>
                <a:gd name="connsiteX24" fmla="*/ 5423 w 3482233"/>
                <a:gd name="connsiteY24" fmla="*/ 16108 h 2075061"/>
                <a:gd name="connsiteX25" fmla="*/ 6620 w 3482233"/>
                <a:gd name="connsiteY25" fmla="*/ 14136 h 2075061"/>
                <a:gd name="connsiteX26" fmla="*/ 7958 w 3482233"/>
                <a:gd name="connsiteY26" fmla="*/ 12140 h 2075061"/>
                <a:gd name="connsiteX27" fmla="*/ 8545 w 3482233"/>
                <a:gd name="connsiteY27" fmla="*/ 11342 h 2075061"/>
                <a:gd name="connsiteX28" fmla="*/ 8874 w 3482233"/>
                <a:gd name="connsiteY28" fmla="*/ 10896 h 2075061"/>
                <a:gd name="connsiteX29" fmla="*/ 9508 w 3482233"/>
                <a:gd name="connsiteY29" fmla="*/ 10027 h 2075061"/>
                <a:gd name="connsiteX30" fmla="*/ 11410 w 3482233"/>
                <a:gd name="connsiteY30" fmla="*/ 7680 h 2075061"/>
                <a:gd name="connsiteX31" fmla="*/ 12278 w 3482233"/>
                <a:gd name="connsiteY31" fmla="*/ 6740 h 2075061"/>
                <a:gd name="connsiteX32" fmla="*/ 13053 w 3482233"/>
                <a:gd name="connsiteY32" fmla="*/ 5919 h 2075061"/>
                <a:gd name="connsiteX33" fmla="*/ 13945 w 3482233"/>
                <a:gd name="connsiteY33" fmla="*/ 4979 h 2075061"/>
                <a:gd name="connsiteX34" fmla="*/ 15988 w 3482233"/>
                <a:gd name="connsiteY34" fmla="*/ 3172 h 2075061"/>
                <a:gd name="connsiteX35" fmla="*/ 17326 w 3482233"/>
                <a:gd name="connsiteY35" fmla="*/ 1998 h 2075061"/>
                <a:gd name="connsiteX36" fmla="*/ 21669 w 3482233"/>
                <a:gd name="connsiteY36" fmla="*/ -1031 h 2075061"/>
                <a:gd name="connsiteX37" fmla="*/ 21669 w 3482233"/>
                <a:gd name="connsiteY37" fmla="*/ -1031 h 2075061"/>
                <a:gd name="connsiteX38" fmla="*/ 68624 w 3482233"/>
                <a:gd name="connsiteY38" fmla="*/ 26297 h 2075061"/>
                <a:gd name="connsiteX39" fmla="*/ 493145 w 3482233"/>
                <a:gd name="connsiteY39" fmla="*/ 272999 h 207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482233" h="2075061">
                  <a:moveTo>
                    <a:pt x="3480895" y="2009350"/>
                  </a:moveTo>
                  <a:lnTo>
                    <a:pt x="3480895" y="2074031"/>
                  </a:lnTo>
                  <a:lnTo>
                    <a:pt x="477016" y="328007"/>
                  </a:lnTo>
                  <a:lnTo>
                    <a:pt x="13053" y="58391"/>
                  </a:lnTo>
                  <a:lnTo>
                    <a:pt x="5470" y="53977"/>
                  </a:lnTo>
                  <a:cubicBezTo>
                    <a:pt x="5282" y="53977"/>
                    <a:pt x="5164" y="53695"/>
                    <a:pt x="4977" y="53578"/>
                  </a:cubicBezTo>
                  <a:cubicBezTo>
                    <a:pt x="1103" y="51019"/>
                    <a:pt x="-1316" y="46042"/>
                    <a:pt x="-1339" y="39022"/>
                  </a:cubicBezTo>
                  <a:lnTo>
                    <a:pt x="-1339" y="39022"/>
                  </a:lnTo>
                  <a:cubicBezTo>
                    <a:pt x="-1339" y="37496"/>
                    <a:pt x="-1222" y="35993"/>
                    <a:pt x="-1034" y="34491"/>
                  </a:cubicBezTo>
                  <a:cubicBezTo>
                    <a:pt x="-1034" y="34256"/>
                    <a:pt x="-1034" y="33998"/>
                    <a:pt x="-893" y="33739"/>
                  </a:cubicBezTo>
                  <a:cubicBezTo>
                    <a:pt x="-752" y="33482"/>
                    <a:pt x="-893" y="33176"/>
                    <a:pt x="-752" y="32871"/>
                  </a:cubicBezTo>
                  <a:cubicBezTo>
                    <a:pt x="-611" y="32566"/>
                    <a:pt x="-588" y="31814"/>
                    <a:pt x="-470" y="31274"/>
                  </a:cubicBezTo>
                  <a:cubicBezTo>
                    <a:pt x="-282" y="30382"/>
                    <a:pt x="-71" y="29490"/>
                    <a:pt x="187" y="28575"/>
                  </a:cubicBezTo>
                  <a:cubicBezTo>
                    <a:pt x="187" y="28316"/>
                    <a:pt x="352" y="28058"/>
                    <a:pt x="422" y="27800"/>
                  </a:cubicBezTo>
                  <a:lnTo>
                    <a:pt x="563" y="27330"/>
                  </a:lnTo>
                  <a:cubicBezTo>
                    <a:pt x="680" y="26955"/>
                    <a:pt x="774" y="26579"/>
                    <a:pt x="915" y="26203"/>
                  </a:cubicBezTo>
                  <a:cubicBezTo>
                    <a:pt x="1056" y="25828"/>
                    <a:pt x="1408" y="24747"/>
                    <a:pt x="1690" y="23997"/>
                  </a:cubicBezTo>
                  <a:cubicBezTo>
                    <a:pt x="1972" y="23245"/>
                    <a:pt x="2253" y="22611"/>
                    <a:pt x="2558" y="21907"/>
                  </a:cubicBezTo>
                  <a:lnTo>
                    <a:pt x="2558" y="21907"/>
                  </a:lnTo>
                  <a:cubicBezTo>
                    <a:pt x="2558" y="21907"/>
                    <a:pt x="2558" y="21907"/>
                    <a:pt x="2558" y="21907"/>
                  </a:cubicBezTo>
                  <a:lnTo>
                    <a:pt x="3403" y="20052"/>
                  </a:lnTo>
                  <a:cubicBezTo>
                    <a:pt x="3732" y="19395"/>
                    <a:pt x="4061" y="18738"/>
                    <a:pt x="4413" y="18080"/>
                  </a:cubicBezTo>
                  <a:cubicBezTo>
                    <a:pt x="4765" y="17423"/>
                    <a:pt x="5000" y="17000"/>
                    <a:pt x="5305" y="16484"/>
                  </a:cubicBezTo>
                  <a:cubicBezTo>
                    <a:pt x="5305" y="16484"/>
                    <a:pt x="5305" y="16366"/>
                    <a:pt x="5305" y="16296"/>
                  </a:cubicBezTo>
                  <a:lnTo>
                    <a:pt x="5423" y="16108"/>
                  </a:lnTo>
                  <a:cubicBezTo>
                    <a:pt x="5798" y="15450"/>
                    <a:pt x="6198" y="14793"/>
                    <a:pt x="6620" y="14136"/>
                  </a:cubicBezTo>
                  <a:cubicBezTo>
                    <a:pt x="7042" y="13455"/>
                    <a:pt x="7488" y="12798"/>
                    <a:pt x="7958" y="12140"/>
                  </a:cubicBezTo>
                  <a:cubicBezTo>
                    <a:pt x="8146" y="11858"/>
                    <a:pt x="8357" y="11600"/>
                    <a:pt x="8545" y="11342"/>
                  </a:cubicBezTo>
                  <a:lnTo>
                    <a:pt x="8874" y="10896"/>
                  </a:lnTo>
                  <a:lnTo>
                    <a:pt x="9508" y="10027"/>
                  </a:lnTo>
                  <a:cubicBezTo>
                    <a:pt x="10118" y="9229"/>
                    <a:pt x="10752" y="8478"/>
                    <a:pt x="11410" y="7680"/>
                  </a:cubicBezTo>
                  <a:cubicBezTo>
                    <a:pt x="11691" y="7351"/>
                    <a:pt x="11973" y="7069"/>
                    <a:pt x="12278" y="6740"/>
                  </a:cubicBezTo>
                  <a:lnTo>
                    <a:pt x="13053" y="5919"/>
                  </a:lnTo>
                  <a:lnTo>
                    <a:pt x="13945" y="4979"/>
                  </a:lnTo>
                  <a:cubicBezTo>
                    <a:pt x="14602" y="4322"/>
                    <a:pt x="15307" y="3782"/>
                    <a:pt x="15988" y="3172"/>
                  </a:cubicBezTo>
                  <a:cubicBezTo>
                    <a:pt x="16669" y="2561"/>
                    <a:pt x="16857" y="2374"/>
                    <a:pt x="17326" y="1998"/>
                  </a:cubicBezTo>
                  <a:cubicBezTo>
                    <a:pt x="18711" y="894"/>
                    <a:pt x="20167" y="-115"/>
                    <a:pt x="21669" y="-1031"/>
                  </a:cubicBezTo>
                  <a:lnTo>
                    <a:pt x="21669" y="-1031"/>
                  </a:lnTo>
                  <a:lnTo>
                    <a:pt x="68624" y="26297"/>
                  </a:lnTo>
                  <a:lnTo>
                    <a:pt x="493145" y="272999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2B21B92D-C38F-7CF2-7E8B-FE60E8CE31F5}"/>
                </a:ext>
              </a:extLst>
            </p:cNvPr>
            <p:cNvSpPr/>
            <p:nvPr/>
          </p:nvSpPr>
          <p:spPr>
            <a:xfrm>
              <a:off x="8558053" y="4656441"/>
              <a:ext cx="16950" cy="30192"/>
            </a:xfrm>
            <a:custGeom>
              <a:avLst/>
              <a:gdLst>
                <a:gd name="connsiteX0" fmla="*/ 0 w 16950"/>
                <a:gd name="connsiteY0" fmla="*/ 0 h 30192"/>
                <a:gd name="connsiteX1" fmla="*/ 16951 w 16950"/>
                <a:gd name="connsiteY1" fmla="*/ 3428 h 30192"/>
                <a:gd name="connsiteX2" fmla="*/ 16951 w 16950"/>
                <a:gd name="connsiteY2" fmla="*/ 30192 h 30192"/>
                <a:gd name="connsiteX3" fmla="*/ 0 w 16950"/>
                <a:gd name="connsiteY3" fmla="*/ 26741 h 30192"/>
                <a:gd name="connsiteX4" fmla="*/ 0 w 16950"/>
                <a:gd name="connsiteY4" fmla="*/ 0 h 3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50" h="30192">
                  <a:moveTo>
                    <a:pt x="0" y="0"/>
                  </a:moveTo>
                  <a:lnTo>
                    <a:pt x="16951" y="3428"/>
                  </a:lnTo>
                  <a:lnTo>
                    <a:pt x="16951" y="30192"/>
                  </a:lnTo>
                  <a:lnTo>
                    <a:pt x="0" y="26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75461DAF-ACDA-9A80-F1CC-3AD52AF46DCB}"/>
                </a:ext>
              </a:extLst>
            </p:cNvPr>
            <p:cNvSpPr/>
            <p:nvPr/>
          </p:nvSpPr>
          <p:spPr>
            <a:xfrm>
              <a:off x="8558053" y="4461272"/>
              <a:ext cx="193384" cy="140113"/>
            </a:xfrm>
            <a:custGeom>
              <a:avLst/>
              <a:gdLst>
                <a:gd name="connsiteX0" fmla="*/ 193385 w 193384"/>
                <a:gd name="connsiteY0" fmla="*/ 11410 h 140113"/>
                <a:gd name="connsiteX1" fmla="*/ 16951 w 193384"/>
                <a:gd name="connsiteY1" fmla="*/ 110086 h 140113"/>
                <a:gd name="connsiteX2" fmla="*/ 16951 w 193384"/>
                <a:gd name="connsiteY2" fmla="*/ 140114 h 140113"/>
                <a:gd name="connsiteX3" fmla="*/ 0 w 193384"/>
                <a:gd name="connsiteY3" fmla="*/ 133704 h 140113"/>
                <a:gd name="connsiteX4" fmla="*/ 0 w 193384"/>
                <a:gd name="connsiteY4" fmla="*/ 102456 h 140113"/>
                <a:gd name="connsiteX5" fmla="*/ 183078 w 193384"/>
                <a:gd name="connsiteY5" fmla="*/ 0 h 140113"/>
                <a:gd name="connsiteX6" fmla="*/ 193385 w 193384"/>
                <a:gd name="connsiteY6" fmla="*/ 11410 h 14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384" h="140113">
                  <a:moveTo>
                    <a:pt x="193385" y="11410"/>
                  </a:moveTo>
                  <a:lnTo>
                    <a:pt x="16951" y="110086"/>
                  </a:lnTo>
                  <a:lnTo>
                    <a:pt x="16951" y="140114"/>
                  </a:lnTo>
                  <a:lnTo>
                    <a:pt x="0" y="133704"/>
                  </a:lnTo>
                  <a:lnTo>
                    <a:pt x="0" y="102456"/>
                  </a:lnTo>
                  <a:lnTo>
                    <a:pt x="183078" y="0"/>
                  </a:lnTo>
                  <a:lnTo>
                    <a:pt x="193385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EE307F85-9F6F-460F-F2C3-AAA790684438}"/>
                </a:ext>
              </a:extLst>
            </p:cNvPr>
            <p:cNvSpPr/>
            <p:nvPr/>
          </p:nvSpPr>
          <p:spPr>
            <a:xfrm>
              <a:off x="8595007" y="4663860"/>
              <a:ext cx="16974" cy="29675"/>
            </a:xfrm>
            <a:custGeom>
              <a:avLst/>
              <a:gdLst>
                <a:gd name="connsiteX0" fmla="*/ 0 w 16974"/>
                <a:gd name="connsiteY0" fmla="*/ 0 h 29675"/>
                <a:gd name="connsiteX1" fmla="*/ 16974 w 16974"/>
                <a:gd name="connsiteY1" fmla="*/ 3381 h 29675"/>
                <a:gd name="connsiteX2" fmla="*/ 16974 w 16974"/>
                <a:gd name="connsiteY2" fmla="*/ 29675 h 29675"/>
                <a:gd name="connsiteX3" fmla="*/ 0 w 16974"/>
                <a:gd name="connsiteY3" fmla="*/ 26459 h 29675"/>
                <a:gd name="connsiteX4" fmla="*/ 0 w 16974"/>
                <a:gd name="connsiteY4" fmla="*/ 0 h 29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74" h="29675">
                  <a:moveTo>
                    <a:pt x="0" y="0"/>
                  </a:moveTo>
                  <a:lnTo>
                    <a:pt x="16974" y="3381"/>
                  </a:lnTo>
                  <a:lnTo>
                    <a:pt x="16974" y="29675"/>
                  </a:lnTo>
                  <a:lnTo>
                    <a:pt x="0" y="2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BAC8EB56-F05F-5A99-FE96-C0038C7DA304}"/>
                </a:ext>
              </a:extLst>
            </p:cNvPr>
            <p:cNvSpPr/>
            <p:nvPr/>
          </p:nvSpPr>
          <p:spPr>
            <a:xfrm>
              <a:off x="8595007" y="4486112"/>
              <a:ext cx="178758" cy="129220"/>
            </a:xfrm>
            <a:custGeom>
              <a:avLst/>
              <a:gdLst>
                <a:gd name="connsiteX0" fmla="*/ 178758 w 178758"/>
                <a:gd name="connsiteY0" fmla="*/ 11410 h 129220"/>
                <a:gd name="connsiteX1" fmla="*/ 16974 w 178758"/>
                <a:gd name="connsiteY1" fmla="*/ 101893 h 129220"/>
                <a:gd name="connsiteX2" fmla="*/ 16974 w 178758"/>
                <a:gd name="connsiteY2" fmla="*/ 129220 h 129220"/>
                <a:gd name="connsiteX3" fmla="*/ 0 w 178758"/>
                <a:gd name="connsiteY3" fmla="*/ 122811 h 129220"/>
                <a:gd name="connsiteX4" fmla="*/ 0 w 178758"/>
                <a:gd name="connsiteY4" fmla="*/ 94215 h 129220"/>
                <a:gd name="connsiteX5" fmla="*/ 168498 w 178758"/>
                <a:gd name="connsiteY5" fmla="*/ 0 h 129220"/>
                <a:gd name="connsiteX6" fmla="*/ 178758 w 178758"/>
                <a:gd name="connsiteY6" fmla="*/ 11410 h 129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8758" h="129220">
                  <a:moveTo>
                    <a:pt x="178758" y="11410"/>
                  </a:moveTo>
                  <a:lnTo>
                    <a:pt x="16974" y="101893"/>
                  </a:lnTo>
                  <a:lnTo>
                    <a:pt x="16974" y="129220"/>
                  </a:lnTo>
                  <a:lnTo>
                    <a:pt x="0" y="122811"/>
                  </a:lnTo>
                  <a:lnTo>
                    <a:pt x="0" y="94215"/>
                  </a:lnTo>
                  <a:lnTo>
                    <a:pt x="168498" y="0"/>
                  </a:lnTo>
                  <a:lnTo>
                    <a:pt x="17875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E0C1E30E-654D-ACA7-19A6-676834C4C214}"/>
                </a:ext>
              </a:extLst>
            </p:cNvPr>
            <p:cNvSpPr/>
            <p:nvPr/>
          </p:nvSpPr>
          <p:spPr>
            <a:xfrm>
              <a:off x="8631960" y="4671232"/>
              <a:ext cx="17021" cy="30450"/>
            </a:xfrm>
            <a:custGeom>
              <a:avLst/>
              <a:gdLst>
                <a:gd name="connsiteX0" fmla="*/ 0 w 17021"/>
                <a:gd name="connsiteY0" fmla="*/ 0 h 30450"/>
                <a:gd name="connsiteX1" fmla="*/ 17021 w 17021"/>
                <a:gd name="connsiteY1" fmla="*/ 3428 h 30450"/>
                <a:gd name="connsiteX2" fmla="*/ 17021 w 17021"/>
                <a:gd name="connsiteY2" fmla="*/ 30451 h 30450"/>
                <a:gd name="connsiteX3" fmla="*/ 0 w 17021"/>
                <a:gd name="connsiteY3" fmla="*/ 26764 h 30450"/>
                <a:gd name="connsiteX4" fmla="*/ 0 w 17021"/>
                <a:gd name="connsiteY4" fmla="*/ 0 h 3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21" h="30450">
                  <a:moveTo>
                    <a:pt x="0" y="0"/>
                  </a:moveTo>
                  <a:lnTo>
                    <a:pt x="17021" y="3428"/>
                  </a:lnTo>
                  <a:lnTo>
                    <a:pt x="17021" y="30451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129F62-1A7D-28CB-734D-4B96ECC92844}"/>
                </a:ext>
              </a:extLst>
            </p:cNvPr>
            <p:cNvSpPr/>
            <p:nvPr/>
          </p:nvSpPr>
          <p:spPr>
            <a:xfrm>
              <a:off x="8631960" y="4510904"/>
              <a:ext cx="164108" cy="118420"/>
            </a:xfrm>
            <a:custGeom>
              <a:avLst/>
              <a:gdLst>
                <a:gd name="connsiteX0" fmla="*/ 164108 w 164108"/>
                <a:gd name="connsiteY0" fmla="*/ 11410 h 118420"/>
                <a:gd name="connsiteX1" fmla="*/ 17021 w 164108"/>
                <a:gd name="connsiteY1" fmla="*/ 93769 h 118420"/>
                <a:gd name="connsiteX2" fmla="*/ 17021 w 164108"/>
                <a:gd name="connsiteY2" fmla="*/ 118421 h 118420"/>
                <a:gd name="connsiteX3" fmla="*/ 0 w 164108"/>
                <a:gd name="connsiteY3" fmla="*/ 111988 h 118420"/>
                <a:gd name="connsiteX4" fmla="*/ 0 w 164108"/>
                <a:gd name="connsiteY4" fmla="*/ 86092 h 118420"/>
                <a:gd name="connsiteX5" fmla="*/ 153872 w 164108"/>
                <a:gd name="connsiteY5" fmla="*/ 0 h 118420"/>
                <a:gd name="connsiteX6" fmla="*/ 164108 w 164108"/>
                <a:gd name="connsiteY6" fmla="*/ 11410 h 118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08" h="118420">
                  <a:moveTo>
                    <a:pt x="164108" y="11410"/>
                  </a:moveTo>
                  <a:lnTo>
                    <a:pt x="17021" y="93769"/>
                  </a:lnTo>
                  <a:lnTo>
                    <a:pt x="17021" y="118421"/>
                  </a:lnTo>
                  <a:lnTo>
                    <a:pt x="0" y="111988"/>
                  </a:lnTo>
                  <a:lnTo>
                    <a:pt x="0" y="86092"/>
                  </a:lnTo>
                  <a:lnTo>
                    <a:pt x="153872" y="0"/>
                  </a:lnTo>
                  <a:lnTo>
                    <a:pt x="16410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B73679D6-C126-0315-B4FF-DD9D10582368}"/>
                </a:ext>
              </a:extLst>
            </p:cNvPr>
            <p:cNvSpPr/>
            <p:nvPr/>
          </p:nvSpPr>
          <p:spPr>
            <a:xfrm>
              <a:off x="8668984" y="4678651"/>
              <a:ext cx="16950" cy="29839"/>
            </a:xfrm>
            <a:custGeom>
              <a:avLst/>
              <a:gdLst>
                <a:gd name="connsiteX0" fmla="*/ 0 w 16950"/>
                <a:gd name="connsiteY0" fmla="*/ 0 h 29839"/>
                <a:gd name="connsiteX1" fmla="*/ 16951 w 16950"/>
                <a:gd name="connsiteY1" fmla="*/ 3381 h 29839"/>
                <a:gd name="connsiteX2" fmla="*/ 16951 w 16950"/>
                <a:gd name="connsiteY2" fmla="*/ 29840 h 29839"/>
                <a:gd name="connsiteX3" fmla="*/ 0 w 16950"/>
                <a:gd name="connsiteY3" fmla="*/ 26764 h 29839"/>
                <a:gd name="connsiteX4" fmla="*/ 0 w 16950"/>
                <a:gd name="connsiteY4" fmla="*/ 0 h 2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50" h="29839">
                  <a:moveTo>
                    <a:pt x="0" y="0"/>
                  </a:moveTo>
                  <a:lnTo>
                    <a:pt x="16951" y="3381"/>
                  </a:lnTo>
                  <a:lnTo>
                    <a:pt x="16951" y="29840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46D9D827-9BA2-7D95-242C-BE0D8AF9B939}"/>
                </a:ext>
              </a:extLst>
            </p:cNvPr>
            <p:cNvSpPr/>
            <p:nvPr/>
          </p:nvSpPr>
          <p:spPr>
            <a:xfrm>
              <a:off x="8668984" y="4535743"/>
              <a:ext cx="149458" cy="107503"/>
            </a:xfrm>
            <a:custGeom>
              <a:avLst/>
              <a:gdLst>
                <a:gd name="connsiteX0" fmla="*/ 149458 w 149458"/>
                <a:gd name="connsiteY0" fmla="*/ 11410 h 107503"/>
                <a:gd name="connsiteX1" fmla="*/ 17021 w 149458"/>
                <a:gd name="connsiteY1" fmla="*/ 85599 h 107503"/>
                <a:gd name="connsiteX2" fmla="*/ 16951 w 149458"/>
                <a:gd name="connsiteY2" fmla="*/ 85599 h 107503"/>
                <a:gd name="connsiteX3" fmla="*/ 16951 w 149458"/>
                <a:gd name="connsiteY3" fmla="*/ 107504 h 107503"/>
                <a:gd name="connsiteX4" fmla="*/ 0 w 149458"/>
                <a:gd name="connsiteY4" fmla="*/ 101094 h 107503"/>
                <a:gd name="connsiteX5" fmla="*/ 0 w 149458"/>
                <a:gd name="connsiteY5" fmla="*/ 77922 h 107503"/>
                <a:gd name="connsiteX6" fmla="*/ 139198 w 149458"/>
                <a:gd name="connsiteY6" fmla="*/ 0 h 107503"/>
                <a:gd name="connsiteX7" fmla="*/ 149458 w 149458"/>
                <a:gd name="connsiteY7" fmla="*/ 11410 h 107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458" h="107503">
                  <a:moveTo>
                    <a:pt x="149458" y="11410"/>
                  </a:moveTo>
                  <a:lnTo>
                    <a:pt x="17021" y="85599"/>
                  </a:lnTo>
                  <a:lnTo>
                    <a:pt x="16951" y="85599"/>
                  </a:lnTo>
                  <a:lnTo>
                    <a:pt x="16951" y="107504"/>
                  </a:lnTo>
                  <a:lnTo>
                    <a:pt x="0" y="101094"/>
                  </a:lnTo>
                  <a:lnTo>
                    <a:pt x="0" y="77922"/>
                  </a:lnTo>
                  <a:lnTo>
                    <a:pt x="139198" y="0"/>
                  </a:lnTo>
                  <a:lnTo>
                    <a:pt x="14945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ADC0B577-D5EA-7505-3437-3B9D5A7C86A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449AC35C-8C6B-7441-167D-F7020717B0C7}"/>
              </a:ext>
            </a:extLst>
          </p:cNvPr>
          <p:cNvGrpSpPr/>
          <p:nvPr/>
        </p:nvGrpSpPr>
        <p:grpSpPr>
          <a:xfrm>
            <a:off x="8669264" y="4041518"/>
            <a:ext cx="3523015" cy="2192520"/>
            <a:chOff x="8669618" y="4013227"/>
            <a:chExt cx="3523015" cy="2192520"/>
          </a:xfrm>
        </p:grpSpPr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F62711FD-B857-E8BD-0E84-8DB333947649}"/>
                </a:ext>
              </a:extLst>
            </p:cNvPr>
            <p:cNvSpPr/>
            <p:nvPr/>
          </p:nvSpPr>
          <p:spPr>
            <a:xfrm>
              <a:off x="8669618" y="4108593"/>
              <a:ext cx="174367" cy="241607"/>
            </a:xfrm>
            <a:custGeom>
              <a:avLst/>
              <a:gdLst>
                <a:gd name="connsiteX0" fmla="*/ 174368 w 174367"/>
                <a:gd name="connsiteY0" fmla="*/ 241607 h 241607"/>
                <a:gd name="connsiteX1" fmla="*/ 400 w 174367"/>
                <a:gd name="connsiteY1" fmla="*/ 140513 h 241607"/>
                <a:gd name="connsiteX2" fmla="*/ 0 w 174367"/>
                <a:gd name="connsiteY2" fmla="*/ 0 h 241607"/>
                <a:gd name="connsiteX3" fmla="*/ 173969 w 174367"/>
                <a:gd name="connsiteY3" fmla="*/ 101094 h 241607"/>
                <a:gd name="connsiteX4" fmla="*/ 174368 w 174367"/>
                <a:gd name="connsiteY4" fmla="*/ 241607 h 24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67" h="241607">
                  <a:moveTo>
                    <a:pt x="174368" y="241607"/>
                  </a:moveTo>
                  <a:lnTo>
                    <a:pt x="400" y="140513"/>
                  </a:lnTo>
                  <a:lnTo>
                    <a:pt x="0" y="0"/>
                  </a:lnTo>
                  <a:lnTo>
                    <a:pt x="173969" y="101094"/>
                  </a:lnTo>
                  <a:lnTo>
                    <a:pt x="174368" y="241607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38A1040-7CD2-D3F9-F62E-D8BEF27CFE5B}"/>
                </a:ext>
              </a:extLst>
            </p:cNvPr>
            <p:cNvSpPr/>
            <p:nvPr/>
          </p:nvSpPr>
          <p:spPr>
            <a:xfrm>
              <a:off x="8669618" y="4013227"/>
              <a:ext cx="339132" cy="196459"/>
            </a:xfrm>
            <a:custGeom>
              <a:avLst/>
              <a:gdLst>
                <a:gd name="connsiteX0" fmla="*/ 165165 w 339132"/>
                <a:gd name="connsiteY0" fmla="*/ 0 h 196459"/>
                <a:gd name="connsiteX1" fmla="*/ 152017 w 339132"/>
                <a:gd name="connsiteY1" fmla="*/ 7607 h 196459"/>
                <a:gd name="connsiteX2" fmla="*/ 165869 w 339132"/>
                <a:gd name="connsiteY2" fmla="*/ 15636 h 196459"/>
                <a:gd name="connsiteX3" fmla="*/ 26999 w 339132"/>
                <a:gd name="connsiteY3" fmla="*/ 95812 h 196459"/>
                <a:gd name="connsiteX4" fmla="*/ 13148 w 339132"/>
                <a:gd name="connsiteY4" fmla="*/ 87759 h 196459"/>
                <a:gd name="connsiteX5" fmla="*/ 0 w 339132"/>
                <a:gd name="connsiteY5" fmla="*/ 95366 h 196459"/>
                <a:gd name="connsiteX6" fmla="*/ 173969 w 339132"/>
                <a:gd name="connsiteY6" fmla="*/ 196460 h 196459"/>
                <a:gd name="connsiteX7" fmla="*/ 339133 w 339132"/>
                <a:gd name="connsiteY7" fmla="*/ 101094 h 196459"/>
                <a:gd name="connsiteX8" fmla="*/ 165165 w 339132"/>
                <a:gd name="connsiteY8" fmla="*/ 0 h 196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132" h="196459">
                  <a:moveTo>
                    <a:pt x="165165" y="0"/>
                  </a:moveTo>
                  <a:lnTo>
                    <a:pt x="152017" y="7607"/>
                  </a:lnTo>
                  <a:lnTo>
                    <a:pt x="165869" y="15636"/>
                  </a:lnTo>
                  <a:lnTo>
                    <a:pt x="26999" y="95812"/>
                  </a:lnTo>
                  <a:lnTo>
                    <a:pt x="13148" y="87759"/>
                  </a:lnTo>
                  <a:lnTo>
                    <a:pt x="0" y="95366"/>
                  </a:lnTo>
                  <a:lnTo>
                    <a:pt x="173969" y="196460"/>
                  </a:lnTo>
                  <a:lnTo>
                    <a:pt x="339133" y="101094"/>
                  </a:lnTo>
                  <a:lnTo>
                    <a:pt x="165165" y="0"/>
                  </a:lnTo>
                  <a:close/>
                </a:path>
              </a:pathLst>
            </a:custGeom>
            <a:solidFill>
              <a:srgbClr val="DEE0E4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445C5EB-6E57-EA30-8F76-7D6DFA2124E0}"/>
                </a:ext>
              </a:extLst>
            </p:cNvPr>
            <p:cNvSpPr/>
            <p:nvPr/>
          </p:nvSpPr>
          <p:spPr>
            <a:xfrm>
              <a:off x="8821635" y="4020834"/>
              <a:ext cx="127741" cy="82218"/>
            </a:xfrm>
            <a:custGeom>
              <a:avLst/>
              <a:gdLst>
                <a:gd name="connsiteX0" fmla="*/ 113890 w 127741"/>
                <a:gd name="connsiteY0" fmla="*/ 82218 h 82218"/>
                <a:gd name="connsiteX1" fmla="*/ 0 w 127741"/>
                <a:gd name="connsiteY1" fmla="*/ 16035 h 82218"/>
                <a:gd name="connsiteX2" fmla="*/ 0 w 127741"/>
                <a:gd name="connsiteY2" fmla="*/ 0 h 82218"/>
                <a:gd name="connsiteX3" fmla="*/ 127742 w 127741"/>
                <a:gd name="connsiteY3" fmla="*/ 74212 h 82218"/>
                <a:gd name="connsiteX4" fmla="*/ 113890 w 127741"/>
                <a:gd name="connsiteY4" fmla="*/ 82218 h 8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41" h="82218">
                  <a:moveTo>
                    <a:pt x="113890" y="82218"/>
                  </a:moveTo>
                  <a:lnTo>
                    <a:pt x="0" y="16035"/>
                  </a:lnTo>
                  <a:lnTo>
                    <a:pt x="0" y="0"/>
                  </a:lnTo>
                  <a:lnTo>
                    <a:pt x="127742" y="74212"/>
                  </a:lnTo>
                  <a:lnTo>
                    <a:pt x="113890" y="82218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BCCEA80-5A9C-5F9E-8464-C730D0F7E0D7}"/>
                </a:ext>
              </a:extLst>
            </p:cNvPr>
            <p:cNvSpPr/>
            <p:nvPr/>
          </p:nvSpPr>
          <p:spPr>
            <a:xfrm>
              <a:off x="8696618" y="4036893"/>
              <a:ext cx="238883" cy="138353"/>
            </a:xfrm>
            <a:custGeom>
              <a:avLst/>
              <a:gdLst>
                <a:gd name="connsiteX0" fmla="*/ 238884 w 238883"/>
                <a:gd name="connsiteY0" fmla="*/ 66136 h 138353"/>
                <a:gd name="connsiteX1" fmla="*/ 228578 w 238883"/>
                <a:gd name="connsiteY1" fmla="*/ 72099 h 138353"/>
                <a:gd name="connsiteX2" fmla="*/ 227051 w 238883"/>
                <a:gd name="connsiteY2" fmla="*/ 72968 h 138353"/>
                <a:gd name="connsiteX3" fmla="*/ 222215 w 238883"/>
                <a:gd name="connsiteY3" fmla="*/ 75739 h 138353"/>
                <a:gd name="connsiteX4" fmla="*/ 220759 w 238883"/>
                <a:gd name="connsiteY4" fmla="*/ 76607 h 138353"/>
                <a:gd name="connsiteX5" fmla="*/ 214538 w 238883"/>
                <a:gd name="connsiteY5" fmla="*/ 80246 h 138353"/>
                <a:gd name="connsiteX6" fmla="*/ 213035 w 238883"/>
                <a:gd name="connsiteY6" fmla="*/ 81091 h 138353"/>
                <a:gd name="connsiteX7" fmla="*/ 208223 w 238883"/>
                <a:gd name="connsiteY7" fmla="*/ 83862 h 138353"/>
                <a:gd name="connsiteX8" fmla="*/ 206720 w 238883"/>
                <a:gd name="connsiteY8" fmla="*/ 84730 h 138353"/>
                <a:gd name="connsiteX9" fmla="*/ 200498 w 238883"/>
                <a:gd name="connsiteY9" fmla="*/ 88322 h 138353"/>
                <a:gd name="connsiteX10" fmla="*/ 198996 w 238883"/>
                <a:gd name="connsiteY10" fmla="*/ 89168 h 138353"/>
                <a:gd name="connsiteX11" fmla="*/ 194183 w 238883"/>
                <a:gd name="connsiteY11" fmla="*/ 91962 h 138353"/>
                <a:gd name="connsiteX12" fmla="*/ 192727 w 238883"/>
                <a:gd name="connsiteY12" fmla="*/ 92807 h 138353"/>
                <a:gd name="connsiteX13" fmla="*/ 186529 w 238883"/>
                <a:gd name="connsiteY13" fmla="*/ 96446 h 138353"/>
                <a:gd name="connsiteX14" fmla="*/ 185003 w 238883"/>
                <a:gd name="connsiteY14" fmla="*/ 97291 h 138353"/>
                <a:gd name="connsiteX15" fmla="*/ 180143 w 238883"/>
                <a:gd name="connsiteY15" fmla="*/ 100085 h 138353"/>
                <a:gd name="connsiteX16" fmla="*/ 178688 w 238883"/>
                <a:gd name="connsiteY16" fmla="*/ 100930 h 138353"/>
                <a:gd name="connsiteX17" fmla="*/ 172489 w 238883"/>
                <a:gd name="connsiteY17" fmla="*/ 104522 h 138353"/>
                <a:gd name="connsiteX18" fmla="*/ 170964 w 238883"/>
                <a:gd name="connsiteY18" fmla="*/ 105391 h 138353"/>
                <a:gd name="connsiteX19" fmla="*/ 166127 w 238883"/>
                <a:gd name="connsiteY19" fmla="*/ 108208 h 138353"/>
                <a:gd name="connsiteX20" fmla="*/ 164648 w 238883"/>
                <a:gd name="connsiteY20" fmla="*/ 109077 h 138353"/>
                <a:gd name="connsiteX21" fmla="*/ 158450 w 238883"/>
                <a:gd name="connsiteY21" fmla="*/ 112645 h 138353"/>
                <a:gd name="connsiteX22" fmla="*/ 156924 w 238883"/>
                <a:gd name="connsiteY22" fmla="*/ 113514 h 138353"/>
                <a:gd name="connsiteX23" fmla="*/ 152088 w 238883"/>
                <a:gd name="connsiteY23" fmla="*/ 116284 h 138353"/>
                <a:gd name="connsiteX24" fmla="*/ 150609 w 238883"/>
                <a:gd name="connsiteY24" fmla="*/ 117153 h 138353"/>
                <a:gd name="connsiteX25" fmla="*/ 144410 w 238883"/>
                <a:gd name="connsiteY25" fmla="*/ 120792 h 138353"/>
                <a:gd name="connsiteX26" fmla="*/ 142885 w 238883"/>
                <a:gd name="connsiteY26" fmla="*/ 121637 h 138353"/>
                <a:gd name="connsiteX27" fmla="*/ 138048 w 238883"/>
                <a:gd name="connsiteY27" fmla="*/ 124407 h 138353"/>
                <a:gd name="connsiteX28" fmla="*/ 136569 w 238883"/>
                <a:gd name="connsiteY28" fmla="*/ 125276 h 138353"/>
                <a:gd name="connsiteX29" fmla="*/ 130371 w 238883"/>
                <a:gd name="connsiteY29" fmla="*/ 128868 h 138353"/>
                <a:gd name="connsiteX30" fmla="*/ 128845 w 238883"/>
                <a:gd name="connsiteY30" fmla="*/ 129713 h 138353"/>
                <a:gd name="connsiteX31" fmla="*/ 124008 w 238883"/>
                <a:gd name="connsiteY31" fmla="*/ 132507 h 138353"/>
                <a:gd name="connsiteX32" fmla="*/ 122553 w 238883"/>
                <a:gd name="connsiteY32" fmla="*/ 133352 h 138353"/>
                <a:gd name="connsiteX33" fmla="*/ 113913 w 238883"/>
                <a:gd name="connsiteY33" fmla="*/ 138353 h 138353"/>
                <a:gd name="connsiteX34" fmla="*/ 0 w 238883"/>
                <a:gd name="connsiteY34" fmla="*/ 72146 h 138353"/>
                <a:gd name="connsiteX35" fmla="*/ 8217 w 238883"/>
                <a:gd name="connsiteY35" fmla="*/ 67404 h 138353"/>
                <a:gd name="connsiteX36" fmla="*/ 9744 w 238883"/>
                <a:gd name="connsiteY36" fmla="*/ 66559 h 138353"/>
                <a:gd name="connsiteX37" fmla="*/ 14579 w 238883"/>
                <a:gd name="connsiteY37" fmla="*/ 63718 h 138353"/>
                <a:gd name="connsiteX38" fmla="*/ 16106 w 238883"/>
                <a:gd name="connsiteY38" fmla="*/ 62873 h 138353"/>
                <a:gd name="connsiteX39" fmla="*/ 22257 w 238883"/>
                <a:gd name="connsiteY39" fmla="*/ 59281 h 138353"/>
                <a:gd name="connsiteX40" fmla="*/ 23783 w 238883"/>
                <a:gd name="connsiteY40" fmla="*/ 58412 h 138353"/>
                <a:gd name="connsiteX41" fmla="*/ 28620 w 238883"/>
                <a:gd name="connsiteY41" fmla="*/ 55642 h 138353"/>
                <a:gd name="connsiteX42" fmla="*/ 30145 w 238883"/>
                <a:gd name="connsiteY42" fmla="*/ 54773 h 138353"/>
                <a:gd name="connsiteX43" fmla="*/ 30192 w 238883"/>
                <a:gd name="connsiteY43" fmla="*/ 54773 h 138353"/>
                <a:gd name="connsiteX44" fmla="*/ 36296 w 238883"/>
                <a:gd name="connsiteY44" fmla="*/ 51204 h 138353"/>
                <a:gd name="connsiteX45" fmla="*/ 37799 w 238883"/>
                <a:gd name="connsiteY45" fmla="*/ 50336 h 138353"/>
                <a:gd name="connsiteX46" fmla="*/ 42659 w 238883"/>
                <a:gd name="connsiteY46" fmla="*/ 47518 h 138353"/>
                <a:gd name="connsiteX47" fmla="*/ 44161 w 238883"/>
                <a:gd name="connsiteY47" fmla="*/ 46650 h 138353"/>
                <a:gd name="connsiteX48" fmla="*/ 44232 w 238883"/>
                <a:gd name="connsiteY48" fmla="*/ 46650 h 138353"/>
                <a:gd name="connsiteX49" fmla="*/ 50383 w 238883"/>
                <a:gd name="connsiteY49" fmla="*/ 43058 h 138353"/>
                <a:gd name="connsiteX50" fmla="*/ 51909 w 238883"/>
                <a:gd name="connsiteY50" fmla="*/ 42213 h 138353"/>
                <a:gd name="connsiteX51" fmla="*/ 56699 w 238883"/>
                <a:gd name="connsiteY51" fmla="*/ 39442 h 138353"/>
                <a:gd name="connsiteX52" fmla="*/ 58201 w 238883"/>
                <a:gd name="connsiteY52" fmla="*/ 38574 h 138353"/>
                <a:gd name="connsiteX53" fmla="*/ 58271 w 238883"/>
                <a:gd name="connsiteY53" fmla="*/ 38574 h 138353"/>
                <a:gd name="connsiteX54" fmla="*/ 64376 w 238883"/>
                <a:gd name="connsiteY54" fmla="*/ 34982 h 138353"/>
                <a:gd name="connsiteX55" fmla="*/ 65878 w 238883"/>
                <a:gd name="connsiteY55" fmla="*/ 34136 h 138353"/>
                <a:gd name="connsiteX56" fmla="*/ 70738 w 238883"/>
                <a:gd name="connsiteY56" fmla="*/ 31295 h 138353"/>
                <a:gd name="connsiteX57" fmla="*/ 72240 w 238883"/>
                <a:gd name="connsiteY57" fmla="*/ 30450 h 138353"/>
                <a:gd name="connsiteX58" fmla="*/ 72287 w 238883"/>
                <a:gd name="connsiteY58" fmla="*/ 30450 h 138353"/>
                <a:gd name="connsiteX59" fmla="*/ 78415 w 238883"/>
                <a:gd name="connsiteY59" fmla="*/ 26858 h 138353"/>
                <a:gd name="connsiteX60" fmla="*/ 79918 w 238883"/>
                <a:gd name="connsiteY60" fmla="*/ 26013 h 138353"/>
                <a:gd name="connsiteX61" fmla="*/ 84778 w 238883"/>
                <a:gd name="connsiteY61" fmla="*/ 23219 h 138353"/>
                <a:gd name="connsiteX62" fmla="*/ 86280 w 238883"/>
                <a:gd name="connsiteY62" fmla="*/ 22374 h 138353"/>
                <a:gd name="connsiteX63" fmla="*/ 86327 w 238883"/>
                <a:gd name="connsiteY63" fmla="*/ 22374 h 138353"/>
                <a:gd name="connsiteX64" fmla="*/ 92455 w 238883"/>
                <a:gd name="connsiteY64" fmla="*/ 18782 h 138353"/>
                <a:gd name="connsiteX65" fmla="*/ 93957 w 238883"/>
                <a:gd name="connsiteY65" fmla="*/ 17937 h 138353"/>
                <a:gd name="connsiteX66" fmla="*/ 98817 w 238883"/>
                <a:gd name="connsiteY66" fmla="*/ 15143 h 138353"/>
                <a:gd name="connsiteX67" fmla="*/ 100319 w 238883"/>
                <a:gd name="connsiteY67" fmla="*/ 14227 h 138353"/>
                <a:gd name="connsiteX68" fmla="*/ 106471 w 238883"/>
                <a:gd name="connsiteY68" fmla="*/ 10659 h 138353"/>
                <a:gd name="connsiteX69" fmla="*/ 107997 w 238883"/>
                <a:gd name="connsiteY69" fmla="*/ 9790 h 138353"/>
                <a:gd name="connsiteX70" fmla="*/ 112904 w 238883"/>
                <a:gd name="connsiteY70" fmla="*/ 7020 h 138353"/>
                <a:gd name="connsiteX71" fmla="*/ 114406 w 238883"/>
                <a:gd name="connsiteY71" fmla="*/ 6104 h 138353"/>
                <a:gd name="connsiteX72" fmla="*/ 125018 w 238883"/>
                <a:gd name="connsiteY72" fmla="*/ 0 h 138353"/>
                <a:gd name="connsiteX73" fmla="*/ 238884 w 238883"/>
                <a:gd name="connsiteY73" fmla="*/ 66136 h 13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38883" h="138353">
                  <a:moveTo>
                    <a:pt x="238884" y="66136"/>
                  </a:moveTo>
                  <a:lnTo>
                    <a:pt x="228578" y="72099"/>
                  </a:lnTo>
                  <a:lnTo>
                    <a:pt x="227051" y="72968"/>
                  </a:lnTo>
                  <a:lnTo>
                    <a:pt x="222215" y="75739"/>
                  </a:lnTo>
                  <a:lnTo>
                    <a:pt x="220759" y="76607"/>
                  </a:lnTo>
                  <a:lnTo>
                    <a:pt x="214538" y="80246"/>
                  </a:lnTo>
                  <a:lnTo>
                    <a:pt x="213035" y="81091"/>
                  </a:lnTo>
                  <a:lnTo>
                    <a:pt x="208223" y="83862"/>
                  </a:lnTo>
                  <a:lnTo>
                    <a:pt x="206720" y="84730"/>
                  </a:lnTo>
                  <a:lnTo>
                    <a:pt x="200498" y="88322"/>
                  </a:lnTo>
                  <a:lnTo>
                    <a:pt x="198996" y="89168"/>
                  </a:lnTo>
                  <a:lnTo>
                    <a:pt x="194183" y="91962"/>
                  </a:lnTo>
                  <a:lnTo>
                    <a:pt x="192727" y="92807"/>
                  </a:lnTo>
                  <a:lnTo>
                    <a:pt x="186529" y="96446"/>
                  </a:lnTo>
                  <a:lnTo>
                    <a:pt x="185003" y="97291"/>
                  </a:lnTo>
                  <a:lnTo>
                    <a:pt x="180143" y="100085"/>
                  </a:lnTo>
                  <a:lnTo>
                    <a:pt x="178688" y="100930"/>
                  </a:lnTo>
                  <a:lnTo>
                    <a:pt x="172489" y="104522"/>
                  </a:lnTo>
                  <a:lnTo>
                    <a:pt x="170964" y="105391"/>
                  </a:lnTo>
                  <a:lnTo>
                    <a:pt x="166127" y="108208"/>
                  </a:lnTo>
                  <a:lnTo>
                    <a:pt x="164648" y="109077"/>
                  </a:lnTo>
                  <a:lnTo>
                    <a:pt x="158450" y="112645"/>
                  </a:lnTo>
                  <a:lnTo>
                    <a:pt x="156924" y="113514"/>
                  </a:lnTo>
                  <a:lnTo>
                    <a:pt x="152088" y="116284"/>
                  </a:lnTo>
                  <a:lnTo>
                    <a:pt x="150609" y="117153"/>
                  </a:lnTo>
                  <a:lnTo>
                    <a:pt x="144410" y="120792"/>
                  </a:lnTo>
                  <a:lnTo>
                    <a:pt x="142885" y="121637"/>
                  </a:lnTo>
                  <a:lnTo>
                    <a:pt x="138048" y="124407"/>
                  </a:lnTo>
                  <a:lnTo>
                    <a:pt x="136569" y="125276"/>
                  </a:lnTo>
                  <a:lnTo>
                    <a:pt x="130371" y="128868"/>
                  </a:lnTo>
                  <a:lnTo>
                    <a:pt x="128845" y="129713"/>
                  </a:lnTo>
                  <a:lnTo>
                    <a:pt x="124008" y="132507"/>
                  </a:lnTo>
                  <a:lnTo>
                    <a:pt x="122553" y="133352"/>
                  </a:lnTo>
                  <a:lnTo>
                    <a:pt x="113913" y="138353"/>
                  </a:lnTo>
                  <a:lnTo>
                    <a:pt x="0" y="72146"/>
                  </a:lnTo>
                  <a:lnTo>
                    <a:pt x="8217" y="67404"/>
                  </a:lnTo>
                  <a:lnTo>
                    <a:pt x="9744" y="66559"/>
                  </a:lnTo>
                  <a:lnTo>
                    <a:pt x="14579" y="63718"/>
                  </a:lnTo>
                  <a:lnTo>
                    <a:pt x="16106" y="62873"/>
                  </a:lnTo>
                  <a:lnTo>
                    <a:pt x="22257" y="59281"/>
                  </a:lnTo>
                  <a:lnTo>
                    <a:pt x="23783" y="58412"/>
                  </a:lnTo>
                  <a:lnTo>
                    <a:pt x="28620" y="55642"/>
                  </a:lnTo>
                  <a:lnTo>
                    <a:pt x="30145" y="54773"/>
                  </a:lnTo>
                  <a:lnTo>
                    <a:pt x="30192" y="54773"/>
                  </a:lnTo>
                  <a:lnTo>
                    <a:pt x="36296" y="51204"/>
                  </a:lnTo>
                  <a:lnTo>
                    <a:pt x="37799" y="50336"/>
                  </a:lnTo>
                  <a:lnTo>
                    <a:pt x="42659" y="47518"/>
                  </a:lnTo>
                  <a:lnTo>
                    <a:pt x="44161" y="46650"/>
                  </a:lnTo>
                  <a:lnTo>
                    <a:pt x="44232" y="46650"/>
                  </a:lnTo>
                  <a:lnTo>
                    <a:pt x="50383" y="43058"/>
                  </a:lnTo>
                  <a:lnTo>
                    <a:pt x="51909" y="42213"/>
                  </a:lnTo>
                  <a:lnTo>
                    <a:pt x="56699" y="39442"/>
                  </a:lnTo>
                  <a:lnTo>
                    <a:pt x="58201" y="38574"/>
                  </a:lnTo>
                  <a:lnTo>
                    <a:pt x="58271" y="38574"/>
                  </a:lnTo>
                  <a:lnTo>
                    <a:pt x="64376" y="34982"/>
                  </a:lnTo>
                  <a:lnTo>
                    <a:pt x="65878" y="34136"/>
                  </a:lnTo>
                  <a:lnTo>
                    <a:pt x="70738" y="31295"/>
                  </a:lnTo>
                  <a:lnTo>
                    <a:pt x="72240" y="30450"/>
                  </a:lnTo>
                  <a:lnTo>
                    <a:pt x="72287" y="30450"/>
                  </a:lnTo>
                  <a:lnTo>
                    <a:pt x="78415" y="26858"/>
                  </a:lnTo>
                  <a:lnTo>
                    <a:pt x="79918" y="26013"/>
                  </a:lnTo>
                  <a:lnTo>
                    <a:pt x="84778" y="23219"/>
                  </a:lnTo>
                  <a:lnTo>
                    <a:pt x="86280" y="22374"/>
                  </a:lnTo>
                  <a:lnTo>
                    <a:pt x="86327" y="22374"/>
                  </a:lnTo>
                  <a:lnTo>
                    <a:pt x="92455" y="18782"/>
                  </a:lnTo>
                  <a:lnTo>
                    <a:pt x="93957" y="17937"/>
                  </a:lnTo>
                  <a:lnTo>
                    <a:pt x="98817" y="15143"/>
                  </a:lnTo>
                  <a:lnTo>
                    <a:pt x="100319" y="14227"/>
                  </a:lnTo>
                  <a:lnTo>
                    <a:pt x="106471" y="10659"/>
                  </a:lnTo>
                  <a:lnTo>
                    <a:pt x="107997" y="9790"/>
                  </a:lnTo>
                  <a:lnTo>
                    <a:pt x="112904" y="7020"/>
                  </a:lnTo>
                  <a:lnTo>
                    <a:pt x="114406" y="6104"/>
                  </a:lnTo>
                  <a:lnTo>
                    <a:pt x="125018" y="0"/>
                  </a:lnTo>
                  <a:lnTo>
                    <a:pt x="238884" y="66136"/>
                  </a:lnTo>
                  <a:close/>
                </a:path>
              </a:pathLst>
            </a:custGeom>
            <a:solidFill>
              <a:srgbClr val="F4F5F7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D5DA7CB-8499-D3E1-18A1-1C7E7F1EA3C5}"/>
                </a:ext>
              </a:extLst>
            </p:cNvPr>
            <p:cNvSpPr/>
            <p:nvPr/>
          </p:nvSpPr>
          <p:spPr>
            <a:xfrm>
              <a:off x="8704835" y="4099765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8 w 122153"/>
                <a:gd name="connsiteY1" fmla="*/ 66840 h 70479"/>
                <a:gd name="connsiteX2" fmla="*/ 115791 w 122153"/>
                <a:gd name="connsiteY2" fmla="*/ 69634 h 70479"/>
                <a:gd name="connsiteX3" fmla="*/ 114335 w 122153"/>
                <a:gd name="connsiteY3" fmla="*/ 70480 h 70479"/>
                <a:gd name="connsiteX4" fmla="*/ 0 w 122153"/>
                <a:gd name="connsiteY4" fmla="*/ 4531 h 70479"/>
                <a:gd name="connsiteX5" fmla="*/ 1526 w 122153"/>
                <a:gd name="connsiteY5" fmla="*/ 3686 h 70479"/>
                <a:gd name="connsiteX6" fmla="*/ 6362 w 122153"/>
                <a:gd name="connsiteY6" fmla="*/ 845 h 70479"/>
                <a:gd name="connsiteX7" fmla="*/ 7889 w 122153"/>
                <a:gd name="connsiteY7" fmla="*/ 0 h 70479"/>
                <a:gd name="connsiteX8" fmla="*/ 122154 w 122153"/>
                <a:gd name="connsiteY8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8" y="66840"/>
                  </a:lnTo>
                  <a:lnTo>
                    <a:pt x="115791" y="69634"/>
                  </a:lnTo>
                  <a:lnTo>
                    <a:pt x="114335" y="70480"/>
                  </a:lnTo>
                  <a:lnTo>
                    <a:pt x="0" y="4531"/>
                  </a:lnTo>
                  <a:lnTo>
                    <a:pt x="1526" y="3686"/>
                  </a:lnTo>
                  <a:lnTo>
                    <a:pt x="6362" y="845"/>
                  </a:lnTo>
                  <a:lnTo>
                    <a:pt x="7889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3E7CFE1-DA6F-8313-F32D-9EB6B175C65B}"/>
                </a:ext>
              </a:extLst>
            </p:cNvPr>
            <p:cNvSpPr/>
            <p:nvPr/>
          </p:nvSpPr>
          <p:spPr>
            <a:xfrm>
              <a:off x="8718874" y="4091666"/>
              <a:ext cx="122153" cy="70503"/>
            </a:xfrm>
            <a:custGeom>
              <a:avLst/>
              <a:gdLst>
                <a:gd name="connsiteX0" fmla="*/ 122154 w 122153"/>
                <a:gd name="connsiteY0" fmla="*/ 66019 h 70503"/>
                <a:gd name="connsiteX1" fmla="*/ 120628 w 122153"/>
                <a:gd name="connsiteY1" fmla="*/ 66864 h 70503"/>
                <a:gd name="connsiteX2" fmla="*/ 115791 w 122153"/>
                <a:gd name="connsiteY2" fmla="*/ 69634 h 70503"/>
                <a:gd name="connsiteX3" fmla="*/ 114313 w 122153"/>
                <a:gd name="connsiteY3" fmla="*/ 70503 h 70503"/>
                <a:gd name="connsiteX4" fmla="*/ 0 w 122153"/>
                <a:gd name="connsiteY4" fmla="*/ 4508 h 70503"/>
                <a:gd name="connsiteX5" fmla="*/ 1526 w 122153"/>
                <a:gd name="connsiteY5" fmla="*/ 3639 h 70503"/>
                <a:gd name="connsiteX6" fmla="*/ 6363 w 122153"/>
                <a:gd name="connsiteY6" fmla="*/ 869 h 70503"/>
                <a:gd name="connsiteX7" fmla="*/ 7889 w 122153"/>
                <a:gd name="connsiteY7" fmla="*/ 0 h 70503"/>
                <a:gd name="connsiteX8" fmla="*/ 7936 w 122153"/>
                <a:gd name="connsiteY8" fmla="*/ 0 h 70503"/>
                <a:gd name="connsiteX9" fmla="*/ 122154 w 122153"/>
                <a:gd name="connsiteY9" fmla="*/ 66019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503">
                  <a:moveTo>
                    <a:pt x="122154" y="66019"/>
                  </a:moveTo>
                  <a:lnTo>
                    <a:pt x="120628" y="66864"/>
                  </a:lnTo>
                  <a:lnTo>
                    <a:pt x="115791" y="69634"/>
                  </a:lnTo>
                  <a:lnTo>
                    <a:pt x="114313" y="70503"/>
                  </a:lnTo>
                  <a:lnTo>
                    <a:pt x="0" y="4508"/>
                  </a:lnTo>
                  <a:lnTo>
                    <a:pt x="1526" y="3639"/>
                  </a:lnTo>
                  <a:lnTo>
                    <a:pt x="6363" y="869"/>
                  </a:lnTo>
                  <a:lnTo>
                    <a:pt x="7889" y="0"/>
                  </a:lnTo>
                  <a:lnTo>
                    <a:pt x="7936" y="0"/>
                  </a:lnTo>
                  <a:lnTo>
                    <a:pt x="122154" y="66019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1D7F95D-E105-146B-8571-805038D7E19F}"/>
                </a:ext>
              </a:extLst>
            </p:cNvPr>
            <p:cNvSpPr/>
            <p:nvPr/>
          </p:nvSpPr>
          <p:spPr>
            <a:xfrm>
              <a:off x="8732914" y="4083542"/>
              <a:ext cx="122153" cy="70503"/>
            </a:xfrm>
            <a:custGeom>
              <a:avLst/>
              <a:gdLst>
                <a:gd name="connsiteX0" fmla="*/ 122154 w 122153"/>
                <a:gd name="connsiteY0" fmla="*/ 65995 h 70503"/>
                <a:gd name="connsiteX1" fmla="*/ 120628 w 122153"/>
                <a:gd name="connsiteY1" fmla="*/ 66864 h 70503"/>
                <a:gd name="connsiteX2" fmla="*/ 115791 w 122153"/>
                <a:gd name="connsiteY2" fmla="*/ 69634 h 70503"/>
                <a:gd name="connsiteX3" fmla="*/ 114313 w 122153"/>
                <a:gd name="connsiteY3" fmla="*/ 70503 h 70503"/>
                <a:gd name="connsiteX4" fmla="*/ 0 w 122153"/>
                <a:gd name="connsiteY4" fmla="*/ 4555 h 70503"/>
                <a:gd name="connsiteX5" fmla="*/ 1503 w 122153"/>
                <a:gd name="connsiteY5" fmla="*/ 3686 h 70503"/>
                <a:gd name="connsiteX6" fmla="*/ 6363 w 122153"/>
                <a:gd name="connsiteY6" fmla="*/ 869 h 70503"/>
                <a:gd name="connsiteX7" fmla="*/ 7865 w 122153"/>
                <a:gd name="connsiteY7" fmla="*/ 0 h 70503"/>
                <a:gd name="connsiteX8" fmla="*/ 7936 w 122153"/>
                <a:gd name="connsiteY8" fmla="*/ 0 h 70503"/>
                <a:gd name="connsiteX9" fmla="*/ 122154 w 122153"/>
                <a:gd name="connsiteY9" fmla="*/ 65995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503">
                  <a:moveTo>
                    <a:pt x="122154" y="65995"/>
                  </a:moveTo>
                  <a:lnTo>
                    <a:pt x="120628" y="66864"/>
                  </a:lnTo>
                  <a:lnTo>
                    <a:pt x="115791" y="69634"/>
                  </a:lnTo>
                  <a:lnTo>
                    <a:pt x="114313" y="70503"/>
                  </a:lnTo>
                  <a:lnTo>
                    <a:pt x="0" y="4555"/>
                  </a:lnTo>
                  <a:lnTo>
                    <a:pt x="1503" y="3686"/>
                  </a:lnTo>
                  <a:lnTo>
                    <a:pt x="6363" y="869"/>
                  </a:lnTo>
                  <a:lnTo>
                    <a:pt x="7865" y="0"/>
                  </a:lnTo>
                  <a:lnTo>
                    <a:pt x="7936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529A7525-230A-6CA6-4533-12791F55D24D}"/>
                </a:ext>
              </a:extLst>
            </p:cNvPr>
            <p:cNvSpPr/>
            <p:nvPr/>
          </p:nvSpPr>
          <p:spPr>
            <a:xfrm>
              <a:off x="8747000" y="4075466"/>
              <a:ext cx="122106" cy="70502"/>
            </a:xfrm>
            <a:custGeom>
              <a:avLst/>
              <a:gdLst>
                <a:gd name="connsiteX0" fmla="*/ 122107 w 122106"/>
                <a:gd name="connsiteY0" fmla="*/ 65948 h 70502"/>
                <a:gd name="connsiteX1" fmla="*/ 120581 w 122106"/>
                <a:gd name="connsiteY1" fmla="*/ 66817 h 70502"/>
                <a:gd name="connsiteX2" fmla="*/ 115744 w 122106"/>
                <a:gd name="connsiteY2" fmla="*/ 69634 h 70502"/>
                <a:gd name="connsiteX3" fmla="*/ 114266 w 122106"/>
                <a:gd name="connsiteY3" fmla="*/ 70503 h 70502"/>
                <a:gd name="connsiteX4" fmla="*/ 0 w 122106"/>
                <a:gd name="connsiteY4" fmla="*/ 4484 h 70502"/>
                <a:gd name="connsiteX5" fmla="*/ 1526 w 122106"/>
                <a:gd name="connsiteY5" fmla="*/ 3639 h 70502"/>
                <a:gd name="connsiteX6" fmla="*/ 6316 w 122106"/>
                <a:gd name="connsiteY6" fmla="*/ 869 h 70502"/>
                <a:gd name="connsiteX7" fmla="*/ 7818 w 122106"/>
                <a:gd name="connsiteY7" fmla="*/ 0 h 70502"/>
                <a:gd name="connsiteX8" fmla="*/ 7889 w 122106"/>
                <a:gd name="connsiteY8" fmla="*/ 0 h 70502"/>
                <a:gd name="connsiteX9" fmla="*/ 122107 w 122106"/>
                <a:gd name="connsiteY9" fmla="*/ 65948 h 7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06" h="70502">
                  <a:moveTo>
                    <a:pt x="122107" y="65948"/>
                  </a:moveTo>
                  <a:lnTo>
                    <a:pt x="120581" y="66817"/>
                  </a:lnTo>
                  <a:lnTo>
                    <a:pt x="115744" y="69634"/>
                  </a:lnTo>
                  <a:lnTo>
                    <a:pt x="114266" y="70503"/>
                  </a:lnTo>
                  <a:lnTo>
                    <a:pt x="0" y="4484"/>
                  </a:lnTo>
                  <a:lnTo>
                    <a:pt x="1526" y="3639"/>
                  </a:lnTo>
                  <a:lnTo>
                    <a:pt x="6316" y="869"/>
                  </a:lnTo>
                  <a:lnTo>
                    <a:pt x="7818" y="0"/>
                  </a:lnTo>
                  <a:lnTo>
                    <a:pt x="7889" y="0"/>
                  </a:lnTo>
                  <a:lnTo>
                    <a:pt x="122107" y="65948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F6471693-0DB1-6E40-33EF-C4AD57E7DEFB}"/>
                </a:ext>
              </a:extLst>
            </p:cNvPr>
            <p:cNvSpPr/>
            <p:nvPr/>
          </p:nvSpPr>
          <p:spPr>
            <a:xfrm>
              <a:off x="8760993" y="4067343"/>
              <a:ext cx="122153" cy="70479"/>
            </a:xfrm>
            <a:custGeom>
              <a:avLst/>
              <a:gdLst>
                <a:gd name="connsiteX0" fmla="*/ 122153 w 122153"/>
                <a:gd name="connsiteY0" fmla="*/ 65995 h 70479"/>
                <a:gd name="connsiteX1" fmla="*/ 120627 w 122153"/>
                <a:gd name="connsiteY1" fmla="*/ 66840 h 70479"/>
                <a:gd name="connsiteX2" fmla="*/ 115767 w 122153"/>
                <a:gd name="connsiteY2" fmla="*/ 69634 h 70479"/>
                <a:gd name="connsiteX3" fmla="*/ 114312 w 122153"/>
                <a:gd name="connsiteY3" fmla="*/ 70480 h 70479"/>
                <a:gd name="connsiteX4" fmla="*/ 0 w 122153"/>
                <a:gd name="connsiteY4" fmla="*/ 4531 h 70479"/>
                <a:gd name="connsiteX5" fmla="*/ 1502 w 122153"/>
                <a:gd name="connsiteY5" fmla="*/ 3686 h 70479"/>
                <a:gd name="connsiteX6" fmla="*/ 6362 w 122153"/>
                <a:gd name="connsiteY6" fmla="*/ 845 h 70479"/>
                <a:gd name="connsiteX7" fmla="*/ 7865 w 122153"/>
                <a:gd name="connsiteY7" fmla="*/ 0 h 70479"/>
                <a:gd name="connsiteX8" fmla="*/ 7912 w 122153"/>
                <a:gd name="connsiteY8" fmla="*/ 0 h 70479"/>
                <a:gd name="connsiteX9" fmla="*/ 122153 w 122153"/>
                <a:gd name="connsiteY9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479">
                  <a:moveTo>
                    <a:pt x="122153" y="65995"/>
                  </a:moveTo>
                  <a:lnTo>
                    <a:pt x="120627" y="66840"/>
                  </a:lnTo>
                  <a:lnTo>
                    <a:pt x="115767" y="69634"/>
                  </a:lnTo>
                  <a:lnTo>
                    <a:pt x="114312" y="70480"/>
                  </a:lnTo>
                  <a:lnTo>
                    <a:pt x="0" y="4531"/>
                  </a:lnTo>
                  <a:lnTo>
                    <a:pt x="1502" y="3686"/>
                  </a:lnTo>
                  <a:lnTo>
                    <a:pt x="6362" y="845"/>
                  </a:lnTo>
                  <a:lnTo>
                    <a:pt x="7865" y="0"/>
                  </a:lnTo>
                  <a:lnTo>
                    <a:pt x="7912" y="0"/>
                  </a:lnTo>
                  <a:lnTo>
                    <a:pt x="122153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FBE706A6-AFF5-DA1C-8054-B45F0B84B218}"/>
                </a:ext>
              </a:extLst>
            </p:cNvPr>
            <p:cNvSpPr/>
            <p:nvPr/>
          </p:nvSpPr>
          <p:spPr>
            <a:xfrm>
              <a:off x="8775033" y="4059267"/>
              <a:ext cx="122083" cy="70432"/>
            </a:xfrm>
            <a:custGeom>
              <a:avLst/>
              <a:gdLst>
                <a:gd name="connsiteX0" fmla="*/ 122083 w 122083"/>
                <a:gd name="connsiteY0" fmla="*/ 65948 h 70432"/>
                <a:gd name="connsiteX1" fmla="*/ 120580 w 122083"/>
                <a:gd name="connsiteY1" fmla="*/ 66793 h 70432"/>
                <a:gd name="connsiteX2" fmla="*/ 115767 w 122083"/>
                <a:gd name="connsiteY2" fmla="*/ 69587 h 70432"/>
                <a:gd name="connsiteX3" fmla="*/ 114312 w 122083"/>
                <a:gd name="connsiteY3" fmla="*/ 70433 h 70432"/>
                <a:gd name="connsiteX4" fmla="*/ 0 w 122083"/>
                <a:gd name="connsiteY4" fmla="*/ 4484 h 70432"/>
                <a:gd name="connsiteX5" fmla="*/ 1502 w 122083"/>
                <a:gd name="connsiteY5" fmla="*/ 3639 h 70432"/>
                <a:gd name="connsiteX6" fmla="*/ 6362 w 122083"/>
                <a:gd name="connsiteY6" fmla="*/ 845 h 70432"/>
                <a:gd name="connsiteX7" fmla="*/ 7865 w 122083"/>
                <a:gd name="connsiteY7" fmla="*/ 0 h 70432"/>
                <a:gd name="connsiteX8" fmla="*/ 7912 w 122083"/>
                <a:gd name="connsiteY8" fmla="*/ 0 h 70432"/>
                <a:gd name="connsiteX9" fmla="*/ 122083 w 122083"/>
                <a:gd name="connsiteY9" fmla="*/ 65948 h 70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083" h="70432">
                  <a:moveTo>
                    <a:pt x="122083" y="65948"/>
                  </a:moveTo>
                  <a:lnTo>
                    <a:pt x="120580" y="66793"/>
                  </a:lnTo>
                  <a:lnTo>
                    <a:pt x="115767" y="69587"/>
                  </a:lnTo>
                  <a:lnTo>
                    <a:pt x="114312" y="70433"/>
                  </a:lnTo>
                  <a:lnTo>
                    <a:pt x="0" y="4484"/>
                  </a:lnTo>
                  <a:lnTo>
                    <a:pt x="1502" y="3639"/>
                  </a:lnTo>
                  <a:lnTo>
                    <a:pt x="6362" y="845"/>
                  </a:lnTo>
                  <a:lnTo>
                    <a:pt x="7865" y="0"/>
                  </a:lnTo>
                  <a:lnTo>
                    <a:pt x="7912" y="0"/>
                  </a:lnTo>
                  <a:lnTo>
                    <a:pt x="122083" y="65948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BF21E4A0-B3D3-C48E-5675-5AB8FA5EB1B4}"/>
                </a:ext>
              </a:extLst>
            </p:cNvPr>
            <p:cNvSpPr/>
            <p:nvPr/>
          </p:nvSpPr>
          <p:spPr>
            <a:xfrm>
              <a:off x="8789072" y="4051120"/>
              <a:ext cx="122083" cy="70503"/>
            </a:xfrm>
            <a:custGeom>
              <a:avLst/>
              <a:gdLst>
                <a:gd name="connsiteX0" fmla="*/ 122083 w 122083"/>
                <a:gd name="connsiteY0" fmla="*/ 66019 h 70503"/>
                <a:gd name="connsiteX1" fmla="*/ 120580 w 122083"/>
                <a:gd name="connsiteY1" fmla="*/ 66864 h 70503"/>
                <a:gd name="connsiteX2" fmla="*/ 115768 w 122083"/>
                <a:gd name="connsiteY2" fmla="*/ 69634 h 70503"/>
                <a:gd name="connsiteX3" fmla="*/ 114265 w 122083"/>
                <a:gd name="connsiteY3" fmla="*/ 70503 h 70503"/>
                <a:gd name="connsiteX4" fmla="*/ 0 w 122083"/>
                <a:gd name="connsiteY4" fmla="*/ 4555 h 70503"/>
                <a:gd name="connsiteX5" fmla="*/ 1502 w 122083"/>
                <a:gd name="connsiteY5" fmla="*/ 3710 h 70503"/>
                <a:gd name="connsiteX6" fmla="*/ 6362 w 122083"/>
                <a:gd name="connsiteY6" fmla="*/ 916 h 70503"/>
                <a:gd name="connsiteX7" fmla="*/ 7865 w 122083"/>
                <a:gd name="connsiteY7" fmla="*/ 0 h 70503"/>
                <a:gd name="connsiteX8" fmla="*/ 122083 w 122083"/>
                <a:gd name="connsiteY8" fmla="*/ 66019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83" h="70503">
                  <a:moveTo>
                    <a:pt x="122083" y="66019"/>
                  </a:moveTo>
                  <a:lnTo>
                    <a:pt x="120580" y="66864"/>
                  </a:lnTo>
                  <a:lnTo>
                    <a:pt x="115768" y="69634"/>
                  </a:lnTo>
                  <a:lnTo>
                    <a:pt x="114265" y="70503"/>
                  </a:lnTo>
                  <a:lnTo>
                    <a:pt x="0" y="4555"/>
                  </a:lnTo>
                  <a:lnTo>
                    <a:pt x="1502" y="3710"/>
                  </a:lnTo>
                  <a:lnTo>
                    <a:pt x="6362" y="916"/>
                  </a:lnTo>
                  <a:lnTo>
                    <a:pt x="7865" y="0"/>
                  </a:lnTo>
                  <a:lnTo>
                    <a:pt x="122083" y="66019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4F6F425-E33E-4EC1-2444-63712E9E2887}"/>
                </a:ext>
              </a:extLst>
            </p:cNvPr>
            <p:cNvSpPr/>
            <p:nvPr/>
          </p:nvSpPr>
          <p:spPr>
            <a:xfrm>
              <a:off x="8803088" y="4042997"/>
              <a:ext cx="122106" cy="70503"/>
            </a:xfrm>
            <a:custGeom>
              <a:avLst/>
              <a:gdLst>
                <a:gd name="connsiteX0" fmla="*/ 122107 w 122106"/>
                <a:gd name="connsiteY0" fmla="*/ 65995 h 70503"/>
                <a:gd name="connsiteX1" fmla="*/ 120580 w 122106"/>
                <a:gd name="connsiteY1" fmla="*/ 66864 h 70503"/>
                <a:gd name="connsiteX2" fmla="*/ 115744 w 122106"/>
                <a:gd name="connsiteY2" fmla="*/ 69634 h 70503"/>
                <a:gd name="connsiteX3" fmla="*/ 114288 w 122106"/>
                <a:gd name="connsiteY3" fmla="*/ 70503 h 70503"/>
                <a:gd name="connsiteX4" fmla="*/ 0 w 122106"/>
                <a:gd name="connsiteY4" fmla="*/ 4555 h 70503"/>
                <a:gd name="connsiteX5" fmla="*/ 1526 w 122106"/>
                <a:gd name="connsiteY5" fmla="*/ 3686 h 70503"/>
                <a:gd name="connsiteX6" fmla="*/ 6433 w 122106"/>
                <a:gd name="connsiteY6" fmla="*/ 916 h 70503"/>
                <a:gd name="connsiteX7" fmla="*/ 7935 w 122106"/>
                <a:gd name="connsiteY7" fmla="*/ 0 h 70503"/>
                <a:gd name="connsiteX8" fmla="*/ 122107 w 122106"/>
                <a:gd name="connsiteY8" fmla="*/ 65995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06" h="70503">
                  <a:moveTo>
                    <a:pt x="122107" y="65995"/>
                  </a:moveTo>
                  <a:lnTo>
                    <a:pt x="120580" y="66864"/>
                  </a:lnTo>
                  <a:lnTo>
                    <a:pt x="115744" y="69634"/>
                  </a:lnTo>
                  <a:lnTo>
                    <a:pt x="114288" y="70503"/>
                  </a:lnTo>
                  <a:lnTo>
                    <a:pt x="0" y="4555"/>
                  </a:lnTo>
                  <a:lnTo>
                    <a:pt x="1526" y="3686"/>
                  </a:lnTo>
                  <a:lnTo>
                    <a:pt x="6433" y="916"/>
                  </a:lnTo>
                  <a:lnTo>
                    <a:pt x="7935" y="0"/>
                  </a:lnTo>
                  <a:lnTo>
                    <a:pt x="122107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F18EDCA-6C5B-1960-42FE-F27B466FDC69}"/>
                </a:ext>
              </a:extLst>
            </p:cNvPr>
            <p:cNvSpPr/>
            <p:nvPr/>
          </p:nvSpPr>
          <p:spPr>
            <a:xfrm>
              <a:off x="8826988" y="4214477"/>
              <a:ext cx="153261" cy="213528"/>
            </a:xfrm>
            <a:custGeom>
              <a:avLst/>
              <a:gdLst>
                <a:gd name="connsiteX0" fmla="*/ 153261 w 153261"/>
                <a:gd name="connsiteY0" fmla="*/ 213528 h 213528"/>
                <a:gd name="connsiteX1" fmla="*/ 0 w 153261"/>
                <a:gd name="connsiteY1" fmla="*/ 124478 h 213528"/>
                <a:gd name="connsiteX2" fmla="*/ 0 w 153261"/>
                <a:gd name="connsiteY2" fmla="*/ 0 h 213528"/>
                <a:gd name="connsiteX3" fmla="*/ 153261 w 153261"/>
                <a:gd name="connsiteY3" fmla="*/ 89496 h 213528"/>
                <a:gd name="connsiteX4" fmla="*/ 153261 w 153261"/>
                <a:gd name="connsiteY4" fmla="*/ 213528 h 21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61" h="213528">
                  <a:moveTo>
                    <a:pt x="153261" y="213528"/>
                  </a:moveTo>
                  <a:lnTo>
                    <a:pt x="0" y="124478"/>
                  </a:lnTo>
                  <a:lnTo>
                    <a:pt x="0" y="0"/>
                  </a:lnTo>
                  <a:lnTo>
                    <a:pt x="153261" y="89496"/>
                  </a:lnTo>
                  <a:lnTo>
                    <a:pt x="153261" y="213528"/>
                  </a:lnTo>
                  <a:close/>
                </a:path>
              </a:pathLst>
            </a:custGeom>
            <a:solidFill>
              <a:srgbClr val="3D3D3D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76DC3B7-6279-01B0-2B60-D04FCE1B6B0B}"/>
                </a:ext>
              </a:extLst>
            </p:cNvPr>
            <p:cNvSpPr/>
            <p:nvPr/>
          </p:nvSpPr>
          <p:spPr>
            <a:xfrm>
              <a:off x="8980250" y="4196657"/>
              <a:ext cx="286026" cy="179462"/>
            </a:xfrm>
            <a:custGeom>
              <a:avLst/>
              <a:gdLst>
                <a:gd name="connsiteX0" fmla="*/ 286027 w 286026"/>
                <a:gd name="connsiteY0" fmla="*/ 107316 h 179462"/>
                <a:gd name="connsiteX1" fmla="*/ 160211 w 286026"/>
                <a:gd name="connsiteY1" fmla="*/ 179462 h 179462"/>
                <a:gd name="connsiteX2" fmla="*/ 146077 w 286026"/>
                <a:gd name="connsiteY2" fmla="*/ 173100 h 179462"/>
                <a:gd name="connsiteX3" fmla="*/ 146007 w 286026"/>
                <a:gd name="connsiteY3" fmla="*/ 173100 h 179462"/>
                <a:gd name="connsiteX4" fmla="*/ 129056 w 286026"/>
                <a:gd name="connsiteY4" fmla="*/ 165423 h 179462"/>
                <a:gd name="connsiteX5" fmla="*/ 109053 w 286026"/>
                <a:gd name="connsiteY5" fmla="*/ 156431 h 179462"/>
                <a:gd name="connsiteX6" fmla="*/ 92032 w 286026"/>
                <a:gd name="connsiteY6" fmla="*/ 148754 h 179462"/>
                <a:gd name="connsiteX7" fmla="*/ 72052 w 286026"/>
                <a:gd name="connsiteY7" fmla="*/ 139785 h 179462"/>
                <a:gd name="connsiteX8" fmla="*/ 55078 w 286026"/>
                <a:gd name="connsiteY8" fmla="*/ 132108 h 179462"/>
                <a:gd name="connsiteX9" fmla="*/ 35075 w 286026"/>
                <a:gd name="connsiteY9" fmla="*/ 123116 h 179462"/>
                <a:gd name="connsiteX10" fmla="*/ 18125 w 286026"/>
                <a:gd name="connsiteY10" fmla="*/ 115486 h 179462"/>
                <a:gd name="connsiteX11" fmla="*/ 0 w 286026"/>
                <a:gd name="connsiteY11" fmla="*/ 107316 h 179462"/>
                <a:gd name="connsiteX12" fmla="*/ 189487 w 286026"/>
                <a:gd name="connsiteY12" fmla="*/ 0 h 179462"/>
                <a:gd name="connsiteX13" fmla="*/ 201202 w 286026"/>
                <a:gd name="connsiteY13" fmla="*/ 13030 h 179462"/>
                <a:gd name="connsiteX14" fmla="*/ 211509 w 286026"/>
                <a:gd name="connsiteY14" fmla="*/ 24440 h 179462"/>
                <a:gd name="connsiteX15" fmla="*/ 223576 w 286026"/>
                <a:gd name="connsiteY15" fmla="*/ 37869 h 179462"/>
                <a:gd name="connsiteX16" fmla="*/ 233836 w 286026"/>
                <a:gd name="connsiteY16" fmla="*/ 49279 h 179462"/>
                <a:gd name="connsiteX17" fmla="*/ 245904 w 286026"/>
                <a:gd name="connsiteY17" fmla="*/ 62661 h 179462"/>
                <a:gd name="connsiteX18" fmla="*/ 256140 w 286026"/>
                <a:gd name="connsiteY18" fmla="*/ 74071 h 179462"/>
                <a:gd name="connsiteX19" fmla="*/ 268254 w 286026"/>
                <a:gd name="connsiteY19" fmla="*/ 87524 h 179462"/>
                <a:gd name="connsiteX20" fmla="*/ 278514 w 286026"/>
                <a:gd name="connsiteY20" fmla="*/ 98934 h 179462"/>
                <a:gd name="connsiteX21" fmla="*/ 286027 w 286026"/>
                <a:gd name="connsiteY21" fmla="*/ 107316 h 1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6026" h="179462">
                  <a:moveTo>
                    <a:pt x="286027" y="107316"/>
                  </a:moveTo>
                  <a:lnTo>
                    <a:pt x="160211" y="179462"/>
                  </a:lnTo>
                  <a:lnTo>
                    <a:pt x="146077" y="173100"/>
                  </a:lnTo>
                  <a:lnTo>
                    <a:pt x="146007" y="173100"/>
                  </a:lnTo>
                  <a:lnTo>
                    <a:pt x="129056" y="165423"/>
                  </a:lnTo>
                  <a:lnTo>
                    <a:pt x="109053" y="156431"/>
                  </a:lnTo>
                  <a:lnTo>
                    <a:pt x="92032" y="148754"/>
                  </a:lnTo>
                  <a:lnTo>
                    <a:pt x="72052" y="139785"/>
                  </a:lnTo>
                  <a:lnTo>
                    <a:pt x="55078" y="132108"/>
                  </a:lnTo>
                  <a:lnTo>
                    <a:pt x="35075" y="123116"/>
                  </a:lnTo>
                  <a:lnTo>
                    <a:pt x="18125" y="115486"/>
                  </a:lnTo>
                  <a:lnTo>
                    <a:pt x="0" y="107316"/>
                  </a:lnTo>
                  <a:lnTo>
                    <a:pt x="189487" y="0"/>
                  </a:lnTo>
                  <a:lnTo>
                    <a:pt x="201202" y="13030"/>
                  </a:lnTo>
                  <a:lnTo>
                    <a:pt x="211509" y="24440"/>
                  </a:lnTo>
                  <a:lnTo>
                    <a:pt x="223576" y="37869"/>
                  </a:lnTo>
                  <a:lnTo>
                    <a:pt x="233836" y="49279"/>
                  </a:lnTo>
                  <a:lnTo>
                    <a:pt x="245904" y="62661"/>
                  </a:lnTo>
                  <a:lnTo>
                    <a:pt x="256140" y="74071"/>
                  </a:lnTo>
                  <a:lnTo>
                    <a:pt x="268254" y="87524"/>
                  </a:lnTo>
                  <a:lnTo>
                    <a:pt x="278514" y="98934"/>
                  </a:lnTo>
                  <a:lnTo>
                    <a:pt x="286027" y="107316"/>
                  </a:lnTo>
                  <a:close/>
                </a:path>
              </a:pathLst>
            </a:custGeom>
            <a:solidFill>
              <a:srgbClr val="444444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CC37124-F00B-FCC6-B06D-3BD3DBD3EAE0}"/>
                </a:ext>
              </a:extLst>
            </p:cNvPr>
            <p:cNvSpPr/>
            <p:nvPr/>
          </p:nvSpPr>
          <p:spPr>
            <a:xfrm>
              <a:off x="8980250" y="4303973"/>
              <a:ext cx="160445" cy="156125"/>
            </a:xfrm>
            <a:custGeom>
              <a:avLst/>
              <a:gdLst>
                <a:gd name="connsiteX0" fmla="*/ 160446 w 160445"/>
                <a:gd name="connsiteY0" fmla="*/ 156126 h 156125"/>
                <a:gd name="connsiteX1" fmla="*/ 0 w 160445"/>
                <a:gd name="connsiteY1" fmla="*/ 124032 h 156125"/>
                <a:gd name="connsiteX2" fmla="*/ 0 w 160445"/>
                <a:gd name="connsiteY2" fmla="*/ 0 h 156125"/>
                <a:gd name="connsiteX3" fmla="*/ 160211 w 160445"/>
                <a:gd name="connsiteY3" fmla="*/ 72170 h 156125"/>
                <a:gd name="connsiteX4" fmla="*/ 160446 w 160445"/>
                <a:gd name="connsiteY4" fmla="*/ 156126 h 15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445" h="156125">
                  <a:moveTo>
                    <a:pt x="160446" y="156126"/>
                  </a:moveTo>
                  <a:lnTo>
                    <a:pt x="0" y="124032"/>
                  </a:lnTo>
                  <a:lnTo>
                    <a:pt x="0" y="0"/>
                  </a:lnTo>
                  <a:lnTo>
                    <a:pt x="160211" y="72170"/>
                  </a:lnTo>
                  <a:lnTo>
                    <a:pt x="160446" y="156126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641826FD-AF96-4246-17C0-14B40144FE7A}"/>
                </a:ext>
              </a:extLst>
            </p:cNvPr>
            <p:cNvSpPr/>
            <p:nvPr/>
          </p:nvSpPr>
          <p:spPr>
            <a:xfrm>
              <a:off x="9140460" y="4303973"/>
              <a:ext cx="126050" cy="156125"/>
            </a:xfrm>
            <a:custGeom>
              <a:avLst/>
              <a:gdLst>
                <a:gd name="connsiteX0" fmla="*/ 125816 w 126050"/>
                <a:gd name="connsiteY0" fmla="*/ 0 h 156125"/>
                <a:gd name="connsiteX1" fmla="*/ 126051 w 126050"/>
                <a:gd name="connsiteY1" fmla="*/ 83486 h 156125"/>
                <a:gd name="connsiteX2" fmla="*/ 235 w 126050"/>
                <a:gd name="connsiteY2" fmla="*/ 156126 h 156125"/>
                <a:gd name="connsiteX3" fmla="*/ 0 w 126050"/>
                <a:gd name="connsiteY3" fmla="*/ 72170 h 156125"/>
                <a:gd name="connsiteX4" fmla="*/ 125816 w 126050"/>
                <a:gd name="connsiteY4" fmla="*/ 0 h 15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050" h="156125">
                  <a:moveTo>
                    <a:pt x="125816" y="0"/>
                  </a:moveTo>
                  <a:lnTo>
                    <a:pt x="126051" y="83486"/>
                  </a:lnTo>
                  <a:lnTo>
                    <a:pt x="235" y="156126"/>
                  </a:lnTo>
                  <a:lnTo>
                    <a:pt x="0" y="72170"/>
                  </a:lnTo>
                  <a:lnTo>
                    <a:pt x="125816" y="0"/>
                  </a:lnTo>
                  <a:close/>
                </a:path>
              </a:pathLst>
            </a:custGeom>
            <a:solidFill>
              <a:srgbClr val="40404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77E786D6-5DFD-2CE7-CE97-EFE4B8106692}"/>
                </a:ext>
              </a:extLst>
            </p:cNvPr>
            <p:cNvSpPr/>
            <p:nvPr/>
          </p:nvSpPr>
          <p:spPr>
            <a:xfrm>
              <a:off x="8826988" y="4106269"/>
              <a:ext cx="342748" cy="197704"/>
            </a:xfrm>
            <a:custGeom>
              <a:avLst/>
              <a:gdLst>
                <a:gd name="connsiteX0" fmla="*/ 153261 w 342748"/>
                <a:gd name="connsiteY0" fmla="*/ 197704 h 197704"/>
                <a:gd name="connsiteX1" fmla="*/ 0 w 342748"/>
                <a:gd name="connsiteY1" fmla="*/ 108208 h 197704"/>
                <a:gd name="connsiteX2" fmla="*/ 187539 w 342748"/>
                <a:gd name="connsiteY2" fmla="*/ 0 h 197704"/>
                <a:gd name="connsiteX3" fmla="*/ 342748 w 342748"/>
                <a:gd name="connsiteY3" fmla="*/ 90365 h 197704"/>
                <a:gd name="connsiteX4" fmla="*/ 153261 w 342748"/>
                <a:gd name="connsiteY4" fmla="*/ 197704 h 197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748" h="197704">
                  <a:moveTo>
                    <a:pt x="153261" y="197704"/>
                  </a:moveTo>
                  <a:lnTo>
                    <a:pt x="0" y="108208"/>
                  </a:lnTo>
                  <a:lnTo>
                    <a:pt x="187539" y="0"/>
                  </a:lnTo>
                  <a:lnTo>
                    <a:pt x="342748" y="90365"/>
                  </a:lnTo>
                  <a:lnTo>
                    <a:pt x="153261" y="197704"/>
                  </a:lnTo>
                  <a:close/>
                </a:path>
              </a:pathLst>
            </a:custGeom>
            <a:solidFill>
              <a:srgbClr val="484848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69E7B04F-F704-43DB-E7BD-C1EED6F297A0}"/>
                </a:ext>
              </a:extLst>
            </p:cNvPr>
            <p:cNvSpPr/>
            <p:nvPr/>
          </p:nvSpPr>
          <p:spPr>
            <a:xfrm>
              <a:off x="9238479" y="4346403"/>
              <a:ext cx="2954153" cy="1719887"/>
            </a:xfrm>
            <a:custGeom>
              <a:avLst/>
              <a:gdLst>
                <a:gd name="connsiteX0" fmla="*/ 2952815 w 2954153"/>
                <a:gd name="connsiteY0" fmla="*/ 1707611 h 1719887"/>
                <a:gd name="connsiteX1" fmla="*/ 2952815 w 2954153"/>
                <a:gd name="connsiteY1" fmla="*/ 1718856 h 1719887"/>
                <a:gd name="connsiteX2" fmla="*/ 26623 w 2954153"/>
                <a:gd name="connsiteY2" fmla="*/ 18003 h 1719887"/>
                <a:gd name="connsiteX3" fmla="*/ -1339 w 2954153"/>
                <a:gd name="connsiteY3" fmla="*/ 1757 h 1719887"/>
                <a:gd name="connsiteX4" fmla="*/ 1573 w 2954153"/>
                <a:gd name="connsiteY4" fmla="*/ 301 h 1719887"/>
                <a:gd name="connsiteX5" fmla="*/ 1901 w 2954153"/>
                <a:gd name="connsiteY5" fmla="*/ 137 h 1719887"/>
                <a:gd name="connsiteX6" fmla="*/ 2488 w 2954153"/>
                <a:gd name="connsiteY6" fmla="*/ -74 h 1719887"/>
                <a:gd name="connsiteX7" fmla="*/ 4131 w 2954153"/>
                <a:gd name="connsiteY7" fmla="*/ -638 h 1719887"/>
                <a:gd name="connsiteX8" fmla="*/ 4648 w 2954153"/>
                <a:gd name="connsiteY8" fmla="*/ -802 h 1719887"/>
                <a:gd name="connsiteX9" fmla="*/ 5165 w 2954153"/>
                <a:gd name="connsiteY9" fmla="*/ -802 h 1719887"/>
                <a:gd name="connsiteX10" fmla="*/ 6104 w 2954153"/>
                <a:gd name="connsiteY10" fmla="*/ -1014 h 1719887"/>
                <a:gd name="connsiteX11" fmla="*/ 6691 w 2954153"/>
                <a:gd name="connsiteY11" fmla="*/ -1014 h 1719887"/>
                <a:gd name="connsiteX12" fmla="*/ 7348 w 2954153"/>
                <a:gd name="connsiteY12" fmla="*/ -1014 h 1719887"/>
                <a:gd name="connsiteX13" fmla="*/ 8052 w 2954153"/>
                <a:gd name="connsiteY13" fmla="*/ -1014 h 1719887"/>
                <a:gd name="connsiteX14" fmla="*/ 8428 w 2954153"/>
                <a:gd name="connsiteY14" fmla="*/ -1014 h 1719887"/>
                <a:gd name="connsiteX15" fmla="*/ 9531 w 2954153"/>
                <a:gd name="connsiteY15" fmla="*/ -1014 h 1719887"/>
                <a:gd name="connsiteX16" fmla="*/ 9954 w 2954153"/>
                <a:gd name="connsiteY16" fmla="*/ -1014 h 1719887"/>
                <a:gd name="connsiteX17" fmla="*/ 11363 w 2954153"/>
                <a:gd name="connsiteY17" fmla="*/ -849 h 1719887"/>
                <a:gd name="connsiteX18" fmla="*/ 11598 w 2954153"/>
                <a:gd name="connsiteY18" fmla="*/ -849 h 1719887"/>
                <a:gd name="connsiteX19" fmla="*/ 11997 w 2954153"/>
                <a:gd name="connsiteY19" fmla="*/ -849 h 1719887"/>
                <a:gd name="connsiteX20" fmla="*/ 12677 w 2954153"/>
                <a:gd name="connsiteY20" fmla="*/ -685 h 1719887"/>
                <a:gd name="connsiteX21" fmla="*/ 13288 w 2954153"/>
                <a:gd name="connsiteY21" fmla="*/ -473 h 1719887"/>
                <a:gd name="connsiteX22" fmla="*/ 13663 w 2954153"/>
                <a:gd name="connsiteY22" fmla="*/ -333 h 1719887"/>
                <a:gd name="connsiteX23" fmla="*/ 13898 w 2954153"/>
                <a:gd name="connsiteY23" fmla="*/ -333 h 1719887"/>
                <a:gd name="connsiteX24" fmla="*/ 15072 w 2954153"/>
                <a:gd name="connsiteY24" fmla="*/ 254 h 1719887"/>
                <a:gd name="connsiteX25" fmla="*/ 15213 w 2954153"/>
                <a:gd name="connsiteY25" fmla="*/ 254 h 1719887"/>
                <a:gd name="connsiteX26" fmla="*/ 26599 w 2954153"/>
                <a:gd name="connsiteY26" fmla="*/ 6875 h 171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54153" h="1719887">
                  <a:moveTo>
                    <a:pt x="2952815" y="1707611"/>
                  </a:moveTo>
                  <a:lnTo>
                    <a:pt x="2952815" y="1718856"/>
                  </a:lnTo>
                  <a:lnTo>
                    <a:pt x="26623" y="18003"/>
                  </a:lnTo>
                  <a:lnTo>
                    <a:pt x="-1339" y="1757"/>
                  </a:lnTo>
                  <a:cubicBezTo>
                    <a:pt x="-400" y="1194"/>
                    <a:pt x="563" y="724"/>
                    <a:pt x="1573" y="301"/>
                  </a:cubicBezTo>
                  <a:lnTo>
                    <a:pt x="1901" y="137"/>
                  </a:lnTo>
                  <a:lnTo>
                    <a:pt x="2488" y="-74"/>
                  </a:lnTo>
                  <a:cubicBezTo>
                    <a:pt x="3028" y="-286"/>
                    <a:pt x="3591" y="-473"/>
                    <a:pt x="4131" y="-638"/>
                  </a:cubicBezTo>
                  <a:lnTo>
                    <a:pt x="4648" y="-802"/>
                  </a:lnTo>
                  <a:cubicBezTo>
                    <a:pt x="4812" y="-802"/>
                    <a:pt x="5000" y="-802"/>
                    <a:pt x="5165" y="-802"/>
                  </a:cubicBezTo>
                  <a:lnTo>
                    <a:pt x="6104" y="-1014"/>
                  </a:lnTo>
                  <a:lnTo>
                    <a:pt x="6691" y="-1014"/>
                  </a:lnTo>
                  <a:cubicBezTo>
                    <a:pt x="6902" y="-1037"/>
                    <a:pt x="7136" y="-1037"/>
                    <a:pt x="7348" y="-1014"/>
                  </a:cubicBezTo>
                  <a:lnTo>
                    <a:pt x="8052" y="-1014"/>
                  </a:lnTo>
                  <a:lnTo>
                    <a:pt x="8428" y="-1014"/>
                  </a:lnTo>
                  <a:cubicBezTo>
                    <a:pt x="8804" y="-1037"/>
                    <a:pt x="9156" y="-1037"/>
                    <a:pt x="9531" y="-1014"/>
                  </a:cubicBezTo>
                  <a:lnTo>
                    <a:pt x="9954" y="-1014"/>
                  </a:lnTo>
                  <a:cubicBezTo>
                    <a:pt x="10424" y="-990"/>
                    <a:pt x="10893" y="-920"/>
                    <a:pt x="11363" y="-849"/>
                  </a:cubicBezTo>
                  <a:lnTo>
                    <a:pt x="11598" y="-849"/>
                  </a:lnTo>
                  <a:lnTo>
                    <a:pt x="11997" y="-849"/>
                  </a:lnTo>
                  <a:lnTo>
                    <a:pt x="12677" y="-685"/>
                  </a:lnTo>
                  <a:cubicBezTo>
                    <a:pt x="12889" y="-614"/>
                    <a:pt x="13100" y="-544"/>
                    <a:pt x="13288" y="-473"/>
                  </a:cubicBezTo>
                  <a:lnTo>
                    <a:pt x="13663" y="-333"/>
                  </a:lnTo>
                  <a:lnTo>
                    <a:pt x="13898" y="-333"/>
                  </a:lnTo>
                  <a:cubicBezTo>
                    <a:pt x="14297" y="-145"/>
                    <a:pt x="14696" y="43"/>
                    <a:pt x="15072" y="254"/>
                  </a:cubicBezTo>
                  <a:lnTo>
                    <a:pt x="15213" y="254"/>
                  </a:lnTo>
                  <a:lnTo>
                    <a:pt x="26599" y="6875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486F6685-0140-4125-FF0B-D7CB2E4CC7D4}"/>
                </a:ext>
              </a:extLst>
            </p:cNvPr>
            <p:cNvSpPr/>
            <p:nvPr/>
          </p:nvSpPr>
          <p:spPr>
            <a:xfrm>
              <a:off x="9173939" y="4349167"/>
              <a:ext cx="3018694" cy="1791852"/>
            </a:xfrm>
            <a:custGeom>
              <a:avLst/>
              <a:gdLst>
                <a:gd name="connsiteX0" fmla="*/ 3018694 w 3018694"/>
                <a:gd name="connsiteY0" fmla="*/ 1717100 h 1791852"/>
                <a:gd name="connsiteX1" fmla="*/ 3018694 w 3018694"/>
                <a:gd name="connsiteY1" fmla="*/ 1791852 h 1791852"/>
                <a:gd name="connsiteX2" fmla="*/ 47026 w 3018694"/>
                <a:gd name="connsiteY2" fmla="*/ 64587 h 1791852"/>
                <a:gd name="connsiteX3" fmla="*/ 0 w 3018694"/>
                <a:gd name="connsiteY3" fmla="*/ 37259 h 1791852"/>
                <a:gd name="connsiteX4" fmla="*/ 64540 w 3018694"/>
                <a:gd name="connsiteY4" fmla="*/ 0 h 1791852"/>
                <a:gd name="connsiteX5" fmla="*/ 92501 w 3018694"/>
                <a:gd name="connsiteY5" fmla="*/ 16247 h 1791852"/>
                <a:gd name="connsiteX6" fmla="*/ 3018694 w 3018694"/>
                <a:gd name="connsiteY6" fmla="*/ 1717100 h 179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18694" h="1791852">
                  <a:moveTo>
                    <a:pt x="3018694" y="1717100"/>
                  </a:moveTo>
                  <a:lnTo>
                    <a:pt x="3018694" y="1791852"/>
                  </a:lnTo>
                  <a:lnTo>
                    <a:pt x="47026" y="64587"/>
                  </a:lnTo>
                  <a:lnTo>
                    <a:pt x="0" y="37259"/>
                  </a:lnTo>
                  <a:lnTo>
                    <a:pt x="64540" y="0"/>
                  </a:lnTo>
                  <a:lnTo>
                    <a:pt x="92501" y="16247"/>
                  </a:lnTo>
                  <a:lnTo>
                    <a:pt x="3018694" y="1717100"/>
                  </a:lnTo>
                  <a:close/>
                </a:path>
              </a:pathLst>
            </a:custGeom>
            <a:solidFill>
              <a:srgbClr val="484848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83C94578-9504-3B5E-C399-BF84487B1392}"/>
                </a:ext>
              </a:extLst>
            </p:cNvPr>
            <p:cNvSpPr/>
            <p:nvPr/>
          </p:nvSpPr>
          <p:spPr>
            <a:xfrm>
              <a:off x="9150720" y="4386661"/>
              <a:ext cx="3041913" cy="1819086"/>
            </a:xfrm>
            <a:custGeom>
              <a:avLst/>
              <a:gdLst>
                <a:gd name="connsiteX0" fmla="*/ 3040575 w 3041913"/>
                <a:gd name="connsiteY0" fmla="*/ 1753351 h 1819086"/>
                <a:gd name="connsiteX1" fmla="*/ 3040575 w 3041913"/>
                <a:gd name="connsiteY1" fmla="*/ 1818055 h 1819086"/>
                <a:gd name="connsiteX2" fmla="*/ 477016 w 3041913"/>
                <a:gd name="connsiteY2" fmla="*/ 327983 h 1819086"/>
                <a:gd name="connsiteX3" fmla="*/ 13053 w 3041913"/>
                <a:gd name="connsiteY3" fmla="*/ 58344 h 1819086"/>
                <a:gd name="connsiteX4" fmla="*/ 5470 w 3041913"/>
                <a:gd name="connsiteY4" fmla="*/ 53930 h 1819086"/>
                <a:gd name="connsiteX5" fmla="*/ 4977 w 3041913"/>
                <a:gd name="connsiteY5" fmla="*/ 53531 h 1819086"/>
                <a:gd name="connsiteX6" fmla="*/ -1339 w 3041913"/>
                <a:gd name="connsiteY6" fmla="*/ 38975 h 1819086"/>
                <a:gd name="connsiteX7" fmla="*/ -1339 w 3041913"/>
                <a:gd name="connsiteY7" fmla="*/ 38975 h 1819086"/>
                <a:gd name="connsiteX8" fmla="*/ -1033 w 3041913"/>
                <a:gd name="connsiteY8" fmla="*/ 34467 h 1819086"/>
                <a:gd name="connsiteX9" fmla="*/ -892 w 3041913"/>
                <a:gd name="connsiteY9" fmla="*/ 33692 h 1819086"/>
                <a:gd name="connsiteX10" fmla="*/ -752 w 3041913"/>
                <a:gd name="connsiteY10" fmla="*/ 32847 h 1819086"/>
                <a:gd name="connsiteX11" fmla="*/ -470 w 3041913"/>
                <a:gd name="connsiteY11" fmla="*/ 31227 h 1819086"/>
                <a:gd name="connsiteX12" fmla="*/ 188 w 3041913"/>
                <a:gd name="connsiteY12" fmla="*/ 28551 h 1819086"/>
                <a:gd name="connsiteX13" fmla="*/ 422 w 3041913"/>
                <a:gd name="connsiteY13" fmla="*/ 27776 h 1819086"/>
                <a:gd name="connsiteX14" fmla="*/ 563 w 3041913"/>
                <a:gd name="connsiteY14" fmla="*/ 27283 h 1819086"/>
                <a:gd name="connsiteX15" fmla="*/ 915 w 3041913"/>
                <a:gd name="connsiteY15" fmla="*/ 26156 h 1819086"/>
                <a:gd name="connsiteX16" fmla="*/ 1690 w 3041913"/>
                <a:gd name="connsiteY16" fmla="*/ 23972 h 1819086"/>
                <a:gd name="connsiteX17" fmla="*/ 2559 w 3041913"/>
                <a:gd name="connsiteY17" fmla="*/ 21883 h 1819086"/>
                <a:gd name="connsiteX18" fmla="*/ 2559 w 3041913"/>
                <a:gd name="connsiteY18" fmla="*/ 21883 h 1819086"/>
                <a:gd name="connsiteX19" fmla="*/ 2559 w 3041913"/>
                <a:gd name="connsiteY19" fmla="*/ 21883 h 1819086"/>
                <a:gd name="connsiteX20" fmla="*/ 3404 w 3041913"/>
                <a:gd name="connsiteY20" fmla="*/ 20028 h 1819086"/>
                <a:gd name="connsiteX21" fmla="*/ 4414 w 3041913"/>
                <a:gd name="connsiteY21" fmla="*/ 18056 h 1819086"/>
                <a:gd name="connsiteX22" fmla="*/ 5306 w 3041913"/>
                <a:gd name="connsiteY22" fmla="*/ 16460 h 1819086"/>
                <a:gd name="connsiteX23" fmla="*/ 5306 w 3041913"/>
                <a:gd name="connsiteY23" fmla="*/ 16272 h 1819086"/>
                <a:gd name="connsiteX24" fmla="*/ 5306 w 3041913"/>
                <a:gd name="connsiteY24" fmla="*/ 16084 h 1819086"/>
                <a:gd name="connsiteX25" fmla="*/ 6503 w 3041913"/>
                <a:gd name="connsiteY25" fmla="*/ 14112 h 1819086"/>
                <a:gd name="connsiteX26" fmla="*/ 7842 w 3041913"/>
                <a:gd name="connsiteY26" fmla="*/ 12117 h 1819086"/>
                <a:gd name="connsiteX27" fmla="*/ 8428 w 3041913"/>
                <a:gd name="connsiteY27" fmla="*/ 11318 h 1819086"/>
                <a:gd name="connsiteX28" fmla="*/ 8757 w 3041913"/>
                <a:gd name="connsiteY28" fmla="*/ 10872 h 1819086"/>
                <a:gd name="connsiteX29" fmla="*/ 9391 w 3041913"/>
                <a:gd name="connsiteY29" fmla="*/ 10003 h 1819086"/>
                <a:gd name="connsiteX30" fmla="*/ 11293 w 3041913"/>
                <a:gd name="connsiteY30" fmla="*/ 7656 h 1819086"/>
                <a:gd name="connsiteX31" fmla="*/ 12161 w 3041913"/>
                <a:gd name="connsiteY31" fmla="*/ 6740 h 1819086"/>
                <a:gd name="connsiteX32" fmla="*/ 12936 w 3041913"/>
                <a:gd name="connsiteY32" fmla="*/ 5918 h 1819086"/>
                <a:gd name="connsiteX33" fmla="*/ 13828 w 3041913"/>
                <a:gd name="connsiteY33" fmla="*/ 4956 h 1819086"/>
                <a:gd name="connsiteX34" fmla="*/ 15871 w 3041913"/>
                <a:gd name="connsiteY34" fmla="*/ 3172 h 1819086"/>
                <a:gd name="connsiteX35" fmla="*/ 17209 w 3041913"/>
                <a:gd name="connsiteY35" fmla="*/ 1974 h 1819086"/>
                <a:gd name="connsiteX36" fmla="*/ 21552 w 3041913"/>
                <a:gd name="connsiteY36" fmla="*/ -1031 h 1819086"/>
                <a:gd name="connsiteX37" fmla="*/ 21552 w 3041913"/>
                <a:gd name="connsiteY37" fmla="*/ -1031 h 1819086"/>
                <a:gd name="connsiteX38" fmla="*/ 68507 w 3041913"/>
                <a:gd name="connsiteY38" fmla="*/ 26297 h 1819086"/>
                <a:gd name="connsiteX39" fmla="*/ 493029 w 3041913"/>
                <a:gd name="connsiteY39" fmla="*/ 272999 h 1819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041913" h="1819086">
                  <a:moveTo>
                    <a:pt x="3040575" y="1753351"/>
                  </a:moveTo>
                  <a:lnTo>
                    <a:pt x="3040575" y="1818055"/>
                  </a:lnTo>
                  <a:lnTo>
                    <a:pt x="477016" y="327983"/>
                  </a:lnTo>
                  <a:lnTo>
                    <a:pt x="13053" y="58344"/>
                  </a:lnTo>
                  <a:lnTo>
                    <a:pt x="5470" y="53930"/>
                  </a:lnTo>
                  <a:cubicBezTo>
                    <a:pt x="5282" y="53930"/>
                    <a:pt x="5165" y="53648"/>
                    <a:pt x="4977" y="53531"/>
                  </a:cubicBezTo>
                  <a:cubicBezTo>
                    <a:pt x="1103" y="50972"/>
                    <a:pt x="-1315" y="46018"/>
                    <a:pt x="-1339" y="38975"/>
                  </a:cubicBezTo>
                  <a:lnTo>
                    <a:pt x="-1339" y="38975"/>
                  </a:lnTo>
                  <a:cubicBezTo>
                    <a:pt x="-1339" y="37472"/>
                    <a:pt x="-1221" y="35970"/>
                    <a:pt x="-1033" y="34467"/>
                  </a:cubicBezTo>
                  <a:cubicBezTo>
                    <a:pt x="-1033" y="34209"/>
                    <a:pt x="-1033" y="33950"/>
                    <a:pt x="-892" y="33692"/>
                  </a:cubicBezTo>
                  <a:cubicBezTo>
                    <a:pt x="-752" y="33434"/>
                    <a:pt x="-892" y="33129"/>
                    <a:pt x="-752" y="32847"/>
                  </a:cubicBezTo>
                  <a:cubicBezTo>
                    <a:pt x="-611" y="32566"/>
                    <a:pt x="-587" y="31767"/>
                    <a:pt x="-470" y="31227"/>
                  </a:cubicBezTo>
                  <a:cubicBezTo>
                    <a:pt x="-352" y="30687"/>
                    <a:pt x="-71" y="29443"/>
                    <a:pt x="188" y="28551"/>
                  </a:cubicBezTo>
                  <a:cubicBezTo>
                    <a:pt x="188" y="28293"/>
                    <a:pt x="352" y="28034"/>
                    <a:pt x="422" y="27776"/>
                  </a:cubicBezTo>
                  <a:lnTo>
                    <a:pt x="563" y="27283"/>
                  </a:lnTo>
                  <a:cubicBezTo>
                    <a:pt x="681" y="26907"/>
                    <a:pt x="775" y="26532"/>
                    <a:pt x="915" y="26156"/>
                  </a:cubicBezTo>
                  <a:cubicBezTo>
                    <a:pt x="1150" y="25428"/>
                    <a:pt x="1409" y="24700"/>
                    <a:pt x="1690" y="23972"/>
                  </a:cubicBezTo>
                  <a:cubicBezTo>
                    <a:pt x="1972" y="23269"/>
                    <a:pt x="2254" y="22564"/>
                    <a:pt x="2559" y="21883"/>
                  </a:cubicBezTo>
                  <a:cubicBezTo>
                    <a:pt x="2559" y="21883"/>
                    <a:pt x="2559" y="21883"/>
                    <a:pt x="2559" y="21883"/>
                  </a:cubicBezTo>
                  <a:lnTo>
                    <a:pt x="2559" y="21883"/>
                  </a:lnTo>
                  <a:lnTo>
                    <a:pt x="3404" y="20028"/>
                  </a:lnTo>
                  <a:cubicBezTo>
                    <a:pt x="3733" y="19371"/>
                    <a:pt x="4061" y="18713"/>
                    <a:pt x="4414" y="18056"/>
                  </a:cubicBezTo>
                  <a:cubicBezTo>
                    <a:pt x="4766" y="17399"/>
                    <a:pt x="5001" y="17000"/>
                    <a:pt x="5306" y="16460"/>
                  </a:cubicBezTo>
                  <a:cubicBezTo>
                    <a:pt x="5306" y="16460"/>
                    <a:pt x="5306" y="16460"/>
                    <a:pt x="5306" y="16272"/>
                  </a:cubicBezTo>
                  <a:cubicBezTo>
                    <a:pt x="5306" y="16202"/>
                    <a:pt x="5306" y="16155"/>
                    <a:pt x="5306" y="16084"/>
                  </a:cubicBezTo>
                  <a:cubicBezTo>
                    <a:pt x="5681" y="15427"/>
                    <a:pt x="6081" y="14769"/>
                    <a:pt x="6503" y="14112"/>
                  </a:cubicBezTo>
                  <a:cubicBezTo>
                    <a:pt x="6926" y="13431"/>
                    <a:pt x="7372" y="12774"/>
                    <a:pt x="7842" y="12117"/>
                  </a:cubicBezTo>
                  <a:cubicBezTo>
                    <a:pt x="8029" y="11835"/>
                    <a:pt x="8240" y="11576"/>
                    <a:pt x="8428" y="11318"/>
                  </a:cubicBezTo>
                  <a:lnTo>
                    <a:pt x="8757" y="10872"/>
                  </a:lnTo>
                  <a:lnTo>
                    <a:pt x="9391" y="10003"/>
                  </a:lnTo>
                  <a:cubicBezTo>
                    <a:pt x="10001" y="9228"/>
                    <a:pt x="10635" y="8454"/>
                    <a:pt x="11293" y="7656"/>
                  </a:cubicBezTo>
                  <a:lnTo>
                    <a:pt x="12161" y="6740"/>
                  </a:lnTo>
                  <a:lnTo>
                    <a:pt x="12936" y="5918"/>
                  </a:lnTo>
                  <a:cubicBezTo>
                    <a:pt x="13241" y="5590"/>
                    <a:pt x="13523" y="5261"/>
                    <a:pt x="13828" y="4956"/>
                  </a:cubicBezTo>
                  <a:cubicBezTo>
                    <a:pt x="14485" y="4322"/>
                    <a:pt x="15190" y="3759"/>
                    <a:pt x="15871" y="3172"/>
                  </a:cubicBezTo>
                  <a:cubicBezTo>
                    <a:pt x="16552" y="2585"/>
                    <a:pt x="16740" y="2350"/>
                    <a:pt x="17209" y="1974"/>
                  </a:cubicBezTo>
                  <a:cubicBezTo>
                    <a:pt x="18594" y="871"/>
                    <a:pt x="20026" y="-139"/>
                    <a:pt x="21552" y="-1031"/>
                  </a:cubicBezTo>
                  <a:lnTo>
                    <a:pt x="21552" y="-1031"/>
                  </a:lnTo>
                  <a:lnTo>
                    <a:pt x="68507" y="26297"/>
                  </a:lnTo>
                  <a:lnTo>
                    <a:pt x="493029" y="272999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35129CA2-B0CD-D77A-D5DB-CB570F5BAB8B}"/>
                </a:ext>
              </a:extLst>
            </p:cNvPr>
            <p:cNvSpPr/>
            <p:nvPr/>
          </p:nvSpPr>
          <p:spPr>
            <a:xfrm>
              <a:off x="8998374" y="4404856"/>
              <a:ext cx="16950" cy="30192"/>
            </a:xfrm>
            <a:custGeom>
              <a:avLst/>
              <a:gdLst>
                <a:gd name="connsiteX0" fmla="*/ 0 w 16950"/>
                <a:gd name="connsiteY0" fmla="*/ 0 h 30192"/>
                <a:gd name="connsiteX1" fmla="*/ 16951 w 16950"/>
                <a:gd name="connsiteY1" fmla="*/ 3428 h 30192"/>
                <a:gd name="connsiteX2" fmla="*/ 16951 w 16950"/>
                <a:gd name="connsiteY2" fmla="*/ 30192 h 30192"/>
                <a:gd name="connsiteX3" fmla="*/ 0 w 16950"/>
                <a:gd name="connsiteY3" fmla="*/ 26764 h 30192"/>
                <a:gd name="connsiteX4" fmla="*/ 0 w 16950"/>
                <a:gd name="connsiteY4" fmla="*/ 0 h 3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50" h="30192">
                  <a:moveTo>
                    <a:pt x="0" y="0"/>
                  </a:moveTo>
                  <a:lnTo>
                    <a:pt x="16951" y="3428"/>
                  </a:lnTo>
                  <a:lnTo>
                    <a:pt x="16951" y="30192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3E50B09-7124-1506-9B50-7DBAF3AF799C}"/>
                </a:ext>
              </a:extLst>
            </p:cNvPr>
            <p:cNvSpPr/>
            <p:nvPr/>
          </p:nvSpPr>
          <p:spPr>
            <a:xfrm>
              <a:off x="8998374" y="4209687"/>
              <a:ext cx="193384" cy="140137"/>
            </a:xfrm>
            <a:custGeom>
              <a:avLst/>
              <a:gdLst>
                <a:gd name="connsiteX0" fmla="*/ 193385 w 193384"/>
                <a:gd name="connsiteY0" fmla="*/ 11410 h 140137"/>
                <a:gd name="connsiteX1" fmla="*/ 16951 w 193384"/>
                <a:gd name="connsiteY1" fmla="*/ 110086 h 140137"/>
                <a:gd name="connsiteX2" fmla="*/ 16951 w 193384"/>
                <a:gd name="connsiteY2" fmla="*/ 140138 h 140137"/>
                <a:gd name="connsiteX3" fmla="*/ 0 w 193384"/>
                <a:gd name="connsiteY3" fmla="*/ 133705 h 140137"/>
                <a:gd name="connsiteX4" fmla="*/ 0 w 193384"/>
                <a:gd name="connsiteY4" fmla="*/ 102456 h 140137"/>
                <a:gd name="connsiteX5" fmla="*/ 183078 w 193384"/>
                <a:gd name="connsiteY5" fmla="*/ 0 h 140137"/>
                <a:gd name="connsiteX6" fmla="*/ 193385 w 193384"/>
                <a:gd name="connsiteY6" fmla="*/ 11410 h 14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384" h="140137">
                  <a:moveTo>
                    <a:pt x="193385" y="11410"/>
                  </a:moveTo>
                  <a:lnTo>
                    <a:pt x="16951" y="110086"/>
                  </a:lnTo>
                  <a:lnTo>
                    <a:pt x="16951" y="140138"/>
                  </a:lnTo>
                  <a:lnTo>
                    <a:pt x="0" y="133705"/>
                  </a:lnTo>
                  <a:lnTo>
                    <a:pt x="0" y="102456"/>
                  </a:lnTo>
                  <a:lnTo>
                    <a:pt x="183078" y="0"/>
                  </a:lnTo>
                  <a:lnTo>
                    <a:pt x="193385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EC680834-A24D-9AC5-CB2B-069ED15CFBAE}"/>
                </a:ext>
              </a:extLst>
            </p:cNvPr>
            <p:cNvSpPr/>
            <p:nvPr/>
          </p:nvSpPr>
          <p:spPr>
            <a:xfrm>
              <a:off x="9035328" y="4412275"/>
              <a:ext cx="16974" cy="29699"/>
            </a:xfrm>
            <a:custGeom>
              <a:avLst/>
              <a:gdLst>
                <a:gd name="connsiteX0" fmla="*/ 0 w 16974"/>
                <a:gd name="connsiteY0" fmla="*/ 0 h 29699"/>
                <a:gd name="connsiteX1" fmla="*/ 16974 w 16974"/>
                <a:gd name="connsiteY1" fmla="*/ 3381 h 29699"/>
                <a:gd name="connsiteX2" fmla="*/ 16974 w 16974"/>
                <a:gd name="connsiteY2" fmla="*/ 29699 h 29699"/>
                <a:gd name="connsiteX3" fmla="*/ 0 w 16974"/>
                <a:gd name="connsiteY3" fmla="*/ 26459 h 29699"/>
                <a:gd name="connsiteX4" fmla="*/ 0 w 16974"/>
                <a:gd name="connsiteY4" fmla="*/ 0 h 29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74" h="29699">
                  <a:moveTo>
                    <a:pt x="0" y="0"/>
                  </a:moveTo>
                  <a:lnTo>
                    <a:pt x="16974" y="3381"/>
                  </a:lnTo>
                  <a:lnTo>
                    <a:pt x="16974" y="29699"/>
                  </a:lnTo>
                  <a:lnTo>
                    <a:pt x="0" y="2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26F7CCC-C29E-AD5B-4285-CE5CC75076CD}"/>
                </a:ext>
              </a:extLst>
            </p:cNvPr>
            <p:cNvSpPr/>
            <p:nvPr/>
          </p:nvSpPr>
          <p:spPr>
            <a:xfrm>
              <a:off x="9035328" y="4234527"/>
              <a:ext cx="178758" cy="129220"/>
            </a:xfrm>
            <a:custGeom>
              <a:avLst/>
              <a:gdLst>
                <a:gd name="connsiteX0" fmla="*/ 178758 w 178758"/>
                <a:gd name="connsiteY0" fmla="*/ 11410 h 129220"/>
                <a:gd name="connsiteX1" fmla="*/ 16974 w 178758"/>
                <a:gd name="connsiteY1" fmla="*/ 101916 h 129220"/>
                <a:gd name="connsiteX2" fmla="*/ 16974 w 178758"/>
                <a:gd name="connsiteY2" fmla="*/ 129220 h 129220"/>
                <a:gd name="connsiteX3" fmla="*/ 0 w 178758"/>
                <a:gd name="connsiteY3" fmla="*/ 122811 h 129220"/>
                <a:gd name="connsiteX4" fmla="*/ 0 w 178758"/>
                <a:gd name="connsiteY4" fmla="*/ 94239 h 129220"/>
                <a:gd name="connsiteX5" fmla="*/ 168498 w 178758"/>
                <a:gd name="connsiteY5" fmla="*/ 0 h 129220"/>
                <a:gd name="connsiteX6" fmla="*/ 178758 w 178758"/>
                <a:gd name="connsiteY6" fmla="*/ 11410 h 129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8758" h="129220">
                  <a:moveTo>
                    <a:pt x="178758" y="11410"/>
                  </a:moveTo>
                  <a:lnTo>
                    <a:pt x="16974" y="101916"/>
                  </a:lnTo>
                  <a:lnTo>
                    <a:pt x="16974" y="129220"/>
                  </a:lnTo>
                  <a:lnTo>
                    <a:pt x="0" y="122811"/>
                  </a:lnTo>
                  <a:lnTo>
                    <a:pt x="0" y="94239"/>
                  </a:lnTo>
                  <a:lnTo>
                    <a:pt x="168498" y="0"/>
                  </a:lnTo>
                  <a:lnTo>
                    <a:pt x="17875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EF741CD7-FD02-93EA-1732-42BC6BF12285}"/>
                </a:ext>
              </a:extLst>
            </p:cNvPr>
            <p:cNvSpPr/>
            <p:nvPr/>
          </p:nvSpPr>
          <p:spPr>
            <a:xfrm>
              <a:off x="9072282" y="4419647"/>
              <a:ext cx="17021" cy="30450"/>
            </a:xfrm>
            <a:custGeom>
              <a:avLst/>
              <a:gdLst>
                <a:gd name="connsiteX0" fmla="*/ 0 w 17021"/>
                <a:gd name="connsiteY0" fmla="*/ 0 h 30450"/>
                <a:gd name="connsiteX1" fmla="*/ 17021 w 17021"/>
                <a:gd name="connsiteY1" fmla="*/ 3428 h 30450"/>
                <a:gd name="connsiteX2" fmla="*/ 17021 w 17021"/>
                <a:gd name="connsiteY2" fmla="*/ 30450 h 30450"/>
                <a:gd name="connsiteX3" fmla="*/ 0 w 17021"/>
                <a:gd name="connsiteY3" fmla="*/ 26764 h 30450"/>
                <a:gd name="connsiteX4" fmla="*/ 0 w 17021"/>
                <a:gd name="connsiteY4" fmla="*/ 0 h 3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21" h="30450">
                  <a:moveTo>
                    <a:pt x="0" y="0"/>
                  </a:moveTo>
                  <a:lnTo>
                    <a:pt x="17021" y="3428"/>
                  </a:lnTo>
                  <a:lnTo>
                    <a:pt x="17021" y="30450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9E8CCFD-9DF5-ADA7-C363-1855CF7A954A}"/>
                </a:ext>
              </a:extLst>
            </p:cNvPr>
            <p:cNvSpPr/>
            <p:nvPr/>
          </p:nvSpPr>
          <p:spPr>
            <a:xfrm>
              <a:off x="9072282" y="4259319"/>
              <a:ext cx="164108" cy="118420"/>
            </a:xfrm>
            <a:custGeom>
              <a:avLst/>
              <a:gdLst>
                <a:gd name="connsiteX0" fmla="*/ 164108 w 164108"/>
                <a:gd name="connsiteY0" fmla="*/ 11410 h 118420"/>
                <a:gd name="connsiteX1" fmla="*/ 17021 w 164108"/>
                <a:gd name="connsiteY1" fmla="*/ 93769 h 118420"/>
                <a:gd name="connsiteX2" fmla="*/ 17021 w 164108"/>
                <a:gd name="connsiteY2" fmla="*/ 118421 h 118420"/>
                <a:gd name="connsiteX3" fmla="*/ 0 w 164108"/>
                <a:gd name="connsiteY3" fmla="*/ 112011 h 118420"/>
                <a:gd name="connsiteX4" fmla="*/ 0 w 164108"/>
                <a:gd name="connsiteY4" fmla="*/ 86092 h 118420"/>
                <a:gd name="connsiteX5" fmla="*/ 153872 w 164108"/>
                <a:gd name="connsiteY5" fmla="*/ 0 h 118420"/>
                <a:gd name="connsiteX6" fmla="*/ 164108 w 164108"/>
                <a:gd name="connsiteY6" fmla="*/ 11410 h 118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08" h="118420">
                  <a:moveTo>
                    <a:pt x="164108" y="11410"/>
                  </a:moveTo>
                  <a:lnTo>
                    <a:pt x="17021" y="93769"/>
                  </a:lnTo>
                  <a:lnTo>
                    <a:pt x="17021" y="118421"/>
                  </a:lnTo>
                  <a:lnTo>
                    <a:pt x="0" y="112011"/>
                  </a:lnTo>
                  <a:lnTo>
                    <a:pt x="0" y="86092"/>
                  </a:lnTo>
                  <a:lnTo>
                    <a:pt x="153872" y="0"/>
                  </a:lnTo>
                  <a:lnTo>
                    <a:pt x="16410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5D09A334-0D04-E4C8-79F1-99A61FA04488}"/>
                </a:ext>
              </a:extLst>
            </p:cNvPr>
            <p:cNvSpPr/>
            <p:nvPr/>
          </p:nvSpPr>
          <p:spPr>
            <a:xfrm>
              <a:off x="9109306" y="4427066"/>
              <a:ext cx="16950" cy="29840"/>
            </a:xfrm>
            <a:custGeom>
              <a:avLst/>
              <a:gdLst>
                <a:gd name="connsiteX0" fmla="*/ 0 w 16950"/>
                <a:gd name="connsiteY0" fmla="*/ 0 h 29840"/>
                <a:gd name="connsiteX1" fmla="*/ 16951 w 16950"/>
                <a:gd name="connsiteY1" fmla="*/ 3381 h 29840"/>
                <a:gd name="connsiteX2" fmla="*/ 16951 w 16950"/>
                <a:gd name="connsiteY2" fmla="*/ 29840 h 29840"/>
                <a:gd name="connsiteX3" fmla="*/ 0 w 16950"/>
                <a:gd name="connsiteY3" fmla="*/ 26764 h 29840"/>
                <a:gd name="connsiteX4" fmla="*/ 0 w 16950"/>
                <a:gd name="connsiteY4" fmla="*/ 0 h 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50" h="29840">
                  <a:moveTo>
                    <a:pt x="0" y="0"/>
                  </a:moveTo>
                  <a:lnTo>
                    <a:pt x="16951" y="3381"/>
                  </a:lnTo>
                  <a:lnTo>
                    <a:pt x="16951" y="29840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3BE917E-1C1F-9485-FF87-37A5BE972F0B}"/>
                </a:ext>
              </a:extLst>
            </p:cNvPr>
            <p:cNvSpPr/>
            <p:nvPr/>
          </p:nvSpPr>
          <p:spPr>
            <a:xfrm>
              <a:off x="9109306" y="4284181"/>
              <a:ext cx="149458" cy="107480"/>
            </a:xfrm>
            <a:custGeom>
              <a:avLst/>
              <a:gdLst>
                <a:gd name="connsiteX0" fmla="*/ 149458 w 149458"/>
                <a:gd name="connsiteY0" fmla="*/ 11410 h 107480"/>
                <a:gd name="connsiteX1" fmla="*/ 17021 w 149458"/>
                <a:gd name="connsiteY1" fmla="*/ 85576 h 107480"/>
                <a:gd name="connsiteX2" fmla="*/ 16951 w 149458"/>
                <a:gd name="connsiteY2" fmla="*/ 85576 h 107480"/>
                <a:gd name="connsiteX3" fmla="*/ 16951 w 149458"/>
                <a:gd name="connsiteY3" fmla="*/ 107480 h 107480"/>
                <a:gd name="connsiteX4" fmla="*/ 0 w 149458"/>
                <a:gd name="connsiteY4" fmla="*/ 101071 h 107480"/>
                <a:gd name="connsiteX5" fmla="*/ 0 w 149458"/>
                <a:gd name="connsiteY5" fmla="*/ 77899 h 107480"/>
                <a:gd name="connsiteX6" fmla="*/ 139198 w 149458"/>
                <a:gd name="connsiteY6" fmla="*/ 0 h 107480"/>
                <a:gd name="connsiteX7" fmla="*/ 149458 w 149458"/>
                <a:gd name="connsiteY7" fmla="*/ 11410 h 10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458" h="107480">
                  <a:moveTo>
                    <a:pt x="149458" y="11410"/>
                  </a:moveTo>
                  <a:lnTo>
                    <a:pt x="17021" y="85576"/>
                  </a:lnTo>
                  <a:lnTo>
                    <a:pt x="16951" y="85576"/>
                  </a:lnTo>
                  <a:lnTo>
                    <a:pt x="16951" y="107480"/>
                  </a:lnTo>
                  <a:lnTo>
                    <a:pt x="0" y="101071"/>
                  </a:lnTo>
                  <a:lnTo>
                    <a:pt x="0" y="77899"/>
                  </a:lnTo>
                  <a:lnTo>
                    <a:pt x="139198" y="0"/>
                  </a:lnTo>
                  <a:lnTo>
                    <a:pt x="14945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E359E24A-EFD5-6C1B-78A1-B6B99671A68F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F20D7BFE-7B53-F16E-3B3E-FB10F54FBBDB}"/>
              </a:ext>
            </a:extLst>
          </p:cNvPr>
          <p:cNvGrpSpPr/>
          <p:nvPr/>
        </p:nvGrpSpPr>
        <p:grpSpPr>
          <a:xfrm>
            <a:off x="9114119" y="3816485"/>
            <a:ext cx="3083116" cy="1936850"/>
            <a:chOff x="9109163" y="3795996"/>
            <a:chExt cx="3083116" cy="1936850"/>
          </a:xfrm>
        </p:grpSpPr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BC2F9398-1275-3A29-BF68-2457357C3A7C}"/>
                </a:ext>
              </a:extLst>
            </p:cNvPr>
            <p:cNvSpPr/>
            <p:nvPr/>
          </p:nvSpPr>
          <p:spPr>
            <a:xfrm>
              <a:off x="9109163" y="3891362"/>
              <a:ext cx="174367" cy="241607"/>
            </a:xfrm>
            <a:custGeom>
              <a:avLst/>
              <a:gdLst>
                <a:gd name="connsiteX0" fmla="*/ 174368 w 174367"/>
                <a:gd name="connsiteY0" fmla="*/ 241607 h 241607"/>
                <a:gd name="connsiteX1" fmla="*/ 399 w 174367"/>
                <a:gd name="connsiteY1" fmla="*/ 140513 h 241607"/>
                <a:gd name="connsiteX2" fmla="*/ 0 w 174367"/>
                <a:gd name="connsiteY2" fmla="*/ 0 h 241607"/>
                <a:gd name="connsiteX3" fmla="*/ 173968 w 174367"/>
                <a:gd name="connsiteY3" fmla="*/ 101094 h 241607"/>
                <a:gd name="connsiteX4" fmla="*/ 174368 w 174367"/>
                <a:gd name="connsiteY4" fmla="*/ 241607 h 24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67" h="241607">
                  <a:moveTo>
                    <a:pt x="174368" y="241607"/>
                  </a:moveTo>
                  <a:lnTo>
                    <a:pt x="399" y="140513"/>
                  </a:lnTo>
                  <a:lnTo>
                    <a:pt x="0" y="0"/>
                  </a:lnTo>
                  <a:lnTo>
                    <a:pt x="173968" y="101094"/>
                  </a:lnTo>
                  <a:lnTo>
                    <a:pt x="174368" y="241607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6279313-A8EA-5416-E6BD-BDD42D287A3A}"/>
                </a:ext>
              </a:extLst>
            </p:cNvPr>
            <p:cNvSpPr/>
            <p:nvPr/>
          </p:nvSpPr>
          <p:spPr>
            <a:xfrm>
              <a:off x="9109163" y="3795996"/>
              <a:ext cx="339132" cy="196460"/>
            </a:xfrm>
            <a:custGeom>
              <a:avLst/>
              <a:gdLst>
                <a:gd name="connsiteX0" fmla="*/ 165164 w 339132"/>
                <a:gd name="connsiteY0" fmla="*/ 0 h 196460"/>
                <a:gd name="connsiteX1" fmla="*/ 152017 w 339132"/>
                <a:gd name="connsiteY1" fmla="*/ 7607 h 196460"/>
                <a:gd name="connsiteX2" fmla="*/ 165869 w 339132"/>
                <a:gd name="connsiteY2" fmla="*/ 15660 h 196460"/>
                <a:gd name="connsiteX3" fmla="*/ 26999 w 339132"/>
                <a:gd name="connsiteY3" fmla="*/ 95835 h 196460"/>
                <a:gd name="connsiteX4" fmla="*/ 13171 w 339132"/>
                <a:gd name="connsiteY4" fmla="*/ 87783 h 196460"/>
                <a:gd name="connsiteX5" fmla="*/ 0 w 339132"/>
                <a:gd name="connsiteY5" fmla="*/ 95366 h 196460"/>
                <a:gd name="connsiteX6" fmla="*/ 173968 w 339132"/>
                <a:gd name="connsiteY6" fmla="*/ 196460 h 196460"/>
                <a:gd name="connsiteX7" fmla="*/ 339133 w 339132"/>
                <a:gd name="connsiteY7" fmla="*/ 101118 h 196460"/>
                <a:gd name="connsiteX8" fmla="*/ 165164 w 339132"/>
                <a:gd name="connsiteY8" fmla="*/ 0 h 196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132" h="196460">
                  <a:moveTo>
                    <a:pt x="165164" y="0"/>
                  </a:moveTo>
                  <a:lnTo>
                    <a:pt x="152017" y="7607"/>
                  </a:lnTo>
                  <a:lnTo>
                    <a:pt x="165869" y="15660"/>
                  </a:lnTo>
                  <a:lnTo>
                    <a:pt x="26999" y="95835"/>
                  </a:lnTo>
                  <a:lnTo>
                    <a:pt x="13171" y="87783"/>
                  </a:lnTo>
                  <a:lnTo>
                    <a:pt x="0" y="95366"/>
                  </a:lnTo>
                  <a:lnTo>
                    <a:pt x="173968" y="196460"/>
                  </a:lnTo>
                  <a:lnTo>
                    <a:pt x="339133" y="101118"/>
                  </a:lnTo>
                  <a:lnTo>
                    <a:pt x="165164" y="0"/>
                  </a:lnTo>
                  <a:close/>
                </a:path>
              </a:pathLst>
            </a:custGeom>
            <a:solidFill>
              <a:srgbClr val="DEE0E4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CB05E462-B8CA-4902-1AFB-AADFB7473D66}"/>
                </a:ext>
              </a:extLst>
            </p:cNvPr>
            <p:cNvSpPr/>
            <p:nvPr/>
          </p:nvSpPr>
          <p:spPr>
            <a:xfrm>
              <a:off x="9261180" y="3803603"/>
              <a:ext cx="127741" cy="82218"/>
            </a:xfrm>
            <a:custGeom>
              <a:avLst/>
              <a:gdLst>
                <a:gd name="connsiteX0" fmla="*/ 113890 w 127741"/>
                <a:gd name="connsiteY0" fmla="*/ 82218 h 82218"/>
                <a:gd name="connsiteX1" fmla="*/ 0 w 127741"/>
                <a:gd name="connsiteY1" fmla="*/ 16035 h 82218"/>
                <a:gd name="connsiteX2" fmla="*/ 0 w 127741"/>
                <a:gd name="connsiteY2" fmla="*/ 0 h 82218"/>
                <a:gd name="connsiteX3" fmla="*/ 127741 w 127741"/>
                <a:gd name="connsiteY3" fmla="*/ 74236 h 82218"/>
                <a:gd name="connsiteX4" fmla="*/ 113890 w 127741"/>
                <a:gd name="connsiteY4" fmla="*/ 82218 h 8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41" h="82218">
                  <a:moveTo>
                    <a:pt x="113890" y="82218"/>
                  </a:moveTo>
                  <a:lnTo>
                    <a:pt x="0" y="16035"/>
                  </a:lnTo>
                  <a:lnTo>
                    <a:pt x="0" y="0"/>
                  </a:lnTo>
                  <a:lnTo>
                    <a:pt x="127741" y="74236"/>
                  </a:lnTo>
                  <a:lnTo>
                    <a:pt x="113890" y="82218"/>
                  </a:lnTo>
                  <a:close/>
                </a:path>
              </a:pathLst>
            </a:custGeom>
            <a:solidFill>
              <a:srgbClr val="C7CAD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22E06CE6-834A-8C0F-57CE-D82E22930729}"/>
                </a:ext>
              </a:extLst>
            </p:cNvPr>
            <p:cNvSpPr/>
            <p:nvPr/>
          </p:nvSpPr>
          <p:spPr>
            <a:xfrm>
              <a:off x="9136162" y="3819662"/>
              <a:ext cx="238883" cy="138352"/>
            </a:xfrm>
            <a:custGeom>
              <a:avLst/>
              <a:gdLst>
                <a:gd name="connsiteX0" fmla="*/ 238884 w 238883"/>
                <a:gd name="connsiteY0" fmla="*/ 66160 h 138352"/>
                <a:gd name="connsiteX1" fmla="*/ 228577 w 238883"/>
                <a:gd name="connsiteY1" fmla="*/ 72099 h 138352"/>
                <a:gd name="connsiteX2" fmla="*/ 227075 w 238883"/>
                <a:gd name="connsiteY2" fmla="*/ 72968 h 138352"/>
                <a:gd name="connsiteX3" fmla="*/ 222215 w 238883"/>
                <a:gd name="connsiteY3" fmla="*/ 75739 h 138352"/>
                <a:gd name="connsiteX4" fmla="*/ 220759 w 238883"/>
                <a:gd name="connsiteY4" fmla="*/ 76607 h 138352"/>
                <a:gd name="connsiteX5" fmla="*/ 214537 w 238883"/>
                <a:gd name="connsiteY5" fmla="*/ 80246 h 138352"/>
                <a:gd name="connsiteX6" fmla="*/ 213035 w 238883"/>
                <a:gd name="connsiteY6" fmla="*/ 81091 h 138352"/>
                <a:gd name="connsiteX7" fmla="*/ 208222 w 238883"/>
                <a:gd name="connsiteY7" fmla="*/ 83885 h 138352"/>
                <a:gd name="connsiteX8" fmla="*/ 206720 w 238883"/>
                <a:gd name="connsiteY8" fmla="*/ 84730 h 138352"/>
                <a:gd name="connsiteX9" fmla="*/ 200498 w 238883"/>
                <a:gd name="connsiteY9" fmla="*/ 88322 h 138352"/>
                <a:gd name="connsiteX10" fmla="*/ 198996 w 238883"/>
                <a:gd name="connsiteY10" fmla="*/ 89191 h 138352"/>
                <a:gd name="connsiteX11" fmla="*/ 194206 w 238883"/>
                <a:gd name="connsiteY11" fmla="*/ 91961 h 138352"/>
                <a:gd name="connsiteX12" fmla="*/ 192727 w 238883"/>
                <a:gd name="connsiteY12" fmla="*/ 92807 h 138352"/>
                <a:gd name="connsiteX13" fmla="*/ 186529 w 238883"/>
                <a:gd name="connsiteY13" fmla="*/ 96446 h 138352"/>
                <a:gd name="connsiteX14" fmla="*/ 185003 w 238883"/>
                <a:gd name="connsiteY14" fmla="*/ 97314 h 138352"/>
                <a:gd name="connsiteX15" fmla="*/ 180167 w 238883"/>
                <a:gd name="connsiteY15" fmla="*/ 100085 h 138352"/>
                <a:gd name="connsiteX16" fmla="*/ 178687 w 238883"/>
                <a:gd name="connsiteY16" fmla="*/ 100953 h 138352"/>
                <a:gd name="connsiteX17" fmla="*/ 172489 w 238883"/>
                <a:gd name="connsiteY17" fmla="*/ 104522 h 138352"/>
                <a:gd name="connsiteX18" fmla="*/ 170964 w 238883"/>
                <a:gd name="connsiteY18" fmla="*/ 105391 h 138352"/>
                <a:gd name="connsiteX19" fmla="*/ 166127 w 238883"/>
                <a:gd name="connsiteY19" fmla="*/ 108208 h 138352"/>
                <a:gd name="connsiteX20" fmla="*/ 164648 w 238883"/>
                <a:gd name="connsiteY20" fmla="*/ 109077 h 138352"/>
                <a:gd name="connsiteX21" fmla="*/ 158450 w 238883"/>
                <a:gd name="connsiteY21" fmla="*/ 112669 h 138352"/>
                <a:gd name="connsiteX22" fmla="*/ 156923 w 238883"/>
                <a:gd name="connsiteY22" fmla="*/ 113514 h 138352"/>
                <a:gd name="connsiteX23" fmla="*/ 152088 w 238883"/>
                <a:gd name="connsiteY23" fmla="*/ 116284 h 138352"/>
                <a:gd name="connsiteX24" fmla="*/ 150608 w 238883"/>
                <a:gd name="connsiteY24" fmla="*/ 117153 h 138352"/>
                <a:gd name="connsiteX25" fmla="*/ 144410 w 238883"/>
                <a:gd name="connsiteY25" fmla="*/ 120792 h 138352"/>
                <a:gd name="connsiteX26" fmla="*/ 142884 w 238883"/>
                <a:gd name="connsiteY26" fmla="*/ 121637 h 138352"/>
                <a:gd name="connsiteX27" fmla="*/ 138048 w 238883"/>
                <a:gd name="connsiteY27" fmla="*/ 124431 h 138352"/>
                <a:gd name="connsiteX28" fmla="*/ 136592 w 238883"/>
                <a:gd name="connsiteY28" fmla="*/ 125276 h 138352"/>
                <a:gd name="connsiteX29" fmla="*/ 130371 w 238883"/>
                <a:gd name="connsiteY29" fmla="*/ 128868 h 138352"/>
                <a:gd name="connsiteX30" fmla="*/ 128844 w 238883"/>
                <a:gd name="connsiteY30" fmla="*/ 129737 h 138352"/>
                <a:gd name="connsiteX31" fmla="*/ 124008 w 238883"/>
                <a:gd name="connsiteY31" fmla="*/ 132507 h 138352"/>
                <a:gd name="connsiteX32" fmla="*/ 122553 w 238883"/>
                <a:gd name="connsiteY32" fmla="*/ 133352 h 138352"/>
                <a:gd name="connsiteX33" fmla="*/ 113913 w 238883"/>
                <a:gd name="connsiteY33" fmla="*/ 138353 h 138352"/>
                <a:gd name="connsiteX34" fmla="*/ 0 w 238883"/>
                <a:gd name="connsiteY34" fmla="*/ 72170 h 138352"/>
                <a:gd name="connsiteX35" fmla="*/ 8217 w 238883"/>
                <a:gd name="connsiteY35" fmla="*/ 67404 h 138352"/>
                <a:gd name="connsiteX36" fmla="*/ 9743 w 238883"/>
                <a:gd name="connsiteY36" fmla="*/ 66559 h 138352"/>
                <a:gd name="connsiteX37" fmla="*/ 14579 w 238883"/>
                <a:gd name="connsiteY37" fmla="*/ 63718 h 138352"/>
                <a:gd name="connsiteX38" fmla="*/ 16105 w 238883"/>
                <a:gd name="connsiteY38" fmla="*/ 62873 h 138352"/>
                <a:gd name="connsiteX39" fmla="*/ 22257 w 238883"/>
                <a:gd name="connsiteY39" fmla="*/ 59281 h 138352"/>
                <a:gd name="connsiteX40" fmla="*/ 23782 w 238883"/>
                <a:gd name="connsiteY40" fmla="*/ 58436 h 138352"/>
                <a:gd name="connsiteX41" fmla="*/ 28619 w 238883"/>
                <a:gd name="connsiteY41" fmla="*/ 55642 h 138352"/>
                <a:gd name="connsiteX42" fmla="*/ 30145 w 238883"/>
                <a:gd name="connsiteY42" fmla="*/ 54796 h 138352"/>
                <a:gd name="connsiteX43" fmla="*/ 30192 w 238883"/>
                <a:gd name="connsiteY43" fmla="*/ 54796 h 138352"/>
                <a:gd name="connsiteX44" fmla="*/ 36296 w 238883"/>
                <a:gd name="connsiteY44" fmla="*/ 51204 h 138352"/>
                <a:gd name="connsiteX45" fmla="*/ 37822 w 238883"/>
                <a:gd name="connsiteY45" fmla="*/ 50359 h 138352"/>
                <a:gd name="connsiteX46" fmla="*/ 42658 w 238883"/>
                <a:gd name="connsiteY46" fmla="*/ 47518 h 138352"/>
                <a:gd name="connsiteX47" fmla="*/ 44185 w 238883"/>
                <a:gd name="connsiteY47" fmla="*/ 46673 h 138352"/>
                <a:gd name="connsiteX48" fmla="*/ 44231 w 238883"/>
                <a:gd name="connsiteY48" fmla="*/ 46673 h 138352"/>
                <a:gd name="connsiteX49" fmla="*/ 50383 w 238883"/>
                <a:gd name="connsiteY49" fmla="*/ 43081 h 138352"/>
                <a:gd name="connsiteX50" fmla="*/ 51909 w 238883"/>
                <a:gd name="connsiteY50" fmla="*/ 42213 h 138352"/>
                <a:gd name="connsiteX51" fmla="*/ 56698 w 238883"/>
                <a:gd name="connsiteY51" fmla="*/ 39442 h 138352"/>
                <a:gd name="connsiteX52" fmla="*/ 58224 w 238883"/>
                <a:gd name="connsiteY52" fmla="*/ 38573 h 138352"/>
                <a:gd name="connsiteX53" fmla="*/ 58271 w 238883"/>
                <a:gd name="connsiteY53" fmla="*/ 38573 h 138352"/>
                <a:gd name="connsiteX54" fmla="*/ 64375 w 238883"/>
                <a:gd name="connsiteY54" fmla="*/ 35005 h 138352"/>
                <a:gd name="connsiteX55" fmla="*/ 65878 w 238883"/>
                <a:gd name="connsiteY55" fmla="*/ 34136 h 138352"/>
                <a:gd name="connsiteX56" fmla="*/ 70738 w 238883"/>
                <a:gd name="connsiteY56" fmla="*/ 31319 h 138352"/>
                <a:gd name="connsiteX57" fmla="*/ 72240 w 238883"/>
                <a:gd name="connsiteY57" fmla="*/ 30450 h 138352"/>
                <a:gd name="connsiteX58" fmla="*/ 72311 w 238883"/>
                <a:gd name="connsiteY58" fmla="*/ 30450 h 138352"/>
                <a:gd name="connsiteX59" fmla="*/ 78415 w 238883"/>
                <a:gd name="connsiteY59" fmla="*/ 26858 h 138352"/>
                <a:gd name="connsiteX60" fmla="*/ 79918 w 238883"/>
                <a:gd name="connsiteY60" fmla="*/ 26013 h 138352"/>
                <a:gd name="connsiteX61" fmla="*/ 84777 w 238883"/>
                <a:gd name="connsiteY61" fmla="*/ 23243 h 138352"/>
                <a:gd name="connsiteX62" fmla="*/ 86280 w 238883"/>
                <a:gd name="connsiteY62" fmla="*/ 22374 h 138352"/>
                <a:gd name="connsiteX63" fmla="*/ 86350 w 238883"/>
                <a:gd name="connsiteY63" fmla="*/ 22374 h 138352"/>
                <a:gd name="connsiteX64" fmla="*/ 92454 w 238883"/>
                <a:gd name="connsiteY64" fmla="*/ 18782 h 138352"/>
                <a:gd name="connsiteX65" fmla="*/ 93957 w 238883"/>
                <a:gd name="connsiteY65" fmla="*/ 17937 h 138352"/>
                <a:gd name="connsiteX66" fmla="*/ 98817 w 238883"/>
                <a:gd name="connsiteY66" fmla="*/ 15143 h 138352"/>
                <a:gd name="connsiteX67" fmla="*/ 100319 w 238883"/>
                <a:gd name="connsiteY67" fmla="*/ 14251 h 138352"/>
                <a:gd name="connsiteX68" fmla="*/ 106494 w 238883"/>
                <a:gd name="connsiteY68" fmla="*/ 10659 h 138352"/>
                <a:gd name="connsiteX69" fmla="*/ 107997 w 238883"/>
                <a:gd name="connsiteY69" fmla="*/ 9813 h 138352"/>
                <a:gd name="connsiteX70" fmla="*/ 112903 w 238883"/>
                <a:gd name="connsiteY70" fmla="*/ 7020 h 138352"/>
                <a:gd name="connsiteX71" fmla="*/ 114406 w 238883"/>
                <a:gd name="connsiteY71" fmla="*/ 6128 h 138352"/>
                <a:gd name="connsiteX72" fmla="*/ 125018 w 238883"/>
                <a:gd name="connsiteY72" fmla="*/ 0 h 138352"/>
                <a:gd name="connsiteX73" fmla="*/ 238884 w 238883"/>
                <a:gd name="connsiteY73" fmla="*/ 66160 h 13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38883" h="138352">
                  <a:moveTo>
                    <a:pt x="238884" y="66160"/>
                  </a:moveTo>
                  <a:lnTo>
                    <a:pt x="228577" y="72099"/>
                  </a:lnTo>
                  <a:lnTo>
                    <a:pt x="227075" y="72968"/>
                  </a:lnTo>
                  <a:lnTo>
                    <a:pt x="222215" y="75739"/>
                  </a:lnTo>
                  <a:lnTo>
                    <a:pt x="220759" y="76607"/>
                  </a:lnTo>
                  <a:lnTo>
                    <a:pt x="214537" y="80246"/>
                  </a:lnTo>
                  <a:lnTo>
                    <a:pt x="213035" y="81091"/>
                  </a:lnTo>
                  <a:lnTo>
                    <a:pt x="208222" y="83885"/>
                  </a:lnTo>
                  <a:lnTo>
                    <a:pt x="206720" y="84730"/>
                  </a:lnTo>
                  <a:lnTo>
                    <a:pt x="200498" y="88322"/>
                  </a:lnTo>
                  <a:lnTo>
                    <a:pt x="198996" y="89191"/>
                  </a:lnTo>
                  <a:lnTo>
                    <a:pt x="194206" y="91961"/>
                  </a:lnTo>
                  <a:lnTo>
                    <a:pt x="192727" y="92807"/>
                  </a:lnTo>
                  <a:lnTo>
                    <a:pt x="186529" y="96446"/>
                  </a:lnTo>
                  <a:lnTo>
                    <a:pt x="185003" y="97314"/>
                  </a:lnTo>
                  <a:lnTo>
                    <a:pt x="180167" y="100085"/>
                  </a:lnTo>
                  <a:lnTo>
                    <a:pt x="178687" y="100953"/>
                  </a:lnTo>
                  <a:lnTo>
                    <a:pt x="172489" y="104522"/>
                  </a:lnTo>
                  <a:lnTo>
                    <a:pt x="170964" y="105391"/>
                  </a:lnTo>
                  <a:lnTo>
                    <a:pt x="166127" y="108208"/>
                  </a:lnTo>
                  <a:lnTo>
                    <a:pt x="164648" y="109077"/>
                  </a:lnTo>
                  <a:lnTo>
                    <a:pt x="158450" y="112669"/>
                  </a:lnTo>
                  <a:lnTo>
                    <a:pt x="156923" y="113514"/>
                  </a:lnTo>
                  <a:lnTo>
                    <a:pt x="152088" y="116284"/>
                  </a:lnTo>
                  <a:lnTo>
                    <a:pt x="150608" y="117153"/>
                  </a:lnTo>
                  <a:lnTo>
                    <a:pt x="144410" y="120792"/>
                  </a:lnTo>
                  <a:lnTo>
                    <a:pt x="142884" y="121637"/>
                  </a:lnTo>
                  <a:lnTo>
                    <a:pt x="138048" y="124431"/>
                  </a:lnTo>
                  <a:lnTo>
                    <a:pt x="136592" y="125276"/>
                  </a:lnTo>
                  <a:lnTo>
                    <a:pt x="130371" y="128868"/>
                  </a:lnTo>
                  <a:lnTo>
                    <a:pt x="128844" y="129737"/>
                  </a:lnTo>
                  <a:lnTo>
                    <a:pt x="124008" y="132507"/>
                  </a:lnTo>
                  <a:lnTo>
                    <a:pt x="122553" y="133352"/>
                  </a:lnTo>
                  <a:lnTo>
                    <a:pt x="113913" y="138353"/>
                  </a:lnTo>
                  <a:lnTo>
                    <a:pt x="0" y="72170"/>
                  </a:lnTo>
                  <a:lnTo>
                    <a:pt x="8217" y="67404"/>
                  </a:lnTo>
                  <a:lnTo>
                    <a:pt x="9743" y="66559"/>
                  </a:lnTo>
                  <a:lnTo>
                    <a:pt x="14579" y="63718"/>
                  </a:lnTo>
                  <a:lnTo>
                    <a:pt x="16105" y="62873"/>
                  </a:lnTo>
                  <a:lnTo>
                    <a:pt x="22257" y="59281"/>
                  </a:lnTo>
                  <a:lnTo>
                    <a:pt x="23782" y="58436"/>
                  </a:lnTo>
                  <a:lnTo>
                    <a:pt x="28619" y="55642"/>
                  </a:lnTo>
                  <a:lnTo>
                    <a:pt x="30145" y="54796"/>
                  </a:lnTo>
                  <a:lnTo>
                    <a:pt x="30192" y="54796"/>
                  </a:lnTo>
                  <a:lnTo>
                    <a:pt x="36296" y="51204"/>
                  </a:lnTo>
                  <a:lnTo>
                    <a:pt x="37822" y="50359"/>
                  </a:lnTo>
                  <a:lnTo>
                    <a:pt x="42658" y="47518"/>
                  </a:lnTo>
                  <a:lnTo>
                    <a:pt x="44185" y="46673"/>
                  </a:lnTo>
                  <a:lnTo>
                    <a:pt x="44231" y="46673"/>
                  </a:lnTo>
                  <a:lnTo>
                    <a:pt x="50383" y="43081"/>
                  </a:lnTo>
                  <a:lnTo>
                    <a:pt x="51909" y="42213"/>
                  </a:lnTo>
                  <a:lnTo>
                    <a:pt x="56698" y="39442"/>
                  </a:lnTo>
                  <a:lnTo>
                    <a:pt x="58224" y="38573"/>
                  </a:lnTo>
                  <a:lnTo>
                    <a:pt x="58271" y="38573"/>
                  </a:lnTo>
                  <a:lnTo>
                    <a:pt x="64375" y="35005"/>
                  </a:lnTo>
                  <a:lnTo>
                    <a:pt x="65878" y="34136"/>
                  </a:lnTo>
                  <a:lnTo>
                    <a:pt x="70738" y="31319"/>
                  </a:lnTo>
                  <a:lnTo>
                    <a:pt x="72240" y="30450"/>
                  </a:lnTo>
                  <a:lnTo>
                    <a:pt x="72311" y="30450"/>
                  </a:lnTo>
                  <a:lnTo>
                    <a:pt x="78415" y="26858"/>
                  </a:lnTo>
                  <a:lnTo>
                    <a:pt x="79918" y="26013"/>
                  </a:lnTo>
                  <a:lnTo>
                    <a:pt x="84777" y="23243"/>
                  </a:lnTo>
                  <a:lnTo>
                    <a:pt x="86280" y="22374"/>
                  </a:lnTo>
                  <a:lnTo>
                    <a:pt x="86350" y="22374"/>
                  </a:lnTo>
                  <a:lnTo>
                    <a:pt x="92454" y="18782"/>
                  </a:lnTo>
                  <a:lnTo>
                    <a:pt x="93957" y="17937"/>
                  </a:lnTo>
                  <a:lnTo>
                    <a:pt x="98817" y="15143"/>
                  </a:lnTo>
                  <a:lnTo>
                    <a:pt x="100319" y="14251"/>
                  </a:lnTo>
                  <a:lnTo>
                    <a:pt x="106494" y="10659"/>
                  </a:lnTo>
                  <a:lnTo>
                    <a:pt x="107997" y="9813"/>
                  </a:lnTo>
                  <a:lnTo>
                    <a:pt x="112903" y="7020"/>
                  </a:lnTo>
                  <a:lnTo>
                    <a:pt x="114406" y="6128"/>
                  </a:lnTo>
                  <a:lnTo>
                    <a:pt x="125018" y="0"/>
                  </a:lnTo>
                  <a:lnTo>
                    <a:pt x="238884" y="66160"/>
                  </a:lnTo>
                  <a:close/>
                </a:path>
              </a:pathLst>
            </a:custGeom>
            <a:solidFill>
              <a:srgbClr val="F4F5F7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59305EF1-897D-523D-50A2-46DDBA9366EE}"/>
                </a:ext>
              </a:extLst>
            </p:cNvPr>
            <p:cNvSpPr/>
            <p:nvPr/>
          </p:nvSpPr>
          <p:spPr>
            <a:xfrm>
              <a:off x="9144379" y="3882535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7 w 122153"/>
                <a:gd name="connsiteY1" fmla="*/ 66864 h 70479"/>
                <a:gd name="connsiteX2" fmla="*/ 115791 w 122153"/>
                <a:gd name="connsiteY2" fmla="*/ 69634 h 70479"/>
                <a:gd name="connsiteX3" fmla="*/ 114335 w 122153"/>
                <a:gd name="connsiteY3" fmla="*/ 70479 h 70479"/>
                <a:gd name="connsiteX4" fmla="*/ 0 w 122153"/>
                <a:gd name="connsiteY4" fmla="*/ 4531 h 70479"/>
                <a:gd name="connsiteX5" fmla="*/ 1526 w 122153"/>
                <a:gd name="connsiteY5" fmla="*/ 3686 h 70479"/>
                <a:gd name="connsiteX6" fmla="*/ 6362 w 122153"/>
                <a:gd name="connsiteY6" fmla="*/ 845 h 70479"/>
                <a:gd name="connsiteX7" fmla="*/ 7888 w 122153"/>
                <a:gd name="connsiteY7" fmla="*/ 0 h 70479"/>
                <a:gd name="connsiteX8" fmla="*/ 122154 w 122153"/>
                <a:gd name="connsiteY8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7" y="66864"/>
                  </a:lnTo>
                  <a:lnTo>
                    <a:pt x="115791" y="69634"/>
                  </a:lnTo>
                  <a:lnTo>
                    <a:pt x="114335" y="70479"/>
                  </a:lnTo>
                  <a:lnTo>
                    <a:pt x="0" y="4531"/>
                  </a:lnTo>
                  <a:lnTo>
                    <a:pt x="1526" y="3686"/>
                  </a:lnTo>
                  <a:lnTo>
                    <a:pt x="6362" y="845"/>
                  </a:lnTo>
                  <a:lnTo>
                    <a:pt x="7888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E8137245-7E9E-0B54-D9F9-02DB018A460D}"/>
                </a:ext>
              </a:extLst>
            </p:cNvPr>
            <p:cNvSpPr/>
            <p:nvPr/>
          </p:nvSpPr>
          <p:spPr>
            <a:xfrm>
              <a:off x="9158419" y="3874458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7 w 122153"/>
                <a:gd name="connsiteY1" fmla="*/ 66840 h 70479"/>
                <a:gd name="connsiteX2" fmla="*/ 115791 w 122153"/>
                <a:gd name="connsiteY2" fmla="*/ 69634 h 70479"/>
                <a:gd name="connsiteX3" fmla="*/ 114335 w 122153"/>
                <a:gd name="connsiteY3" fmla="*/ 70480 h 70479"/>
                <a:gd name="connsiteX4" fmla="*/ 0 w 122153"/>
                <a:gd name="connsiteY4" fmla="*/ 4484 h 70479"/>
                <a:gd name="connsiteX5" fmla="*/ 1526 w 122153"/>
                <a:gd name="connsiteY5" fmla="*/ 3639 h 70479"/>
                <a:gd name="connsiteX6" fmla="*/ 6362 w 122153"/>
                <a:gd name="connsiteY6" fmla="*/ 845 h 70479"/>
                <a:gd name="connsiteX7" fmla="*/ 7888 w 122153"/>
                <a:gd name="connsiteY7" fmla="*/ 0 h 70479"/>
                <a:gd name="connsiteX8" fmla="*/ 7935 w 122153"/>
                <a:gd name="connsiteY8" fmla="*/ 0 h 70479"/>
                <a:gd name="connsiteX9" fmla="*/ 122154 w 122153"/>
                <a:gd name="connsiteY9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7" y="66840"/>
                  </a:lnTo>
                  <a:lnTo>
                    <a:pt x="115791" y="69634"/>
                  </a:lnTo>
                  <a:lnTo>
                    <a:pt x="114335" y="70480"/>
                  </a:lnTo>
                  <a:lnTo>
                    <a:pt x="0" y="4484"/>
                  </a:lnTo>
                  <a:lnTo>
                    <a:pt x="1526" y="3639"/>
                  </a:lnTo>
                  <a:lnTo>
                    <a:pt x="6362" y="845"/>
                  </a:lnTo>
                  <a:lnTo>
                    <a:pt x="7888" y="0"/>
                  </a:lnTo>
                  <a:lnTo>
                    <a:pt x="7935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5B0706DB-7371-C9C6-74EA-DF3EDAE1EF64}"/>
                </a:ext>
              </a:extLst>
            </p:cNvPr>
            <p:cNvSpPr/>
            <p:nvPr/>
          </p:nvSpPr>
          <p:spPr>
            <a:xfrm>
              <a:off x="9172459" y="3866335"/>
              <a:ext cx="122153" cy="70479"/>
            </a:xfrm>
            <a:custGeom>
              <a:avLst/>
              <a:gdLst>
                <a:gd name="connsiteX0" fmla="*/ 122154 w 122153"/>
                <a:gd name="connsiteY0" fmla="*/ 65995 h 70479"/>
                <a:gd name="connsiteX1" fmla="*/ 120627 w 122153"/>
                <a:gd name="connsiteY1" fmla="*/ 66840 h 70479"/>
                <a:gd name="connsiteX2" fmla="*/ 115791 w 122153"/>
                <a:gd name="connsiteY2" fmla="*/ 69611 h 70479"/>
                <a:gd name="connsiteX3" fmla="*/ 114312 w 122153"/>
                <a:gd name="connsiteY3" fmla="*/ 70480 h 70479"/>
                <a:gd name="connsiteX4" fmla="*/ 0 w 122153"/>
                <a:gd name="connsiteY4" fmla="*/ 4531 h 70479"/>
                <a:gd name="connsiteX5" fmla="*/ 1526 w 122153"/>
                <a:gd name="connsiteY5" fmla="*/ 3686 h 70479"/>
                <a:gd name="connsiteX6" fmla="*/ 6362 w 122153"/>
                <a:gd name="connsiteY6" fmla="*/ 845 h 70479"/>
                <a:gd name="connsiteX7" fmla="*/ 7889 w 122153"/>
                <a:gd name="connsiteY7" fmla="*/ 0 h 70479"/>
                <a:gd name="connsiteX8" fmla="*/ 7935 w 122153"/>
                <a:gd name="connsiteY8" fmla="*/ 0 h 70479"/>
                <a:gd name="connsiteX9" fmla="*/ 122154 w 122153"/>
                <a:gd name="connsiteY9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479">
                  <a:moveTo>
                    <a:pt x="122154" y="65995"/>
                  </a:moveTo>
                  <a:lnTo>
                    <a:pt x="120627" y="66840"/>
                  </a:lnTo>
                  <a:lnTo>
                    <a:pt x="115791" y="69611"/>
                  </a:lnTo>
                  <a:lnTo>
                    <a:pt x="114312" y="70480"/>
                  </a:lnTo>
                  <a:lnTo>
                    <a:pt x="0" y="4531"/>
                  </a:lnTo>
                  <a:lnTo>
                    <a:pt x="1526" y="3686"/>
                  </a:lnTo>
                  <a:lnTo>
                    <a:pt x="6362" y="845"/>
                  </a:lnTo>
                  <a:lnTo>
                    <a:pt x="7889" y="0"/>
                  </a:lnTo>
                  <a:lnTo>
                    <a:pt x="7935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BFD99820-AEF0-2368-1423-76854D76A5D0}"/>
                </a:ext>
              </a:extLst>
            </p:cNvPr>
            <p:cNvSpPr/>
            <p:nvPr/>
          </p:nvSpPr>
          <p:spPr>
            <a:xfrm>
              <a:off x="9186545" y="3858235"/>
              <a:ext cx="122106" cy="70503"/>
            </a:xfrm>
            <a:custGeom>
              <a:avLst/>
              <a:gdLst>
                <a:gd name="connsiteX0" fmla="*/ 122107 w 122106"/>
                <a:gd name="connsiteY0" fmla="*/ 65949 h 70503"/>
                <a:gd name="connsiteX1" fmla="*/ 120581 w 122106"/>
                <a:gd name="connsiteY1" fmla="*/ 66817 h 70503"/>
                <a:gd name="connsiteX2" fmla="*/ 115744 w 122106"/>
                <a:gd name="connsiteY2" fmla="*/ 69634 h 70503"/>
                <a:gd name="connsiteX3" fmla="*/ 114265 w 122106"/>
                <a:gd name="connsiteY3" fmla="*/ 70503 h 70503"/>
                <a:gd name="connsiteX4" fmla="*/ 0 w 122106"/>
                <a:gd name="connsiteY4" fmla="*/ 4508 h 70503"/>
                <a:gd name="connsiteX5" fmla="*/ 1526 w 122106"/>
                <a:gd name="connsiteY5" fmla="*/ 3639 h 70503"/>
                <a:gd name="connsiteX6" fmla="*/ 6315 w 122106"/>
                <a:gd name="connsiteY6" fmla="*/ 869 h 70503"/>
                <a:gd name="connsiteX7" fmla="*/ 7842 w 122106"/>
                <a:gd name="connsiteY7" fmla="*/ 0 h 70503"/>
                <a:gd name="connsiteX8" fmla="*/ 7889 w 122106"/>
                <a:gd name="connsiteY8" fmla="*/ 0 h 70503"/>
                <a:gd name="connsiteX9" fmla="*/ 122107 w 122106"/>
                <a:gd name="connsiteY9" fmla="*/ 65949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06" h="70503">
                  <a:moveTo>
                    <a:pt x="122107" y="65949"/>
                  </a:moveTo>
                  <a:lnTo>
                    <a:pt x="120581" y="66817"/>
                  </a:lnTo>
                  <a:lnTo>
                    <a:pt x="115744" y="69634"/>
                  </a:lnTo>
                  <a:lnTo>
                    <a:pt x="114265" y="70503"/>
                  </a:lnTo>
                  <a:lnTo>
                    <a:pt x="0" y="4508"/>
                  </a:lnTo>
                  <a:lnTo>
                    <a:pt x="1526" y="3639"/>
                  </a:lnTo>
                  <a:lnTo>
                    <a:pt x="6315" y="869"/>
                  </a:lnTo>
                  <a:lnTo>
                    <a:pt x="7842" y="0"/>
                  </a:lnTo>
                  <a:lnTo>
                    <a:pt x="7889" y="0"/>
                  </a:lnTo>
                  <a:lnTo>
                    <a:pt x="122107" y="65949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9E53FB4-B8E8-1DCC-675A-514EACBF08EE}"/>
                </a:ext>
              </a:extLst>
            </p:cNvPr>
            <p:cNvSpPr/>
            <p:nvPr/>
          </p:nvSpPr>
          <p:spPr>
            <a:xfrm>
              <a:off x="9200538" y="3850112"/>
              <a:ext cx="122153" cy="70503"/>
            </a:xfrm>
            <a:custGeom>
              <a:avLst/>
              <a:gdLst>
                <a:gd name="connsiteX0" fmla="*/ 122154 w 122153"/>
                <a:gd name="connsiteY0" fmla="*/ 65995 h 70503"/>
                <a:gd name="connsiteX1" fmla="*/ 120628 w 122153"/>
                <a:gd name="connsiteY1" fmla="*/ 66864 h 70503"/>
                <a:gd name="connsiteX2" fmla="*/ 115791 w 122153"/>
                <a:gd name="connsiteY2" fmla="*/ 69634 h 70503"/>
                <a:gd name="connsiteX3" fmla="*/ 114312 w 122153"/>
                <a:gd name="connsiteY3" fmla="*/ 70503 h 70503"/>
                <a:gd name="connsiteX4" fmla="*/ 0 w 122153"/>
                <a:gd name="connsiteY4" fmla="*/ 4555 h 70503"/>
                <a:gd name="connsiteX5" fmla="*/ 1503 w 122153"/>
                <a:gd name="connsiteY5" fmla="*/ 3686 h 70503"/>
                <a:gd name="connsiteX6" fmla="*/ 6362 w 122153"/>
                <a:gd name="connsiteY6" fmla="*/ 869 h 70503"/>
                <a:gd name="connsiteX7" fmla="*/ 7865 w 122153"/>
                <a:gd name="connsiteY7" fmla="*/ 0 h 70503"/>
                <a:gd name="connsiteX8" fmla="*/ 7936 w 122153"/>
                <a:gd name="connsiteY8" fmla="*/ 0 h 70503"/>
                <a:gd name="connsiteX9" fmla="*/ 122154 w 122153"/>
                <a:gd name="connsiteY9" fmla="*/ 65995 h 7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153" h="70503">
                  <a:moveTo>
                    <a:pt x="122154" y="65995"/>
                  </a:moveTo>
                  <a:lnTo>
                    <a:pt x="120628" y="66864"/>
                  </a:lnTo>
                  <a:lnTo>
                    <a:pt x="115791" y="69634"/>
                  </a:lnTo>
                  <a:lnTo>
                    <a:pt x="114312" y="70503"/>
                  </a:lnTo>
                  <a:lnTo>
                    <a:pt x="0" y="4555"/>
                  </a:lnTo>
                  <a:lnTo>
                    <a:pt x="1503" y="3686"/>
                  </a:lnTo>
                  <a:lnTo>
                    <a:pt x="6362" y="869"/>
                  </a:lnTo>
                  <a:lnTo>
                    <a:pt x="7865" y="0"/>
                  </a:lnTo>
                  <a:lnTo>
                    <a:pt x="7936" y="0"/>
                  </a:lnTo>
                  <a:lnTo>
                    <a:pt x="122154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C45B348E-24C3-A4B4-2EFC-4E1CB2901815}"/>
                </a:ext>
              </a:extLst>
            </p:cNvPr>
            <p:cNvSpPr/>
            <p:nvPr/>
          </p:nvSpPr>
          <p:spPr>
            <a:xfrm>
              <a:off x="9214577" y="3842036"/>
              <a:ext cx="122083" cy="70432"/>
            </a:xfrm>
            <a:custGeom>
              <a:avLst/>
              <a:gdLst>
                <a:gd name="connsiteX0" fmla="*/ 122083 w 122083"/>
                <a:gd name="connsiteY0" fmla="*/ 65948 h 70432"/>
                <a:gd name="connsiteX1" fmla="*/ 120581 w 122083"/>
                <a:gd name="connsiteY1" fmla="*/ 66817 h 70432"/>
                <a:gd name="connsiteX2" fmla="*/ 115791 w 122083"/>
                <a:gd name="connsiteY2" fmla="*/ 69587 h 70432"/>
                <a:gd name="connsiteX3" fmla="*/ 114312 w 122083"/>
                <a:gd name="connsiteY3" fmla="*/ 70433 h 70432"/>
                <a:gd name="connsiteX4" fmla="*/ 0 w 122083"/>
                <a:gd name="connsiteY4" fmla="*/ 4484 h 70432"/>
                <a:gd name="connsiteX5" fmla="*/ 1503 w 122083"/>
                <a:gd name="connsiteY5" fmla="*/ 3639 h 70432"/>
                <a:gd name="connsiteX6" fmla="*/ 6362 w 122083"/>
                <a:gd name="connsiteY6" fmla="*/ 869 h 70432"/>
                <a:gd name="connsiteX7" fmla="*/ 7865 w 122083"/>
                <a:gd name="connsiteY7" fmla="*/ 0 h 70432"/>
                <a:gd name="connsiteX8" fmla="*/ 7936 w 122083"/>
                <a:gd name="connsiteY8" fmla="*/ 0 h 70432"/>
                <a:gd name="connsiteX9" fmla="*/ 122083 w 122083"/>
                <a:gd name="connsiteY9" fmla="*/ 65948 h 70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083" h="70432">
                  <a:moveTo>
                    <a:pt x="122083" y="65948"/>
                  </a:moveTo>
                  <a:lnTo>
                    <a:pt x="120581" y="66817"/>
                  </a:lnTo>
                  <a:lnTo>
                    <a:pt x="115791" y="69587"/>
                  </a:lnTo>
                  <a:lnTo>
                    <a:pt x="114312" y="70433"/>
                  </a:lnTo>
                  <a:lnTo>
                    <a:pt x="0" y="4484"/>
                  </a:lnTo>
                  <a:lnTo>
                    <a:pt x="1503" y="3639"/>
                  </a:lnTo>
                  <a:lnTo>
                    <a:pt x="6362" y="869"/>
                  </a:lnTo>
                  <a:lnTo>
                    <a:pt x="7865" y="0"/>
                  </a:lnTo>
                  <a:lnTo>
                    <a:pt x="7936" y="0"/>
                  </a:lnTo>
                  <a:lnTo>
                    <a:pt x="122083" y="65948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CCD715B9-4497-5D91-1FE7-3905E2FC7C91}"/>
                </a:ext>
              </a:extLst>
            </p:cNvPr>
            <p:cNvSpPr/>
            <p:nvPr/>
          </p:nvSpPr>
          <p:spPr>
            <a:xfrm>
              <a:off x="9228617" y="3833913"/>
              <a:ext cx="122083" cy="70479"/>
            </a:xfrm>
            <a:custGeom>
              <a:avLst/>
              <a:gdLst>
                <a:gd name="connsiteX0" fmla="*/ 122083 w 122083"/>
                <a:gd name="connsiteY0" fmla="*/ 65995 h 70479"/>
                <a:gd name="connsiteX1" fmla="*/ 120581 w 122083"/>
                <a:gd name="connsiteY1" fmla="*/ 66841 h 70479"/>
                <a:gd name="connsiteX2" fmla="*/ 115768 w 122083"/>
                <a:gd name="connsiteY2" fmla="*/ 69634 h 70479"/>
                <a:gd name="connsiteX3" fmla="*/ 114266 w 122083"/>
                <a:gd name="connsiteY3" fmla="*/ 70480 h 70479"/>
                <a:gd name="connsiteX4" fmla="*/ 0 w 122083"/>
                <a:gd name="connsiteY4" fmla="*/ 4531 h 70479"/>
                <a:gd name="connsiteX5" fmla="*/ 1503 w 122083"/>
                <a:gd name="connsiteY5" fmla="*/ 3686 h 70479"/>
                <a:gd name="connsiteX6" fmla="*/ 6362 w 122083"/>
                <a:gd name="connsiteY6" fmla="*/ 892 h 70479"/>
                <a:gd name="connsiteX7" fmla="*/ 7865 w 122083"/>
                <a:gd name="connsiteY7" fmla="*/ 0 h 70479"/>
                <a:gd name="connsiteX8" fmla="*/ 122083 w 122083"/>
                <a:gd name="connsiteY8" fmla="*/ 65995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83" h="70479">
                  <a:moveTo>
                    <a:pt x="122083" y="65995"/>
                  </a:moveTo>
                  <a:lnTo>
                    <a:pt x="120581" y="66841"/>
                  </a:lnTo>
                  <a:lnTo>
                    <a:pt x="115768" y="69634"/>
                  </a:lnTo>
                  <a:lnTo>
                    <a:pt x="114266" y="70480"/>
                  </a:lnTo>
                  <a:lnTo>
                    <a:pt x="0" y="4531"/>
                  </a:lnTo>
                  <a:lnTo>
                    <a:pt x="1503" y="3686"/>
                  </a:lnTo>
                  <a:lnTo>
                    <a:pt x="6362" y="892"/>
                  </a:lnTo>
                  <a:lnTo>
                    <a:pt x="7865" y="0"/>
                  </a:lnTo>
                  <a:lnTo>
                    <a:pt x="122083" y="65995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96066AD6-23F6-2DC6-73DB-61054C657609}"/>
                </a:ext>
              </a:extLst>
            </p:cNvPr>
            <p:cNvSpPr/>
            <p:nvPr/>
          </p:nvSpPr>
          <p:spPr>
            <a:xfrm>
              <a:off x="9242656" y="3825789"/>
              <a:ext cx="122083" cy="70479"/>
            </a:xfrm>
            <a:custGeom>
              <a:avLst/>
              <a:gdLst>
                <a:gd name="connsiteX0" fmla="*/ 122083 w 122083"/>
                <a:gd name="connsiteY0" fmla="*/ 65972 h 70479"/>
                <a:gd name="connsiteX1" fmla="*/ 120581 w 122083"/>
                <a:gd name="connsiteY1" fmla="*/ 66840 h 70479"/>
                <a:gd name="connsiteX2" fmla="*/ 115721 w 122083"/>
                <a:gd name="connsiteY2" fmla="*/ 69611 h 70479"/>
                <a:gd name="connsiteX3" fmla="*/ 114266 w 122083"/>
                <a:gd name="connsiteY3" fmla="*/ 70480 h 70479"/>
                <a:gd name="connsiteX4" fmla="*/ 0 w 122083"/>
                <a:gd name="connsiteY4" fmla="*/ 4531 h 70479"/>
                <a:gd name="connsiteX5" fmla="*/ 1503 w 122083"/>
                <a:gd name="connsiteY5" fmla="*/ 3686 h 70479"/>
                <a:gd name="connsiteX6" fmla="*/ 6409 w 122083"/>
                <a:gd name="connsiteY6" fmla="*/ 892 h 70479"/>
                <a:gd name="connsiteX7" fmla="*/ 7912 w 122083"/>
                <a:gd name="connsiteY7" fmla="*/ 0 h 70479"/>
                <a:gd name="connsiteX8" fmla="*/ 122083 w 122083"/>
                <a:gd name="connsiteY8" fmla="*/ 65972 h 7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083" h="70479">
                  <a:moveTo>
                    <a:pt x="122083" y="65972"/>
                  </a:moveTo>
                  <a:lnTo>
                    <a:pt x="120581" y="66840"/>
                  </a:lnTo>
                  <a:lnTo>
                    <a:pt x="115721" y="69611"/>
                  </a:lnTo>
                  <a:lnTo>
                    <a:pt x="114266" y="70480"/>
                  </a:lnTo>
                  <a:lnTo>
                    <a:pt x="0" y="4531"/>
                  </a:lnTo>
                  <a:lnTo>
                    <a:pt x="1503" y="3686"/>
                  </a:lnTo>
                  <a:lnTo>
                    <a:pt x="6409" y="892"/>
                  </a:lnTo>
                  <a:lnTo>
                    <a:pt x="7912" y="0"/>
                  </a:lnTo>
                  <a:lnTo>
                    <a:pt x="122083" y="65972"/>
                  </a:lnTo>
                  <a:close/>
                </a:path>
              </a:pathLst>
            </a:custGeom>
            <a:solidFill>
              <a:srgbClr val="00000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6A6DEAA-4588-AD06-56C0-1040A3DA4F6D}"/>
                </a:ext>
              </a:extLst>
            </p:cNvPr>
            <p:cNvSpPr/>
            <p:nvPr/>
          </p:nvSpPr>
          <p:spPr>
            <a:xfrm>
              <a:off x="9266533" y="3997246"/>
              <a:ext cx="153261" cy="213551"/>
            </a:xfrm>
            <a:custGeom>
              <a:avLst/>
              <a:gdLst>
                <a:gd name="connsiteX0" fmla="*/ 153261 w 153261"/>
                <a:gd name="connsiteY0" fmla="*/ 213552 h 213551"/>
                <a:gd name="connsiteX1" fmla="*/ 0 w 153261"/>
                <a:gd name="connsiteY1" fmla="*/ 124478 h 213551"/>
                <a:gd name="connsiteX2" fmla="*/ 0 w 153261"/>
                <a:gd name="connsiteY2" fmla="*/ 0 h 213551"/>
                <a:gd name="connsiteX3" fmla="*/ 153261 w 153261"/>
                <a:gd name="connsiteY3" fmla="*/ 89496 h 213551"/>
                <a:gd name="connsiteX4" fmla="*/ 153261 w 153261"/>
                <a:gd name="connsiteY4" fmla="*/ 213552 h 213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61" h="213551">
                  <a:moveTo>
                    <a:pt x="153261" y="213552"/>
                  </a:moveTo>
                  <a:lnTo>
                    <a:pt x="0" y="124478"/>
                  </a:lnTo>
                  <a:lnTo>
                    <a:pt x="0" y="0"/>
                  </a:lnTo>
                  <a:lnTo>
                    <a:pt x="153261" y="89496"/>
                  </a:lnTo>
                  <a:lnTo>
                    <a:pt x="153261" y="213552"/>
                  </a:lnTo>
                  <a:close/>
                </a:path>
              </a:pathLst>
            </a:custGeom>
            <a:solidFill>
              <a:srgbClr val="3D3D3D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7D929D4D-CAFC-81FA-D7B6-E1AAF3E99491}"/>
                </a:ext>
              </a:extLst>
            </p:cNvPr>
            <p:cNvSpPr/>
            <p:nvPr/>
          </p:nvSpPr>
          <p:spPr>
            <a:xfrm>
              <a:off x="9419795" y="3979450"/>
              <a:ext cx="286049" cy="179438"/>
            </a:xfrm>
            <a:custGeom>
              <a:avLst/>
              <a:gdLst>
                <a:gd name="connsiteX0" fmla="*/ 286050 w 286049"/>
                <a:gd name="connsiteY0" fmla="*/ 107292 h 179438"/>
                <a:gd name="connsiteX1" fmla="*/ 160211 w 286049"/>
                <a:gd name="connsiteY1" fmla="*/ 179439 h 179438"/>
                <a:gd name="connsiteX2" fmla="*/ 146077 w 286049"/>
                <a:gd name="connsiteY2" fmla="*/ 173077 h 179438"/>
                <a:gd name="connsiteX3" fmla="*/ 146030 w 286049"/>
                <a:gd name="connsiteY3" fmla="*/ 173077 h 179438"/>
                <a:gd name="connsiteX4" fmla="*/ 129056 w 286049"/>
                <a:gd name="connsiteY4" fmla="*/ 165423 h 179438"/>
                <a:gd name="connsiteX5" fmla="*/ 109053 w 286049"/>
                <a:gd name="connsiteY5" fmla="*/ 156431 h 179438"/>
                <a:gd name="connsiteX6" fmla="*/ 92055 w 286049"/>
                <a:gd name="connsiteY6" fmla="*/ 148754 h 179438"/>
                <a:gd name="connsiteX7" fmla="*/ 72052 w 286049"/>
                <a:gd name="connsiteY7" fmla="*/ 139762 h 179438"/>
                <a:gd name="connsiteX8" fmla="*/ 55078 w 286049"/>
                <a:gd name="connsiteY8" fmla="*/ 132085 h 179438"/>
                <a:gd name="connsiteX9" fmla="*/ 35075 w 286049"/>
                <a:gd name="connsiteY9" fmla="*/ 123093 h 179438"/>
                <a:gd name="connsiteX10" fmla="*/ 18125 w 286049"/>
                <a:gd name="connsiteY10" fmla="*/ 115463 h 179438"/>
                <a:gd name="connsiteX11" fmla="*/ 0 w 286049"/>
                <a:gd name="connsiteY11" fmla="*/ 107292 h 179438"/>
                <a:gd name="connsiteX12" fmla="*/ 189487 w 286049"/>
                <a:gd name="connsiteY12" fmla="*/ 0 h 179438"/>
                <a:gd name="connsiteX13" fmla="*/ 201202 w 286049"/>
                <a:gd name="connsiteY13" fmla="*/ 13030 h 179438"/>
                <a:gd name="connsiteX14" fmla="*/ 211509 w 286049"/>
                <a:gd name="connsiteY14" fmla="*/ 24440 h 179438"/>
                <a:gd name="connsiteX15" fmla="*/ 223576 w 286049"/>
                <a:gd name="connsiteY15" fmla="*/ 37869 h 179438"/>
                <a:gd name="connsiteX16" fmla="*/ 233836 w 286049"/>
                <a:gd name="connsiteY16" fmla="*/ 49279 h 179438"/>
                <a:gd name="connsiteX17" fmla="*/ 245904 w 286049"/>
                <a:gd name="connsiteY17" fmla="*/ 62662 h 179438"/>
                <a:gd name="connsiteX18" fmla="*/ 256140 w 286049"/>
                <a:gd name="connsiteY18" fmla="*/ 74072 h 179438"/>
                <a:gd name="connsiteX19" fmla="*/ 268277 w 286049"/>
                <a:gd name="connsiteY19" fmla="*/ 87501 h 179438"/>
                <a:gd name="connsiteX20" fmla="*/ 278514 w 286049"/>
                <a:gd name="connsiteY20" fmla="*/ 98911 h 179438"/>
                <a:gd name="connsiteX21" fmla="*/ 286050 w 286049"/>
                <a:gd name="connsiteY21" fmla="*/ 107292 h 1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6049" h="179438">
                  <a:moveTo>
                    <a:pt x="286050" y="107292"/>
                  </a:moveTo>
                  <a:lnTo>
                    <a:pt x="160211" y="179439"/>
                  </a:lnTo>
                  <a:lnTo>
                    <a:pt x="146077" y="173077"/>
                  </a:lnTo>
                  <a:lnTo>
                    <a:pt x="146030" y="173077"/>
                  </a:lnTo>
                  <a:lnTo>
                    <a:pt x="129056" y="165423"/>
                  </a:lnTo>
                  <a:lnTo>
                    <a:pt x="109053" y="156431"/>
                  </a:lnTo>
                  <a:lnTo>
                    <a:pt x="92055" y="148754"/>
                  </a:lnTo>
                  <a:lnTo>
                    <a:pt x="72052" y="139762"/>
                  </a:lnTo>
                  <a:lnTo>
                    <a:pt x="55078" y="132085"/>
                  </a:lnTo>
                  <a:lnTo>
                    <a:pt x="35075" y="123093"/>
                  </a:lnTo>
                  <a:lnTo>
                    <a:pt x="18125" y="115463"/>
                  </a:lnTo>
                  <a:lnTo>
                    <a:pt x="0" y="107292"/>
                  </a:lnTo>
                  <a:lnTo>
                    <a:pt x="189487" y="0"/>
                  </a:lnTo>
                  <a:lnTo>
                    <a:pt x="201202" y="13030"/>
                  </a:lnTo>
                  <a:lnTo>
                    <a:pt x="211509" y="24440"/>
                  </a:lnTo>
                  <a:lnTo>
                    <a:pt x="223576" y="37869"/>
                  </a:lnTo>
                  <a:lnTo>
                    <a:pt x="233836" y="49279"/>
                  </a:lnTo>
                  <a:lnTo>
                    <a:pt x="245904" y="62662"/>
                  </a:lnTo>
                  <a:lnTo>
                    <a:pt x="256140" y="74072"/>
                  </a:lnTo>
                  <a:lnTo>
                    <a:pt x="268277" y="87501"/>
                  </a:lnTo>
                  <a:lnTo>
                    <a:pt x="278514" y="98911"/>
                  </a:lnTo>
                  <a:lnTo>
                    <a:pt x="286050" y="107292"/>
                  </a:lnTo>
                  <a:close/>
                </a:path>
              </a:pathLst>
            </a:custGeom>
            <a:solidFill>
              <a:srgbClr val="444444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4E54E8D7-6CEA-C90A-76C9-4E9776F409A1}"/>
                </a:ext>
              </a:extLst>
            </p:cNvPr>
            <p:cNvSpPr/>
            <p:nvPr/>
          </p:nvSpPr>
          <p:spPr>
            <a:xfrm>
              <a:off x="9419795" y="4086742"/>
              <a:ext cx="160468" cy="156149"/>
            </a:xfrm>
            <a:custGeom>
              <a:avLst/>
              <a:gdLst>
                <a:gd name="connsiteX0" fmla="*/ 160469 w 160468"/>
                <a:gd name="connsiteY0" fmla="*/ 156149 h 156149"/>
                <a:gd name="connsiteX1" fmla="*/ 0 w 160468"/>
                <a:gd name="connsiteY1" fmla="*/ 124055 h 156149"/>
                <a:gd name="connsiteX2" fmla="*/ 0 w 160468"/>
                <a:gd name="connsiteY2" fmla="*/ 0 h 156149"/>
                <a:gd name="connsiteX3" fmla="*/ 160211 w 160468"/>
                <a:gd name="connsiteY3" fmla="*/ 72170 h 156149"/>
                <a:gd name="connsiteX4" fmla="*/ 160469 w 160468"/>
                <a:gd name="connsiteY4" fmla="*/ 156149 h 15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468" h="156149">
                  <a:moveTo>
                    <a:pt x="160469" y="156149"/>
                  </a:moveTo>
                  <a:lnTo>
                    <a:pt x="0" y="124055"/>
                  </a:lnTo>
                  <a:lnTo>
                    <a:pt x="0" y="0"/>
                  </a:lnTo>
                  <a:lnTo>
                    <a:pt x="160211" y="72170"/>
                  </a:lnTo>
                  <a:lnTo>
                    <a:pt x="160469" y="156149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BD88F8A-75D6-8AD0-8982-3C8A88B9A027}"/>
                </a:ext>
              </a:extLst>
            </p:cNvPr>
            <p:cNvSpPr/>
            <p:nvPr/>
          </p:nvSpPr>
          <p:spPr>
            <a:xfrm>
              <a:off x="9580005" y="4086742"/>
              <a:ext cx="126050" cy="156149"/>
            </a:xfrm>
            <a:custGeom>
              <a:avLst/>
              <a:gdLst>
                <a:gd name="connsiteX0" fmla="*/ 125816 w 126050"/>
                <a:gd name="connsiteY0" fmla="*/ 0 h 156149"/>
                <a:gd name="connsiteX1" fmla="*/ 126051 w 126050"/>
                <a:gd name="connsiteY1" fmla="*/ 83509 h 156149"/>
                <a:gd name="connsiteX2" fmla="*/ 258 w 126050"/>
                <a:gd name="connsiteY2" fmla="*/ 156149 h 156149"/>
                <a:gd name="connsiteX3" fmla="*/ 0 w 126050"/>
                <a:gd name="connsiteY3" fmla="*/ 72170 h 156149"/>
                <a:gd name="connsiteX4" fmla="*/ 125816 w 126050"/>
                <a:gd name="connsiteY4" fmla="*/ 0 h 15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050" h="156149">
                  <a:moveTo>
                    <a:pt x="125816" y="0"/>
                  </a:moveTo>
                  <a:lnTo>
                    <a:pt x="126051" y="83509"/>
                  </a:lnTo>
                  <a:lnTo>
                    <a:pt x="258" y="156149"/>
                  </a:lnTo>
                  <a:lnTo>
                    <a:pt x="0" y="72170"/>
                  </a:lnTo>
                  <a:lnTo>
                    <a:pt x="125816" y="0"/>
                  </a:lnTo>
                  <a:close/>
                </a:path>
              </a:pathLst>
            </a:custGeom>
            <a:solidFill>
              <a:srgbClr val="404040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C5B06D1A-7399-8AE3-0327-76543B5AD566}"/>
                </a:ext>
              </a:extLst>
            </p:cNvPr>
            <p:cNvSpPr/>
            <p:nvPr/>
          </p:nvSpPr>
          <p:spPr>
            <a:xfrm>
              <a:off x="9266533" y="3889038"/>
              <a:ext cx="342748" cy="197704"/>
            </a:xfrm>
            <a:custGeom>
              <a:avLst/>
              <a:gdLst>
                <a:gd name="connsiteX0" fmla="*/ 153261 w 342748"/>
                <a:gd name="connsiteY0" fmla="*/ 197704 h 197704"/>
                <a:gd name="connsiteX1" fmla="*/ 0 w 342748"/>
                <a:gd name="connsiteY1" fmla="*/ 108208 h 197704"/>
                <a:gd name="connsiteX2" fmla="*/ 187538 w 342748"/>
                <a:gd name="connsiteY2" fmla="*/ 0 h 197704"/>
                <a:gd name="connsiteX3" fmla="*/ 342748 w 342748"/>
                <a:gd name="connsiteY3" fmla="*/ 90388 h 197704"/>
                <a:gd name="connsiteX4" fmla="*/ 153261 w 342748"/>
                <a:gd name="connsiteY4" fmla="*/ 197704 h 197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748" h="197704">
                  <a:moveTo>
                    <a:pt x="153261" y="197704"/>
                  </a:moveTo>
                  <a:lnTo>
                    <a:pt x="0" y="108208"/>
                  </a:lnTo>
                  <a:lnTo>
                    <a:pt x="187538" y="0"/>
                  </a:lnTo>
                  <a:lnTo>
                    <a:pt x="342748" y="90388"/>
                  </a:lnTo>
                  <a:lnTo>
                    <a:pt x="153261" y="197704"/>
                  </a:lnTo>
                  <a:close/>
                </a:path>
              </a:pathLst>
            </a:custGeom>
            <a:solidFill>
              <a:srgbClr val="484848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B62C15C4-5C31-0EA0-072E-06CA7EC186E3}"/>
                </a:ext>
              </a:extLst>
            </p:cNvPr>
            <p:cNvSpPr/>
            <p:nvPr/>
          </p:nvSpPr>
          <p:spPr>
            <a:xfrm>
              <a:off x="9678048" y="4128955"/>
              <a:ext cx="2514231" cy="1464410"/>
            </a:xfrm>
            <a:custGeom>
              <a:avLst/>
              <a:gdLst>
                <a:gd name="connsiteX0" fmla="*/ 2512893 w 2514231"/>
                <a:gd name="connsiteY0" fmla="*/ 1452134 h 1464410"/>
                <a:gd name="connsiteX1" fmla="*/ 2512893 w 2514231"/>
                <a:gd name="connsiteY1" fmla="*/ 1463380 h 1464410"/>
                <a:gd name="connsiteX2" fmla="*/ 26622 w 2514231"/>
                <a:gd name="connsiteY2" fmla="*/ 18221 h 1464410"/>
                <a:gd name="connsiteX3" fmla="*/ -1339 w 2514231"/>
                <a:gd name="connsiteY3" fmla="*/ 1974 h 1464410"/>
                <a:gd name="connsiteX4" fmla="*/ 1572 w 2514231"/>
                <a:gd name="connsiteY4" fmla="*/ 519 h 1464410"/>
                <a:gd name="connsiteX5" fmla="*/ 1901 w 2514231"/>
                <a:gd name="connsiteY5" fmla="*/ 354 h 1464410"/>
                <a:gd name="connsiteX6" fmla="*/ 2488 w 2514231"/>
                <a:gd name="connsiteY6" fmla="*/ 166 h 1464410"/>
                <a:gd name="connsiteX7" fmla="*/ 4131 w 2514231"/>
                <a:gd name="connsiteY7" fmla="*/ -397 h 1464410"/>
                <a:gd name="connsiteX8" fmla="*/ 4648 w 2514231"/>
                <a:gd name="connsiteY8" fmla="*/ -584 h 1464410"/>
                <a:gd name="connsiteX9" fmla="*/ 5165 w 2514231"/>
                <a:gd name="connsiteY9" fmla="*/ -702 h 1464410"/>
                <a:gd name="connsiteX10" fmla="*/ 6104 w 2514231"/>
                <a:gd name="connsiteY10" fmla="*/ -890 h 1464410"/>
                <a:gd name="connsiteX11" fmla="*/ 6691 w 2514231"/>
                <a:gd name="connsiteY11" fmla="*/ -1031 h 1464410"/>
                <a:gd name="connsiteX12" fmla="*/ 7347 w 2514231"/>
                <a:gd name="connsiteY12" fmla="*/ -1031 h 1464410"/>
                <a:gd name="connsiteX13" fmla="*/ 8052 w 2514231"/>
                <a:gd name="connsiteY13" fmla="*/ -1031 h 1464410"/>
                <a:gd name="connsiteX14" fmla="*/ 9977 w 2514231"/>
                <a:gd name="connsiteY14" fmla="*/ -1031 h 1464410"/>
                <a:gd name="connsiteX15" fmla="*/ 11362 w 2514231"/>
                <a:gd name="connsiteY15" fmla="*/ -866 h 1464410"/>
                <a:gd name="connsiteX16" fmla="*/ 11597 w 2514231"/>
                <a:gd name="connsiteY16" fmla="*/ -866 h 1464410"/>
                <a:gd name="connsiteX17" fmla="*/ 12020 w 2514231"/>
                <a:gd name="connsiteY17" fmla="*/ -866 h 1464410"/>
                <a:gd name="connsiteX18" fmla="*/ 12677 w 2514231"/>
                <a:gd name="connsiteY18" fmla="*/ -725 h 1464410"/>
                <a:gd name="connsiteX19" fmla="*/ 13288 w 2514231"/>
                <a:gd name="connsiteY19" fmla="*/ -514 h 1464410"/>
                <a:gd name="connsiteX20" fmla="*/ 13687 w 2514231"/>
                <a:gd name="connsiteY20" fmla="*/ -373 h 1464410"/>
                <a:gd name="connsiteX21" fmla="*/ 13898 w 2514231"/>
                <a:gd name="connsiteY21" fmla="*/ -373 h 1464410"/>
                <a:gd name="connsiteX22" fmla="*/ 15072 w 2514231"/>
                <a:gd name="connsiteY22" fmla="*/ 190 h 1464410"/>
                <a:gd name="connsiteX23" fmla="*/ 15213 w 2514231"/>
                <a:gd name="connsiteY23" fmla="*/ 190 h 1464410"/>
                <a:gd name="connsiteX24" fmla="*/ 26599 w 2514231"/>
                <a:gd name="connsiteY24" fmla="*/ 6811 h 146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14231" h="1464410">
                  <a:moveTo>
                    <a:pt x="2512893" y="1452134"/>
                  </a:moveTo>
                  <a:lnTo>
                    <a:pt x="2512893" y="1463380"/>
                  </a:lnTo>
                  <a:lnTo>
                    <a:pt x="26622" y="18221"/>
                  </a:lnTo>
                  <a:lnTo>
                    <a:pt x="-1339" y="1974"/>
                  </a:lnTo>
                  <a:cubicBezTo>
                    <a:pt x="-400" y="1434"/>
                    <a:pt x="586" y="941"/>
                    <a:pt x="1572" y="519"/>
                  </a:cubicBezTo>
                  <a:lnTo>
                    <a:pt x="1901" y="354"/>
                  </a:lnTo>
                  <a:lnTo>
                    <a:pt x="2488" y="166"/>
                  </a:lnTo>
                  <a:cubicBezTo>
                    <a:pt x="3028" y="-68"/>
                    <a:pt x="3568" y="-256"/>
                    <a:pt x="4131" y="-397"/>
                  </a:cubicBezTo>
                  <a:lnTo>
                    <a:pt x="4648" y="-584"/>
                  </a:lnTo>
                  <a:lnTo>
                    <a:pt x="5165" y="-702"/>
                  </a:lnTo>
                  <a:lnTo>
                    <a:pt x="6104" y="-890"/>
                  </a:lnTo>
                  <a:lnTo>
                    <a:pt x="6691" y="-1031"/>
                  </a:lnTo>
                  <a:cubicBezTo>
                    <a:pt x="6901" y="-1007"/>
                    <a:pt x="7136" y="-1007"/>
                    <a:pt x="7347" y="-1031"/>
                  </a:cubicBezTo>
                  <a:lnTo>
                    <a:pt x="8052" y="-1031"/>
                  </a:lnTo>
                  <a:lnTo>
                    <a:pt x="9977" y="-1031"/>
                  </a:lnTo>
                  <a:lnTo>
                    <a:pt x="11362" y="-866"/>
                  </a:lnTo>
                  <a:lnTo>
                    <a:pt x="11597" y="-866"/>
                  </a:lnTo>
                  <a:lnTo>
                    <a:pt x="12020" y="-866"/>
                  </a:lnTo>
                  <a:lnTo>
                    <a:pt x="12677" y="-725"/>
                  </a:lnTo>
                  <a:lnTo>
                    <a:pt x="13288" y="-514"/>
                  </a:lnTo>
                  <a:lnTo>
                    <a:pt x="13687" y="-373"/>
                  </a:lnTo>
                  <a:lnTo>
                    <a:pt x="13898" y="-373"/>
                  </a:lnTo>
                  <a:cubicBezTo>
                    <a:pt x="14297" y="-209"/>
                    <a:pt x="14696" y="-21"/>
                    <a:pt x="15072" y="190"/>
                  </a:cubicBezTo>
                  <a:lnTo>
                    <a:pt x="15213" y="190"/>
                  </a:lnTo>
                  <a:lnTo>
                    <a:pt x="26599" y="6811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586716C4-C438-40E3-1C1F-7522BDE9ED6C}"/>
                </a:ext>
              </a:extLst>
            </p:cNvPr>
            <p:cNvSpPr/>
            <p:nvPr/>
          </p:nvSpPr>
          <p:spPr>
            <a:xfrm>
              <a:off x="9613484" y="4131936"/>
              <a:ext cx="2578795" cy="1536181"/>
            </a:xfrm>
            <a:custGeom>
              <a:avLst/>
              <a:gdLst>
                <a:gd name="connsiteX0" fmla="*/ 2578795 w 2578795"/>
                <a:gd name="connsiteY0" fmla="*/ 1461406 h 1536181"/>
                <a:gd name="connsiteX1" fmla="*/ 2578795 w 2578795"/>
                <a:gd name="connsiteY1" fmla="*/ 1536182 h 1536181"/>
                <a:gd name="connsiteX2" fmla="*/ 47025 w 2578795"/>
                <a:gd name="connsiteY2" fmla="*/ 64587 h 1536181"/>
                <a:gd name="connsiteX3" fmla="*/ 0 w 2578795"/>
                <a:gd name="connsiteY3" fmla="*/ 37259 h 1536181"/>
                <a:gd name="connsiteX4" fmla="*/ 64540 w 2578795"/>
                <a:gd name="connsiteY4" fmla="*/ 0 h 1536181"/>
                <a:gd name="connsiteX5" fmla="*/ 92501 w 2578795"/>
                <a:gd name="connsiteY5" fmla="*/ 16246 h 1536181"/>
                <a:gd name="connsiteX6" fmla="*/ 2578795 w 2578795"/>
                <a:gd name="connsiteY6" fmla="*/ 1461406 h 153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8795" h="1536181">
                  <a:moveTo>
                    <a:pt x="2578795" y="1461406"/>
                  </a:moveTo>
                  <a:lnTo>
                    <a:pt x="2578795" y="1536182"/>
                  </a:lnTo>
                  <a:lnTo>
                    <a:pt x="47025" y="64587"/>
                  </a:lnTo>
                  <a:lnTo>
                    <a:pt x="0" y="37259"/>
                  </a:lnTo>
                  <a:lnTo>
                    <a:pt x="64540" y="0"/>
                  </a:lnTo>
                  <a:lnTo>
                    <a:pt x="92501" y="16246"/>
                  </a:lnTo>
                  <a:lnTo>
                    <a:pt x="2578795" y="1461406"/>
                  </a:lnTo>
                  <a:close/>
                </a:path>
              </a:pathLst>
            </a:custGeom>
            <a:solidFill>
              <a:srgbClr val="484848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ABCA4B57-C2E5-11FD-DB2C-F643F7D7A8D0}"/>
                </a:ext>
              </a:extLst>
            </p:cNvPr>
            <p:cNvSpPr/>
            <p:nvPr/>
          </p:nvSpPr>
          <p:spPr>
            <a:xfrm>
              <a:off x="9590288" y="4169383"/>
              <a:ext cx="2601991" cy="1563463"/>
            </a:xfrm>
            <a:custGeom>
              <a:avLst/>
              <a:gdLst>
                <a:gd name="connsiteX0" fmla="*/ 2600653 w 2601991"/>
                <a:gd name="connsiteY0" fmla="*/ 1497704 h 1563463"/>
                <a:gd name="connsiteX1" fmla="*/ 2600653 w 2601991"/>
                <a:gd name="connsiteY1" fmla="*/ 1562432 h 1563463"/>
                <a:gd name="connsiteX2" fmla="*/ 476993 w 2601991"/>
                <a:gd name="connsiteY2" fmla="*/ 328031 h 1563463"/>
                <a:gd name="connsiteX3" fmla="*/ 13007 w 2601991"/>
                <a:gd name="connsiteY3" fmla="*/ 58391 h 1563463"/>
                <a:gd name="connsiteX4" fmla="*/ 5447 w 2601991"/>
                <a:gd name="connsiteY4" fmla="*/ 54001 h 1563463"/>
                <a:gd name="connsiteX5" fmla="*/ 4954 w 2601991"/>
                <a:gd name="connsiteY5" fmla="*/ 53578 h 1563463"/>
                <a:gd name="connsiteX6" fmla="*/ -1339 w 2601991"/>
                <a:gd name="connsiteY6" fmla="*/ 39022 h 1563463"/>
                <a:gd name="connsiteX7" fmla="*/ -1339 w 2601991"/>
                <a:gd name="connsiteY7" fmla="*/ 39022 h 1563463"/>
                <a:gd name="connsiteX8" fmla="*/ -1057 w 2601991"/>
                <a:gd name="connsiteY8" fmla="*/ 34491 h 1563463"/>
                <a:gd name="connsiteX9" fmla="*/ -916 w 2601991"/>
                <a:gd name="connsiteY9" fmla="*/ 33716 h 1563463"/>
                <a:gd name="connsiteX10" fmla="*/ -775 w 2601991"/>
                <a:gd name="connsiteY10" fmla="*/ 32871 h 1563463"/>
                <a:gd name="connsiteX11" fmla="*/ -493 w 2601991"/>
                <a:gd name="connsiteY11" fmla="*/ 31251 h 1563463"/>
                <a:gd name="connsiteX12" fmla="*/ 164 w 2601991"/>
                <a:gd name="connsiteY12" fmla="*/ 28575 h 1563463"/>
                <a:gd name="connsiteX13" fmla="*/ 399 w 2601991"/>
                <a:gd name="connsiteY13" fmla="*/ 27800 h 1563463"/>
                <a:gd name="connsiteX14" fmla="*/ 540 w 2601991"/>
                <a:gd name="connsiteY14" fmla="*/ 27307 h 1563463"/>
                <a:gd name="connsiteX15" fmla="*/ 892 w 2601991"/>
                <a:gd name="connsiteY15" fmla="*/ 26203 h 1563463"/>
                <a:gd name="connsiteX16" fmla="*/ 1667 w 2601991"/>
                <a:gd name="connsiteY16" fmla="*/ 23997 h 1563463"/>
                <a:gd name="connsiteX17" fmla="*/ 2536 w 2601991"/>
                <a:gd name="connsiteY17" fmla="*/ 21907 h 1563463"/>
                <a:gd name="connsiteX18" fmla="*/ 2536 w 2601991"/>
                <a:gd name="connsiteY18" fmla="*/ 21907 h 1563463"/>
                <a:gd name="connsiteX19" fmla="*/ 2536 w 2601991"/>
                <a:gd name="connsiteY19" fmla="*/ 21907 h 1563463"/>
                <a:gd name="connsiteX20" fmla="*/ 3381 w 2601991"/>
                <a:gd name="connsiteY20" fmla="*/ 20052 h 1563463"/>
                <a:gd name="connsiteX21" fmla="*/ 4391 w 2601991"/>
                <a:gd name="connsiteY21" fmla="*/ 18057 h 1563463"/>
                <a:gd name="connsiteX22" fmla="*/ 5283 w 2601991"/>
                <a:gd name="connsiteY22" fmla="*/ 16460 h 1563463"/>
                <a:gd name="connsiteX23" fmla="*/ 5283 w 2601991"/>
                <a:gd name="connsiteY23" fmla="*/ 16296 h 1563463"/>
                <a:gd name="connsiteX24" fmla="*/ 5400 w 2601991"/>
                <a:gd name="connsiteY24" fmla="*/ 16108 h 1563463"/>
                <a:gd name="connsiteX25" fmla="*/ 6598 w 2601991"/>
                <a:gd name="connsiteY25" fmla="*/ 14136 h 1563463"/>
                <a:gd name="connsiteX26" fmla="*/ 7936 w 2601991"/>
                <a:gd name="connsiteY26" fmla="*/ 12117 h 1563463"/>
                <a:gd name="connsiteX27" fmla="*/ 8522 w 2601991"/>
                <a:gd name="connsiteY27" fmla="*/ 11318 h 1563463"/>
                <a:gd name="connsiteX28" fmla="*/ 8851 w 2601991"/>
                <a:gd name="connsiteY28" fmla="*/ 10872 h 1563463"/>
                <a:gd name="connsiteX29" fmla="*/ 9485 w 2601991"/>
                <a:gd name="connsiteY29" fmla="*/ 10027 h 1563463"/>
                <a:gd name="connsiteX30" fmla="*/ 11387 w 2601991"/>
                <a:gd name="connsiteY30" fmla="*/ 7680 h 1563463"/>
                <a:gd name="connsiteX31" fmla="*/ 12255 w 2601991"/>
                <a:gd name="connsiteY31" fmla="*/ 6740 h 1563463"/>
                <a:gd name="connsiteX32" fmla="*/ 13030 w 2601991"/>
                <a:gd name="connsiteY32" fmla="*/ 5919 h 1563463"/>
                <a:gd name="connsiteX33" fmla="*/ 13922 w 2601991"/>
                <a:gd name="connsiteY33" fmla="*/ 4979 h 1563463"/>
                <a:gd name="connsiteX34" fmla="*/ 15965 w 2601991"/>
                <a:gd name="connsiteY34" fmla="*/ 3172 h 1563463"/>
                <a:gd name="connsiteX35" fmla="*/ 17304 w 2601991"/>
                <a:gd name="connsiteY35" fmla="*/ 1998 h 1563463"/>
                <a:gd name="connsiteX36" fmla="*/ 21646 w 2601991"/>
                <a:gd name="connsiteY36" fmla="*/ -1031 h 1563463"/>
                <a:gd name="connsiteX37" fmla="*/ 21646 w 2601991"/>
                <a:gd name="connsiteY37" fmla="*/ -1031 h 1563463"/>
                <a:gd name="connsiteX38" fmla="*/ 68601 w 2601991"/>
                <a:gd name="connsiteY38" fmla="*/ 26297 h 1563463"/>
                <a:gd name="connsiteX39" fmla="*/ 493123 w 2601991"/>
                <a:gd name="connsiteY39" fmla="*/ 272999 h 156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601991" h="1563463">
                  <a:moveTo>
                    <a:pt x="2600653" y="1497704"/>
                  </a:moveTo>
                  <a:lnTo>
                    <a:pt x="2600653" y="1562432"/>
                  </a:lnTo>
                  <a:lnTo>
                    <a:pt x="476993" y="328031"/>
                  </a:lnTo>
                  <a:lnTo>
                    <a:pt x="13007" y="58391"/>
                  </a:lnTo>
                  <a:lnTo>
                    <a:pt x="5447" y="54001"/>
                  </a:lnTo>
                  <a:cubicBezTo>
                    <a:pt x="5259" y="54001"/>
                    <a:pt x="5142" y="53695"/>
                    <a:pt x="4954" y="53578"/>
                  </a:cubicBezTo>
                  <a:cubicBezTo>
                    <a:pt x="1080" y="51043"/>
                    <a:pt x="-1339" y="46065"/>
                    <a:pt x="-1339" y="39022"/>
                  </a:cubicBezTo>
                  <a:lnTo>
                    <a:pt x="-1339" y="39022"/>
                  </a:lnTo>
                  <a:cubicBezTo>
                    <a:pt x="-1339" y="37496"/>
                    <a:pt x="-1245" y="35993"/>
                    <a:pt x="-1057" y="34491"/>
                  </a:cubicBezTo>
                  <a:lnTo>
                    <a:pt x="-916" y="33716"/>
                  </a:lnTo>
                  <a:lnTo>
                    <a:pt x="-775" y="32871"/>
                  </a:lnTo>
                  <a:cubicBezTo>
                    <a:pt x="-775" y="32331"/>
                    <a:pt x="-611" y="31791"/>
                    <a:pt x="-493" y="31251"/>
                  </a:cubicBezTo>
                  <a:cubicBezTo>
                    <a:pt x="-305" y="30359"/>
                    <a:pt x="-94" y="29466"/>
                    <a:pt x="164" y="28575"/>
                  </a:cubicBezTo>
                  <a:cubicBezTo>
                    <a:pt x="164" y="28316"/>
                    <a:pt x="328" y="28058"/>
                    <a:pt x="399" y="27800"/>
                  </a:cubicBezTo>
                  <a:lnTo>
                    <a:pt x="540" y="27307"/>
                  </a:lnTo>
                  <a:lnTo>
                    <a:pt x="892" y="26203"/>
                  </a:lnTo>
                  <a:cubicBezTo>
                    <a:pt x="1127" y="25452"/>
                    <a:pt x="1385" y="24724"/>
                    <a:pt x="1667" y="23997"/>
                  </a:cubicBezTo>
                  <a:cubicBezTo>
                    <a:pt x="1949" y="23269"/>
                    <a:pt x="2230" y="22588"/>
                    <a:pt x="2536" y="21907"/>
                  </a:cubicBezTo>
                  <a:cubicBezTo>
                    <a:pt x="2536" y="21907"/>
                    <a:pt x="2536" y="21907"/>
                    <a:pt x="2536" y="21907"/>
                  </a:cubicBezTo>
                  <a:cubicBezTo>
                    <a:pt x="2536" y="21907"/>
                    <a:pt x="2536" y="21907"/>
                    <a:pt x="2536" y="21907"/>
                  </a:cubicBezTo>
                  <a:lnTo>
                    <a:pt x="3381" y="20052"/>
                  </a:lnTo>
                  <a:cubicBezTo>
                    <a:pt x="3710" y="19371"/>
                    <a:pt x="4038" y="18714"/>
                    <a:pt x="4391" y="18057"/>
                  </a:cubicBezTo>
                  <a:cubicBezTo>
                    <a:pt x="4743" y="17399"/>
                    <a:pt x="4978" y="17000"/>
                    <a:pt x="5283" y="16460"/>
                  </a:cubicBezTo>
                  <a:lnTo>
                    <a:pt x="5283" y="16296"/>
                  </a:lnTo>
                  <a:cubicBezTo>
                    <a:pt x="5306" y="16225"/>
                    <a:pt x="5353" y="16178"/>
                    <a:pt x="5400" y="16108"/>
                  </a:cubicBezTo>
                  <a:cubicBezTo>
                    <a:pt x="5776" y="15427"/>
                    <a:pt x="6175" y="14770"/>
                    <a:pt x="6598" y="14136"/>
                  </a:cubicBezTo>
                  <a:cubicBezTo>
                    <a:pt x="7020" y="13455"/>
                    <a:pt x="7490" y="12774"/>
                    <a:pt x="7936" y="12117"/>
                  </a:cubicBezTo>
                  <a:cubicBezTo>
                    <a:pt x="8124" y="11858"/>
                    <a:pt x="8334" y="11600"/>
                    <a:pt x="8522" y="11318"/>
                  </a:cubicBezTo>
                  <a:cubicBezTo>
                    <a:pt x="8639" y="11178"/>
                    <a:pt x="8757" y="11037"/>
                    <a:pt x="8851" y="10872"/>
                  </a:cubicBezTo>
                  <a:lnTo>
                    <a:pt x="9485" y="10027"/>
                  </a:lnTo>
                  <a:cubicBezTo>
                    <a:pt x="10095" y="9229"/>
                    <a:pt x="10729" y="8454"/>
                    <a:pt x="11387" y="7680"/>
                  </a:cubicBezTo>
                  <a:cubicBezTo>
                    <a:pt x="11668" y="7351"/>
                    <a:pt x="11974" y="7069"/>
                    <a:pt x="12255" y="6740"/>
                  </a:cubicBezTo>
                  <a:lnTo>
                    <a:pt x="13030" y="5919"/>
                  </a:lnTo>
                  <a:cubicBezTo>
                    <a:pt x="13335" y="5613"/>
                    <a:pt x="13617" y="5261"/>
                    <a:pt x="13922" y="4979"/>
                  </a:cubicBezTo>
                  <a:cubicBezTo>
                    <a:pt x="14580" y="4322"/>
                    <a:pt x="15284" y="3759"/>
                    <a:pt x="15965" y="3172"/>
                  </a:cubicBezTo>
                  <a:cubicBezTo>
                    <a:pt x="16646" y="2585"/>
                    <a:pt x="16857" y="2350"/>
                    <a:pt x="17304" y="1998"/>
                  </a:cubicBezTo>
                  <a:cubicBezTo>
                    <a:pt x="18688" y="894"/>
                    <a:pt x="20120" y="-115"/>
                    <a:pt x="21646" y="-1031"/>
                  </a:cubicBezTo>
                  <a:lnTo>
                    <a:pt x="21646" y="-1031"/>
                  </a:lnTo>
                  <a:lnTo>
                    <a:pt x="68601" y="26297"/>
                  </a:lnTo>
                  <a:lnTo>
                    <a:pt x="493123" y="272999"/>
                  </a:lnTo>
                  <a:close/>
                </a:path>
              </a:pathLst>
            </a:custGeom>
            <a:solidFill>
              <a:srgbClr val="3F3F3F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4948F32-6F76-92BF-34B1-1691DBC6FA8C}"/>
                </a:ext>
              </a:extLst>
            </p:cNvPr>
            <p:cNvSpPr/>
            <p:nvPr/>
          </p:nvSpPr>
          <p:spPr>
            <a:xfrm>
              <a:off x="9437919" y="4187625"/>
              <a:ext cx="16950" cy="30192"/>
            </a:xfrm>
            <a:custGeom>
              <a:avLst/>
              <a:gdLst>
                <a:gd name="connsiteX0" fmla="*/ 0 w 16950"/>
                <a:gd name="connsiteY0" fmla="*/ 0 h 30192"/>
                <a:gd name="connsiteX1" fmla="*/ 16951 w 16950"/>
                <a:gd name="connsiteY1" fmla="*/ 3428 h 30192"/>
                <a:gd name="connsiteX2" fmla="*/ 16951 w 16950"/>
                <a:gd name="connsiteY2" fmla="*/ 30192 h 30192"/>
                <a:gd name="connsiteX3" fmla="*/ 0 w 16950"/>
                <a:gd name="connsiteY3" fmla="*/ 26764 h 30192"/>
                <a:gd name="connsiteX4" fmla="*/ 0 w 16950"/>
                <a:gd name="connsiteY4" fmla="*/ 0 h 3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50" h="30192">
                  <a:moveTo>
                    <a:pt x="0" y="0"/>
                  </a:moveTo>
                  <a:lnTo>
                    <a:pt x="16951" y="3428"/>
                  </a:lnTo>
                  <a:lnTo>
                    <a:pt x="16951" y="30192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24564BA9-0E30-FCEE-A22A-CAC82B161A54}"/>
                </a:ext>
              </a:extLst>
            </p:cNvPr>
            <p:cNvSpPr/>
            <p:nvPr/>
          </p:nvSpPr>
          <p:spPr>
            <a:xfrm>
              <a:off x="9437919" y="3992480"/>
              <a:ext cx="193384" cy="140114"/>
            </a:xfrm>
            <a:custGeom>
              <a:avLst/>
              <a:gdLst>
                <a:gd name="connsiteX0" fmla="*/ 193384 w 193384"/>
                <a:gd name="connsiteY0" fmla="*/ 11410 h 140114"/>
                <a:gd name="connsiteX1" fmla="*/ 16951 w 193384"/>
                <a:gd name="connsiteY1" fmla="*/ 110063 h 140114"/>
                <a:gd name="connsiteX2" fmla="*/ 16951 w 193384"/>
                <a:gd name="connsiteY2" fmla="*/ 140114 h 140114"/>
                <a:gd name="connsiteX3" fmla="*/ 0 w 193384"/>
                <a:gd name="connsiteY3" fmla="*/ 133704 h 140114"/>
                <a:gd name="connsiteX4" fmla="*/ 0 w 193384"/>
                <a:gd name="connsiteY4" fmla="*/ 102432 h 140114"/>
                <a:gd name="connsiteX5" fmla="*/ 183078 w 193384"/>
                <a:gd name="connsiteY5" fmla="*/ 0 h 140114"/>
                <a:gd name="connsiteX6" fmla="*/ 193384 w 193384"/>
                <a:gd name="connsiteY6" fmla="*/ 11410 h 14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384" h="140114">
                  <a:moveTo>
                    <a:pt x="193384" y="11410"/>
                  </a:moveTo>
                  <a:lnTo>
                    <a:pt x="16951" y="110063"/>
                  </a:lnTo>
                  <a:lnTo>
                    <a:pt x="16951" y="140114"/>
                  </a:lnTo>
                  <a:lnTo>
                    <a:pt x="0" y="133704"/>
                  </a:lnTo>
                  <a:lnTo>
                    <a:pt x="0" y="102432"/>
                  </a:lnTo>
                  <a:lnTo>
                    <a:pt x="183078" y="0"/>
                  </a:lnTo>
                  <a:lnTo>
                    <a:pt x="193384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35BF0C2-7854-6110-277A-26A73753086B}"/>
                </a:ext>
              </a:extLst>
            </p:cNvPr>
            <p:cNvSpPr/>
            <p:nvPr/>
          </p:nvSpPr>
          <p:spPr>
            <a:xfrm>
              <a:off x="9474873" y="4195044"/>
              <a:ext cx="16974" cy="29699"/>
            </a:xfrm>
            <a:custGeom>
              <a:avLst/>
              <a:gdLst>
                <a:gd name="connsiteX0" fmla="*/ 0 w 16974"/>
                <a:gd name="connsiteY0" fmla="*/ 0 h 29699"/>
                <a:gd name="connsiteX1" fmla="*/ 16974 w 16974"/>
                <a:gd name="connsiteY1" fmla="*/ 3404 h 29699"/>
                <a:gd name="connsiteX2" fmla="*/ 16974 w 16974"/>
                <a:gd name="connsiteY2" fmla="*/ 29699 h 29699"/>
                <a:gd name="connsiteX3" fmla="*/ 0 w 16974"/>
                <a:gd name="connsiteY3" fmla="*/ 26459 h 29699"/>
                <a:gd name="connsiteX4" fmla="*/ 0 w 16974"/>
                <a:gd name="connsiteY4" fmla="*/ 0 h 29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74" h="29699">
                  <a:moveTo>
                    <a:pt x="0" y="0"/>
                  </a:moveTo>
                  <a:lnTo>
                    <a:pt x="16974" y="3404"/>
                  </a:lnTo>
                  <a:lnTo>
                    <a:pt x="16974" y="29699"/>
                  </a:lnTo>
                  <a:lnTo>
                    <a:pt x="0" y="2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528D8E4-743D-4B5E-F41D-A06F7E7CD037}"/>
                </a:ext>
              </a:extLst>
            </p:cNvPr>
            <p:cNvSpPr/>
            <p:nvPr/>
          </p:nvSpPr>
          <p:spPr>
            <a:xfrm>
              <a:off x="9474873" y="4017319"/>
              <a:ext cx="178757" cy="129196"/>
            </a:xfrm>
            <a:custGeom>
              <a:avLst/>
              <a:gdLst>
                <a:gd name="connsiteX0" fmla="*/ 178758 w 178757"/>
                <a:gd name="connsiteY0" fmla="*/ 11410 h 129196"/>
                <a:gd name="connsiteX1" fmla="*/ 16974 w 178757"/>
                <a:gd name="connsiteY1" fmla="*/ 101893 h 129196"/>
                <a:gd name="connsiteX2" fmla="*/ 16974 w 178757"/>
                <a:gd name="connsiteY2" fmla="*/ 129197 h 129196"/>
                <a:gd name="connsiteX3" fmla="*/ 0 w 178757"/>
                <a:gd name="connsiteY3" fmla="*/ 122788 h 129196"/>
                <a:gd name="connsiteX4" fmla="*/ 0 w 178757"/>
                <a:gd name="connsiteY4" fmla="*/ 94215 h 129196"/>
                <a:gd name="connsiteX5" fmla="*/ 168498 w 178757"/>
                <a:gd name="connsiteY5" fmla="*/ 0 h 129196"/>
                <a:gd name="connsiteX6" fmla="*/ 178758 w 178757"/>
                <a:gd name="connsiteY6" fmla="*/ 11410 h 129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8757" h="129196">
                  <a:moveTo>
                    <a:pt x="178758" y="11410"/>
                  </a:moveTo>
                  <a:lnTo>
                    <a:pt x="16974" y="101893"/>
                  </a:lnTo>
                  <a:lnTo>
                    <a:pt x="16974" y="129197"/>
                  </a:lnTo>
                  <a:lnTo>
                    <a:pt x="0" y="122788"/>
                  </a:lnTo>
                  <a:lnTo>
                    <a:pt x="0" y="94215"/>
                  </a:lnTo>
                  <a:lnTo>
                    <a:pt x="168498" y="0"/>
                  </a:lnTo>
                  <a:lnTo>
                    <a:pt x="17875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3BC51DA-9BFE-DE9C-E9D7-70114BA9D656}"/>
                </a:ext>
              </a:extLst>
            </p:cNvPr>
            <p:cNvSpPr/>
            <p:nvPr/>
          </p:nvSpPr>
          <p:spPr>
            <a:xfrm>
              <a:off x="9511850" y="4202416"/>
              <a:ext cx="16997" cy="30450"/>
            </a:xfrm>
            <a:custGeom>
              <a:avLst/>
              <a:gdLst>
                <a:gd name="connsiteX0" fmla="*/ 0 w 16997"/>
                <a:gd name="connsiteY0" fmla="*/ 0 h 30450"/>
                <a:gd name="connsiteX1" fmla="*/ 16998 w 16997"/>
                <a:gd name="connsiteY1" fmla="*/ 3451 h 30450"/>
                <a:gd name="connsiteX2" fmla="*/ 16998 w 16997"/>
                <a:gd name="connsiteY2" fmla="*/ 30450 h 30450"/>
                <a:gd name="connsiteX3" fmla="*/ 0 w 16997"/>
                <a:gd name="connsiteY3" fmla="*/ 26764 h 30450"/>
                <a:gd name="connsiteX4" fmla="*/ 0 w 16997"/>
                <a:gd name="connsiteY4" fmla="*/ 0 h 3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7" h="30450">
                  <a:moveTo>
                    <a:pt x="0" y="0"/>
                  </a:moveTo>
                  <a:lnTo>
                    <a:pt x="16998" y="3451"/>
                  </a:lnTo>
                  <a:lnTo>
                    <a:pt x="16998" y="30450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0396154-A2A6-F07D-1E9C-E8483A463C95}"/>
                </a:ext>
              </a:extLst>
            </p:cNvPr>
            <p:cNvSpPr/>
            <p:nvPr/>
          </p:nvSpPr>
          <p:spPr>
            <a:xfrm>
              <a:off x="9511850" y="4042111"/>
              <a:ext cx="164084" cy="118397"/>
            </a:xfrm>
            <a:custGeom>
              <a:avLst/>
              <a:gdLst>
                <a:gd name="connsiteX0" fmla="*/ 164084 w 164084"/>
                <a:gd name="connsiteY0" fmla="*/ 11410 h 118397"/>
                <a:gd name="connsiteX1" fmla="*/ 16998 w 164084"/>
                <a:gd name="connsiteY1" fmla="*/ 93769 h 118397"/>
                <a:gd name="connsiteX2" fmla="*/ 16998 w 164084"/>
                <a:gd name="connsiteY2" fmla="*/ 118397 h 118397"/>
                <a:gd name="connsiteX3" fmla="*/ 0 w 164084"/>
                <a:gd name="connsiteY3" fmla="*/ 111988 h 118397"/>
                <a:gd name="connsiteX4" fmla="*/ 0 w 164084"/>
                <a:gd name="connsiteY4" fmla="*/ 86092 h 118397"/>
                <a:gd name="connsiteX5" fmla="*/ 153848 w 164084"/>
                <a:gd name="connsiteY5" fmla="*/ 0 h 118397"/>
                <a:gd name="connsiteX6" fmla="*/ 164084 w 164084"/>
                <a:gd name="connsiteY6" fmla="*/ 11410 h 118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084" h="118397">
                  <a:moveTo>
                    <a:pt x="164084" y="11410"/>
                  </a:moveTo>
                  <a:lnTo>
                    <a:pt x="16998" y="93769"/>
                  </a:lnTo>
                  <a:lnTo>
                    <a:pt x="16998" y="118397"/>
                  </a:lnTo>
                  <a:lnTo>
                    <a:pt x="0" y="111988"/>
                  </a:lnTo>
                  <a:lnTo>
                    <a:pt x="0" y="86092"/>
                  </a:lnTo>
                  <a:lnTo>
                    <a:pt x="153848" y="0"/>
                  </a:lnTo>
                  <a:lnTo>
                    <a:pt x="164084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F9E904D-C674-8952-2CE7-6CCC7DFBFAC7}"/>
                </a:ext>
              </a:extLst>
            </p:cNvPr>
            <p:cNvSpPr/>
            <p:nvPr/>
          </p:nvSpPr>
          <p:spPr>
            <a:xfrm>
              <a:off x="9548850" y="4209835"/>
              <a:ext cx="16974" cy="29863"/>
            </a:xfrm>
            <a:custGeom>
              <a:avLst/>
              <a:gdLst>
                <a:gd name="connsiteX0" fmla="*/ 0 w 16974"/>
                <a:gd name="connsiteY0" fmla="*/ 0 h 29863"/>
                <a:gd name="connsiteX1" fmla="*/ 16974 w 16974"/>
                <a:gd name="connsiteY1" fmla="*/ 3404 h 29863"/>
                <a:gd name="connsiteX2" fmla="*/ 16974 w 16974"/>
                <a:gd name="connsiteY2" fmla="*/ 29864 h 29863"/>
                <a:gd name="connsiteX3" fmla="*/ 0 w 16974"/>
                <a:gd name="connsiteY3" fmla="*/ 26764 h 29863"/>
                <a:gd name="connsiteX4" fmla="*/ 0 w 16974"/>
                <a:gd name="connsiteY4" fmla="*/ 0 h 2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74" h="29863">
                  <a:moveTo>
                    <a:pt x="0" y="0"/>
                  </a:moveTo>
                  <a:lnTo>
                    <a:pt x="16974" y="3404"/>
                  </a:lnTo>
                  <a:lnTo>
                    <a:pt x="16974" y="29864"/>
                  </a:lnTo>
                  <a:lnTo>
                    <a:pt x="0" y="26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A7EA9F9-33DA-2E89-7505-0279CC900749}"/>
                </a:ext>
              </a:extLst>
            </p:cNvPr>
            <p:cNvSpPr/>
            <p:nvPr/>
          </p:nvSpPr>
          <p:spPr>
            <a:xfrm>
              <a:off x="9548850" y="4066951"/>
              <a:ext cx="149457" cy="107503"/>
            </a:xfrm>
            <a:custGeom>
              <a:avLst/>
              <a:gdLst>
                <a:gd name="connsiteX0" fmla="*/ 149458 w 149457"/>
                <a:gd name="connsiteY0" fmla="*/ 11410 h 107503"/>
                <a:gd name="connsiteX1" fmla="*/ 17021 w 149457"/>
                <a:gd name="connsiteY1" fmla="*/ 85576 h 107503"/>
                <a:gd name="connsiteX2" fmla="*/ 16974 w 149457"/>
                <a:gd name="connsiteY2" fmla="*/ 85576 h 107503"/>
                <a:gd name="connsiteX3" fmla="*/ 16974 w 149457"/>
                <a:gd name="connsiteY3" fmla="*/ 107504 h 107503"/>
                <a:gd name="connsiteX4" fmla="*/ 0 w 149457"/>
                <a:gd name="connsiteY4" fmla="*/ 101094 h 107503"/>
                <a:gd name="connsiteX5" fmla="*/ 0 w 149457"/>
                <a:gd name="connsiteY5" fmla="*/ 77922 h 107503"/>
                <a:gd name="connsiteX6" fmla="*/ 139221 w 149457"/>
                <a:gd name="connsiteY6" fmla="*/ 0 h 107503"/>
                <a:gd name="connsiteX7" fmla="*/ 149458 w 149457"/>
                <a:gd name="connsiteY7" fmla="*/ 11410 h 107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457" h="107503">
                  <a:moveTo>
                    <a:pt x="149458" y="11410"/>
                  </a:moveTo>
                  <a:lnTo>
                    <a:pt x="17021" y="85576"/>
                  </a:lnTo>
                  <a:lnTo>
                    <a:pt x="16974" y="85576"/>
                  </a:lnTo>
                  <a:lnTo>
                    <a:pt x="16974" y="107504"/>
                  </a:lnTo>
                  <a:lnTo>
                    <a:pt x="0" y="101094"/>
                  </a:lnTo>
                  <a:lnTo>
                    <a:pt x="0" y="77922"/>
                  </a:lnTo>
                  <a:lnTo>
                    <a:pt x="139221" y="0"/>
                  </a:lnTo>
                  <a:lnTo>
                    <a:pt x="149458" y="11410"/>
                  </a:lnTo>
                  <a:close/>
                </a:path>
              </a:pathLst>
            </a:custGeom>
            <a:solidFill>
              <a:srgbClr val="313131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80D8978A-DF81-80DB-630F-6CE4C26CED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098F7FA-9E63-97A6-F3BE-D2343585A60E}"/>
              </a:ext>
            </a:extLst>
          </p:cNvPr>
          <p:cNvGrpSpPr/>
          <p:nvPr/>
        </p:nvGrpSpPr>
        <p:grpSpPr>
          <a:xfrm>
            <a:off x="9554807" y="3534755"/>
            <a:ext cx="2643006" cy="1681037"/>
            <a:chOff x="9549627" y="3509259"/>
            <a:chExt cx="2643006" cy="1681037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8B83D648-9048-C04C-DAFE-E364E60FE4B4}"/>
                </a:ext>
              </a:extLst>
            </p:cNvPr>
            <p:cNvSpPr/>
            <p:nvPr/>
          </p:nvSpPr>
          <p:spPr>
            <a:xfrm>
              <a:off x="9711382" y="3711380"/>
              <a:ext cx="153284" cy="213551"/>
            </a:xfrm>
            <a:custGeom>
              <a:avLst/>
              <a:gdLst>
                <a:gd name="connsiteX0" fmla="*/ 153285 w 153284"/>
                <a:gd name="connsiteY0" fmla="*/ 213552 h 213551"/>
                <a:gd name="connsiteX1" fmla="*/ 0 w 153284"/>
                <a:gd name="connsiteY1" fmla="*/ 124478 h 213551"/>
                <a:gd name="connsiteX2" fmla="*/ 0 w 153284"/>
                <a:gd name="connsiteY2" fmla="*/ 0 h 213551"/>
                <a:gd name="connsiteX3" fmla="*/ 153285 w 153284"/>
                <a:gd name="connsiteY3" fmla="*/ 89496 h 213551"/>
                <a:gd name="connsiteX4" fmla="*/ 153285 w 153284"/>
                <a:gd name="connsiteY4" fmla="*/ 213552 h 213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84" h="213551">
                  <a:moveTo>
                    <a:pt x="153285" y="213552"/>
                  </a:moveTo>
                  <a:lnTo>
                    <a:pt x="0" y="124478"/>
                  </a:lnTo>
                  <a:lnTo>
                    <a:pt x="0" y="0"/>
                  </a:lnTo>
                  <a:lnTo>
                    <a:pt x="153285" y="89496"/>
                  </a:lnTo>
                  <a:lnTo>
                    <a:pt x="153285" y="213552"/>
                  </a:lnTo>
                  <a:close/>
                </a:path>
              </a:pathLst>
            </a:custGeom>
            <a:solidFill>
              <a:srgbClr val="3D3D3D"/>
            </a:solidFill>
            <a:ln w="2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629E8267-6B0D-0981-88BD-518B72CD5BD9}"/>
                </a:ext>
              </a:extLst>
            </p:cNvPr>
            <p:cNvGrpSpPr/>
            <p:nvPr/>
          </p:nvGrpSpPr>
          <p:grpSpPr>
            <a:xfrm>
              <a:off x="9549627" y="3509259"/>
              <a:ext cx="2643006" cy="1681037"/>
              <a:chOff x="9549627" y="3509259"/>
              <a:chExt cx="2643006" cy="1681037"/>
            </a:xfrm>
          </p:grpSpPr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22CDFF7F-348A-ACAD-87AC-9E22F68DB1AD}"/>
                  </a:ext>
                </a:extLst>
              </p:cNvPr>
              <p:cNvSpPr/>
              <p:nvPr/>
            </p:nvSpPr>
            <p:spPr>
              <a:xfrm>
                <a:off x="9549627" y="3604601"/>
                <a:ext cx="174367" cy="241607"/>
              </a:xfrm>
              <a:custGeom>
                <a:avLst/>
                <a:gdLst>
                  <a:gd name="connsiteX0" fmla="*/ 174368 w 174367"/>
                  <a:gd name="connsiteY0" fmla="*/ 241607 h 241607"/>
                  <a:gd name="connsiteX1" fmla="*/ 399 w 174367"/>
                  <a:gd name="connsiteY1" fmla="*/ 140513 h 241607"/>
                  <a:gd name="connsiteX2" fmla="*/ 0 w 174367"/>
                  <a:gd name="connsiteY2" fmla="*/ 0 h 241607"/>
                  <a:gd name="connsiteX3" fmla="*/ 173969 w 174367"/>
                  <a:gd name="connsiteY3" fmla="*/ 101094 h 241607"/>
                  <a:gd name="connsiteX4" fmla="*/ 174368 w 174367"/>
                  <a:gd name="connsiteY4" fmla="*/ 241607 h 24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367" h="241607">
                    <a:moveTo>
                      <a:pt x="174368" y="241607"/>
                    </a:moveTo>
                    <a:lnTo>
                      <a:pt x="399" y="140513"/>
                    </a:lnTo>
                    <a:lnTo>
                      <a:pt x="0" y="0"/>
                    </a:lnTo>
                    <a:lnTo>
                      <a:pt x="173969" y="101094"/>
                    </a:lnTo>
                    <a:lnTo>
                      <a:pt x="174368" y="241607"/>
                    </a:lnTo>
                    <a:close/>
                  </a:path>
                </a:pathLst>
              </a:custGeom>
              <a:solidFill>
                <a:srgbClr val="C7CAD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952F4434-0C45-8E96-07CB-5FD404C85CEC}"/>
                  </a:ext>
                </a:extLst>
              </p:cNvPr>
              <p:cNvSpPr/>
              <p:nvPr/>
            </p:nvSpPr>
            <p:spPr>
              <a:xfrm>
                <a:off x="9549627" y="3509259"/>
                <a:ext cx="339132" cy="196436"/>
              </a:xfrm>
              <a:custGeom>
                <a:avLst/>
                <a:gdLst>
                  <a:gd name="connsiteX0" fmla="*/ 165165 w 339132"/>
                  <a:gd name="connsiteY0" fmla="*/ 0 h 196436"/>
                  <a:gd name="connsiteX1" fmla="*/ 151994 w 339132"/>
                  <a:gd name="connsiteY1" fmla="*/ 7583 h 196436"/>
                  <a:gd name="connsiteX2" fmla="*/ 165845 w 339132"/>
                  <a:gd name="connsiteY2" fmla="*/ 15636 h 196436"/>
                  <a:gd name="connsiteX3" fmla="*/ 26999 w 339132"/>
                  <a:gd name="connsiteY3" fmla="*/ 95812 h 196436"/>
                  <a:gd name="connsiteX4" fmla="*/ 13148 w 339132"/>
                  <a:gd name="connsiteY4" fmla="*/ 87759 h 196436"/>
                  <a:gd name="connsiteX5" fmla="*/ 0 w 339132"/>
                  <a:gd name="connsiteY5" fmla="*/ 95342 h 196436"/>
                  <a:gd name="connsiteX6" fmla="*/ 173969 w 339132"/>
                  <a:gd name="connsiteY6" fmla="*/ 196437 h 196436"/>
                  <a:gd name="connsiteX7" fmla="*/ 339133 w 339132"/>
                  <a:gd name="connsiteY7" fmla="*/ 101094 h 196436"/>
                  <a:gd name="connsiteX8" fmla="*/ 165165 w 339132"/>
                  <a:gd name="connsiteY8" fmla="*/ 0 h 196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132" h="196436">
                    <a:moveTo>
                      <a:pt x="165165" y="0"/>
                    </a:moveTo>
                    <a:lnTo>
                      <a:pt x="151994" y="7583"/>
                    </a:lnTo>
                    <a:lnTo>
                      <a:pt x="165845" y="15636"/>
                    </a:lnTo>
                    <a:lnTo>
                      <a:pt x="26999" y="95812"/>
                    </a:lnTo>
                    <a:lnTo>
                      <a:pt x="13148" y="87759"/>
                    </a:lnTo>
                    <a:lnTo>
                      <a:pt x="0" y="95342"/>
                    </a:lnTo>
                    <a:lnTo>
                      <a:pt x="173969" y="196437"/>
                    </a:lnTo>
                    <a:lnTo>
                      <a:pt x="339133" y="101094"/>
                    </a:lnTo>
                    <a:lnTo>
                      <a:pt x="165165" y="0"/>
                    </a:lnTo>
                    <a:close/>
                  </a:path>
                </a:pathLst>
              </a:custGeom>
              <a:solidFill>
                <a:srgbClr val="DEE0E4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37AE940-A320-1687-06A9-206CE13B6953}"/>
                  </a:ext>
                </a:extLst>
              </p:cNvPr>
              <p:cNvSpPr/>
              <p:nvPr/>
            </p:nvSpPr>
            <p:spPr>
              <a:xfrm>
                <a:off x="9701620" y="3516842"/>
                <a:ext cx="127764" cy="82218"/>
              </a:xfrm>
              <a:custGeom>
                <a:avLst/>
                <a:gdLst>
                  <a:gd name="connsiteX0" fmla="*/ 113890 w 127764"/>
                  <a:gd name="connsiteY0" fmla="*/ 82218 h 82218"/>
                  <a:gd name="connsiteX1" fmla="*/ 0 w 127764"/>
                  <a:gd name="connsiteY1" fmla="*/ 16035 h 82218"/>
                  <a:gd name="connsiteX2" fmla="*/ 0 w 127764"/>
                  <a:gd name="connsiteY2" fmla="*/ 0 h 82218"/>
                  <a:gd name="connsiteX3" fmla="*/ 127765 w 127764"/>
                  <a:gd name="connsiteY3" fmla="*/ 74236 h 82218"/>
                  <a:gd name="connsiteX4" fmla="*/ 113890 w 127764"/>
                  <a:gd name="connsiteY4" fmla="*/ 82218 h 82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64" h="82218">
                    <a:moveTo>
                      <a:pt x="113890" y="82218"/>
                    </a:moveTo>
                    <a:lnTo>
                      <a:pt x="0" y="16035"/>
                    </a:lnTo>
                    <a:lnTo>
                      <a:pt x="0" y="0"/>
                    </a:lnTo>
                    <a:lnTo>
                      <a:pt x="127765" y="74236"/>
                    </a:lnTo>
                    <a:lnTo>
                      <a:pt x="113890" y="82218"/>
                    </a:lnTo>
                    <a:close/>
                  </a:path>
                </a:pathLst>
              </a:custGeom>
              <a:solidFill>
                <a:srgbClr val="C7CAD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67B8DBA6-AA2F-4828-8D0D-B36E859CA9BB}"/>
                  </a:ext>
                </a:extLst>
              </p:cNvPr>
              <p:cNvSpPr/>
              <p:nvPr/>
            </p:nvSpPr>
            <p:spPr>
              <a:xfrm>
                <a:off x="9576603" y="3532900"/>
                <a:ext cx="238883" cy="138353"/>
              </a:xfrm>
              <a:custGeom>
                <a:avLst/>
                <a:gdLst>
                  <a:gd name="connsiteX0" fmla="*/ 238884 w 238883"/>
                  <a:gd name="connsiteY0" fmla="*/ 66160 h 138353"/>
                  <a:gd name="connsiteX1" fmla="*/ 228601 w 238883"/>
                  <a:gd name="connsiteY1" fmla="*/ 72123 h 138353"/>
                  <a:gd name="connsiteX2" fmla="*/ 227075 w 238883"/>
                  <a:gd name="connsiteY2" fmla="*/ 72968 h 138353"/>
                  <a:gd name="connsiteX3" fmla="*/ 222238 w 238883"/>
                  <a:gd name="connsiteY3" fmla="*/ 75739 h 138353"/>
                  <a:gd name="connsiteX4" fmla="*/ 220759 w 238883"/>
                  <a:gd name="connsiteY4" fmla="*/ 76607 h 138353"/>
                  <a:gd name="connsiteX5" fmla="*/ 214561 w 238883"/>
                  <a:gd name="connsiteY5" fmla="*/ 80246 h 138353"/>
                  <a:gd name="connsiteX6" fmla="*/ 213035 w 238883"/>
                  <a:gd name="connsiteY6" fmla="*/ 81115 h 138353"/>
                  <a:gd name="connsiteX7" fmla="*/ 208246 w 238883"/>
                  <a:gd name="connsiteY7" fmla="*/ 83885 h 138353"/>
                  <a:gd name="connsiteX8" fmla="*/ 206720 w 238883"/>
                  <a:gd name="connsiteY8" fmla="*/ 84731 h 138353"/>
                  <a:gd name="connsiteX9" fmla="*/ 200521 w 238883"/>
                  <a:gd name="connsiteY9" fmla="*/ 88322 h 138353"/>
                  <a:gd name="connsiteX10" fmla="*/ 198996 w 238883"/>
                  <a:gd name="connsiteY10" fmla="*/ 89191 h 138353"/>
                  <a:gd name="connsiteX11" fmla="*/ 194206 w 238883"/>
                  <a:gd name="connsiteY11" fmla="*/ 91962 h 138353"/>
                  <a:gd name="connsiteX12" fmla="*/ 192751 w 238883"/>
                  <a:gd name="connsiteY12" fmla="*/ 92807 h 138353"/>
                  <a:gd name="connsiteX13" fmla="*/ 186529 w 238883"/>
                  <a:gd name="connsiteY13" fmla="*/ 96446 h 138353"/>
                  <a:gd name="connsiteX14" fmla="*/ 185027 w 238883"/>
                  <a:gd name="connsiteY14" fmla="*/ 97315 h 138353"/>
                  <a:gd name="connsiteX15" fmla="*/ 180167 w 238883"/>
                  <a:gd name="connsiteY15" fmla="*/ 100085 h 138353"/>
                  <a:gd name="connsiteX16" fmla="*/ 178711 w 238883"/>
                  <a:gd name="connsiteY16" fmla="*/ 100953 h 138353"/>
                  <a:gd name="connsiteX17" fmla="*/ 172489 w 238883"/>
                  <a:gd name="connsiteY17" fmla="*/ 104522 h 138353"/>
                  <a:gd name="connsiteX18" fmla="*/ 170987 w 238883"/>
                  <a:gd name="connsiteY18" fmla="*/ 105391 h 138353"/>
                  <a:gd name="connsiteX19" fmla="*/ 166127 w 238883"/>
                  <a:gd name="connsiteY19" fmla="*/ 108232 h 138353"/>
                  <a:gd name="connsiteX20" fmla="*/ 164671 w 238883"/>
                  <a:gd name="connsiteY20" fmla="*/ 109077 h 138353"/>
                  <a:gd name="connsiteX21" fmla="*/ 158450 w 238883"/>
                  <a:gd name="connsiteY21" fmla="*/ 112669 h 138353"/>
                  <a:gd name="connsiteX22" fmla="*/ 156948 w 238883"/>
                  <a:gd name="connsiteY22" fmla="*/ 113514 h 138353"/>
                  <a:gd name="connsiteX23" fmla="*/ 152088 w 238883"/>
                  <a:gd name="connsiteY23" fmla="*/ 116308 h 138353"/>
                  <a:gd name="connsiteX24" fmla="*/ 150632 w 238883"/>
                  <a:gd name="connsiteY24" fmla="*/ 117153 h 138353"/>
                  <a:gd name="connsiteX25" fmla="*/ 144410 w 238883"/>
                  <a:gd name="connsiteY25" fmla="*/ 120792 h 138353"/>
                  <a:gd name="connsiteX26" fmla="*/ 142908 w 238883"/>
                  <a:gd name="connsiteY26" fmla="*/ 121661 h 138353"/>
                  <a:gd name="connsiteX27" fmla="*/ 138048 w 238883"/>
                  <a:gd name="connsiteY27" fmla="*/ 124431 h 138353"/>
                  <a:gd name="connsiteX28" fmla="*/ 136592 w 238883"/>
                  <a:gd name="connsiteY28" fmla="*/ 125276 h 138353"/>
                  <a:gd name="connsiteX29" fmla="*/ 130371 w 238883"/>
                  <a:gd name="connsiteY29" fmla="*/ 128868 h 138353"/>
                  <a:gd name="connsiteX30" fmla="*/ 128868 w 238883"/>
                  <a:gd name="connsiteY30" fmla="*/ 129737 h 138353"/>
                  <a:gd name="connsiteX31" fmla="*/ 124008 w 238883"/>
                  <a:gd name="connsiteY31" fmla="*/ 132507 h 138353"/>
                  <a:gd name="connsiteX32" fmla="*/ 122553 w 238883"/>
                  <a:gd name="connsiteY32" fmla="*/ 133376 h 138353"/>
                  <a:gd name="connsiteX33" fmla="*/ 113913 w 238883"/>
                  <a:gd name="connsiteY33" fmla="*/ 138353 h 138353"/>
                  <a:gd name="connsiteX34" fmla="*/ 0 w 238883"/>
                  <a:gd name="connsiteY34" fmla="*/ 72170 h 138353"/>
                  <a:gd name="connsiteX35" fmla="*/ 8241 w 238883"/>
                  <a:gd name="connsiteY35" fmla="*/ 67428 h 138353"/>
                  <a:gd name="connsiteX36" fmla="*/ 9743 w 238883"/>
                  <a:gd name="connsiteY36" fmla="*/ 66559 h 138353"/>
                  <a:gd name="connsiteX37" fmla="*/ 14603 w 238883"/>
                  <a:gd name="connsiteY37" fmla="*/ 63742 h 138353"/>
                  <a:gd name="connsiteX38" fmla="*/ 16106 w 238883"/>
                  <a:gd name="connsiteY38" fmla="*/ 62873 h 138353"/>
                  <a:gd name="connsiteX39" fmla="*/ 22280 w 238883"/>
                  <a:gd name="connsiteY39" fmla="*/ 59281 h 138353"/>
                  <a:gd name="connsiteX40" fmla="*/ 23782 w 238883"/>
                  <a:gd name="connsiteY40" fmla="*/ 58436 h 138353"/>
                  <a:gd name="connsiteX41" fmla="*/ 28642 w 238883"/>
                  <a:gd name="connsiteY41" fmla="*/ 55642 h 138353"/>
                  <a:gd name="connsiteX42" fmla="*/ 30145 w 238883"/>
                  <a:gd name="connsiteY42" fmla="*/ 54797 h 138353"/>
                  <a:gd name="connsiteX43" fmla="*/ 30192 w 238883"/>
                  <a:gd name="connsiteY43" fmla="*/ 54797 h 138353"/>
                  <a:gd name="connsiteX44" fmla="*/ 36320 w 238883"/>
                  <a:gd name="connsiteY44" fmla="*/ 51205 h 138353"/>
                  <a:gd name="connsiteX45" fmla="*/ 37823 w 238883"/>
                  <a:gd name="connsiteY45" fmla="*/ 50359 h 138353"/>
                  <a:gd name="connsiteX46" fmla="*/ 42682 w 238883"/>
                  <a:gd name="connsiteY46" fmla="*/ 47518 h 138353"/>
                  <a:gd name="connsiteX47" fmla="*/ 44185 w 238883"/>
                  <a:gd name="connsiteY47" fmla="*/ 46673 h 138353"/>
                  <a:gd name="connsiteX48" fmla="*/ 44232 w 238883"/>
                  <a:gd name="connsiteY48" fmla="*/ 46673 h 138353"/>
                  <a:gd name="connsiteX49" fmla="*/ 50406 w 238883"/>
                  <a:gd name="connsiteY49" fmla="*/ 43081 h 138353"/>
                  <a:gd name="connsiteX50" fmla="*/ 51909 w 238883"/>
                  <a:gd name="connsiteY50" fmla="*/ 42213 h 138353"/>
                  <a:gd name="connsiteX51" fmla="*/ 56722 w 238883"/>
                  <a:gd name="connsiteY51" fmla="*/ 39442 h 138353"/>
                  <a:gd name="connsiteX52" fmla="*/ 58224 w 238883"/>
                  <a:gd name="connsiteY52" fmla="*/ 38597 h 138353"/>
                  <a:gd name="connsiteX53" fmla="*/ 58271 w 238883"/>
                  <a:gd name="connsiteY53" fmla="*/ 38597 h 138353"/>
                  <a:gd name="connsiteX54" fmla="*/ 64399 w 238883"/>
                  <a:gd name="connsiteY54" fmla="*/ 35005 h 138353"/>
                  <a:gd name="connsiteX55" fmla="*/ 65902 w 238883"/>
                  <a:gd name="connsiteY55" fmla="*/ 34136 h 138353"/>
                  <a:gd name="connsiteX56" fmla="*/ 70761 w 238883"/>
                  <a:gd name="connsiteY56" fmla="*/ 31319 h 138353"/>
                  <a:gd name="connsiteX57" fmla="*/ 72264 w 238883"/>
                  <a:gd name="connsiteY57" fmla="*/ 30451 h 138353"/>
                  <a:gd name="connsiteX58" fmla="*/ 72311 w 238883"/>
                  <a:gd name="connsiteY58" fmla="*/ 30451 h 138353"/>
                  <a:gd name="connsiteX59" fmla="*/ 78415 w 238883"/>
                  <a:gd name="connsiteY59" fmla="*/ 26882 h 138353"/>
                  <a:gd name="connsiteX60" fmla="*/ 79941 w 238883"/>
                  <a:gd name="connsiteY60" fmla="*/ 26013 h 138353"/>
                  <a:gd name="connsiteX61" fmla="*/ 84778 w 238883"/>
                  <a:gd name="connsiteY61" fmla="*/ 23243 h 138353"/>
                  <a:gd name="connsiteX62" fmla="*/ 86303 w 238883"/>
                  <a:gd name="connsiteY62" fmla="*/ 22374 h 138353"/>
                  <a:gd name="connsiteX63" fmla="*/ 86350 w 238883"/>
                  <a:gd name="connsiteY63" fmla="*/ 22374 h 138353"/>
                  <a:gd name="connsiteX64" fmla="*/ 92454 w 238883"/>
                  <a:gd name="connsiteY64" fmla="*/ 18782 h 138353"/>
                  <a:gd name="connsiteX65" fmla="*/ 93981 w 238883"/>
                  <a:gd name="connsiteY65" fmla="*/ 17937 h 138353"/>
                  <a:gd name="connsiteX66" fmla="*/ 98817 w 238883"/>
                  <a:gd name="connsiteY66" fmla="*/ 15167 h 138353"/>
                  <a:gd name="connsiteX67" fmla="*/ 100343 w 238883"/>
                  <a:gd name="connsiteY67" fmla="*/ 14251 h 138353"/>
                  <a:gd name="connsiteX68" fmla="*/ 106494 w 238883"/>
                  <a:gd name="connsiteY68" fmla="*/ 10659 h 138353"/>
                  <a:gd name="connsiteX69" fmla="*/ 108020 w 238883"/>
                  <a:gd name="connsiteY69" fmla="*/ 9814 h 138353"/>
                  <a:gd name="connsiteX70" fmla="*/ 112904 w 238883"/>
                  <a:gd name="connsiteY70" fmla="*/ 7020 h 138353"/>
                  <a:gd name="connsiteX71" fmla="*/ 114429 w 238883"/>
                  <a:gd name="connsiteY71" fmla="*/ 6128 h 138353"/>
                  <a:gd name="connsiteX72" fmla="*/ 125041 w 238883"/>
                  <a:gd name="connsiteY72" fmla="*/ 0 h 138353"/>
                  <a:gd name="connsiteX73" fmla="*/ 238884 w 238883"/>
                  <a:gd name="connsiteY73" fmla="*/ 66160 h 13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238883" h="138353">
                    <a:moveTo>
                      <a:pt x="238884" y="66160"/>
                    </a:moveTo>
                    <a:lnTo>
                      <a:pt x="228601" y="72123"/>
                    </a:lnTo>
                    <a:lnTo>
                      <a:pt x="227075" y="72968"/>
                    </a:lnTo>
                    <a:lnTo>
                      <a:pt x="222238" y="75739"/>
                    </a:lnTo>
                    <a:lnTo>
                      <a:pt x="220759" y="76607"/>
                    </a:lnTo>
                    <a:lnTo>
                      <a:pt x="214561" y="80246"/>
                    </a:lnTo>
                    <a:lnTo>
                      <a:pt x="213035" y="81115"/>
                    </a:lnTo>
                    <a:lnTo>
                      <a:pt x="208246" y="83885"/>
                    </a:lnTo>
                    <a:lnTo>
                      <a:pt x="206720" y="84731"/>
                    </a:lnTo>
                    <a:lnTo>
                      <a:pt x="200521" y="88322"/>
                    </a:lnTo>
                    <a:lnTo>
                      <a:pt x="198996" y="89191"/>
                    </a:lnTo>
                    <a:lnTo>
                      <a:pt x="194206" y="91962"/>
                    </a:lnTo>
                    <a:lnTo>
                      <a:pt x="192751" y="92807"/>
                    </a:lnTo>
                    <a:lnTo>
                      <a:pt x="186529" y="96446"/>
                    </a:lnTo>
                    <a:lnTo>
                      <a:pt x="185027" y="97315"/>
                    </a:lnTo>
                    <a:lnTo>
                      <a:pt x="180167" y="100085"/>
                    </a:lnTo>
                    <a:lnTo>
                      <a:pt x="178711" y="100953"/>
                    </a:lnTo>
                    <a:lnTo>
                      <a:pt x="172489" y="104522"/>
                    </a:lnTo>
                    <a:lnTo>
                      <a:pt x="170987" y="105391"/>
                    </a:lnTo>
                    <a:lnTo>
                      <a:pt x="166127" y="108232"/>
                    </a:lnTo>
                    <a:lnTo>
                      <a:pt x="164671" y="109077"/>
                    </a:lnTo>
                    <a:lnTo>
                      <a:pt x="158450" y="112669"/>
                    </a:lnTo>
                    <a:lnTo>
                      <a:pt x="156948" y="113514"/>
                    </a:lnTo>
                    <a:lnTo>
                      <a:pt x="152088" y="116308"/>
                    </a:lnTo>
                    <a:lnTo>
                      <a:pt x="150632" y="117153"/>
                    </a:lnTo>
                    <a:lnTo>
                      <a:pt x="144410" y="120792"/>
                    </a:lnTo>
                    <a:lnTo>
                      <a:pt x="142908" y="121661"/>
                    </a:lnTo>
                    <a:lnTo>
                      <a:pt x="138048" y="124431"/>
                    </a:lnTo>
                    <a:lnTo>
                      <a:pt x="136592" y="125276"/>
                    </a:lnTo>
                    <a:lnTo>
                      <a:pt x="130371" y="128868"/>
                    </a:lnTo>
                    <a:lnTo>
                      <a:pt x="128868" y="129737"/>
                    </a:lnTo>
                    <a:lnTo>
                      <a:pt x="124008" y="132507"/>
                    </a:lnTo>
                    <a:lnTo>
                      <a:pt x="122553" y="133376"/>
                    </a:lnTo>
                    <a:lnTo>
                      <a:pt x="113913" y="138353"/>
                    </a:lnTo>
                    <a:lnTo>
                      <a:pt x="0" y="72170"/>
                    </a:lnTo>
                    <a:lnTo>
                      <a:pt x="8241" y="67428"/>
                    </a:lnTo>
                    <a:lnTo>
                      <a:pt x="9743" y="66559"/>
                    </a:lnTo>
                    <a:lnTo>
                      <a:pt x="14603" y="63742"/>
                    </a:lnTo>
                    <a:lnTo>
                      <a:pt x="16106" y="62873"/>
                    </a:lnTo>
                    <a:lnTo>
                      <a:pt x="22280" y="59281"/>
                    </a:lnTo>
                    <a:lnTo>
                      <a:pt x="23782" y="58436"/>
                    </a:lnTo>
                    <a:lnTo>
                      <a:pt x="28642" y="55642"/>
                    </a:lnTo>
                    <a:lnTo>
                      <a:pt x="30145" y="54797"/>
                    </a:lnTo>
                    <a:lnTo>
                      <a:pt x="30192" y="54797"/>
                    </a:lnTo>
                    <a:lnTo>
                      <a:pt x="36320" y="51205"/>
                    </a:lnTo>
                    <a:lnTo>
                      <a:pt x="37823" y="50359"/>
                    </a:lnTo>
                    <a:lnTo>
                      <a:pt x="42682" y="47518"/>
                    </a:lnTo>
                    <a:lnTo>
                      <a:pt x="44185" y="46673"/>
                    </a:lnTo>
                    <a:lnTo>
                      <a:pt x="44232" y="46673"/>
                    </a:lnTo>
                    <a:lnTo>
                      <a:pt x="50406" y="43081"/>
                    </a:lnTo>
                    <a:lnTo>
                      <a:pt x="51909" y="42213"/>
                    </a:lnTo>
                    <a:lnTo>
                      <a:pt x="56722" y="39442"/>
                    </a:lnTo>
                    <a:lnTo>
                      <a:pt x="58224" y="38597"/>
                    </a:lnTo>
                    <a:lnTo>
                      <a:pt x="58271" y="38597"/>
                    </a:lnTo>
                    <a:lnTo>
                      <a:pt x="64399" y="35005"/>
                    </a:lnTo>
                    <a:lnTo>
                      <a:pt x="65902" y="34136"/>
                    </a:lnTo>
                    <a:lnTo>
                      <a:pt x="70761" y="31319"/>
                    </a:lnTo>
                    <a:lnTo>
                      <a:pt x="72264" y="30451"/>
                    </a:lnTo>
                    <a:lnTo>
                      <a:pt x="72311" y="30451"/>
                    </a:lnTo>
                    <a:lnTo>
                      <a:pt x="78415" y="26882"/>
                    </a:lnTo>
                    <a:lnTo>
                      <a:pt x="79941" y="26013"/>
                    </a:lnTo>
                    <a:lnTo>
                      <a:pt x="84778" y="23243"/>
                    </a:lnTo>
                    <a:lnTo>
                      <a:pt x="86303" y="22374"/>
                    </a:lnTo>
                    <a:lnTo>
                      <a:pt x="86350" y="22374"/>
                    </a:lnTo>
                    <a:lnTo>
                      <a:pt x="92454" y="18782"/>
                    </a:lnTo>
                    <a:lnTo>
                      <a:pt x="93981" y="17937"/>
                    </a:lnTo>
                    <a:lnTo>
                      <a:pt x="98817" y="15167"/>
                    </a:lnTo>
                    <a:lnTo>
                      <a:pt x="100343" y="14251"/>
                    </a:lnTo>
                    <a:lnTo>
                      <a:pt x="106494" y="10659"/>
                    </a:lnTo>
                    <a:lnTo>
                      <a:pt x="108020" y="9814"/>
                    </a:lnTo>
                    <a:lnTo>
                      <a:pt x="112904" y="7020"/>
                    </a:lnTo>
                    <a:lnTo>
                      <a:pt x="114429" y="6128"/>
                    </a:lnTo>
                    <a:lnTo>
                      <a:pt x="125041" y="0"/>
                    </a:lnTo>
                    <a:lnTo>
                      <a:pt x="238884" y="66160"/>
                    </a:lnTo>
                    <a:close/>
                  </a:path>
                </a:pathLst>
              </a:custGeom>
              <a:solidFill>
                <a:srgbClr val="F4F5F7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4D919BA1-DAF6-F7E9-513F-F6C37C1B12A1}"/>
                  </a:ext>
                </a:extLst>
              </p:cNvPr>
              <p:cNvSpPr/>
              <p:nvPr/>
            </p:nvSpPr>
            <p:spPr>
              <a:xfrm>
                <a:off x="9584843" y="3595773"/>
                <a:ext cx="122130" cy="70503"/>
              </a:xfrm>
              <a:custGeom>
                <a:avLst/>
                <a:gdLst>
                  <a:gd name="connsiteX0" fmla="*/ 122130 w 122130"/>
                  <a:gd name="connsiteY0" fmla="*/ 65995 h 70503"/>
                  <a:gd name="connsiteX1" fmla="*/ 120627 w 122130"/>
                  <a:gd name="connsiteY1" fmla="*/ 66864 h 70503"/>
                  <a:gd name="connsiteX2" fmla="*/ 115768 w 122130"/>
                  <a:gd name="connsiteY2" fmla="*/ 69634 h 70503"/>
                  <a:gd name="connsiteX3" fmla="*/ 114312 w 122130"/>
                  <a:gd name="connsiteY3" fmla="*/ 70503 h 70503"/>
                  <a:gd name="connsiteX4" fmla="*/ 0 w 122130"/>
                  <a:gd name="connsiteY4" fmla="*/ 4555 h 70503"/>
                  <a:gd name="connsiteX5" fmla="*/ 1502 w 122130"/>
                  <a:gd name="connsiteY5" fmla="*/ 3686 h 70503"/>
                  <a:gd name="connsiteX6" fmla="*/ 6362 w 122130"/>
                  <a:gd name="connsiteY6" fmla="*/ 869 h 70503"/>
                  <a:gd name="connsiteX7" fmla="*/ 7865 w 122130"/>
                  <a:gd name="connsiteY7" fmla="*/ 0 h 70503"/>
                  <a:gd name="connsiteX8" fmla="*/ 122130 w 122130"/>
                  <a:gd name="connsiteY8" fmla="*/ 65995 h 70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130" h="70503">
                    <a:moveTo>
                      <a:pt x="122130" y="65995"/>
                    </a:moveTo>
                    <a:lnTo>
                      <a:pt x="120627" y="66864"/>
                    </a:lnTo>
                    <a:lnTo>
                      <a:pt x="115768" y="69634"/>
                    </a:lnTo>
                    <a:lnTo>
                      <a:pt x="114312" y="70503"/>
                    </a:lnTo>
                    <a:lnTo>
                      <a:pt x="0" y="4555"/>
                    </a:lnTo>
                    <a:lnTo>
                      <a:pt x="1502" y="3686"/>
                    </a:lnTo>
                    <a:lnTo>
                      <a:pt x="6362" y="869"/>
                    </a:lnTo>
                    <a:lnTo>
                      <a:pt x="7865" y="0"/>
                    </a:lnTo>
                    <a:lnTo>
                      <a:pt x="122130" y="65995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5362D78-D7B1-1325-ACBC-4651A1107F18}"/>
                  </a:ext>
                </a:extLst>
              </p:cNvPr>
              <p:cNvSpPr/>
              <p:nvPr/>
            </p:nvSpPr>
            <p:spPr>
              <a:xfrm>
                <a:off x="9598883" y="3587697"/>
                <a:ext cx="122130" cy="70479"/>
              </a:xfrm>
              <a:custGeom>
                <a:avLst/>
                <a:gdLst>
                  <a:gd name="connsiteX0" fmla="*/ 122130 w 122130"/>
                  <a:gd name="connsiteY0" fmla="*/ 65995 h 70479"/>
                  <a:gd name="connsiteX1" fmla="*/ 120628 w 122130"/>
                  <a:gd name="connsiteY1" fmla="*/ 66864 h 70479"/>
                  <a:gd name="connsiteX2" fmla="*/ 115768 w 122130"/>
                  <a:gd name="connsiteY2" fmla="*/ 69634 h 70479"/>
                  <a:gd name="connsiteX3" fmla="*/ 114312 w 122130"/>
                  <a:gd name="connsiteY3" fmla="*/ 70479 h 70479"/>
                  <a:gd name="connsiteX4" fmla="*/ 0 w 122130"/>
                  <a:gd name="connsiteY4" fmla="*/ 4484 h 70479"/>
                  <a:gd name="connsiteX5" fmla="*/ 1502 w 122130"/>
                  <a:gd name="connsiteY5" fmla="*/ 3639 h 70479"/>
                  <a:gd name="connsiteX6" fmla="*/ 6362 w 122130"/>
                  <a:gd name="connsiteY6" fmla="*/ 845 h 70479"/>
                  <a:gd name="connsiteX7" fmla="*/ 7865 w 122130"/>
                  <a:gd name="connsiteY7" fmla="*/ 0 h 70479"/>
                  <a:gd name="connsiteX8" fmla="*/ 7912 w 122130"/>
                  <a:gd name="connsiteY8" fmla="*/ 0 h 70479"/>
                  <a:gd name="connsiteX9" fmla="*/ 122130 w 122130"/>
                  <a:gd name="connsiteY9" fmla="*/ 65995 h 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130" h="70479">
                    <a:moveTo>
                      <a:pt x="122130" y="65995"/>
                    </a:moveTo>
                    <a:lnTo>
                      <a:pt x="120628" y="66864"/>
                    </a:lnTo>
                    <a:lnTo>
                      <a:pt x="115768" y="69634"/>
                    </a:lnTo>
                    <a:lnTo>
                      <a:pt x="114312" y="70479"/>
                    </a:lnTo>
                    <a:lnTo>
                      <a:pt x="0" y="4484"/>
                    </a:lnTo>
                    <a:lnTo>
                      <a:pt x="1502" y="3639"/>
                    </a:lnTo>
                    <a:lnTo>
                      <a:pt x="6362" y="845"/>
                    </a:lnTo>
                    <a:lnTo>
                      <a:pt x="7865" y="0"/>
                    </a:lnTo>
                    <a:lnTo>
                      <a:pt x="7912" y="0"/>
                    </a:lnTo>
                    <a:lnTo>
                      <a:pt x="122130" y="65995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9192C767-3443-72E5-0951-2F1D45F90B9F}"/>
                  </a:ext>
                </a:extLst>
              </p:cNvPr>
              <p:cNvSpPr/>
              <p:nvPr/>
            </p:nvSpPr>
            <p:spPr>
              <a:xfrm>
                <a:off x="9612922" y="3579574"/>
                <a:ext cx="122130" cy="70479"/>
              </a:xfrm>
              <a:custGeom>
                <a:avLst/>
                <a:gdLst>
                  <a:gd name="connsiteX0" fmla="*/ 122130 w 122130"/>
                  <a:gd name="connsiteY0" fmla="*/ 65995 h 70479"/>
                  <a:gd name="connsiteX1" fmla="*/ 120628 w 122130"/>
                  <a:gd name="connsiteY1" fmla="*/ 66841 h 70479"/>
                  <a:gd name="connsiteX2" fmla="*/ 115768 w 122130"/>
                  <a:gd name="connsiteY2" fmla="*/ 69634 h 70479"/>
                  <a:gd name="connsiteX3" fmla="*/ 114312 w 122130"/>
                  <a:gd name="connsiteY3" fmla="*/ 70480 h 70479"/>
                  <a:gd name="connsiteX4" fmla="*/ 0 w 122130"/>
                  <a:gd name="connsiteY4" fmla="*/ 4531 h 70479"/>
                  <a:gd name="connsiteX5" fmla="*/ 1503 w 122130"/>
                  <a:gd name="connsiteY5" fmla="*/ 3686 h 70479"/>
                  <a:gd name="connsiteX6" fmla="*/ 6362 w 122130"/>
                  <a:gd name="connsiteY6" fmla="*/ 845 h 70479"/>
                  <a:gd name="connsiteX7" fmla="*/ 7865 w 122130"/>
                  <a:gd name="connsiteY7" fmla="*/ 0 h 70479"/>
                  <a:gd name="connsiteX8" fmla="*/ 7912 w 122130"/>
                  <a:gd name="connsiteY8" fmla="*/ 0 h 70479"/>
                  <a:gd name="connsiteX9" fmla="*/ 122130 w 122130"/>
                  <a:gd name="connsiteY9" fmla="*/ 65995 h 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130" h="70479">
                    <a:moveTo>
                      <a:pt x="122130" y="65995"/>
                    </a:moveTo>
                    <a:lnTo>
                      <a:pt x="120628" y="66841"/>
                    </a:lnTo>
                    <a:lnTo>
                      <a:pt x="115768" y="69634"/>
                    </a:lnTo>
                    <a:lnTo>
                      <a:pt x="114312" y="70480"/>
                    </a:lnTo>
                    <a:lnTo>
                      <a:pt x="0" y="4531"/>
                    </a:lnTo>
                    <a:lnTo>
                      <a:pt x="1503" y="3686"/>
                    </a:lnTo>
                    <a:lnTo>
                      <a:pt x="6362" y="845"/>
                    </a:lnTo>
                    <a:lnTo>
                      <a:pt x="7865" y="0"/>
                    </a:lnTo>
                    <a:lnTo>
                      <a:pt x="7912" y="0"/>
                    </a:lnTo>
                    <a:lnTo>
                      <a:pt x="122130" y="65995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0DBDA43F-2C80-A9FA-2881-E9D55C0CA79C}"/>
                  </a:ext>
                </a:extLst>
              </p:cNvPr>
              <p:cNvSpPr/>
              <p:nvPr/>
            </p:nvSpPr>
            <p:spPr>
              <a:xfrm>
                <a:off x="9627009" y="3571498"/>
                <a:ext cx="122083" cy="70479"/>
              </a:xfrm>
              <a:custGeom>
                <a:avLst/>
                <a:gdLst>
                  <a:gd name="connsiteX0" fmla="*/ 122083 w 122083"/>
                  <a:gd name="connsiteY0" fmla="*/ 65925 h 70479"/>
                  <a:gd name="connsiteX1" fmla="*/ 120581 w 122083"/>
                  <a:gd name="connsiteY1" fmla="*/ 66793 h 70479"/>
                  <a:gd name="connsiteX2" fmla="*/ 115721 w 122083"/>
                  <a:gd name="connsiteY2" fmla="*/ 69634 h 70479"/>
                  <a:gd name="connsiteX3" fmla="*/ 114265 w 122083"/>
                  <a:gd name="connsiteY3" fmla="*/ 70480 h 70479"/>
                  <a:gd name="connsiteX4" fmla="*/ 0 w 122083"/>
                  <a:gd name="connsiteY4" fmla="*/ 4484 h 70479"/>
                  <a:gd name="connsiteX5" fmla="*/ 1503 w 122083"/>
                  <a:gd name="connsiteY5" fmla="*/ 3615 h 70479"/>
                  <a:gd name="connsiteX6" fmla="*/ 6315 w 122083"/>
                  <a:gd name="connsiteY6" fmla="*/ 845 h 70479"/>
                  <a:gd name="connsiteX7" fmla="*/ 7818 w 122083"/>
                  <a:gd name="connsiteY7" fmla="*/ 0 h 70479"/>
                  <a:gd name="connsiteX8" fmla="*/ 7865 w 122083"/>
                  <a:gd name="connsiteY8" fmla="*/ 0 h 70479"/>
                  <a:gd name="connsiteX9" fmla="*/ 122083 w 122083"/>
                  <a:gd name="connsiteY9" fmla="*/ 65925 h 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083" h="70479">
                    <a:moveTo>
                      <a:pt x="122083" y="65925"/>
                    </a:moveTo>
                    <a:lnTo>
                      <a:pt x="120581" y="66793"/>
                    </a:lnTo>
                    <a:lnTo>
                      <a:pt x="115721" y="69634"/>
                    </a:lnTo>
                    <a:lnTo>
                      <a:pt x="114265" y="70480"/>
                    </a:lnTo>
                    <a:lnTo>
                      <a:pt x="0" y="4484"/>
                    </a:lnTo>
                    <a:lnTo>
                      <a:pt x="1503" y="3615"/>
                    </a:lnTo>
                    <a:lnTo>
                      <a:pt x="6315" y="845"/>
                    </a:lnTo>
                    <a:lnTo>
                      <a:pt x="7818" y="0"/>
                    </a:lnTo>
                    <a:lnTo>
                      <a:pt x="7865" y="0"/>
                    </a:lnTo>
                    <a:lnTo>
                      <a:pt x="122083" y="65925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C1044511-1A03-F3B7-35AA-9B0C49A98E56}"/>
                  </a:ext>
                </a:extLst>
              </p:cNvPr>
              <p:cNvSpPr/>
              <p:nvPr/>
            </p:nvSpPr>
            <p:spPr>
              <a:xfrm>
                <a:off x="9641001" y="3563351"/>
                <a:ext cx="122130" cy="70502"/>
              </a:xfrm>
              <a:custGeom>
                <a:avLst/>
                <a:gdLst>
                  <a:gd name="connsiteX0" fmla="*/ 122130 w 122130"/>
                  <a:gd name="connsiteY0" fmla="*/ 65995 h 70502"/>
                  <a:gd name="connsiteX1" fmla="*/ 120628 w 122130"/>
                  <a:gd name="connsiteY1" fmla="*/ 66864 h 70502"/>
                  <a:gd name="connsiteX2" fmla="*/ 115768 w 122130"/>
                  <a:gd name="connsiteY2" fmla="*/ 69634 h 70502"/>
                  <a:gd name="connsiteX3" fmla="*/ 114313 w 122130"/>
                  <a:gd name="connsiteY3" fmla="*/ 70503 h 70502"/>
                  <a:gd name="connsiteX4" fmla="*/ 0 w 122130"/>
                  <a:gd name="connsiteY4" fmla="*/ 4555 h 70502"/>
                  <a:gd name="connsiteX5" fmla="*/ 1503 w 122130"/>
                  <a:gd name="connsiteY5" fmla="*/ 3686 h 70502"/>
                  <a:gd name="connsiteX6" fmla="*/ 6362 w 122130"/>
                  <a:gd name="connsiteY6" fmla="*/ 869 h 70502"/>
                  <a:gd name="connsiteX7" fmla="*/ 7865 w 122130"/>
                  <a:gd name="connsiteY7" fmla="*/ 0 h 70502"/>
                  <a:gd name="connsiteX8" fmla="*/ 7912 w 122130"/>
                  <a:gd name="connsiteY8" fmla="*/ 0 h 70502"/>
                  <a:gd name="connsiteX9" fmla="*/ 122130 w 122130"/>
                  <a:gd name="connsiteY9" fmla="*/ 65995 h 7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130" h="70502">
                    <a:moveTo>
                      <a:pt x="122130" y="65995"/>
                    </a:moveTo>
                    <a:lnTo>
                      <a:pt x="120628" y="66864"/>
                    </a:lnTo>
                    <a:lnTo>
                      <a:pt x="115768" y="69634"/>
                    </a:lnTo>
                    <a:lnTo>
                      <a:pt x="114313" y="70503"/>
                    </a:lnTo>
                    <a:lnTo>
                      <a:pt x="0" y="4555"/>
                    </a:lnTo>
                    <a:lnTo>
                      <a:pt x="1503" y="3686"/>
                    </a:lnTo>
                    <a:lnTo>
                      <a:pt x="6362" y="869"/>
                    </a:lnTo>
                    <a:lnTo>
                      <a:pt x="7865" y="0"/>
                    </a:lnTo>
                    <a:lnTo>
                      <a:pt x="7912" y="0"/>
                    </a:lnTo>
                    <a:lnTo>
                      <a:pt x="122130" y="65995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E1CCECA-BF82-FFF1-383A-45ABA90CA130}"/>
                  </a:ext>
                </a:extLst>
              </p:cNvPr>
              <p:cNvSpPr/>
              <p:nvPr/>
            </p:nvSpPr>
            <p:spPr>
              <a:xfrm>
                <a:off x="9655017" y="3555275"/>
                <a:ext cx="122106" cy="70432"/>
              </a:xfrm>
              <a:custGeom>
                <a:avLst/>
                <a:gdLst>
                  <a:gd name="connsiteX0" fmla="*/ 122107 w 122106"/>
                  <a:gd name="connsiteY0" fmla="*/ 65948 h 70432"/>
                  <a:gd name="connsiteX1" fmla="*/ 120581 w 122106"/>
                  <a:gd name="connsiteY1" fmla="*/ 66817 h 70432"/>
                  <a:gd name="connsiteX2" fmla="*/ 115791 w 122106"/>
                  <a:gd name="connsiteY2" fmla="*/ 69587 h 70432"/>
                  <a:gd name="connsiteX3" fmla="*/ 114336 w 122106"/>
                  <a:gd name="connsiteY3" fmla="*/ 70433 h 70432"/>
                  <a:gd name="connsiteX4" fmla="*/ 0 w 122106"/>
                  <a:gd name="connsiteY4" fmla="*/ 4508 h 70432"/>
                  <a:gd name="connsiteX5" fmla="*/ 1526 w 122106"/>
                  <a:gd name="connsiteY5" fmla="*/ 3639 h 70432"/>
                  <a:gd name="connsiteX6" fmla="*/ 6363 w 122106"/>
                  <a:gd name="connsiteY6" fmla="*/ 869 h 70432"/>
                  <a:gd name="connsiteX7" fmla="*/ 7889 w 122106"/>
                  <a:gd name="connsiteY7" fmla="*/ 0 h 70432"/>
                  <a:gd name="connsiteX8" fmla="*/ 7936 w 122106"/>
                  <a:gd name="connsiteY8" fmla="*/ 0 h 70432"/>
                  <a:gd name="connsiteX9" fmla="*/ 122107 w 122106"/>
                  <a:gd name="connsiteY9" fmla="*/ 65948 h 70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106" h="70432">
                    <a:moveTo>
                      <a:pt x="122107" y="65948"/>
                    </a:moveTo>
                    <a:lnTo>
                      <a:pt x="120581" y="66817"/>
                    </a:lnTo>
                    <a:lnTo>
                      <a:pt x="115791" y="69587"/>
                    </a:lnTo>
                    <a:lnTo>
                      <a:pt x="114336" y="70433"/>
                    </a:lnTo>
                    <a:lnTo>
                      <a:pt x="0" y="4508"/>
                    </a:lnTo>
                    <a:lnTo>
                      <a:pt x="1526" y="3639"/>
                    </a:lnTo>
                    <a:lnTo>
                      <a:pt x="6363" y="869"/>
                    </a:lnTo>
                    <a:lnTo>
                      <a:pt x="7889" y="0"/>
                    </a:lnTo>
                    <a:lnTo>
                      <a:pt x="7936" y="0"/>
                    </a:lnTo>
                    <a:lnTo>
                      <a:pt x="122107" y="65948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B7EDC11A-2997-8C27-D8C5-84A44A49079F}"/>
                  </a:ext>
                </a:extLst>
              </p:cNvPr>
              <p:cNvSpPr/>
              <p:nvPr/>
            </p:nvSpPr>
            <p:spPr>
              <a:xfrm>
                <a:off x="9669057" y="3547151"/>
                <a:ext cx="122106" cy="70479"/>
              </a:xfrm>
              <a:custGeom>
                <a:avLst/>
                <a:gdLst>
                  <a:gd name="connsiteX0" fmla="*/ 122107 w 122106"/>
                  <a:gd name="connsiteY0" fmla="*/ 65995 h 70479"/>
                  <a:gd name="connsiteX1" fmla="*/ 120581 w 122106"/>
                  <a:gd name="connsiteY1" fmla="*/ 66864 h 70479"/>
                  <a:gd name="connsiteX2" fmla="*/ 115791 w 122106"/>
                  <a:gd name="connsiteY2" fmla="*/ 69634 h 70479"/>
                  <a:gd name="connsiteX3" fmla="*/ 114266 w 122106"/>
                  <a:gd name="connsiteY3" fmla="*/ 70480 h 70479"/>
                  <a:gd name="connsiteX4" fmla="*/ 0 w 122106"/>
                  <a:gd name="connsiteY4" fmla="*/ 4531 h 70479"/>
                  <a:gd name="connsiteX5" fmla="*/ 1526 w 122106"/>
                  <a:gd name="connsiteY5" fmla="*/ 3686 h 70479"/>
                  <a:gd name="connsiteX6" fmla="*/ 6363 w 122106"/>
                  <a:gd name="connsiteY6" fmla="*/ 916 h 70479"/>
                  <a:gd name="connsiteX7" fmla="*/ 7889 w 122106"/>
                  <a:gd name="connsiteY7" fmla="*/ 0 h 70479"/>
                  <a:gd name="connsiteX8" fmla="*/ 122107 w 122106"/>
                  <a:gd name="connsiteY8" fmla="*/ 65995 h 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106" h="70479">
                    <a:moveTo>
                      <a:pt x="122107" y="65995"/>
                    </a:moveTo>
                    <a:lnTo>
                      <a:pt x="120581" y="66864"/>
                    </a:lnTo>
                    <a:lnTo>
                      <a:pt x="115791" y="69634"/>
                    </a:lnTo>
                    <a:lnTo>
                      <a:pt x="114266" y="70480"/>
                    </a:lnTo>
                    <a:lnTo>
                      <a:pt x="0" y="4531"/>
                    </a:lnTo>
                    <a:lnTo>
                      <a:pt x="1526" y="3686"/>
                    </a:lnTo>
                    <a:lnTo>
                      <a:pt x="6363" y="916"/>
                    </a:lnTo>
                    <a:lnTo>
                      <a:pt x="7889" y="0"/>
                    </a:lnTo>
                    <a:lnTo>
                      <a:pt x="122107" y="65995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8E931487-3E5F-D811-3B89-12CAE5908E34}"/>
                  </a:ext>
                </a:extLst>
              </p:cNvPr>
              <p:cNvSpPr/>
              <p:nvPr/>
            </p:nvSpPr>
            <p:spPr>
              <a:xfrm>
                <a:off x="9683097" y="3539028"/>
                <a:ext cx="122106" cy="70479"/>
              </a:xfrm>
              <a:custGeom>
                <a:avLst/>
                <a:gdLst>
                  <a:gd name="connsiteX0" fmla="*/ 122107 w 122106"/>
                  <a:gd name="connsiteY0" fmla="*/ 65996 h 70479"/>
                  <a:gd name="connsiteX1" fmla="*/ 120580 w 122106"/>
                  <a:gd name="connsiteY1" fmla="*/ 66841 h 70479"/>
                  <a:gd name="connsiteX2" fmla="*/ 115744 w 122106"/>
                  <a:gd name="connsiteY2" fmla="*/ 69611 h 70479"/>
                  <a:gd name="connsiteX3" fmla="*/ 114265 w 122106"/>
                  <a:gd name="connsiteY3" fmla="*/ 70480 h 70479"/>
                  <a:gd name="connsiteX4" fmla="*/ 0 w 122106"/>
                  <a:gd name="connsiteY4" fmla="*/ 4531 h 70479"/>
                  <a:gd name="connsiteX5" fmla="*/ 1526 w 122106"/>
                  <a:gd name="connsiteY5" fmla="*/ 3686 h 70479"/>
                  <a:gd name="connsiteX6" fmla="*/ 6409 w 122106"/>
                  <a:gd name="connsiteY6" fmla="*/ 892 h 70479"/>
                  <a:gd name="connsiteX7" fmla="*/ 7935 w 122106"/>
                  <a:gd name="connsiteY7" fmla="*/ 0 h 70479"/>
                  <a:gd name="connsiteX8" fmla="*/ 122107 w 122106"/>
                  <a:gd name="connsiteY8" fmla="*/ 65996 h 7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106" h="70479">
                    <a:moveTo>
                      <a:pt x="122107" y="65996"/>
                    </a:moveTo>
                    <a:lnTo>
                      <a:pt x="120580" y="66841"/>
                    </a:lnTo>
                    <a:lnTo>
                      <a:pt x="115744" y="69611"/>
                    </a:lnTo>
                    <a:lnTo>
                      <a:pt x="114265" y="70480"/>
                    </a:lnTo>
                    <a:lnTo>
                      <a:pt x="0" y="4531"/>
                    </a:lnTo>
                    <a:lnTo>
                      <a:pt x="1526" y="3686"/>
                    </a:lnTo>
                    <a:lnTo>
                      <a:pt x="6409" y="892"/>
                    </a:lnTo>
                    <a:lnTo>
                      <a:pt x="7935" y="0"/>
                    </a:lnTo>
                    <a:lnTo>
                      <a:pt x="122107" y="65996"/>
                    </a:lnTo>
                    <a:close/>
                  </a:path>
                </a:pathLst>
              </a:custGeom>
              <a:solidFill>
                <a:srgbClr val="00000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0B7AAF34-394A-86C9-9564-A37F49690DA1}"/>
                  </a:ext>
                </a:extLst>
              </p:cNvPr>
              <p:cNvSpPr/>
              <p:nvPr/>
            </p:nvSpPr>
            <p:spPr>
              <a:xfrm>
                <a:off x="9860235" y="3692689"/>
                <a:ext cx="286049" cy="179462"/>
              </a:xfrm>
              <a:custGeom>
                <a:avLst/>
                <a:gdLst>
                  <a:gd name="connsiteX0" fmla="*/ 286050 w 286049"/>
                  <a:gd name="connsiteY0" fmla="*/ 107292 h 179462"/>
                  <a:gd name="connsiteX1" fmla="*/ 160211 w 286049"/>
                  <a:gd name="connsiteY1" fmla="*/ 179462 h 179462"/>
                  <a:gd name="connsiteX2" fmla="*/ 146077 w 286049"/>
                  <a:gd name="connsiteY2" fmla="*/ 173100 h 179462"/>
                  <a:gd name="connsiteX3" fmla="*/ 146030 w 286049"/>
                  <a:gd name="connsiteY3" fmla="*/ 173100 h 179462"/>
                  <a:gd name="connsiteX4" fmla="*/ 129056 w 286049"/>
                  <a:gd name="connsiteY4" fmla="*/ 165423 h 179462"/>
                  <a:gd name="connsiteX5" fmla="*/ 109077 w 286049"/>
                  <a:gd name="connsiteY5" fmla="*/ 156431 h 179462"/>
                  <a:gd name="connsiteX6" fmla="*/ 92055 w 286049"/>
                  <a:gd name="connsiteY6" fmla="*/ 148754 h 179462"/>
                  <a:gd name="connsiteX7" fmla="*/ 72052 w 286049"/>
                  <a:gd name="connsiteY7" fmla="*/ 139762 h 179462"/>
                  <a:gd name="connsiteX8" fmla="*/ 55102 w 286049"/>
                  <a:gd name="connsiteY8" fmla="*/ 132085 h 179462"/>
                  <a:gd name="connsiteX9" fmla="*/ 35099 w 286049"/>
                  <a:gd name="connsiteY9" fmla="*/ 123093 h 179462"/>
                  <a:gd name="connsiteX10" fmla="*/ 18125 w 286049"/>
                  <a:gd name="connsiteY10" fmla="*/ 115486 h 179462"/>
                  <a:gd name="connsiteX11" fmla="*/ 0 w 286049"/>
                  <a:gd name="connsiteY11" fmla="*/ 107292 h 179462"/>
                  <a:gd name="connsiteX12" fmla="*/ 189511 w 286049"/>
                  <a:gd name="connsiteY12" fmla="*/ 0 h 179462"/>
                  <a:gd name="connsiteX13" fmla="*/ 201226 w 286049"/>
                  <a:gd name="connsiteY13" fmla="*/ 13030 h 179462"/>
                  <a:gd name="connsiteX14" fmla="*/ 211532 w 286049"/>
                  <a:gd name="connsiteY14" fmla="*/ 24440 h 179462"/>
                  <a:gd name="connsiteX15" fmla="*/ 223600 w 286049"/>
                  <a:gd name="connsiteY15" fmla="*/ 37869 h 179462"/>
                  <a:gd name="connsiteX16" fmla="*/ 233836 w 286049"/>
                  <a:gd name="connsiteY16" fmla="*/ 49279 h 179462"/>
                  <a:gd name="connsiteX17" fmla="*/ 245904 w 286049"/>
                  <a:gd name="connsiteY17" fmla="*/ 62661 h 179462"/>
                  <a:gd name="connsiteX18" fmla="*/ 256163 w 286049"/>
                  <a:gd name="connsiteY18" fmla="*/ 74071 h 179462"/>
                  <a:gd name="connsiteX19" fmla="*/ 268278 w 286049"/>
                  <a:gd name="connsiteY19" fmla="*/ 87501 h 179462"/>
                  <a:gd name="connsiteX20" fmla="*/ 278537 w 286049"/>
                  <a:gd name="connsiteY20" fmla="*/ 98911 h 179462"/>
                  <a:gd name="connsiteX21" fmla="*/ 286050 w 286049"/>
                  <a:gd name="connsiteY21" fmla="*/ 107292 h 179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6049" h="179462">
                    <a:moveTo>
                      <a:pt x="286050" y="107292"/>
                    </a:moveTo>
                    <a:lnTo>
                      <a:pt x="160211" y="179462"/>
                    </a:lnTo>
                    <a:lnTo>
                      <a:pt x="146077" y="173100"/>
                    </a:lnTo>
                    <a:lnTo>
                      <a:pt x="146030" y="173100"/>
                    </a:lnTo>
                    <a:lnTo>
                      <a:pt x="129056" y="165423"/>
                    </a:lnTo>
                    <a:lnTo>
                      <a:pt x="109077" y="156431"/>
                    </a:lnTo>
                    <a:lnTo>
                      <a:pt x="92055" y="148754"/>
                    </a:lnTo>
                    <a:lnTo>
                      <a:pt x="72052" y="139762"/>
                    </a:lnTo>
                    <a:lnTo>
                      <a:pt x="55102" y="132085"/>
                    </a:lnTo>
                    <a:lnTo>
                      <a:pt x="35099" y="123093"/>
                    </a:lnTo>
                    <a:lnTo>
                      <a:pt x="18125" y="115486"/>
                    </a:lnTo>
                    <a:lnTo>
                      <a:pt x="0" y="107292"/>
                    </a:lnTo>
                    <a:lnTo>
                      <a:pt x="189511" y="0"/>
                    </a:lnTo>
                    <a:lnTo>
                      <a:pt x="201226" y="13030"/>
                    </a:lnTo>
                    <a:lnTo>
                      <a:pt x="211532" y="24440"/>
                    </a:lnTo>
                    <a:lnTo>
                      <a:pt x="223600" y="37869"/>
                    </a:lnTo>
                    <a:lnTo>
                      <a:pt x="233836" y="49279"/>
                    </a:lnTo>
                    <a:lnTo>
                      <a:pt x="245904" y="62661"/>
                    </a:lnTo>
                    <a:lnTo>
                      <a:pt x="256163" y="74071"/>
                    </a:lnTo>
                    <a:lnTo>
                      <a:pt x="268278" y="87501"/>
                    </a:lnTo>
                    <a:lnTo>
                      <a:pt x="278537" y="98911"/>
                    </a:lnTo>
                    <a:lnTo>
                      <a:pt x="286050" y="107292"/>
                    </a:lnTo>
                    <a:close/>
                  </a:path>
                </a:pathLst>
              </a:custGeom>
              <a:solidFill>
                <a:srgbClr val="444444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1F2055D3-28B1-FF25-4B4D-607F9BC86961}"/>
                  </a:ext>
                </a:extLst>
              </p:cNvPr>
              <p:cNvSpPr/>
              <p:nvPr/>
            </p:nvSpPr>
            <p:spPr>
              <a:xfrm>
                <a:off x="9860258" y="3799981"/>
                <a:ext cx="160445" cy="156149"/>
              </a:xfrm>
              <a:custGeom>
                <a:avLst/>
                <a:gdLst>
                  <a:gd name="connsiteX0" fmla="*/ 160445 w 160445"/>
                  <a:gd name="connsiteY0" fmla="*/ 156149 h 156149"/>
                  <a:gd name="connsiteX1" fmla="*/ 0 w 160445"/>
                  <a:gd name="connsiteY1" fmla="*/ 124055 h 156149"/>
                  <a:gd name="connsiteX2" fmla="*/ 0 w 160445"/>
                  <a:gd name="connsiteY2" fmla="*/ 0 h 156149"/>
                  <a:gd name="connsiteX3" fmla="*/ 160211 w 160445"/>
                  <a:gd name="connsiteY3" fmla="*/ 72170 h 156149"/>
                  <a:gd name="connsiteX4" fmla="*/ 160445 w 160445"/>
                  <a:gd name="connsiteY4" fmla="*/ 156149 h 15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445" h="156149">
                    <a:moveTo>
                      <a:pt x="160445" y="156149"/>
                    </a:moveTo>
                    <a:lnTo>
                      <a:pt x="0" y="124055"/>
                    </a:lnTo>
                    <a:lnTo>
                      <a:pt x="0" y="0"/>
                    </a:lnTo>
                    <a:lnTo>
                      <a:pt x="160211" y="72170"/>
                    </a:lnTo>
                    <a:lnTo>
                      <a:pt x="160445" y="156149"/>
                    </a:lnTo>
                    <a:close/>
                  </a:path>
                </a:pathLst>
              </a:custGeom>
              <a:solidFill>
                <a:srgbClr val="3F3F3F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6AA725D8-A8EB-F448-80E8-B9166FD7CC04}"/>
                  </a:ext>
                </a:extLst>
              </p:cNvPr>
              <p:cNvSpPr/>
              <p:nvPr/>
            </p:nvSpPr>
            <p:spPr>
              <a:xfrm>
                <a:off x="10020469" y="3799981"/>
                <a:ext cx="126027" cy="156149"/>
              </a:xfrm>
              <a:custGeom>
                <a:avLst/>
                <a:gdLst>
                  <a:gd name="connsiteX0" fmla="*/ 125792 w 126027"/>
                  <a:gd name="connsiteY0" fmla="*/ 0 h 156149"/>
                  <a:gd name="connsiteX1" fmla="*/ 126027 w 126027"/>
                  <a:gd name="connsiteY1" fmla="*/ 83510 h 156149"/>
                  <a:gd name="connsiteX2" fmla="*/ 234 w 126027"/>
                  <a:gd name="connsiteY2" fmla="*/ 156149 h 156149"/>
                  <a:gd name="connsiteX3" fmla="*/ 0 w 126027"/>
                  <a:gd name="connsiteY3" fmla="*/ 72170 h 156149"/>
                  <a:gd name="connsiteX4" fmla="*/ 125792 w 126027"/>
                  <a:gd name="connsiteY4" fmla="*/ 0 h 15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27" h="156149">
                    <a:moveTo>
                      <a:pt x="125792" y="0"/>
                    </a:moveTo>
                    <a:lnTo>
                      <a:pt x="126027" y="83510"/>
                    </a:lnTo>
                    <a:lnTo>
                      <a:pt x="234" y="156149"/>
                    </a:lnTo>
                    <a:lnTo>
                      <a:pt x="0" y="72170"/>
                    </a:lnTo>
                    <a:lnTo>
                      <a:pt x="125792" y="0"/>
                    </a:lnTo>
                    <a:close/>
                  </a:path>
                </a:pathLst>
              </a:custGeom>
              <a:solidFill>
                <a:srgbClr val="404040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480FE755-15CA-326A-0D15-03158DBA3C85}"/>
                  </a:ext>
                </a:extLst>
              </p:cNvPr>
              <p:cNvSpPr/>
              <p:nvPr/>
            </p:nvSpPr>
            <p:spPr>
              <a:xfrm>
                <a:off x="9706973" y="3602277"/>
                <a:ext cx="342771" cy="197704"/>
              </a:xfrm>
              <a:custGeom>
                <a:avLst/>
                <a:gdLst>
                  <a:gd name="connsiteX0" fmla="*/ 153285 w 342771"/>
                  <a:gd name="connsiteY0" fmla="*/ 197704 h 197704"/>
                  <a:gd name="connsiteX1" fmla="*/ 0 w 342771"/>
                  <a:gd name="connsiteY1" fmla="*/ 108208 h 197704"/>
                  <a:gd name="connsiteX2" fmla="*/ 187562 w 342771"/>
                  <a:gd name="connsiteY2" fmla="*/ 0 h 197704"/>
                  <a:gd name="connsiteX3" fmla="*/ 342772 w 342771"/>
                  <a:gd name="connsiteY3" fmla="*/ 90388 h 197704"/>
                  <a:gd name="connsiteX4" fmla="*/ 153285 w 342771"/>
                  <a:gd name="connsiteY4" fmla="*/ 197704 h 197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771" h="197704">
                    <a:moveTo>
                      <a:pt x="153285" y="197704"/>
                    </a:moveTo>
                    <a:lnTo>
                      <a:pt x="0" y="108208"/>
                    </a:lnTo>
                    <a:lnTo>
                      <a:pt x="187562" y="0"/>
                    </a:lnTo>
                    <a:lnTo>
                      <a:pt x="342772" y="90388"/>
                    </a:lnTo>
                    <a:lnTo>
                      <a:pt x="153285" y="197704"/>
                    </a:lnTo>
                    <a:close/>
                  </a:path>
                </a:pathLst>
              </a:custGeom>
              <a:solidFill>
                <a:srgbClr val="484848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96AEF6AA-2FBE-96CA-9BA8-FB823B82CE10}"/>
                  </a:ext>
                </a:extLst>
              </p:cNvPr>
              <p:cNvSpPr/>
              <p:nvPr/>
            </p:nvSpPr>
            <p:spPr>
              <a:xfrm>
                <a:off x="10118464" y="3842176"/>
                <a:ext cx="2074168" cy="1208616"/>
              </a:xfrm>
              <a:custGeom>
                <a:avLst/>
                <a:gdLst>
                  <a:gd name="connsiteX0" fmla="*/ 2072830 w 2074168"/>
                  <a:gd name="connsiteY0" fmla="*/ 1196341 h 1208616"/>
                  <a:gd name="connsiteX1" fmla="*/ 2072830 w 2074168"/>
                  <a:gd name="connsiteY1" fmla="*/ 1207586 h 1208616"/>
                  <a:gd name="connsiteX2" fmla="*/ 26622 w 2074168"/>
                  <a:gd name="connsiteY2" fmla="*/ 18238 h 1208616"/>
                  <a:gd name="connsiteX3" fmla="*/ -1339 w 2074168"/>
                  <a:gd name="connsiteY3" fmla="*/ 1991 h 1208616"/>
                  <a:gd name="connsiteX4" fmla="*/ 1596 w 2074168"/>
                  <a:gd name="connsiteY4" fmla="*/ 536 h 1208616"/>
                  <a:gd name="connsiteX5" fmla="*/ 1924 w 2074168"/>
                  <a:gd name="connsiteY5" fmla="*/ 372 h 1208616"/>
                  <a:gd name="connsiteX6" fmla="*/ 2511 w 2074168"/>
                  <a:gd name="connsiteY6" fmla="*/ 184 h 1208616"/>
                  <a:gd name="connsiteX7" fmla="*/ 4132 w 2074168"/>
                  <a:gd name="connsiteY7" fmla="*/ -380 h 1208616"/>
                  <a:gd name="connsiteX8" fmla="*/ 4672 w 2074168"/>
                  <a:gd name="connsiteY8" fmla="*/ -567 h 1208616"/>
                  <a:gd name="connsiteX9" fmla="*/ 5188 w 2074168"/>
                  <a:gd name="connsiteY9" fmla="*/ -685 h 1208616"/>
                  <a:gd name="connsiteX10" fmla="*/ 6127 w 2074168"/>
                  <a:gd name="connsiteY10" fmla="*/ -873 h 1208616"/>
                  <a:gd name="connsiteX11" fmla="*/ 6713 w 2074168"/>
                  <a:gd name="connsiteY11" fmla="*/ -1013 h 1208616"/>
                  <a:gd name="connsiteX12" fmla="*/ 7347 w 2074168"/>
                  <a:gd name="connsiteY12" fmla="*/ -1013 h 1208616"/>
                  <a:gd name="connsiteX13" fmla="*/ 8052 w 2074168"/>
                  <a:gd name="connsiteY13" fmla="*/ -1013 h 1208616"/>
                  <a:gd name="connsiteX14" fmla="*/ 8427 w 2074168"/>
                  <a:gd name="connsiteY14" fmla="*/ -1013 h 1208616"/>
                  <a:gd name="connsiteX15" fmla="*/ 9883 w 2074168"/>
                  <a:gd name="connsiteY15" fmla="*/ -1013 h 1208616"/>
                  <a:gd name="connsiteX16" fmla="*/ 9883 w 2074168"/>
                  <a:gd name="connsiteY16" fmla="*/ -1013 h 1208616"/>
                  <a:gd name="connsiteX17" fmla="*/ 11292 w 2074168"/>
                  <a:gd name="connsiteY17" fmla="*/ -849 h 1208616"/>
                  <a:gd name="connsiteX18" fmla="*/ 11503 w 2074168"/>
                  <a:gd name="connsiteY18" fmla="*/ -849 h 1208616"/>
                  <a:gd name="connsiteX19" fmla="*/ 11926 w 2074168"/>
                  <a:gd name="connsiteY19" fmla="*/ -849 h 1208616"/>
                  <a:gd name="connsiteX20" fmla="*/ 12607 w 2074168"/>
                  <a:gd name="connsiteY20" fmla="*/ -708 h 1208616"/>
                  <a:gd name="connsiteX21" fmla="*/ 13217 w 2074168"/>
                  <a:gd name="connsiteY21" fmla="*/ -473 h 1208616"/>
                  <a:gd name="connsiteX22" fmla="*/ 13593 w 2074168"/>
                  <a:gd name="connsiteY22" fmla="*/ -473 h 1208616"/>
                  <a:gd name="connsiteX23" fmla="*/ 13828 w 2074168"/>
                  <a:gd name="connsiteY23" fmla="*/ -473 h 1208616"/>
                  <a:gd name="connsiteX24" fmla="*/ 15002 w 2074168"/>
                  <a:gd name="connsiteY24" fmla="*/ 90 h 1208616"/>
                  <a:gd name="connsiteX25" fmla="*/ 15119 w 2074168"/>
                  <a:gd name="connsiteY25" fmla="*/ 90 h 1208616"/>
                  <a:gd name="connsiteX26" fmla="*/ 26505 w 2074168"/>
                  <a:gd name="connsiteY26" fmla="*/ 6710 h 1208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074168" h="1208616">
                    <a:moveTo>
                      <a:pt x="2072830" y="1196341"/>
                    </a:moveTo>
                    <a:lnTo>
                      <a:pt x="2072830" y="1207586"/>
                    </a:lnTo>
                    <a:lnTo>
                      <a:pt x="26622" y="18238"/>
                    </a:lnTo>
                    <a:lnTo>
                      <a:pt x="-1339" y="1991"/>
                    </a:lnTo>
                    <a:cubicBezTo>
                      <a:pt x="-330" y="1428"/>
                      <a:pt x="633" y="958"/>
                      <a:pt x="1596" y="536"/>
                    </a:cubicBezTo>
                    <a:lnTo>
                      <a:pt x="1924" y="372"/>
                    </a:lnTo>
                    <a:lnTo>
                      <a:pt x="2511" y="184"/>
                    </a:lnTo>
                    <a:cubicBezTo>
                      <a:pt x="3052" y="-27"/>
                      <a:pt x="3592" y="-215"/>
                      <a:pt x="4132" y="-380"/>
                    </a:cubicBezTo>
                    <a:lnTo>
                      <a:pt x="4672" y="-567"/>
                    </a:lnTo>
                    <a:lnTo>
                      <a:pt x="5188" y="-685"/>
                    </a:lnTo>
                    <a:lnTo>
                      <a:pt x="6127" y="-873"/>
                    </a:lnTo>
                    <a:lnTo>
                      <a:pt x="6713" y="-1013"/>
                    </a:lnTo>
                    <a:lnTo>
                      <a:pt x="7347" y="-1013"/>
                    </a:lnTo>
                    <a:cubicBezTo>
                      <a:pt x="7582" y="-1037"/>
                      <a:pt x="7817" y="-1037"/>
                      <a:pt x="8052" y="-1013"/>
                    </a:cubicBezTo>
                    <a:lnTo>
                      <a:pt x="8427" y="-1013"/>
                    </a:lnTo>
                    <a:lnTo>
                      <a:pt x="9883" y="-1013"/>
                    </a:lnTo>
                    <a:cubicBezTo>
                      <a:pt x="9883" y="-1013"/>
                      <a:pt x="9883" y="-1013"/>
                      <a:pt x="9883" y="-1013"/>
                    </a:cubicBezTo>
                    <a:cubicBezTo>
                      <a:pt x="10353" y="-990"/>
                      <a:pt x="10822" y="-943"/>
                      <a:pt x="11292" y="-849"/>
                    </a:cubicBezTo>
                    <a:lnTo>
                      <a:pt x="11503" y="-849"/>
                    </a:lnTo>
                    <a:lnTo>
                      <a:pt x="11926" y="-849"/>
                    </a:lnTo>
                    <a:lnTo>
                      <a:pt x="12607" y="-708"/>
                    </a:lnTo>
                    <a:lnTo>
                      <a:pt x="13217" y="-473"/>
                    </a:lnTo>
                    <a:lnTo>
                      <a:pt x="13593" y="-473"/>
                    </a:lnTo>
                    <a:lnTo>
                      <a:pt x="13828" y="-473"/>
                    </a:lnTo>
                    <a:cubicBezTo>
                      <a:pt x="14227" y="-309"/>
                      <a:pt x="14626" y="-121"/>
                      <a:pt x="15002" y="90"/>
                    </a:cubicBezTo>
                    <a:lnTo>
                      <a:pt x="15119" y="90"/>
                    </a:lnTo>
                    <a:lnTo>
                      <a:pt x="26505" y="6710"/>
                    </a:lnTo>
                    <a:close/>
                  </a:path>
                </a:pathLst>
              </a:custGeom>
              <a:solidFill>
                <a:srgbClr val="3F3F3F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9676AF0F-2CE3-78BE-E7D1-84E300268B7D}"/>
                  </a:ext>
                </a:extLst>
              </p:cNvPr>
              <p:cNvSpPr/>
              <p:nvPr/>
            </p:nvSpPr>
            <p:spPr>
              <a:xfrm>
                <a:off x="10053924" y="3845175"/>
                <a:ext cx="2138709" cy="1280370"/>
              </a:xfrm>
              <a:custGeom>
                <a:avLst/>
                <a:gdLst>
                  <a:gd name="connsiteX0" fmla="*/ 2138709 w 2138709"/>
                  <a:gd name="connsiteY0" fmla="*/ 1205595 h 1280370"/>
                  <a:gd name="connsiteX1" fmla="*/ 2138709 w 2138709"/>
                  <a:gd name="connsiteY1" fmla="*/ 1280371 h 1280370"/>
                  <a:gd name="connsiteX2" fmla="*/ 47049 w 2138709"/>
                  <a:gd name="connsiteY2" fmla="*/ 64610 h 1280370"/>
                  <a:gd name="connsiteX3" fmla="*/ 0 w 2138709"/>
                  <a:gd name="connsiteY3" fmla="*/ 37259 h 1280370"/>
                  <a:gd name="connsiteX4" fmla="*/ 64540 w 2138709"/>
                  <a:gd name="connsiteY4" fmla="*/ 0 h 1280370"/>
                  <a:gd name="connsiteX5" fmla="*/ 92501 w 2138709"/>
                  <a:gd name="connsiteY5" fmla="*/ 16247 h 1280370"/>
                  <a:gd name="connsiteX6" fmla="*/ 2138709 w 2138709"/>
                  <a:gd name="connsiteY6" fmla="*/ 1205595 h 1280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38709" h="1280370">
                    <a:moveTo>
                      <a:pt x="2138709" y="1205595"/>
                    </a:moveTo>
                    <a:lnTo>
                      <a:pt x="2138709" y="1280371"/>
                    </a:lnTo>
                    <a:lnTo>
                      <a:pt x="47049" y="64610"/>
                    </a:lnTo>
                    <a:lnTo>
                      <a:pt x="0" y="37259"/>
                    </a:lnTo>
                    <a:lnTo>
                      <a:pt x="64540" y="0"/>
                    </a:lnTo>
                    <a:lnTo>
                      <a:pt x="92501" y="16247"/>
                    </a:lnTo>
                    <a:lnTo>
                      <a:pt x="2138709" y="1205595"/>
                    </a:lnTo>
                    <a:close/>
                  </a:path>
                </a:pathLst>
              </a:custGeom>
              <a:solidFill>
                <a:srgbClr val="484848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485AB09B-AB4D-C433-EA48-F47DF8198F81}"/>
                  </a:ext>
                </a:extLst>
              </p:cNvPr>
              <p:cNvSpPr/>
              <p:nvPr/>
            </p:nvSpPr>
            <p:spPr>
              <a:xfrm>
                <a:off x="10030728" y="3882669"/>
                <a:ext cx="2161904" cy="1307627"/>
              </a:xfrm>
              <a:custGeom>
                <a:avLst/>
                <a:gdLst>
                  <a:gd name="connsiteX0" fmla="*/ 2160566 w 2161904"/>
                  <a:gd name="connsiteY0" fmla="*/ 1241869 h 1307627"/>
                  <a:gd name="connsiteX1" fmla="*/ 2160566 w 2161904"/>
                  <a:gd name="connsiteY1" fmla="*/ 1306597 h 1307627"/>
                  <a:gd name="connsiteX2" fmla="*/ 477016 w 2161904"/>
                  <a:gd name="connsiteY2" fmla="*/ 328006 h 1307627"/>
                  <a:gd name="connsiteX3" fmla="*/ 13030 w 2161904"/>
                  <a:gd name="connsiteY3" fmla="*/ 58367 h 1307627"/>
                  <a:gd name="connsiteX4" fmla="*/ 5470 w 2161904"/>
                  <a:gd name="connsiteY4" fmla="*/ 53977 h 1307627"/>
                  <a:gd name="connsiteX5" fmla="*/ 4977 w 2161904"/>
                  <a:gd name="connsiteY5" fmla="*/ 53554 h 1307627"/>
                  <a:gd name="connsiteX6" fmla="*/ -1339 w 2161904"/>
                  <a:gd name="connsiteY6" fmla="*/ 39021 h 1307627"/>
                  <a:gd name="connsiteX7" fmla="*/ -1339 w 2161904"/>
                  <a:gd name="connsiteY7" fmla="*/ 39021 h 1307627"/>
                  <a:gd name="connsiteX8" fmla="*/ -1034 w 2161904"/>
                  <a:gd name="connsiteY8" fmla="*/ 34490 h 1307627"/>
                  <a:gd name="connsiteX9" fmla="*/ -916 w 2161904"/>
                  <a:gd name="connsiteY9" fmla="*/ 33739 h 1307627"/>
                  <a:gd name="connsiteX10" fmla="*/ -752 w 2161904"/>
                  <a:gd name="connsiteY10" fmla="*/ 32871 h 1307627"/>
                  <a:gd name="connsiteX11" fmla="*/ -494 w 2161904"/>
                  <a:gd name="connsiteY11" fmla="*/ 31251 h 1307627"/>
                  <a:gd name="connsiteX12" fmla="*/ 164 w 2161904"/>
                  <a:gd name="connsiteY12" fmla="*/ 28574 h 1307627"/>
                  <a:gd name="connsiteX13" fmla="*/ 399 w 2161904"/>
                  <a:gd name="connsiteY13" fmla="*/ 27799 h 1307627"/>
                  <a:gd name="connsiteX14" fmla="*/ 563 w 2161904"/>
                  <a:gd name="connsiteY14" fmla="*/ 27330 h 1307627"/>
                  <a:gd name="connsiteX15" fmla="*/ 892 w 2161904"/>
                  <a:gd name="connsiteY15" fmla="*/ 26203 h 1307627"/>
                  <a:gd name="connsiteX16" fmla="*/ 1690 w 2161904"/>
                  <a:gd name="connsiteY16" fmla="*/ 23996 h 1307627"/>
                  <a:gd name="connsiteX17" fmla="*/ 2535 w 2161904"/>
                  <a:gd name="connsiteY17" fmla="*/ 21907 h 1307627"/>
                  <a:gd name="connsiteX18" fmla="*/ 2535 w 2161904"/>
                  <a:gd name="connsiteY18" fmla="*/ 21907 h 1307627"/>
                  <a:gd name="connsiteX19" fmla="*/ 3380 w 2161904"/>
                  <a:gd name="connsiteY19" fmla="*/ 20052 h 1307627"/>
                  <a:gd name="connsiteX20" fmla="*/ 4390 w 2161904"/>
                  <a:gd name="connsiteY20" fmla="*/ 18056 h 1307627"/>
                  <a:gd name="connsiteX21" fmla="*/ 5259 w 2161904"/>
                  <a:gd name="connsiteY21" fmla="*/ 16483 h 1307627"/>
                  <a:gd name="connsiteX22" fmla="*/ 5259 w 2161904"/>
                  <a:gd name="connsiteY22" fmla="*/ 16295 h 1307627"/>
                  <a:gd name="connsiteX23" fmla="*/ 5259 w 2161904"/>
                  <a:gd name="connsiteY23" fmla="*/ 16107 h 1307627"/>
                  <a:gd name="connsiteX24" fmla="*/ 6456 w 2161904"/>
                  <a:gd name="connsiteY24" fmla="*/ 14135 h 1307627"/>
                  <a:gd name="connsiteX25" fmla="*/ 7817 w 2161904"/>
                  <a:gd name="connsiteY25" fmla="*/ 12116 h 1307627"/>
                  <a:gd name="connsiteX26" fmla="*/ 8404 w 2161904"/>
                  <a:gd name="connsiteY26" fmla="*/ 11318 h 1307627"/>
                  <a:gd name="connsiteX27" fmla="*/ 8733 w 2161904"/>
                  <a:gd name="connsiteY27" fmla="*/ 10872 h 1307627"/>
                  <a:gd name="connsiteX28" fmla="*/ 9367 w 2161904"/>
                  <a:gd name="connsiteY28" fmla="*/ 10027 h 1307627"/>
                  <a:gd name="connsiteX29" fmla="*/ 11245 w 2161904"/>
                  <a:gd name="connsiteY29" fmla="*/ 7679 h 1307627"/>
                  <a:gd name="connsiteX30" fmla="*/ 12114 w 2161904"/>
                  <a:gd name="connsiteY30" fmla="*/ 6740 h 1307627"/>
                  <a:gd name="connsiteX31" fmla="*/ 12889 w 2161904"/>
                  <a:gd name="connsiteY31" fmla="*/ 5918 h 1307627"/>
                  <a:gd name="connsiteX32" fmla="*/ 13781 w 2161904"/>
                  <a:gd name="connsiteY32" fmla="*/ 4979 h 1307627"/>
                  <a:gd name="connsiteX33" fmla="*/ 15824 w 2161904"/>
                  <a:gd name="connsiteY33" fmla="*/ 3171 h 1307627"/>
                  <a:gd name="connsiteX34" fmla="*/ 17186 w 2161904"/>
                  <a:gd name="connsiteY34" fmla="*/ 1997 h 1307627"/>
                  <a:gd name="connsiteX35" fmla="*/ 21529 w 2161904"/>
                  <a:gd name="connsiteY35" fmla="*/ -1031 h 1307627"/>
                  <a:gd name="connsiteX36" fmla="*/ 21529 w 2161904"/>
                  <a:gd name="connsiteY36" fmla="*/ -1031 h 1307627"/>
                  <a:gd name="connsiteX37" fmla="*/ 68484 w 2161904"/>
                  <a:gd name="connsiteY37" fmla="*/ 26320 h 1307627"/>
                  <a:gd name="connsiteX38" fmla="*/ 492980 w 2161904"/>
                  <a:gd name="connsiteY38" fmla="*/ 273022 h 1307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161904" h="1307627">
                    <a:moveTo>
                      <a:pt x="2160566" y="1241869"/>
                    </a:moveTo>
                    <a:lnTo>
                      <a:pt x="2160566" y="1306597"/>
                    </a:lnTo>
                    <a:lnTo>
                      <a:pt x="477016" y="328006"/>
                    </a:lnTo>
                    <a:lnTo>
                      <a:pt x="13030" y="58367"/>
                    </a:lnTo>
                    <a:lnTo>
                      <a:pt x="5470" y="53977"/>
                    </a:lnTo>
                    <a:cubicBezTo>
                      <a:pt x="5282" y="53859"/>
                      <a:pt x="5141" y="53671"/>
                      <a:pt x="4977" y="53554"/>
                    </a:cubicBezTo>
                    <a:cubicBezTo>
                      <a:pt x="1103" y="51019"/>
                      <a:pt x="-1316" y="46041"/>
                      <a:pt x="-1339" y="39021"/>
                    </a:cubicBezTo>
                    <a:lnTo>
                      <a:pt x="-1339" y="39021"/>
                    </a:lnTo>
                    <a:cubicBezTo>
                      <a:pt x="-1339" y="37496"/>
                      <a:pt x="-1245" y="35993"/>
                      <a:pt x="-1034" y="34490"/>
                    </a:cubicBezTo>
                    <a:cubicBezTo>
                      <a:pt x="-1034" y="34232"/>
                      <a:pt x="-1034" y="33974"/>
                      <a:pt x="-916" y="33739"/>
                    </a:cubicBezTo>
                    <a:cubicBezTo>
                      <a:pt x="-799" y="33504"/>
                      <a:pt x="-916" y="33152"/>
                      <a:pt x="-752" y="32871"/>
                    </a:cubicBezTo>
                    <a:cubicBezTo>
                      <a:pt x="-588" y="32589"/>
                      <a:pt x="-611" y="31791"/>
                      <a:pt x="-494" y="31251"/>
                    </a:cubicBezTo>
                    <a:cubicBezTo>
                      <a:pt x="-306" y="30358"/>
                      <a:pt x="-71" y="29466"/>
                      <a:pt x="164" y="28574"/>
                    </a:cubicBezTo>
                    <a:cubicBezTo>
                      <a:pt x="164" y="28316"/>
                      <a:pt x="328" y="28057"/>
                      <a:pt x="399" y="27799"/>
                    </a:cubicBezTo>
                    <a:cubicBezTo>
                      <a:pt x="469" y="27541"/>
                      <a:pt x="516" y="27494"/>
                      <a:pt x="563" y="27330"/>
                    </a:cubicBezTo>
                    <a:cubicBezTo>
                      <a:pt x="610" y="27166"/>
                      <a:pt x="774" y="26579"/>
                      <a:pt x="892" y="26203"/>
                    </a:cubicBezTo>
                    <a:cubicBezTo>
                      <a:pt x="1150" y="25475"/>
                      <a:pt x="1408" y="24724"/>
                      <a:pt x="1690" y="23996"/>
                    </a:cubicBezTo>
                    <a:cubicBezTo>
                      <a:pt x="1972" y="23268"/>
                      <a:pt x="2253" y="22611"/>
                      <a:pt x="2535" y="21907"/>
                    </a:cubicBezTo>
                    <a:lnTo>
                      <a:pt x="2535" y="21907"/>
                    </a:lnTo>
                    <a:cubicBezTo>
                      <a:pt x="2793" y="21273"/>
                      <a:pt x="3075" y="20662"/>
                      <a:pt x="3380" y="20052"/>
                    </a:cubicBezTo>
                    <a:cubicBezTo>
                      <a:pt x="3686" y="19441"/>
                      <a:pt x="4038" y="18713"/>
                      <a:pt x="4390" y="18056"/>
                    </a:cubicBezTo>
                    <a:cubicBezTo>
                      <a:pt x="4742" y="17399"/>
                      <a:pt x="4954" y="17000"/>
                      <a:pt x="5259" y="16483"/>
                    </a:cubicBezTo>
                    <a:cubicBezTo>
                      <a:pt x="5259" y="16413"/>
                      <a:pt x="5259" y="16366"/>
                      <a:pt x="5259" y="16295"/>
                    </a:cubicBezTo>
                    <a:lnTo>
                      <a:pt x="5259" y="16107"/>
                    </a:lnTo>
                    <a:lnTo>
                      <a:pt x="6456" y="14135"/>
                    </a:lnTo>
                    <a:cubicBezTo>
                      <a:pt x="6901" y="13455"/>
                      <a:pt x="7349" y="12774"/>
                      <a:pt x="7817" y="12116"/>
                    </a:cubicBezTo>
                    <a:cubicBezTo>
                      <a:pt x="8005" y="11858"/>
                      <a:pt x="8216" y="11600"/>
                      <a:pt x="8404" y="11318"/>
                    </a:cubicBezTo>
                    <a:lnTo>
                      <a:pt x="8733" y="10872"/>
                    </a:lnTo>
                    <a:lnTo>
                      <a:pt x="9367" y="10027"/>
                    </a:lnTo>
                    <a:cubicBezTo>
                      <a:pt x="9977" y="9228"/>
                      <a:pt x="10611" y="8477"/>
                      <a:pt x="11245" y="7679"/>
                    </a:cubicBezTo>
                    <a:cubicBezTo>
                      <a:pt x="11527" y="7350"/>
                      <a:pt x="11832" y="7069"/>
                      <a:pt x="12114" y="6740"/>
                    </a:cubicBezTo>
                    <a:lnTo>
                      <a:pt x="12889" y="5918"/>
                    </a:lnTo>
                    <a:cubicBezTo>
                      <a:pt x="13194" y="5613"/>
                      <a:pt x="13476" y="5261"/>
                      <a:pt x="13781" y="4979"/>
                    </a:cubicBezTo>
                    <a:cubicBezTo>
                      <a:pt x="14439" y="4321"/>
                      <a:pt x="15143" y="3758"/>
                      <a:pt x="15824" y="3171"/>
                    </a:cubicBezTo>
                    <a:cubicBezTo>
                      <a:pt x="16505" y="2584"/>
                      <a:pt x="16716" y="2350"/>
                      <a:pt x="17186" y="1997"/>
                    </a:cubicBezTo>
                    <a:cubicBezTo>
                      <a:pt x="18570" y="894"/>
                      <a:pt x="20002" y="-116"/>
                      <a:pt x="21529" y="-1031"/>
                    </a:cubicBezTo>
                    <a:lnTo>
                      <a:pt x="21529" y="-1031"/>
                    </a:lnTo>
                    <a:lnTo>
                      <a:pt x="68484" y="26320"/>
                    </a:lnTo>
                    <a:lnTo>
                      <a:pt x="492980" y="273022"/>
                    </a:lnTo>
                    <a:close/>
                  </a:path>
                </a:pathLst>
              </a:custGeom>
              <a:solidFill>
                <a:srgbClr val="3F3F3F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F3DF1EA9-A142-6C3E-6A6B-03E0C20BCDEF}"/>
                  </a:ext>
                </a:extLst>
              </p:cNvPr>
              <p:cNvSpPr/>
              <p:nvPr/>
            </p:nvSpPr>
            <p:spPr>
              <a:xfrm>
                <a:off x="9878359" y="3900864"/>
                <a:ext cx="16974" cy="30215"/>
              </a:xfrm>
              <a:custGeom>
                <a:avLst/>
                <a:gdLst>
                  <a:gd name="connsiteX0" fmla="*/ 0 w 16974"/>
                  <a:gd name="connsiteY0" fmla="*/ 0 h 30215"/>
                  <a:gd name="connsiteX1" fmla="*/ 16974 w 16974"/>
                  <a:gd name="connsiteY1" fmla="*/ 3451 h 30215"/>
                  <a:gd name="connsiteX2" fmla="*/ 16974 w 16974"/>
                  <a:gd name="connsiteY2" fmla="*/ 30216 h 30215"/>
                  <a:gd name="connsiteX3" fmla="*/ 0 w 16974"/>
                  <a:gd name="connsiteY3" fmla="*/ 26764 h 30215"/>
                  <a:gd name="connsiteX4" fmla="*/ 0 w 16974"/>
                  <a:gd name="connsiteY4" fmla="*/ 0 h 3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74" h="30215">
                    <a:moveTo>
                      <a:pt x="0" y="0"/>
                    </a:moveTo>
                    <a:lnTo>
                      <a:pt x="16974" y="3451"/>
                    </a:lnTo>
                    <a:lnTo>
                      <a:pt x="16974" y="30216"/>
                    </a:lnTo>
                    <a:lnTo>
                      <a:pt x="0" y="267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74FE7A29-146C-5C71-4D9D-38A976378BA2}"/>
                  </a:ext>
                </a:extLst>
              </p:cNvPr>
              <p:cNvSpPr/>
              <p:nvPr/>
            </p:nvSpPr>
            <p:spPr>
              <a:xfrm>
                <a:off x="9878359" y="3705718"/>
                <a:ext cx="193407" cy="140114"/>
              </a:xfrm>
              <a:custGeom>
                <a:avLst/>
                <a:gdLst>
                  <a:gd name="connsiteX0" fmla="*/ 193408 w 193407"/>
                  <a:gd name="connsiteY0" fmla="*/ 11410 h 140114"/>
                  <a:gd name="connsiteX1" fmla="*/ 16974 w 193407"/>
                  <a:gd name="connsiteY1" fmla="*/ 110063 h 140114"/>
                  <a:gd name="connsiteX2" fmla="*/ 16974 w 193407"/>
                  <a:gd name="connsiteY2" fmla="*/ 140114 h 140114"/>
                  <a:gd name="connsiteX3" fmla="*/ 0 w 193407"/>
                  <a:gd name="connsiteY3" fmla="*/ 133705 h 140114"/>
                  <a:gd name="connsiteX4" fmla="*/ 0 w 193407"/>
                  <a:gd name="connsiteY4" fmla="*/ 102456 h 140114"/>
                  <a:gd name="connsiteX5" fmla="*/ 183101 w 193407"/>
                  <a:gd name="connsiteY5" fmla="*/ 0 h 140114"/>
                  <a:gd name="connsiteX6" fmla="*/ 193408 w 193407"/>
                  <a:gd name="connsiteY6" fmla="*/ 11410 h 14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3407" h="140114">
                    <a:moveTo>
                      <a:pt x="193408" y="11410"/>
                    </a:moveTo>
                    <a:lnTo>
                      <a:pt x="16974" y="110063"/>
                    </a:lnTo>
                    <a:lnTo>
                      <a:pt x="16974" y="140114"/>
                    </a:lnTo>
                    <a:lnTo>
                      <a:pt x="0" y="133705"/>
                    </a:lnTo>
                    <a:lnTo>
                      <a:pt x="0" y="102456"/>
                    </a:lnTo>
                    <a:lnTo>
                      <a:pt x="183101" y="0"/>
                    </a:lnTo>
                    <a:lnTo>
                      <a:pt x="193408" y="1141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E4A188AA-CDEF-DD8C-C88C-36717EA03573}"/>
                  </a:ext>
                </a:extLst>
              </p:cNvPr>
              <p:cNvSpPr/>
              <p:nvPr/>
            </p:nvSpPr>
            <p:spPr>
              <a:xfrm>
                <a:off x="9915336" y="3908306"/>
                <a:ext cx="16950" cy="29675"/>
              </a:xfrm>
              <a:custGeom>
                <a:avLst/>
                <a:gdLst>
                  <a:gd name="connsiteX0" fmla="*/ 0 w 16950"/>
                  <a:gd name="connsiteY0" fmla="*/ 0 h 29675"/>
                  <a:gd name="connsiteX1" fmla="*/ 16951 w 16950"/>
                  <a:gd name="connsiteY1" fmla="*/ 3381 h 29675"/>
                  <a:gd name="connsiteX2" fmla="*/ 16951 w 16950"/>
                  <a:gd name="connsiteY2" fmla="*/ 29676 h 29675"/>
                  <a:gd name="connsiteX3" fmla="*/ 0 w 16950"/>
                  <a:gd name="connsiteY3" fmla="*/ 26459 h 29675"/>
                  <a:gd name="connsiteX4" fmla="*/ 0 w 16950"/>
                  <a:gd name="connsiteY4" fmla="*/ 0 h 29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50" h="29675">
                    <a:moveTo>
                      <a:pt x="0" y="0"/>
                    </a:moveTo>
                    <a:lnTo>
                      <a:pt x="16951" y="3381"/>
                    </a:lnTo>
                    <a:lnTo>
                      <a:pt x="16951" y="29676"/>
                    </a:lnTo>
                    <a:lnTo>
                      <a:pt x="0" y="264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C766BE5C-8C4E-523D-8172-EF1B84CCB415}"/>
                  </a:ext>
                </a:extLst>
              </p:cNvPr>
              <p:cNvSpPr/>
              <p:nvPr/>
            </p:nvSpPr>
            <p:spPr>
              <a:xfrm>
                <a:off x="9915336" y="3730558"/>
                <a:ext cx="178734" cy="129220"/>
              </a:xfrm>
              <a:custGeom>
                <a:avLst/>
                <a:gdLst>
                  <a:gd name="connsiteX0" fmla="*/ 178734 w 178734"/>
                  <a:gd name="connsiteY0" fmla="*/ 11410 h 129220"/>
                  <a:gd name="connsiteX1" fmla="*/ 16951 w 178734"/>
                  <a:gd name="connsiteY1" fmla="*/ 101893 h 129220"/>
                  <a:gd name="connsiteX2" fmla="*/ 16951 w 178734"/>
                  <a:gd name="connsiteY2" fmla="*/ 129220 h 129220"/>
                  <a:gd name="connsiteX3" fmla="*/ 0 w 178734"/>
                  <a:gd name="connsiteY3" fmla="*/ 122787 h 129220"/>
                  <a:gd name="connsiteX4" fmla="*/ 0 w 178734"/>
                  <a:gd name="connsiteY4" fmla="*/ 94215 h 129220"/>
                  <a:gd name="connsiteX5" fmla="*/ 168498 w 178734"/>
                  <a:gd name="connsiteY5" fmla="*/ 0 h 129220"/>
                  <a:gd name="connsiteX6" fmla="*/ 178734 w 178734"/>
                  <a:gd name="connsiteY6" fmla="*/ 11410 h 129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734" h="129220">
                    <a:moveTo>
                      <a:pt x="178734" y="11410"/>
                    </a:moveTo>
                    <a:lnTo>
                      <a:pt x="16951" y="101893"/>
                    </a:lnTo>
                    <a:lnTo>
                      <a:pt x="16951" y="129220"/>
                    </a:lnTo>
                    <a:lnTo>
                      <a:pt x="0" y="122787"/>
                    </a:lnTo>
                    <a:lnTo>
                      <a:pt x="0" y="94215"/>
                    </a:lnTo>
                    <a:lnTo>
                      <a:pt x="168498" y="0"/>
                    </a:lnTo>
                    <a:lnTo>
                      <a:pt x="178734" y="1141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5E2639E3-FBDC-A08F-D6E6-53D5DFF1151A}"/>
                  </a:ext>
                </a:extLst>
              </p:cNvPr>
              <p:cNvSpPr/>
              <p:nvPr/>
            </p:nvSpPr>
            <p:spPr>
              <a:xfrm>
                <a:off x="9952290" y="3915655"/>
                <a:ext cx="17021" cy="30450"/>
              </a:xfrm>
              <a:custGeom>
                <a:avLst/>
                <a:gdLst>
                  <a:gd name="connsiteX0" fmla="*/ 0 w 17021"/>
                  <a:gd name="connsiteY0" fmla="*/ 0 h 30450"/>
                  <a:gd name="connsiteX1" fmla="*/ 17021 w 17021"/>
                  <a:gd name="connsiteY1" fmla="*/ 3451 h 30450"/>
                  <a:gd name="connsiteX2" fmla="*/ 17021 w 17021"/>
                  <a:gd name="connsiteY2" fmla="*/ 30450 h 30450"/>
                  <a:gd name="connsiteX3" fmla="*/ 0 w 17021"/>
                  <a:gd name="connsiteY3" fmla="*/ 26764 h 30450"/>
                  <a:gd name="connsiteX4" fmla="*/ 0 w 17021"/>
                  <a:gd name="connsiteY4" fmla="*/ 0 h 30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21" h="30450">
                    <a:moveTo>
                      <a:pt x="0" y="0"/>
                    </a:moveTo>
                    <a:lnTo>
                      <a:pt x="17021" y="3451"/>
                    </a:lnTo>
                    <a:lnTo>
                      <a:pt x="17021" y="30450"/>
                    </a:lnTo>
                    <a:lnTo>
                      <a:pt x="0" y="267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ED080FB8-0F51-4B60-248A-25CA9999A8BA}"/>
                  </a:ext>
                </a:extLst>
              </p:cNvPr>
              <p:cNvSpPr/>
              <p:nvPr/>
            </p:nvSpPr>
            <p:spPr>
              <a:xfrm>
                <a:off x="9952290" y="3755350"/>
                <a:ext cx="164107" cy="118397"/>
              </a:xfrm>
              <a:custGeom>
                <a:avLst/>
                <a:gdLst>
                  <a:gd name="connsiteX0" fmla="*/ 164108 w 164107"/>
                  <a:gd name="connsiteY0" fmla="*/ 11410 h 118397"/>
                  <a:gd name="connsiteX1" fmla="*/ 17021 w 164107"/>
                  <a:gd name="connsiteY1" fmla="*/ 93769 h 118397"/>
                  <a:gd name="connsiteX2" fmla="*/ 17021 w 164107"/>
                  <a:gd name="connsiteY2" fmla="*/ 118397 h 118397"/>
                  <a:gd name="connsiteX3" fmla="*/ 0 w 164107"/>
                  <a:gd name="connsiteY3" fmla="*/ 111988 h 118397"/>
                  <a:gd name="connsiteX4" fmla="*/ 0 w 164107"/>
                  <a:gd name="connsiteY4" fmla="*/ 86092 h 118397"/>
                  <a:gd name="connsiteX5" fmla="*/ 153848 w 164107"/>
                  <a:gd name="connsiteY5" fmla="*/ 0 h 118397"/>
                  <a:gd name="connsiteX6" fmla="*/ 164108 w 164107"/>
                  <a:gd name="connsiteY6" fmla="*/ 1141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107" h="118397">
                    <a:moveTo>
                      <a:pt x="164108" y="11410"/>
                    </a:moveTo>
                    <a:lnTo>
                      <a:pt x="17021" y="93769"/>
                    </a:lnTo>
                    <a:lnTo>
                      <a:pt x="17021" y="118397"/>
                    </a:lnTo>
                    <a:lnTo>
                      <a:pt x="0" y="111988"/>
                    </a:lnTo>
                    <a:lnTo>
                      <a:pt x="0" y="86092"/>
                    </a:lnTo>
                    <a:lnTo>
                      <a:pt x="153848" y="0"/>
                    </a:lnTo>
                    <a:lnTo>
                      <a:pt x="164108" y="1141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3DBA81BD-0B53-9B78-54DA-56CA15FD6E0C}"/>
                  </a:ext>
                </a:extLst>
              </p:cNvPr>
              <p:cNvSpPr/>
              <p:nvPr/>
            </p:nvSpPr>
            <p:spPr>
              <a:xfrm>
                <a:off x="9989291" y="3923097"/>
                <a:ext cx="16974" cy="29839"/>
              </a:xfrm>
              <a:custGeom>
                <a:avLst/>
                <a:gdLst>
                  <a:gd name="connsiteX0" fmla="*/ 0 w 16974"/>
                  <a:gd name="connsiteY0" fmla="*/ 0 h 29839"/>
                  <a:gd name="connsiteX1" fmla="*/ 16974 w 16974"/>
                  <a:gd name="connsiteY1" fmla="*/ 3381 h 29839"/>
                  <a:gd name="connsiteX2" fmla="*/ 16974 w 16974"/>
                  <a:gd name="connsiteY2" fmla="*/ 29840 h 29839"/>
                  <a:gd name="connsiteX3" fmla="*/ 0 w 16974"/>
                  <a:gd name="connsiteY3" fmla="*/ 26764 h 29839"/>
                  <a:gd name="connsiteX4" fmla="*/ 0 w 16974"/>
                  <a:gd name="connsiteY4" fmla="*/ 0 h 29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74" h="29839">
                    <a:moveTo>
                      <a:pt x="0" y="0"/>
                    </a:moveTo>
                    <a:lnTo>
                      <a:pt x="16974" y="3381"/>
                    </a:lnTo>
                    <a:lnTo>
                      <a:pt x="16974" y="29840"/>
                    </a:lnTo>
                    <a:lnTo>
                      <a:pt x="0" y="267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893AF793-AB23-EE26-9DF3-A837188C81A2}"/>
                  </a:ext>
                </a:extLst>
              </p:cNvPr>
              <p:cNvSpPr/>
              <p:nvPr/>
            </p:nvSpPr>
            <p:spPr>
              <a:xfrm>
                <a:off x="9989291" y="3780189"/>
                <a:ext cx="149481" cy="107503"/>
              </a:xfrm>
              <a:custGeom>
                <a:avLst/>
                <a:gdLst>
                  <a:gd name="connsiteX0" fmla="*/ 149481 w 149481"/>
                  <a:gd name="connsiteY0" fmla="*/ 11410 h 107503"/>
                  <a:gd name="connsiteX1" fmla="*/ 17021 w 149481"/>
                  <a:gd name="connsiteY1" fmla="*/ 85599 h 107503"/>
                  <a:gd name="connsiteX2" fmla="*/ 16974 w 149481"/>
                  <a:gd name="connsiteY2" fmla="*/ 85599 h 107503"/>
                  <a:gd name="connsiteX3" fmla="*/ 16974 w 149481"/>
                  <a:gd name="connsiteY3" fmla="*/ 107503 h 107503"/>
                  <a:gd name="connsiteX4" fmla="*/ 0 w 149481"/>
                  <a:gd name="connsiteY4" fmla="*/ 101094 h 107503"/>
                  <a:gd name="connsiteX5" fmla="*/ 0 w 149481"/>
                  <a:gd name="connsiteY5" fmla="*/ 77922 h 107503"/>
                  <a:gd name="connsiteX6" fmla="*/ 139222 w 149481"/>
                  <a:gd name="connsiteY6" fmla="*/ 0 h 107503"/>
                  <a:gd name="connsiteX7" fmla="*/ 149481 w 149481"/>
                  <a:gd name="connsiteY7" fmla="*/ 11410 h 107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481" h="107503">
                    <a:moveTo>
                      <a:pt x="149481" y="11410"/>
                    </a:moveTo>
                    <a:lnTo>
                      <a:pt x="17021" y="85599"/>
                    </a:lnTo>
                    <a:lnTo>
                      <a:pt x="16974" y="85599"/>
                    </a:lnTo>
                    <a:lnTo>
                      <a:pt x="16974" y="107503"/>
                    </a:lnTo>
                    <a:lnTo>
                      <a:pt x="0" y="101094"/>
                    </a:lnTo>
                    <a:lnTo>
                      <a:pt x="0" y="77922"/>
                    </a:lnTo>
                    <a:lnTo>
                      <a:pt x="139222" y="0"/>
                    </a:lnTo>
                    <a:lnTo>
                      <a:pt x="149481" y="11410"/>
                    </a:lnTo>
                    <a:close/>
                  </a:path>
                </a:pathLst>
              </a:custGeom>
              <a:solidFill>
                <a:srgbClr val="313131"/>
              </a:solidFill>
              <a:ln w="2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DBB2F47-E31A-A7B3-CD07-2DD9B1351B34}"/>
              </a:ext>
            </a:extLst>
          </p:cNvPr>
          <p:cNvSpPr/>
          <p:nvPr/>
        </p:nvSpPr>
        <p:spPr>
          <a:xfrm>
            <a:off x="7195558" y="3914129"/>
            <a:ext cx="438278" cy="622999"/>
          </a:xfrm>
          <a:custGeom>
            <a:avLst/>
            <a:gdLst>
              <a:gd name="connsiteX0" fmla="*/ -1339 w 438278"/>
              <a:gd name="connsiteY0" fmla="*/ 251963 h 622999"/>
              <a:gd name="connsiteX1" fmla="*/ -1339 w 438278"/>
              <a:gd name="connsiteY1" fmla="*/ 621969 h 622999"/>
              <a:gd name="connsiteX2" fmla="*/ 178641 w 438278"/>
              <a:gd name="connsiteY2" fmla="*/ 518058 h 622999"/>
              <a:gd name="connsiteX3" fmla="*/ 189041 w 438278"/>
              <a:gd name="connsiteY3" fmla="*/ 512047 h 622999"/>
              <a:gd name="connsiteX4" fmla="*/ 201461 w 438278"/>
              <a:gd name="connsiteY4" fmla="*/ 504886 h 622999"/>
              <a:gd name="connsiteX5" fmla="*/ 436940 w 438278"/>
              <a:gd name="connsiteY5" fmla="*/ 368952 h 622999"/>
              <a:gd name="connsiteX6" fmla="*/ 436940 w 438278"/>
              <a:gd name="connsiteY6" fmla="*/ -1031 h 622999"/>
              <a:gd name="connsiteX7" fmla="*/ 426915 w 438278"/>
              <a:gd name="connsiteY7" fmla="*/ 169440 h 622999"/>
              <a:gd name="connsiteX8" fmla="*/ 411889 w 438278"/>
              <a:gd name="connsiteY8" fmla="*/ 178126 h 622999"/>
              <a:gd name="connsiteX9" fmla="*/ 411889 w 438278"/>
              <a:gd name="connsiteY9" fmla="*/ 270769 h 622999"/>
              <a:gd name="connsiteX10" fmla="*/ 354511 w 438278"/>
              <a:gd name="connsiteY10" fmla="*/ 303872 h 622999"/>
              <a:gd name="connsiteX11" fmla="*/ 354511 w 438278"/>
              <a:gd name="connsiteY11" fmla="*/ 336459 h 622999"/>
              <a:gd name="connsiteX12" fmla="*/ 315937 w 438278"/>
              <a:gd name="connsiteY12" fmla="*/ 358739 h 622999"/>
              <a:gd name="connsiteX13" fmla="*/ 315937 w 438278"/>
              <a:gd name="connsiteY13" fmla="*/ 423090 h 622999"/>
              <a:gd name="connsiteX14" fmla="*/ 187914 w 438278"/>
              <a:gd name="connsiteY14" fmla="*/ 497021 h 622999"/>
              <a:gd name="connsiteX15" fmla="*/ 175471 w 438278"/>
              <a:gd name="connsiteY15" fmla="*/ 504276 h 622999"/>
              <a:gd name="connsiteX16" fmla="*/ 165188 w 438278"/>
              <a:gd name="connsiteY16" fmla="*/ 510169 h 622999"/>
              <a:gd name="connsiteX17" fmla="*/ 119665 w 438278"/>
              <a:gd name="connsiteY17" fmla="*/ 536605 h 622999"/>
              <a:gd name="connsiteX18" fmla="*/ 119665 w 438278"/>
              <a:gd name="connsiteY18" fmla="*/ 472041 h 622999"/>
              <a:gd name="connsiteX19" fmla="*/ 109382 w 438278"/>
              <a:gd name="connsiteY19" fmla="*/ 478052 h 622999"/>
              <a:gd name="connsiteX20" fmla="*/ 81091 w 438278"/>
              <a:gd name="connsiteY20" fmla="*/ 494345 h 622999"/>
              <a:gd name="connsiteX21" fmla="*/ 81091 w 438278"/>
              <a:gd name="connsiteY21" fmla="*/ 461688 h 622999"/>
              <a:gd name="connsiteX22" fmla="*/ 23736 w 438278"/>
              <a:gd name="connsiteY22" fmla="*/ 494791 h 622999"/>
              <a:gd name="connsiteX23" fmla="*/ 23736 w 438278"/>
              <a:gd name="connsiteY23" fmla="*/ 402266 h 622999"/>
              <a:gd name="connsiteX24" fmla="*/ 22374 w 438278"/>
              <a:gd name="connsiteY24" fmla="*/ 402971 h 622999"/>
              <a:gd name="connsiteX25" fmla="*/ 11293 w 438278"/>
              <a:gd name="connsiteY25" fmla="*/ 409427 h 622999"/>
              <a:gd name="connsiteX26" fmla="*/ 8686 w 438278"/>
              <a:gd name="connsiteY26" fmla="*/ 410929 h 622999"/>
              <a:gd name="connsiteX27" fmla="*/ 8686 w 438278"/>
              <a:gd name="connsiteY27" fmla="*/ 376394 h 622999"/>
              <a:gd name="connsiteX28" fmla="*/ 18359 w 438278"/>
              <a:gd name="connsiteY28" fmla="*/ 370760 h 622999"/>
              <a:gd name="connsiteX29" fmla="*/ 23736 w 438278"/>
              <a:gd name="connsiteY29" fmla="*/ 367613 h 622999"/>
              <a:gd name="connsiteX30" fmla="*/ 23736 w 438278"/>
              <a:gd name="connsiteY30" fmla="*/ 275065 h 622999"/>
              <a:gd name="connsiteX31" fmla="*/ 41649 w 438278"/>
              <a:gd name="connsiteY31" fmla="*/ 264735 h 622999"/>
              <a:gd name="connsiteX32" fmla="*/ 97361 w 438278"/>
              <a:gd name="connsiteY32" fmla="*/ 232547 h 622999"/>
              <a:gd name="connsiteX33" fmla="*/ 135959 w 438278"/>
              <a:gd name="connsiteY33" fmla="*/ 210267 h 622999"/>
              <a:gd name="connsiteX34" fmla="*/ 164132 w 438278"/>
              <a:gd name="connsiteY34" fmla="*/ 193974 h 622999"/>
              <a:gd name="connsiteX35" fmla="*/ 164132 w 438278"/>
              <a:gd name="connsiteY35" fmla="*/ 193974 h 622999"/>
              <a:gd name="connsiteX36" fmla="*/ 221487 w 438278"/>
              <a:gd name="connsiteY36" fmla="*/ 160847 h 622999"/>
              <a:gd name="connsiteX37" fmla="*/ 301686 w 438278"/>
              <a:gd name="connsiteY37" fmla="*/ 114549 h 622999"/>
              <a:gd name="connsiteX38" fmla="*/ 316736 w 438278"/>
              <a:gd name="connsiteY38" fmla="*/ 105862 h 622999"/>
              <a:gd name="connsiteX39" fmla="*/ 331620 w 438278"/>
              <a:gd name="connsiteY39" fmla="*/ 97270 h 622999"/>
              <a:gd name="connsiteX40" fmla="*/ 346739 w 438278"/>
              <a:gd name="connsiteY40" fmla="*/ 88536 h 622999"/>
              <a:gd name="connsiteX41" fmla="*/ 411842 w 438278"/>
              <a:gd name="connsiteY41" fmla="*/ 50972 h 622999"/>
              <a:gd name="connsiteX42" fmla="*/ 411842 w 438278"/>
              <a:gd name="connsiteY42" fmla="*/ 143614 h 622999"/>
              <a:gd name="connsiteX43" fmla="*/ 426868 w 438278"/>
              <a:gd name="connsiteY43" fmla="*/ 134834 h 62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38278" h="622999">
                <a:moveTo>
                  <a:pt x="-1339" y="251963"/>
                </a:moveTo>
                <a:lnTo>
                  <a:pt x="-1339" y="621969"/>
                </a:lnTo>
                <a:lnTo>
                  <a:pt x="178641" y="518058"/>
                </a:lnTo>
                <a:lnTo>
                  <a:pt x="189041" y="512047"/>
                </a:lnTo>
                <a:lnTo>
                  <a:pt x="201461" y="504886"/>
                </a:lnTo>
                <a:lnTo>
                  <a:pt x="436940" y="368952"/>
                </a:lnTo>
                <a:lnTo>
                  <a:pt x="436940" y="-1031"/>
                </a:lnTo>
                <a:close/>
                <a:moveTo>
                  <a:pt x="426915" y="169440"/>
                </a:moveTo>
                <a:lnTo>
                  <a:pt x="411889" y="178126"/>
                </a:lnTo>
                <a:lnTo>
                  <a:pt x="411889" y="270769"/>
                </a:lnTo>
                <a:lnTo>
                  <a:pt x="354511" y="303872"/>
                </a:lnTo>
                <a:lnTo>
                  <a:pt x="354511" y="336459"/>
                </a:lnTo>
                <a:lnTo>
                  <a:pt x="315937" y="358739"/>
                </a:lnTo>
                <a:lnTo>
                  <a:pt x="315937" y="423090"/>
                </a:lnTo>
                <a:lnTo>
                  <a:pt x="187914" y="497021"/>
                </a:lnTo>
                <a:lnTo>
                  <a:pt x="175471" y="504276"/>
                </a:lnTo>
                <a:lnTo>
                  <a:pt x="165188" y="510169"/>
                </a:lnTo>
                <a:lnTo>
                  <a:pt x="119665" y="536605"/>
                </a:lnTo>
                <a:lnTo>
                  <a:pt x="119665" y="472041"/>
                </a:lnTo>
                <a:lnTo>
                  <a:pt x="109382" y="478052"/>
                </a:lnTo>
                <a:lnTo>
                  <a:pt x="81091" y="494345"/>
                </a:lnTo>
                <a:lnTo>
                  <a:pt x="81091" y="461688"/>
                </a:lnTo>
                <a:lnTo>
                  <a:pt x="23736" y="494791"/>
                </a:lnTo>
                <a:lnTo>
                  <a:pt x="23736" y="402266"/>
                </a:lnTo>
                <a:lnTo>
                  <a:pt x="22374" y="402971"/>
                </a:lnTo>
                <a:lnTo>
                  <a:pt x="11293" y="409427"/>
                </a:lnTo>
                <a:lnTo>
                  <a:pt x="8686" y="410929"/>
                </a:lnTo>
                <a:lnTo>
                  <a:pt x="8686" y="376394"/>
                </a:lnTo>
                <a:lnTo>
                  <a:pt x="18359" y="370760"/>
                </a:lnTo>
                <a:lnTo>
                  <a:pt x="23736" y="367613"/>
                </a:lnTo>
                <a:lnTo>
                  <a:pt x="23736" y="275065"/>
                </a:lnTo>
                <a:lnTo>
                  <a:pt x="41649" y="264735"/>
                </a:lnTo>
                <a:lnTo>
                  <a:pt x="97361" y="232547"/>
                </a:lnTo>
                <a:lnTo>
                  <a:pt x="135959" y="210267"/>
                </a:lnTo>
                <a:lnTo>
                  <a:pt x="164132" y="193974"/>
                </a:lnTo>
                <a:lnTo>
                  <a:pt x="164132" y="193974"/>
                </a:lnTo>
                <a:lnTo>
                  <a:pt x="221487" y="160847"/>
                </a:lnTo>
                <a:lnTo>
                  <a:pt x="301686" y="114549"/>
                </a:lnTo>
                <a:lnTo>
                  <a:pt x="316736" y="105862"/>
                </a:lnTo>
                <a:lnTo>
                  <a:pt x="331620" y="97270"/>
                </a:lnTo>
                <a:lnTo>
                  <a:pt x="346739" y="88536"/>
                </a:lnTo>
                <a:lnTo>
                  <a:pt x="411842" y="50972"/>
                </a:lnTo>
                <a:lnTo>
                  <a:pt x="411842" y="143614"/>
                </a:lnTo>
                <a:lnTo>
                  <a:pt x="426868" y="134834"/>
                </a:lnTo>
                <a:close/>
              </a:path>
            </a:pathLst>
          </a:custGeom>
          <a:solidFill>
            <a:srgbClr val="72B3EB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22974B54-B968-B32B-15C1-C65EB9B1D678}"/>
              </a:ext>
            </a:extLst>
          </p:cNvPr>
          <p:cNvSpPr/>
          <p:nvPr/>
        </p:nvSpPr>
        <p:spPr>
          <a:xfrm>
            <a:off x="7186308" y="2889687"/>
            <a:ext cx="2200548" cy="1277435"/>
          </a:xfrm>
          <a:custGeom>
            <a:avLst/>
            <a:gdLst>
              <a:gd name="connsiteX0" fmla="*/ 2200549 w 2200548"/>
              <a:gd name="connsiteY0" fmla="*/ 12302 h 1277435"/>
              <a:gd name="connsiteX1" fmla="*/ 2179208 w 2200548"/>
              <a:gd name="connsiteY1" fmla="*/ 0 h 1277435"/>
              <a:gd name="connsiteX2" fmla="*/ 438232 w 2200548"/>
              <a:gd name="connsiteY2" fmla="*/ 1019042 h 1277435"/>
              <a:gd name="connsiteX3" fmla="*/ 0 w 2200548"/>
              <a:gd name="connsiteY3" fmla="*/ 1272083 h 1277435"/>
              <a:gd name="connsiteX4" fmla="*/ 9250 w 2200548"/>
              <a:gd name="connsiteY4" fmla="*/ 1277436 h 1277435"/>
              <a:gd name="connsiteX5" fmla="*/ 447529 w 2200548"/>
              <a:gd name="connsiteY5" fmla="*/ 1024418 h 1277435"/>
              <a:gd name="connsiteX6" fmla="*/ 447482 w 2200548"/>
              <a:gd name="connsiteY6" fmla="*/ 1024395 h 1277435"/>
              <a:gd name="connsiteX7" fmla="*/ 2200549 w 2200548"/>
              <a:gd name="connsiteY7" fmla="*/ 12302 h 127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00548" h="1277435">
                <a:moveTo>
                  <a:pt x="2200549" y="12302"/>
                </a:moveTo>
                <a:lnTo>
                  <a:pt x="2179208" y="0"/>
                </a:lnTo>
                <a:lnTo>
                  <a:pt x="438232" y="1019042"/>
                </a:lnTo>
                <a:lnTo>
                  <a:pt x="0" y="1272083"/>
                </a:lnTo>
                <a:lnTo>
                  <a:pt x="9250" y="1277436"/>
                </a:lnTo>
                <a:lnTo>
                  <a:pt x="447529" y="1024418"/>
                </a:lnTo>
                <a:lnTo>
                  <a:pt x="447482" y="1024395"/>
                </a:lnTo>
                <a:lnTo>
                  <a:pt x="2200549" y="12302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9416ADA-6A89-BDB0-074C-90B1CD517501}"/>
              </a:ext>
            </a:extLst>
          </p:cNvPr>
          <p:cNvSpPr/>
          <p:nvPr/>
        </p:nvSpPr>
        <p:spPr>
          <a:xfrm>
            <a:off x="177023" y="1057769"/>
            <a:ext cx="8016072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typical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have: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cable connecting it to the internet.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Several other cables connecting to computers and other devices on the LAN.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Wireless connectivity.</a:t>
            </a:r>
          </a:p>
        </p:txBody>
      </p:sp>
    </p:spTree>
    <p:extLst>
      <p:ext uri="{BB962C8B-B14F-4D97-AF65-F5344CB8AC3E}">
        <p14:creationId xmlns:p14="http://schemas.microsoft.com/office/powerpoint/2010/main" val="299099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3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3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1325664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78826E7-2D1F-F25F-AA59-9B57247DDE26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76A35CE-FAC0-83FB-C571-FA7CE9FC21C0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CB78742-CF8D-AE25-B317-8E033F37F30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1248525-6010-45A1-4A7A-9A4AACE36192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EAF8B08-5B2F-3694-C620-FD1393C4459D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3D206CE-49FB-56DD-AF16-24C38423F7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DF42B2DE-3AFC-85FF-A728-63BDA1E06C49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noFill/>
          <a:ln w="504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7C7274DC-56C3-B271-E226-CED331351537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313234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8D2CC5EE-AA27-7F88-B538-93870BCABAD4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ADC0B577-D5EA-7505-3437-3B9D5A7C86A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E359E24A-EFD5-6C1B-78A1-B6B99671A68F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80D8978A-DF81-80DB-630F-6CE4C26CED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307" name="Picture 306" descr="A picture containing black, case, accessory&#10;&#10;Description automatically generated">
            <a:extLst>
              <a:ext uri="{FF2B5EF4-FFF2-40B4-BE49-F238E27FC236}">
                <a16:creationId xmlns:a16="http://schemas.microsoft.com/office/drawing/2014/main" id="{A62E6A96-9D70-7665-6440-2D2E912E0D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0374" y="1849316"/>
            <a:ext cx="1900617" cy="32468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319A7A-5148-C3E1-6B7E-39D761AC0970}"/>
              </a:ext>
            </a:extLst>
          </p:cNvPr>
          <p:cNvSpPr/>
          <p:nvPr/>
        </p:nvSpPr>
        <p:spPr>
          <a:xfrm>
            <a:off x="251927" y="1110343"/>
            <a:ext cx="3498979" cy="5439747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99BF7C43-51A3-7AB4-9663-CFEBE0AEA979}"/>
              </a:ext>
            </a:extLst>
          </p:cNvPr>
          <p:cNvGrpSpPr/>
          <p:nvPr/>
        </p:nvGrpSpPr>
        <p:grpSpPr>
          <a:xfrm>
            <a:off x="366804" y="5091611"/>
            <a:ext cx="1714891" cy="1048708"/>
            <a:chOff x="284702" y="4576760"/>
            <a:chExt cx="2764685" cy="1690689"/>
          </a:xfrm>
        </p:grpSpPr>
        <p:pic>
          <p:nvPicPr>
            <p:cNvPr id="317" name="Picture 316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1A728E37-EC13-6E6C-5C36-B840A2C5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4702" y="4576760"/>
              <a:ext cx="2415270" cy="1690689"/>
            </a:xfrm>
            <a:prstGeom prst="rect">
              <a:avLst/>
            </a:prstGeom>
          </p:spPr>
        </p:pic>
        <p:pic>
          <p:nvPicPr>
            <p:cNvPr id="318" name="Graphic 317" descr="Wireless with solid fill">
              <a:extLst>
                <a:ext uri="{FF2B5EF4-FFF2-40B4-BE49-F238E27FC236}">
                  <a16:creationId xmlns:a16="http://schemas.microsoft.com/office/drawing/2014/main" id="{3907362D-B587-D9A6-4BB3-F87A9120D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6325008">
              <a:off x="2134987" y="4611889"/>
              <a:ext cx="914400" cy="914400"/>
            </a:xfrm>
            <a:prstGeom prst="rect">
              <a:avLst/>
            </a:prstGeom>
          </p:spPr>
        </p:pic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F9B62169-23FF-D141-7DAD-F787A2054B7F}"/>
              </a:ext>
            </a:extLst>
          </p:cNvPr>
          <p:cNvGrpSpPr/>
          <p:nvPr/>
        </p:nvGrpSpPr>
        <p:grpSpPr>
          <a:xfrm>
            <a:off x="2176682" y="4573261"/>
            <a:ext cx="1429717" cy="1456909"/>
            <a:chOff x="4256031" y="4379401"/>
            <a:chExt cx="2046483" cy="2085406"/>
          </a:xfrm>
        </p:grpSpPr>
        <p:pic>
          <p:nvPicPr>
            <p:cNvPr id="323" name="Picture 322">
              <a:extLst>
                <a:ext uri="{FF2B5EF4-FFF2-40B4-BE49-F238E27FC236}">
                  <a16:creationId xmlns:a16="http://schemas.microsoft.com/office/drawing/2014/main" id="{F8A35110-692D-6388-EBC2-968F85539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56031" y="4379401"/>
              <a:ext cx="1897120" cy="2085406"/>
            </a:xfrm>
            <a:prstGeom prst="rect">
              <a:avLst/>
            </a:prstGeom>
          </p:spPr>
        </p:pic>
        <p:pic>
          <p:nvPicPr>
            <p:cNvPr id="324" name="Graphic 323" descr="Wireless with solid fill">
              <a:extLst>
                <a:ext uri="{FF2B5EF4-FFF2-40B4-BE49-F238E27FC236}">
                  <a16:creationId xmlns:a16="http://schemas.microsoft.com/office/drawing/2014/main" id="{D1BB984F-F91B-6491-AD52-AC735016A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6325008">
              <a:off x="5388114" y="4429124"/>
              <a:ext cx="914400" cy="914400"/>
            </a:xfrm>
            <a:prstGeom prst="rect">
              <a:avLst/>
            </a:prstGeom>
          </p:spPr>
        </p:pic>
      </p:grpSp>
      <p:sp>
        <p:nvSpPr>
          <p:cNvPr id="326" name="Rectangle 325">
            <a:extLst>
              <a:ext uri="{FF2B5EF4-FFF2-40B4-BE49-F238E27FC236}">
                <a16:creationId xmlns:a16="http://schemas.microsoft.com/office/drawing/2014/main" id="{6B35667F-4967-CEDB-C65B-E30B4E49D806}"/>
              </a:ext>
            </a:extLst>
          </p:cNvPr>
          <p:cNvSpPr/>
          <p:nvPr/>
        </p:nvSpPr>
        <p:spPr>
          <a:xfrm>
            <a:off x="2360678" y="2234609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192.168.0.2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5F3AC576-F23D-1AE5-D418-39880FC19AE7}"/>
              </a:ext>
            </a:extLst>
          </p:cNvPr>
          <p:cNvSpPr/>
          <p:nvPr/>
        </p:nvSpPr>
        <p:spPr>
          <a:xfrm>
            <a:off x="742197" y="3189959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192.168.0.3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897E807F-4B18-0DF7-6A1E-DF46E5C6E87A}"/>
              </a:ext>
            </a:extLst>
          </p:cNvPr>
          <p:cNvSpPr/>
          <p:nvPr/>
        </p:nvSpPr>
        <p:spPr>
          <a:xfrm>
            <a:off x="839397" y="4452414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192.168.0.4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B13A8DA3-B203-202C-677F-6CABE829836F}"/>
              </a:ext>
            </a:extLst>
          </p:cNvPr>
          <p:cNvSpPr/>
          <p:nvPr/>
        </p:nvSpPr>
        <p:spPr>
          <a:xfrm>
            <a:off x="742197" y="6125888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192.168.0.5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CAC706CB-C3CE-30EA-3495-D7B5DAC456C0}"/>
              </a:ext>
            </a:extLst>
          </p:cNvPr>
          <p:cNvSpPr/>
          <p:nvPr/>
        </p:nvSpPr>
        <p:spPr>
          <a:xfrm>
            <a:off x="2544676" y="5987388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192.168.0.6</a:t>
            </a: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846662F-E85B-B25D-DE2B-2A166C855374}"/>
              </a:ext>
            </a:extLst>
          </p:cNvPr>
          <p:cNvSpPr/>
          <p:nvPr/>
        </p:nvSpPr>
        <p:spPr>
          <a:xfrm>
            <a:off x="4577155" y="5091611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192.168.0.1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58B07C0-7EFE-58DE-F7FF-A3D37F80DCF4}"/>
              </a:ext>
            </a:extLst>
          </p:cNvPr>
          <p:cNvCxnSpPr>
            <a:cxnSpLocks/>
          </p:cNvCxnSpPr>
          <p:nvPr/>
        </p:nvCxnSpPr>
        <p:spPr>
          <a:xfrm rot="10800000">
            <a:off x="3502052" y="1941458"/>
            <a:ext cx="2003399" cy="1697382"/>
          </a:xfrm>
          <a:prstGeom prst="bentConnector3">
            <a:avLst>
              <a:gd name="adj1" fmla="val 7168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2ED3AE35-B24F-66BB-D416-EBCE721EF299}"/>
              </a:ext>
            </a:extLst>
          </p:cNvPr>
          <p:cNvCxnSpPr>
            <a:cxnSpLocks/>
          </p:cNvCxnSpPr>
          <p:nvPr/>
        </p:nvCxnSpPr>
        <p:spPr>
          <a:xfrm rot="10800000">
            <a:off x="1850671" y="2734850"/>
            <a:ext cx="3645255" cy="104990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: Elbow 332">
            <a:extLst>
              <a:ext uri="{FF2B5EF4-FFF2-40B4-BE49-F238E27FC236}">
                <a16:creationId xmlns:a16="http://schemas.microsoft.com/office/drawing/2014/main" id="{C4B83C9E-D8EE-82AA-C208-12A49EB72AE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04130" y="3942246"/>
            <a:ext cx="3288620" cy="82576"/>
          </a:xfrm>
          <a:prstGeom prst="bentConnector3">
            <a:avLst>
              <a:gd name="adj1" fmla="val 54827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3" name="Picture 312">
            <a:extLst>
              <a:ext uri="{FF2B5EF4-FFF2-40B4-BE49-F238E27FC236}">
                <a16:creationId xmlns:a16="http://schemas.microsoft.com/office/drawing/2014/main" id="{C7914312-756B-EF71-2D99-315F58A5693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804" y="3760940"/>
            <a:ext cx="2054352" cy="625088"/>
          </a:xfrm>
          <a:prstGeom prst="rect">
            <a:avLst/>
          </a:prstGeom>
        </p:spPr>
      </p:pic>
      <p:pic>
        <p:nvPicPr>
          <p:cNvPr id="4" name="Picture 3" descr="A picture containing electronics, indoor, printer, stack&#10;&#10;Description automatically generated">
            <a:extLst>
              <a:ext uri="{FF2B5EF4-FFF2-40B4-BE49-F238E27FC236}">
                <a16:creationId xmlns:a16="http://schemas.microsoft.com/office/drawing/2014/main" id="{AD674700-6B1B-2B5F-49A4-58C6FD48623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733" y="2138547"/>
            <a:ext cx="1696304" cy="1123526"/>
          </a:xfrm>
          <a:prstGeom prst="rect">
            <a:avLst/>
          </a:prstGeom>
        </p:spPr>
      </p:pic>
      <p:pic>
        <p:nvPicPr>
          <p:cNvPr id="311" name="Picture 310" descr="A computer monitor and keyboard&#10;&#10;Description automatically generated with low confidence">
            <a:extLst>
              <a:ext uri="{FF2B5EF4-FFF2-40B4-BE49-F238E27FC236}">
                <a16:creationId xmlns:a16="http://schemas.microsoft.com/office/drawing/2014/main" id="{3D24587B-240D-9954-A85C-BD4FB191A9C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958" y="1110343"/>
            <a:ext cx="1834749" cy="122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0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1325664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78826E7-2D1F-F25F-AA59-9B57247DDE26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76A35CE-FAC0-83FB-C571-FA7CE9FC21C0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CB78742-CF8D-AE25-B317-8E033F37F30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1248525-6010-45A1-4A7A-9A4AACE36192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EAF8B08-5B2F-3694-C620-FD1393C4459D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3D206CE-49FB-56DD-AF16-24C38423F7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DF42B2DE-3AFC-85FF-A728-63BDA1E06C49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noFill/>
          <a:ln w="504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7C7274DC-56C3-B271-E226-CED331351537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313234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8D2CC5EE-AA27-7F88-B538-93870BCABAD4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ADC0B577-D5EA-7505-3437-3B9D5A7C86A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E359E24A-EFD5-6C1B-78A1-B6B99671A68F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80D8978A-DF81-80DB-630F-6CE4C26CED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307" name="Picture 306" descr="A picture containing black, case, accessory&#10;&#10;Description automatically generated">
            <a:extLst>
              <a:ext uri="{FF2B5EF4-FFF2-40B4-BE49-F238E27FC236}">
                <a16:creationId xmlns:a16="http://schemas.microsoft.com/office/drawing/2014/main" id="{A62E6A96-9D70-7665-6440-2D2E912E0D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0374" y="1849316"/>
            <a:ext cx="1900617" cy="32468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319A7A-5148-C3E1-6B7E-39D761AC0970}"/>
              </a:ext>
            </a:extLst>
          </p:cNvPr>
          <p:cNvSpPr/>
          <p:nvPr/>
        </p:nvSpPr>
        <p:spPr>
          <a:xfrm>
            <a:off x="251927" y="1110343"/>
            <a:ext cx="3498979" cy="5439747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99BF7C43-51A3-7AB4-9663-CFEBE0AEA979}"/>
              </a:ext>
            </a:extLst>
          </p:cNvPr>
          <p:cNvGrpSpPr/>
          <p:nvPr/>
        </p:nvGrpSpPr>
        <p:grpSpPr>
          <a:xfrm>
            <a:off x="366804" y="5091611"/>
            <a:ext cx="1714891" cy="1048708"/>
            <a:chOff x="284702" y="4576760"/>
            <a:chExt cx="2764685" cy="1690689"/>
          </a:xfrm>
        </p:grpSpPr>
        <p:pic>
          <p:nvPicPr>
            <p:cNvPr id="317" name="Picture 316" descr="A picture containing text, electronics, display&#10;&#10;Description automatically generated">
              <a:extLst>
                <a:ext uri="{FF2B5EF4-FFF2-40B4-BE49-F238E27FC236}">
                  <a16:creationId xmlns:a16="http://schemas.microsoft.com/office/drawing/2014/main" id="{1A728E37-EC13-6E6C-5C36-B840A2C5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4702" y="4576760"/>
              <a:ext cx="2415270" cy="1690689"/>
            </a:xfrm>
            <a:prstGeom prst="rect">
              <a:avLst/>
            </a:prstGeom>
          </p:spPr>
        </p:pic>
        <p:pic>
          <p:nvPicPr>
            <p:cNvPr id="318" name="Graphic 317" descr="Wireless with solid fill">
              <a:extLst>
                <a:ext uri="{FF2B5EF4-FFF2-40B4-BE49-F238E27FC236}">
                  <a16:creationId xmlns:a16="http://schemas.microsoft.com/office/drawing/2014/main" id="{3907362D-B587-D9A6-4BB3-F87A9120D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6325008">
              <a:off x="2134987" y="4611889"/>
              <a:ext cx="914400" cy="914400"/>
            </a:xfrm>
            <a:prstGeom prst="rect">
              <a:avLst/>
            </a:prstGeom>
          </p:spPr>
        </p:pic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F9B62169-23FF-D141-7DAD-F787A2054B7F}"/>
              </a:ext>
            </a:extLst>
          </p:cNvPr>
          <p:cNvGrpSpPr/>
          <p:nvPr/>
        </p:nvGrpSpPr>
        <p:grpSpPr>
          <a:xfrm>
            <a:off x="2176682" y="4573261"/>
            <a:ext cx="1429717" cy="1456909"/>
            <a:chOff x="4256031" y="4379401"/>
            <a:chExt cx="2046483" cy="2085406"/>
          </a:xfrm>
        </p:grpSpPr>
        <p:pic>
          <p:nvPicPr>
            <p:cNvPr id="323" name="Picture 322">
              <a:extLst>
                <a:ext uri="{FF2B5EF4-FFF2-40B4-BE49-F238E27FC236}">
                  <a16:creationId xmlns:a16="http://schemas.microsoft.com/office/drawing/2014/main" id="{F8A35110-692D-6388-EBC2-968F85539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56031" y="4379401"/>
              <a:ext cx="1897120" cy="2085406"/>
            </a:xfrm>
            <a:prstGeom prst="rect">
              <a:avLst/>
            </a:prstGeom>
          </p:spPr>
        </p:pic>
        <p:pic>
          <p:nvPicPr>
            <p:cNvPr id="324" name="Graphic 323" descr="Wireless with solid fill">
              <a:extLst>
                <a:ext uri="{FF2B5EF4-FFF2-40B4-BE49-F238E27FC236}">
                  <a16:creationId xmlns:a16="http://schemas.microsoft.com/office/drawing/2014/main" id="{D1BB984F-F91B-6491-AD52-AC735016A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6325008">
              <a:off x="5388114" y="4429124"/>
              <a:ext cx="914400" cy="914400"/>
            </a:xfrm>
            <a:prstGeom prst="rect">
              <a:avLst/>
            </a:prstGeom>
          </p:spPr>
        </p:pic>
      </p:grpSp>
      <p:sp>
        <p:nvSpPr>
          <p:cNvPr id="326" name="Rectangle 325">
            <a:extLst>
              <a:ext uri="{FF2B5EF4-FFF2-40B4-BE49-F238E27FC236}">
                <a16:creationId xmlns:a16="http://schemas.microsoft.com/office/drawing/2014/main" id="{6B35667F-4967-CEDB-C65B-E30B4E49D806}"/>
              </a:ext>
            </a:extLst>
          </p:cNvPr>
          <p:cNvSpPr/>
          <p:nvPr/>
        </p:nvSpPr>
        <p:spPr>
          <a:xfrm>
            <a:off x="2360678" y="2234609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192.168.0.2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5F3AC576-F23D-1AE5-D418-39880FC19AE7}"/>
              </a:ext>
            </a:extLst>
          </p:cNvPr>
          <p:cNvSpPr/>
          <p:nvPr/>
        </p:nvSpPr>
        <p:spPr>
          <a:xfrm>
            <a:off x="742197" y="3189959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192.168.0.3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897E807F-4B18-0DF7-6A1E-DF46E5C6E87A}"/>
              </a:ext>
            </a:extLst>
          </p:cNvPr>
          <p:cNvSpPr/>
          <p:nvPr/>
        </p:nvSpPr>
        <p:spPr>
          <a:xfrm>
            <a:off x="839397" y="4452414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192.168.0.4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B13A8DA3-B203-202C-677F-6CABE829836F}"/>
              </a:ext>
            </a:extLst>
          </p:cNvPr>
          <p:cNvSpPr/>
          <p:nvPr/>
        </p:nvSpPr>
        <p:spPr>
          <a:xfrm>
            <a:off x="742197" y="6125888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192.168.0.5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CAC706CB-C3CE-30EA-3495-D7B5DAC456C0}"/>
              </a:ext>
            </a:extLst>
          </p:cNvPr>
          <p:cNvSpPr/>
          <p:nvPr/>
        </p:nvSpPr>
        <p:spPr>
          <a:xfrm>
            <a:off x="2544676" y="5987388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192.168.0.6</a:t>
            </a: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846662F-E85B-B25D-DE2B-2A166C855374}"/>
              </a:ext>
            </a:extLst>
          </p:cNvPr>
          <p:cNvSpPr/>
          <p:nvPr/>
        </p:nvSpPr>
        <p:spPr>
          <a:xfrm>
            <a:off x="4577155" y="5091611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192.168.0.1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58B07C0-7EFE-58DE-F7FF-A3D37F80DCF4}"/>
              </a:ext>
            </a:extLst>
          </p:cNvPr>
          <p:cNvCxnSpPr>
            <a:cxnSpLocks/>
          </p:cNvCxnSpPr>
          <p:nvPr/>
        </p:nvCxnSpPr>
        <p:spPr>
          <a:xfrm rot="10800000">
            <a:off x="3502052" y="1941458"/>
            <a:ext cx="2003399" cy="1697382"/>
          </a:xfrm>
          <a:prstGeom prst="bentConnector3">
            <a:avLst>
              <a:gd name="adj1" fmla="val 7168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2ED3AE35-B24F-66BB-D416-EBCE721EF299}"/>
              </a:ext>
            </a:extLst>
          </p:cNvPr>
          <p:cNvCxnSpPr>
            <a:cxnSpLocks/>
          </p:cNvCxnSpPr>
          <p:nvPr/>
        </p:nvCxnSpPr>
        <p:spPr>
          <a:xfrm rot="10800000">
            <a:off x="1850671" y="2734850"/>
            <a:ext cx="3645255" cy="104990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: Elbow 332">
            <a:extLst>
              <a:ext uri="{FF2B5EF4-FFF2-40B4-BE49-F238E27FC236}">
                <a16:creationId xmlns:a16="http://schemas.microsoft.com/office/drawing/2014/main" id="{C4B83C9E-D8EE-82AA-C208-12A49EB72AE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04130" y="3942246"/>
            <a:ext cx="3288620" cy="82576"/>
          </a:xfrm>
          <a:prstGeom prst="bentConnector3">
            <a:avLst>
              <a:gd name="adj1" fmla="val 54827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3" name="Picture 312">
            <a:extLst>
              <a:ext uri="{FF2B5EF4-FFF2-40B4-BE49-F238E27FC236}">
                <a16:creationId xmlns:a16="http://schemas.microsoft.com/office/drawing/2014/main" id="{C7914312-756B-EF71-2D99-315F58A5693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804" y="3760940"/>
            <a:ext cx="2054352" cy="625088"/>
          </a:xfrm>
          <a:prstGeom prst="rect">
            <a:avLst/>
          </a:prstGeom>
        </p:spPr>
      </p:pic>
      <p:pic>
        <p:nvPicPr>
          <p:cNvPr id="4" name="Picture 3" descr="A picture containing electronics, indoor, printer, stack&#10;&#10;Description automatically generated">
            <a:extLst>
              <a:ext uri="{FF2B5EF4-FFF2-40B4-BE49-F238E27FC236}">
                <a16:creationId xmlns:a16="http://schemas.microsoft.com/office/drawing/2014/main" id="{AD674700-6B1B-2B5F-49A4-58C6FD48623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733" y="2138547"/>
            <a:ext cx="1696304" cy="1123526"/>
          </a:xfrm>
          <a:prstGeom prst="rect">
            <a:avLst/>
          </a:prstGeom>
        </p:spPr>
      </p:pic>
      <p:pic>
        <p:nvPicPr>
          <p:cNvPr id="311" name="Picture 310" descr="A computer monitor and keyboard&#10;&#10;Description automatically generated with low confidence">
            <a:extLst>
              <a:ext uri="{FF2B5EF4-FFF2-40B4-BE49-F238E27FC236}">
                <a16:creationId xmlns:a16="http://schemas.microsoft.com/office/drawing/2014/main" id="{3D24587B-240D-9954-A85C-BD4FB191A9C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958" y="1110343"/>
            <a:ext cx="1834749" cy="122408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647D9D1C-E74A-C777-C1AD-6CBCABA4710B}"/>
              </a:ext>
            </a:extLst>
          </p:cNvPr>
          <p:cNvSpPr/>
          <p:nvPr/>
        </p:nvSpPr>
        <p:spPr>
          <a:xfrm>
            <a:off x="5646495" y="3483941"/>
            <a:ext cx="102092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96.48.12.43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E4718C6-753F-9B50-A1B3-500399FD4227}"/>
              </a:ext>
            </a:extLst>
          </p:cNvPr>
          <p:cNvGrpSpPr/>
          <p:nvPr/>
        </p:nvGrpSpPr>
        <p:grpSpPr>
          <a:xfrm>
            <a:off x="6953550" y="1433162"/>
            <a:ext cx="3723068" cy="4849850"/>
            <a:chOff x="6953550" y="1433162"/>
            <a:chExt cx="3723068" cy="4849850"/>
          </a:xfrm>
        </p:grpSpPr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430C24C6-E7FB-40D3-32D2-A3EC09C3AEBA}"/>
                </a:ext>
              </a:extLst>
            </p:cNvPr>
            <p:cNvCxnSpPr/>
            <p:nvPr/>
          </p:nvCxnSpPr>
          <p:spPr>
            <a:xfrm flipH="1" flipV="1">
              <a:off x="7153275" y="1844374"/>
              <a:ext cx="390525" cy="294173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5BA6273F-60A7-D8C1-49F0-8076A5A38B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1328" y="1651659"/>
              <a:ext cx="85619" cy="4625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BB0C06E6-B917-7CD5-FD8E-C89157F9E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1414" y="1685586"/>
              <a:ext cx="198762" cy="49162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6068CB0B-4BCE-D988-B066-BD64E6E9F2C9}"/>
                </a:ext>
              </a:extLst>
            </p:cNvPr>
            <p:cNvSpPr/>
            <p:nvPr/>
          </p:nvSpPr>
          <p:spPr>
            <a:xfrm>
              <a:off x="6953550" y="1660871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72BCD799-26DA-D406-DCB7-1120D383F634}"/>
                </a:ext>
              </a:extLst>
            </p:cNvPr>
            <p:cNvSpPr/>
            <p:nvPr/>
          </p:nvSpPr>
          <p:spPr>
            <a:xfrm>
              <a:off x="7410733" y="1433162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95E7518E-B8AB-B0D8-9662-37DF445D3ED8}"/>
                </a:ext>
              </a:extLst>
            </p:cNvPr>
            <p:cNvSpPr/>
            <p:nvPr/>
          </p:nvSpPr>
          <p:spPr>
            <a:xfrm>
              <a:off x="7929196" y="1490360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D42F3C56-46EA-6769-6692-6750E6BD282E}"/>
                </a:ext>
              </a:extLst>
            </p:cNvPr>
            <p:cNvCxnSpPr/>
            <p:nvPr/>
          </p:nvCxnSpPr>
          <p:spPr>
            <a:xfrm flipH="1" flipV="1">
              <a:off x="8470403" y="4729413"/>
              <a:ext cx="390525" cy="294173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3FFD1969-744C-AB8D-9B51-49F3158CA9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1920" y="5230110"/>
              <a:ext cx="469008" cy="8587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2BAA7850-4FC2-BE90-6A1F-B70068B4DA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0403" y="5529599"/>
              <a:ext cx="427582" cy="2161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51CBB8C-9383-CCE8-9269-3F8163026C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31860" y="5681999"/>
              <a:ext cx="118525" cy="394724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DF384C67-86C5-0644-E850-73C4CB2B6257}"/>
                </a:ext>
              </a:extLst>
            </p:cNvPr>
            <p:cNvCxnSpPr>
              <a:cxnSpLocks/>
            </p:cNvCxnSpPr>
            <p:nvPr/>
          </p:nvCxnSpPr>
          <p:spPr>
            <a:xfrm>
              <a:off x="9262987" y="5698634"/>
              <a:ext cx="266298" cy="378089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87509300-5270-799E-BAF4-A31D18F2FC9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8846" y="3165660"/>
              <a:ext cx="266298" cy="378089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B205C49-E947-9099-EBE9-41D2C680F3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6026" y="3839583"/>
              <a:ext cx="331067" cy="287385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40C283E0-DC55-2123-4310-4BF9BA4B17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7043" y="3661961"/>
              <a:ext cx="349575" cy="2417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7F38C496-D4D7-F3E8-698F-E574E2E8E5AA}"/>
                </a:ext>
              </a:extLst>
            </p:cNvPr>
            <p:cNvSpPr/>
            <p:nvPr/>
          </p:nvSpPr>
          <p:spPr>
            <a:xfrm>
              <a:off x="8267454" y="4552507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0D719543-41EE-A8C6-A8E5-4D223BEBDBD3}"/>
                </a:ext>
              </a:extLst>
            </p:cNvPr>
            <p:cNvSpPr/>
            <p:nvPr/>
          </p:nvSpPr>
          <p:spPr>
            <a:xfrm>
              <a:off x="8204161" y="5091611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B7E5F161-0E29-D480-B1D4-4B9217392691}"/>
                </a:ext>
              </a:extLst>
            </p:cNvPr>
            <p:cNvSpPr/>
            <p:nvPr/>
          </p:nvSpPr>
          <p:spPr>
            <a:xfrm>
              <a:off x="8270963" y="5670086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EFE1F4C6-3782-DB3C-78F1-90CED96BDE01}"/>
                </a:ext>
              </a:extLst>
            </p:cNvPr>
            <p:cNvSpPr/>
            <p:nvPr/>
          </p:nvSpPr>
          <p:spPr>
            <a:xfrm>
              <a:off x="8808753" y="6036798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F28D633D-7F05-E939-2A1B-5F0C18A26419}"/>
                </a:ext>
              </a:extLst>
            </p:cNvPr>
            <p:cNvSpPr/>
            <p:nvPr/>
          </p:nvSpPr>
          <p:spPr>
            <a:xfrm>
              <a:off x="9465068" y="6036798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A8B7C279-7D28-1E4F-DBAD-52242EDF9469}"/>
                </a:ext>
              </a:extLst>
            </p:cNvPr>
            <p:cNvSpPr/>
            <p:nvPr/>
          </p:nvSpPr>
          <p:spPr>
            <a:xfrm>
              <a:off x="10132912" y="4073484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DCD75F43-F30B-AF1E-F98A-0CDDCD67E22B}"/>
                </a:ext>
              </a:extLst>
            </p:cNvPr>
            <p:cNvSpPr/>
            <p:nvPr/>
          </p:nvSpPr>
          <p:spPr>
            <a:xfrm>
              <a:off x="10128450" y="3567863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9756F601-E32C-8F99-3686-84174F0CADC5}"/>
                </a:ext>
              </a:extLst>
            </p:cNvPr>
            <p:cNvSpPr/>
            <p:nvPr/>
          </p:nvSpPr>
          <p:spPr>
            <a:xfrm>
              <a:off x="10263123" y="3014398"/>
              <a:ext cx="246214" cy="24621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13F43EF-AA1D-0877-2492-8C8A5BC740F2}"/>
              </a:ext>
            </a:extLst>
          </p:cNvPr>
          <p:cNvGrpSpPr/>
          <p:nvPr/>
        </p:nvGrpSpPr>
        <p:grpSpPr>
          <a:xfrm>
            <a:off x="8037414" y="1613467"/>
            <a:ext cx="4093830" cy="3983768"/>
            <a:chOff x="8037414" y="1613467"/>
            <a:chExt cx="4093830" cy="3983768"/>
          </a:xfrm>
        </p:grpSpPr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9FD54125-95C1-2C14-4D12-76FE94FEB66D}"/>
                </a:ext>
              </a:extLst>
            </p:cNvPr>
            <p:cNvSpPr/>
            <p:nvPr/>
          </p:nvSpPr>
          <p:spPr>
            <a:xfrm>
              <a:off x="8037414" y="2519070"/>
              <a:ext cx="1196768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43.115.19.68</a:t>
              </a: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2C802917-A54A-2730-1A5D-D4A1B9C8F021}"/>
                </a:ext>
              </a:extLst>
            </p:cNvPr>
            <p:cNvSpPr/>
            <p:nvPr/>
          </p:nvSpPr>
          <p:spPr>
            <a:xfrm>
              <a:off x="10743305" y="1613467"/>
              <a:ext cx="1196768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210.4.57.154</a:t>
              </a: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D4D3A859-3579-E784-CFCD-C01E1863810F}"/>
                </a:ext>
              </a:extLst>
            </p:cNvPr>
            <p:cNvSpPr/>
            <p:nvPr/>
          </p:nvSpPr>
          <p:spPr>
            <a:xfrm>
              <a:off x="10934476" y="3003179"/>
              <a:ext cx="1196768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3.14.207.174</a:t>
              </a: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01FF60F9-299A-1D01-12AD-5550AA84724A}"/>
                </a:ext>
              </a:extLst>
            </p:cNvPr>
            <p:cNvSpPr/>
            <p:nvPr/>
          </p:nvSpPr>
          <p:spPr>
            <a:xfrm>
              <a:off x="9380685" y="5320236"/>
              <a:ext cx="1196768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96.48.12.43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38B4EB-1A84-4748-16EE-F0DD42606763}"/>
              </a:ext>
            </a:extLst>
          </p:cNvPr>
          <p:cNvGrpSpPr/>
          <p:nvPr/>
        </p:nvGrpSpPr>
        <p:grpSpPr>
          <a:xfrm>
            <a:off x="5475355" y="729848"/>
            <a:ext cx="6708332" cy="5157830"/>
            <a:chOff x="5483668" y="738166"/>
            <a:chExt cx="6708332" cy="51578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D656459-9DFF-2D4E-D6C9-1D9771EC7766}"/>
                </a:ext>
              </a:extLst>
            </p:cNvPr>
            <p:cNvGrpSpPr/>
            <p:nvPr/>
          </p:nvGrpSpPr>
          <p:grpSpPr>
            <a:xfrm>
              <a:off x="5483668" y="738166"/>
              <a:ext cx="6708332" cy="4762838"/>
              <a:chOff x="5483668" y="758173"/>
              <a:chExt cx="6708332" cy="4762838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95CBEAF-6D00-1032-BE22-584F9E9C0798}"/>
                  </a:ext>
                </a:extLst>
              </p:cNvPr>
              <p:cNvGrpSpPr/>
              <p:nvPr/>
            </p:nvGrpSpPr>
            <p:grpSpPr>
              <a:xfrm>
                <a:off x="5483668" y="758173"/>
                <a:ext cx="6708332" cy="4762838"/>
                <a:chOff x="5483668" y="758173"/>
                <a:chExt cx="6708332" cy="4762838"/>
              </a:xfrm>
            </p:grpSpPr>
            <p:cxnSp>
              <p:nvCxnSpPr>
                <p:cNvPr id="346" name="Connector: Elbow 345">
                  <a:extLst>
                    <a:ext uri="{FF2B5EF4-FFF2-40B4-BE49-F238E27FC236}">
                      <a16:creationId xmlns:a16="http://schemas.microsoft.com/office/drawing/2014/main" id="{1A9E649C-BF1D-6A3E-AE6D-5D3F0DA5D2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83668" y="2577360"/>
                  <a:ext cx="2277220" cy="851639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Connector: Elbow 348">
                  <a:extLst>
                    <a:ext uri="{FF2B5EF4-FFF2-40B4-BE49-F238E27FC236}">
                      <a16:creationId xmlns:a16="http://schemas.microsoft.com/office/drawing/2014/main" id="{EEC11674-D526-9360-0667-19E7964C49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9685451" y="2406399"/>
                  <a:ext cx="1892796" cy="383317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Connector: Elbow 351">
                  <a:extLst>
                    <a:ext uri="{FF2B5EF4-FFF2-40B4-BE49-F238E27FC236}">
                      <a16:creationId xmlns:a16="http://schemas.microsoft.com/office/drawing/2014/main" id="{AD24D2CB-BBCD-33A6-DC14-0D2D1C511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7823164" y="1413614"/>
                  <a:ext cx="2503879" cy="861520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Connector: Elbow 353">
                  <a:extLst>
                    <a:ext uri="{FF2B5EF4-FFF2-40B4-BE49-F238E27FC236}">
                      <a16:creationId xmlns:a16="http://schemas.microsoft.com/office/drawing/2014/main" id="{36E8FA6E-E5AF-C399-B222-1945CBBCE5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10599292" y="758173"/>
                  <a:ext cx="1592708" cy="782929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45" name="Picture 344" descr="A picture containing black, case, accessory&#10;&#10;Description automatically generated">
                  <a:extLst>
                    <a:ext uri="{FF2B5EF4-FFF2-40B4-BE49-F238E27FC236}">
                      <a16:creationId xmlns:a16="http://schemas.microsoft.com/office/drawing/2014/main" id="{0FC0B924-24D9-D781-58BC-B138E4AFA5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00383" y="837854"/>
                  <a:ext cx="674060" cy="1151520"/>
                </a:xfrm>
                <a:prstGeom prst="rect">
                  <a:avLst/>
                </a:prstGeom>
              </p:spPr>
            </p:pic>
            <p:cxnSp>
              <p:nvCxnSpPr>
                <p:cNvPr id="357" name="Connector: Elbow 356">
                  <a:extLst>
                    <a:ext uri="{FF2B5EF4-FFF2-40B4-BE49-F238E27FC236}">
                      <a16:creationId xmlns:a16="http://schemas.microsoft.com/office/drawing/2014/main" id="{A269F201-6120-82EC-B1CF-090DB93AF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9146169" y="3892737"/>
                  <a:ext cx="1690795" cy="1565754"/>
                </a:xfrm>
                <a:prstGeom prst="bentConnector3">
                  <a:avLst>
                    <a:gd name="adj1" fmla="val 16199"/>
                  </a:avLst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Connector: Elbow 363">
                  <a:extLst>
                    <a:ext uri="{FF2B5EF4-FFF2-40B4-BE49-F238E27FC236}">
                      <a16:creationId xmlns:a16="http://schemas.microsoft.com/office/drawing/2014/main" id="{DB1F3935-C64C-4303-8C7F-F07BE0B2BF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7198653" y="3462600"/>
                  <a:ext cx="2386534" cy="1328737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Connector: Elbow 367">
                  <a:extLst>
                    <a:ext uri="{FF2B5EF4-FFF2-40B4-BE49-F238E27FC236}">
                      <a16:creationId xmlns:a16="http://schemas.microsoft.com/office/drawing/2014/main" id="{EF93A722-812D-586B-28F7-F6ACB3C7FA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0980034" y="3830217"/>
                  <a:ext cx="1211966" cy="998958"/>
                </a:xfrm>
                <a:prstGeom prst="bentConnector3">
                  <a:avLst>
                    <a:gd name="adj1" fmla="val 38211"/>
                  </a:avLst>
                </a:prstGeom>
                <a:ln w="381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43" name="Picture 342" descr="A picture containing black, case, accessory&#10;&#10;Description automatically generated">
                  <a:extLst>
                    <a:ext uri="{FF2B5EF4-FFF2-40B4-BE49-F238E27FC236}">
                      <a16:creationId xmlns:a16="http://schemas.microsoft.com/office/drawing/2014/main" id="{8A246CC7-3BDD-5D75-33C4-5F32964612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3858" y="1989374"/>
                  <a:ext cx="674060" cy="1151520"/>
                </a:xfrm>
                <a:prstGeom prst="rect">
                  <a:avLst/>
                </a:prstGeom>
              </p:spPr>
            </p:pic>
          </p:grpSp>
          <p:pic>
            <p:nvPicPr>
              <p:cNvPr id="356" name="Picture 355" descr="A picture containing black, case, accessory&#10;&#10;Description automatically generated">
                <a:extLst>
                  <a:ext uri="{FF2B5EF4-FFF2-40B4-BE49-F238E27FC236}">
                    <a16:creationId xmlns:a16="http://schemas.microsoft.com/office/drawing/2014/main" id="{2B6B7F4F-5C36-9CA4-1876-93A406357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email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486477" y="3185180"/>
                <a:ext cx="674060" cy="1151520"/>
              </a:xfrm>
              <a:prstGeom prst="rect">
                <a:avLst/>
              </a:prstGeom>
            </p:spPr>
          </p:pic>
        </p:grpSp>
        <p:pic>
          <p:nvPicPr>
            <p:cNvPr id="344" name="Picture 343" descr="A picture containing black, case, accessory&#10;&#10;Description automatically generated">
              <a:extLst>
                <a:ext uri="{FF2B5EF4-FFF2-40B4-BE49-F238E27FC236}">
                  <a16:creationId xmlns:a16="http://schemas.microsoft.com/office/drawing/2014/main" id="{589FAB86-D812-7EE7-32A4-1731892EC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19258" y="4744476"/>
              <a:ext cx="674060" cy="115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508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70A051E-7AA7-E46C-E604-5B97718EE237}"/>
              </a:ext>
            </a:extLst>
          </p:cNvPr>
          <p:cNvGrpSpPr/>
          <p:nvPr/>
        </p:nvGrpSpPr>
        <p:grpSpPr>
          <a:xfrm>
            <a:off x="4617883" y="419359"/>
            <a:ext cx="758434" cy="6455943"/>
            <a:chOff x="4617883" y="419359"/>
            <a:chExt cx="758434" cy="6455943"/>
          </a:xfrm>
        </p:grpSpPr>
        <p:pic>
          <p:nvPicPr>
            <p:cNvPr id="79" name="Picture 78" descr="firewall denco 01">
              <a:extLst>
                <a:ext uri="{FF2B5EF4-FFF2-40B4-BE49-F238E27FC236}">
                  <a16:creationId xmlns:a16="http://schemas.microsoft.com/office/drawing/2014/main" id="{C4FC86B6-DEF8-F676-F7D3-DF4196547978}"/>
                </a:ext>
              </a:extLst>
            </p:cNvPr>
            <p:cNvPicPr/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617883" y="419359"/>
              <a:ext cx="750614" cy="191005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4841ECD-7837-AE7B-2299-AE7AB08FD179}"/>
                </a:ext>
              </a:extLst>
            </p:cNvPr>
            <p:cNvGrpSpPr/>
            <p:nvPr/>
          </p:nvGrpSpPr>
          <p:grpSpPr>
            <a:xfrm>
              <a:off x="4625703" y="4728352"/>
              <a:ext cx="750614" cy="2146950"/>
              <a:chOff x="4625703" y="4728352"/>
              <a:chExt cx="750614" cy="2146950"/>
            </a:xfrm>
          </p:grpSpPr>
          <p:pic>
            <p:nvPicPr>
              <p:cNvPr id="81" name="Picture 80" descr="firewall denco 01">
                <a:extLst>
                  <a:ext uri="{FF2B5EF4-FFF2-40B4-BE49-F238E27FC236}">
                    <a16:creationId xmlns:a16="http://schemas.microsoft.com/office/drawing/2014/main" id="{CA2DA44A-43A7-71CA-2038-7DBE46A7BD83}"/>
                  </a:ext>
                </a:extLst>
              </p:cNvPr>
              <p:cNvPicPr/>
              <p:nvPr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625703" y="4965243"/>
                <a:ext cx="750614" cy="1910059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82" name="Picture 81" descr="firewall denco 01">
                <a:extLst>
                  <a:ext uri="{FF2B5EF4-FFF2-40B4-BE49-F238E27FC236}">
                    <a16:creationId xmlns:a16="http://schemas.microsoft.com/office/drawing/2014/main" id="{18ACC3C0-754A-53A2-832A-4939C2C88CD9}"/>
                  </a:ext>
                </a:extLst>
              </p:cNvPr>
              <p:cNvPicPr/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625703" y="4728352"/>
                <a:ext cx="750614" cy="369898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1325664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78826E7-2D1F-F25F-AA59-9B57247DDE26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76A35CE-FAC0-83FB-C571-FA7CE9FC21C0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CB78742-CF8D-AE25-B317-8E033F37F30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1248525-6010-45A1-4A7A-9A4AACE36192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EAF8B08-5B2F-3694-C620-FD1393C4459D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3D206CE-49FB-56DD-AF16-24C38423F7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66666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DF42B2DE-3AFC-85FF-A728-63BDA1E06C49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noFill/>
          <a:ln w="504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7C7274DC-56C3-B271-E226-CED331351537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313234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8D2CC5EE-AA27-7F88-B538-93870BCABAD4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ADC0B577-D5EA-7505-3437-3B9D5A7C86AC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E359E24A-EFD5-6C1B-78A1-B6B99671A68F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80D8978A-DF81-80DB-630F-6CE4C26CED5E}"/>
              </a:ext>
            </a:extLst>
          </p:cNvPr>
          <p:cNvSpPr/>
          <p:nvPr/>
        </p:nvSpPr>
        <p:spPr>
          <a:xfrm>
            <a:off x="-259472" y="-1882473"/>
            <a:ext cx="2347" cy="2347"/>
          </a:xfrm>
          <a:custGeom>
            <a:avLst/>
            <a:gdLst/>
            <a:ahLst/>
            <a:cxnLst/>
            <a:rect l="l" t="t" r="r" b="b"/>
            <a:pathLst>
              <a:path w="2347" h="2347"/>
            </a:pathLst>
          </a:custGeom>
          <a:solidFill>
            <a:srgbClr val="161616"/>
          </a:solidFill>
          <a:ln w="234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307" name="Picture 306" descr="A picture containing black, case, accessory&#10;&#10;Description automatically generated">
            <a:extLst>
              <a:ext uri="{FF2B5EF4-FFF2-40B4-BE49-F238E27FC236}">
                <a16:creationId xmlns:a16="http://schemas.microsoft.com/office/drawing/2014/main" id="{A62E6A96-9D70-7665-6440-2D2E912E0D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0374" y="1849316"/>
            <a:ext cx="1900617" cy="32468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319A7A-5148-C3E1-6B7E-39D761AC0970}"/>
              </a:ext>
            </a:extLst>
          </p:cNvPr>
          <p:cNvSpPr/>
          <p:nvPr/>
        </p:nvSpPr>
        <p:spPr>
          <a:xfrm>
            <a:off x="251927" y="1110343"/>
            <a:ext cx="3498979" cy="5439747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6B35667F-4967-CEDB-C65B-E30B4E49D806}"/>
              </a:ext>
            </a:extLst>
          </p:cNvPr>
          <p:cNvSpPr/>
          <p:nvPr/>
        </p:nvSpPr>
        <p:spPr>
          <a:xfrm>
            <a:off x="2360678" y="2234609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192.168.0.2</a:t>
            </a: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846662F-E85B-B25D-DE2B-2A166C855374}"/>
              </a:ext>
            </a:extLst>
          </p:cNvPr>
          <p:cNvSpPr/>
          <p:nvPr/>
        </p:nvSpPr>
        <p:spPr>
          <a:xfrm>
            <a:off x="4577155" y="5091611"/>
            <a:ext cx="95737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192.168.0.1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58B07C0-7EFE-58DE-F7FF-A3D37F80DCF4}"/>
              </a:ext>
            </a:extLst>
          </p:cNvPr>
          <p:cNvCxnSpPr>
            <a:cxnSpLocks/>
          </p:cNvCxnSpPr>
          <p:nvPr/>
        </p:nvCxnSpPr>
        <p:spPr>
          <a:xfrm rot="10800000">
            <a:off x="3502052" y="1941458"/>
            <a:ext cx="2003399" cy="1697382"/>
          </a:xfrm>
          <a:prstGeom prst="bentConnector3">
            <a:avLst>
              <a:gd name="adj1" fmla="val 7168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6BECE6-05D3-22DD-EE08-1E7E384B7617}"/>
              </a:ext>
            </a:extLst>
          </p:cNvPr>
          <p:cNvGrpSpPr/>
          <p:nvPr/>
        </p:nvGrpSpPr>
        <p:grpSpPr>
          <a:xfrm>
            <a:off x="366804" y="2138547"/>
            <a:ext cx="5129122" cy="4264340"/>
            <a:chOff x="366804" y="2138547"/>
            <a:chExt cx="5129122" cy="4264340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99BF7C43-51A3-7AB4-9663-CFEBE0AEA979}"/>
                </a:ext>
              </a:extLst>
            </p:cNvPr>
            <p:cNvGrpSpPr/>
            <p:nvPr/>
          </p:nvGrpSpPr>
          <p:grpSpPr>
            <a:xfrm>
              <a:off x="366804" y="5091611"/>
              <a:ext cx="1714891" cy="1048708"/>
              <a:chOff x="284702" y="4576760"/>
              <a:chExt cx="2764685" cy="1690689"/>
            </a:xfrm>
          </p:grpSpPr>
          <p:pic>
            <p:nvPicPr>
              <p:cNvPr id="317" name="Picture 316" descr="A picture containing text, electronics, display&#10;&#10;Description automatically generated">
                <a:extLst>
                  <a:ext uri="{FF2B5EF4-FFF2-40B4-BE49-F238E27FC236}">
                    <a16:creationId xmlns:a16="http://schemas.microsoft.com/office/drawing/2014/main" id="{1A728E37-EC13-6E6C-5C36-B840A2C50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4702" y="4576760"/>
                <a:ext cx="2415270" cy="1690689"/>
              </a:xfrm>
              <a:prstGeom prst="rect">
                <a:avLst/>
              </a:prstGeom>
            </p:spPr>
          </p:pic>
          <p:pic>
            <p:nvPicPr>
              <p:cNvPr id="318" name="Graphic 317" descr="Wireless with solid fill">
                <a:extLst>
                  <a:ext uri="{FF2B5EF4-FFF2-40B4-BE49-F238E27FC236}">
                    <a16:creationId xmlns:a16="http://schemas.microsoft.com/office/drawing/2014/main" id="{3907362D-B587-D9A6-4BB3-F87A9120D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6325008">
                <a:off x="2134987" y="4611889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F9B62169-23FF-D141-7DAD-F787A2054B7F}"/>
                </a:ext>
              </a:extLst>
            </p:cNvPr>
            <p:cNvGrpSpPr/>
            <p:nvPr/>
          </p:nvGrpSpPr>
          <p:grpSpPr>
            <a:xfrm>
              <a:off x="2176682" y="4573261"/>
              <a:ext cx="1429717" cy="1456909"/>
              <a:chOff x="4256031" y="4379401"/>
              <a:chExt cx="2046483" cy="2085406"/>
            </a:xfrm>
          </p:grpSpPr>
          <p:pic>
            <p:nvPicPr>
              <p:cNvPr id="323" name="Picture 322">
                <a:extLst>
                  <a:ext uri="{FF2B5EF4-FFF2-40B4-BE49-F238E27FC236}">
                    <a16:creationId xmlns:a16="http://schemas.microsoft.com/office/drawing/2014/main" id="{F8A35110-692D-6388-EBC2-968F855396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56031" y="4379401"/>
                <a:ext cx="1897120" cy="2085406"/>
              </a:xfrm>
              <a:prstGeom prst="rect">
                <a:avLst/>
              </a:prstGeom>
            </p:spPr>
          </p:pic>
          <p:pic>
            <p:nvPicPr>
              <p:cNvPr id="324" name="Graphic 323" descr="Wireless with solid fill">
                <a:extLst>
                  <a:ext uri="{FF2B5EF4-FFF2-40B4-BE49-F238E27FC236}">
                    <a16:creationId xmlns:a16="http://schemas.microsoft.com/office/drawing/2014/main" id="{D1BB984F-F91B-6491-AD52-AC735016A7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6325008">
                <a:off x="5388114" y="44291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5F3AC576-F23D-1AE5-D418-39880FC19AE7}"/>
                </a:ext>
              </a:extLst>
            </p:cNvPr>
            <p:cNvSpPr/>
            <p:nvPr/>
          </p:nvSpPr>
          <p:spPr>
            <a:xfrm>
              <a:off x="742197" y="3189959"/>
              <a:ext cx="957375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192.168.0.3</a:t>
              </a: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897E807F-4B18-0DF7-6A1E-DF46E5C6E87A}"/>
                </a:ext>
              </a:extLst>
            </p:cNvPr>
            <p:cNvSpPr/>
            <p:nvPr/>
          </p:nvSpPr>
          <p:spPr>
            <a:xfrm>
              <a:off x="839397" y="4452414"/>
              <a:ext cx="957375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192.168.0.4</a:t>
              </a: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B13A8DA3-B203-202C-677F-6CABE829836F}"/>
                </a:ext>
              </a:extLst>
            </p:cNvPr>
            <p:cNvSpPr/>
            <p:nvPr/>
          </p:nvSpPr>
          <p:spPr>
            <a:xfrm>
              <a:off x="742197" y="6125888"/>
              <a:ext cx="957375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192.168.0.5</a:t>
              </a: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CAC706CB-C3CE-30EA-3495-D7B5DAC456C0}"/>
                </a:ext>
              </a:extLst>
            </p:cNvPr>
            <p:cNvSpPr/>
            <p:nvPr/>
          </p:nvSpPr>
          <p:spPr>
            <a:xfrm>
              <a:off x="2544676" y="5987388"/>
              <a:ext cx="957375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192.168.0.6</a:t>
              </a:r>
            </a:p>
          </p:txBody>
        </p:sp>
        <p:cxnSp>
          <p:nvCxnSpPr>
            <p:cNvPr id="332" name="Connector: Elbow 331">
              <a:extLst>
                <a:ext uri="{FF2B5EF4-FFF2-40B4-BE49-F238E27FC236}">
                  <a16:creationId xmlns:a16="http://schemas.microsoft.com/office/drawing/2014/main" id="{2ED3AE35-B24F-66BB-D416-EBCE721EF29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50671" y="2734850"/>
              <a:ext cx="3645255" cy="104990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Connector: Elbow 332">
              <a:extLst>
                <a:ext uri="{FF2B5EF4-FFF2-40B4-BE49-F238E27FC236}">
                  <a16:creationId xmlns:a16="http://schemas.microsoft.com/office/drawing/2014/main" id="{C4B83C9E-D8EE-82AA-C208-12A49EB72AE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204130" y="3942246"/>
              <a:ext cx="3288620" cy="82576"/>
            </a:xfrm>
            <a:prstGeom prst="bentConnector3">
              <a:avLst>
                <a:gd name="adj1" fmla="val 54827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3" name="Picture 312">
              <a:extLst>
                <a:ext uri="{FF2B5EF4-FFF2-40B4-BE49-F238E27FC236}">
                  <a16:creationId xmlns:a16="http://schemas.microsoft.com/office/drawing/2014/main" id="{C7914312-756B-EF71-2D99-315F58A569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6804" y="3760940"/>
              <a:ext cx="2054352" cy="625088"/>
            </a:xfrm>
            <a:prstGeom prst="rect">
              <a:avLst/>
            </a:prstGeom>
          </p:spPr>
        </p:pic>
        <p:pic>
          <p:nvPicPr>
            <p:cNvPr id="4" name="Picture 3" descr="A picture containing electronics, indoor, printer, stack&#10;&#10;Description automatically generated">
              <a:extLst>
                <a:ext uri="{FF2B5EF4-FFF2-40B4-BE49-F238E27FC236}">
                  <a16:creationId xmlns:a16="http://schemas.microsoft.com/office/drawing/2014/main" id="{AD674700-6B1B-2B5F-49A4-58C6FD486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2733" y="2138547"/>
              <a:ext cx="1696304" cy="1123526"/>
            </a:xfrm>
            <a:prstGeom prst="rect">
              <a:avLst/>
            </a:prstGeom>
          </p:spPr>
        </p:pic>
      </p:grpSp>
      <p:pic>
        <p:nvPicPr>
          <p:cNvPr id="311" name="Picture 310" descr="A computer monitor and keyboard&#10;&#10;Description automatically generated with low confidence">
            <a:extLst>
              <a:ext uri="{FF2B5EF4-FFF2-40B4-BE49-F238E27FC236}">
                <a16:creationId xmlns:a16="http://schemas.microsoft.com/office/drawing/2014/main" id="{3D24587B-240D-9954-A85C-BD4FB191A9C7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4958" y="1110343"/>
            <a:ext cx="1834749" cy="122408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647D9D1C-E74A-C777-C1AD-6CBCABA4710B}"/>
              </a:ext>
            </a:extLst>
          </p:cNvPr>
          <p:cNvSpPr/>
          <p:nvPr/>
        </p:nvSpPr>
        <p:spPr>
          <a:xfrm>
            <a:off x="5646495" y="3483941"/>
            <a:ext cx="102092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96.48.12.43</a:t>
            </a:r>
          </a:p>
        </p:txBody>
      </p: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1A9E649C-BF1D-6A3E-AE6D-5D3F0DA5D2B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83668" y="2558310"/>
            <a:ext cx="2277220" cy="851639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: Elbow 348">
            <a:extLst>
              <a:ext uri="{FF2B5EF4-FFF2-40B4-BE49-F238E27FC236}">
                <a16:creationId xmlns:a16="http://schemas.microsoft.com/office/drawing/2014/main" id="{EEC11674-D526-9360-0667-19E7964C49A3}"/>
              </a:ext>
            </a:extLst>
          </p:cNvPr>
          <p:cNvCxnSpPr>
            <a:cxnSpLocks/>
          </p:cNvCxnSpPr>
          <p:nvPr/>
        </p:nvCxnSpPr>
        <p:spPr>
          <a:xfrm rot="16200000" flipV="1">
            <a:off x="9685451" y="2387349"/>
            <a:ext cx="1892796" cy="383317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: Elbow 351">
            <a:extLst>
              <a:ext uri="{FF2B5EF4-FFF2-40B4-BE49-F238E27FC236}">
                <a16:creationId xmlns:a16="http://schemas.microsoft.com/office/drawing/2014/main" id="{AD24D2CB-BBCD-33A6-DC14-0D2D1C51106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164" y="1394564"/>
            <a:ext cx="2503879" cy="861520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: Elbow 353">
            <a:extLst>
              <a:ext uri="{FF2B5EF4-FFF2-40B4-BE49-F238E27FC236}">
                <a16:creationId xmlns:a16="http://schemas.microsoft.com/office/drawing/2014/main" id="{36E8FA6E-E5AF-C399-B222-1945CBBCE5F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99292" y="739123"/>
            <a:ext cx="1592708" cy="782929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5" name="Picture 344" descr="A picture containing black, case, accessory&#10;&#10;Description automatically generated">
            <a:extLst>
              <a:ext uri="{FF2B5EF4-FFF2-40B4-BE49-F238E27FC236}">
                <a16:creationId xmlns:a16="http://schemas.microsoft.com/office/drawing/2014/main" id="{0FC0B924-24D9-D781-58BC-B138E4AFA5C1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0383" y="818804"/>
            <a:ext cx="674060" cy="1151520"/>
          </a:xfrm>
          <a:prstGeom prst="rect">
            <a:avLst/>
          </a:prstGeom>
        </p:spPr>
      </p:pic>
      <p:cxnSp>
        <p:nvCxnSpPr>
          <p:cNvPr id="357" name="Connector: Elbow 356">
            <a:extLst>
              <a:ext uri="{FF2B5EF4-FFF2-40B4-BE49-F238E27FC236}">
                <a16:creationId xmlns:a16="http://schemas.microsoft.com/office/drawing/2014/main" id="{A269F201-6120-82EC-B1CF-090DB93AF8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146169" y="3873687"/>
            <a:ext cx="1690795" cy="1565754"/>
          </a:xfrm>
          <a:prstGeom prst="bentConnector3">
            <a:avLst>
              <a:gd name="adj1" fmla="val 16199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: Elbow 363">
            <a:extLst>
              <a:ext uri="{FF2B5EF4-FFF2-40B4-BE49-F238E27FC236}">
                <a16:creationId xmlns:a16="http://schemas.microsoft.com/office/drawing/2014/main" id="{DB1F3935-C64C-4303-8C7F-F07BE0B2BF9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98653" y="3443550"/>
            <a:ext cx="2386534" cy="1328737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: Elbow 367">
            <a:extLst>
              <a:ext uri="{FF2B5EF4-FFF2-40B4-BE49-F238E27FC236}">
                <a16:creationId xmlns:a16="http://schemas.microsoft.com/office/drawing/2014/main" id="{EF93A722-812D-586B-28F7-F6ACB3C7FA0D}"/>
              </a:ext>
            </a:extLst>
          </p:cNvPr>
          <p:cNvCxnSpPr>
            <a:cxnSpLocks/>
          </p:cNvCxnSpPr>
          <p:nvPr/>
        </p:nvCxnSpPr>
        <p:spPr>
          <a:xfrm rot="10800000">
            <a:off x="10980034" y="3811167"/>
            <a:ext cx="1211966" cy="998958"/>
          </a:xfrm>
          <a:prstGeom prst="bentConnector3">
            <a:avLst>
              <a:gd name="adj1" fmla="val 38211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430C24C6-E7FB-40D3-32D2-A3EC09C3AEBA}"/>
              </a:ext>
            </a:extLst>
          </p:cNvPr>
          <p:cNvCxnSpPr/>
          <p:nvPr/>
        </p:nvCxnSpPr>
        <p:spPr>
          <a:xfrm flipH="1" flipV="1">
            <a:off x="7153275" y="1825324"/>
            <a:ext cx="390525" cy="29417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5BA6273F-60A7-D8C1-49F0-8076A5A38BF6}"/>
              </a:ext>
            </a:extLst>
          </p:cNvPr>
          <p:cNvCxnSpPr>
            <a:cxnSpLocks/>
          </p:cNvCxnSpPr>
          <p:nvPr/>
        </p:nvCxnSpPr>
        <p:spPr>
          <a:xfrm flipH="1" flipV="1">
            <a:off x="7571328" y="1632609"/>
            <a:ext cx="85619" cy="46257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BB0C06E6-B917-7CD5-FD8E-C89157F9E0A8}"/>
              </a:ext>
            </a:extLst>
          </p:cNvPr>
          <p:cNvCxnSpPr>
            <a:cxnSpLocks/>
          </p:cNvCxnSpPr>
          <p:nvPr/>
        </p:nvCxnSpPr>
        <p:spPr>
          <a:xfrm flipV="1">
            <a:off x="7781414" y="1666536"/>
            <a:ext cx="198762" cy="49162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6068CB0B-4BCE-D988-B066-BD64E6E9F2C9}"/>
              </a:ext>
            </a:extLst>
          </p:cNvPr>
          <p:cNvSpPr/>
          <p:nvPr/>
        </p:nvSpPr>
        <p:spPr>
          <a:xfrm>
            <a:off x="6953550" y="1641821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72BCD799-26DA-D406-DCB7-1120D383F634}"/>
              </a:ext>
            </a:extLst>
          </p:cNvPr>
          <p:cNvSpPr/>
          <p:nvPr/>
        </p:nvSpPr>
        <p:spPr>
          <a:xfrm>
            <a:off x="7410733" y="1414112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95E7518E-B8AB-B0D8-9662-37DF445D3ED8}"/>
              </a:ext>
            </a:extLst>
          </p:cNvPr>
          <p:cNvSpPr/>
          <p:nvPr/>
        </p:nvSpPr>
        <p:spPr>
          <a:xfrm>
            <a:off x="7929196" y="1471310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3" name="Picture 342" descr="A picture containing black, case, accessory&#10;&#10;Description automatically generated">
            <a:extLst>
              <a:ext uri="{FF2B5EF4-FFF2-40B4-BE49-F238E27FC236}">
                <a16:creationId xmlns:a16="http://schemas.microsoft.com/office/drawing/2014/main" id="{8A246CC7-3BDD-5D75-33C4-5F3296461257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3858" y="1970324"/>
            <a:ext cx="674060" cy="1151520"/>
          </a:xfrm>
          <a:prstGeom prst="rect">
            <a:avLst/>
          </a:prstGeom>
        </p:spPr>
      </p:pic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D42F3C56-46EA-6769-6692-6750E6BD282E}"/>
              </a:ext>
            </a:extLst>
          </p:cNvPr>
          <p:cNvCxnSpPr/>
          <p:nvPr/>
        </p:nvCxnSpPr>
        <p:spPr>
          <a:xfrm flipH="1" flipV="1">
            <a:off x="8470403" y="4710363"/>
            <a:ext cx="390525" cy="29417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3FFD1969-744C-AB8D-9B51-49F3158CA9A3}"/>
              </a:ext>
            </a:extLst>
          </p:cNvPr>
          <p:cNvCxnSpPr>
            <a:cxnSpLocks/>
          </p:cNvCxnSpPr>
          <p:nvPr/>
        </p:nvCxnSpPr>
        <p:spPr>
          <a:xfrm flipH="1" flipV="1">
            <a:off x="8391920" y="5211060"/>
            <a:ext cx="469008" cy="85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2BAA7850-4FC2-BE90-6A1F-B70068B4DAAC}"/>
              </a:ext>
            </a:extLst>
          </p:cNvPr>
          <p:cNvCxnSpPr>
            <a:cxnSpLocks/>
          </p:cNvCxnSpPr>
          <p:nvPr/>
        </p:nvCxnSpPr>
        <p:spPr>
          <a:xfrm flipH="1">
            <a:off x="8470403" y="5510549"/>
            <a:ext cx="427582" cy="21617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951CBB8C-9383-CCE8-9269-3F8163026C64}"/>
              </a:ext>
            </a:extLst>
          </p:cNvPr>
          <p:cNvCxnSpPr>
            <a:cxnSpLocks/>
          </p:cNvCxnSpPr>
          <p:nvPr/>
        </p:nvCxnSpPr>
        <p:spPr>
          <a:xfrm flipH="1">
            <a:off x="8931860" y="5662949"/>
            <a:ext cx="118525" cy="39472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DF384C67-86C5-0644-E850-73C4CB2B6257}"/>
              </a:ext>
            </a:extLst>
          </p:cNvPr>
          <p:cNvCxnSpPr>
            <a:cxnSpLocks/>
          </p:cNvCxnSpPr>
          <p:nvPr/>
        </p:nvCxnSpPr>
        <p:spPr>
          <a:xfrm>
            <a:off x="9262987" y="5679584"/>
            <a:ext cx="266298" cy="37808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87509300-5270-799E-BAF4-A31D18F2FC93}"/>
              </a:ext>
            </a:extLst>
          </p:cNvPr>
          <p:cNvCxnSpPr>
            <a:cxnSpLocks/>
          </p:cNvCxnSpPr>
          <p:nvPr/>
        </p:nvCxnSpPr>
        <p:spPr>
          <a:xfrm>
            <a:off x="10398846" y="3146610"/>
            <a:ext cx="266298" cy="37808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DB205C49-E947-9099-EBE9-41D2C680F3D9}"/>
              </a:ext>
            </a:extLst>
          </p:cNvPr>
          <p:cNvCxnSpPr>
            <a:cxnSpLocks/>
          </p:cNvCxnSpPr>
          <p:nvPr/>
        </p:nvCxnSpPr>
        <p:spPr>
          <a:xfrm flipV="1">
            <a:off x="10336026" y="3820533"/>
            <a:ext cx="331067" cy="28738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40C283E0-DC55-2123-4310-4BF9BA4B1778}"/>
              </a:ext>
            </a:extLst>
          </p:cNvPr>
          <p:cNvCxnSpPr>
            <a:cxnSpLocks/>
          </p:cNvCxnSpPr>
          <p:nvPr/>
        </p:nvCxnSpPr>
        <p:spPr>
          <a:xfrm flipV="1">
            <a:off x="10327043" y="3642911"/>
            <a:ext cx="349575" cy="2417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Oval 394">
            <a:extLst>
              <a:ext uri="{FF2B5EF4-FFF2-40B4-BE49-F238E27FC236}">
                <a16:creationId xmlns:a16="http://schemas.microsoft.com/office/drawing/2014/main" id="{7F38C496-D4D7-F3E8-698F-E574E2E8E5AA}"/>
              </a:ext>
            </a:extLst>
          </p:cNvPr>
          <p:cNvSpPr/>
          <p:nvPr/>
        </p:nvSpPr>
        <p:spPr>
          <a:xfrm>
            <a:off x="8267454" y="4533457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0D719543-41EE-A8C6-A8E5-4D223BEBDBD3}"/>
              </a:ext>
            </a:extLst>
          </p:cNvPr>
          <p:cNvSpPr/>
          <p:nvPr/>
        </p:nvSpPr>
        <p:spPr>
          <a:xfrm>
            <a:off x="8204161" y="5072561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B7E5F161-0E29-D480-B1D4-4B9217392691}"/>
              </a:ext>
            </a:extLst>
          </p:cNvPr>
          <p:cNvSpPr/>
          <p:nvPr/>
        </p:nvSpPr>
        <p:spPr>
          <a:xfrm>
            <a:off x="8270963" y="5651036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EFE1F4C6-3782-DB3C-78F1-90CED96BDE01}"/>
              </a:ext>
            </a:extLst>
          </p:cNvPr>
          <p:cNvSpPr/>
          <p:nvPr/>
        </p:nvSpPr>
        <p:spPr>
          <a:xfrm>
            <a:off x="8808753" y="6017748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F28D633D-7F05-E939-2A1B-5F0C18A26419}"/>
              </a:ext>
            </a:extLst>
          </p:cNvPr>
          <p:cNvSpPr/>
          <p:nvPr/>
        </p:nvSpPr>
        <p:spPr>
          <a:xfrm>
            <a:off x="9465068" y="6017748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A8B7C279-7D28-1E4F-DBAD-52242EDF9469}"/>
              </a:ext>
            </a:extLst>
          </p:cNvPr>
          <p:cNvSpPr/>
          <p:nvPr/>
        </p:nvSpPr>
        <p:spPr>
          <a:xfrm>
            <a:off x="10132912" y="4054434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DCD75F43-F30B-AF1E-F98A-0CDDCD67E22B}"/>
              </a:ext>
            </a:extLst>
          </p:cNvPr>
          <p:cNvSpPr/>
          <p:nvPr/>
        </p:nvSpPr>
        <p:spPr>
          <a:xfrm>
            <a:off x="10128450" y="3548813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9756F601-E32C-8F99-3686-84174F0CADC5}"/>
              </a:ext>
            </a:extLst>
          </p:cNvPr>
          <p:cNvSpPr/>
          <p:nvPr/>
        </p:nvSpPr>
        <p:spPr>
          <a:xfrm>
            <a:off x="10263123" y="2995348"/>
            <a:ext cx="246214" cy="2462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4" name="Picture 343" descr="A picture containing black, case, accessory&#10;&#10;Description automatically generated">
            <a:extLst>
              <a:ext uri="{FF2B5EF4-FFF2-40B4-BE49-F238E27FC236}">
                <a16:creationId xmlns:a16="http://schemas.microsoft.com/office/drawing/2014/main" id="{589FAB86-D812-7EE7-32A4-1731892EC7B7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9258" y="4725426"/>
            <a:ext cx="674060" cy="1151520"/>
          </a:xfrm>
          <a:prstGeom prst="rect">
            <a:avLst/>
          </a:prstGeom>
        </p:spPr>
      </p:pic>
      <p:pic>
        <p:nvPicPr>
          <p:cNvPr id="356" name="Picture 355" descr="A picture containing black, case, accessory&#10;&#10;Description automatically generated">
            <a:extLst>
              <a:ext uri="{FF2B5EF4-FFF2-40B4-BE49-F238E27FC236}">
                <a16:creationId xmlns:a16="http://schemas.microsoft.com/office/drawing/2014/main" id="{2B6B7F4F-5C36-9CA4-1876-93A406357E7D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6477" y="3166130"/>
            <a:ext cx="674060" cy="1151520"/>
          </a:xfrm>
          <a:prstGeom prst="rect">
            <a:avLst/>
          </a:prstGeom>
        </p:spPr>
      </p:pic>
      <p:sp>
        <p:nvSpPr>
          <p:cNvPr id="405" name="Rectangle 404">
            <a:extLst>
              <a:ext uri="{FF2B5EF4-FFF2-40B4-BE49-F238E27FC236}">
                <a16:creationId xmlns:a16="http://schemas.microsoft.com/office/drawing/2014/main" id="{9FD54125-95C1-2C14-4D12-76FE94FEB66D}"/>
              </a:ext>
            </a:extLst>
          </p:cNvPr>
          <p:cNvSpPr/>
          <p:nvPr/>
        </p:nvSpPr>
        <p:spPr>
          <a:xfrm>
            <a:off x="8037414" y="2500020"/>
            <a:ext cx="119676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43.115.19.68</a:t>
            </a: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C802917-A54A-2730-1A5D-D4A1B9C8F021}"/>
              </a:ext>
            </a:extLst>
          </p:cNvPr>
          <p:cNvSpPr/>
          <p:nvPr/>
        </p:nvSpPr>
        <p:spPr>
          <a:xfrm>
            <a:off x="10743305" y="1594417"/>
            <a:ext cx="119676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210.4.57.154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D4D3A859-3579-E784-CFCD-C01E1863810F}"/>
              </a:ext>
            </a:extLst>
          </p:cNvPr>
          <p:cNvSpPr/>
          <p:nvPr/>
        </p:nvSpPr>
        <p:spPr>
          <a:xfrm>
            <a:off x="10934476" y="2984129"/>
            <a:ext cx="1196768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3.14.207.174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01FF60F9-299A-1D01-12AD-5550AA84724A}"/>
              </a:ext>
            </a:extLst>
          </p:cNvPr>
          <p:cNvSpPr/>
          <p:nvPr/>
        </p:nvSpPr>
        <p:spPr>
          <a:xfrm>
            <a:off x="9380685" y="5301186"/>
            <a:ext cx="1196768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96.48.12.43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8B571-BDC6-18FE-8A3A-760154A29E58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379" y="2138547"/>
            <a:ext cx="5133277" cy="431024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60D797D-7BC5-0126-5F0C-AE0D5C4AAD99}"/>
              </a:ext>
            </a:extLst>
          </p:cNvPr>
          <p:cNvSpPr/>
          <p:nvPr/>
        </p:nvSpPr>
        <p:spPr>
          <a:xfrm>
            <a:off x="12192000" y="600623"/>
            <a:ext cx="276999" cy="27699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8B250-6273-D750-2DC6-772FF4C89A91}"/>
              </a:ext>
            </a:extLst>
          </p:cNvPr>
          <p:cNvSpPr/>
          <p:nvPr/>
        </p:nvSpPr>
        <p:spPr>
          <a:xfrm>
            <a:off x="5352311" y="3275175"/>
            <a:ext cx="276999" cy="27699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67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39 -0.00162 L -0.07617 -0.00162 L -0.07617 0.11389 L -0.15508 0.1125 L -0.17344 0.09491 L -0.26758 0.09352 L -0.26758 0.21875 L -0.36315 0.21875 L -0.39232 0.26505 L -0.46797 0.26505 L -0.46732 0.39028 L -0.56133 0.39028 " pathEditMode="relative" ptsTypes="AAAAAAAAAAAA">
                                      <p:cBhvr>
                                        <p:cTn id="6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0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046 L -0.00039 0.03287 L -0.11654 0.03379 L -0.11654 -0.21528 L -0.18737 -0.21713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6" grpId="0" animBg="1"/>
      <p:bldP spid="8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249739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sends data between networks – it is required to connect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area network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wide area network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 devices’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 address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route traffic to other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assign IP addresses to devices on a local network.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940A3C3D-D6B4-4A9C-BB17-7A85448C8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195</Words>
  <Application>Microsoft Office PowerPoint</Application>
  <PresentationFormat>Widescreen</PresentationFormat>
  <Paragraphs>49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117</cp:revision>
  <dcterms:created xsi:type="dcterms:W3CDTF">2019-10-14T15:21:06Z</dcterms:created>
  <dcterms:modified xsi:type="dcterms:W3CDTF">2022-09-15T11:34:03Z</dcterms:modified>
</cp:coreProperties>
</file>