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64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8" r:id="rId11"/>
    <p:sldId id="274" r:id="rId12"/>
    <p:sldId id="275" r:id="rId13"/>
    <p:sldId id="276" r:id="rId14"/>
    <p:sldId id="277" r:id="rId15"/>
    <p:sldId id="260" r:id="rId16"/>
    <p:sldId id="29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9D8BA2-8AA6-4E8E-B8C0-50250FF3D2B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63FBF0A-F018-428C-AC83-47DDCB1128FC}">
      <dgm:prSet phldrT="[Text]"/>
      <dgm:spPr/>
      <dgm:t>
        <a:bodyPr/>
        <a:lstStyle/>
        <a:p>
          <a:r>
            <a:rPr lang="en-GB" dirty="0"/>
            <a:t>Operating system</a:t>
          </a:r>
        </a:p>
      </dgm:t>
    </dgm:pt>
    <dgm:pt modelId="{5DC6D3E2-D4EA-454B-BD92-F499E59B79E0}" type="parTrans" cxnId="{BBFA148E-D0D8-47DB-B69D-25F7DA784FD2}">
      <dgm:prSet/>
      <dgm:spPr/>
      <dgm:t>
        <a:bodyPr/>
        <a:lstStyle/>
        <a:p>
          <a:endParaRPr lang="en-GB"/>
        </a:p>
      </dgm:t>
    </dgm:pt>
    <dgm:pt modelId="{799A8F3B-8845-4097-A1B8-524E5CB9DA96}" type="sibTrans" cxnId="{BBFA148E-D0D8-47DB-B69D-25F7DA784FD2}">
      <dgm:prSet/>
      <dgm:spPr/>
      <dgm:t>
        <a:bodyPr/>
        <a:lstStyle/>
        <a:p>
          <a:endParaRPr lang="en-GB"/>
        </a:p>
      </dgm:t>
    </dgm:pt>
    <dgm:pt modelId="{89FFB2BB-45DB-4461-BF74-8E42A39845BF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User</a:t>
          </a:r>
        </a:p>
      </dgm:t>
    </dgm:pt>
    <dgm:pt modelId="{24F29E42-0558-4A8E-BD4A-1EEA0267FE3F}" type="parTrans" cxnId="{18C6751C-D66D-4ECA-8FD8-26C007A3621C}">
      <dgm:prSet/>
      <dgm:spPr/>
      <dgm:t>
        <a:bodyPr/>
        <a:lstStyle/>
        <a:p>
          <a:endParaRPr lang="en-GB"/>
        </a:p>
      </dgm:t>
    </dgm:pt>
    <dgm:pt modelId="{6258E58E-091B-4DDB-94FD-55209CAF2520}" type="sibTrans" cxnId="{18C6751C-D66D-4ECA-8FD8-26C007A3621C}">
      <dgm:prSet/>
      <dgm:spPr/>
      <dgm:t>
        <a:bodyPr/>
        <a:lstStyle/>
        <a:p>
          <a:endParaRPr lang="en-GB"/>
        </a:p>
      </dgm:t>
    </dgm:pt>
    <dgm:pt modelId="{95BFF843-5BD6-4A18-9C34-1052B9C05342}">
      <dgm:prSet phldrT="[Text]"/>
      <dgm:spPr>
        <a:solidFill>
          <a:schemeClr val="accent4">
            <a:lumMod val="75000"/>
          </a:schemeClr>
        </a:solidFill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Application software</a:t>
          </a:r>
        </a:p>
      </dgm:t>
    </dgm:pt>
    <dgm:pt modelId="{D22A5F25-A71E-48C9-8EEC-D09078E9095D}" type="parTrans" cxnId="{57524335-AFFF-4983-82D2-D2180B4058E6}">
      <dgm:prSet/>
      <dgm:spPr/>
      <dgm:t>
        <a:bodyPr/>
        <a:lstStyle/>
        <a:p>
          <a:endParaRPr lang="en-GB"/>
        </a:p>
      </dgm:t>
    </dgm:pt>
    <dgm:pt modelId="{446B75D7-CD0B-472C-AC4D-F60DF61D995C}" type="sibTrans" cxnId="{57524335-AFFF-4983-82D2-D2180B4058E6}">
      <dgm:prSet/>
      <dgm:spPr/>
      <dgm:t>
        <a:bodyPr/>
        <a:lstStyle/>
        <a:p>
          <a:endParaRPr lang="en-GB"/>
        </a:p>
      </dgm:t>
    </dgm:pt>
    <dgm:pt modelId="{FBE921F0-F085-4CED-AE28-F082266BD9CA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User interface</a:t>
          </a:r>
        </a:p>
      </dgm:t>
    </dgm:pt>
    <dgm:pt modelId="{97B2565B-7EAB-4345-89ED-771749A6899F}" type="parTrans" cxnId="{08825A49-02EB-4773-8CF2-610952444348}">
      <dgm:prSet/>
      <dgm:spPr/>
      <dgm:t>
        <a:bodyPr/>
        <a:lstStyle/>
        <a:p>
          <a:endParaRPr lang="en-GB"/>
        </a:p>
      </dgm:t>
    </dgm:pt>
    <dgm:pt modelId="{7F14DB93-987D-4E19-9FB2-EA2B29D55409}" type="sibTrans" cxnId="{08825A49-02EB-4773-8CF2-610952444348}">
      <dgm:prSet/>
      <dgm:spPr/>
      <dgm:t>
        <a:bodyPr/>
        <a:lstStyle/>
        <a:p>
          <a:endParaRPr lang="en-GB"/>
        </a:p>
      </dgm:t>
    </dgm:pt>
    <dgm:pt modelId="{CEE5E6BE-AE20-4140-BE75-A9D9471DD9F6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/>
            <a:t>Hardware</a:t>
          </a:r>
        </a:p>
      </dgm:t>
    </dgm:pt>
    <dgm:pt modelId="{23623BA6-0676-40FE-972C-8F39C501DF88}" type="parTrans" cxnId="{E7B4B894-DB08-4F32-BCD5-638958E9106F}">
      <dgm:prSet/>
      <dgm:spPr/>
      <dgm:t>
        <a:bodyPr/>
        <a:lstStyle/>
        <a:p>
          <a:endParaRPr lang="en-GB"/>
        </a:p>
      </dgm:t>
    </dgm:pt>
    <dgm:pt modelId="{2B426412-15F4-433A-A5FF-CC5209595167}" type="sibTrans" cxnId="{E7B4B894-DB08-4F32-BCD5-638958E9106F}">
      <dgm:prSet/>
      <dgm:spPr/>
      <dgm:t>
        <a:bodyPr/>
        <a:lstStyle/>
        <a:p>
          <a:endParaRPr lang="en-GB"/>
        </a:p>
      </dgm:t>
    </dgm:pt>
    <dgm:pt modelId="{537948DD-1FAF-4FD0-8ADE-71250297FF51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Utility programs</a:t>
          </a:r>
        </a:p>
      </dgm:t>
    </dgm:pt>
    <dgm:pt modelId="{D409C5AC-9918-4107-9181-ABA5CDAEAA49}" type="parTrans" cxnId="{1AB8F756-EA50-4F96-AA9E-90B848332400}">
      <dgm:prSet/>
      <dgm:spPr/>
      <dgm:t>
        <a:bodyPr/>
        <a:lstStyle/>
        <a:p>
          <a:endParaRPr lang="en-GB"/>
        </a:p>
      </dgm:t>
    </dgm:pt>
    <dgm:pt modelId="{0144FDB3-B8E3-4DEA-8A03-BD4036D2F520}" type="sibTrans" cxnId="{1AB8F756-EA50-4F96-AA9E-90B848332400}">
      <dgm:prSet/>
      <dgm:spPr/>
      <dgm:t>
        <a:bodyPr/>
        <a:lstStyle/>
        <a:p>
          <a:endParaRPr lang="en-GB"/>
        </a:p>
      </dgm:t>
    </dgm:pt>
    <dgm:pt modelId="{26FCC270-7B21-4C3B-8C4F-5D593D03D776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Device drivers</a:t>
          </a:r>
        </a:p>
      </dgm:t>
    </dgm:pt>
    <dgm:pt modelId="{880D31AF-06DA-4C11-951F-6092F1378C83}" type="parTrans" cxnId="{C519072E-5B07-4A31-82E1-8AC99C4FE994}">
      <dgm:prSet/>
      <dgm:spPr/>
      <dgm:t>
        <a:bodyPr/>
        <a:lstStyle/>
        <a:p>
          <a:endParaRPr lang="en-GB"/>
        </a:p>
      </dgm:t>
    </dgm:pt>
    <dgm:pt modelId="{E8B1E0CA-EC82-4209-8D34-BD85322C2544}" type="sibTrans" cxnId="{C519072E-5B07-4A31-82E1-8AC99C4FE994}">
      <dgm:prSet/>
      <dgm:spPr/>
      <dgm:t>
        <a:bodyPr/>
        <a:lstStyle/>
        <a:p>
          <a:endParaRPr lang="en-GB"/>
        </a:p>
      </dgm:t>
    </dgm:pt>
    <dgm:pt modelId="{113031C7-C72C-4725-8D85-CC0D2F4531F6}" type="pres">
      <dgm:prSet presAssocID="{F49D8BA2-8AA6-4E8E-B8C0-50250FF3D2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357FC8C-7C1F-464C-916A-3217E246A454}" type="pres">
      <dgm:prSet presAssocID="{963FBF0A-F018-428C-AC83-47DDCB1128FC}" presName="Parent" presStyleLbl="node0" presStyleIdx="0" presStyleCnt="1">
        <dgm:presLayoutVars>
          <dgm:chMax val="6"/>
          <dgm:chPref val="6"/>
        </dgm:presLayoutVars>
      </dgm:prSet>
      <dgm:spPr/>
    </dgm:pt>
    <dgm:pt modelId="{990F3E95-85B1-4B7A-9140-CDF9DF62C594}" type="pres">
      <dgm:prSet presAssocID="{89FFB2BB-45DB-4461-BF74-8E42A39845BF}" presName="Accent1" presStyleCnt="0"/>
      <dgm:spPr/>
    </dgm:pt>
    <dgm:pt modelId="{F686F8D1-A85D-4DD8-B4B0-88F7C0DB8374}" type="pres">
      <dgm:prSet presAssocID="{89FFB2BB-45DB-4461-BF74-8E42A39845BF}" presName="Accent" presStyleLbl="bgShp" presStyleIdx="0" presStyleCnt="6"/>
      <dgm:spPr/>
    </dgm:pt>
    <dgm:pt modelId="{C31D2431-955D-46A6-963E-33D78A70921A}" type="pres">
      <dgm:prSet presAssocID="{89FFB2BB-45DB-4461-BF74-8E42A39845B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D649E17-9A00-4881-9565-0E4D979656AE}" type="pres">
      <dgm:prSet presAssocID="{95BFF843-5BD6-4A18-9C34-1052B9C05342}" presName="Accent2" presStyleCnt="0"/>
      <dgm:spPr/>
    </dgm:pt>
    <dgm:pt modelId="{0F31F399-B8A1-4F42-A0A7-97702D1AD5BF}" type="pres">
      <dgm:prSet presAssocID="{95BFF843-5BD6-4A18-9C34-1052B9C05342}" presName="Accent" presStyleLbl="bgShp" presStyleIdx="1" presStyleCnt="6"/>
      <dgm:spPr>
        <a:solidFill>
          <a:schemeClr val="tx1"/>
        </a:solidFill>
      </dgm:spPr>
    </dgm:pt>
    <dgm:pt modelId="{89E642D8-EBF7-4D80-B38E-347F6D18BAE7}" type="pres">
      <dgm:prSet presAssocID="{95BFF843-5BD6-4A18-9C34-1052B9C05342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783DA3-E8C4-4783-9586-1F8045DEAE67}" type="pres">
      <dgm:prSet presAssocID="{FBE921F0-F085-4CED-AE28-F082266BD9CA}" presName="Accent3" presStyleCnt="0"/>
      <dgm:spPr/>
    </dgm:pt>
    <dgm:pt modelId="{DFD40C17-8F9C-4770-8F8E-EB1C210EF075}" type="pres">
      <dgm:prSet presAssocID="{FBE921F0-F085-4CED-AE28-F082266BD9CA}" presName="Accent" presStyleLbl="bgShp" presStyleIdx="2" presStyleCnt="6"/>
      <dgm:spPr>
        <a:solidFill>
          <a:schemeClr val="bg1"/>
        </a:solidFill>
      </dgm:spPr>
    </dgm:pt>
    <dgm:pt modelId="{AE987D3F-96EA-43B2-90DB-C7F00D4CA33E}" type="pres">
      <dgm:prSet presAssocID="{FBE921F0-F085-4CED-AE28-F082266BD9C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D44F4B2-3B01-4C3C-B13F-E29A31F9D4B0}" type="pres">
      <dgm:prSet presAssocID="{CEE5E6BE-AE20-4140-BE75-A9D9471DD9F6}" presName="Accent4" presStyleCnt="0"/>
      <dgm:spPr/>
    </dgm:pt>
    <dgm:pt modelId="{8A42ED00-2A27-4450-92CB-08B44926EA7B}" type="pres">
      <dgm:prSet presAssocID="{CEE5E6BE-AE20-4140-BE75-A9D9471DD9F6}" presName="Accent" presStyleLbl="bgShp" presStyleIdx="3" presStyleCnt="6"/>
      <dgm:spPr>
        <a:solidFill>
          <a:schemeClr val="bg1"/>
        </a:solidFill>
      </dgm:spPr>
    </dgm:pt>
    <dgm:pt modelId="{252FC1CC-D828-4DB7-BC4A-0C0F1EBAC1C5}" type="pres">
      <dgm:prSet presAssocID="{CEE5E6BE-AE20-4140-BE75-A9D9471DD9F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76C152F-919F-44BC-9D28-E4291E744FA4}" type="pres">
      <dgm:prSet presAssocID="{537948DD-1FAF-4FD0-8ADE-71250297FF51}" presName="Accent5" presStyleCnt="0"/>
      <dgm:spPr/>
    </dgm:pt>
    <dgm:pt modelId="{6B9C97D9-E56B-4AA6-A6E5-02C819CB2799}" type="pres">
      <dgm:prSet presAssocID="{537948DD-1FAF-4FD0-8ADE-71250297FF51}" presName="Accent" presStyleLbl="bgShp" presStyleIdx="4" presStyleCnt="6"/>
      <dgm:spPr>
        <a:solidFill>
          <a:schemeClr val="bg1"/>
        </a:solidFill>
      </dgm:spPr>
    </dgm:pt>
    <dgm:pt modelId="{C579D5B0-99FD-4390-B3A4-7F0664616094}" type="pres">
      <dgm:prSet presAssocID="{537948DD-1FAF-4FD0-8ADE-71250297FF5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4459EA6-9FF0-4B45-A0D8-1E3BB96889B3}" type="pres">
      <dgm:prSet presAssocID="{26FCC270-7B21-4C3B-8C4F-5D593D03D776}" presName="Accent6" presStyleCnt="0"/>
      <dgm:spPr/>
    </dgm:pt>
    <dgm:pt modelId="{173ECFB4-BF58-4B0B-88DE-DDF5372B268B}" type="pres">
      <dgm:prSet presAssocID="{26FCC270-7B21-4C3B-8C4F-5D593D03D776}" presName="Accent" presStyleLbl="bgShp" presStyleIdx="5" presStyleCnt="6"/>
      <dgm:spPr>
        <a:solidFill>
          <a:schemeClr val="bg1"/>
        </a:solidFill>
      </dgm:spPr>
    </dgm:pt>
    <dgm:pt modelId="{E8E55DDB-0753-4460-96AC-D66BFF2FCD00}" type="pres">
      <dgm:prSet presAssocID="{26FCC270-7B21-4C3B-8C4F-5D593D03D7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8C6751C-D66D-4ECA-8FD8-26C007A3621C}" srcId="{963FBF0A-F018-428C-AC83-47DDCB1128FC}" destId="{89FFB2BB-45DB-4461-BF74-8E42A39845BF}" srcOrd="0" destOrd="0" parTransId="{24F29E42-0558-4A8E-BD4A-1EEA0267FE3F}" sibTransId="{6258E58E-091B-4DDB-94FD-55209CAF2520}"/>
    <dgm:cxn modelId="{36173328-584C-420A-A56D-D9A942A6D5CF}" type="presOf" srcId="{89FFB2BB-45DB-4461-BF74-8E42A39845BF}" destId="{C31D2431-955D-46A6-963E-33D78A70921A}" srcOrd="0" destOrd="0" presId="urn:microsoft.com/office/officeart/2011/layout/HexagonRadial"/>
    <dgm:cxn modelId="{C519072E-5B07-4A31-82E1-8AC99C4FE994}" srcId="{963FBF0A-F018-428C-AC83-47DDCB1128FC}" destId="{26FCC270-7B21-4C3B-8C4F-5D593D03D776}" srcOrd="5" destOrd="0" parTransId="{880D31AF-06DA-4C11-951F-6092F1378C83}" sibTransId="{E8B1E0CA-EC82-4209-8D34-BD85322C2544}"/>
    <dgm:cxn modelId="{57524335-AFFF-4983-82D2-D2180B4058E6}" srcId="{963FBF0A-F018-428C-AC83-47DDCB1128FC}" destId="{95BFF843-5BD6-4A18-9C34-1052B9C05342}" srcOrd="1" destOrd="0" parTransId="{D22A5F25-A71E-48C9-8EEC-D09078E9095D}" sibTransId="{446B75D7-CD0B-472C-AC4D-F60DF61D995C}"/>
    <dgm:cxn modelId="{EE798C44-56DF-4431-B05A-EF46477E6418}" type="presOf" srcId="{26FCC270-7B21-4C3B-8C4F-5D593D03D776}" destId="{E8E55DDB-0753-4460-96AC-D66BFF2FCD00}" srcOrd="0" destOrd="0" presId="urn:microsoft.com/office/officeart/2011/layout/HexagonRadial"/>
    <dgm:cxn modelId="{08825A49-02EB-4773-8CF2-610952444348}" srcId="{963FBF0A-F018-428C-AC83-47DDCB1128FC}" destId="{FBE921F0-F085-4CED-AE28-F082266BD9CA}" srcOrd="2" destOrd="0" parTransId="{97B2565B-7EAB-4345-89ED-771749A6899F}" sibTransId="{7F14DB93-987D-4E19-9FB2-EA2B29D55409}"/>
    <dgm:cxn modelId="{B8461C6F-4C2D-4EFB-804D-9E3E70EF0798}" type="presOf" srcId="{95BFF843-5BD6-4A18-9C34-1052B9C05342}" destId="{89E642D8-EBF7-4D80-B38E-347F6D18BAE7}" srcOrd="0" destOrd="0" presId="urn:microsoft.com/office/officeart/2011/layout/HexagonRadial"/>
    <dgm:cxn modelId="{00A30856-96E0-43D1-B7A4-4D003F4D2D5E}" type="presOf" srcId="{537948DD-1FAF-4FD0-8ADE-71250297FF51}" destId="{C579D5B0-99FD-4390-B3A4-7F0664616094}" srcOrd="0" destOrd="0" presId="urn:microsoft.com/office/officeart/2011/layout/HexagonRadial"/>
    <dgm:cxn modelId="{1AB8F756-EA50-4F96-AA9E-90B848332400}" srcId="{963FBF0A-F018-428C-AC83-47DDCB1128FC}" destId="{537948DD-1FAF-4FD0-8ADE-71250297FF51}" srcOrd="4" destOrd="0" parTransId="{D409C5AC-9918-4107-9181-ABA5CDAEAA49}" sibTransId="{0144FDB3-B8E3-4DEA-8A03-BD4036D2F520}"/>
    <dgm:cxn modelId="{BBFA148E-D0D8-47DB-B69D-25F7DA784FD2}" srcId="{F49D8BA2-8AA6-4E8E-B8C0-50250FF3D2B7}" destId="{963FBF0A-F018-428C-AC83-47DDCB1128FC}" srcOrd="0" destOrd="0" parTransId="{5DC6D3E2-D4EA-454B-BD92-F499E59B79E0}" sibTransId="{799A8F3B-8845-4097-A1B8-524E5CB9DA96}"/>
    <dgm:cxn modelId="{AD877292-209B-473D-B1D9-705971377C8D}" type="presOf" srcId="{FBE921F0-F085-4CED-AE28-F082266BD9CA}" destId="{AE987D3F-96EA-43B2-90DB-C7F00D4CA33E}" srcOrd="0" destOrd="0" presId="urn:microsoft.com/office/officeart/2011/layout/HexagonRadial"/>
    <dgm:cxn modelId="{E7B4B894-DB08-4F32-BCD5-638958E9106F}" srcId="{963FBF0A-F018-428C-AC83-47DDCB1128FC}" destId="{CEE5E6BE-AE20-4140-BE75-A9D9471DD9F6}" srcOrd="3" destOrd="0" parTransId="{23623BA6-0676-40FE-972C-8F39C501DF88}" sibTransId="{2B426412-15F4-433A-A5FF-CC5209595167}"/>
    <dgm:cxn modelId="{B3907797-04AF-4A5D-A0CA-52EFC6E260A4}" type="presOf" srcId="{963FBF0A-F018-428C-AC83-47DDCB1128FC}" destId="{D357FC8C-7C1F-464C-916A-3217E246A454}" srcOrd="0" destOrd="0" presId="urn:microsoft.com/office/officeart/2011/layout/HexagonRadial"/>
    <dgm:cxn modelId="{FF091D9B-343F-46F9-8750-234975C818F9}" type="presOf" srcId="{CEE5E6BE-AE20-4140-BE75-A9D9471DD9F6}" destId="{252FC1CC-D828-4DB7-BC4A-0C0F1EBAC1C5}" srcOrd="0" destOrd="0" presId="urn:microsoft.com/office/officeart/2011/layout/HexagonRadial"/>
    <dgm:cxn modelId="{9C6A1CFE-E237-4042-A5FC-A4365FBDDA6C}" type="presOf" srcId="{F49D8BA2-8AA6-4E8E-B8C0-50250FF3D2B7}" destId="{113031C7-C72C-4725-8D85-CC0D2F4531F6}" srcOrd="0" destOrd="0" presId="urn:microsoft.com/office/officeart/2011/layout/HexagonRadial"/>
    <dgm:cxn modelId="{A45F580C-8797-4E56-95BE-5B899007E015}" type="presParOf" srcId="{113031C7-C72C-4725-8D85-CC0D2F4531F6}" destId="{D357FC8C-7C1F-464C-916A-3217E246A454}" srcOrd="0" destOrd="0" presId="urn:microsoft.com/office/officeart/2011/layout/HexagonRadial"/>
    <dgm:cxn modelId="{3A4B75B4-1B83-4B42-A39E-9F7E4FB961FD}" type="presParOf" srcId="{113031C7-C72C-4725-8D85-CC0D2F4531F6}" destId="{990F3E95-85B1-4B7A-9140-CDF9DF62C594}" srcOrd="1" destOrd="0" presId="urn:microsoft.com/office/officeart/2011/layout/HexagonRadial"/>
    <dgm:cxn modelId="{877C3B72-DC25-4337-B464-9213D72F13B8}" type="presParOf" srcId="{990F3E95-85B1-4B7A-9140-CDF9DF62C594}" destId="{F686F8D1-A85D-4DD8-B4B0-88F7C0DB8374}" srcOrd="0" destOrd="0" presId="urn:microsoft.com/office/officeart/2011/layout/HexagonRadial"/>
    <dgm:cxn modelId="{97143EC9-7049-4078-A9E9-6D525898A7B2}" type="presParOf" srcId="{113031C7-C72C-4725-8D85-CC0D2F4531F6}" destId="{C31D2431-955D-46A6-963E-33D78A70921A}" srcOrd="2" destOrd="0" presId="urn:microsoft.com/office/officeart/2011/layout/HexagonRadial"/>
    <dgm:cxn modelId="{25C369D0-9E21-4D6A-B467-EC1AAC640FF0}" type="presParOf" srcId="{113031C7-C72C-4725-8D85-CC0D2F4531F6}" destId="{0D649E17-9A00-4881-9565-0E4D979656AE}" srcOrd="3" destOrd="0" presId="urn:microsoft.com/office/officeart/2011/layout/HexagonRadial"/>
    <dgm:cxn modelId="{D04D8887-FEBC-40D4-895E-0536622BD009}" type="presParOf" srcId="{0D649E17-9A00-4881-9565-0E4D979656AE}" destId="{0F31F399-B8A1-4F42-A0A7-97702D1AD5BF}" srcOrd="0" destOrd="0" presId="urn:microsoft.com/office/officeart/2011/layout/HexagonRadial"/>
    <dgm:cxn modelId="{7A81646A-66B1-461C-9FBA-CC1551E58843}" type="presParOf" srcId="{113031C7-C72C-4725-8D85-CC0D2F4531F6}" destId="{89E642D8-EBF7-4D80-B38E-347F6D18BAE7}" srcOrd="4" destOrd="0" presId="urn:microsoft.com/office/officeart/2011/layout/HexagonRadial"/>
    <dgm:cxn modelId="{635766F2-843E-4232-95C3-C56BB9258EF2}" type="presParOf" srcId="{113031C7-C72C-4725-8D85-CC0D2F4531F6}" destId="{FA783DA3-E8C4-4783-9586-1F8045DEAE67}" srcOrd="5" destOrd="0" presId="urn:microsoft.com/office/officeart/2011/layout/HexagonRadial"/>
    <dgm:cxn modelId="{5BF165C6-8D79-405E-A805-56C771ED2F48}" type="presParOf" srcId="{FA783DA3-E8C4-4783-9586-1F8045DEAE67}" destId="{DFD40C17-8F9C-4770-8F8E-EB1C210EF075}" srcOrd="0" destOrd="0" presId="urn:microsoft.com/office/officeart/2011/layout/HexagonRadial"/>
    <dgm:cxn modelId="{3E82D53B-5A92-41D9-9610-B9121A93C5FA}" type="presParOf" srcId="{113031C7-C72C-4725-8D85-CC0D2F4531F6}" destId="{AE987D3F-96EA-43B2-90DB-C7F00D4CA33E}" srcOrd="6" destOrd="0" presId="urn:microsoft.com/office/officeart/2011/layout/HexagonRadial"/>
    <dgm:cxn modelId="{A5A21C4F-F359-4CAB-B028-989832EE8A7D}" type="presParOf" srcId="{113031C7-C72C-4725-8D85-CC0D2F4531F6}" destId="{ED44F4B2-3B01-4C3C-B13F-E29A31F9D4B0}" srcOrd="7" destOrd="0" presId="urn:microsoft.com/office/officeart/2011/layout/HexagonRadial"/>
    <dgm:cxn modelId="{D34F67FC-AF29-43D5-A47A-F716C39C384F}" type="presParOf" srcId="{ED44F4B2-3B01-4C3C-B13F-E29A31F9D4B0}" destId="{8A42ED00-2A27-4450-92CB-08B44926EA7B}" srcOrd="0" destOrd="0" presId="urn:microsoft.com/office/officeart/2011/layout/HexagonRadial"/>
    <dgm:cxn modelId="{DE8C5A56-AC2C-4CA8-B6B6-11411A4358EE}" type="presParOf" srcId="{113031C7-C72C-4725-8D85-CC0D2F4531F6}" destId="{252FC1CC-D828-4DB7-BC4A-0C0F1EBAC1C5}" srcOrd="8" destOrd="0" presId="urn:microsoft.com/office/officeart/2011/layout/HexagonRadial"/>
    <dgm:cxn modelId="{105D3670-688A-4777-B30C-53C529DA9795}" type="presParOf" srcId="{113031C7-C72C-4725-8D85-CC0D2F4531F6}" destId="{E76C152F-919F-44BC-9D28-E4291E744FA4}" srcOrd="9" destOrd="0" presId="urn:microsoft.com/office/officeart/2011/layout/HexagonRadial"/>
    <dgm:cxn modelId="{BC776F82-658A-40F4-8590-1524538669A8}" type="presParOf" srcId="{E76C152F-919F-44BC-9D28-E4291E744FA4}" destId="{6B9C97D9-E56B-4AA6-A6E5-02C819CB2799}" srcOrd="0" destOrd="0" presId="urn:microsoft.com/office/officeart/2011/layout/HexagonRadial"/>
    <dgm:cxn modelId="{2FD06588-30B3-4EDB-8897-A59736E4065D}" type="presParOf" srcId="{113031C7-C72C-4725-8D85-CC0D2F4531F6}" destId="{C579D5B0-99FD-4390-B3A4-7F0664616094}" srcOrd="10" destOrd="0" presId="urn:microsoft.com/office/officeart/2011/layout/HexagonRadial"/>
    <dgm:cxn modelId="{113CFBDF-51D5-4B31-9BB7-797962322ACA}" type="presParOf" srcId="{113031C7-C72C-4725-8D85-CC0D2F4531F6}" destId="{34459EA6-9FF0-4B45-A0D8-1E3BB96889B3}" srcOrd="11" destOrd="0" presId="urn:microsoft.com/office/officeart/2011/layout/HexagonRadial"/>
    <dgm:cxn modelId="{EE487002-C150-4478-851C-6E917A47F1AD}" type="presParOf" srcId="{34459EA6-9FF0-4B45-A0D8-1E3BB96889B3}" destId="{173ECFB4-BF58-4B0B-88DE-DDF5372B268B}" srcOrd="0" destOrd="0" presId="urn:microsoft.com/office/officeart/2011/layout/HexagonRadial"/>
    <dgm:cxn modelId="{7D38C9C3-A019-4B09-A38D-F3CEC61201EF}" type="presParOf" srcId="{113031C7-C72C-4725-8D85-CC0D2F4531F6}" destId="{E8E55DDB-0753-4460-96AC-D66BFF2FCD0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9D8BA2-8AA6-4E8E-B8C0-50250FF3D2B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63FBF0A-F018-428C-AC83-47DDCB1128FC}">
      <dgm:prSet phldrT="[Text]"/>
      <dgm:spPr/>
      <dgm:t>
        <a:bodyPr/>
        <a:lstStyle/>
        <a:p>
          <a:r>
            <a:rPr lang="en-GB" dirty="0"/>
            <a:t>Operating system</a:t>
          </a:r>
        </a:p>
      </dgm:t>
    </dgm:pt>
    <dgm:pt modelId="{5DC6D3E2-D4EA-454B-BD92-F499E59B79E0}" type="parTrans" cxnId="{BBFA148E-D0D8-47DB-B69D-25F7DA784FD2}">
      <dgm:prSet/>
      <dgm:spPr/>
      <dgm:t>
        <a:bodyPr/>
        <a:lstStyle/>
        <a:p>
          <a:endParaRPr lang="en-GB"/>
        </a:p>
      </dgm:t>
    </dgm:pt>
    <dgm:pt modelId="{799A8F3B-8845-4097-A1B8-524E5CB9DA96}" type="sibTrans" cxnId="{BBFA148E-D0D8-47DB-B69D-25F7DA784FD2}">
      <dgm:prSet/>
      <dgm:spPr/>
      <dgm:t>
        <a:bodyPr/>
        <a:lstStyle/>
        <a:p>
          <a:endParaRPr lang="en-GB"/>
        </a:p>
      </dgm:t>
    </dgm:pt>
    <dgm:pt modelId="{89FFB2BB-45DB-4461-BF74-8E42A39845BF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User</a:t>
          </a:r>
        </a:p>
      </dgm:t>
    </dgm:pt>
    <dgm:pt modelId="{24F29E42-0558-4A8E-BD4A-1EEA0267FE3F}" type="parTrans" cxnId="{18C6751C-D66D-4ECA-8FD8-26C007A3621C}">
      <dgm:prSet/>
      <dgm:spPr/>
      <dgm:t>
        <a:bodyPr/>
        <a:lstStyle/>
        <a:p>
          <a:endParaRPr lang="en-GB"/>
        </a:p>
      </dgm:t>
    </dgm:pt>
    <dgm:pt modelId="{6258E58E-091B-4DDB-94FD-55209CAF2520}" type="sibTrans" cxnId="{18C6751C-D66D-4ECA-8FD8-26C007A3621C}">
      <dgm:prSet/>
      <dgm:spPr/>
      <dgm:t>
        <a:bodyPr/>
        <a:lstStyle/>
        <a:p>
          <a:endParaRPr lang="en-GB"/>
        </a:p>
      </dgm:t>
    </dgm:pt>
    <dgm:pt modelId="{95BFF843-5BD6-4A18-9C34-1052B9C0534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GB" dirty="0"/>
            <a:t>Application software</a:t>
          </a:r>
        </a:p>
      </dgm:t>
    </dgm:pt>
    <dgm:pt modelId="{D22A5F25-A71E-48C9-8EEC-D09078E9095D}" type="parTrans" cxnId="{57524335-AFFF-4983-82D2-D2180B4058E6}">
      <dgm:prSet/>
      <dgm:spPr/>
      <dgm:t>
        <a:bodyPr/>
        <a:lstStyle/>
        <a:p>
          <a:endParaRPr lang="en-GB"/>
        </a:p>
      </dgm:t>
    </dgm:pt>
    <dgm:pt modelId="{446B75D7-CD0B-472C-AC4D-F60DF61D995C}" type="sibTrans" cxnId="{57524335-AFFF-4983-82D2-D2180B4058E6}">
      <dgm:prSet/>
      <dgm:spPr/>
      <dgm:t>
        <a:bodyPr/>
        <a:lstStyle/>
        <a:p>
          <a:endParaRPr lang="en-GB"/>
        </a:p>
      </dgm:t>
    </dgm:pt>
    <dgm:pt modelId="{FBE921F0-F085-4CED-AE28-F082266BD9CA}">
      <dgm:prSet phldrT="[Text]"/>
      <dgm:spPr>
        <a:solidFill>
          <a:srgbClr val="EA5C5C"/>
        </a:solidFill>
        <a:effectLst>
          <a:glow rad="228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User interface</a:t>
          </a:r>
        </a:p>
      </dgm:t>
    </dgm:pt>
    <dgm:pt modelId="{97B2565B-7EAB-4345-89ED-771749A6899F}" type="parTrans" cxnId="{08825A49-02EB-4773-8CF2-610952444348}">
      <dgm:prSet/>
      <dgm:spPr/>
      <dgm:t>
        <a:bodyPr/>
        <a:lstStyle/>
        <a:p>
          <a:endParaRPr lang="en-GB"/>
        </a:p>
      </dgm:t>
    </dgm:pt>
    <dgm:pt modelId="{7F14DB93-987D-4E19-9FB2-EA2B29D55409}" type="sibTrans" cxnId="{08825A49-02EB-4773-8CF2-610952444348}">
      <dgm:prSet/>
      <dgm:spPr/>
      <dgm:t>
        <a:bodyPr/>
        <a:lstStyle/>
        <a:p>
          <a:endParaRPr lang="en-GB"/>
        </a:p>
      </dgm:t>
    </dgm:pt>
    <dgm:pt modelId="{CEE5E6BE-AE20-4140-BE75-A9D9471DD9F6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/>
            <a:t>Hardware</a:t>
          </a:r>
        </a:p>
      </dgm:t>
    </dgm:pt>
    <dgm:pt modelId="{23623BA6-0676-40FE-972C-8F39C501DF88}" type="parTrans" cxnId="{E7B4B894-DB08-4F32-BCD5-638958E9106F}">
      <dgm:prSet/>
      <dgm:spPr/>
      <dgm:t>
        <a:bodyPr/>
        <a:lstStyle/>
        <a:p>
          <a:endParaRPr lang="en-GB"/>
        </a:p>
      </dgm:t>
    </dgm:pt>
    <dgm:pt modelId="{2B426412-15F4-433A-A5FF-CC5209595167}" type="sibTrans" cxnId="{E7B4B894-DB08-4F32-BCD5-638958E9106F}">
      <dgm:prSet/>
      <dgm:spPr/>
      <dgm:t>
        <a:bodyPr/>
        <a:lstStyle/>
        <a:p>
          <a:endParaRPr lang="en-GB"/>
        </a:p>
      </dgm:t>
    </dgm:pt>
    <dgm:pt modelId="{537948DD-1FAF-4FD0-8ADE-71250297FF51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Utility programs</a:t>
          </a:r>
        </a:p>
      </dgm:t>
    </dgm:pt>
    <dgm:pt modelId="{D409C5AC-9918-4107-9181-ABA5CDAEAA49}" type="parTrans" cxnId="{1AB8F756-EA50-4F96-AA9E-90B848332400}">
      <dgm:prSet/>
      <dgm:spPr/>
      <dgm:t>
        <a:bodyPr/>
        <a:lstStyle/>
        <a:p>
          <a:endParaRPr lang="en-GB"/>
        </a:p>
      </dgm:t>
    </dgm:pt>
    <dgm:pt modelId="{0144FDB3-B8E3-4DEA-8A03-BD4036D2F520}" type="sibTrans" cxnId="{1AB8F756-EA50-4F96-AA9E-90B848332400}">
      <dgm:prSet/>
      <dgm:spPr/>
      <dgm:t>
        <a:bodyPr/>
        <a:lstStyle/>
        <a:p>
          <a:endParaRPr lang="en-GB"/>
        </a:p>
      </dgm:t>
    </dgm:pt>
    <dgm:pt modelId="{26FCC270-7B21-4C3B-8C4F-5D593D03D776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Device drivers</a:t>
          </a:r>
        </a:p>
      </dgm:t>
    </dgm:pt>
    <dgm:pt modelId="{880D31AF-06DA-4C11-951F-6092F1378C83}" type="parTrans" cxnId="{C519072E-5B07-4A31-82E1-8AC99C4FE994}">
      <dgm:prSet/>
      <dgm:spPr/>
      <dgm:t>
        <a:bodyPr/>
        <a:lstStyle/>
        <a:p>
          <a:endParaRPr lang="en-GB"/>
        </a:p>
      </dgm:t>
    </dgm:pt>
    <dgm:pt modelId="{E8B1E0CA-EC82-4209-8D34-BD85322C2544}" type="sibTrans" cxnId="{C519072E-5B07-4A31-82E1-8AC99C4FE994}">
      <dgm:prSet/>
      <dgm:spPr/>
      <dgm:t>
        <a:bodyPr/>
        <a:lstStyle/>
        <a:p>
          <a:endParaRPr lang="en-GB"/>
        </a:p>
      </dgm:t>
    </dgm:pt>
    <dgm:pt modelId="{113031C7-C72C-4725-8D85-CC0D2F4531F6}" type="pres">
      <dgm:prSet presAssocID="{F49D8BA2-8AA6-4E8E-B8C0-50250FF3D2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357FC8C-7C1F-464C-916A-3217E246A454}" type="pres">
      <dgm:prSet presAssocID="{963FBF0A-F018-428C-AC83-47DDCB1128FC}" presName="Parent" presStyleLbl="node0" presStyleIdx="0" presStyleCnt="1">
        <dgm:presLayoutVars>
          <dgm:chMax val="6"/>
          <dgm:chPref val="6"/>
        </dgm:presLayoutVars>
      </dgm:prSet>
      <dgm:spPr/>
    </dgm:pt>
    <dgm:pt modelId="{990F3E95-85B1-4B7A-9140-CDF9DF62C594}" type="pres">
      <dgm:prSet presAssocID="{89FFB2BB-45DB-4461-BF74-8E42A39845BF}" presName="Accent1" presStyleCnt="0"/>
      <dgm:spPr/>
    </dgm:pt>
    <dgm:pt modelId="{F686F8D1-A85D-4DD8-B4B0-88F7C0DB8374}" type="pres">
      <dgm:prSet presAssocID="{89FFB2BB-45DB-4461-BF74-8E42A39845BF}" presName="Accent" presStyleLbl="bgShp" presStyleIdx="0" presStyleCnt="6"/>
      <dgm:spPr/>
    </dgm:pt>
    <dgm:pt modelId="{C31D2431-955D-46A6-963E-33D78A70921A}" type="pres">
      <dgm:prSet presAssocID="{89FFB2BB-45DB-4461-BF74-8E42A39845B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D649E17-9A00-4881-9565-0E4D979656AE}" type="pres">
      <dgm:prSet presAssocID="{95BFF843-5BD6-4A18-9C34-1052B9C05342}" presName="Accent2" presStyleCnt="0"/>
      <dgm:spPr/>
    </dgm:pt>
    <dgm:pt modelId="{0F31F399-B8A1-4F42-A0A7-97702D1AD5BF}" type="pres">
      <dgm:prSet presAssocID="{95BFF843-5BD6-4A18-9C34-1052B9C05342}" presName="Accent" presStyleLbl="bgShp" presStyleIdx="1" presStyleCnt="6"/>
      <dgm:spPr>
        <a:solidFill>
          <a:schemeClr val="tx1"/>
        </a:solidFill>
      </dgm:spPr>
    </dgm:pt>
    <dgm:pt modelId="{89E642D8-EBF7-4D80-B38E-347F6D18BAE7}" type="pres">
      <dgm:prSet presAssocID="{95BFF843-5BD6-4A18-9C34-1052B9C05342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783DA3-E8C4-4783-9586-1F8045DEAE67}" type="pres">
      <dgm:prSet presAssocID="{FBE921F0-F085-4CED-AE28-F082266BD9CA}" presName="Accent3" presStyleCnt="0"/>
      <dgm:spPr/>
    </dgm:pt>
    <dgm:pt modelId="{DFD40C17-8F9C-4770-8F8E-EB1C210EF075}" type="pres">
      <dgm:prSet presAssocID="{FBE921F0-F085-4CED-AE28-F082266BD9CA}" presName="Accent" presStyleLbl="bgShp" presStyleIdx="2" presStyleCnt="6"/>
      <dgm:spPr>
        <a:solidFill>
          <a:schemeClr val="tx1"/>
        </a:solidFill>
      </dgm:spPr>
    </dgm:pt>
    <dgm:pt modelId="{AE987D3F-96EA-43B2-90DB-C7F00D4CA33E}" type="pres">
      <dgm:prSet presAssocID="{FBE921F0-F085-4CED-AE28-F082266BD9C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D44F4B2-3B01-4C3C-B13F-E29A31F9D4B0}" type="pres">
      <dgm:prSet presAssocID="{CEE5E6BE-AE20-4140-BE75-A9D9471DD9F6}" presName="Accent4" presStyleCnt="0"/>
      <dgm:spPr/>
    </dgm:pt>
    <dgm:pt modelId="{8A42ED00-2A27-4450-92CB-08B44926EA7B}" type="pres">
      <dgm:prSet presAssocID="{CEE5E6BE-AE20-4140-BE75-A9D9471DD9F6}" presName="Accent" presStyleLbl="bgShp" presStyleIdx="3" presStyleCnt="6"/>
      <dgm:spPr>
        <a:solidFill>
          <a:schemeClr val="bg1"/>
        </a:solidFill>
      </dgm:spPr>
    </dgm:pt>
    <dgm:pt modelId="{252FC1CC-D828-4DB7-BC4A-0C0F1EBAC1C5}" type="pres">
      <dgm:prSet presAssocID="{CEE5E6BE-AE20-4140-BE75-A9D9471DD9F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76C152F-919F-44BC-9D28-E4291E744FA4}" type="pres">
      <dgm:prSet presAssocID="{537948DD-1FAF-4FD0-8ADE-71250297FF51}" presName="Accent5" presStyleCnt="0"/>
      <dgm:spPr/>
    </dgm:pt>
    <dgm:pt modelId="{6B9C97D9-E56B-4AA6-A6E5-02C819CB2799}" type="pres">
      <dgm:prSet presAssocID="{537948DD-1FAF-4FD0-8ADE-71250297FF51}" presName="Accent" presStyleLbl="bgShp" presStyleIdx="4" presStyleCnt="6"/>
      <dgm:spPr>
        <a:solidFill>
          <a:schemeClr val="bg1"/>
        </a:solidFill>
      </dgm:spPr>
    </dgm:pt>
    <dgm:pt modelId="{C579D5B0-99FD-4390-B3A4-7F0664616094}" type="pres">
      <dgm:prSet presAssocID="{537948DD-1FAF-4FD0-8ADE-71250297FF5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4459EA6-9FF0-4B45-A0D8-1E3BB96889B3}" type="pres">
      <dgm:prSet presAssocID="{26FCC270-7B21-4C3B-8C4F-5D593D03D776}" presName="Accent6" presStyleCnt="0"/>
      <dgm:spPr/>
    </dgm:pt>
    <dgm:pt modelId="{173ECFB4-BF58-4B0B-88DE-DDF5372B268B}" type="pres">
      <dgm:prSet presAssocID="{26FCC270-7B21-4C3B-8C4F-5D593D03D776}" presName="Accent" presStyleLbl="bgShp" presStyleIdx="5" presStyleCnt="6"/>
      <dgm:spPr>
        <a:solidFill>
          <a:schemeClr val="bg1"/>
        </a:solidFill>
      </dgm:spPr>
    </dgm:pt>
    <dgm:pt modelId="{E8E55DDB-0753-4460-96AC-D66BFF2FCD00}" type="pres">
      <dgm:prSet presAssocID="{26FCC270-7B21-4C3B-8C4F-5D593D03D7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8C6751C-D66D-4ECA-8FD8-26C007A3621C}" srcId="{963FBF0A-F018-428C-AC83-47DDCB1128FC}" destId="{89FFB2BB-45DB-4461-BF74-8E42A39845BF}" srcOrd="0" destOrd="0" parTransId="{24F29E42-0558-4A8E-BD4A-1EEA0267FE3F}" sibTransId="{6258E58E-091B-4DDB-94FD-55209CAF2520}"/>
    <dgm:cxn modelId="{36173328-584C-420A-A56D-D9A942A6D5CF}" type="presOf" srcId="{89FFB2BB-45DB-4461-BF74-8E42A39845BF}" destId="{C31D2431-955D-46A6-963E-33D78A70921A}" srcOrd="0" destOrd="0" presId="urn:microsoft.com/office/officeart/2011/layout/HexagonRadial"/>
    <dgm:cxn modelId="{C519072E-5B07-4A31-82E1-8AC99C4FE994}" srcId="{963FBF0A-F018-428C-AC83-47DDCB1128FC}" destId="{26FCC270-7B21-4C3B-8C4F-5D593D03D776}" srcOrd="5" destOrd="0" parTransId="{880D31AF-06DA-4C11-951F-6092F1378C83}" sibTransId="{E8B1E0CA-EC82-4209-8D34-BD85322C2544}"/>
    <dgm:cxn modelId="{57524335-AFFF-4983-82D2-D2180B4058E6}" srcId="{963FBF0A-F018-428C-AC83-47DDCB1128FC}" destId="{95BFF843-5BD6-4A18-9C34-1052B9C05342}" srcOrd="1" destOrd="0" parTransId="{D22A5F25-A71E-48C9-8EEC-D09078E9095D}" sibTransId="{446B75D7-CD0B-472C-AC4D-F60DF61D995C}"/>
    <dgm:cxn modelId="{EE798C44-56DF-4431-B05A-EF46477E6418}" type="presOf" srcId="{26FCC270-7B21-4C3B-8C4F-5D593D03D776}" destId="{E8E55DDB-0753-4460-96AC-D66BFF2FCD00}" srcOrd="0" destOrd="0" presId="urn:microsoft.com/office/officeart/2011/layout/HexagonRadial"/>
    <dgm:cxn modelId="{08825A49-02EB-4773-8CF2-610952444348}" srcId="{963FBF0A-F018-428C-AC83-47DDCB1128FC}" destId="{FBE921F0-F085-4CED-AE28-F082266BD9CA}" srcOrd="2" destOrd="0" parTransId="{97B2565B-7EAB-4345-89ED-771749A6899F}" sibTransId="{7F14DB93-987D-4E19-9FB2-EA2B29D55409}"/>
    <dgm:cxn modelId="{B8461C6F-4C2D-4EFB-804D-9E3E70EF0798}" type="presOf" srcId="{95BFF843-5BD6-4A18-9C34-1052B9C05342}" destId="{89E642D8-EBF7-4D80-B38E-347F6D18BAE7}" srcOrd="0" destOrd="0" presId="urn:microsoft.com/office/officeart/2011/layout/HexagonRadial"/>
    <dgm:cxn modelId="{00A30856-96E0-43D1-B7A4-4D003F4D2D5E}" type="presOf" srcId="{537948DD-1FAF-4FD0-8ADE-71250297FF51}" destId="{C579D5B0-99FD-4390-B3A4-7F0664616094}" srcOrd="0" destOrd="0" presId="urn:microsoft.com/office/officeart/2011/layout/HexagonRadial"/>
    <dgm:cxn modelId="{1AB8F756-EA50-4F96-AA9E-90B848332400}" srcId="{963FBF0A-F018-428C-AC83-47DDCB1128FC}" destId="{537948DD-1FAF-4FD0-8ADE-71250297FF51}" srcOrd="4" destOrd="0" parTransId="{D409C5AC-9918-4107-9181-ABA5CDAEAA49}" sibTransId="{0144FDB3-B8E3-4DEA-8A03-BD4036D2F520}"/>
    <dgm:cxn modelId="{BBFA148E-D0D8-47DB-B69D-25F7DA784FD2}" srcId="{F49D8BA2-8AA6-4E8E-B8C0-50250FF3D2B7}" destId="{963FBF0A-F018-428C-AC83-47DDCB1128FC}" srcOrd="0" destOrd="0" parTransId="{5DC6D3E2-D4EA-454B-BD92-F499E59B79E0}" sibTransId="{799A8F3B-8845-4097-A1B8-524E5CB9DA96}"/>
    <dgm:cxn modelId="{AD877292-209B-473D-B1D9-705971377C8D}" type="presOf" srcId="{FBE921F0-F085-4CED-AE28-F082266BD9CA}" destId="{AE987D3F-96EA-43B2-90DB-C7F00D4CA33E}" srcOrd="0" destOrd="0" presId="urn:microsoft.com/office/officeart/2011/layout/HexagonRadial"/>
    <dgm:cxn modelId="{E7B4B894-DB08-4F32-BCD5-638958E9106F}" srcId="{963FBF0A-F018-428C-AC83-47DDCB1128FC}" destId="{CEE5E6BE-AE20-4140-BE75-A9D9471DD9F6}" srcOrd="3" destOrd="0" parTransId="{23623BA6-0676-40FE-972C-8F39C501DF88}" sibTransId="{2B426412-15F4-433A-A5FF-CC5209595167}"/>
    <dgm:cxn modelId="{B3907797-04AF-4A5D-A0CA-52EFC6E260A4}" type="presOf" srcId="{963FBF0A-F018-428C-AC83-47DDCB1128FC}" destId="{D357FC8C-7C1F-464C-916A-3217E246A454}" srcOrd="0" destOrd="0" presId="urn:microsoft.com/office/officeart/2011/layout/HexagonRadial"/>
    <dgm:cxn modelId="{FF091D9B-343F-46F9-8750-234975C818F9}" type="presOf" srcId="{CEE5E6BE-AE20-4140-BE75-A9D9471DD9F6}" destId="{252FC1CC-D828-4DB7-BC4A-0C0F1EBAC1C5}" srcOrd="0" destOrd="0" presId="urn:microsoft.com/office/officeart/2011/layout/HexagonRadial"/>
    <dgm:cxn modelId="{9C6A1CFE-E237-4042-A5FC-A4365FBDDA6C}" type="presOf" srcId="{F49D8BA2-8AA6-4E8E-B8C0-50250FF3D2B7}" destId="{113031C7-C72C-4725-8D85-CC0D2F4531F6}" srcOrd="0" destOrd="0" presId="urn:microsoft.com/office/officeart/2011/layout/HexagonRadial"/>
    <dgm:cxn modelId="{A45F580C-8797-4E56-95BE-5B899007E015}" type="presParOf" srcId="{113031C7-C72C-4725-8D85-CC0D2F4531F6}" destId="{D357FC8C-7C1F-464C-916A-3217E246A454}" srcOrd="0" destOrd="0" presId="urn:microsoft.com/office/officeart/2011/layout/HexagonRadial"/>
    <dgm:cxn modelId="{3A4B75B4-1B83-4B42-A39E-9F7E4FB961FD}" type="presParOf" srcId="{113031C7-C72C-4725-8D85-CC0D2F4531F6}" destId="{990F3E95-85B1-4B7A-9140-CDF9DF62C594}" srcOrd="1" destOrd="0" presId="urn:microsoft.com/office/officeart/2011/layout/HexagonRadial"/>
    <dgm:cxn modelId="{877C3B72-DC25-4337-B464-9213D72F13B8}" type="presParOf" srcId="{990F3E95-85B1-4B7A-9140-CDF9DF62C594}" destId="{F686F8D1-A85D-4DD8-B4B0-88F7C0DB8374}" srcOrd="0" destOrd="0" presId="urn:microsoft.com/office/officeart/2011/layout/HexagonRadial"/>
    <dgm:cxn modelId="{97143EC9-7049-4078-A9E9-6D525898A7B2}" type="presParOf" srcId="{113031C7-C72C-4725-8D85-CC0D2F4531F6}" destId="{C31D2431-955D-46A6-963E-33D78A70921A}" srcOrd="2" destOrd="0" presId="urn:microsoft.com/office/officeart/2011/layout/HexagonRadial"/>
    <dgm:cxn modelId="{25C369D0-9E21-4D6A-B467-EC1AAC640FF0}" type="presParOf" srcId="{113031C7-C72C-4725-8D85-CC0D2F4531F6}" destId="{0D649E17-9A00-4881-9565-0E4D979656AE}" srcOrd="3" destOrd="0" presId="urn:microsoft.com/office/officeart/2011/layout/HexagonRadial"/>
    <dgm:cxn modelId="{D04D8887-FEBC-40D4-895E-0536622BD009}" type="presParOf" srcId="{0D649E17-9A00-4881-9565-0E4D979656AE}" destId="{0F31F399-B8A1-4F42-A0A7-97702D1AD5BF}" srcOrd="0" destOrd="0" presId="urn:microsoft.com/office/officeart/2011/layout/HexagonRadial"/>
    <dgm:cxn modelId="{7A81646A-66B1-461C-9FBA-CC1551E58843}" type="presParOf" srcId="{113031C7-C72C-4725-8D85-CC0D2F4531F6}" destId="{89E642D8-EBF7-4D80-B38E-347F6D18BAE7}" srcOrd="4" destOrd="0" presId="urn:microsoft.com/office/officeart/2011/layout/HexagonRadial"/>
    <dgm:cxn modelId="{635766F2-843E-4232-95C3-C56BB9258EF2}" type="presParOf" srcId="{113031C7-C72C-4725-8D85-CC0D2F4531F6}" destId="{FA783DA3-E8C4-4783-9586-1F8045DEAE67}" srcOrd="5" destOrd="0" presId="urn:microsoft.com/office/officeart/2011/layout/HexagonRadial"/>
    <dgm:cxn modelId="{5BF165C6-8D79-405E-A805-56C771ED2F48}" type="presParOf" srcId="{FA783DA3-E8C4-4783-9586-1F8045DEAE67}" destId="{DFD40C17-8F9C-4770-8F8E-EB1C210EF075}" srcOrd="0" destOrd="0" presId="urn:microsoft.com/office/officeart/2011/layout/HexagonRadial"/>
    <dgm:cxn modelId="{3E82D53B-5A92-41D9-9610-B9121A93C5FA}" type="presParOf" srcId="{113031C7-C72C-4725-8D85-CC0D2F4531F6}" destId="{AE987D3F-96EA-43B2-90DB-C7F00D4CA33E}" srcOrd="6" destOrd="0" presId="urn:microsoft.com/office/officeart/2011/layout/HexagonRadial"/>
    <dgm:cxn modelId="{A5A21C4F-F359-4CAB-B028-989832EE8A7D}" type="presParOf" srcId="{113031C7-C72C-4725-8D85-CC0D2F4531F6}" destId="{ED44F4B2-3B01-4C3C-B13F-E29A31F9D4B0}" srcOrd="7" destOrd="0" presId="urn:microsoft.com/office/officeart/2011/layout/HexagonRadial"/>
    <dgm:cxn modelId="{D34F67FC-AF29-43D5-A47A-F716C39C384F}" type="presParOf" srcId="{ED44F4B2-3B01-4C3C-B13F-E29A31F9D4B0}" destId="{8A42ED00-2A27-4450-92CB-08B44926EA7B}" srcOrd="0" destOrd="0" presId="urn:microsoft.com/office/officeart/2011/layout/HexagonRadial"/>
    <dgm:cxn modelId="{DE8C5A56-AC2C-4CA8-B6B6-11411A4358EE}" type="presParOf" srcId="{113031C7-C72C-4725-8D85-CC0D2F4531F6}" destId="{252FC1CC-D828-4DB7-BC4A-0C0F1EBAC1C5}" srcOrd="8" destOrd="0" presId="urn:microsoft.com/office/officeart/2011/layout/HexagonRadial"/>
    <dgm:cxn modelId="{105D3670-688A-4777-B30C-53C529DA9795}" type="presParOf" srcId="{113031C7-C72C-4725-8D85-CC0D2F4531F6}" destId="{E76C152F-919F-44BC-9D28-E4291E744FA4}" srcOrd="9" destOrd="0" presId="urn:microsoft.com/office/officeart/2011/layout/HexagonRadial"/>
    <dgm:cxn modelId="{BC776F82-658A-40F4-8590-1524538669A8}" type="presParOf" srcId="{E76C152F-919F-44BC-9D28-E4291E744FA4}" destId="{6B9C97D9-E56B-4AA6-A6E5-02C819CB2799}" srcOrd="0" destOrd="0" presId="urn:microsoft.com/office/officeart/2011/layout/HexagonRadial"/>
    <dgm:cxn modelId="{2FD06588-30B3-4EDB-8897-A59736E4065D}" type="presParOf" srcId="{113031C7-C72C-4725-8D85-CC0D2F4531F6}" destId="{C579D5B0-99FD-4390-B3A4-7F0664616094}" srcOrd="10" destOrd="0" presId="urn:microsoft.com/office/officeart/2011/layout/HexagonRadial"/>
    <dgm:cxn modelId="{113CFBDF-51D5-4B31-9BB7-797962322ACA}" type="presParOf" srcId="{113031C7-C72C-4725-8D85-CC0D2F4531F6}" destId="{34459EA6-9FF0-4B45-A0D8-1E3BB96889B3}" srcOrd="11" destOrd="0" presId="urn:microsoft.com/office/officeart/2011/layout/HexagonRadial"/>
    <dgm:cxn modelId="{EE487002-C150-4478-851C-6E917A47F1AD}" type="presParOf" srcId="{34459EA6-9FF0-4B45-A0D8-1E3BB96889B3}" destId="{173ECFB4-BF58-4B0B-88DE-DDF5372B268B}" srcOrd="0" destOrd="0" presId="urn:microsoft.com/office/officeart/2011/layout/HexagonRadial"/>
    <dgm:cxn modelId="{7D38C9C3-A019-4B09-A38D-F3CEC61201EF}" type="presParOf" srcId="{113031C7-C72C-4725-8D85-CC0D2F4531F6}" destId="{E8E55DDB-0753-4460-96AC-D66BFF2FCD0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9D8BA2-8AA6-4E8E-B8C0-50250FF3D2B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63FBF0A-F018-428C-AC83-47DDCB1128FC}">
      <dgm:prSet phldrT="[Text]"/>
      <dgm:spPr/>
      <dgm:t>
        <a:bodyPr/>
        <a:lstStyle/>
        <a:p>
          <a:r>
            <a:rPr lang="en-GB" dirty="0"/>
            <a:t>Operating system</a:t>
          </a:r>
        </a:p>
      </dgm:t>
    </dgm:pt>
    <dgm:pt modelId="{5DC6D3E2-D4EA-454B-BD92-F499E59B79E0}" type="parTrans" cxnId="{BBFA148E-D0D8-47DB-B69D-25F7DA784FD2}">
      <dgm:prSet/>
      <dgm:spPr/>
      <dgm:t>
        <a:bodyPr/>
        <a:lstStyle/>
        <a:p>
          <a:endParaRPr lang="en-GB"/>
        </a:p>
      </dgm:t>
    </dgm:pt>
    <dgm:pt modelId="{799A8F3B-8845-4097-A1B8-524E5CB9DA96}" type="sibTrans" cxnId="{BBFA148E-D0D8-47DB-B69D-25F7DA784FD2}">
      <dgm:prSet/>
      <dgm:spPr/>
      <dgm:t>
        <a:bodyPr/>
        <a:lstStyle/>
        <a:p>
          <a:endParaRPr lang="en-GB"/>
        </a:p>
      </dgm:t>
    </dgm:pt>
    <dgm:pt modelId="{89FFB2BB-45DB-4461-BF74-8E42A39845BF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User</a:t>
          </a:r>
        </a:p>
      </dgm:t>
    </dgm:pt>
    <dgm:pt modelId="{24F29E42-0558-4A8E-BD4A-1EEA0267FE3F}" type="parTrans" cxnId="{18C6751C-D66D-4ECA-8FD8-26C007A3621C}">
      <dgm:prSet/>
      <dgm:spPr/>
      <dgm:t>
        <a:bodyPr/>
        <a:lstStyle/>
        <a:p>
          <a:endParaRPr lang="en-GB"/>
        </a:p>
      </dgm:t>
    </dgm:pt>
    <dgm:pt modelId="{6258E58E-091B-4DDB-94FD-55209CAF2520}" type="sibTrans" cxnId="{18C6751C-D66D-4ECA-8FD8-26C007A3621C}">
      <dgm:prSet/>
      <dgm:spPr/>
      <dgm:t>
        <a:bodyPr/>
        <a:lstStyle/>
        <a:p>
          <a:endParaRPr lang="en-GB"/>
        </a:p>
      </dgm:t>
    </dgm:pt>
    <dgm:pt modelId="{95BFF843-5BD6-4A18-9C34-1052B9C0534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GB" dirty="0"/>
            <a:t>Application software</a:t>
          </a:r>
        </a:p>
      </dgm:t>
    </dgm:pt>
    <dgm:pt modelId="{D22A5F25-A71E-48C9-8EEC-D09078E9095D}" type="parTrans" cxnId="{57524335-AFFF-4983-82D2-D2180B4058E6}">
      <dgm:prSet/>
      <dgm:spPr/>
      <dgm:t>
        <a:bodyPr/>
        <a:lstStyle/>
        <a:p>
          <a:endParaRPr lang="en-GB"/>
        </a:p>
      </dgm:t>
    </dgm:pt>
    <dgm:pt modelId="{446B75D7-CD0B-472C-AC4D-F60DF61D995C}" type="sibTrans" cxnId="{57524335-AFFF-4983-82D2-D2180B4058E6}">
      <dgm:prSet/>
      <dgm:spPr/>
      <dgm:t>
        <a:bodyPr/>
        <a:lstStyle/>
        <a:p>
          <a:endParaRPr lang="en-GB"/>
        </a:p>
      </dgm:t>
    </dgm:pt>
    <dgm:pt modelId="{FBE921F0-F085-4CED-AE28-F082266BD9CA}">
      <dgm:prSet phldrT="[Text]"/>
      <dgm:spPr>
        <a:solidFill>
          <a:srgbClr val="EA5C5C"/>
        </a:solidFill>
      </dgm:spPr>
      <dgm:t>
        <a:bodyPr/>
        <a:lstStyle/>
        <a:p>
          <a:r>
            <a:rPr lang="en-GB" dirty="0"/>
            <a:t>User interface</a:t>
          </a:r>
        </a:p>
      </dgm:t>
    </dgm:pt>
    <dgm:pt modelId="{97B2565B-7EAB-4345-89ED-771749A6899F}" type="parTrans" cxnId="{08825A49-02EB-4773-8CF2-610952444348}">
      <dgm:prSet/>
      <dgm:spPr/>
      <dgm:t>
        <a:bodyPr/>
        <a:lstStyle/>
        <a:p>
          <a:endParaRPr lang="en-GB"/>
        </a:p>
      </dgm:t>
    </dgm:pt>
    <dgm:pt modelId="{7F14DB93-987D-4E19-9FB2-EA2B29D55409}" type="sibTrans" cxnId="{08825A49-02EB-4773-8CF2-610952444348}">
      <dgm:prSet/>
      <dgm:spPr/>
      <dgm:t>
        <a:bodyPr/>
        <a:lstStyle/>
        <a:p>
          <a:endParaRPr lang="en-GB"/>
        </a:p>
      </dgm:t>
    </dgm:pt>
    <dgm:pt modelId="{CEE5E6BE-AE20-4140-BE75-A9D9471DD9F6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/>
            <a:t>Hardware</a:t>
          </a:r>
        </a:p>
      </dgm:t>
    </dgm:pt>
    <dgm:pt modelId="{23623BA6-0676-40FE-972C-8F39C501DF88}" type="parTrans" cxnId="{E7B4B894-DB08-4F32-BCD5-638958E9106F}">
      <dgm:prSet/>
      <dgm:spPr/>
      <dgm:t>
        <a:bodyPr/>
        <a:lstStyle/>
        <a:p>
          <a:endParaRPr lang="en-GB"/>
        </a:p>
      </dgm:t>
    </dgm:pt>
    <dgm:pt modelId="{2B426412-15F4-433A-A5FF-CC5209595167}" type="sibTrans" cxnId="{E7B4B894-DB08-4F32-BCD5-638958E9106F}">
      <dgm:prSet/>
      <dgm:spPr/>
      <dgm:t>
        <a:bodyPr/>
        <a:lstStyle/>
        <a:p>
          <a:endParaRPr lang="en-GB"/>
        </a:p>
      </dgm:t>
    </dgm:pt>
    <dgm:pt modelId="{537948DD-1FAF-4FD0-8ADE-71250297FF51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Utility programs</a:t>
          </a:r>
        </a:p>
      </dgm:t>
    </dgm:pt>
    <dgm:pt modelId="{D409C5AC-9918-4107-9181-ABA5CDAEAA49}" type="parTrans" cxnId="{1AB8F756-EA50-4F96-AA9E-90B848332400}">
      <dgm:prSet/>
      <dgm:spPr/>
      <dgm:t>
        <a:bodyPr/>
        <a:lstStyle/>
        <a:p>
          <a:endParaRPr lang="en-GB"/>
        </a:p>
      </dgm:t>
    </dgm:pt>
    <dgm:pt modelId="{0144FDB3-B8E3-4DEA-8A03-BD4036D2F520}" type="sibTrans" cxnId="{1AB8F756-EA50-4F96-AA9E-90B848332400}">
      <dgm:prSet/>
      <dgm:spPr/>
      <dgm:t>
        <a:bodyPr/>
        <a:lstStyle/>
        <a:p>
          <a:endParaRPr lang="en-GB"/>
        </a:p>
      </dgm:t>
    </dgm:pt>
    <dgm:pt modelId="{26FCC270-7B21-4C3B-8C4F-5D593D03D776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Device drivers</a:t>
          </a:r>
        </a:p>
      </dgm:t>
    </dgm:pt>
    <dgm:pt modelId="{880D31AF-06DA-4C11-951F-6092F1378C83}" type="parTrans" cxnId="{C519072E-5B07-4A31-82E1-8AC99C4FE994}">
      <dgm:prSet/>
      <dgm:spPr/>
      <dgm:t>
        <a:bodyPr/>
        <a:lstStyle/>
        <a:p>
          <a:endParaRPr lang="en-GB"/>
        </a:p>
      </dgm:t>
    </dgm:pt>
    <dgm:pt modelId="{E8B1E0CA-EC82-4209-8D34-BD85322C2544}" type="sibTrans" cxnId="{C519072E-5B07-4A31-82E1-8AC99C4FE994}">
      <dgm:prSet/>
      <dgm:spPr/>
      <dgm:t>
        <a:bodyPr/>
        <a:lstStyle/>
        <a:p>
          <a:endParaRPr lang="en-GB"/>
        </a:p>
      </dgm:t>
    </dgm:pt>
    <dgm:pt modelId="{113031C7-C72C-4725-8D85-CC0D2F4531F6}" type="pres">
      <dgm:prSet presAssocID="{F49D8BA2-8AA6-4E8E-B8C0-50250FF3D2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357FC8C-7C1F-464C-916A-3217E246A454}" type="pres">
      <dgm:prSet presAssocID="{963FBF0A-F018-428C-AC83-47DDCB1128FC}" presName="Parent" presStyleLbl="node0" presStyleIdx="0" presStyleCnt="1">
        <dgm:presLayoutVars>
          <dgm:chMax val="6"/>
          <dgm:chPref val="6"/>
        </dgm:presLayoutVars>
      </dgm:prSet>
      <dgm:spPr/>
    </dgm:pt>
    <dgm:pt modelId="{990F3E95-85B1-4B7A-9140-CDF9DF62C594}" type="pres">
      <dgm:prSet presAssocID="{89FFB2BB-45DB-4461-BF74-8E42A39845BF}" presName="Accent1" presStyleCnt="0"/>
      <dgm:spPr/>
    </dgm:pt>
    <dgm:pt modelId="{F686F8D1-A85D-4DD8-B4B0-88F7C0DB8374}" type="pres">
      <dgm:prSet presAssocID="{89FFB2BB-45DB-4461-BF74-8E42A39845BF}" presName="Accent" presStyleLbl="bgShp" presStyleIdx="0" presStyleCnt="6"/>
      <dgm:spPr/>
    </dgm:pt>
    <dgm:pt modelId="{C31D2431-955D-46A6-963E-33D78A70921A}" type="pres">
      <dgm:prSet presAssocID="{89FFB2BB-45DB-4461-BF74-8E42A39845B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D649E17-9A00-4881-9565-0E4D979656AE}" type="pres">
      <dgm:prSet presAssocID="{95BFF843-5BD6-4A18-9C34-1052B9C05342}" presName="Accent2" presStyleCnt="0"/>
      <dgm:spPr/>
    </dgm:pt>
    <dgm:pt modelId="{0F31F399-B8A1-4F42-A0A7-97702D1AD5BF}" type="pres">
      <dgm:prSet presAssocID="{95BFF843-5BD6-4A18-9C34-1052B9C05342}" presName="Accent" presStyleLbl="bgShp" presStyleIdx="1" presStyleCnt="6"/>
      <dgm:spPr>
        <a:solidFill>
          <a:schemeClr val="tx1"/>
        </a:solidFill>
      </dgm:spPr>
    </dgm:pt>
    <dgm:pt modelId="{89E642D8-EBF7-4D80-B38E-347F6D18BAE7}" type="pres">
      <dgm:prSet presAssocID="{95BFF843-5BD6-4A18-9C34-1052B9C05342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783DA3-E8C4-4783-9586-1F8045DEAE67}" type="pres">
      <dgm:prSet presAssocID="{FBE921F0-F085-4CED-AE28-F082266BD9CA}" presName="Accent3" presStyleCnt="0"/>
      <dgm:spPr/>
    </dgm:pt>
    <dgm:pt modelId="{DFD40C17-8F9C-4770-8F8E-EB1C210EF075}" type="pres">
      <dgm:prSet presAssocID="{FBE921F0-F085-4CED-AE28-F082266BD9CA}" presName="Accent" presStyleLbl="bgShp" presStyleIdx="2" presStyleCnt="6"/>
      <dgm:spPr>
        <a:solidFill>
          <a:schemeClr val="tx1"/>
        </a:solidFill>
      </dgm:spPr>
    </dgm:pt>
    <dgm:pt modelId="{AE987D3F-96EA-43B2-90DB-C7F00D4CA33E}" type="pres">
      <dgm:prSet presAssocID="{FBE921F0-F085-4CED-AE28-F082266BD9C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D44F4B2-3B01-4C3C-B13F-E29A31F9D4B0}" type="pres">
      <dgm:prSet presAssocID="{CEE5E6BE-AE20-4140-BE75-A9D9471DD9F6}" presName="Accent4" presStyleCnt="0"/>
      <dgm:spPr/>
    </dgm:pt>
    <dgm:pt modelId="{8A42ED00-2A27-4450-92CB-08B44926EA7B}" type="pres">
      <dgm:prSet presAssocID="{CEE5E6BE-AE20-4140-BE75-A9D9471DD9F6}" presName="Accent" presStyleLbl="bgShp" presStyleIdx="3" presStyleCnt="6"/>
      <dgm:spPr>
        <a:solidFill>
          <a:schemeClr val="bg1"/>
        </a:solidFill>
      </dgm:spPr>
    </dgm:pt>
    <dgm:pt modelId="{252FC1CC-D828-4DB7-BC4A-0C0F1EBAC1C5}" type="pres">
      <dgm:prSet presAssocID="{CEE5E6BE-AE20-4140-BE75-A9D9471DD9F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76C152F-919F-44BC-9D28-E4291E744FA4}" type="pres">
      <dgm:prSet presAssocID="{537948DD-1FAF-4FD0-8ADE-71250297FF51}" presName="Accent5" presStyleCnt="0"/>
      <dgm:spPr/>
    </dgm:pt>
    <dgm:pt modelId="{6B9C97D9-E56B-4AA6-A6E5-02C819CB2799}" type="pres">
      <dgm:prSet presAssocID="{537948DD-1FAF-4FD0-8ADE-71250297FF51}" presName="Accent" presStyleLbl="bgShp" presStyleIdx="4" presStyleCnt="6"/>
      <dgm:spPr>
        <a:solidFill>
          <a:schemeClr val="bg1"/>
        </a:solidFill>
      </dgm:spPr>
    </dgm:pt>
    <dgm:pt modelId="{C579D5B0-99FD-4390-B3A4-7F0664616094}" type="pres">
      <dgm:prSet presAssocID="{537948DD-1FAF-4FD0-8ADE-71250297FF5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4459EA6-9FF0-4B45-A0D8-1E3BB96889B3}" type="pres">
      <dgm:prSet presAssocID="{26FCC270-7B21-4C3B-8C4F-5D593D03D776}" presName="Accent6" presStyleCnt="0"/>
      <dgm:spPr/>
    </dgm:pt>
    <dgm:pt modelId="{173ECFB4-BF58-4B0B-88DE-DDF5372B268B}" type="pres">
      <dgm:prSet presAssocID="{26FCC270-7B21-4C3B-8C4F-5D593D03D776}" presName="Accent" presStyleLbl="bgShp" presStyleIdx="5" presStyleCnt="6"/>
      <dgm:spPr>
        <a:solidFill>
          <a:schemeClr val="bg1"/>
        </a:solidFill>
      </dgm:spPr>
    </dgm:pt>
    <dgm:pt modelId="{E8E55DDB-0753-4460-96AC-D66BFF2FCD00}" type="pres">
      <dgm:prSet presAssocID="{26FCC270-7B21-4C3B-8C4F-5D593D03D7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8C6751C-D66D-4ECA-8FD8-26C007A3621C}" srcId="{963FBF0A-F018-428C-AC83-47DDCB1128FC}" destId="{89FFB2BB-45DB-4461-BF74-8E42A39845BF}" srcOrd="0" destOrd="0" parTransId="{24F29E42-0558-4A8E-BD4A-1EEA0267FE3F}" sibTransId="{6258E58E-091B-4DDB-94FD-55209CAF2520}"/>
    <dgm:cxn modelId="{36173328-584C-420A-A56D-D9A942A6D5CF}" type="presOf" srcId="{89FFB2BB-45DB-4461-BF74-8E42A39845BF}" destId="{C31D2431-955D-46A6-963E-33D78A70921A}" srcOrd="0" destOrd="0" presId="urn:microsoft.com/office/officeart/2011/layout/HexagonRadial"/>
    <dgm:cxn modelId="{C519072E-5B07-4A31-82E1-8AC99C4FE994}" srcId="{963FBF0A-F018-428C-AC83-47DDCB1128FC}" destId="{26FCC270-7B21-4C3B-8C4F-5D593D03D776}" srcOrd="5" destOrd="0" parTransId="{880D31AF-06DA-4C11-951F-6092F1378C83}" sibTransId="{E8B1E0CA-EC82-4209-8D34-BD85322C2544}"/>
    <dgm:cxn modelId="{57524335-AFFF-4983-82D2-D2180B4058E6}" srcId="{963FBF0A-F018-428C-AC83-47DDCB1128FC}" destId="{95BFF843-5BD6-4A18-9C34-1052B9C05342}" srcOrd="1" destOrd="0" parTransId="{D22A5F25-A71E-48C9-8EEC-D09078E9095D}" sibTransId="{446B75D7-CD0B-472C-AC4D-F60DF61D995C}"/>
    <dgm:cxn modelId="{EE798C44-56DF-4431-B05A-EF46477E6418}" type="presOf" srcId="{26FCC270-7B21-4C3B-8C4F-5D593D03D776}" destId="{E8E55DDB-0753-4460-96AC-D66BFF2FCD00}" srcOrd="0" destOrd="0" presId="urn:microsoft.com/office/officeart/2011/layout/HexagonRadial"/>
    <dgm:cxn modelId="{08825A49-02EB-4773-8CF2-610952444348}" srcId="{963FBF0A-F018-428C-AC83-47DDCB1128FC}" destId="{FBE921F0-F085-4CED-AE28-F082266BD9CA}" srcOrd="2" destOrd="0" parTransId="{97B2565B-7EAB-4345-89ED-771749A6899F}" sibTransId="{7F14DB93-987D-4E19-9FB2-EA2B29D55409}"/>
    <dgm:cxn modelId="{B8461C6F-4C2D-4EFB-804D-9E3E70EF0798}" type="presOf" srcId="{95BFF843-5BD6-4A18-9C34-1052B9C05342}" destId="{89E642D8-EBF7-4D80-B38E-347F6D18BAE7}" srcOrd="0" destOrd="0" presId="urn:microsoft.com/office/officeart/2011/layout/HexagonRadial"/>
    <dgm:cxn modelId="{00A30856-96E0-43D1-B7A4-4D003F4D2D5E}" type="presOf" srcId="{537948DD-1FAF-4FD0-8ADE-71250297FF51}" destId="{C579D5B0-99FD-4390-B3A4-7F0664616094}" srcOrd="0" destOrd="0" presId="urn:microsoft.com/office/officeart/2011/layout/HexagonRadial"/>
    <dgm:cxn modelId="{1AB8F756-EA50-4F96-AA9E-90B848332400}" srcId="{963FBF0A-F018-428C-AC83-47DDCB1128FC}" destId="{537948DD-1FAF-4FD0-8ADE-71250297FF51}" srcOrd="4" destOrd="0" parTransId="{D409C5AC-9918-4107-9181-ABA5CDAEAA49}" sibTransId="{0144FDB3-B8E3-4DEA-8A03-BD4036D2F520}"/>
    <dgm:cxn modelId="{BBFA148E-D0D8-47DB-B69D-25F7DA784FD2}" srcId="{F49D8BA2-8AA6-4E8E-B8C0-50250FF3D2B7}" destId="{963FBF0A-F018-428C-AC83-47DDCB1128FC}" srcOrd="0" destOrd="0" parTransId="{5DC6D3E2-D4EA-454B-BD92-F499E59B79E0}" sibTransId="{799A8F3B-8845-4097-A1B8-524E5CB9DA96}"/>
    <dgm:cxn modelId="{AD877292-209B-473D-B1D9-705971377C8D}" type="presOf" srcId="{FBE921F0-F085-4CED-AE28-F082266BD9CA}" destId="{AE987D3F-96EA-43B2-90DB-C7F00D4CA33E}" srcOrd="0" destOrd="0" presId="urn:microsoft.com/office/officeart/2011/layout/HexagonRadial"/>
    <dgm:cxn modelId="{E7B4B894-DB08-4F32-BCD5-638958E9106F}" srcId="{963FBF0A-F018-428C-AC83-47DDCB1128FC}" destId="{CEE5E6BE-AE20-4140-BE75-A9D9471DD9F6}" srcOrd="3" destOrd="0" parTransId="{23623BA6-0676-40FE-972C-8F39C501DF88}" sibTransId="{2B426412-15F4-433A-A5FF-CC5209595167}"/>
    <dgm:cxn modelId="{B3907797-04AF-4A5D-A0CA-52EFC6E260A4}" type="presOf" srcId="{963FBF0A-F018-428C-AC83-47DDCB1128FC}" destId="{D357FC8C-7C1F-464C-916A-3217E246A454}" srcOrd="0" destOrd="0" presId="urn:microsoft.com/office/officeart/2011/layout/HexagonRadial"/>
    <dgm:cxn modelId="{FF091D9B-343F-46F9-8750-234975C818F9}" type="presOf" srcId="{CEE5E6BE-AE20-4140-BE75-A9D9471DD9F6}" destId="{252FC1CC-D828-4DB7-BC4A-0C0F1EBAC1C5}" srcOrd="0" destOrd="0" presId="urn:microsoft.com/office/officeart/2011/layout/HexagonRadial"/>
    <dgm:cxn modelId="{9C6A1CFE-E237-4042-A5FC-A4365FBDDA6C}" type="presOf" srcId="{F49D8BA2-8AA6-4E8E-B8C0-50250FF3D2B7}" destId="{113031C7-C72C-4725-8D85-CC0D2F4531F6}" srcOrd="0" destOrd="0" presId="urn:microsoft.com/office/officeart/2011/layout/HexagonRadial"/>
    <dgm:cxn modelId="{A45F580C-8797-4E56-95BE-5B899007E015}" type="presParOf" srcId="{113031C7-C72C-4725-8D85-CC0D2F4531F6}" destId="{D357FC8C-7C1F-464C-916A-3217E246A454}" srcOrd="0" destOrd="0" presId="urn:microsoft.com/office/officeart/2011/layout/HexagonRadial"/>
    <dgm:cxn modelId="{3A4B75B4-1B83-4B42-A39E-9F7E4FB961FD}" type="presParOf" srcId="{113031C7-C72C-4725-8D85-CC0D2F4531F6}" destId="{990F3E95-85B1-4B7A-9140-CDF9DF62C594}" srcOrd="1" destOrd="0" presId="urn:microsoft.com/office/officeart/2011/layout/HexagonRadial"/>
    <dgm:cxn modelId="{877C3B72-DC25-4337-B464-9213D72F13B8}" type="presParOf" srcId="{990F3E95-85B1-4B7A-9140-CDF9DF62C594}" destId="{F686F8D1-A85D-4DD8-B4B0-88F7C0DB8374}" srcOrd="0" destOrd="0" presId="urn:microsoft.com/office/officeart/2011/layout/HexagonRadial"/>
    <dgm:cxn modelId="{97143EC9-7049-4078-A9E9-6D525898A7B2}" type="presParOf" srcId="{113031C7-C72C-4725-8D85-CC0D2F4531F6}" destId="{C31D2431-955D-46A6-963E-33D78A70921A}" srcOrd="2" destOrd="0" presId="urn:microsoft.com/office/officeart/2011/layout/HexagonRadial"/>
    <dgm:cxn modelId="{25C369D0-9E21-4D6A-B467-EC1AAC640FF0}" type="presParOf" srcId="{113031C7-C72C-4725-8D85-CC0D2F4531F6}" destId="{0D649E17-9A00-4881-9565-0E4D979656AE}" srcOrd="3" destOrd="0" presId="urn:microsoft.com/office/officeart/2011/layout/HexagonRadial"/>
    <dgm:cxn modelId="{D04D8887-FEBC-40D4-895E-0536622BD009}" type="presParOf" srcId="{0D649E17-9A00-4881-9565-0E4D979656AE}" destId="{0F31F399-B8A1-4F42-A0A7-97702D1AD5BF}" srcOrd="0" destOrd="0" presId="urn:microsoft.com/office/officeart/2011/layout/HexagonRadial"/>
    <dgm:cxn modelId="{7A81646A-66B1-461C-9FBA-CC1551E58843}" type="presParOf" srcId="{113031C7-C72C-4725-8D85-CC0D2F4531F6}" destId="{89E642D8-EBF7-4D80-B38E-347F6D18BAE7}" srcOrd="4" destOrd="0" presId="urn:microsoft.com/office/officeart/2011/layout/HexagonRadial"/>
    <dgm:cxn modelId="{635766F2-843E-4232-95C3-C56BB9258EF2}" type="presParOf" srcId="{113031C7-C72C-4725-8D85-CC0D2F4531F6}" destId="{FA783DA3-E8C4-4783-9586-1F8045DEAE67}" srcOrd="5" destOrd="0" presId="urn:microsoft.com/office/officeart/2011/layout/HexagonRadial"/>
    <dgm:cxn modelId="{5BF165C6-8D79-405E-A805-56C771ED2F48}" type="presParOf" srcId="{FA783DA3-E8C4-4783-9586-1F8045DEAE67}" destId="{DFD40C17-8F9C-4770-8F8E-EB1C210EF075}" srcOrd="0" destOrd="0" presId="urn:microsoft.com/office/officeart/2011/layout/HexagonRadial"/>
    <dgm:cxn modelId="{3E82D53B-5A92-41D9-9610-B9121A93C5FA}" type="presParOf" srcId="{113031C7-C72C-4725-8D85-CC0D2F4531F6}" destId="{AE987D3F-96EA-43B2-90DB-C7F00D4CA33E}" srcOrd="6" destOrd="0" presId="urn:microsoft.com/office/officeart/2011/layout/HexagonRadial"/>
    <dgm:cxn modelId="{A5A21C4F-F359-4CAB-B028-989832EE8A7D}" type="presParOf" srcId="{113031C7-C72C-4725-8D85-CC0D2F4531F6}" destId="{ED44F4B2-3B01-4C3C-B13F-E29A31F9D4B0}" srcOrd="7" destOrd="0" presId="urn:microsoft.com/office/officeart/2011/layout/HexagonRadial"/>
    <dgm:cxn modelId="{D34F67FC-AF29-43D5-A47A-F716C39C384F}" type="presParOf" srcId="{ED44F4B2-3B01-4C3C-B13F-E29A31F9D4B0}" destId="{8A42ED00-2A27-4450-92CB-08B44926EA7B}" srcOrd="0" destOrd="0" presId="urn:microsoft.com/office/officeart/2011/layout/HexagonRadial"/>
    <dgm:cxn modelId="{DE8C5A56-AC2C-4CA8-B6B6-11411A4358EE}" type="presParOf" srcId="{113031C7-C72C-4725-8D85-CC0D2F4531F6}" destId="{252FC1CC-D828-4DB7-BC4A-0C0F1EBAC1C5}" srcOrd="8" destOrd="0" presId="urn:microsoft.com/office/officeart/2011/layout/HexagonRadial"/>
    <dgm:cxn modelId="{105D3670-688A-4777-B30C-53C529DA9795}" type="presParOf" srcId="{113031C7-C72C-4725-8D85-CC0D2F4531F6}" destId="{E76C152F-919F-44BC-9D28-E4291E744FA4}" srcOrd="9" destOrd="0" presId="urn:microsoft.com/office/officeart/2011/layout/HexagonRadial"/>
    <dgm:cxn modelId="{BC776F82-658A-40F4-8590-1524538669A8}" type="presParOf" srcId="{E76C152F-919F-44BC-9D28-E4291E744FA4}" destId="{6B9C97D9-E56B-4AA6-A6E5-02C819CB2799}" srcOrd="0" destOrd="0" presId="urn:microsoft.com/office/officeart/2011/layout/HexagonRadial"/>
    <dgm:cxn modelId="{2FD06588-30B3-4EDB-8897-A59736E4065D}" type="presParOf" srcId="{113031C7-C72C-4725-8D85-CC0D2F4531F6}" destId="{C579D5B0-99FD-4390-B3A4-7F0664616094}" srcOrd="10" destOrd="0" presId="urn:microsoft.com/office/officeart/2011/layout/HexagonRadial"/>
    <dgm:cxn modelId="{113CFBDF-51D5-4B31-9BB7-797962322ACA}" type="presParOf" srcId="{113031C7-C72C-4725-8D85-CC0D2F4531F6}" destId="{34459EA6-9FF0-4B45-A0D8-1E3BB96889B3}" srcOrd="11" destOrd="0" presId="urn:microsoft.com/office/officeart/2011/layout/HexagonRadial"/>
    <dgm:cxn modelId="{EE487002-C150-4478-851C-6E917A47F1AD}" type="presParOf" srcId="{34459EA6-9FF0-4B45-A0D8-1E3BB96889B3}" destId="{173ECFB4-BF58-4B0B-88DE-DDF5372B268B}" srcOrd="0" destOrd="0" presId="urn:microsoft.com/office/officeart/2011/layout/HexagonRadial"/>
    <dgm:cxn modelId="{7D38C9C3-A019-4B09-A38D-F3CEC61201EF}" type="presParOf" srcId="{113031C7-C72C-4725-8D85-CC0D2F4531F6}" destId="{E8E55DDB-0753-4460-96AC-D66BFF2FCD0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9D8BA2-8AA6-4E8E-B8C0-50250FF3D2B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63FBF0A-F018-428C-AC83-47DDCB1128FC}">
      <dgm:prSet phldrT="[Text]"/>
      <dgm:spPr/>
      <dgm:t>
        <a:bodyPr/>
        <a:lstStyle/>
        <a:p>
          <a:r>
            <a:rPr lang="en-GB" dirty="0"/>
            <a:t>Operating system</a:t>
          </a:r>
        </a:p>
      </dgm:t>
    </dgm:pt>
    <dgm:pt modelId="{5DC6D3E2-D4EA-454B-BD92-F499E59B79E0}" type="parTrans" cxnId="{BBFA148E-D0D8-47DB-B69D-25F7DA784FD2}">
      <dgm:prSet/>
      <dgm:spPr/>
      <dgm:t>
        <a:bodyPr/>
        <a:lstStyle/>
        <a:p>
          <a:endParaRPr lang="en-GB"/>
        </a:p>
      </dgm:t>
    </dgm:pt>
    <dgm:pt modelId="{799A8F3B-8845-4097-A1B8-524E5CB9DA96}" type="sibTrans" cxnId="{BBFA148E-D0D8-47DB-B69D-25F7DA784FD2}">
      <dgm:prSet/>
      <dgm:spPr/>
      <dgm:t>
        <a:bodyPr/>
        <a:lstStyle/>
        <a:p>
          <a:endParaRPr lang="en-GB"/>
        </a:p>
      </dgm:t>
    </dgm:pt>
    <dgm:pt modelId="{89FFB2BB-45DB-4461-BF74-8E42A39845BF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User</a:t>
          </a:r>
        </a:p>
      </dgm:t>
    </dgm:pt>
    <dgm:pt modelId="{24F29E42-0558-4A8E-BD4A-1EEA0267FE3F}" type="parTrans" cxnId="{18C6751C-D66D-4ECA-8FD8-26C007A3621C}">
      <dgm:prSet/>
      <dgm:spPr/>
      <dgm:t>
        <a:bodyPr/>
        <a:lstStyle/>
        <a:p>
          <a:endParaRPr lang="en-GB"/>
        </a:p>
      </dgm:t>
    </dgm:pt>
    <dgm:pt modelId="{6258E58E-091B-4DDB-94FD-55209CAF2520}" type="sibTrans" cxnId="{18C6751C-D66D-4ECA-8FD8-26C007A3621C}">
      <dgm:prSet/>
      <dgm:spPr/>
      <dgm:t>
        <a:bodyPr/>
        <a:lstStyle/>
        <a:p>
          <a:endParaRPr lang="en-GB"/>
        </a:p>
      </dgm:t>
    </dgm:pt>
    <dgm:pt modelId="{95BFF843-5BD6-4A18-9C34-1052B9C0534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GB" dirty="0"/>
            <a:t>Application software</a:t>
          </a:r>
        </a:p>
      </dgm:t>
    </dgm:pt>
    <dgm:pt modelId="{D22A5F25-A71E-48C9-8EEC-D09078E9095D}" type="parTrans" cxnId="{57524335-AFFF-4983-82D2-D2180B4058E6}">
      <dgm:prSet/>
      <dgm:spPr/>
      <dgm:t>
        <a:bodyPr/>
        <a:lstStyle/>
        <a:p>
          <a:endParaRPr lang="en-GB"/>
        </a:p>
      </dgm:t>
    </dgm:pt>
    <dgm:pt modelId="{446B75D7-CD0B-472C-AC4D-F60DF61D995C}" type="sibTrans" cxnId="{57524335-AFFF-4983-82D2-D2180B4058E6}">
      <dgm:prSet/>
      <dgm:spPr/>
      <dgm:t>
        <a:bodyPr/>
        <a:lstStyle/>
        <a:p>
          <a:endParaRPr lang="en-GB"/>
        </a:p>
      </dgm:t>
    </dgm:pt>
    <dgm:pt modelId="{FBE921F0-F085-4CED-AE28-F082266BD9CA}">
      <dgm:prSet phldrT="[Text]"/>
      <dgm:spPr>
        <a:solidFill>
          <a:srgbClr val="EA5C5C"/>
        </a:solidFill>
      </dgm:spPr>
      <dgm:t>
        <a:bodyPr/>
        <a:lstStyle/>
        <a:p>
          <a:r>
            <a:rPr lang="en-GB" dirty="0"/>
            <a:t>User interface</a:t>
          </a:r>
        </a:p>
      </dgm:t>
    </dgm:pt>
    <dgm:pt modelId="{97B2565B-7EAB-4345-89ED-771749A6899F}" type="parTrans" cxnId="{08825A49-02EB-4773-8CF2-610952444348}">
      <dgm:prSet/>
      <dgm:spPr/>
      <dgm:t>
        <a:bodyPr/>
        <a:lstStyle/>
        <a:p>
          <a:endParaRPr lang="en-GB"/>
        </a:p>
      </dgm:t>
    </dgm:pt>
    <dgm:pt modelId="{7F14DB93-987D-4E19-9FB2-EA2B29D55409}" type="sibTrans" cxnId="{08825A49-02EB-4773-8CF2-610952444348}">
      <dgm:prSet/>
      <dgm:spPr/>
      <dgm:t>
        <a:bodyPr/>
        <a:lstStyle/>
        <a:p>
          <a:endParaRPr lang="en-GB"/>
        </a:p>
      </dgm:t>
    </dgm:pt>
    <dgm:pt modelId="{CEE5E6BE-AE20-4140-BE75-A9D9471DD9F6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/>
            <a:t>Hardware</a:t>
          </a:r>
        </a:p>
      </dgm:t>
    </dgm:pt>
    <dgm:pt modelId="{23623BA6-0676-40FE-972C-8F39C501DF88}" type="parTrans" cxnId="{E7B4B894-DB08-4F32-BCD5-638958E9106F}">
      <dgm:prSet/>
      <dgm:spPr/>
      <dgm:t>
        <a:bodyPr/>
        <a:lstStyle/>
        <a:p>
          <a:endParaRPr lang="en-GB"/>
        </a:p>
      </dgm:t>
    </dgm:pt>
    <dgm:pt modelId="{2B426412-15F4-433A-A5FF-CC5209595167}" type="sibTrans" cxnId="{E7B4B894-DB08-4F32-BCD5-638958E9106F}">
      <dgm:prSet/>
      <dgm:spPr/>
      <dgm:t>
        <a:bodyPr/>
        <a:lstStyle/>
        <a:p>
          <a:endParaRPr lang="en-GB"/>
        </a:p>
      </dgm:t>
    </dgm:pt>
    <dgm:pt modelId="{537948DD-1FAF-4FD0-8ADE-71250297FF51}">
      <dgm:prSet phldrT="[Text]"/>
      <dgm:spPr>
        <a:solidFill>
          <a:srgbClr val="00B050"/>
        </a:solidFill>
        <a:effectLst>
          <a:glow rad="228600">
            <a:schemeClr val="accent6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Utility programs</a:t>
          </a:r>
        </a:p>
      </dgm:t>
    </dgm:pt>
    <dgm:pt modelId="{D409C5AC-9918-4107-9181-ABA5CDAEAA49}" type="parTrans" cxnId="{1AB8F756-EA50-4F96-AA9E-90B848332400}">
      <dgm:prSet/>
      <dgm:spPr/>
      <dgm:t>
        <a:bodyPr/>
        <a:lstStyle/>
        <a:p>
          <a:endParaRPr lang="en-GB"/>
        </a:p>
      </dgm:t>
    </dgm:pt>
    <dgm:pt modelId="{0144FDB3-B8E3-4DEA-8A03-BD4036D2F520}" type="sibTrans" cxnId="{1AB8F756-EA50-4F96-AA9E-90B848332400}">
      <dgm:prSet/>
      <dgm:spPr/>
      <dgm:t>
        <a:bodyPr/>
        <a:lstStyle/>
        <a:p>
          <a:endParaRPr lang="en-GB"/>
        </a:p>
      </dgm:t>
    </dgm:pt>
    <dgm:pt modelId="{26FCC270-7B21-4C3B-8C4F-5D593D03D776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Device drivers</a:t>
          </a:r>
        </a:p>
      </dgm:t>
    </dgm:pt>
    <dgm:pt modelId="{880D31AF-06DA-4C11-951F-6092F1378C83}" type="parTrans" cxnId="{C519072E-5B07-4A31-82E1-8AC99C4FE994}">
      <dgm:prSet/>
      <dgm:spPr/>
      <dgm:t>
        <a:bodyPr/>
        <a:lstStyle/>
        <a:p>
          <a:endParaRPr lang="en-GB"/>
        </a:p>
      </dgm:t>
    </dgm:pt>
    <dgm:pt modelId="{E8B1E0CA-EC82-4209-8D34-BD85322C2544}" type="sibTrans" cxnId="{C519072E-5B07-4A31-82E1-8AC99C4FE994}">
      <dgm:prSet/>
      <dgm:spPr/>
      <dgm:t>
        <a:bodyPr/>
        <a:lstStyle/>
        <a:p>
          <a:endParaRPr lang="en-GB"/>
        </a:p>
      </dgm:t>
    </dgm:pt>
    <dgm:pt modelId="{113031C7-C72C-4725-8D85-CC0D2F4531F6}" type="pres">
      <dgm:prSet presAssocID="{F49D8BA2-8AA6-4E8E-B8C0-50250FF3D2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357FC8C-7C1F-464C-916A-3217E246A454}" type="pres">
      <dgm:prSet presAssocID="{963FBF0A-F018-428C-AC83-47DDCB1128FC}" presName="Parent" presStyleLbl="node0" presStyleIdx="0" presStyleCnt="1">
        <dgm:presLayoutVars>
          <dgm:chMax val="6"/>
          <dgm:chPref val="6"/>
        </dgm:presLayoutVars>
      </dgm:prSet>
      <dgm:spPr/>
    </dgm:pt>
    <dgm:pt modelId="{990F3E95-85B1-4B7A-9140-CDF9DF62C594}" type="pres">
      <dgm:prSet presAssocID="{89FFB2BB-45DB-4461-BF74-8E42A39845BF}" presName="Accent1" presStyleCnt="0"/>
      <dgm:spPr/>
    </dgm:pt>
    <dgm:pt modelId="{F686F8D1-A85D-4DD8-B4B0-88F7C0DB8374}" type="pres">
      <dgm:prSet presAssocID="{89FFB2BB-45DB-4461-BF74-8E42A39845BF}" presName="Accent" presStyleLbl="bgShp" presStyleIdx="0" presStyleCnt="6"/>
      <dgm:spPr/>
    </dgm:pt>
    <dgm:pt modelId="{C31D2431-955D-46A6-963E-33D78A70921A}" type="pres">
      <dgm:prSet presAssocID="{89FFB2BB-45DB-4461-BF74-8E42A39845B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D649E17-9A00-4881-9565-0E4D979656AE}" type="pres">
      <dgm:prSet presAssocID="{95BFF843-5BD6-4A18-9C34-1052B9C05342}" presName="Accent2" presStyleCnt="0"/>
      <dgm:spPr/>
    </dgm:pt>
    <dgm:pt modelId="{0F31F399-B8A1-4F42-A0A7-97702D1AD5BF}" type="pres">
      <dgm:prSet presAssocID="{95BFF843-5BD6-4A18-9C34-1052B9C05342}" presName="Accent" presStyleLbl="bgShp" presStyleIdx="1" presStyleCnt="6"/>
      <dgm:spPr>
        <a:solidFill>
          <a:schemeClr val="bg1"/>
        </a:solidFill>
      </dgm:spPr>
    </dgm:pt>
    <dgm:pt modelId="{89E642D8-EBF7-4D80-B38E-347F6D18BAE7}" type="pres">
      <dgm:prSet presAssocID="{95BFF843-5BD6-4A18-9C34-1052B9C05342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783DA3-E8C4-4783-9586-1F8045DEAE67}" type="pres">
      <dgm:prSet presAssocID="{FBE921F0-F085-4CED-AE28-F082266BD9CA}" presName="Accent3" presStyleCnt="0"/>
      <dgm:spPr/>
    </dgm:pt>
    <dgm:pt modelId="{DFD40C17-8F9C-4770-8F8E-EB1C210EF075}" type="pres">
      <dgm:prSet presAssocID="{FBE921F0-F085-4CED-AE28-F082266BD9CA}" presName="Accent" presStyleLbl="bgShp" presStyleIdx="2" presStyleCnt="6"/>
      <dgm:spPr>
        <a:solidFill>
          <a:schemeClr val="bg1"/>
        </a:solidFill>
      </dgm:spPr>
    </dgm:pt>
    <dgm:pt modelId="{AE987D3F-96EA-43B2-90DB-C7F00D4CA33E}" type="pres">
      <dgm:prSet presAssocID="{FBE921F0-F085-4CED-AE28-F082266BD9C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D44F4B2-3B01-4C3C-B13F-E29A31F9D4B0}" type="pres">
      <dgm:prSet presAssocID="{CEE5E6BE-AE20-4140-BE75-A9D9471DD9F6}" presName="Accent4" presStyleCnt="0"/>
      <dgm:spPr/>
    </dgm:pt>
    <dgm:pt modelId="{8A42ED00-2A27-4450-92CB-08B44926EA7B}" type="pres">
      <dgm:prSet presAssocID="{CEE5E6BE-AE20-4140-BE75-A9D9471DD9F6}" presName="Accent" presStyleLbl="bgShp" presStyleIdx="3" presStyleCnt="6"/>
      <dgm:spPr>
        <a:solidFill>
          <a:schemeClr val="bg1"/>
        </a:solidFill>
      </dgm:spPr>
    </dgm:pt>
    <dgm:pt modelId="{252FC1CC-D828-4DB7-BC4A-0C0F1EBAC1C5}" type="pres">
      <dgm:prSet presAssocID="{CEE5E6BE-AE20-4140-BE75-A9D9471DD9F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76C152F-919F-44BC-9D28-E4291E744FA4}" type="pres">
      <dgm:prSet presAssocID="{537948DD-1FAF-4FD0-8ADE-71250297FF51}" presName="Accent5" presStyleCnt="0"/>
      <dgm:spPr/>
    </dgm:pt>
    <dgm:pt modelId="{6B9C97D9-E56B-4AA6-A6E5-02C819CB2799}" type="pres">
      <dgm:prSet presAssocID="{537948DD-1FAF-4FD0-8ADE-71250297FF51}" presName="Accent" presStyleLbl="bgShp" presStyleIdx="4" presStyleCnt="6"/>
      <dgm:spPr>
        <a:solidFill>
          <a:schemeClr val="bg1"/>
        </a:solidFill>
      </dgm:spPr>
    </dgm:pt>
    <dgm:pt modelId="{C579D5B0-99FD-4390-B3A4-7F0664616094}" type="pres">
      <dgm:prSet presAssocID="{537948DD-1FAF-4FD0-8ADE-71250297FF5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4459EA6-9FF0-4B45-A0D8-1E3BB96889B3}" type="pres">
      <dgm:prSet presAssocID="{26FCC270-7B21-4C3B-8C4F-5D593D03D776}" presName="Accent6" presStyleCnt="0"/>
      <dgm:spPr/>
    </dgm:pt>
    <dgm:pt modelId="{173ECFB4-BF58-4B0B-88DE-DDF5372B268B}" type="pres">
      <dgm:prSet presAssocID="{26FCC270-7B21-4C3B-8C4F-5D593D03D776}" presName="Accent" presStyleLbl="bgShp" presStyleIdx="5" presStyleCnt="6"/>
      <dgm:spPr>
        <a:solidFill>
          <a:schemeClr val="bg1"/>
        </a:solidFill>
      </dgm:spPr>
    </dgm:pt>
    <dgm:pt modelId="{E8E55DDB-0753-4460-96AC-D66BFF2FCD00}" type="pres">
      <dgm:prSet presAssocID="{26FCC270-7B21-4C3B-8C4F-5D593D03D7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8C6751C-D66D-4ECA-8FD8-26C007A3621C}" srcId="{963FBF0A-F018-428C-AC83-47DDCB1128FC}" destId="{89FFB2BB-45DB-4461-BF74-8E42A39845BF}" srcOrd="0" destOrd="0" parTransId="{24F29E42-0558-4A8E-BD4A-1EEA0267FE3F}" sibTransId="{6258E58E-091B-4DDB-94FD-55209CAF2520}"/>
    <dgm:cxn modelId="{36173328-584C-420A-A56D-D9A942A6D5CF}" type="presOf" srcId="{89FFB2BB-45DB-4461-BF74-8E42A39845BF}" destId="{C31D2431-955D-46A6-963E-33D78A70921A}" srcOrd="0" destOrd="0" presId="urn:microsoft.com/office/officeart/2011/layout/HexagonRadial"/>
    <dgm:cxn modelId="{C519072E-5B07-4A31-82E1-8AC99C4FE994}" srcId="{963FBF0A-F018-428C-AC83-47DDCB1128FC}" destId="{26FCC270-7B21-4C3B-8C4F-5D593D03D776}" srcOrd="5" destOrd="0" parTransId="{880D31AF-06DA-4C11-951F-6092F1378C83}" sibTransId="{E8B1E0CA-EC82-4209-8D34-BD85322C2544}"/>
    <dgm:cxn modelId="{57524335-AFFF-4983-82D2-D2180B4058E6}" srcId="{963FBF0A-F018-428C-AC83-47DDCB1128FC}" destId="{95BFF843-5BD6-4A18-9C34-1052B9C05342}" srcOrd="1" destOrd="0" parTransId="{D22A5F25-A71E-48C9-8EEC-D09078E9095D}" sibTransId="{446B75D7-CD0B-472C-AC4D-F60DF61D995C}"/>
    <dgm:cxn modelId="{EE798C44-56DF-4431-B05A-EF46477E6418}" type="presOf" srcId="{26FCC270-7B21-4C3B-8C4F-5D593D03D776}" destId="{E8E55DDB-0753-4460-96AC-D66BFF2FCD00}" srcOrd="0" destOrd="0" presId="urn:microsoft.com/office/officeart/2011/layout/HexagonRadial"/>
    <dgm:cxn modelId="{08825A49-02EB-4773-8CF2-610952444348}" srcId="{963FBF0A-F018-428C-AC83-47DDCB1128FC}" destId="{FBE921F0-F085-4CED-AE28-F082266BD9CA}" srcOrd="2" destOrd="0" parTransId="{97B2565B-7EAB-4345-89ED-771749A6899F}" sibTransId="{7F14DB93-987D-4E19-9FB2-EA2B29D55409}"/>
    <dgm:cxn modelId="{B8461C6F-4C2D-4EFB-804D-9E3E70EF0798}" type="presOf" srcId="{95BFF843-5BD6-4A18-9C34-1052B9C05342}" destId="{89E642D8-EBF7-4D80-B38E-347F6D18BAE7}" srcOrd="0" destOrd="0" presId="urn:microsoft.com/office/officeart/2011/layout/HexagonRadial"/>
    <dgm:cxn modelId="{00A30856-96E0-43D1-B7A4-4D003F4D2D5E}" type="presOf" srcId="{537948DD-1FAF-4FD0-8ADE-71250297FF51}" destId="{C579D5B0-99FD-4390-B3A4-7F0664616094}" srcOrd="0" destOrd="0" presId="urn:microsoft.com/office/officeart/2011/layout/HexagonRadial"/>
    <dgm:cxn modelId="{1AB8F756-EA50-4F96-AA9E-90B848332400}" srcId="{963FBF0A-F018-428C-AC83-47DDCB1128FC}" destId="{537948DD-1FAF-4FD0-8ADE-71250297FF51}" srcOrd="4" destOrd="0" parTransId="{D409C5AC-9918-4107-9181-ABA5CDAEAA49}" sibTransId="{0144FDB3-B8E3-4DEA-8A03-BD4036D2F520}"/>
    <dgm:cxn modelId="{BBFA148E-D0D8-47DB-B69D-25F7DA784FD2}" srcId="{F49D8BA2-8AA6-4E8E-B8C0-50250FF3D2B7}" destId="{963FBF0A-F018-428C-AC83-47DDCB1128FC}" srcOrd="0" destOrd="0" parTransId="{5DC6D3E2-D4EA-454B-BD92-F499E59B79E0}" sibTransId="{799A8F3B-8845-4097-A1B8-524E5CB9DA96}"/>
    <dgm:cxn modelId="{AD877292-209B-473D-B1D9-705971377C8D}" type="presOf" srcId="{FBE921F0-F085-4CED-AE28-F082266BD9CA}" destId="{AE987D3F-96EA-43B2-90DB-C7F00D4CA33E}" srcOrd="0" destOrd="0" presId="urn:microsoft.com/office/officeart/2011/layout/HexagonRadial"/>
    <dgm:cxn modelId="{E7B4B894-DB08-4F32-BCD5-638958E9106F}" srcId="{963FBF0A-F018-428C-AC83-47DDCB1128FC}" destId="{CEE5E6BE-AE20-4140-BE75-A9D9471DD9F6}" srcOrd="3" destOrd="0" parTransId="{23623BA6-0676-40FE-972C-8F39C501DF88}" sibTransId="{2B426412-15F4-433A-A5FF-CC5209595167}"/>
    <dgm:cxn modelId="{B3907797-04AF-4A5D-A0CA-52EFC6E260A4}" type="presOf" srcId="{963FBF0A-F018-428C-AC83-47DDCB1128FC}" destId="{D357FC8C-7C1F-464C-916A-3217E246A454}" srcOrd="0" destOrd="0" presId="urn:microsoft.com/office/officeart/2011/layout/HexagonRadial"/>
    <dgm:cxn modelId="{FF091D9B-343F-46F9-8750-234975C818F9}" type="presOf" srcId="{CEE5E6BE-AE20-4140-BE75-A9D9471DD9F6}" destId="{252FC1CC-D828-4DB7-BC4A-0C0F1EBAC1C5}" srcOrd="0" destOrd="0" presId="urn:microsoft.com/office/officeart/2011/layout/HexagonRadial"/>
    <dgm:cxn modelId="{9C6A1CFE-E237-4042-A5FC-A4365FBDDA6C}" type="presOf" srcId="{F49D8BA2-8AA6-4E8E-B8C0-50250FF3D2B7}" destId="{113031C7-C72C-4725-8D85-CC0D2F4531F6}" srcOrd="0" destOrd="0" presId="urn:microsoft.com/office/officeart/2011/layout/HexagonRadial"/>
    <dgm:cxn modelId="{A45F580C-8797-4E56-95BE-5B899007E015}" type="presParOf" srcId="{113031C7-C72C-4725-8D85-CC0D2F4531F6}" destId="{D357FC8C-7C1F-464C-916A-3217E246A454}" srcOrd="0" destOrd="0" presId="urn:microsoft.com/office/officeart/2011/layout/HexagonRadial"/>
    <dgm:cxn modelId="{3A4B75B4-1B83-4B42-A39E-9F7E4FB961FD}" type="presParOf" srcId="{113031C7-C72C-4725-8D85-CC0D2F4531F6}" destId="{990F3E95-85B1-4B7A-9140-CDF9DF62C594}" srcOrd="1" destOrd="0" presId="urn:microsoft.com/office/officeart/2011/layout/HexagonRadial"/>
    <dgm:cxn modelId="{877C3B72-DC25-4337-B464-9213D72F13B8}" type="presParOf" srcId="{990F3E95-85B1-4B7A-9140-CDF9DF62C594}" destId="{F686F8D1-A85D-4DD8-B4B0-88F7C0DB8374}" srcOrd="0" destOrd="0" presId="urn:microsoft.com/office/officeart/2011/layout/HexagonRadial"/>
    <dgm:cxn modelId="{97143EC9-7049-4078-A9E9-6D525898A7B2}" type="presParOf" srcId="{113031C7-C72C-4725-8D85-CC0D2F4531F6}" destId="{C31D2431-955D-46A6-963E-33D78A70921A}" srcOrd="2" destOrd="0" presId="urn:microsoft.com/office/officeart/2011/layout/HexagonRadial"/>
    <dgm:cxn modelId="{25C369D0-9E21-4D6A-B467-EC1AAC640FF0}" type="presParOf" srcId="{113031C7-C72C-4725-8D85-CC0D2F4531F6}" destId="{0D649E17-9A00-4881-9565-0E4D979656AE}" srcOrd="3" destOrd="0" presId="urn:microsoft.com/office/officeart/2011/layout/HexagonRadial"/>
    <dgm:cxn modelId="{D04D8887-FEBC-40D4-895E-0536622BD009}" type="presParOf" srcId="{0D649E17-9A00-4881-9565-0E4D979656AE}" destId="{0F31F399-B8A1-4F42-A0A7-97702D1AD5BF}" srcOrd="0" destOrd="0" presId="urn:microsoft.com/office/officeart/2011/layout/HexagonRadial"/>
    <dgm:cxn modelId="{7A81646A-66B1-461C-9FBA-CC1551E58843}" type="presParOf" srcId="{113031C7-C72C-4725-8D85-CC0D2F4531F6}" destId="{89E642D8-EBF7-4D80-B38E-347F6D18BAE7}" srcOrd="4" destOrd="0" presId="urn:microsoft.com/office/officeart/2011/layout/HexagonRadial"/>
    <dgm:cxn modelId="{635766F2-843E-4232-95C3-C56BB9258EF2}" type="presParOf" srcId="{113031C7-C72C-4725-8D85-CC0D2F4531F6}" destId="{FA783DA3-E8C4-4783-9586-1F8045DEAE67}" srcOrd="5" destOrd="0" presId="urn:microsoft.com/office/officeart/2011/layout/HexagonRadial"/>
    <dgm:cxn modelId="{5BF165C6-8D79-405E-A805-56C771ED2F48}" type="presParOf" srcId="{FA783DA3-E8C4-4783-9586-1F8045DEAE67}" destId="{DFD40C17-8F9C-4770-8F8E-EB1C210EF075}" srcOrd="0" destOrd="0" presId="urn:microsoft.com/office/officeart/2011/layout/HexagonRadial"/>
    <dgm:cxn modelId="{3E82D53B-5A92-41D9-9610-B9121A93C5FA}" type="presParOf" srcId="{113031C7-C72C-4725-8D85-CC0D2F4531F6}" destId="{AE987D3F-96EA-43B2-90DB-C7F00D4CA33E}" srcOrd="6" destOrd="0" presId="urn:microsoft.com/office/officeart/2011/layout/HexagonRadial"/>
    <dgm:cxn modelId="{A5A21C4F-F359-4CAB-B028-989832EE8A7D}" type="presParOf" srcId="{113031C7-C72C-4725-8D85-CC0D2F4531F6}" destId="{ED44F4B2-3B01-4C3C-B13F-E29A31F9D4B0}" srcOrd="7" destOrd="0" presId="urn:microsoft.com/office/officeart/2011/layout/HexagonRadial"/>
    <dgm:cxn modelId="{D34F67FC-AF29-43D5-A47A-F716C39C384F}" type="presParOf" srcId="{ED44F4B2-3B01-4C3C-B13F-E29A31F9D4B0}" destId="{8A42ED00-2A27-4450-92CB-08B44926EA7B}" srcOrd="0" destOrd="0" presId="urn:microsoft.com/office/officeart/2011/layout/HexagonRadial"/>
    <dgm:cxn modelId="{DE8C5A56-AC2C-4CA8-B6B6-11411A4358EE}" type="presParOf" srcId="{113031C7-C72C-4725-8D85-CC0D2F4531F6}" destId="{252FC1CC-D828-4DB7-BC4A-0C0F1EBAC1C5}" srcOrd="8" destOrd="0" presId="urn:microsoft.com/office/officeart/2011/layout/HexagonRadial"/>
    <dgm:cxn modelId="{105D3670-688A-4777-B30C-53C529DA9795}" type="presParOf" srcId="{113031C7-C72C-4725-8D85-CC0D2F4531F6}" destId="{E76C152F-919F-44BC-9D28-E4291E744FA4}" srcOrd="9" destOrd="0" presId="urn:microsoft.com/office/officeart/2011/layout/HexagonRadial"/>
    <dgm:cxn modelId="{BC776F82-658A-40F4-8590-1524538669A8}" type="presParOf" srcId="{E76C152F-919F-44BC-9D28-E4291E744FA4}" destId="{6B9C97D9-E56B-4AA6-A6E5-02C819CB2799}" srcOrd="0" destOrd="0" presId="urn:microsoft.com/office/officeart/2011/layout/HexagonRadial"/>
    <dgm:cxn modelId="{2FD06588-30B3-4EDB-8897-A59736E4065D}" type="presParOf" srcId="{113031C7-C72C-4725-8D85-CC0D2F4531F6}" destId="{C579D5B0-99FD-4390-B3A4-7F0664616094}" srcOrd="10" destOrd="0" presId="urn:microsoft.com/office/officeart/2011/layout/HexagonRadial"/>
    <dgm:cxn modelId="{113CFBDF-51D5-4B31-9BB7-797962322ACA}" type="presParOf" srcId="{113031C7-C72C-4725-8D85-CC0D2F4531F6}" destId="{34459EA6-9FF0-4B45-A0D8-1E3BB96889B3}" srcOrd="11" destOrd="0" presId="urn:microsoft.com/office/officeart/2011/layout/HexagonRadial"/>
    <dgm:cxn modelId="{EE487002-C150-4478-851C-6E917A47F1AD}" type="presParOf" srcId="{34459EA6-9FF0-4B45-A0D8-1E3BB96889B3}" destId="{173ECFB4-BF58-4B0B-88DE-DDF5372B268B}" srcOrd="0" destOrd="0" presId="urn:microsoft.com/office/officeart/2011/layout/HexagonRadial"/>
    <dgm:cxn modelId="{7D38C9C3-A019-4B09-A38D-F3CEC61201EF}" type="presParOf" srcId="{113031C7-C72C-4725-8D85-CC0D2F4531F6}" destId="{E8E55DDB-0753-4460-96AC-D66BFF2FCD0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9D8BA2-8AA6-4E8E-B8C0-50250FF3D2B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63FBF0A-F018-428C-AC83-47DDCB1128FC}">
      <dgm:prSet phldrT="[Text]"/>
      <dgm:spPr/>
      <dgm:t>
        <a:bodyPr/>
        <a:lstStyle/>
        <a:p>
          <a:r>
            <a:rPr lang="en-GB" dirty="0"/>
            <a:t>Operating system</a:t>
          </a:r>
        </a:p>
      </dgm:t>
    </dgm:pt>
    <dgm:pt modelId="{5DC6D3E2-D4EA-454B-BD92-F499E59B79E0}" type="parTrans" cxnId="{BBFA148E-D0D8-47DB-B69D-25F7DA784FD2}">
      <dgm:prSet/>
      <dgm:spPr/>
      <dgm:t>
        <a:bodyPr/>
        <a:lstStyle/>
        <a:p>
          <a:endParaRPr lang="en-GB"/>
        </a:p>
      </dgm:t>
    </dgm:pt>
    <dgm:pt modelId="{799A8F3B-8845-4097-A1B8-524E5CB9DA96}" type="sibTrans" cxnId="{BBFA148E-D0D8-47DB-B69D-25F7DA784FD2}">
      <dgm:prSet/>
      <dgm:spPr/>
      <dgm:t>
        <a:bodyPr/>
        <a:lstStyle/>
        <a:p>
          <a:endParaRPr lang="en-GB"/>
        </a:p>
      </dgm:t>
    </dgm:pt>
    <dgm:pt modelId="{89FFB2BB-45DB-4461-BF74-8E42A39845BF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User</a:t>
          </a:r>
        </a:p>
      </dgm:t>
    </dgm:pt>
    <dgm:pt modelId="{24F29E42-0558-4A8E-BD4A-1EEA0267FE3F}" type="parTrans" cxnId="{18C6751C-D66D-4ECA-8FD8-26C007A3621C}">
      <dgm:prSet/>
      <dgm:spPr/>
      <dgm:t>
        <a:bodyPr/>
        <a:lstStyle/>
        <a:p>
          <a:endParaRPr lang="en-GB"/>
        </a:p>
      </dgm:t>
    </dgm:pt>
    <dgm:pt modelId="{6258E58E-091B-4DDB-94FD-55209CAF2520}" type="sibTrans" cxnId="{18C6751C-D66D-4ECA-8FD8-26C007A3621C}">
      <dgm:prSet/>
      <dgm:spPr/>
      <dgm:t>
        <a:bodyPr/>
        <a:lstStyle/>
        <a:p>
          <a:endParaRPr lang="en-GB"/>
        </a:p>
      </dgm:t>
    </dgm:pt>
    <dgm:pt modelId="{95BFF843-5BD6-4A18-9C34-1052B9C0534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GB" dirty="0"/>
            <a:t>Application software</a:t>
          </a:r>
        </a:p>
      </dgm:t>
    </dgm:pt>
    <dgm:pt modelId="{D22A5F25-A71E-48C9-8EEC-D09078E9095D}" type="parTrans" cxnId="{57524335-AFFF-4983-82D2-D2180B4058E6}">
      <dgm:prSet/>
      <dgm:spPr/>
      <dgm:t>
        <a:bodyPr/>
        <a:lstStyle/>
        <a:p>
          <a:endParaRPr lang="en-GB"/>
        </a:p>
      </dgm:t>
    </dgm:pt>
    <dgm:pt modelId="{446B75D7-CD0B-472C-AC4D-F60DF61D995C}" type="sibTrans" cxnId="{57524335-AFFF-4983-82D2-D2180B4058E6}">
      <dgm:prSet/>
      <dgm:spPr/>
      <dgm:t>
        <a:bodyPr/>
        <a:lstStyle/>
        <a:p>
          <a:endParaRPr lang="en-GB"/>
        </a:p>
      </dgm:t>
    </dgm:pt>
    <dgm:pt modelId="{FBE921F0-F085-4CED-AE28-F082266BD9CA}">
      <dgm:prSet phldrT="[Text]"/>
      <dgm:spPr>
        <a:solidFill>
          <a:srgbClr val="EA5C5C"/>
        </a:solidFill>
      </dgm:spPr>
      <dgm:t>
        <a:bodyPr/>
        <a:lstStyle/>
        <a:p>
          <a:r>
            <a:rPr lang="en-GB" dirty="0"/>
            <a:t>User interface</a:t>
          </a:r>
        </a:p>
      </dgm:t>
    </dgm:pt>
    <dgm:pt modelId="{97B2565B-7EAB-4345-89ED-771749A6899F}" type="parTrans" cxnId="{08825A49-02EB-4773-8CF2-610952444348}">
      <dgm:prSet/>
      <dgm:spPr/>
      <dgm:t>
        <a:bodyPr/>
        <a:lstStyle/>
        <a:p>
          <a:endParaRPr lang="en-GB"/>
        </a:p>
      </dgm:t>
    </dgm:pt>
    <dgm:pt modelId="{7F14DB93-987D-4E19-9FB2-EA2B29D55409}" type="sibTrans" cxnId="{08825A49-02EB-4773-8CF2-610952444348}">
      <dgm:prSet/>
      <dgm:spPr/>
      <dgm:t>
        <a:bodyPr/>
        <a:lstStyle/>
        <a:p>
          <a:endParaRPr lang="en-GB"/>
        </a:p>
      </dgm:t>
    </dgm:pt>
    <dgm:pt modelId="{CEE5E6BE-AE20-4140-BE75-A9D9471DD9F6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/>
            <a:t>Hardware</a:t>
          </a:r>
        </a:p>
      </dgm:t>
    </dgm:pt>
    <dgm:pt modelId="{23623BA6-0676-40FE-972C-8F39C501DF88}" type="parTrans" cxnId="{E7B4B894-DB08-4F32-BCD5-638958E9106F}">
      <dgm:prSet/>
      <dgm:spPr/>
      <dgm:t>
        <a:bodyPr/>
        <a:lstStyle/>
        <a:p>
          <a:endParaRPr lang="en-GB"/>
        </a:p>
      </dgm:t>
    </dgm:pt>
    <dgm:pt modelId="{2B426412-15F4-433A-A5FF-CC5209595167}" type="sibTrans" cxnId="{E7B4B894-DB08-4F32-BCD5-638958E9106F}">
      <dgm:prSet/>
      <dgm:spPr/>
      <dgm:t>
        <a:bodyPr/>
        <a:lstStyle/>
        <a:p>
          <a:endParaRPr lang="en-GB"/>
        </a:p>
      </dgm:t>
    </dgm:pt>
    <dgm:pt modelId="{537948DD-1FAF-4FD0-8ADE-71250297FF51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Utility programs</a:t>
          </a:r>
        </a:p>
      </dgm:t>
    </dgm:pt>
    <dgm:pt modelId="{D409C5AC-9918-4107-9181-ABA5CDAEAA49}" type="parTrans" cxnId="{1AB8F756-EA50-4F96-AA9E-90B848332400}">
      <dgm:prSet/>
      <dgm:spPr/>
      <dgm:t>
        <a:bodyPr/>
        <a:lstStyle/>
        <a:p>
          <a:endParaRPr lang="en-GB"/>
        </a:p>
      </dgm:t>
    </dgm:pt>
    <dgm:pt modelId="{0144FDB3-B8E3-4DEA-8A03-BD4036D2F520}" type="sibTrans" cxnId="{1AB8F756-EA50-4F96-AA9E-90B848332400}">
      <dgm:prSet/>
      <dgm:spPr/>
      <dgm:t>
        <a:bodyPr/>
        <a:lstStyle/>
        <a:p>
          <a:endParaRPr lang="en-GB"/>
        </a:p>
      </dgm:t>
    </dgm:pt>
    <dgm:pt modelId="{26FCC270-7B21-4C3B-8C4F-5D593D03D776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Device drivers</a:t>
          </a:r>
        </a:p>
      </dgm:t>
    </dgm:pt>
    <dgm:pt modelId="{880D31AF-06DA-4C11-951F-6092F1378C83}" type="parTrans" cxnId="{C519072E-5B07-4A31-82E1-8AC99C4FE994}">
      <dgm:prSet/>
      <dgm:spPr/>
      <dgm:t>
        <a:bodyPr/>
        <a:lstStyle/>
        <a:p>
          <a:endParaRPr lang="en-GB"/>
        </a:p>
      </dgm:t>
    </dgm:pt>
    <dgm:pt modelId="{E8B1E0CA-EC82-4209-8D34-BD85322C2544}" type="sibTrans" cxnId="{C519072E-5B07-4A31-82E1-8AC99C4FE994}">
      <dgm:prSet/>
      <dgm:spPr/>
      <dgm:t>
        <a:bodyPr/>
        <a:lstStyle/>
        <a:p>
          <a:endParaRPr lang="en-GB"/>
        </a:p>
      </dgm:t>
    </dgm:pt>
    <dgm:pt modelId="{113031C7-C72C-4725-8D85-CC0D2F4531F6}" type="pres">
      <dgm:prSet presAssocID="{F49D8BA2-8AA6-4E8E-B8C0-50250FF3D2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357FC8C-7C1F-464C-916A-3217E246A454}" type="pres">
      <dgm:prSet presAssocID="{963FBF0A-F018-428C-AC83-47DDCB1128FC}" presName="Parent" presStyleLbl="node0" presStyleIdx="0" presStyleCnt="1">
        <dgm:presLayoutVars>
          <dgm:chMax val="6"/>
          <dgm:chPref val="6"/>
        </dgm:presLayoutVars>
      </dgm:prSet>
      <dgm:spPr/>
    </dgm:pt>
    <dgm:pt modelId="{990F3E95-85B1-4B7A-9140-CDF9DF62C594}" type="pres">
      <dgm:prSet presAssocID="{89FFB2BB-45DB-4461-BF74-8E42A39845BF}" presName="Accent1" presStyleCnt="0"/>
      <dgm:spPr/>
    </dgm:pt>
    <dgm:pt modelId="{F686F8D1-A85D-4DD8-B4B0-88F7C0DB8374}" type="pres">
      <dgm:prSet presAssocID="{89FFB2BB-45DB-4461-BF74-8E42A39845BF}" presName="Accent" presStyleLbl="bgShp" presStyleIdx="0" presStyleCnt="6"/>
      <dgm:spPr/>
    </dgm:pt>
    <dgm:pt modelId="{C31D2431-955D-46A6-963E-33D78A70921A}" type="pres">
      <dgm:prSet presAssocID="{89FFB2BB-45DB-4461-BF74-8E42A39845B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D649E17-9A00-4881-9565-0E4D979656AE}" type="pres">
      <dgm:prSet presAssocID="{95BFF843-5BD6-4A18-9C34-1052B9C05342}" presName="Accent2" presStyleCnt="0"/>
      <dgm:spPr/>
    </dgm:pt>
    <dgm:pt modelId="{0F31F399-B8A1-4F42-A0A7-97702D1AD5BF}" type="pres">
      <dgm:prSet presAssocID="{95BFF843-5BD6-4A18-9C34-1052B9C05342}" presName="Accent" presStyleLbl="bgShp" presStyleIdx="1" presStyleCnt="6"/>
      <dgm:spPr>
        <a:solidFill>
          <a:schemeClr val="bg1"/>
        </a:solidFill>
      </dgm:spPr>
    </dgm:pt>
    <dgm:pt modelId="{89E642D8-EBF7-4D80-B38E-347F6D18BAE7}" type="pres">
      <dgm:prSet presAssocID="{95BFF843-5BD6-4A18-9C34-1052B9C05342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783DA3-E8C4-4783-9586-1F8045DEAE67}" type="pres">
      <dgm:prSet presAssocID="{FBE921F0-F085-4CED-AE28-F082266BD9CA}" presName="Accent3" presStyleCnt="0"/>
      <dgm:spPr/>
    </dgm:pt>
    <dgm:pt modelId="{DFD40C17-8F9C-4770-8F8E-EB1C210EF075}" type="pres">
      <dgm:prSet presAssocID="{FBE921F0-F085-4CED-AE28-F082266BD9CA}" presName="Accent" presStyleLbl="bgShp" presStyleIdx="2" presStyleCnt="6"/>
      <dgm:spPr>
        <a:solidFill>
          <a:schemeClr val="bg1"/>
        </a:solidFill>
      </dgm:spPr>
    </dgm:pt>
    <dgm:pt modelId="{AE987D3F-96EA-43B2-90DB-C7F00D4CA33E}" type="pres">
      <dgm:prSet presAssocID="{FBE921F0-F085-4CED-AE28-F082266BD9C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D44F4B2-3B01-4C3C-B13F-E29A31F9D4B0}" type="pres">
      <dgm:prSet presAssocID="{CEE5E6BE-AE20-4140-BE75-A9D9471DD9F6}" presName="Accent4" presStyleCnt="0"/>
      <dgm:spPr/>
    </dgm:pt>
    <dgm:pt modelId="{8A42ED00-2A27-4450-92CB-08B44926EA7B}" type="pres">
      <dgm:prSet presAssocID="{CEE5E6BE-AE20-4140-BE75-A9D9471DD9F6}" presName="Accent" presStyleLbl="bgShp" presStyleIdx="3" presStyleCnt="6"/>
      <dgm:spPr>
        <a:solidFill>
          <a:schemeClr val="bg1"/>
        </a:solidFill>
      </dgm:spPr>
    </dgm:pt>
    <dgm:pt modelId="{252FC1CC-D828-4DB7-BC4A-0C0F1EBAC1C5}" type="pres">
      <dgm:prSet presAssocID="{CEE5E6BE-AE20-4140-BE75-A9D9471DD9F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76C152F-919F-44BC-9D28-E4291E744FA4}" type="pres">
      <dgm:prSet presAssocID="{537948DD-1FAF-4FD0-8ADE-71250297FF51}" presName="Accent5" presStyleCnt="0"/>
      <dgm:spPr/>
    </dgm:pt>
    <dgm:pt modelId="{6B9C97D9-E56B-4AA6-A6E5-02C819CB2799}" type="pres">
      <dgm:prSet presAssocID="{537948DD-1FAF-4FD0-8ADE-71250297FF51}" presName="Accent" presStyleLbl="bgShp" presStyleIdx="4" presStyleCnt="6"/>
      <dgm:spPr>
        <a:solidFill>
          <a:schemeClr val="bg1"/>
        </a:solidFill>
      </dgm:spPr>
    </dgm:pt>
    <dgm:pt modelId="{C579D5B0-99FD-4390-B3A4-7F0664616094}" type="pres">
      <dgm:prSet presAssocID="{537948DD-1FAF-4FD0-8ADE-71250297FF5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4459EA6-9FF0-4B45-A0D8-1E3BB96889B3}" type="pres">
      <dgm:prSet presAssocID="{26FCC270-7B21-4C3B-8C4F-5D593D03D776}" presName="Accent6" presStyleCnt="0"/>
      <dgm:spPr/>
    </dgm:pt>
    <dgm:pt modelId="{173ECFB4-BF58-4B0B-88DE-DDF5372B268B}" type="pres">
      <dgm:prSet presAssocID="{26FCC270-7B21-4C3B-8C4F-5D593D03D776}" presName="Accent" presStyleLbl="bgShp" presStyleIdx="5" presStyleCnt="6"/>
      <dgm:spPr>
        <a:solidFill>
          <a:schemeClr val="bg1"/>
        </a:solidFill>
      </dgm:spPr>
    </dgm:pt>
    <dgm:pt modelId="{E8E55DDB-0753-4460-96AC-D66BFF2FCD00}" type="pres">
      <dgm:prSet presAssocID="{26FCC270-7B21-4C3B-8C4F-5D593D03D7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8C6751C-D66D-4ECA-8FD8-26C007A3621C}" srcId="{963FBF0A-F018-428C-AC83-47DDCB1128FC}" destId="{89FFB2BB-45DB-4461-BF74-8E42A39845BF}" srcOrd="0" destOrd="0" parTransId="{24F29E42-0558-4A8E-BD4A-1EEA0267FE3F}" sibTransId="{6258E58E-091B-4DDB-94FD-55209CAF2520}"/>
    <dgm:cxn modelId="{36173328-584C-420A-A56D-D9A942A6D5CF}" type="presOf" srcId="{89FFB2BB-45DB-4461-BF74-8E42A39845BF}" destId="{C31D2431-955D-46A6-963E-33D78A70921A}" srcOrd="0" destOrd="0" presId="urn:microsoft.com/office/officeart/2011/layout/HexagonRadial"/>
    <dgm:cxn modelId="{C519072E-5B07-4A31-82E1-8AC99C4FE994}" srcId="{963FBF0A-F018-428C-AC83-47DDCB1128FC}" destId="{26FCC270-7B21-4C3B-8C4F-5D593D03D776}" srcOrd="5" destOrd="0" parTransId="{880D31AF-06DA-4C11-951F-6092F1378C83}" sibTransId="{E8B1E0CA-EC82-4209-8D34-BD85322C2544}"/>
    <dgm:cxn modelId="{57524335-AFFF-4983-82D2-D2180B4058E6}" srcId="{963FBF0A-F018-428C-AC83-47DDCB1128FC}" destId="{95BFF843-5BD6-4A18-9C34-1052B9C05342}" srcOrd="1" destOrd="0" parTransId="{D22A5F25-A71E-48C9-8EEC-D09078E9095D}" sibTransId="{446B75D7-CD0B-472C-AC4D-F60DF61D995C}"/>
    <dgm:cxn modelId="{EE798C44-56DF-4431-B05A-EF46477E6418}" type="presOf" srcId="{26FCC270-7B21-4C3B-8C4F-5D593D03D776}" destId="{E8E55DDB-0753-4460-96AC-D66BFF2FCD00}" srcOrd="0" destOrd="0" presId="urn:microsoft.com/office/officeart/2011/layout/HexagonRadial"/>
    <dgm:cxn modelId="{08825A49-02EB-4773-8CF2-610952444348}" srcId="{963FBF0A-F018-428C-AC83-47DDCB1128FC}" destId="{FBE921F0-F085-4CED-AE28-F082266BD9CA}" srcOrd="2" destOrd="0" parTransId="{97B2565B-7EAB-4345-89ED-771749A6899F}" sibTransId="{7F14DB93-987D-4E19-9FB2-EA2B29D55409}"/>
    <dgm:cxn modelId="{B8461C6F-4C2D-4EFB-804D-9E3E70EF0798}" type="presOf" srcId="{95BFF843-5BD6-4A18-9C34-1052B9C05342}" destId="{89E642D8-EBF7-4D80-B38E-347F6D18BAE7}" srcOrd="0" destOrd="0" presId="urn:microsoft.com/office/officeart/2011/layout/HexagonRadial"/>
    <dgm:cxn modelId="{00A30856-96E0-43D1-B7A4-4D003F4D2D5E}" type="presOf" srcId="{537948DD-1FAF-4FD0-8ADE-71250297FF51}" destId="{C579D5B0-99FD-4390-B3A4-7F0664616094}" srcOrd="0" destOrd="0" presId="urn:microsoft.com/office/officeart/2011/layout/HexagonRadial"/>
    <dgm:cxn modelId="{1AB8F756-EA50-4F96-AA9E-90B848332400}" srcId="{963FBF0A-F018-428C-AC83-47DDCB1128FC}" destId="{537948DD-1FAF-4FD0-8ADE-71250297FF51}" srcOrd="4" destOrd="0" parTransId="{D409C5AC-9918-4107-9181-ABA5CDAEAA49}" sibTransId="{0144FDB3-B8E3-4DEA-8A03-BD4036D2F520}"/>
    <dgm:cxn modelId="{BBFA148E-D0D8-47DB-B69D-25F7DA784FD2}" srcId="{F49D8BA2-8AA6-4E8E-B8C0-50250FF3D2B7}" destId="{963FBF0A-F018-428C-AC83-47DDCB1128FC}" srcOrd="0" destOrd="0" parTransId="{5DC6D3E2-D4EA-454B-BD92-F499E59B79E0}" sibTransId="{799A8F3B-8845-4097-A1B8-524E5CB9DA96}"/>
    <dgm:cxn modelId="{AD877292-209B-473D-B1D9-705971377C8D}" type="presOf" srcId="{FBE921F0-F085-4CED-AE28-F082266BD9CA}" destId="{AE987D3F-96EA-43B2-90DB-C7F00D4CA33E}" srcOrd="0" destOrd="0" presId="urn:microsoft.com/office/officeart/2011/layout/HexagonRadial"/>
    <dgm:cxn modelId="{E7B4B894-DB08-4F32-BCD5-638958E9106F}" srcId="{963FBF0A-F018-428C-AC83-47DDCB1128FC}" destId="{CEE5E6BE-AE20-4140-BE75-A9D9471DD9F6}" srcOrd="3" destOrd="0" parTransId="{23623BA6-0676-40FE-972C-8F39C501DF88}" sibTransId="{2B426412-15F4-433A-A5FF-CC5209595167}"/>
    <dgm:cxn modelId="{B3907797-04AF-4A5D-A0CA-52EFC6E260A4}" type="presOf" srcId="{963FBF0A-F018-428C-AC83-47DDCB1128FC}" destId="{D357FC8C-7C1F-464C-916A-3217E246A454}" srcOrd="0" destOrd="0" presId="urn:microsoft.com/office/officeart/2011/layout/HexagonRadial"/>
    <dgm:cxn modelId="{FF091D9B-343F-46F9-8750-234975C818F9}" type="presOf" srcId="{CEE5E6BE-AE20-4140-BE75-A9D9471DD9F6}" destId="{252FC1CC-D828-4DB7-BC4A-0C0F1EBAC1C5}" srcOrd="0" destOrd="0" presId="urn:microsoft.com/office/officeart/2011/layout/HexagonRadial"/>
    <dgm:cxn modelId="{9C6A1CFE-E237-4042-A5FC-A4365FBDDA6C}" type="presOf" srcId="{F49D8BA2-8AA6-4E8E-B8C0-50250FF3D2B7}" destId="{113031C7-C72C-4725-8D85-CC0D2F4531F6}" srcOrd="0" destOrd="0" presId="urn:microsoft.com/office/officeart/2011/layout/HexagonRadial"/>
    <dgm:cxn modelId="{A45F580C-8797-4E56-95BE-5B899007E015}" type="presParOf" srcId="{113031C7-C72C-4725-8D85-CC0D2F4531F6}" destId="{D357FC8C-7C1F-464C-916A-3217E246A454}" srcOrd="0" destOrd="0" presId="urn:microsoft.com/office/officeart/2011/layout/HexagonRadial"/>
    <dgm:cxn modelId="{3A4B75B4-1B83-4B42-A39E-9F7E4FB961FD}" type="presParOf" srcId="{113031C7-C72C-4725-8D85-CC0D2F4531F6}" destId="{990F3E95-85B1-4B7A-9140-CDF9DF62C594}" srcOrd="1" destOrd="0" presId="urn:microsoft.com/office/officeart/2011/layout/HexagonRadial"/>
    <dgm:cxn modelId="{877C3B72-DC25-4337-B464-9213D72F13B8}" type="presParOf" srcId="{990F3E95-85B1-4B7A-9140-CDF9DF62C594}" destId="{F686F8D1-A85D-4DD8-B4B0-88F7C0DB8374}" srcOrd="0" destOrd="0" presId="urn:microsoft.com/office/officeart/2011/layout/HexagonRadial"/>
    <dgm:cxn modelId="{97143EC9-7049-4078-A9E9-6D525898A7B2}" type="presParOf" srcId="{113031C7-C72C-4725-8D85-CC0D2F4531F6}" destId="{C31D2431-955D-46A6-963E-33D78A70921A}" srcOrd="2" destOrd="0" presId="urn:microsoft.com/office/officeart/2011/layout/HexagonRadial"/>
    <dgm:cxn modelId="{25C369D0-9E21-4D6A-B467-EC1AAC640FF0}" type="presParOf" srcId="{113031C7-C72C-4725-8D85-CC0D2F4531F6}" destId="{0D649E17-9A00-4881-9565-0E4D979656AE}" srcOrd="3" destOrd="0" presId="urn:microsoft.com/office/officeart/2011/layout/HexagonRadial"/>
    <dgm:cxn modelId="{D04D8887-FEBC-40D4-895E-0536622BD009}" type="presParOf" srcId="{0D649E17-9A00-4881-9565-0E4D979656AE}" destId="{0F31F399-B8A1-4F42-A0A7-97702D1AD5BF}" srcOrd="0" destOrd="0" presId="urn:microsoft.com/office/officeart/2011/layout/HexagonRadial"/>
    <dgm:cxn modelId="{7A81646A-66B1-461C-9FBA-CC1551E58843}" type="presParOf" srcId="{113031C7-C72C-4725-8D85-CC0D2F4531F6}" destId="{89E642D8-EBF7-4D80-B38E-347F6D18BAE7}" srcOrd="4" destOrd="0" presId="urn:microsoft.com/office/officeart/2011/layout/HexagonRadial"/>
    <dgm:cxn modelId="{635766F2-843E-4232-95C3-C56BB9258EF2}" type="presParOf" srcId="{113031C7-C72C-4725-8D85-CC0D2F4531F6}" destId="{FA783DA3-E8C4-4783-9586-1F8045DEAE67}" srcOrd="5" destOrd="0" presId="urn:microsoft.com/office/officeart/2011/layout/HexagonRadial"/>
    <dgm:cxn modelId="{5BF165C6-8D79-405E-A805-56C771ED2F48}" type="presParOf" srcId="{FA783DA3-E8C4-4783-9586-1F8045DEAE67}" destId="{DFD40C17-8F9C-4770-8F8E-EB1C210EF075}" srcOrd="0" destOrd="0" presId="urn:microsoft.com/office/officeart/2011/layout/HexagonRadial"/>
    <dgm:cxn modelId="{3E82D53B-5A92-41D9-9610-B9121A93C5FA}" type="presParOf" srcId="{113031C7-C72C-4725-8D85-CC0D2F4531F6}" destId="{AE987D3F-96EA-43B2-90DB-C7F00D4CA33E}" srcOrd="6" destOrd="0" presId="urn:microsoft.com/office/officeart/2011/layout/HexagonRadial"/>
    <dgm:cxn modelId="{A5A21C4F-F359-4CAB-B028-989832EE8A7D}" type="presParOf" srcId="{113031C7-C72C-4725-8D85-CC0D2F4531F6}" destId="{ED44F4B2-3B01-4C3C-B13F-E29A31F9D4B0}" srcOrd="7" destOrd="0" presId="urn:microsoft.com/office/officeart/2011/layout/HexagonRadial"/>
    <dgm:cxn modelId="{D34F67FC-AF29-43D5-A47A-F716C39C384F}" type="presParOf" srcId="{ED44F4B2-3B01-4C3C-B13F-E29A31F9D4B0}" destId="{8A42ED00-2A27-4450-92CB-08B44926EA7B}" srcOrd="0" destOrd="0" presId="urn:microsoft.com/office/officeart/2011/layout/HexagonRadial"/>
    <dgm:cxn modelId="{DE8C5A56-AC2C-4CA8-B6B6-11411A4358EE}" type="presParOf" srcId="{113031C7-C72C-4725-8D85-CC0D2F4531F6}" destId="{252FC1CC-D828-4DB7-BC4A-0C0F1EBAC1C5}" srcOrd="8" destOrd="0" presId="urn:microsoft.com/office/officeart/2011/layout/HexagonRadial"/>
    <dgm:cxn modelId="{105D3670-688A-4777-B30C-53C529DA9795}" type="presParOf" srcId="{113031C7-C72C-4725-8D85-CC0D2F4531F6}" destId="{E76C152F-919F-44BC-9D28-E4291E744FA4}" srcOrd="9" destOrd="0" presId="urn:microsoft.com/office/officeart/2011/layout/HexagonRadial"/>
    <dgm:cxn modelId="{BC776F82-658A-40F4-8590-1524538669A8}" type="presParOf" srcId="{E76C152F-919F-44BC-9D28-E4291E744FA4}" destId="{6B9C97D9-E56B-4AA6-A6E5-02C819CB2799}" srcOrd="0" destOrd="0" presId="urn:microsoft.com/office/officeart/2011/layout/HexagonRadial"/>
    <dgm:cxn modelId="{2FD06588-30B3-4EDB-8897-A59736E4065D}" type="presParOf" srcId="{113031C7-C72C-4725-8D85-CC0D2F4531F6}" destId="{C579D5B0-99FD-4390-B3A4-7F0664616094}" srcOrd="10" destOrd="0" presId="urn:microsoft.com/office/officeart/2011/layout/HexagonRadial"/>
    <dgm:cxn modelId="{113CFBDF-51D5-4B31-9BB7-797962322ACA}" type="presParOf" srcId="{113031C7-C72C-4725-8D85-CC0D2F4531F6}" destId="{34459EA6-9FF0-4B45-A0D8-1E3BB96889B3}" srcOrd="11" destOrd="0" presId="urn:microsoft.com/office/officeart/2011/layout/HexagonRadial"/>
    <dgm:cxn modelId="{EE487002-C150-4478-851C-6E917A47F1AD}" type="presParOf" srcId="{34459EA6-9FF0-4B45-A0D8-1E3BB96889B3}" destId="{173ECFB4-BF58-4B0B-88DE-DDF5372B268B}" srcOrd="0" destOrd="0" presId="urn:microsoft.com/office/officeart/2011/layout/HexagonRadial"/>
    <dgm:cxn modelId="{7D38C9C3-A019-4B09-A38D-F3CEC61201EF}" type="presParOf" srcId="{113031C7-C72C-4725-8D85-CC0D2F4531F6}" destId="{E8E55DDB-0753-4460-96AC-D66BFF2FCD0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49D8BA2-8AA6-4E8E-B8C0-50250FF3D2B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63FBF0A-F018-428C-AC83-47DDCB1128FC}">
      <dgm:prSet phldrT="[Text]"/>
      <dgm:spPr/>
      <dgm:t>
        <a:bodyPr/>
        <a:lstStyle/>
        <a:p>
          <a:r>
            <a:rPr lang="en-GB" dirty="0"/>
            <a:t>Operating system</a:t>
          </a:r>
        </a:p>
      </dgm:t>
    </dgm:pt>
    <dgm:pt modelId="{5DC6D3E2-D4EA-454B-BD92-F499E59B79E0}" type="parTrans" cxnId="{BBFA148E-D0D8-47DB-B69D-25F7DA784FD2}">
      <dgm:prSet/>
      <dgm:spPr/>
      <dgm:t>
        <a:bodyPr/>
        <a:lstStyle/>
        <a:p>
          <a:endParaRPr lang="en-GB"/>
        </a:p>
      </dgm:t>
    </dgm:pt>
    <dgm:pt modelId="{799A8F3B-8845-4097-A1B8-524E5CB9DA96}" type="sibTrans" cxnId="{BBFA148E-D0D8-47DB-B69D-25F7DA784FD2}">
      <dgm:prSet/>
      <dgm:spPr/>
      <dgm:t>
        <a:bodyPr/>
        <a:lstStyle/>
        <a:p>
          <a:endParaRPr lang="en-GB"/>
        </a:p>
      </dgm:t>
    </dgm:pt>
    <dgm:pt modelId="{89FFB2BB-45DB-4461-BF74-8E42A39845BF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User</a:t>
          </a:r>
        </a:p>
      </dgm:t>
    </dgm:pt>
    <dgm:pt modelId="{24F29E42-0558-4A8E-BD4A-1EEA0267FE3F}" type="parTrans" cxnId="{18C6751C-D66D-4ECA-8FD8-26C007A3621C}">
      <dgm:prSet/>
      <dgm:spPr/>
      <dgm:t>
        <a:bodyPr/>
        <a:lstStyle/>
        <a:p>
          <a:endParaRPr lang="en-GB"/>
        </a:p>
      </dgm:t>
    </dgm:pt>
    <dgm:pt modelId="{6258E58E-091B-4DDB-94FD-55209CAF2520}" type="sibTrans" cxnId="{18C6751C-D66D-4ECA-8FD8-26C007A3621C}">
      <dgm:prSet/>
      <dgm:spPr/>
      <dgm:t>
        <a:bodyPr/>
        <a:lstStyle/>
        <a:p>
          <a:endParaRPr lang="en-GB"/>
        </a:p>
      </dgm:t>
    </dgm:pt>
    <dgm:pt modelId="{95BFF843-5BD6-4A18-9C34-1052B9C0534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GB" dirty="0"/>
            <a:t>Application software</a:t>
          </a:r>
        </a:p>
      </dgm:t>
    </dgm:pt>
    <dgm:pt modelId="{D22A5F25-A71E-48C9-8EEC-D09078E9095D}" type="parTrans" cxnId="{57524335-AFFF-4983-82D2-D2180B4058E6}">
      <dgm:prSet/>
      <dgm:spPr/>
      <dgm:t>
        <a:bodyPr/>
        <a:lstStyle/>
        <a:p>
          <a:endParaRPr lang="en-GB"/>
        </a:p>
      </dgm:t>
    </dgm:pt>
    <dgm:pt modelId="{446B75D7-CD0B-472C-AC4D-F60DF61D995C}" type="sibTrans" cxnId="{57524335-AFFF-4983-82D2-D2180B4058E6}">
      <dgm:prSet/>
      <dgm:spPr/>
      <dgm:t>
        <a:bodyPr/>
        <a:lstStyle/>
        <a:p>
          <a:endParaRPr lang="en-GB"/>
        </a:p>
      </dgm:t>
    </dgm:pt>
    <dgm:pt modelId="{FBE921F0-F085-4CED-AE28-F082266BD9CA}">
      <dgm:prSet phldrT="[Text]"/>
      <dgm:spPr>
        <a:solidFill>
          <a:srgbClr val="EA5C5C"/>
        </a:solidFill>
      </dgm:spPr>
      <dgm:t>
        <a:bodyPr/>
        <a:lstStyle/>
        <a:p>
          <a:r>
            <a:rPr lang="en-GB" dirty="0"/>
            <a:t>User interface</a:t>
          </a:r>
        </a:p>
      </dgm:t>
    </dgm:pt>
    <dgm:pt modelId="{97B2565B-7EAB-4345-89ED-771749A6899F}" type="parTrans" cxnId="{08825A49-02EB-4773-8CF2-610952444348}">
      <dgm:prSet/>
      <dgm:spPr/>
      <dgm:t>
        <a:bodyPr/>
        <a:lstStyle/>
        <a:p>
          <a:endParaRPr lang="en-GB"/>
        </a:p>
      </dgm:t>
    </dgm:pt>
    <dgm:pt modelId="{7F14DB93-987D-4E19-9FB2-EA2B29D55409}" type="sibTrans" cxnId="{08825A49-02EB-4773-8CF2-610952444348}">
      <dgm:prSet/>
      <dgm:spPr/>
      <dgm:t>
        <a:bodyPr/>
        <a:lstStyle/>
        <a:p>
          <a:endParaRPr lang="en-GB"/>
        </a:p>
      </dgm:t>
    </dgm:pt>
    <dgm:pt modelId="{CEE5E6BE-AE20-4140-BE75-A9D9471DD9F6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/>
            <a:t>Hardware</a:t>
          </a:r>
        </a:p>
      </dgm:t>
    </dgm:pt>
    <dgm:pt modelId="{23623BA6-0676-40FE-972C-8F39C501DF88}" type="parTrans" cxnId="{E7B4B894-DB08-4F32-BCD5-638958E9106F}">
      <dgm:prSet/>
      <dgm:spPr/>
      <dgm:t>
        <a:bodyPr/>
        <a:lstStyle/>
        <a:p>
          <a:endParaRPr lang="en-GB"/>
        </a:p>
      </dgm:t>
    </dgm:pt>
    <dgm:pt modelId="{2B426412-15F4-433A-A5FF-CC5209595167}" type="sibTrans" cxnId="{E7B4B894-DB08-4F32-BCD5-638958E9106F}">
      <dgm:prSet/>
      <dgm:spPr/>
      <dgm:t>
        <a:bodyPr/>
        <a:lstStyle/>
        <a:p>
          <a:endParaRPr lang="en-GB"/>
        </a:p>
      </dgm:t>
    </dgm:pt>
    <dgm:pt modelId="{537948DD-1FAF-4FD0-8ADE-71250297FF51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Utility programs</a:t>
          </a:r>
        </a:p>
      </dgm:t>
    </dgm:pt>
    <dgm:pt modelId="{D409C5AC-9918-4107-9181-ABA5CDAEAA49}" type="parTrans" cxnId="{1AB8F756-EA50-4F96-AA9E-90B848332400}">
      <dgm:prSet/>
      <dgm:spPr/>
      <dgm:t>
        <a:bodyPr/>
        <a:lstStyle/>
        <a:p>
          <a:endParaRPr lang="en-GB"/>
        </a:p>
      </dgm:t>
    </dgm:pt>
    <dgm:pt modelId="{0144FDB3-B8E3-4DEA-8A03-BD4036D2F520}" type="sibTrans" cxnId="{1AB8F756-EA50-4F96-AA9E-90B848332400}">
      <dgm:prSet/>
      <dgm:spPr/>
      <dgm:t>
        <a:bodyPr/>
        <a:lstStyle/>
        <a:p>
          <a:endParaRPr lang="en-GB"/>
        </a:p>
      </dgm:t>
    </dgm:pt>
    <dgm:pt modelId="{26FCC270-7B21-4C3B-8C4F-5D593D03D776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Device drivers</a:t>
          </a:r>
        </a:p>
      </dgm:t>
    </dgm:pt>
    <dgm:pt modelId="{880D31AF-06DA-4C11-951F-6092F1378C83}" type="parTrans" cxnId="{C519072E-5B07-4A31-82E1-8AC99C4FE994}">
      <dgm:prSet/>
      <dgm:spPr/>
      <dgm:t>
        <a:bodyPr/>
        <a:lstStyle/>
        <a:p>
          <a:endParaRPr lang="en-GB"/>
        </a:p>
      </dgm:t>
    </dgm:pt>
    <dgm:pt modelId="{E8B1E0CA-EC82-4209-8D34-BD85322C2544}" type="sibTrans" cxnId="{C519072E-5B07-4A31-82E1-8AC99C4FE994}">
      <dgm:prSet/>
      <dgm:spPr/>
      <dgm:t>
        <a:bodyPr/>
        <a:lstStyle/>
        <a:p>
          <a:endParaRPr lang="en-GB"/>
        </a:p>
      </dgm:t>
    </dgm:pt>
    <dgm:pt modelId="{113031C7-C72C-4725-8D85-CC0D2F4531F6}" type="pres">
      <dgm:prSet presAssocID="{F49D8BA2-8AA6-4E8E-B8C0-50250FF3D2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357FC8C-7C1F-464C-916A-3217E246A454}" type="pres">
      <dgm:prSet presAssocID="{963FBF0A-F018-428C-AC83-47DDCB1128FC}" presName="Parent" presStyleLbl="node0" presStyleIdx="0" presStyleCnt="1">
        <dgm:presLayoutVars>
          <dgm:chMax val="6"/>
          <dgm:chPref val="6"/>
        </dgm:presLayoutVars>
      </dgm:prSet>
      <dgm:spPr/>
    </dgm:pt>
    <dgm:pt modelId="{990F3E95-85B1-4B7A-9140-CDF9DF62C594}" type="pres">
      <dgm:prSet presAssocID="{89FFB2BB-45DB-4461-BF74-8E42A39845BF}" presName="Accent1" presStyleCnt="0"/>
      <dgm:spPr/>
    </dgm:pt>
    <dgm:pt modelId="{F686F8D1-A85D-4DD8-B4B0-88F7C0DB8374}" type="pres">
      <dgm:prSet presAssocID="{89FFB2BB-45DB-4461-BF74-8E42A39845BF}" presName="Accent" presStyleLbl="bgShp" presStyleIdx="0" presStyleCnt="6"/>
      <dgm:spPr/>
    </dgm:pt>
    <dgm:pt modelId="{C31D2431-955D-46A6-963E-33D78A70921A}" type="pres">
      <dgm:prSet presAssocID="{89FFB2BB-45DB-4461-BF74-8E42A39845B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D649E17-9A00-4881-9565-0E4D979656AE}" type="pres">
      <dgm:prSet presAssocID="{95BFF843-5BD6-4A18-9C34-1052B9C05342}" presName="Accent2" presStyleCnt="0"/>
      <dgm:spPr/>
    </dgm:pt>
    <dgm:pt modelId="{0F31F399-B8A1-4F42-A0A7-97702D1AD5BF}" type="pres">
      <dgm:prSet presAssocID="{95BFF843-5BD6-4A18-9C34-1052B9C05342}" presName="Accent" presStyleLbl="bgShp" presStyleIdx="1" presStyleCnt="6"/>
      <dgm:spPr>
        <a:solidFill>
          <a:schemeClr val="bg1"/>
        </a:solidFill>
      </dgm:spPr>
    </dgm:pt>
    <dgm:pt modelId="{89E642D8-EBF7-4D80-B38E-347F6D18BAE7}" type="pres">
      <dgm:prSet presAssocID="{95BFF843-5BD6-4A18-9C34-1052B9C05342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783DA3-E8C4-4783-9586-1F8045DEAE67}" type="pres">
      <dgm:prSet presAssocID="{FBE921F0-F085-4CED-AE28-F082266BD9CA}" presName="Accent3" presStyleCnt="0"/>
      <dgm:spPr/>
    </dgm:pt>
    <dgm:pt modelId="{DFD40C17-8F9C-4770-8F8E-EB1C210EF075}" type="pres">
      <dgm:prSet presAssocID="{FBE921F0-F085-4CED-AE28-F082266BD9CA}" presName="Accent" presStyleLbl="bgShp" presStyleIdx="2" presStyleCnt="6"/>
      <dgm:spPr>
        <a:solidFill>
          <a:schemeClr val="bg1"/>
        </a:solidFill>
      </dgm:spPr>
    </dgm:pt>
    <dgm:pt modelId="{AE987D3F-96EA-43B2-90DB-C7F00D4CA33E}" type="pres">
      <dgm:prSet presAssocID="{FBE921F0-F085-4CED-AE28-F082266BD9C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D44F4B2-3B01-4C3C-B13F-E29A31F9D4B0}" type="pres">
      <dgm:prSet presAssocID="{CEE5E6BE-AE20-4140-BE75-A9D9471DD9F6}" presName="Accent4" presStyleCnt="0"/>
      <dgm:spPr/>
    </dgm:pt>
    <dgm:pt modelId="{8A42ED00-2A27-4450-92CB-08B44926EA7B}" type="pres">
      <dgm:prSet presAssocID="{CEE5E6BE-AE20-4140-BE75-A9D9471DD9F6}" presName="Accent" presStyleLbl="bgShp" presStyleIdx="3" presStyleCnt="6"/>
      <dgm:spPr>
        <a:solidFill>
          <a:schemeClr val="bg1"/>
        </a:solidFill>
      </dgm:spPr>
    </dgm:pt>
    <dgm:pt modelId="{252FC1CC-D828-4DB7-BC4A-0C0F1EBAC1C5}" type="pres">
      <dgm:prSet presAssocID="{CEE5E6BE-AE20-4140-BE75-A9D9471DD9F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76C152F-919F-44BC-9D28-E4291E744FA4}" type="pres">
      <dgm:prSet presAssocID="{537948DD-1FAF-4FD0-8ADE-71250297FF51}" presName="Accent5" presStyleCnt="0"/>
      <dgm:spPr/>
    </dgm:pt>
    <dgm:pt modelId="{6B9C97D9-E56B-4AA6-A6E5-02C819CB2799}" type="pres">
      <dgm:prSet presAssocID="{537948DD-1FAF-4FD0-8ADE-71250297FF51}" presName="Accent" presStyleLbl="bgShp" presStyleIdx="4" presStyleCnt="6"/>
      <dgm:spPr>
        <a:solidFill>
          <a:schemeClr val="bg1"/>
        </a:solidFill>
      </dgm:spPr>
    </dgm:pt>
    <dgm:pt modelId="{C579D5B0-99FD-4390-B3A4-7F0664616094}" type="pres">
      <dgm:prSet presAssocID="{537948DD-1FAF-4FD0-8ADE-71250297FF5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4459EA6-9FF0-4B45-A0D8-1E3BB96889B3}" type="pres">
      <dgm:prSet presAssocID="{26FCC270-7B21-4C3B-8C4F-5D593D03D776}" presName="Accent6" presStyleCnt="0"/>
      <dgm:spPr/>
    </dgm:pt>
    <dgm:pt modelId="{173ECFB4-BF58-4B0B-88DE-DDF5372B268B}" type="pres">
      <dgm:prSet presAssocID="{26FCC270-7B21-4C3B-8C4F-5D593D03D776}" presName="Accent" presStyleLbl="bgShp" presStyleIdx="5" presStyleCnt="6"/>
      <dgm:spPr>
        <a:solidFill>
          <a:schemeClr val="bg1"/>
        </a:solidFill>
      </dgm:spPr>
    </dgm:pt>
    <dgm:pt modelId="{E8E55DDB-0753-4460-96AC-D66BFF2FCD00}" type="pres">
      <dgm:prSet presAssocID="{26FCC270-7B21-4C3B-8C4F-5D593D03D7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8C6751C-D66D-4ECA-8FD8-26C007A3621C}" srcId="{963FBF0A-F018-428C-AC83-47DDCB1128FC}" destId="{89FFB2BB-45DB-4461-BF74-8E42A39845BF}" srcOrd="0" destOrd="0" parTransId="{24F29E42-0558-4A8E-BD4A-1EEA0267FE3F}" sibTransId="{6258E58E-091B-4DDB-94FD-55209CAF2520}"/>
    <dgm:cxn modelId="{36173328-584C-420A-A56D-D9A942A6D5CF}" type="presOf" srcId="{89FFB2BB-45DB-4461-BF74-8E42A39845BF}" destId="{C31D2431-955D-46A6-963E-33D78A70921A}" srcOrd="0" destOrd="0" presId="urn:microsoft.com/office/officeart/2011/layout/HexagonRadial"/>
    <dgm:cxn modelId="{C519072E-5B07-4A31-82E1-8AC99C4FE994}" srcId="{963FBF0A-F018-428C-AC83-47DDCB1128FC}" destId="{26FCC270-7B21-4C3B-8C4F-5D593D03D776}" srcOrd="5" destOrd="0" parTransId="{880D31AF-06DA-4C11-951F-6092F1378C83}" sibTransId="{E8B1E0CA-EC82-4209-8D34-BD85322C2544}"/>
    <dgm:cxn modelId="{57524335-AFFF-4983-82D2-D2180B4058E6}" srcId="{963FBF0A-F018-428C-AC83-47DDCB1128FC}" destId="{95BFF843-5BD6-4A18-9C34-1052B9C05342}" srcOrd="1" destOrd="0" parTransId="{D22A5F25-A71E-48C9-8EEC-D09078E9095D}" sibTransId="{446B75D7-CD0B-472C-AC4D-F60DF61D995C}"/>
    <dgm:cxn modelId="{EE798C44-56DF-4431-B05A-EF46477E6418}" type="presOf" srcId="{26FCC270-7B21-4C3B-8C4F-5D593D03D776}" destId="{E8E55DDB-0753-4460-96AC-D66BFF2FCD00}" srcOrd="0" destOrd="0" presId="urn:microsoft.com/office/officeart/2011/layout/HexagonRadial"/>
    <dgm:cxn modelId="{08825A49-02EB-4773-8CF2-610952444348}" srcId="{963FBF0A-F018-428C-AC83-47DDCB1128FC}" destId="{FBE921F0-F085-4CED-AE28-F082266BD9CA}" srcOrd="2" destOrd="0" parTransId="{97B2565B-7EAB-4345-89ED-771749A6899F}" sibTransId="{7F14DB93-987D-4E19-9FB2-EA2B29D55409}"/>
    <dgm:cxn modelId="{B8461C6F-4C2D-4EFB-804D-9E3E70EF0798}" type="presOf" srcId="{95BFF843-5BD6-4A18-9C34-1052B9C05342}" destId="{89E642D8-EBF7-4D80-B38E-347F6D18BAE7}" srcOrd="0" destOrd="0" presId="urn:microsoft.com/office/officeart/2011/layout/HexagonRadial"/>
    <dgm:cxn modelId="{00A30856-96E0-43D1-B7A4-4D003F4D2D5E}" type="presOf" srcId="{537948DD-1FAF-4FD0-8ADE-71250297FF51}" destId="{C579D5B0-99FD-4390-B3A4-7F0664616094}" srcOrd="0" destOrd="0" presId="urn:microsoft.com/office/officeart/2011/layout/HexagonRadial"/>
    <dgm:cxn modelId="{1AB8F756-EA50-4F96-AA9E-90B848332400}" srcId="{963FBF0A-F018-428C-AC83-47DDCB1128FC}" destId="{537948DD-1FAF-4FD0-8ADE-71250297FF51}" srcOrd="4" destOrd="0" parTransId="{D409C5AC-9918-4107-9181-ABA5CDAEAA49}" sibTransId="{0144FDB3-B8E3-4DEA-8A03-BD4036D2F520}"/>
    <dgm:cxn modelId="{BBFA148E-D0D8-47DB-B69D-25F7DA784FD2}" srcId="{F49D8BA2-8AA6-4E8E-B8C0-50250FF3D2B7}" destId="{963FBF0A-F018-428C-AC83-47DDCB1128FC}" srcOrd="0" destOrd="0" parTransId="{5DC6D3E2-D4EA-454B-BD92-F499E59B79E0}" sibTransId="{799A8F3B-8845-4097-A1B8-524E5CB9DA96}"/>
    <dgm:cxn modelId="{AD877292-209B-473D-B1D9-705971377C8D}" type="presOf" srcId="{FBE921F0-F085-4CED-AE28-F082266BD9CA}" destId="{AE987D3F-96EA-43B2-90DB-C7F00D4CA33E}" srcOrd="0" destOrd="0" presId="urn:microsoft.com/office/officeart/2011/layout/HexagonRadial"/>
    <dgm:cxn modelId="{E7B4B894-DB08-4F32-BCD5-638958E9106F}" srcId="{963FBF0A-F018-428C-AC83-47DDCB1128FC}" destId="{CEE5E6BE-AE20-4140-BE75-A9D9471DD9F6}" srcOrd="3" destOrd="0" parTransId="{23623BA6-0676-40FE-972C-8F39C501DF88}" sibTransId="{2B426412-15F4-433A-A5FF-CC5209595167}"/>
    <dgm:cxn modelId="{B3907797-04AF-4A5D-A0CA-52EFC6E260A4}" type="presOf" srcId="{963FBF0A-F018-428C-AC83-47DDCB1128FC}" destId="{D357FC8C-7C1F-464C-916A-3217E246A454}" srcOrd="0" destOrd="0" presId="urn:microsoft.com/office/officeart/2011/layout/HexagonRadial"/>
    <dgm:cxn modelId="{FF091D9B-343F-46F9-8750-234975C818F9}" type="presOf" srcId="{CEE5E6BE-AE20-4140-BE75-A9D9471DD9F6}" destId="{252FC1CC-D828-4DB7-BC4A-0C0F1EBAC1C5}" srcOrd="0" destOrd="0" presId="urn:microsoft.com/office/officeart/2011/layout/HexagonRadial"/>
    <dgm:cxn modelId="{9C6A1CFE-E237-4042-A5FC-A4365FBDDA6C}" type="presOf" srcId="{F49D8BA2-8AA6-4E8E-B8C0-50250FF3D2B7}" destId="{113031C7-C72C-4725-8D85-CC0D2F4531F6}" srcOrd="0" destOrd="0" presId="urn:microsoft.com/office/officeart/2011/layout/HexagonRadial"/>
    <dgm:cxn modelId="{A45F580C-8797-4E56-95BE-5B899007E015}" type="presParOf" srcId="{113031C7-C72C-4725-8D85-CC0D2F4531F6}" destId="{D357FC8C-7C1F-464C-916A-3217E246A454}" srcOrd="0" destOrd="0" presId="urn:microsoft.com/office/officeart/2011/layout/HexagonRadial"/>
    <dgm:cxn modelId="{3A4B75B4-1B83-4B42-A39E-9F7E4FB961FD}" type="presParOf" srcId="{113031C7-C72C-4725-8D85-CC0D2F4531F6}" destId="{990F3E95-85B1-4B7A-9140-CDF9DF62C594}" srcOrd="1" destOrd="0" presId="urn:microsoft.com/office/officeart/2011/layout/HexagonRadial"/>
    <dgm:cxn modelId="{877C3B72-DC25-4337-B464-9213D72F13B8}" type="presParOf" srcId="{990F3E95-85B1-4B7A-9140-CDF9DF62C594}" destId="{F686F8D1-A85D-4DD8-B4B0-88F7C0DB8374}" srcOrd="0" destOrd="0" presId="urn:microsoft.com/office/officeart/2011/layout/HexagonRadial"/>
    <dgm:cxn modelId="{97143EC9-7049-4078-A9E9-6D525898A7B2}" type="presParOf" srcId="{113031C7-C72C-4725-8D85-CC0D2F4531F6}" destId="{C31D2431-955D-46A6-963E-33D78A70921A}" srcOrd="2" destOrd="0" presId="urn:microsoft.com/office/officeart/2011/layout/HexagonRadial"/>
    <dgm:cxn modelId="{25C369D0-9E21-4D6A-B467-EC1AAC640FF0}" type="presParOf" srcId="{113031C7-C72C-4725-8D85-CC0D2F4531F6}" destId="{0D649E17-9A00-4881-9565-0E4D979656AE}" srcOrd="3" destOrd="0" presId="urn:microsoft.com/office/officeart/2011/layout/HexagonRadial"/>
    <dgm:cxn modelId="{D04D8887-FEBC-40D4-895E-0536622BD009}" type="presParOf" srcId="{0D649E17-9A00-4881-9565-0E4D979656AE}" destId="{0F31F399-B8A1-4F42-A0A7-97702D1AD5BF}" srcOrd="0" destOrd="0" presId="urn:microsoft.com/office/officeart/2011/layout/HexagonRadial"/>
    <dgm:cxn modelId="{7A81646A-66B1-461C-9FBA-CC1551E58843}" type="presParOf" srcId="{113031C7-C72C-4725-8D85-CC0D2F4531F6}" destId="{89E642D8-EBF7-4D80-B38E-347F6D18BAE7}" srcOrd="4" destOrd="0" presId="urn:microsoft.com/office/officeart/2011/layout/HexagonRadial"/>
    <dgm:cxn modelId="{635766F2-843E-4232-95C3-C56BB9258EF2}" type="presParOf" srcId="{113031C7-C72C-4725-8D85-CC0D2F4531F6}" destId="{FA783DA3-E8C4-4783-9586-1F8045DEAE67}" srcOrd="5" destOrd="0" presId="urn:microsoft.com/office/officeart/2011/layout/HexagonRadial"/>
    <dgm:cxn modelId="{5BF165C6-8D79-405E-A805-56C771ED2F48}" type="presParOf" srcId="{FA783DA3-E8C4-4783-9586-1F8045DEAE67}" destId="{DFD40C17-8F9C-4770-8F8E-EB1C210EF075}" srcOrd="0" destOrd="0" presId="urn:microsoft.com/office/officeart/2011/layout/HexagonRadial"/>
    <dgm:cxn modelId="{3E82D53B-5A92-41D9-9610-B9121A93C5FA}" type="presParOf" srcId="{113031C7-C72C-4725-8D85-CC0D2F4531F6}" destId="{AE987D3F-96EA-43B2-90DB-C7F00D4CA33E}" srcOrd="6" destOrd="0" presId="urn:microsoft.com/office/officeart/2011/layout/HexagonRadial"/>
    <dgm:cxn modelId="{A5A21C4F-F359-4CAB-B028-989832EE8A7D}" type="presParOf" srcId="{113031C7-C72C-4725-8D85-CC0D2F4531F6}" destId="{ED44F4B2-3B01-4C3C-B13F-E29A31F9D4B0}" srcOrd="7" destOrd="0" presId="urn:microsoft.com/office/officeart/2011/layout/HexagonRadial"/>
    <dgm:cxn modelId="{D34F67FC-AF29-43D5-A47A-F716C39C384F}" type="presParOf" srcId="{ED44F4B2-3B01-4C3C-B13F-E29A31F9D4B0}" destId="{8A42ED00-2A27-4450-92CB-08B44926EA7B}" srcOrd="0" destOrd="0" presId="urn:microsoft.com/office/officeart/2011/layout/HexagonRadial"/>
    <dgm:cxn modelId="{DE8C5A56-AC2C-4CA8-B6B6-11411A4358EE}" type="presParOf" srcId="{113031C7-C72C-4725-8D85-CC0D2F4531F6}" destId="{252FC1CC-D828-4DB7-BC4A-0C0F1EBAC1C5}" srcOrd="8" destOrd="0" presId="urn:microsoft.com/office/officeart/2011/layout/HexagonRadial"/>
    <dgm:cxn modelId="{105D3670-688A-4777-B30C-53C529DA9795}" type="presParOf" srcId="{113031C7-C72C-4725-8D85-CC0D2F4531F6}" destId="{E76C152F-919F-44BC-9D28-E4291E744FA4}" srcOrd="9" destOrd="0" presId="urn:microsoft.com/office/officeart/2011/layout/HexagonRadial"/>
    <dgm:cxn modelId="{BC776F82-658A-40F4-8590-1524538669A8}" type="presParOf" srcId="{E76C152F-919F-44BC-9D28-E4291E744FA4}" destId="{6B9C97D9-E56B-4AA6-A6E5-02C819CB2799}" srcOrd="0" destOrd="0" presId="urn:microsoft.com/office/officeart/2011/layout/HexagonRadial"/>
    <dgm:cxn modelId="{2FD06588-30B3-4EDB-8897-A59736E4065D}" type="presParOf" srcId="{113031C7-C72C-4725-8D85-CC0D2F4531F6}" destId="{C579D5B0-99FD-4390-B3A4-7F0664616094}" srcOrd="10" destOrd="0" presId="urn:microsoft.com/office/officeart/2011/layout/HexagonRadial"/>
    <dgm:cxn modelId="{113CFBDF-51D5-4B31-9BB7-797962322ACA}" type="presParOf" srcId="{113031C7-C72C-4725-8D85-CC0D2F4531F6}" destId="{34459EA6-9FF0-4B45-A0D8-1E3BB96889B3}" srcOrd="11" destOrd="0" presId="urn:microsoft.com/office/officeart/2011/layout/HexagonRadial"/>
    <dgm:cxn modelId="{EE487002-C150-4478-851C-6E917A47F1AD}" type="presParOf" srcId="{34459EA6-9FF0-4B45-A0D8-1E3BB96889B3}" destId="{173ECFB4-BF58-4B0B-88DE-DDF5372B268B}" srcOrd="0" destOrd="0" presId="urn:microsoft.com/office/officeart/2011/layout/HexagonRadial"/>
    <dgm:cxn modelId="{7D38C9C3-A019-4B09-A38D-F3CEC61201EF}" type="presParOf" srcId="{113031C7-C72C-4725-8D85-CC0D2F4531F6}" destId="{E8E55DDB-0753-4460-96AC-D66BFF2FCD0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9D8BA2-8AA6-4E8E-B8C0-50250FF3D2B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63FBF0A-F018-428C-AC83-47DDCB1128FC}">
      <dgm:prSet phldrT="[Text]"/>
      <dgm:spPr/>
      <dgm:t>
        <a:bodyPr/>
        <a:lstStyle/>
        <a:p>
          <a:r>
            <a:rPr lang="en-GB" dirty="0"/>
            <a:t>Operating system</a:t>
          </a:r>
        </a:p>
      </dgm:t>
    </dgm:pt>
    <dgm:pt modelId="{5DC6D3E2-D4EA-454B-BD92-F499E59B79E0}" type="parTrans" cxnId="{BBFA148E-D0D8-47DB-B69D-25F7DA784FD2}">
      <dgm:prSet/>
      <dgm:spPr/>
      <dgm:t>
        <a:bodyPr/>
        <a:lstStyle/>
        <a:p>
          <a:endParaRPr lang="en-GB"/>
        </a:p>
      </dgm:t>
    </dgm:pt>
    <dgm:pt modelId="{799A8F3B-8845-4097-A1B8-524E5CB9DA96}" type="sibTrans" cxnId="{BBFA148E-D0D8-47DB-B69D-25F7DA784FD2}">
      <dgm:prSet/>
      <dgm:spPr/>
      <dgm:t>
        <a:bodyPr/>
        <a:lstStyle/>
        <a:p>
          <a:endParaRPr lang="en-GB"/>
        </a:p>
      </dgm:t>
    </dgm:pt>
    <dgm:pt modelId="{89FFB2BB-45DB-4461-BF74-8E42A39845BF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User</a:t>
          </a:r>
        </a:p>
      </dgm:t>
    </dgm:pt>
    <dgm:pt modelId="{24F29E42-0558-4A8E-BD4A-1EEA0267FE3F}" type="parTrans" cxnId="{18C6751C-D66D-4ECA-8FD8-26C007A3621C}">
      <dgm:prSet/>
      <dgm:spPr/>
      <dgm:t>
        <a:bodyPr/>
        <a:lstStyle/>
        <a:p>
          <a:endParaRPr lang="en-GB"/>
        </a:p>
      </dgm:t>
    </dgm:pt>
    <dgm:pt modelId="{6258E58E-091B-4DDB-94FD-55209CAF2520}" type="sibTrans" cxnId="{18C6751C-D66D-4ECA-8FD8-26C007A3621C}">
      <dgm:prSet/>
      <dgm:spPr/>
      <dgm:t>
        <a:bodyPr/>
        <a:lstStyle/>
        <a:p>
          <a:endParaRPr lang="en-GB"/>
        </a:p>
      </dgm:t>
    </dgm:pt>
    <dgm:pt modelId="{95BFF843-5BD6-4A18-9C34-1052B9C05342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GB" dirty="0"/>
            <a:t>Application software</a:t>
          </a:r>
        </a:p>
      </dgm:t>
    </dgm:pt>
    <dgm:pt modelId="{D22A5F25-A71E-48C9-8EEC-D09078E9095D}" type="parTrans" cxnId="{57524335-AFFF-4983-82D2-D2180B4058E6}">
      <dgm:prSet/>
      <dgm:spPr/>
      <dgm:t>
        <a:bodyPr/>
        <a:lstStyle/>
        <a:p>
          <a:endParaRPr lang="en-GB"/>
        </a:p>
      </dgm:t>
    </dgm:pt>
    <dgm:pt modelId="{446B75D7-CD0B-472C-AC4D-F60DF61D995C}" type="sibTrans" cxnId="{57524335-AFFF-4983-82D2-D2180B4058E6}">
      <dgm:prSet/>
      <dgm:spPr/>
      <dgm:t>
        <a:bodyPr/>
        <a:lstStyle/>
        <a:p>
          <a:endParaRPr lang="en-GB"/>
        </a:p>
      </dgm:t>
    </dgm:pt>
    <dgm:pt modelId="{FBE921F0-F085-4CED-AE28-F082266BD9CA}">
      <dgm:prSet phldrT="[Text]"/>
      <dgm:spPr>
        <a:solidFill>
          <a:srgbClr val="EA5C5C"/>
        </a:solidFill>
      </dgm:spPr>
      <dgm:t>
        <a:bodyPr/>
        <a:lstStyle/>
        <a:p>
          <a:r>
            <a:rPr lang="en-GB" dirty="0"/>
            <a:t>User interface</a:t>
          </a:r>
        </a:p>
      </dgm:t>
    </dgm:pt>
    <dgm:pt modelId="{97B2565B-7EAB-4345-89ED-771749A6899F}" type="parTrans" cxnId="{08825A49-02EB-4773-8CF2-610952444348}">
      <dgm:prSet/>
      <dgm:spPr/>
      <dgm:t>
        <a:bodyPr/>
        <a:lstStyle/>
        <a:p>
          <a:endParaRPr lang="en-GB"/>
        </a:p>
      </dgm:t>
    </dgm:pt>
    <dgm:pt modelId="{7F14DB93-987D-4E19-9FB2-EA2B29D55409}" type="sibTrans" cxnId="{08825A49-02EB-4773-8CF2-610952444348}">
      <dgm:prSet/>
      <dgm:spPr/>
      <dgm:t>
        <a:bodyPr/>
        <a:lstStyle/>
        <a:p>
          <a:endParaRPr lang="en-GB"/>
        </a:p>
      </dgm:t>
    </dgm:pt>
    <dgm:pt modelId="{CEE5E6BE-AE20-4140-BE75-A9D9471DD9F6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/>
            <a:t>Hardware</a:t>
          </a:r>
        </a:p>
      </dgm:t>
    </dgm:pt>
    <dgm:pt modelId="{23623BA6-0676-40FE-972C-8F39C501DF88}" type="parTrans" cxnId="{E7B4B894-DB08-4F32-BCD5-638958E9106F}">
      <dgm:prSet/>
      <dgm:spPr/>
      <dgm:t>
        <a:bodyPr/>
        <a:lstStyle/>
        <a:p>
          <a:endParaRPr lang="en-GB"/>
        </a:p>
      </dgm:t>
    </dgm:pt>
    <dgm:pt modelId="{2B426412-15F4-433A-A5FF-CC5209595167}" type="sibTrans" cxnId="{E7B4B894-DB08-4F32-BCD5-638958E9106F}">
      <dgm:prSet/>
      <dgm:spPr/>
      <dgm:t>
        <a:bodyPr/>
        <a:lstStyle/>
        <a:p>
          <a:endParaRPr lang="en-GB"/>
        </a:p>
      </dgm:t>
    </dgm:pt>
    <dgm:pt modelId="{537948DD-1FAF-4FD0-8ADE-71250297FF51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/>
            <a:t>Utility programs</a:t>
          </a:r>
        </a:p>
      </dgm:t>
    </dgm:pt>
    <dgm:pt modelId="{D409C5AC-9918-4107-9181-ABA5CDAEAA49}" type="parTrans" cxnId="{1AB8F756-EA50-4F96-AA9E-90B848332400}">
      <dgm:prSet/>
      <dgm:spPr/>
      <dgm:t>
        <a:bodyPr/>
        <a:lstStyle/>
        <a:p>
          <a:endParaRPr lang="en-GB"/>
        </a:p>
      </dgm:t>
    </dgm:pt>
    <dgm:pt modelId="{0144FDB3-B8E3-4DEA-8A03-BD4036D2F520}" type="sibTrans" cxnId="{1AB8F756-EA50-4F96-AA9E-90B848332400}">
      <dgm:prSet/>
      <dgm:spPr/>
      <dgm:t>
        <a:bodyPr/>
        <a:lstStyle/>
        <a:p>
          <a:endParaRPr lang="en-GB"/>
        </a:p>
      </dgm:t>
    </dgm:pt>
    <dgm:pt modelId="{26FCC270-7B21-4C3B-8C4F-5D593D03D776}">
      <dgm:prSet phldrT="[Text]"/>
      <dgm:spPr>
        <a:solidFill>
          <a:srgbClr val="008C8C"/>
        </a:solidFill>
        <a:effectLst>
          <a:glow rad="2286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Device drivers</a:t>
          </a:r>
        </a:p>
      </dgm:t>
    </dgm:pt>
    <dgm:pt modelId="{880D31AF-06DA-4C11-951F-6092F1378C83}" type="parTrans" cxnId="{C519072E-5B07-4A31-82E1-8AC99C4FE994}">
      <dgm:prSet/>
      <dgm:spPr/>
      <dgm:t>
        <a:bodyPr/>
        <a:lstStyle/>
        <a:p>
          <a:endParaRPr lang="en-GB"/>
        </a:p>
      </dgm:t>
    </dgm:pt>
    <dgm:pt modelId="{E8B1E0CA-EC82-4209-8D34-BD85322C2544}" type="sibTrans" cxnId="{C519072E-5B07-4A31-82E1-8AC99C4FE994}">
      <dgm:prSet/>
      <dgm:spPr/>
      <dgm:t>
        <a:bodyPr/>
        <a:lstStyle/>
        <a:p>
          <a:endParaRPr lang="en-GB"/>
        </a:p>
      </dgm:t>
    </dgm:pt>
    <dgm:pt modelId="{113031C7-C72C-4725-8D85-CC0D2F4531F6}" type="pres">
      <dgm:prSet presAssocID="{F49D8BA2-8AA6-4E8E-B8C0-50250FF3D2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357FC8C-7C1F-464C-916A-3217E246A454}" type="pres">
      <dgm:prSet presAssocID="{963FBF0A-F018-428C-AC83-47DDCB1128FC}" presName="Parent" presStyleLbl="node0" presStyleIdx="0" presStyleCnt="1">
        <dgm:presLayoutVars>
          <dgm:chMax val="6"/>
          <dgm:chPref val="6"/>
        </dgm:presLayoutVars>
      </dgm:prSet>
      <dgm:spPr/>
    </dgm:pt>
    <dgm:pt modelId="{990F3E95-85B1-4B7A-9140-CDF9DF62C594}" type="pres">
      <dgm:prSet presAssocID="{89FFB2BB-45DB-4461-BF74-8E42A39845BF}" presName="Accent1" presStyleCnt="0"/>
      <dgm:spPr/>
    </dgm:pt>
    <dgm:pt modelId="{F686F8D1-A85D-4DD8-B4B0-88F7C0DB8374}" type="pres">
      <dgm:prSet presAssocID="{89FFB2BB-45DB-4461-BF74-8E42A39845BF}" presName="Accent" presStyleLbl="bgShp" presStyleIdx="0" presStyleCnt="6"/>
      <dgm:spPr/>
    </dgm:pt>
    <dgm:pt modelId="{C31D2431-955D-46A6-963E-33D78A70921A}" type="pres">
      <dgm:prSet presAssocID="{89FFB2BB-45DB-4461-BF74-8E42A39845B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D649E17-9A00-4881-9565-0E4D979656AE}" type="pres">
      <dgm:prSet presAssocID="{95BFF843-5BD6-4A18-9C34-1052B9C05342}" presName="Accent2" presStyleCnt="0"/>
      <dgm:spPr/>
    </dgm:pt>
    <dgm:pt modelId="{0F31F399-B8A1-4F42-A0A7-97702D1AD5BF}" type="pres">
      <dgm:prSet presAssocID="{95BFF843-5BD6-4A18-9C34-1052B9C05342}" presName="Accent" presStyleLbl="bgShp" presStyleIdx="1" presStyleCnt="6"/>
      <dgm:spPr>
        <a:solidFill>
          <a:schemeClr val="bg1"/>
        </a:solidFill>
      </dgm:spPr>
    </dgm:pt>
    <dgm:pt modelId="{89E642D8-EBF7-4D80-B38E-347F6D18BAE7}" type="pres">
      <dgm:prSet presAssocID="{95BFF843-5BD6-4A18-9C34-1052B9C05342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783DA3-E8C4-4783-9586-1F8045DEAE67}" type="pres">
      <dgm:prSet presAssocID="{FBE921F0-F085-4CED-AE28-F082266BD9CA}" presName="Accent3" presStyleCnt="0"/>
      <dgm:spPr/>
    </dgm:pt>
    <dgm:pt modelId="{DFD40C17-8F9C-4770-8F8E-EB1C210EF075}" type="pres">
      <dgm:prSet presAssocID="{FBE921F0-F085-4CED-AE28-F082266BD9CA}" presName="Accent" presStyleLbl="bgShp" presStyleIdx="2" presStyleCnt="6"/>
      <dgm:spPr>
        <a:solidFill>
          <a:schemeClr val="bg1"/>
        </a:solidFill>
      </dgm:spPr>
    </dgm:pt>
    <dgm:pt modelId="{AE987D3F-96EA-43B2-90DB-C7F00D4CA33E}" type="pres">
      <dgm:prSet presAssocID="{FBE921F0-F085-4CED-AE28-F082266BD9C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D44F4B2-3B01-4C3C-B13F-E29A31F9D4B0}" type="pres">
      <dgm:prSet presAssocID="{CEE5E6BE-AE20-4140-BE75-A9D9471DD9F6}" presName="Accent4" presStyleCnt="0"/>
      <dgm:spPr/>
    </dgm:pt>
    <dgm:pt modelId="{8A42ED00-2A27-4450-92CB-08B44926EA7B}" type="pres">
      <dgm:prSet presAssocID="{CEE5E6BE-AE20-4140-BE75-A9D9471DD9F6}" presName="Accent" presStyleLbl="bgShp" presStyleIdx="3" presStyleCnt="6"/>
      <dgm:spPr>
        <a:solidFill>
          <a:schemeClr val="bg1"/>
        </a:solidFill>
      </dgm:spPr>
    </dgm:pt>
    <dgm:pt modelId="{252FC1CC-D828-4DB7-BC4A-0C0F1EBAC1C5}" type="pres">
      <dgm:prSet presAssocID="{CEE5E6BE-AE20-4140-BE75-A9D9471DD9F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76C152F-919F-44BC-9D28-E4291E744FA4}" type="pres">
      <dgm:prSet presAssocID="{537948DD-1FAF-4FD0-8ADE-71250297FF51}" presName="Accent5" presStyleCnt="0"/>
      <dgm:spPr/>
    </dgm:pt>
    <dgm:pt modelId="{6B9C97D9-E56B-4AA6-A6E5-02C819CB2799}" type="pres">
      <dgm:prSet presAssocID="{537948DD-1FAF-4FD0-8ADE-71250297FF51}" presName="Accent" presStyleLbl="bgShp" presStyleIdx="4" presStyleCnt="6"/>
      <dgm:spPr>
        <a:solidFill>
          <a:schemeClr val="bg1"/>
        </a:solidFill>
      </dgm:spPr>
    </dgm:pt>
    <dgm:pt modelId="{C579D5B0-99FD-4390-B3A4-7F0664616094}" type="pres">
      <dgm:prSet presAssocID="{537948DD-1FAF-4FD0-8ADE-71250297FF5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4459EA6-9FF0-4B45-A0D8-1E3BB96889B3}" type="pres">
      <dgm:prSet presAssocID="{26FCC270-7B21-4C3B-8C4F-5D593D03D776}" presName="Accent6" presStyleCnt="0"/>
      <dgm:spPr/>
    </dgm:pt>
    <dgm:pt modelId="{173ECFB4-BF58-4B0B-88DE-DDF5372B268B}" type="pres">
      <dgm:prSet presAssocID="{26FCC270-7B21-4C3B-8C4F-5D593D03D776}" presName="Accent" presStyleLbl="bgShp" presStyleIdx="5" presStyleCnt="6"/>
      <dgm:spPr>
        <a:solidFill>
          <a:schemeClr val="bg1"/>
        </a:solidFill>
      </dgm:spPr>
    </dgm:pt>
    <dgm:pt modelId="{E8E55DDB-0753-4460-96AC-D66BFF2FCD00}" type="pres">
      <dgm:prSet presAssocID="{26FCC270-7B21-4C3B-8C4F-5D593D03D7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8C6751C-D66D-4ECA-8FD8-26C007A3621C}" srcId="{963FBF0A-F018-428C-AC83-47DDCB1128FC}" destId="{89FFB2BB-45DB-4461-BF74-8E42A39845BF}" srcOrd="0" destOrd="0" parTransId="{24F29E42-0558-4A8E-BD4A-1EEA0267FE3F}" sibTransId="{6258E58E-091B-4DDB-94FD-55209CAF2520}"/>
    <dgm:cxn modelId="{36173328-584C-420A-A56D-D9A942A6D5CF}" type="presOf" srcId="{89FFB2BB-45DB-4461-BF74-8E42A39845BF}" destId="{C31D2431-955D-46A6-963E-33D78A70921A}" srcOrd="0" destOrd="0" presId="urn:microsoft.com/office/officeart/2011/layout/HexagonRadial"/>
    <dgm:cxn modelId="{C519072E-5B07-4A31-82E1-8AC99C4FE994}" srcId="{963FBF0A-F018-428C-AC83-47DDCB1128FC}" destId="{26FCC270-7B21-4C3B-8C4F-5D593D03D776}" srcOrd="5" destOrd="0" parTransId="{880D31AF-06DA-4C11-951F-6092F1378C83}" sibTransId="{E8B1E0CA-EC82-4209-8D34-BD85322C2544}"/>
    <dgm:cxn modelId="{57524335-AFFF-4983-82D2-D2180B4058E6}" srcId="{963FBF0A-F018-428C-AC83-47DDCB1128FC}" destId="{95BFF843-5BD6-4A18-9C34-1052B9C05342}" srcOrd="1" destOrd="0" parTransId="{D22A5F25-A71E-48C9-8EEC-D09078E9095D}" sibTransId="{446B75D7-CD0B-472C-AC4D-F60DF61D995C}"/>
    <dgm:cxn modelId="{EE798C44-56DF-4431-B05A-EF46477E6418}" type="presOf" srcId="{26FCC270-7B21-4C3B-8C4F-5D593D03D776}" destId="{E8E55DDB-0753-4460-96AC-D66BFF2FCD00}" srcOrd="0" destOrd="0" presId="urn:microsoft.com/office/officeart/2011/layout/HexagonRadial"/>
    <dgm:cxn modelId="{08825A49-02EB-4773-8CF2-610952444348}" srcId="{963FBF0A-F018-428C-AC83-47DDCB1128FC}" destId="{FBE921F0-F085-4CED-AE28-F082266BD9CA}" srcOrd="2" destOrd="0" parTransId="{97B2565B-7EAB-4345-89ED-771749A6899F}" sibTransId="{7F14DB93-987D-4E19-9FB2-EA2B29D55409}"/>
    <dgm:cxn modelId="{B8461C6F-4C2D-4EFB-804D-9E3E70EF0798}" type="presOf" srcId="{95BFF843-5BD6-4A18-9C34-1052B9C05342}" destId="{89E642D8-EBF7-4D80-B38E-347F6D18BAE7}" srcOrd="0" destOrd="0" presId="urn:microsoft.com/office/officeart/2011/layout/HexagonRadial"/>
    <dgm:cxn modelId="{00A30856-96E0-43D1-B7A4-4D003F4D2D5E}" type="presOf" srcId="{537948DD-1FAF-4FD0-8ADE-71250297FF51}" destId="{C579D5B0-99FD-4390-B3A4-7F0664616094}" srcOrd="0" destOrd="0" presId="urn:microsoft.com/office/officeart/2011/layout/HexagonRadial"/>
    <dgm:cxn modelId="{1AB8F756-EA50-4F96-AA9E-90B848332400}" srcId="{963FBF0A-F018-428C-AC83-47DDCB1128FC}" destId="{537948DD-1FAF-4FD0-8ADE-71250297FF51}" srcOrd="4" destOrd="0" parTransId="{D409C5AC-9918-4107-9181-ABA5CDAEAA49}" sibTransId="{0144FDB3-B8E3-4DEA-8A03-BD4036D2F520}"/>
    <dgm:cxn modelId="{BBFA148E-D0D8-47DB-B69D-25F7DA784FD2}" srcId="{F49D8BA2-8AA6-4E8E-B8C0-50250FF3D2B7}" destId="{963FBF0A-F018-428C-AC83-47DDCB1128FC}" srcOrd="0" destOrd="0" parTransId="{5DC6D3E2-D4EA-454B-BD92-F499E59B79E0}" sibTransId="{799A8F3B-8845-4097-A1B8-524E5CB9DA96}"/>
    <dgm:cxn modelId="{AD877292-209B-473D-B1D9-705971377C8D}" type="presOf" srcId="{FBE921F0-F085-4CED-AE28-F082266BD9CA}" destId="{AE987D3F-96EA-43B2-90DB-C7F00D4CA33E}" srcOrd="0" destOrd="0" presId="urn:microsoft.com/office/officeart/2011/layout/HexagonRadial"/>
    <dgm:cxn modelId="{E7B4B894-DB08-4F32-BCD5-638958E9106F}" srcId="{963FBF0A-F018-428C-AC83-47DDCB1128FC}" destId="{CEE5E6BE-AE20-4140-BE75-A9D9471DD9F6}" srcOrd="3" destOrd="0" parTransId="{23623BA6-0676-40FE-972C-8F39C501DF88}" sibTransId="{2B426412-15F4-433A-A5FF-CC5209595167}"/>
    <dgm:cxn modelId="{B3907797-04AF-4A5D-A0CA-52EFC6E260A4}" type="presOf" srcId="{963FBF0A-F018-428C-AC83-47DDCB1128FC}" destId="{D357FC8C-7C1F-464C-916A-3217E246A454}" srcOrd="0" destOrd="0" presId="urn:microsoft.com/office/officeart/2011/layout/HexagonRadial"/>
    <dgm:cxn modelId="{FF091D9B-343F-46F9-8750-234975C818F9}" type="presOf" srcId="{CEE5E6BE-AE20-4140-BE75-A9D9471DD9F6}" destId="{252FC1CC-D828-4DB7-BC4A-0C0F1EBAC1C5}" srcOrd="0" destOrd="0" presId="urn:microsoft.com/office/officeart/2011/layout/HexagonRadial"/>
    <dgm:cxn modelId="{9C6A1CFE-E237-4042-A5FC-A4365FBDDA6C}" type="presOf" srcId="{F49D8BA2-8AA6-4E8E-B8C0-50250FF3D2B7}" destId="{113031C7-C72C-4725-8D85-CC0D2F4531F6}" srcOrd="0" destOrd="0" presId="urn:microsoft.com/office/officeart/2011/layout/HexagonRadial"/>
    <dgm:cxn modelId="{A45F580C-8797-4E56-95BE-5B899007E015}" type="presParOf" srcId="{113031C7-C72C-4725-8D85-CC0D2F4531F6}" destId="{D357FC8C-7C1F-464C-916A-3217E246A454}" srcOrd="0" destOrd="0" presId="urn:microsoft.com/office/officeart/2011/layout/HexagonRadial"/>
    <dgm:cxn modelId="{3A4B75B4-1B83-4B42-A39E-9F7E4FB961FD}" type="presParOf" srcId="{113031C7-C72C-4725-8D85-CC0D2F4531F6}" destId="{990F3E95-85B1-4B7A-9140-CDF9DF62C594}" srcOrd="1" destOrd="0" presId="urn:microsoft.com/office/officeart/2011/layout/HexagonRadial"/>
    <dgm:cxn modelId="{877C3B72-DC25-4337-B464-9213D72F13B8}" type="presParOf" srcId="{990F3E95-85B1-4B7A-9140-CDF9DF62C594}" destId="{F686F8D1-A85D-4DD8-B4B0-88F7C0DB8374}" srcOrd="0" destOrd="0" presId="urn:microsoft.com/office/officeart/2011/layout/HexagonRadial"/>
    <dgm:cxn modelId="{97143EC9-7049-4078-A9E9-6D525898A7B2}" type="presParOf" srcId="{113031C7-C72C-4725-8D85-CC0D2F4531F6}" destId="{C31D2431-955D-46A6-963E-33D78A70921A}" srcOrd="2" destOrd="0" presId="urn:microsoft.com/office/officeart/2011/layout/HexagonRadial"/>
    <dgm:cxn modelId="{25C369D0-9E21-4D6A-B467-EC1AAC640FF0}" type="presParOf" srcId="{113031C7-C72C-4725-8D85-CC0D2F4531F6}" destId="{0D649E17-9A00-4881-9565-0E4D979656AE}" srcOrd="3" destOrd="0" presId="urn:microsoft.com/office/officeart/2011/layout/HexagonRadial"/>
    <dgm:cxn modelId="{D04D8887-FEBC-40D4-895E-0536622BD009}" type="presParOf" srcId="{0D649E17-9A00-4881-9565-0E4D979656AE}" destId="{0F31F399-B8A1-4F42-A0A7-97702D1AD5BF}" srcOrd="0" destOrd="0" presId="urn:microsoft.com/office/officeart/2011/layout/HexagonRadial"/>
    <dgm:cxn modelId="{7A81646A-66B1-461C-9FBA-CC1551E58843}" type="presParOf" srcId="{113031C7-C72C-4725-8D85-CC0D2F4531F6}" destId="{89E642D8-EBF7-4D80-B38E-347F6D18BAE7}" srcOrd="4" destOrd="0" presId="urn:microsoft.com/office/officeart/2011/layout/HexagonRadial"/>
    <dgm:cxn modelId="{635766F2-843E-4232-95C3-C56BB9258EF2}" type="presParOf" srcId="{113031C7-C72C-4725-8D85-CC0D2F4531F6}" destId="{FA783DA3-E8C4-4783-9586-1F8045DEAE67}" srcOrd="5" destOrd="0" presId="urn:microsoft.com/office/officeart/2011/layout/HexagonRadial"/>
    <dgm:cxn modelId="{5BF165C6-8D79-405E-A805-56C771ED2F48}" type="presParOf" srcId="{FA783DA3-E8C4-4783-9586-1F8045DEAE67}" destId="{DFD40C17-8F9C-4770-8F8E-EB1C210EF075}" srcOrd="0" destOrd="0" presId="urn:microsoft.com/office/officeart/2011/layout/HexagonRadial"/>
    <dgm:cxn modelId="{3E82D53B-5A92-41D9-9610-B9121A93C5FA}" type="presParOf" srcId="{113031C7-C72C-4725-8D85-CC0D2F4531F6}" destId="{AE987D3F-96EA-43B2-90DB-C7F00D4CA33E}" srcOrd="6" destOrd="0" presId="urn:microsoft.com/office/officeart/2011/layout/HexagonRadial"/>
    <dgm:cxn modelId="{A5A21C4F-F359-4CAB-B028-989832EE8A7D}" type="presParOf" srcId="{113031C7-C72C-4725-8D85-CC0D2F4531F6}" destId="{ED44F4B2-3B01-4C3C-B13F-E29A31F9D4B0}" srcOrd="7" destOrd="0" presId="urn:microsoft.com/office/officeart/2011/layout/HexagonRadial"/>
    <dgm:cxn modelId="{D34F67FC-AF29-43D5-A47A-F716C39C384F}" type="presParOf" srcId="{ED44F4B2-3B01-4C3C-B13F-E29A31F9D4B0}" destId="{8A42ED00-2A27-4450-92CB-08B44926EA7B}" srcOrd="0" destOrd="0" presId="urn:microsoft.com/office/officeart/2011/layout/HexagonRadial"/>
    <dgm:cxn modelId="{DE8C5A56-AC2C-4CA8-B6B6-11411A4358EE}" type="presParOf" srcId="{113031C7-C72C-4725-8D85-CC0D2F4531F6}" destId="{252FC1CC-D828-4DB7-BC4A-0C0F1EBAC1C5}" srcOrd="8" destOrd="0" presId="urn:microsoft.com/office/officeart/2011/layout/HexagonRadial"/>
    <dgm:cxn modelId="{105D3670-688A-4777-B30C-53C529DA9795}" type="presParOf" srcId="{113031C7-C72C-4725-8D85-CC0D2F4531F6}" destId="{E76C152F-919F-44BC-9D28-E4291E744FA4}" srcOrd="9" destOrd="0" presId="urn:microsoft.com/office/officeart/2011/layout/HexagonRadial"/>
    <dgm:cxn modelId="{BC776F82-658A-40F4-8590-1524538669A8}" type="presParOf" srcId="{E76C152F-919F-44BC-9D28-E4291E744FA4}" destId="{6B9C97D9-E56B-4AA6-A6E5-02C819CB2799}" srcOrd="0" destOrd="0" presId="urn:microsoft.com/office/officeart/2011/layout/HexagonRadial"/>
    <dgm:cxn modelId="{2FD06588-30B3-4EDB-8897-A59736E4065D}" type="presParOf" srcId="{113031C7-C72C-4725-8D85-CC0D2F4531F6}" destId="{C579D5B0-99FD-4390-B3A4-7F0664616094}" srcOrd="10" destOrd="0" presId="urn:microsoft.com/office/officeart/2011/layout/HexagonRadial"/>
    <dgm:cxn modelId="{113CFBDF-51D5-4B31-9BB7-797962322ACA}" type="presParOf" srcId="{113031C7-C72C-4725-8D85-CC0D2F4531F6}" destId="{34459EA6-9FF0-4B45-A0D8-1E3BB96889B3}" srcOrd="11" destOrd="0" presId="urn:microsoft.com/office/officeart/2011/layout/HexagonRadial"/>
    <dgm:cxn modelId="{EE487002-C150-4478-851C-6E917A47F1AD}" type="presParOf" srcId="{34459EA6-9FF0-4B45-A0D8-1E3BB96889B3}" destId="{173ECFB4-BF58-4B0B-88DE-DDF5372B268B}" srcOrd="0" destOrd="0" presId="urn:microsoft.com/office/officeart/2011/layout/HexagonRadial"/>
    <dgm:cxn modelId="{7D38C9C3-A019-4B09-A38D-F3CEC61201EF}" type="presParOf" srcId="{113031C7-C72C-4725-8D85-CC0D2F4531F6}" destId="{E8E55DDB-0753-4460-96AC-D66BFF2FCD0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49D8BA2-8AA6-4E8E-B8C0-50250FF3D2B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63FBF0A-F018-428C-AC83-47DDCB1128FC}">
      <dgm:prSet phldrT="[Text]"/>
      <dgm:spPr>
        <a:effectLst>
          <a:glow rad="228600">
            <a:srgbClr val="C00000">
              <a:alpha val="40000"/>
            </a:srgbClr>
          </a:glow>
        </a:effectLst>
      </dgm:spPr>
      <dgm:t>
        <a:bodyPr/>
        <a:lstStyle/>
        <a:p>
          <a:r>
            <a:rPr lang="en-GB" dirty="0">
              <a:solidFill>
                <a:srgbClr val="4472C4"/>
              </a:solidFill>
            </a:rPr>
            <a:t>Operating system</a:t>
          </a:r>
        </a:p>
        <a:p>
          <a:r>
            <a:rPr lang="en-GB" dirty="0">
              <a:solidFill>
                <a:srgbClr val="4472C4"/>
              </a:solidFill>
            </a:rPr>
            <a:t>Interrupt handling</a:t>
          </a:r>
        </a:p>
      </dgm:t>
    </dgm:pt>
    <dgm:pt modelId="{5DC6D3E2-D4EA-454B-BD92-F499E59B79E0}" type="parTrans" cxnId="{BBFA148E-D0D8-47DB-B69D-25F7DA784FD2}">
      <dgm:prSet/>
      <dgm:spPr/>
      <dgm:t>
        <a:bodyPr/>
        <a:lstStyle/>
        <a:p>
          <a:endParaRPr lang="en-GB"/>
        </a:p>
      </dgm:t>
    </dgm:pt>
    <dgm:pt modelId="{799A8F3B-8845-4097-A1B8-524E5CB9DA96}" type="sibTrans" cxnId="{BBFA148E-D0D8-47DB-B69D-25F7DA784FD2}">
      <dgm:prSet/>
      <dgm:spPr/>
      <dgm:t>
        <a:bodyPr/>
        <a:lstStyle/>
        <a:p>
          <a:endParaRPr lang="en-GB"/>
        </a:p>
      </dgm:t>
    </dgm:pt>
    <dgm:pt modelId="{89FFB2BB-45DB-4461-BF74-8E42A39845BF}">
      <dgm:prSet phldrT="[Text]"/>
      <dgm:spPr>
        <a:solidFill>
          <a:schemeClr val="accent6"/>
        </a:solidFill>
        <a:effectLst>
          <a:glow rad="101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User</a:t>
          </a:r>
        </a:p>
      </dgm:t>
    </dgm:pt>
    <dgm:pt modelId="{24F29E42-0558-4A8E-BD4A-1EEA0267FE3F}" type="parTrans" cxnId="{18C6751C-D66D-4ECA-8FD8-26C007A3621C}">
      <dgm:prSet/>
      <dgm:spPr/>
      <dgm:t>
        <a:bodyPr/>
        <a:lstStyle/>
        <a:p>
          <a:endParaRPr lang="en-GB"/>
        </a:p>
      </dgm:t>
    </dgm:pt>
    <dgm:pt modelId="{6258E58E-091B-4DDB-94FD-55209CAF2520}" type="sibTrans" cxnId="{18C6751C-D66D-4ECA-8FD8-26C007A3621C}">
      <dgm:prSet/>
      <dgm:spPr/>
      <dgm:t>
        <a:bodyPr/>
        <a:lstStyle/>
        <a:p>
          <a:endParaRPr lang="en-GB"/>
        </a:p>
      </dgm:t>
    </dgm:pt>
    <dgm:pt modelId="{95BFF843-5BD6-4A18-9C34-1052B9C05342}">
      <dgm:prSet phldrT="[Text]"/>
      <dgm:spPr>
        <a:solidFill>
          <a:schemeClr val="accent4">
            <a:lumMod val="75000"/>
          </a:schemeClr>
        </a:solidFill>
        <a:effectLst>
          <a:glow rad="101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Application software</a:t>
          </a:r>
        </a:p>
      </dgm:t>
    </dgm:pt>
    <dgm:pt modelId="{D22A5F25-A71E-48C9-8EEC-D09078E9095D}" type="parTrans" cxnId="{57524335-AFFF-4983-82D2-D2180B4058E6}">
      <dgm:prSet/>
      <dgm:spPr/>
      <dgm:t>
        <a:bodyPr/>
        <a:lstStyle/>
        <a:p>
          <a:endParaRPr lang="en-GB"/>
        </a:p>
      </dgm:t>
    </dgm:pt>
    <dgm:pt modelId="{446B75D7-CD0B-472C-AC4D-F60DF61D995C}" type="sibTrans" cxnId="{57524335-AFFF-4983-82D2-D2180B4058E6}">
      <dgm:prSet/>
      <dgm:spPr/>
      <dgm:t>
        <a:bodyPr/>
        <a:lstStyle/>
        <a:p>
          <a:endParaRPr lang="en-GB"/>
        </a:p>
      </dgm:t>
    </dgm:pt>
    <dgm:pt modelId="{FBE921F0-F085-4CED-AE28-F082266BD9CA}">
      <dgm:prSet phldrT="[Text]"/>
      <dgm:spPr>
        <a:solidFill>
          <a:srgbClr val="EA5C5C"/>
        </a:solidFill>
        <a:effectLst>
          <a:glow rad="101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User interface</a:t>
          </a:r>
        </a:p>
      </dgm:t>
    </dgm:pt>
    <dgm:pt modelId="{97B2565B-7EAB-4345-89ED-771749A6899F}" type="parTrans" cxnId="{08825A49-02EB-4773-8CF2-610952444348}">
      <dgm:prSet/>
      <dgm:spPr/>
      <dgm:t>
        <a:bodyPr/>
        <a:lstStyle/>
        <a:p>
          <a:endParaRPr lang="en-GB"/>
        </a:p>
      </dgm:t>
    </dgm:pt>
    <dgm:pt modelId="{7F14DB93-987D-4E19-9FB2-EA2B29D55409}" type="sibTrans" cxnId="{08825A49-02EB-4773-8CF2-610952444348}">
      <dgm:prSet/>
      <dgm:spPr/>
      <dgm:t>
        <a:bodyPr/>
        <a:lstStyle/>
        <a:p>
          <a:endParaRPr lang="en-GB"/>
        </a:p>
      </dgm:t>
    </dgm:pt>
    <dgm:pt modelId="{CEE5E6BE-AE20-4140-BE75-A9D9471DD9F6}">
      <dgm:prSet phldrT="[Text]"/>
      <dgm:spPr>
        <a:solidFill>
          <a:srgbClr val="7030A0"/>
        </a:solidFill>
        <a:effectLst>
          <a:glow rad="101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Hardware</a:t>
          </a:r>
        </a:p>
      </dgm:t>
    </dgm:pt>
    <dgm:pt modelId="{23623BA6-0676-40FE-972C-8F39C501DF88}" type="parTrans" cxnId="{E7B4B894-DB08-4F32-BCD5-638958E9106F}">
      <dgm:prSet/>
      <dgm:spPr/>
      <dgm:t>
        <a:bodyPr/>
        <a:lstStyle/>
        <a:p>
          <a:endParaRPr lang="en-GB"/>
        </a:p>
      </dgm:t>
    </dgm:pt>
    <dgm:pt modelId="{2B426412-15F4-433A-A5FF-CC5209595167}" type="sibTrans" cxnId="{E7B4B894-DB08-4F32-BCD5-638958E9106F}">
      <dgm:prSet/>
      <dgm:spPr/>
      <dgm:t>
        <a:bodyPr/>
        <a:lstStyle/>
        <a:p>
          <a:endParaRPr lang="en-GB"/>
        </a:p>
      </dgm:t>
    </dgm:pt>
    <dgm:pt modelId="{537948DD-1FAF-4FD0-8ADE-71250297FF51}">
      <dgm:prSet phldrT="[Text]"/>
      <dgm:spPr>
        <a:solidFill>
          <a:srgbClr val="00B050"/>
        </a:solidFill>
        <a:effectLst>
          <a:glow rad="101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Utility programs</a:t>
          </a:r>
        </a:p>
      </dgm:t>
    </dgm:pt>
    <dgm:pt modelId="{D409C5AC-9918-4107-9181-ABA5CDAEAA49}" type="parTrans" cxnId="{1AB8F756-EA50-4F96-AA9E-90B848332400}">
      <dgm:prSet/>
      <dgm:spPr/>
      <dgm:t>
        <a:bodyPr/>
        <a:lstStyle/>
        <a:p>
          <a:endParaRPr lang="en-GB"/>
        </a:p>
      </dgm:t>
    </dgm:pt>
    <dgm:pt modelId="{0144FDB3-B8E3-4DEA-8A03-BD4036D2F520}" type="sibTrans" cxnId="{1AB8F756-EA50-4F96-AA9E-90B848332400}">
      <dgm:prSet/>
      <dgm:spPr/>
      <dgm:t>
        <a:bodyPr/>
        <a:lstStyle/>
        <a:p>
          <a:endParaRPr lang="en-GB"/>
        </a:p>
      </dgm:t>
    </dgm:pt>
    <dgm:pt modelId="{26FCC270-7B21-4C3B-8C4F-5D593D03D776}">
      <dgm:prSet phldrT="[Text]"/>
      <dgm:spPr>
        <a:solidFill>
          <a:srgbClr val="008C8C"/>
        </a:solidFill>
        <a:effectLst>
          <a:glow rad="101600">
            <a:schemeClr val="accent2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Device drivers</a:t>
          </a:r>
        </a:p>
      </dgm:t>
    </dgm:pt>
    <dgm:pt modelId="{880D31AF-06DA-4C11-951F-6092F1378C83}" type="parTrans" cxnId="{C519072E-5B07-4A31-82E1-8AC99C4FE994}">
      <dgm:prSet/>
      <dgm:spPr/>
      <dgm:t>
        <a:bodyPr/>
        <a:lstStyle/>
        <a:p>
          <a:endParaRPr lang="en-GB"/>
        </a:p>
      </dgm:t>
    </dgm:pt>
    <dgm:pt modelId="{E8B1E0CA-EC82-4209-8D34-BD85322C2544}" type="sibTrans" cxnId="{C519072E-5B07-4A31-82E1-8AC99C4FE994}">
      <dgm:prSet/>
      <dgm:spPr/>
      <dgm:t>
        <a:bodyPr/>
        <a:lstStyle/>
        <a:p>
          <a:endParaRPr lang="en-GB"/>
        </a:p>
      </dgm:t>
    </dgm:pt>
    <dgm:pt modelId="{113031C7-C72C-4725-8D85-CC0D2F4531F6}" type="pres">
      <dgm:prSet presAssocID="{F49D8BA2-8AA6-4E8E-B8C0-50250FF3D2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357FC8C-7C1F-464C-916A-3217E246A454}" type="pres">
      <dgm:prSet presAssocID="{963FBF0A-F018-428C-AC83-47DDCB1128FC}" presName="Parent" presStyleLbl="node0" presStyleIdx="0" presStyleCnt="1">
        <dgm:presLayoutVars>
          <dgm:chMax val="6"/>
          <dgm:chPref val="6"/>
        </dgm:presLayoutVars>
      </dgm:prSet>
      <dgm:spPr/>
    </dgm:pt>
    <dgm:pt modelId="{990F3E95-85B1-4B7A-9140-CDF9DF62C594}" type="pres">
      <dgm:prSet presAssocID="{89FFB2BB-45DB-4461-BF74-8E42A39845BF}" presName="Accent1" presStyleCnt="0"/>
      <dgm:spPr/>
    </dgm:pt>
    <dgm:pt modelId="{F686F8D1-A85D-4DD8-B4B0-88F7C0DB8374}" type="pres">
      <dgm:prSet presAssocID="{89FFB2BB-45DB-4461-BF74-8E42A39845BF}" presName="Accent" presStyleLbl="bgShp" presStyleIdx="0" presStyleCnt="6"/>
      <dgm:spPr/>
    </dgm:pt>
    <dgm:pt modelId="{C31D2431-955D-46A6-963E-33D78A70921A}" type="pres">
      <dgm:prSet presAssocID="{89FFB2BB-45DB-4461-BF74-8E42A39845B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0D649E17-9A00-4881-9565-0E4D979656AE}" type="pres">
      <dgm:prSet presAssocID="{95BFF843-5BD6-4A18-9C34-1052B9C05342}" presName="Accent2" presStyleCnt="0"/>
      <dgm:spPr/>
    </dgm:pt>
    <dgm:pt modelId="{0F31F399-B8A1-4F42-A0A7-97702D1AD5BF}" type="pres">
      <dgm:prSet presAssocID="{95BFF843-5BD6-4A18-9C34-1052B9C05342}" presName="Accent" presStyleLbl="bgShp" presStyleIdx="1" presStyleCnt="6"/>
      <dgm:spPr>
        <a:solidFill>
          <a:schemeClr val="bg1"/>
        </a:solidFill>
      </dgm:spPr>
    </dgm:pt>
    <dgm:pt modelId="{89E642D8-EBF7-4D80-B38E-347F6D18BAE7}" type="pres">
      <dgm:prSet presAssocID="{95BFF843-5BD6-4A18-9C34-1052B9C05342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783DA3-E8C4-4783-9586-1F8045DEAE67}" type="pres">
      <dgm:prSet presAssocID="{FBE921F0-F085-4CED-AE28-F082266BD9CA}" presName="Accent3" presStyleCnt="0"/>
      <dgm:spPr/>
    </dgm:pt>
    <dgm:pt modelId="{DFD40C17-8F9C-4770-8F8E-EB1C210EF075}" type="pres">
      <dgm:prSet presAssocID="{FBE921F0-F085-4CED-AE28-F082266BD9CA}" presName="Accent" presStyleLbl="bgShp" presStyleIdx="2" presStyleCnt="6"/>
      <dgm:spPr>
        <a:solidFill>
          <a:schemeClr val="bg1"/>
        </a:solidFill>
      </dgm:spPr>
    </dgm:pt>
    <dgm:pt modelId="{AE987D3F-96EA-43B2-90DB-C7F00D4CA33E}" type="pres">
      <dgm:prSet presAssocID="{FBE921F0-F085-4CED-AE28-F082266BD9C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D44F4B2-3B01-4C3C-B13F-E29A31F9D4B0}" type="pres">
      <dgm:prSet presAssocID="{CEE5E6BE-AE20-4140-BE75-A9D9471DD9F6}" presName="Accent4" presStyleCnt="0"/>
      <dgm:spPr/>
    </dgm:pt>
    <dgm:pt modelId="{8A42ED00-2A27-4450-92CB-08B44926EA7B}" type="pres">
      <dgm:prSet presAssocID="{CEE5E6BE-AE20-4140-BE75-A9D9471DD9F6}" presName="Accent" presStyleLbl="bgShp" presStyleIdx="3" presStyleCnt="6"/>
      <dgm:spPr>
        <a:solidFill>
          <a:schemeClr val="bg1"/>
        </a:solidFill>
      </dgm:spPr>
    </dgm:pt>
    <dgm:pt modelId="{252FC1CC-D828-4DB7-BC4A-0C0F1EBAC1C5}" type="pres">
      <dgm:prSet presAssocID="{CEE5E6BE-AE20-4140-BE75-A9D9471DD9F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76C152F-919F-44BC-9D28-E4291E744FA4}" type="pres">
      <dgm:prSet presAssocID="{537948DD-1FAF-4FD0-8ADE-71250297FF51}" presName="Accent5" presStyleCnt="0"/>
      <dgm:spPr/>
    </dgm:pt>
    <dgm:pt modelId="{6B9C97D9-E56B-4AA6-A6E5-02C819CB2799}" type="pres">
      <dgm:prSet presAssocID="{537948DD-1FAF-4FD0-8ADE-71250297FF51}" presName="Accent" presStyleLbl="bgShp" presStyleIdx="4" presStyleCnt="6"/>
      <dgm:spPr>
        <a:solidFill>
          <a:schemeClr val="bg1"/>
        </a:solidFill>
      </dgm:spPr>
    </dgm:pt>
    <dgm:pt modelId="{C579D5B0-99FD-4390-B3A4-7F0664616094}" type="pres">
      <dgm:prSet presAssocID="{537948DD-1FAF-4FD0-8ADE-71250297FF5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4459EA6-9FF0-4B45-A0D8-1E3BB96889B3}" type="pres">
      <dgm:prSet presAssocID="{26FCC270-7B21-4C3B-8C4F-5D593D03D776}" presName="Accent6" presStyleCnt="0"/>
      <dgm:spPr/>
    </dgm:pt>
    <dgm:pt modelId="{173ECFB4-BF58-4B0B-88DE-DDF5372B268B}" type="pres">
      <dgm:prSet presAssocID="{26FCC270-7B21-4C3B-8C4F-5D593D03D776}" presName="Accent" presStyleLbl="bgShp" presStyleIdx="5" presStyleCnt="6"/>
      <dgm:spPr>
        <a:solidFill>
          <a:schemeClr val="bg1"/>
        </a:solidFill>
      </dgm:spPr>
    </dgm:pt>
    <dgm:pt modelId="{E8E55DDB-0753-4460-96AC-D66BFF2FCD00}" type="pres">
      <dgm:prSet presAssocID="{26FCC270-7B21-4C3B-8C4F-5D593D03D7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8C6751C-D66D-4ECA-8FD8-26C007A3621C}" srcId="{963FBF0A-F018-428C-AC83-47DDCB1128FC}" destId="{89FFB2BB-45DB-4461-BF74-8E42A39845BF}" srcOrd="0" destOrd="0" parTransId="{24F29E42-0558-4A8E-BD4A-1EEA0267FE3F}" sibTransId="{6258E58E-091B-4DDB-94FD-55209CAF2520}"/>
    <dgm:cxn modelId="{36173328-584C-420A-A56D-D9A942A6D5CF}" type="presOf" srcId="{89FFB2BB-45DB-4461-BF74-8E42A39845BF}" destId="{C31D2431-955D-46A6-963E-33D78A70921A}" srcOrd="0" destOrd="0" presId="urn:microsoft.com/office/officeart/2011/layout/HexagonRadial"/>
    <dgm:cxn modelId="{C519072E-5B07-4A31-82E1-8AC99C4FE994}" srcId="{963FBF0A-F018-428C-AC83-47DDCB1128FC}" destId="{26FCC270-7B21-4C3B-8C4F-5D593D03D776}" srcOrd="5" destOrd="0" parTransId="{880D31AF-06DA-4C11-951F-6092F1378C83}" sibTransId="{E8B1E0CA-EC82-4209-8D34-BD85322C2544}"/>
    <dgm:cxn modelId="{57524335-AFFF-4983-82D2-D2180B4058E6}" srcId="{963FBF0A-F018-428C-AC83-47DDCB1128FC}" destId="{95BFF843-5BD6-4A18-9C34-1052B9C05342}" srcOrd="1" destOrd="0" parTransId="{D22A5F25-A71E-48C9-8EEC-D09078E9095D}" sibTransId="{446B75D7-CD0B-472C-AC4D-F60DF61D995C}"/>
    <dgm:cxn modelId="{EE798C44-56DF-4431-B05A-EF46477E6418}" type="presOf" srcId="{26FCC270-7B21-4C3B-8C4F-5D593D03D776}" destId="{E8E55DDB-0753-4460-96AC-D66BFF2FCD00}" srcOrd="0" destOrd="0" presId="urn:microsoft.com/office/officeart/2011/layout/HexagonRadial"/>
    <dgm:cxn modelId="{08825A49-02EB-4773-8CF2-610952444348}" srcId="{963FBF0A-F018-428C-AC83-47DDCB1128FC}" destId="{FBE921F0-F085-4CED-AE28-F082266BD9CA}" srcOrd="2" destOrd="0" parTransId="{97B2565B-7EAB-4345-89ED-771749A6899F}" sibTransId="{7F14DB93-987D-4E19-9FB2-EA2B29D55409}"/>
    <dgm:cxn modelId="{B8461C6F-4C2D-4EFB-804D-9E3E70EF0798}" type="presOf" srcId="{95BFF843-5BD6-4A18-9C34-1052B9C05342}" destId="{89E642D8-EBF7-4D80-B38E-347F6D18BAE7}" srcOrd="0" destOrd="0" presId="urn:microsoft.com/office/officeart/2011/layout/HexagonRadial"/>
    <dgm:cxn modelId="{00A30856-96E0-43D1-B7A4-4D003F4D2D5E}" type="presOf" srcId="{537948DD-1FAF-4FD0-8ADE-71250297FF51}" destId="{C579D5B0-99FD-4390-B3A4-7F0664616094}" srcOrd="0" destOrd="0" presId="urn:microsoft.com/office/officeart/2011/layout/HexagonRadial"/>
    <dgm:cxn modelId="{1AB8F756-EA50-4F96-AA9E-90B848332400}" srcId="{963FBF0A-F018-428C-AC83-47DDCB1128FC}" destId="{537948DD-1FAF-4FD0-8ADE-71250297FF51}" srcOrd="4" destOrd="0" parTransId="{D409C5AC-9918-4107-9181-ABA5CDAEAA49}" sibTransId="{0144FDB3-B8E3-4DEA-8A03-BD4036D2F520}"/>
    <dgm:cxn modelId="{BBFA148E-D0D8-47DB-B69D-25F7DA784FD2}" srcId="{F49D8BA2-8AA6-4E8E-B8C0-50250FF3D2B7}" destId="{963FBF0A-F018-428C-AC83-47DDCB1128FC}" srcOrd="0" destOrd="0" parTransId="{5DC6D3E2-D4EA-454B-BD92-F499E59B79E0}" sibTransId="{799A8F3B-8845-4097-A1B8-524E5CB9DA96}"/>
    <dgm:cxn modelId="{AD877292-209B-473D-B1D9-705971377C8D}" type="presOf" srcId="{FBE921F0-F085-4CED-AE28-F082266BD9CA}" destId="{AE987D3F-96EA-43B2-90DB-C7F00D4CA33E}" srcOrd="0" destOrd="0" presId="urn:microsoft.com/office/officeart/2011/layout/HexagonRadial"/>
    <dgm:cxn modelId="{E7B4B894-DB08-4F32-BCD5-638958E9106F}" srcId="{963FBF0A-F018-428C-AC83-47DDCB1128FC}" destId="{CEE5E6BE-AE20-4140-BE75-A9D9471DD9F6}" srcOrd="3" destOrd="0" parTransId="{23623BA6-0676-40FE-972C-8F39C501DF88}" sibTransId="{2B426412-15F4-433A-A5FF-CC5209595167}"/>
    <dgm:cxn modelId="{B3907797-04AF-4A5D-A0CA-52EFC6E260A4}" type="presOf" srcId="{963FBF0A-F018-428C-AC83-47DDCB1128FC}" destId="{D357FC8C-7C1F-464C-916A-3217E246A454}" srcOrd="0" destOrd="0" presId="urn:microsoft.com/office/officeart/2011/layout/HexagonRadial"/>
    <dgm:cxn modelId="{FF091D9B-343F-46F9-8750-234975C818F9}" type="presOf" srcId="{CEE5E6BE-AE20-4140-BE75-A9D9471DD9F6}" destId="{252FC1CC-D828-4DB7-BC4A-0C0F1EBAC1C5}" srcOrd="0" destOrd="0" presId="urn:microsoft.com/office/officeart/2011/layout/HexagonRadial"/>
    <dgm:cxn modelId="{9C6A1CFE-E237-4042-A5FC-A4365FBDDA6C}" type="presOf" srcId="{F49D8BA2-8AA6-4E8E-B8C0-50250FF3D2B7}" destId="{113031C7-C72C-4725-8D85-CC0D2F4531F6}" srcOrd="0" destOrd="0" presId="urn:microsoft.com/office/officeart/2011/layout/HexagonRadial"/>
    <dgm:cxn modelId="{A45F580C-8797-4E56-95BE-5B899007E015}" type="presParOf" srcId="{113031C7-C72C-4725-8D85-CC0D2F4531F6}" destId="{D357FC8C-7C1F-464C-916A-3217E246A454}" srcOrd="0" destOrd="0" presId="urn:microsoft.com/office/officeart/2011/layout/HexagonRadial"/>
    <dgm:cxn modelId="{3A4B75B4-1B83-4B42-A39E-9F7E4FB961FD}" type="presParOf" srcId="{113031C7-C72C-4725-8D85-CC0D2F4531F6}" destId="{990F3E95-85B1-4B7A-9140-CDF9DF62C594}" srcOrd="1" destOrd="0" presId="urn:microsoft.com/office/officeart/2011/layout/HexagonRadial"/>
    <dgm:cxn modelId="{877C3B72-DC25-4337-B464-9213D72F13B8}" type="presParOf" srcId="{990F3E95-85B1-4B7A-9140-CDF9DF62C594}" destId="{F686F8D1-A85D-4DD8-B4B0-88F7C0DB8374}" srcOrd="0" destOrd="0" presId="urn:microsoft.com/office/officeart/2011/layout/HexagonRadial"/>
    <dgm:cxn modelId="{97143EC9-7049-4078-A9E9-6D525898A7B2}" type="presParOf" srcId="{113031C7-C72C-4725-8D85-CC0D2F4531F6}" destId="{C31D2431-955D-46A6-963E-33D78A70921A}" srcOrd="2" destOrd="0" presId="urn:microsoft.com/office/officeart/2011/layout/HexagonRadial"/>
    <dgm:cxn modelId="{25C369D0-9E21-4D6A-B467-EC1AAC640FF0}" type="presParOf" srcId="{113031C7-C72C-4725-8D85-CC0D2F4531F6}" destId="{0D649E17-9A00-4881-9565-0E4D979656AE}" srcOrd="3" destOrd="0" presId="urn:microsoft.com/office/officeart/2011/layout/HexagonRadial"/>
    <dgm:cxn modelId="{D04D8887-FEBC-40D4-895E-0536622BD009}" type="presParOf" srcId="{0D649E17-9A00-4881-9565-0E4D979656AE}" destId="{0F31F399-B8A1-4F42-A0A7-97702D1AD5BF}" srcOrd="0" destOrd="0" presId="urn:microsoft.com/office/officeart/2011/layout/HexagonRadial"/>
    <dgm:cxn modelId="{7A81646A-66B1-461C-9FBA-CC1551E58843}" type="presParOf" srcId="{113031C7-C72C-4725-8D85-CC0D2F4531F6}" destId="{89E642D8-EBF7-4D80-B38E-347F6D18BAE7}" srcOrd="4" destOrd="0" presId="urn:microsoft.com/office/officeart/2011/layout/HexagonRadial"/>
    <dgm:cxn modelId="{635766F2-843E-4232-95C3-C56BB9258EF2}" type="presParOf" srcId="{113031C7-C72C-4725-8D85-CC0D2F4531F6}" destId="{FA783DA3-E8C4-4783-9586-1F8045DEAE67}" srcOrd="5" destOrd="0" presId="urn:microsoft.com/office/officeart/2011/layout/HexagonRadial"/>
    <dgm:cxn modelId="{5BF165C6-8D79-405E-A805-56C771ED2F48}" type="presParOf" srcId="{FA783DA3-E8C4-4783-9586-1F8045DEAE67}" destId="{DFD40C17-8F9C-4770-8F8E-EB1C210EF075}" srcOrd="0" destOrd="0" presId="urn:microsoft.com/office/officeart/2011/layout/HexagonRadial"/>
    <dgm:cxn modelId="{3E82D53B-5A92-41D9-9610-B9121A93C5FA}" type="presParOf" srcId="{113031C7-C72C-4725-8D85-CC0D2F4531F6}" destId="{AE987D3F-96EA-43B2-90DB-C7F00D4CA33E}" srcOrd="6" destOrd="0" presId="urn:microsoft.com/office/officeart/2011/layout/HexagonRadial"/>
    <dgm:cxn modelId="{A5A21C4F-F359-4CAB-B028-989832EE8A7D}" type="presParOf" srcId="{113031C7-C72C-4725-8D85-CC0D2F4531F6}" destId="{ED44F4B2-3B01-4C3C-B13F-E29A31F9D4B0}" srcOrd="7" destOrd="0" presId="urn:microsoft.com/office/officeart/2011/layout/HexagonRadial"/>
    <dgm:cxn modelId="{D34F67FC-AF29-43D5-A47A-F716C39C384F}" type="presParOf" srcId="{ED44F4B2-3B01-4C3C-B13F-E29A31F9D4B0}" destId="{8A42ED00-2A27-4450-92CB-08B44926EA7B}" srcOrd="0" destOrd="0" presId="urn:microsoft.com/office/officeart/2011/layout/HexagonRadial"/>
    <dgm:cxn modelId="{DE8C5A56-AC2C-4CA8-B6B6-11411A4358EE}" type="presParOf" srcId="{113031C7-C72C-4725-8D85-CC0D2F4531F6}" destId="{252FC1CC-D828-4DB7-BC4A-0C0F1EBAC1C5}" srcOrd="8" destOrd="0" presId="urn:microsoft.com/office/officeart/2011/layout/HexagonRadial"/>
    <dgm:cxn modelId="{105D3670-688A-4777-B30C-53C529DA9795}" type="presParOf" srcId="{113031C7-C72C-4725-8D85-CC0D2F4531F6}" destId="{E76C152F-919F-44BC-9D28-E4291E744FA4}" srcOrd="9" destOrd="0" presId="urn:microsoft.com/office/officeart/2011/layout/HexagonRadial"/>
    <dgm:cxn modelId="{BC776F82-658A-40F4-8590-1524538669A8}" type="presParOf" srcId="{E76C152F-919F-44BC-9D28-E4291E744FA4}" destId="{6B9C97D9-E56B-4AA6-A6E5-02C819CB2799}" srcOrd="0" destOrd="0" presId="urn:microsoft.com/office/officeart/2011/layout/HexagonRadial"/>
    <dgm:cxn modelId="{2FD06588-30B3-4EDB-8897-A59736E4065D}" type="presParOf" srcId="{113031C7-C72C-4725-8D85-CC0D2F4531F6}" destId="{C579D5B0-99FD-4390-B3A4-7F0664616094}" srcOrd="10" destOrd="0" presId="urn:microsoft.com/office/officeart/2011/layout/HexagonRadial"/>
    <dgm:cxn modelId="{113CFBDF-51D5-4B31-9BB7-797962322ACA}" type="presParOf" srcId="{113031C7-C72C-4725-8D85-CC0D2F4531F6}" destId="{34459EA6-9FF0-4B45-A0D8-1E3BB96889B3}" srcOrd="11" destOrd="0" presId="urn:microsoft.com/office/officeart/2011/layout/HexagonRadial"/>
    <dgm:cxn modelId="{EE487002-C150-4478-851C-6E917A47F1AD}" type="presParOf" srcId="{34459EA6-9FF0-4B45-A0D8-1E3BB96889B3}" destId="{173ECFB4-BF58-4B0B-88DE-DDF5372B268B}" srcOrd="0" destOrd="0" presId="urn:microsoft.com/office/officeart/2011/layout/HexagonRadial"/>
    <dgm:cxn modelId="{7D38C9C3-A019-4B09-A38D-F3CEC61201EF}" type="presParOf" srcId="{113031C7-C72C-4725-8D85-CC0D2F4531F6}" destId="{E8E55DDB-0753-4460-96AC-D66BFF2FCD00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7FC8C-7C1F-464C-916A-3217E246A454}">
      <dsp:nvSpPr>
        <dsp:cNvPr id="0" name=""/>
        <dsp:cNvSpPr/>
      </dsp:nvSpPr>
      <dsp:spPr>
        <a:xfrm>
          <a:off x="3402242" y="2014125"/>
          <a:ext cx="2560041" cy="221453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Operating system</a:t>
          </a:r>
        </a:p>
      </dsp:txBody>
      <dsp:txXfrm>
        <a:off x="3826477" y="2381105"/>
        <a:ext cx="1711571" cy="1480579"/>
      </dsp:txXfrm>
    </dsp:sp>
    <dsp:sp modelId="{0F31F399-B8A1-4F42-A0A7-97702D1AD5BF}">
      <dsp:nvSpPr>
        <dsp:cNvPr id="0" name=""/>
        <dsp:cNvSpPr/>
      </dsp:nvSpPr>
      <dsp:spPr>
        <a:xfrm>
          <a:off x="5005320" y="954618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2431-955D-46A6-963E-33D78A70921A}">
      <dsp:nvSpPr>
        <dsp:cNvPr id="0" name=""/>
        <dsp:cNvSpPr/>
      </dsp:nvSpPr>
      <dsp:spPr>
        <a:xfrm>
          <a:off x="3638059" y="0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</a:t>
          </a:r>
        </a:p>
      </dsp:txBody>
      <dsp:txXfrm>
        <a:off x="3985732" y="300778"/>
        <a:ext cx="1402589" cy="1213404"/>
      </dsp:txXfrm>
    </dsp:sp>
    <dsp:sp modelId="{DFD40C17-8F9C-4770-8F8E-EB1C210EF075}">
      <dsp:nvSpPr>
        <dsp:cNvPr id="0" name=""/>
        <dsp:cNvSpPr/>
      </dsp:nvSpPr>
      <dsp:spPr>
        <a:xfrm>
          <a:off x="6132596" y="251047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42D8-EBF7-4D80-B38E-347F6D18BAE7}">
      <dsp:nvSpPr>
        <dsp:cNvPr id="0" name=""/>
        <dsp:cNvSpPr/>
      </dsp:nvSpPr>
      <dsp:spPr>
        <a:xfrm>
          <a:off x="5562109" y="111632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Application software</a:t>
          </a:r>
        </a:p>
      </dsp:txBody>
      <dsp:txXfrm>
        <a:off x="5909782" y="1417100"/>
        <a:ext cx="1402589" cy="1213404"/>
      </dsp:txXfrm>
    </dsp:sp>
    <dsp:sp modelId="{8A42ED00-2A27-4450-92CB-08B44926EA7B}">
      <dsp:nvSpPr>
        <dsp:cNvPr id="0" name=""/>
        <dsp:cNvSpPr/>
      </dsp:nvSpPr>
      <dsp:spPr>
        <a:xfrm>
          <a:off x="5349517" y="4266749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D3F-96EA-43B2-90DB-C7F00D4CA33E}">
      <dsp:nvSpPr>
        <dsp:cNvPr id="0" name=""/>
        <dsp:cNvSpPr/>
      </dsp:nvSpPr>
      <dsp:spPr>
        <a:xfrm>
          <a:off x="5562109" y="331088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 interface</a:t>
          </a:r>
        </a:p>
      </dsp:txBody>
      <dsp:txXfrm>
        <a:off x="5909782" y="3611660"/>
        <a:ext cx="1402589" cy="1213404"/>
      </dsp:txXfrm>
    </dsp:sp>
    <dsp:sp modelId="{6B9C97D9-E56B-4AA6-A6E5-02C819CB2799}">
      <dsp:nvSpPr>
        <dsp:cNvPr id="0" name=""/>
        <dsp:cNvSpPr/>
      </dsp:nvSpPr>
      <dsp:spPr>
        <a:xfrm>
          <a:off x="3407006" y="444905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FC1CC-D828-4DB7-BC4A-0C0F1EBAC1C5}">
      <dsp:nvSpPr>
        <dsp:cNvPr id="0" name=""/>
        <dsp:cNvSpPr/>
      </dsp:nvSpPr>
      <dsp:spPr>
        <a:xfrm>
          <a:off x="3638059" y="4428454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Hardware</a:t>
          </a:r>
        </a:p>
      </dsp:txBody>
      <dsp:txXfrm>
        <a:off x="3985732" y="4729232"/>
        <a:ext cx="1402589" cy="1213404"/>
      </dsp:txXfrm>
    </dsp:sp>
    <dsp:sp modelId="{173ECFB4-BF58-4B0B-88DE-DDF5372B268B}">
      <dsp:nvSpPr>
        <dsp:cNvPr id="0" name=""/>
        <dsp:cNvSpPr/>
      </dsp:nvSpPr>
      <dsp:spPr>
        <a:xfrm>
          <a:off x="2261270" y="2893822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D5B0-99FD-4390-B3A4-7F0664616094}">
      <dsp:nvSpPr>
        <dsp:cNvPr id="0" name=""/>
        <dsp:cNvSpPr/>
      </dsp:nvSpPr>
      <dsp:spPr>
        <a:xfrm>
          <a:off x="1705076" y="3312131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Utility programs</a:t>
          </a:r>
        </a:p>
      </dsp:txBody>
      <dsp:txXfrm>
        <a:off x="2052749" y="3612909"/>
        <a:ext cx="1402589" cy="1213404"/>
      </dsp:txXfrm>
    </dsp:sp>
    <dsp:sp modelId="{E8E55DDB-0753-4460-96AC-D66BFF2FCD00}">
      <dsp:nvSpPr>
        <dsp:cNvPr id="0" name=""/>
        <dsp:cNvSpPr/>
      </dsp:nvSpPr>
      <dsp:spPr>
        <a:xfrm>
          <a:off x="1705076" y="1113825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Device drivers</a:t>
          </a:r>
        </a:p>
      </dsp:txBody>
      <dsp:txXfrm>
        <a:off x="2052749" y="1414603"/>
        <a:ext cx="1402589" cy="1213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7FC8C-7C1F-464C-916A-3217E246A454}">
      <dsp:nvSpPr>
        <dsp:cNvPr id="0" name=""/>
        <dsp:cNvSpPr/>
      </dsp:nvSpPr>
      <dsp:spPr>
        <a:xfrm>
          <a:off x="3402242" y="2014125"/>
          <a:ext cx="2560041" cy="221453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Operating system</a:t>
          </a:r>
        </a:p>
      </dsp:txBody>
      <dsp:txXfrm>
        <a:off x="3826477" y="2381105"/>
        <a:ext cx="1711571" cy="1480579"/>
      </dsp:txXfrm>
    </dsp:sp>
    <dsp:sp modelId="{0F31F399-B8A1-4F42-A0A7-97702D1AD5BF}">
      <dsp:nvSpPr>
        <dsp:cNvPr id="0" name=""/>
        <dsp:cNvSpPr/>
      </dsp:nvSpPr>
      <dsp:spPr>
        <a:xfrm>
          <a:off x="5005320" y="954618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2431-955D-46A6-963E-33D78A70921A}">
      <dsp:nvSpPr>
        <dsp:cNvPr id="0" name=""/>
        <dsp:cNvSpPr/>
      </dsp:nvSpPr>
      <dsp:spPr>
        <a:xfrm>
          <a:off x="3638059" y="0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</a:t>
          </a:r>
        </a:p>
      </dsp:txBody>
      <dsp:txXfrm>
        <a:off x="3985732" y="300778"/>
        <a:ext cx="1402589" cy="1213404"/>
      </dsp:txXfrm>
    </dsp:sp>
    <dsp:sp modelId="{DFD40C17-8F9C-4770-8F8E-EB1C210EF075}">
      <dsp:nvSpPr>
        <dsp:cNvPr id="0" name=""/>
        <dsp:cNvSpPr/>
      </dsp:nvSpPr>
      <dsp:spPr>
        <a:xfrm>
          <a:off x="6132596" y="251047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42D8-EBF7-4D80-B38E-347F6D18BAE7}">
      <dsp:nvSpPr>
        <dsp:cNvPr id="0" name=""/>
        <dsp:cNvSpPr/>
      </dsp:nvSpPr>
      <dsp:spPr>
        <a:xfrm>
          <a:off x="5562109" y="111632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Application software</a:t>
          </a:r>
        </a:p>
      </dsp:txBody>
      <dsp:txXfrm>
        <a:off x="5909782" y="1417100"/>
        <a:ext cx="1402589" cy="1213404"/>
      </dsp:txXfrm>
    </dsp:sp>
    <dsp:sp modelId="{8A42ED00-2A27-4450-92CB-08B44926EA7B}">
      <dsp:nvSpPr>
        <dsp:cNvPr id="0" name=""/>
        <dsp:cNvSpPr/>
      </dsp:nvSpPr>
      <dsp:spPr>
        <a:xfrm>
          <a:off x="5349517" y="4266749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D3F-96EA-43B2-90DB-C7F00D4CA33E}">
      <dsp:nvSpPr>
        <dsp:cNvPr id="0" name=""/>
        <dsp:cNvSpPr/>
      </dsp:nvSpPr>
      <dsp:spPr>
        <a:xfrm>
          <a:off x="5562109" y="331088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EA5C5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 interface</a:t>
          </a:r>
        </a:p>
      </dsp:txBody>
      <dsp:txXfrm>
        <a:off x="5909782" y="3611660"/>
        <a:ext cx="1402589" cy="1213404"/>
      </dsp:txXfrm>
    </dsp:sp>
    <dsp:sp modelId="{6B9C97D9-E56B-4AA6-A6E5-02C819CB2799}">
      <dsp:nvSpPr>
        <dsp:cNvPr id="0" name=""/>
        <dsp:cNvSpPr/>
      </dsp:nvSpPr>
      <dsp:spPr>
        <a:xfrm>
          <a:off x="3407006" y="444905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FC1CC-D828-4DB7-BC4A-0C0F1EBAC1C5}">
      <dsp:nvSpPr>
        <dsp:cNvPr id="0" name=""/>
        <dsp:cNvSpPr/>
      </dsp:nvSpPr>
      <dsp:spPr>
        <a:xfrm>
          <a:off x="3638059" y="4428454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Hardware</a:t>
          </a:r>
        </a:p>
      </dsp:txBody>
      <dsp:txXfrm>
        <a:off x="3985732" y="4729232"/>
        <a:ext cx="1402589" cy="1213404"/>
      </dsp:txXfrm>
    </dsp:sp>
    <dsp:sp modelId="{173ECFB4-BF58-4B0B-88DE-DDF5372B268B}">
      <dsp:nvSpPr>
        <dsp:cNvPr id="0" name=""/>
        <dsp:cNvSpPr/>
      </dsp:nvSpPr>
      <dsp:spPr>
        <a:xfrm>
          <a:off x="2261270" y="2893822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D5B0-99FD-4390-B3A4-7F0664616094}">
      <dsp:nvSpPr>
        <dsp:cNvPr id="0" name=""/>
        <dsp:cNvSpPr/>
      </dsp:nvSpPr>
      <dsp:spPr>
        <a:xfrm>
          <a:off x="1705076" y="3312131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Utility programs</a:t>
          </a:r>
        </a:p>
      </dsp:txBody>
      <dsp:txXfrm>
        <a:off x="2052749" y="3612909"/>
        <a:ext cx="1402589" cy="1213404"/>
      </dsp:txXfrm>
    </dsp:sp>
    <dsp:sp modelId="{E8E55DDB-0753-4460-96AC-D66BFF2FCD00}">
      <dsp:nvSpPr>
        <dsp:cNvPr id="0" name=""/>
        <dsp:cNvSpPr/>
      </dsp:nvSpPr>
      <dsp:spPr>
        <a:xfrm>
          <a:off x="1705076" y="1113825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Device drivers</a:t>
          </a:r>
        </a:p>
      </dsp:txBody>
      <dsp:txXfrm>
        <a:off x="2052749" y="1414603"/>
        <a:ext cx="1402589" cy="12134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7FC8C-7C1F-464C-916A-3217E246A454}">
      <dsp:nvSpPr>
        <dsp:cNvPr id="0" name=""/>
        <dsp:cNvSpPr/>
      </dsp:nvSpPr>
      <dsp:spPr>
        <a:xfrm>
          <a:off x="3402242" y="2014125"/>
          <a:ext cx="2560041" cy="221453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Operating system</a:t>
          </a:r>
        </a:p>
      </dsp:txBody>
      <dsp:txXfrm>
        <a:off x="3826477" y="2381105"/>
        <a:ext cx="1711571" cy="1480579"/>
      </dsp:txXfrm>
    </dsp:sp>
    <dsp:sp modelId="{0F31F399-B8A1-4F42-A0A7-97702D1AD5BF}">
      <dsp:nvSpPr>
        <dsp:cNvPr id="0" name=""/>
        <dsp:cNvSpPr/>
      </dsp:nvSpPr>
      <dsp:spPr>
        <a:xfrm>
          <a:off x="5005320" y="954618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2431-955D-46A6-963E-33D78A70921A}">
      <dsp:nvSpPr>
        <dsp:cNvPr id="0" name=""/>
        <dsp:cNvSpPr/>
      </dsp:nvSpPr>
      <dsp:spPr>
        <a:xfrm>
          <a:off x="3638059" y="0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</a:t>
          </a:r>
        </a:p>
      </dsp:txBody>
      <dsp:txXfrm>
        <a:off x="3985732" y="300778"/>
        <a:ext cx="1402589" cy="1213404"/>
      </dsp:txXfrm>
    </dsp:sp>
    <dsp:sp modelId="{DFD40C17-8F9C-4770-8F8E-EB1C210EF075}">
      <dsp:nvSpPr>
        <dsp:cNvPr id="0" name=""/>
        <dsp:cNvSpPr/>
      </dsp:nvSpPr>
      <dsp:spPr>
        <a:xfrm>
          <a:off x="6132596" y="251047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42D8-EBF7-4D80-B38E-347F6D18BAE7}">
      <dsp:nvSpPr>
        <dsp:cNvPr id="0" name=""/>
        <dsp:cNvSpPr/>
      </dsp:nvSpPr>
      <dsp:spPr>
        <a:xfrm>
          <a:off x="5562109" y="111632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Application software</a:t>
          </a:r>
        </a:p>
      </dsp:txBody>
      <dsp:txXfrm>
        <a:off x="5909782" y="1417100"/>
        <a:ext cx="1402589" cy="1213404"/>
      </dsp:txXfrm>
    </dsp:sp>
    <dsp:sp modelId="{8A42ED00-2A27-4450-92CB-08B44926EA7B}">
      <dsp:nvSpPr>
        <dsp:cNvPr id="0" name=""/>
        <dsp:cNvSpPr/>
      </dsp:nvSpPr>
      <dsp:spPr>
        <a:xfrm>
          <a:off x="5349517" y="4266749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D3F-96EA-43B2-90DB-C7F00D4CA33E}">
      <dsp:nvSpPr>
        <dsp:cNvPr id="0" name=""/>
        <dsp:cNvSpPr/>
      </dsp:nvSpPr>
      <dsp:spPr>
        <a:xfrm>
          <a:off x="5562109" y="331088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EA5C5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 interface</a:t>
          </a:r>
        </a:p>
      </dsp:txBody>
      <dsp:txXfrm>
        <a:off x="5909782" y="3611660"/>
        <a:ext cx="1402589" cy="1213404"/>
      </dsp:txXfrm>
    </dsp:sp>
    <dsp:sp modelId="{6B9C97D9-E56B-4AA6-A6E5-02C819CB2799}">
      <dsp:nvSpPr>
        <dsp:cNvPr id="0" name=""/>
        <dsp:cNvSpPr/>
      </dsp:nvSpPr>
      <dsp:spPr>
        <a:xfrm>
          <a:off x="3407006" y="444905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FC1CC-D828-4DB7-BC4A-0C0F1EBAC1C5}">
      <dsp:nvSpPr>
        <dsp:cNvPr id="0" name=""/>
        <dsp:cNvSpPr/>
      </dsp:nvSpPr>
      <dsp:spPr>
        <a:xfrm>
          <a:off x="3638059" y="4428454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Hardware</a:t>
          </a:r>
        </a:p>
      </dsp:txBody>
      <dsp:txXfrm>
        <a:off x="3985732" y="4729232"/>
        <a:ext cx="1402589" cy="1213404"/>
      </dsp:txXfrm>
    </dsp:sp>
    <dsp:sp modelId="{173ECFB4-BF58-4B0B-88DE-DDF5372B268B}">
      <dsp:nvSpPr>
        <dsp:cNvPr id="0" name=""/>
        <dsp:cNvSpPr/>
      </dsp:nvSpPr>
      <dsp:spPr>
        <a:xfrm>
          <a:off x="2261270" y="2893822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D5B0-99FD-4390-B3A4-7F0664616094}">
      <dsp:nvSpPr>
        <dsp:cNvPr id="0" name=""/>
        <dsp:cNvSpPr/>
      </dsp:nvSpPr>
      <dsp:spPr>
        <a:xfrm>
          <a:off x="1705076" y="3312131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Utility programs</a:t>
          </a:r>
        </a:p>
      </dsp:txBody>
      <dsp:txXfrm>
        <a:off x="2052749" y="3612909"/>
        <a:ext cx="1402589" cy="1213404"/>
      </dsp:txXfrm>
    </dsp:sp>
    <dsp:sp modelId="{E8E55DDB-0753-4460-96AC-D66BFF2FCD00}">
      <dsp:nvSpPr>
        <dsp:cNvPr id="0" name=""/>
        <dsp:cNvSpPr/>
      </dsp:nvSpPr>
      <dsp:spPr>
        <a:xfrm>
          <a:off x="1705076" y="1113825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Device drivers</a:t>
          </a:r>
        </a:p>
      </dsp:txBody>
      <dsp:txXfrm>
        <a:off x="2052749" y="1414603"/>
        <a:ext cx="1402589" cy="12134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7FC8C-7C1F-464C-916A-3217E246A454}">
      <dsp:nvSpPr>
        <dsp:cNvPr id="0" name=""/>
        <dsp:cNvSpPr/>
      </dsp:nvSpPr>
      <dsp:spPr>
        <a:xfrm>
          <a:off x="3402242" y="2014125"/>
          <a:ext cx="2560041" cy="221453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Operating system</a:t>
          </a:r>
        </a:p>
      </dsp:txBody>
      <dsp:txXfrm>
        <a:off x="3826477" y="2381105"/>
        <a:ext cx="1711571" cy="1480579"/>
      </dsp:txXfrm>
    </dsp:sp>
    <dsp:sp modelId="{0F31F399-B8A1-4F42-A0A7-97702D1AD5BF}">
      <dsp:nvSpPr>
        <dsp:cNvPr id="0" name=""/>
        <dsp:cNvSpPr/>
      </dsp:nvSpPr>
      <dsp:spPr>
        <a:xfrm>
          <a:off x="5005320" y="954618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2431-955D-46A6-963E-33D78A70921A}">
      <dsp:nvSpPr>
        <dsp:cNvPr id="0" name=""/>
        <dsp:cNvSpPr/>
      </dsp:nvSpPr>
      <dsp:spPr>
        <a:xfrm>
          <a:off x="3638059" y="0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</a:t>
          </a:r>
        </a:p>
      </dsp:txBody>
      <dsp:txXfrm>
        <a:off x="3985732" y="300778"/>
        <a:ext cx="1402589" cy="1213404"/>
      </dsp:txXfrm>
    </dsp:sp>
    <dsp:sp modelId="{DFD40C17-8F9C-4770-8F8E-EB1C210EF075}">
      <dsp:nvSpPr>
        <dsp:cNvPr id="0" name=""/>
        <dsp:cNvSpPr/>
      </dsp:nvSpPr>
      <dsp:spPr>
        <a:xfrm>
          <a:off x="6132596" y="251047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42D8-EBF7-4D80-B38E-347F6D18BAE7}">
      <dsp:nvSpPr>
        <dsp:cNvPr id="0" name=""/>
        <dsp:cNvSpPr/>
      </dsp:nvSpPr>
      <dsp:spPr>
        <a:xfrm>
          <a:off x="5562109" y="111632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Application software</a:t>
          </a:r>
        </a:p>
      </dsp:txBody>
      <dsp:txXfrm>
        <a:off x="5909782" y="1417100"/>
        <a:ext cx="1402589" cy="1213404"/>
      </dsp:txXfrm>
    </dsp:sp>
    <dsp:sp modelId="{8A42ED00-2A27-4450-92CB-08B44926EA7B}">
      <dsp:nvSpPr>
        <dsp:cNvPr id="0" name=""/>
        <dsp:cNvSpPr/>
      </dsp:nvSpPr>
      <dsp:spPr>
        <a:xfrm>
          <a:off x="5349517" y="4266749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D3F-96EA-43B2-90DB-C7F00D4CA33E}">
      <dsp:nvSpPr>
        <dsp:cNvPr id="0" name=""/>
        <dsp:cNvSpPr/>
      </dsp:nvSpPr>
      <dsp:spPr>
        <a:xfrm>
          <a:off x="5562109" y="331088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EA5C5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 interface</a:t>
          </a:r>
        </a:p>
      </dsp:txBody>
      <dsp:txXfrm>
        <a:off x="5909782" y="3611660"/>
        <a:ext cx="1402589" cy="1213404"/>
      </dsp:txXfrm>
    </dsp:sp>
    <dsp:sp modelId="{6B9C97D9-E56B-4AA6-A6E5-02C819CB2799}">
      <dsp:nvSpPr>
        <dsp:cNvPr id="0" name=""/>
        <dsp:cNvSpPr/>
      </dsp:nvSpPr>
      <dsp:spPr>
        <a:xfrm>
          <a:off x="3407006" y="444905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FC1CC-D828-4DB7-BC4A-0C0F1EBAC1C5}">
      <dsp:nvSpPr>
        <dsp:cNvPr id="0" name=""/>
        <dsp:cNvSpPr/>
      </dsp:nvSpPr>
      <dsp:spPr>
        <a:xfrm>
          <a:off x="3638059" y="4428454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Hardware</a:t>
          </a:r>
        </a:p>
      </dsp:txBody>
      <dsp:txXfrm>
        <a:off x="3985732" y="4729232"/>
        <a:ext cx="1402589" cy="1213404"/>
      </dsp:txXfrm>
    </dsp:sp>
    <dsp:sp modelId="{173ECFB4-BF58-4B0B-88DE-DDF5372B268B}">
      <dsp:nvSpPr>
        <dsp:cNvPr id="0" name=""/>
        <dsp:cNvSpPr/>
      </dsp:nvSpPr>
      <dsp:spPr>
        <a:xfrm>
          <a:off x="2261270" y="2893822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D5B0-99FD-4390-B3A4-7F0664616094}">
      <dsp:nvSpPr>
        <dsp:cNvPr id="0" name=""/>
        <dsp:cNvSpPr/>
      </dsp:nvSpPr>
      <dsp:spPr>
        <a:xfrm>
          <a:off x="1705076" y="3312131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6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Utility programs</a:t>
          </a:r>
        </a:p>
      </dsp:txBody>
      <dsp:txXfrm>
        <a:off x="2052749" y="3612909"/>
        <a:ext cx="1402589" cy="1213404"/>
      </dsp:txXfrm>
    </dsp:sp>
    <dsp:sp modelId="{E8E55DDB-0753-4460-96AC-D66BFF2FCD00}">
      <dsp:nvSpPr>
        <dsp:cNvPr id="0" name=""/>
        <dsp:cNvSpPr/>
      </dsp:nvSpPr>
      <dsp:spPr>
        <a:xfrm>
          <a:off x="1705076" y="1113825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Device drivers</a:t>
          </a:r>
        </a:p>
      </dsp:txBody>
      <dsp:txXfrm>
        <a:off x="2052749" y="1414603"/>
        <a:ext cx="1402589" cy="12134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7FC8C-7C1F-464C-916A-3217E246A454}">
      <dsp:nvSpPr>
        <dsp:cNvPr id="0" name=""/>
        <dsp:cNvSpPr/>
      </dsp:nvSpPr>
      <dsp:spPr>
        <a:xfrm>
          <a:off x="3402242" y="2014125"/>
          <a:ext cx="2560041" cy="221453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Operating system</a:t>
          </a:r>
        </a:p>
      </dsp:txBody>
      <dsp:txXfrm>
        <a:off x="3826477" y="2381105"/>
        <a:ext cx="1711571" cy="1480579"/>
      </dsp:txXfrm>
    </dsp:sp>
    <dsp:sp modelId="{0F31F399-B8A1-4F42-A0A7-97702D1AD5BF}">
      <dsp:nvSpPr>
        <dsp:cNvPr id="0" name=""/>
        <dsp:cNvSpPr/>
      </dsp:nvSpPr>
      <dsp:spPr>
        <a:xfrm>
          <a:off x="5005320" y="954618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2431-955D-46A6-963E-33D78A70921A}">
      <dsp:nvSpPr>
        <dsp:cNvPr id="0" name=""/>
        <dsp:cNvSpPr/>
      </dsp:nvSpPr>
      <dsp:spPr>
        <a:xfrm>
          <a:off x="3638059" y="0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</a:t>
          </a:r>
        </a:p>
      </dsp:txBody>
      <dsp:txXfrm>
        <a:off x="3985732" y="300778"/>
        <a:ext cx="1402589" cy="1213404"/>
      </dsp:txXfrm>
    </dsp:sp>
    <dsp:sp modelId="{DFD40C17-8F9C-4770-8F8E-EB1C210EF075}">
      <dsp:nvSpPr>
        <dsp:cNvPr id="0" name=""/>
        <dsp:cNvSpPr/>
      </dsp:nvSpPr>
      <dsp:spPr>
        <a:xfrm>
          <a:off x="6132596" y="251047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42D8-EBF7-4D80-B38E-347F6D18BAE7}">
      <dsp:nvSpPr>
        <dsp:cNvPr id="0" name=""/>
        <dsp:cNvSpPr/>
      </dsp:nvSpPr>
      <dsp:spPr>
        <a:xfrm>
          <a:off x="5562109" y="111632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Application software</a:t>
          </a:r>
        </a:p>
      </dsp:txBody>
      <dsp:txXfrm>
        <a:off x="5909782" y="1417100"/>
        <a:ext cx="1402589" cy="1213404"/>
      </dsp:txXfrm>
    </dsp:sp>
    <dsp:sp modelId="{8A42ED00-2A27-4450-92CB-08B44926EA7B}">
      <dsp:nvSpPr>
        <dsp:cNvPr id="0" name=""/>
        <dsp:cNvSpPr/>
      </dsp:nvSpPr>
      <dsp:spPr>
        <a:xfrm>
          <a:off x="5349517" y="4266749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D3F-96EA-43B2-90DB-C7F00D4CA33E}">
      <dsp:nvSpPr>
        <dsp:cNvPr id="0" name=""/>
        <dsp:cNvSpPr/>
      </dsp:nvSpPr>
      <dsp:spPr>
        <a:xfrm>
          <a:off x="5562109" y="331088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EA5C5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 interface</a:t>
          </a:r>
        </a:p>
      </dsp:txBody>
      <dsp:txXfrm>
        <a:off x="5909782" y="3611660"/>
        <a:ext cx="1402589" cy="1213404"/>
      </dsp:txXfrm>
    </dsp:sp>
    <dsp:sp modelId="{6B9C97D9-E56B-4AA6-A6E5-02C819CB2799}">
      <dsp:nvSpPr>
        <dsp:cNvPr id="0" name=""/>
        <dsp:cNvSpPr/>
      </dsp:nvSpPr>
      <dsp:spPr>
        <a:xfrm>
          <a:off x="3407006" y="444905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FC1CC-D828-4DB7-BC4A-0C0F1EBAC1C5}">
      <dsp:nvSpPr>
        <dsp:cNvPr id="0" name=""/>
        <dsp:cNvSpPr/>
      </dsp:nvSpPr>
      <dsp:spPr>
        <a:xfrm>
          <a:off x="3638059" y="4428454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Hardware</a:t>
          </a:r>
        </a:p>
      </dsp:txBody>
      <dsp:txXfrm>
        <a:off x="3985732" y="4729232"/>
        <a:ext cx="1402589" cy="1213404"/>
      </dsp:txXfrm>
    </dsp:sp>
    <dsp:sp modelId="{173ECFB4-BF58-4B0B-88DE-DDF5372B268B}">
      <dsp:nvSpPr>
        <dsp:cNvPr id="0" name=""/>
        <dsp:cNvSpPr/>
      </dsp:nvSpPr>
      <dsp:spPr>
        <a:xfrm>
          <a:off x="2261270" y="2893822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D5B0-99FD-4390-B3A4-7F0664616094}">
      <dsp:nvSpPr>
        <dsp:cNvPr id="0" name=""/>
        <dsp:cNvSpPr/>
      </dsp:nvSpPr>
      <dsp:spPr>
        <a:xfrm>
          <a:off x="1705076" y="3312131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Utility programs</a:t>
          </a:r>
        </a:p>
      </dsp:txBody>
      <dsp:txXfrm>
        <a:off x="2052749" y="3612909"/>
        <a:ext cx="1402589" cy="1213404"/>
      </dsp:txXfrm>
    </dsp:sp>
    <dsp:sp modelId="{E8E55DDB-0753-4460-96AC-D66BFF2FCD00}">
      <dsp:nvSpPr>
        <dsp:cNvPr id="0" name=""/>
        <dsp:cNvSpPr/>
      </dsp:nvSpPr>
      <dsp:spPr>
        <a:xfrm>
          <a:off x="1705076" y="1113825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Device drivers</a:t>
          </a:r>
        </a:p>
      </dsp:txBody>
      <dsp:txXfrm>
        <a:off x="2052749" y="1414603"/>
        <a:ext cx="1402589" cy="12134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7FC8C-7C1F-464C-916A-3217E246A454}">
      <dsp:nvSpPr>
        <dsp:cNvPr id="0" name=""/>
        <dsp:cNvSpPr/>
      </dsp:nvSpPr>
      <dsp:spPr>
        <a:xfrm>
          <a:off x="3402242" y="2014125"/>
          <a:ext cx="2560041" cy="221453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Operating system</a:t>
          </a:r>
        </a:p>
      </dsp:txBody>
      <dsp:txXfrm>
        <a:off x="3826477" y="2381105"/>
        <a:ext cx="1711571" cy="1480579"/>
      </dsp:txXfrm>
    </dsp:sp>
    <dsp:sp modelId="{0F31F399-B8A1-4F42-A0A7-97702D1AD5BF}">
      <dsp:nvSpPr>
        <dsp:cNvPr id="0" name=""/>
        <dsp:cNvSpPr/>
      </dsp:nvSpPr>
      <dsp:spPr>
        <a:xfrm>
          <a:off x="5005320" y="954618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2431-955D-46A6-963E-33D78A70921A}">
      <dsp:nvSpPr>
        <dsp:cNvPr id="0" name=""/>
        <dsp:cNvSpPr/>
      </dsp:nvSpPr>
      <dsp:spPr>
        <a:xfrm>
          <a:off x="3638059" y="0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</a:t>
          </a:r>
        </a:p>
      </dsp:txBody>
      <dsp:txXfrm>
        <a:off x="3985732" y="300778"/>
        <a:ext cx="1402589" cy="1213404"/>
      </dsp:txXfrm>
    </dsp:sp>
    <dsp:sp modelId="{DFD40C17-8F9C-4770-8F8E-EB1C210EF075}">
      <dsp:nvSpPr>
        <dsp:cNvPr id="0" name=""/>
        <dsp:cNvSpPr/>
      </dsp:nvSpPr>
      <dsp:spPr>
        <a:xfrm>
          <a:off x="6132596" y="251047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42D8-EBF7-4D80-B38E-347F6D18BAE7}">
      <dsp:nvSpPr>
        <dsp:cNvPr id="0" name=""/>
        <dsp:cNvSpPr/>
      </dsp:nvSpPr>
      <dsp:spPr>
        <a:xfrm>
          <a:off x="5562109" y="111632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Application software</a:t>
          </a:r>
        </a:p>
      </dsp:txBody>
      <dsp:txXfrm>
        <a:off x="5909782" y="1417100"/>
        <a:ext cx="1402589" cy="1213404"/>
      </dsp:txXfrm>
    </dsp:sp>
    <dsp:sp modelId="{8A42ED00-2A27-4450-92CB-08B44926EA7B}">
      <dsp:nvSpPr>
        <dsp:cNvPr id="0" name=""/>
        <dsp:cNvSpPr/>
      </dsp:nvSpPr>
      <dsp:spPr>
        <a:xfrm>
          <a:off x="5349517" y="4266749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D3F-96EA-43B2-90DB-C7F00D4CA33E}">
      <dsp:nvSpPr>
        <dsp:cNvPr id="0" name=""/>
        <dsp:cNvSpPr/>
      </dsp:nvSpPr>
      <dsp:spPr>
        <a:xfrm>
          <a:off x="5562109" y="331088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EA5C5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 interface</a:t>
          </a:r>
        </a:p>
      </dsp:txBody>
      <dsp:txXfrm>
        <a:off x="5909782" y="3611660"/>
        <a:ext cx="1402589" cy="1213404"/>
      </dsp:txXfrm>
    </dsp:sp>
    <dsp:sp modelId="{6B9C97D9-E56B-4AA6-A6E5-02C819CB2799}">
      <dsp:nvSpPr>
        <dsp:cNvPr id="0" name=""/>
        <dsp:cNvSpPr/>
      </dsp:nvSpPr>
      <dsp:spPr>
        <a:xfrm>
          <a:off x="3407006" y="444905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FC1CC-D828-4DB7-BC4A-0C0F1EBAC1C5}">
      <dsp:nvSpPr>
        <dsp:cNvPr id="0" name=""/>
        <dsp:cNvSpPr/>
      </dsp:nvSpPr>
      <dsp:spPr>
        <a:xfrm>
          <a:off x="3638059" y="4428454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Hardware</a:t>
          </a:r>
        </a:p>
      </dsp:txBody>
      <dsp:txXfrm>
        <a:off x="3985732" y="4729232"/>
        <a:ext cx="1402589" cy="1213404"/>
      </dsp:txXfrm>
    </dsp:sp>
    <dsp:sp modelId="{173ECFB4-BF58-4B0B-88DE-DDF5372B268B}">
      <dsp:nvSpPr>
        <dsp:cNvPr id="0" name=""/>
        <dsp:cNvSpPr/>
      </dsp:nvSpPr>
      <dsp:spPr>
        <a:xfrm>
          <a:off x="2261270" y="2893822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D5B0-99FD-4390-B3A4-7F0664616094}">
      <dsp:nvSpPr>
        <dsp:cNvPr id="0" name=""/>
        <dsp:cNvSpPr/>
      </dsp:nvSpPr>
      <dsp:spPr>
        <a:xfrm>
          <a:off x="1705076" y="3312131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Utility programs</a:t>
          </a:r>
        </a:p>
      </dsp:txBody>
      <dsp:txXfrm>
        <a:off x="2052749" y="3612909"/>
        <a:ext cx="1402589" cy="1213404"/>
      </dsp:txXfrm>
    </dsp:sp>
    <dsp:sp modelId="{E8E55DDB-0753-4460-96AC-D66BFF2FCD00}">
      <dsp:nvSpPr>
        <dsp:cNvPr id="0" name=""/>
        <dsp:cNvSpPr/>
      </dsp:nvSpPr>
      <dsp:spPr>
        <a:xfrm>
          <a:off x="1705076" y="1113825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Device drivers</a:t>
          </a:r>
        </a:p>
      </dsp:txBody>
      <dsp:txXfrm>
        <a:off x="2052749" y="1414603"/>
        <a:ext cx="1402589" cy="12134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7FC8C-7C1F-464C-916A-3217E246A454}">
      <dsp:nvSpPr>
        <dsp:cNvPr id="0" name=""/>
        <dsp:cNvSpPr/>
      </dsp:nvSpPr>
      <dsp:spPr>
        <a:xfrm>
          <a:off x="3402242" y="2014125"/>
          <a:ext cx="2560041" cy="221453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Operating system</a:t>
          </a:r>
        </a:p>
      </dsp:txBody>
      <dsp:txXfrm>
        <a:off x="3826477" y="2381105"/>
        <a:ext cx="1711571" cy="1480579"/>
      </dsp:txXfrm>
    </dsp:sp>
    <dsp:sp modelId="{0F31F399-B8A1-4F42-A0A7-97702D1AD5BF}">
      <dsp:nvSpPr>
        <dsp:cNvPr id="0" name=""/>
        <dsp:cNvSpPr/>
      </dsp:nvSpPr>
      <dsp:spPr>
        <a:xfrm>
          <a:off x="5005320" y="954618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2431-955D-46A6-963E-33D78A70921A}">
      <dsp:nvSpPr>
        <dsp:cNvPr id="0" name=""/>
        <dsp:cNvSpPr/>
      </dsp:nvSpPr>
      <dsp:spPr>
        <a:xfrm>
          <a:off x="3638059" y="0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</a:t>
          </a:r>
        </a:p>
      </dsp:txBody>
      <dsp:txXfrm>
        <a:off x="3985732" y="300778"/>
        <a:ext cx="1402589" cy="1213404"/>
      </dsp:txXfrm>
    </dsp:sp>
    <dsp:sp modelId="{DFD40C17-8F9C-4770-8F8E-EB1C210EF075}">
      <dsp:nvSpPr>
        <dsp:cNvPr id="0" name=""/>
        <dsp:cNvSpPr/>
      </dsp:nvSpPr>
      <dsp:spPr>
        <a:xfrm>
          <a:off x="6132596" y="251047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42D8-EBF7-4D80-B38E-347F6D18BAE7}">
      <dsp:nvSpPr>
        <dsp:cNvPr id="0" name=""/>
        <dsp:cNvSpPr/>
      </dsp:nvSpPr>
      <dsp:spPr>
        <a:xfrm>
          <a:off x="5562109" y="111632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Application software</a:t>
          </a:r>
        </a:p>
      </dsp:txBody>
      <dsp:txXfrm>
        <a:off x="5909782" y="1417100"/>
        <a:ext cx="1402589" cy="1213404"/>
      </dsp:txXfrm>
    </dsp:sp>
    <dsp:sp modelId="{8A42ED00-2A27-4450-92CB-08B44926EA7B}">
      <dsp:nvSpPr>
        <dsp:cNvPr id="0" name=""/>
        <dsp:cNvSpPr/>
      </dsp:nvSpPr>
      <dsp:spPr>
        <a:xfrm>
          <a:off x="5349517" y="4266749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D3F-96EA-43B2-90DB-C7F00D4CA33E}">
      <dsp:nvSpPr>
        <dsp:cNvPr id="0" name=""/>
        <dsp:cNvSpPr/>
      </dsp:nvSpPr>
      <dsp:spPr>
        <a:xfrm>
          <a:off x="5562109" y="331088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EA5C5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 interface</a:t>
          </a:r>
        </a:p>
      </dsp:txBody>
      <dsp:txXfrm>
        <a:off x="5909782" y="3611660"/>
        <a:ext cx="1402589" cy="1213404"/>
      </dsp:txXfrm>
    </dsp:sp>
    <dsp:sp modelId="{6B9C97D9-E56B-4AA6-A6E5-02C819CB2799}">
      <dsp:nvSpPr>
        <dsp:cNvPr id="0" name=""/>
        <dsp:cNvSpPr/>
      </dsp:nvSpPr>
      <dsp:spPr>
        <a:xfrm>
          <a:off x="3407006" y="444905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FC1CC-D828-4DB7-BC4A-0C0F1EBAC1C5}">
      <dsp:nvSpPr>
        <dsp:cNvPr id="0" name=""/>
        <dsp:cNvSpPr/>
      </dsp:nvSpPr>
      <dsp:spPr>
        <a:xfrm>
          <a:off x="3638059" y="4428454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Hardware</a:t>
          </a:r>
        </a:p>
      </dsp:txBody>
      <dsp:txXfrm>
        <a:off x="3985732" y="4729232"/>
        <a:ext cx="1402589" cy="1213404"/>
      </dsp:txXfrm>
    </dsp:sp>
    <dsp:sp modelId="{173ECFB4-BF58-4B0B-88DE-DDF5372B268B}">
      <dsp:nvSpPr>
        <dsp:cNvPr id="0" name=""/>
        <dsp:cNvSpPr/>
      </dsp:nvSpPr>
      <dsp:spPr>
        <a:xfrm>
          <a:off x="2261270" y="2893822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D5B0-99FD-4390-B3A4-7F0664616094}">
      <dsp:nvSpPr>
        <dsp:cNvPr id="0" name=""/>
        <dsp:cNvSpPr/>
      </dsp:nvSpPr>
      <dsp:spPr>
        <a:xfrm>
          <a:off x="1705076" y="3312131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Utility programs</a:t>
          </a:r>
        </a:p>
      </dsp:txBody>
      <dsp:txXfrm>
        <a:off x="2052749" y="3612909"/>
        <a:ext cx="1402589" cy="1213404"/>
      </dsp:txXfrm>
    </dsp:sp>
    <dsp:sp modelId="{E8E55DDB-0753-4460-96AC-D66BFF2FCD00}">
      <dsp:nvSpPr>
        <dsp:cNvPr id="0" name=""/>
        <dsp:cNvSpPr/>
      </dsp:nvSpPr>
      <dsp:spPr>
        <a:xfrm>
          <a:off x="1705076" y="1113825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008C8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Device drivers</a:t>
          </a:r>
        </a:p>
      </dsp:txBody>
      <dsp:txXfrm>
        <a:off x="2052749" y="1414603"/>
        <a:ext cx="1402589" cy="12134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7FC8C-7C1F-464C-916A-3217E246A454}">
      <dsp:nvSpPr>
        <dsp:cNvPr id="0" name=""/>
        <dsp:cNvSpPr/>
      </dsp:nvSpPr>
      <dsp:spPr>
        <a:xfrm>
          <a:off x="3402242" y="2014125"/>
          <a:ext cx="2560041" cy="2214539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rgbClr val="C00000">
              <a:alpha val="4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4472C4"/>
              </a:solidFill>
            </a:rPr>
            <a:t>Operating system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rgbClr val="4472C4"/>
              </a:solidFill>
            </a:rPr>
            <a:t>Interrupt handling</a:t>
          </a:r>
        </a:p>
      </dsp:txBody>
      <dsp:txXfrm>
        <a:off x="3826477" y="2381105"/>
        <a:ext cx="1711571" cy="1480579"/>
      </dsp:txXfrm>
    </dsp:sp>
    <dsp:sp modelId="{0F31F399-B8A1-4F42-A0A7-97702D1AD5BF}">
      <dsp:nvSpPr>
        <dsp:cNvPr id="0" name=""/>
        <dsp:cNvSpPr/>
      </dsp:nvSpPr>
      <dsp:spPr>
        <a:xfrm>
          <a:off x="5005320" y="954618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2431-955D-46A6-963E-33D78A70921A}">
      <dsp:nvSpPr>
        <dsp:cNvPr id="0" name=""/>
        <dsp:cNvSpPr/>
      </dsp:nvSpPr>
      <dsp:spPr>
        <a:xfrm>
          <a:off x="3638059" y="0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01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</a:t>
          </a:r>
        </a:p>
      </dsp:txBody>
      <dsp:txXfrm>
        <a:off x="3985732" y="300778"/>
        <a:ext cx="1402589" cy="1213404"/>
      </dsp:txXfrm>
    </dsp:sp>
    <dsp:sp modelId="{DFD40C17-8F9C-4770-8F8E-EB1C210EF075}">
      <dsp:nvSpPr>
        <dsp:cNvPr id="0" name=""/>
        <dsp:cNvSpPr/>
      </dsp:nvSpPr>
      <dsp:spPr>
        <a:xfrm>
          <a:off x="6132596" y="251047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642D8-EBF7-4D80-B38E-347F6D18BAE7}">
      <dsp:nvSpPr>
        <dsp:cNvPr id="0" name=""/>
        <dsp:cNvSpPr/>
      </dsp:nvSpPr>
      <dsp:spPr>
        <a:xfrm>
          <a:off x="5562109" y="111632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01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Application software</a:t>
          </a:r>
        </a:p>
      </dsp:txBody>
      <dsp:txXfrm>
        <a:off x="5909782" y="1417100"/>
        <a:ext cx="1402589" cy="1213404"/>
      </dsp:txXfrm>
    </dsp:sp>
    <dsp:sp modelId="{8A42ED00-2A27-4450-92CB-08B44926EA7B}">
      <dsp:nvSpPr>
        <dsp:cNvPr id="0" name=""/>
        <dsp:cNvSpPr/>
      </dsp:nvSpPr>
      <dsp:spPr>
        <a:xfrm>
          <a:off x="5349517" y="4266749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7D3F-96EA-43B2-90DB-C7F00D4CA33E}">
      <dsp:nvSpPr>
        <dsp:cNvPr id="0" name=""/>
        <dsp:cNvSpPr/>
      </dsp:nvSpPr>
      <dsp:spPr>
        <a:xfrm>
          <a:off x="5562109" y="3310882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EA5C5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01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User interface</a:t>
          </a:r>
        </a:p>
      </dsp:txBody>
      <dsp:txXfrm>
        <a:off x="5909782" y="3611660"/>
        <a:ext cx="1402589" cy="1213404"/>
      </dsp:txXfrm>
    </dsp:sp>
    <dsp:sp modelId="{6B9C97D9-E56B-4AA6-A6E5-02C819CB2799}">
      <dsp:nvSpPr>
        <dsp:cNvPr id="0" name=""/>
        <dsp:cNvSpPr/>
      </dsp:nvSpPr>
      <dsp:spPr>
        <a:xfrm>
          <a:off x="3407006" y="4449057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FC1CC-D828-4DB7-BC4A-0C0F1EBAC1C5}">
      <dsp:nvSpPr>
        <dsp:cNvPr id="0" name=""/>
        <dsp:cNvSpPr/>
      </dsp:nvSpPr>
      <dsp:spPr>
        <a:xfrm>
          <a:off x="3638059" y="4428454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01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Hardware</a:t>
          </a:r>
        </a:p>
      </dsp:txBody>
      <dsp:txXfrm>
        <a:off x="3985732" y="4729232"/>
        <a:ext cx="1402589" cy="1213404"/>
      </dsp:txXfrm>
    </dsp:sp>
    <dsp:sp modelId="{173ECFB4-BF58-4B0B-88DE-DDF5372B268B}">
      <dsp:nvSpPr>
        <dsp:cNvPr id="0" name=""/>
        <dsp:cNvSpPr/>
      </dsp:nvSpPr>
      <dsp:spPr>
        <a:xfrm>
          <a:off x="2261270" y="2893822"/>
          <a:ext cx="965896" cy="832247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D5B0-99FD-4390-B3A4-7F0664616094}">
      <dsp:nvSpPr>
        <dsp:cNvPr id="0" name=""/>
        <dsp:cNvSpPr/>
      </dsp:nvSpPr>
      <dsp:spPr>
        <a:xfrm>
          <a:off x="1705076" y="3312131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01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Utility programs</a:t>
          </a:r>
        </a:p>
      </dsp:txBody>
      <dsp:txXfrm>
        <a:off x="2052749" y="3612909"/>
        <a:ext cx="1402589" cy="1213404"/>
      </dsp:txXfrm>
    </dsp:sp>
    <dsp:sp modelId="{E8E55DDB-0753-4460-96AC-D66BFF2FCD00}">
      <dsp:nvSpPr>
        <dsp:cNvPr id="0" name=""/>
        <dsp:cNvSpPr/>
      </dsp:nvSpPr>
      <dsp:spPr>
        <a:xfrm>
          <a:off x="1705076" y="1113825"/>
          <a:ext cx="2097935" cy="1814960"/>
        </a:xfrm>
        <a:prstGeom prst="hexagon">
          <a:avLst>
            <a:gd name="adj" fmla="val 28570"/>
            <a:gd name="vf" fmla="val 115470"/>
          </a:avLst>
        </a:prstGeom>
        <a:solidFill>
          <a:srgbClr val="008C8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101600">
            <a:schemeClr val="accent2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Device drivers</a:t>
          </a:r>
        </a:p>
      </dsp:txBody>
      <dsp:txXfrm>
        <a:off x="2052749" y="1414603"/>
        <a:ext cx="1402589" cy="1213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9640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4552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5872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286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535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6261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576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9835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2089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0548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918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526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2D68A-5CD6-4740-9771-33E317E75C3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00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4.1 Types of software and interrupts | The purpose and functions of operating systems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4.1 Types of software and interrupts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purpose and functions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of operating systems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food, table&#10;&#10;Description automatically generated">
            <a:extLst>
              <a:ext uri="{FF2B5EF4-FFF2-40B4-BE49-F238E27FC236}">
                <a16:creationId xmlns:a16="http://schemas.microsoft.com/office/drawing/2014/main" id="{FD196586-7E88-36E9-4D9D-AE696BDB2C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16523"/>
            <a:ext cx="12192000" cy="3232113"/>
          </a:xfrm>
          <a:prstGeom prst="rect">
            <a:avLst/>
          </a:prstGeom>
        </p:spPr>
      </p:pic>
      <p:pic>
        <p:nvPicPr>
          <p:cNvPr id="16" name="Picture 15" descr="A close up of a computer&#10;&#10;Description automatically generated">
            <a:extLst>
              <a:ext uri="{FF2B5EF4-FFF2-40B4-BE49-F238E27FC236}">
                <a16:creationId xmlns:a16="http://schemas.microsoft.com/office/drawing/2014/main" id="{C828DF58-F628-A9FD-FF75-7546361BF1B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48637"/>
            <a:ext cx="12192000" cy="320936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B3426C-07CC-6314-AE6A-F307949DD74C}"/>
              </a:ext>
            </a:extLst>
          </p:cNvPr>
          <p:cNvCxnSpPr>
            <a:cxnSpLocks/>
          </p:cNvCxnSpPr>
          <p:nvPr/>
        </p:nvCxnSpPr>
        <p:spPr>
          <a:xfrm>
            <a:off x="0" y="3648075"/>
            <a:ext cx="12192000" cy="0"/>
          </a:xfrm>
          <a:prstGeom prst="line">
            <a:avLst/>
          </a:prstGeom>
          <a:ln w="76200">
            <a:solidFill>
              <a:srgbClr val="FFFF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DD9FCD5-CBE2-45DF-B75A-C36553CEFFB9}"/>
              </a:ext>
            </a:extLst>
          </p:cNvPr>
          <p:cNvSpPr/>
          <p:nvPr/>
        </p:nvSpPr>
        <p:spPr>
          <a:xfrm>
            <a:off x="176565" y="523174"/>
            <a:ext cx="4414096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358002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tx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tx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73309D-2327-7AE4-3E39-57126B70A7DA}"/>
              </a:ext>
            </a:extLst>
          </p:cNvPr>
          <p:cNvGrpSpPr/>
          <p:nvPr/>
        </p:nvGrpSpPr>
        <p:grpSpPr>
          <a:xfrm>
            <a:off x="4815979" y="2535161"/>
            <a:ext cx="2560041" cy="2214539"/>
            <a:chOff x="3402242" y="2014125"/>
            <a:chExt cx="2560041" cy="2214539"/>
          </a:xfrm>
        </p:grpSpPr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359FBE84-36B6-F46A-B9E7-6EA98238FF8E}"/>
                </a:ext>
              </a:extLst>
            </p:cNvPr>
            <p:cNvSpPr/>
            <p:nvPr/>
          </p:nvSpPr>
          <p:spPr>
            <a:xfrm>
              <a:off x="3402242" y="2014125"/>
              <a:ext cx="2560041" cy="2214539"/>
            </a:xfrm>
            <a:prstGeom prst="hexagon">
              <a:avLst>
                <a:gd name="adj" fmla="val 28570"/>
                <a:gd name="vf" fmla="val 115470"/>
              </a:avLst>
            </a:prstGeom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6" name="Hexagon 4">
              <a:extLst>
                <a:ext uri="{FF2B5EF4-FFF2-40B4-BE49-F238E27FC236}">
                  <a16:creationId xmlns:a16="http://schemas.microsoft.com/office/drawing/2014/main" id="{CE86E175-8774-E42B-F5DB-D7D2063F923B}"/>
                </a:ext>
              </a:extLst>
            </p:cNvPr>
            <p:cNvSpPr txBox="1"/>
            <p:nvPr/>
          </p:nvSpPr>
          <p:spPr>
            <a:xfrm>
              <a:off x="3826477" y="2381105"/>
              <a:ext cx="1711571" cy="14805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3020" tIns="33020" rIns="33020" bIns="3302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kern="1200" dirty="0"/>
                <a:t>Operating system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D86D5-0FC8-F8AF-B2FC-A38ED18CEB81}"/>
              </a:ext>
            </a:extLst>
          </p:cNvPr>
          <p:cNvGrpSpPr/>
          <p:nvPr/>
        </p:nvGrpSpPr>
        <p:grpSpPr>
          <a:xfrm>
            <a:off x="5051796" y="521036"/>
            <a:ext cx="2097935" cy="1814960"/>
            <a:chOff x="3638059" y="0"/>
            <a:chExt cx="2097935" cy="1814960"/>
          </a:xfrm>
        </p:grpSpPr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BFE9DAD3-5A85-5805-1884-132F0E7EE5C3}"/>
                </a:ext>
              </a:extLst>
            </p:cNvPr>
            <p:cNvSpPr/>
            <p:nvPr/>
          </p:nvSpPr>
          <p:spPr>
            <a:xfrm>
              <a:off x="3638059" y="0"/>
              <a:ext cx="2097935" cy="1814960"/>
            </a:xfrm>
            <a:prstGeom prst="hexagon">
              <a:avLst>
                <a:gd name="adj" fmla="val 28570"/>
                <a:gd name="vf" fmla="val 115470"/>
              </a:avLst>
            </a:prstGeom>
            <a:solidFill>
              <a:schemeClr val="accent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Hexagon 6">
              <a:extLst>
                <a:ext uri="{FF2B5EF4-FFF2-40B4-BE49-F238E27FC236}">
                  <a16:creationId xmlns:a16="http://schemas.microsoft.com/office/drawing/2014/main" id="{360D1933-8A7B-0A93-76F0-F41E457D3DFE}"/>
                </a:ext>
              </a:extLst>
            </p:cNvPr>
            <p:cNvSpPr txBox="1"/>
            <p:nvPr/>
          </p:nvSpPr>
          <p:spPr>
            <a:xfrm>
              <a:off x="3985732" y="300778"/>
              <a:ext cx="1402589" cy="12134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3020" tIns="33020" rIns="33020" bIns="3302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kern="1200" dirty="0"/>
                <a:t>User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037562-04B0-D495-3388-ABC3EBC834D7}"/>
              </a:ext>
            </a:extLst>
          </p:cNvPr>
          <p:cNvGrpSpPr/>
          <p:nvPr/>
        </p:nvGrpSpPr>
        <p:grpSpPr>
          <a:xfrm>
            <a:off x="5051796" y="4949490"/>
            <a:ext cx="2097935" cy="1814960"/>
            <a:chOff x="3638059" y="4428454"/>
            <a:chExt cx="2097935" cy="1814960"/>
          </a:xfrm>
        </p:grpSpPr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BB5499E2-74A9-5F83-30F8-87E0B313FEA5}"/>
                </a:ext>
              </a:extLst>
            </p:cNvPr>
            <p:cNvSpPr/>
            <p:nvPr/>
          </p:nvSpPr>
          <p:spPr>
            <a:xfrm>
              <a:off x="3638059" y="4428454"/>
              <a:ext cx="2097935" cy="1814960"/>
            </a:xfrm>
            <a:prstGeom prst="hexagon">
              <a:avLst>
                <a:gd name="adj" fmla="val 28570"/>
                <a:gd name="vf" fmla="val 115470"/>
              </a:avLst>
            </a:prstGeom>
            <a:solidFill>
              <a:srgbClr val="7030A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Hexagon 8">
              <a:extLst>
                <a:ext uri="{FF2B5EF4-FFF2-40B4-BE49-F238E27FC236}">
                  <a16:creationId xmlns:a16="http://schemas.microsoft.com/office/drawing/2014/main" id="{E1F87371-ACB1-67D7-BDD0-17ED2529A506}"/>
                </a:ext>
              </a:extLst>
            </p:cNvPr>
            <p:cNvSpPr txBox="1"/>
            <p:nvPr/>
          </p:nvSpPr>
          <p:spPr>
            <a:xfrm>
              <a:off x="3985732" y="4729232"/>
              <a:ext cx="1402589" cy="12134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3020" tIns="33020" rIns="33020" bIns="3302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kern="1200" dirty="0"/>
                <a:t>Hardware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343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8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D9FCD5-CBE2-45DF-B75A-C36553CEFFB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358002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D45AD2-45AE-4838-A127-E628FF0979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232341"/>
              </p:ext>
            </p:extLst>
          </p:nvPr>
        </p:nvGraphicFramePr>
        <p:xfrm>
          <a:off x="1413439" y="523174"/>
          <a:ext cx="9365122" cy="624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A676650-9DE9-4CE3-AF68-7BD7F3633321}"/>
              </a:ext>
            </a:extLst>
          </p:cNvPr>
          <p:cNvGrpSpPr/>
          <p:nvPr/>
        </p:nvGrpSpPr>
        <p:grpSpPr>
          <a:xfrm>
            <a:off x="1397230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EBB9C47-48B2-4C6C-A575-043E2565FA0C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Hexagon 4">
              <a:extLst>
                <a:ext uri="{FF2B5EF4-FFF2-40B4-BE49-F238E27FC236}">
                  <a16:creationId xmlns:a16="http://schemas.microsoft.com/office/drawing/2014/main" id="{B34EC481-2957-46B9-9FCE-CC2B00AC8CBE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File management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6DC9B-DA60-4086-856B-82AAFE491238}"/>
              </a:ext>
            </a:extLst>
          </p:cNvPr>
          <p:cNvGrpSpPr/>
          <p:nvPr/>
        </p:nvGrpSpPr>
        <p:grpSpPr>
          <a:xfrm>
            <a:off x="8696835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9199274-D5B6-4672-ADD0-BF5F37376F2E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Hexagon 4">
              <a:extLst>
                <a:ext uri="{FF2B5EF4-FFF2-40B4-BE49-F238E27FC236}">
                  <a16:creationId xmlns:a16="http://schemas.microsoft.com/office/drawing/2014/main" id="{EA3F0160-846F-4D32-B524-C95A8400AFF8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Memory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642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D9FCD5-CBE2-45DF-B75A-C36553CEFFB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358002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D45AD2-45AE-4838-A127-E628FF097973}"/>
              </a:ext>
            </a:extLst>
          </p:cNvPr>
          <p:cNvGraphicFramePr/>
          <p:nvPr/>
        </p:nvGraphicFramePr>
        <p:xfrm>
          <a:off x="1413439" y="523174"/>
          <a:ext cx="9365122" cy="624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A676650-9DE9-4CE3-AF68-7BD7F3633321}"/>
              </a:ext>
            </a:extLst>
          </p:cNvPr>
          <p:cNvGrpSpPr/>
          <p:nvPr/>
        </p:nvGrpSpPr>
        <p:grpSpPr>
          <a:xfrm>
            <a:off x="1397230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EBB9C47-48B2-4C6C-A575-043E2565FA0C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Hexagon 4">
              <a:extLst>
                <a:ext uri="{FF2B5EF4-FFF2-40B4-BE49-F238E27FC236}">
                  <a16:creationId xmlns:a16="http://schemas.microsoft.com/office/drawing/2014/main" id="{B34EC481-2957-46B9-9FCE-CC2B00AC8CBE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File management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6DC9B-DA60-4086-856B-82AAFE491238}"/>
              </a:ext>
            </a:extLst>
          </p:cNvPr>
          <p:cNvGrpSpPr/>
          <p:nvPr/>
        </p:nvGrpSpPr>
        <p:grpSpPr>
          <a:xfrm>
            <a:off x="8696835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9199274-D5B6-4672-ADD0-BF5F37376F2E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Hexagon 4">
              <a:extLst>
                <a:ext uri="{FF2B5EF4-FFF2-40B4-BE49-F238E27FC236}">
                  <a16:creationId xmlns:a16="http://schemas.microsoft.com/office/drawing/2014/main" id="{EA3F0160-846F-4D32-B524-C95A8400AFF8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Memory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57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exagon 13">
            <a:extLst>
              <a:ext uri="{FF2B5EF4-FFF2-40B4-BE49-F238E27FC236}">
                <a16:creationId xmlns:a16="http://schemas.microsoft.com/office/drawing/2014/main" id="{FCABE393-0727-47E3-A4BC-57B7AB7A1F5A}"/>
              </a:ext>
            </a:extLst>
          </p:cNvPr>
          <p:cNvSpPr/>
          <p:nvPr/>
        </p:nvSpPr>
        <p:spPr>
          <a:xfrm>
            <a:off x="6578948" y="2737401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tx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ADF463EF-3AE2-4D2E-8E86-1C66CBCF1215}"/>
              </a:ext>
            </a:extLst>
          </p:cNvPr>
          <p:cNvSpPr/>
          <p:nvPr/>
        </p:nvSpPr>
        <p:spPr>
          <a:xfrm>
            <a:off x="6555641" y="3762103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tx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D9FCD5-CBE2-45DF-B75A-C36553CEFFB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358002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2134805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tx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D45AD2-45AE-4838-A127-E628FF097973}"/>
              </a:ext>
            </a:extLst>
          </p:cNvPr>
          <p:cNvGraphicFramePr/>
          <p:nvPr/>
        </p:nvGraphicFramePr>
        <p:xfrm>
          <a:off x="1413439" y="523174"/>
          <a:ext cx="9365122" cy="624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A676650-9DE9-4CE3-AF68-7BD7F3633321}"/>
              </a:ext>
            </a:extLst>
          </p:cNvPr>
          <p:cNvGrpSpPr/>
          <p:nvPr/>
        </p:nvGrpSpPr>
        <p:grpSpPr>
          <a:xfrm>
            <a:off x="1397230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EBB9C47-48B2-4C6C-A575-043E2565FA0C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Hexagon 4">
              <a:extLst>
                <a:ext uri="{FF2B5EF4-FFF2-40B4-BE49-F238E27FC236}">
                  <a16:creationId xmlns:a16="http://schemas.microsoft.com/office/drawing/2014/main" id="{B34EC481-2957-46B9-9FCE-CC2B00AC8CBE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File management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6DC9B-DA60-4086-856B-82AAFE491238}"/>
              </a:ext>
            </a:extLst>
          </p:cNvPr>
          <p:cNvGrpSpPr/>
          <p:nvPr/>
        </p:nvGrpSpPr>
        <p:grpSpPr>
          <a:xfrm>
            <a:off x="8696835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9199274-D5B6-4672-ADD0-BF5F37376F2E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Hexagon 4">
              <a:extLst>
                <a:ext uri="{FF2B5EF4-FFF2-40B4-BE49-F238E27FC236}">
                  <a16:creationId xmlns:a16="http://schemas.microsoft.com/office/drawing/2014/main" id="{EA3F0160-846F-4D32-B524-C95A8400AFF8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Memory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135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D9FCD5-CBE2-45DF-B75A-C36553CEFFB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358002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D45AD2-45AE-4838-A127-E628FF097973}"/>
              </a:ext>
            </a:extLst>
          </p:cNvPr>
          <p:cNvGraphicFramePr/>
          <p:nvPr/>
        </p:nvGraphicFramePr>
        <p:xfrm>
          <a:off x="1413439" y="523174"/>
          <a:ext cx="9365122" cy="624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A676650-9DE9-4CE3-AF68-7BD7F3633321}"/>
              </a:ext>
            </a:extLst>
          </p:cNvPr>
          <p:cNvGrpSpPr/>
          <p:nvPr/>
        </p:nvGrpSpPr>
        <p:grpSpPr>
          <a:xfrm>
            <a:off x="1397230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EBB9C47-48B2-4C6C-A575-043E2565FA0C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Hexagon 4">
              <a:extLst>
                <a:ext uri="{FF2B5EF4-FFF2-40B4-BE49-F238E27FC236}">
                  <a16:creationId xmlns:a16="http://schemas.microsoft.com/office/drawing/2014/main" id="{B34EC481-2957-46B9-9FCE-CC2B00AC8CBE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File management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6DC9B-DA60-4086-856B-82AAFE491238}"/>
              </a:ext>
            </a:extLst>
          </p:cNvPr>
          <p:cNvGrpSpPr/>
          <p:nvPr/>
        </p:nvGrpSpPr>
        <p:grpSpPr>
          <a:xfrm>
            <a:off x="8696835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9199274-D5B6-4672-ADD0-BF5F37376F2E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Hexagon 4">
              <a:extLst>
                <a:ext uri="{FF2B5EF4-FFF2-40B4-BE49-F238E27FC236}">
                  <a16:creationId xmlns:a16="http://schemas.microsoft.com/office/drawing/2014/main" id="{EA3F0160-846F-4D32-B524-C95A8400AFF8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Memory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0177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D9FCD5-CBE2-45DF-B75A-C36553CEFFB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358002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D45AD2-45AE-4838-A127-E628FF097973}"/>
              </a:ext>
            </a:extLst>
          </p:cNvPr>
          <p:cNvGraphicFramePr/>
          <p:nvPr/>
        </p:nvGraphicFramePr>
        <p:xfrm>
          <a:off x="1413439" y="523174"/>
          <a:ext cx="9365122" cy="624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A676650-9DE9-4CE3-AF68-7BD7F3633321}"/>
              </a:ext>
            </a:extLst>
          </p:cNvPr>
          <p:cNvGrpSpPr/>
          <p:nvPr/>
        </p:nvGrpSpPr>
        <p:grpSpPr>
          <a:xfrm>
            <a:off x="1397230" y="2737401"/>
            <a:ext cx="2097935" cy="1814960"/>
            <a:chOff x="1479837" y="966690"/>
            <a:chExt cx="1820800" cy="1575206"/>
          </a:xfrm>
          <a:solidFill>
            <a:schemeClr val="bg1"/>
          </a:solidFill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EBB9C47-48B2-4C6C-A575-043E2565FA0C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Hexagon 4">
              <a:extLst>
                <a:ext uri="{FF2B5EF4-FFF2-40B4-BE49-F238E27FC236}">
                  <a16:creationId xmlns:a16="http://schemas.microsoft.com/office/drawing/2014/main" id="{B34EC481-2957-46B9-9FCE-CC2B00AC8CBE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File management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6DC9B-DA60-4086-856B-82AAFE491238}"/>
              </a:ext>
            </a:extLst>
          </p:cNvPr>
          <p:cNvGrpSpPr/>
          <p:nvPr/>
        </p:nvGrpSpPr>
        <p:grpSpPr>
          <a:xfrm>
            <a:off x="8696835" y="2737401"/>
            <a:ext cx="2097935" cy="1814960"/>
            <a:chOff x="1479837" y="966690"/>
            <a:chExt cx="1820800" cy="1575206"/>
          </a:xfrm>
          <a:solidFill>
            <a:schemeClr val="accent2">
              <a:lumMod val="60000"/>
              <a:lumOff val="40000"/>
            </a:schemeClr>
          </a:solidFill>
          <a:effectLst>
            <a:glow rad="2286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9199274-D5B6-4672-ADD0-BF5F37376F2E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Hexagon 4">
              <a:extLst>
                <a:ext uri="{FF2B5EF4-FFF2-40B4-BE49-F238E27FC236}">
                  <a16:creationId xmlns:a16="http://schemas.microsoft.com/office/drawing/2014/main" id="{EA3F0160-846F-4D32-B524-C95A8400AFF8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Memory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8934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D9FCD5-CBE2-45DF-B75A-C36553CEFFB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358002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D45AD2-45AE-4838-A127-E628FF097973}"/>
              </a:ext>
            </a:extLst>
          </p:cNvPr>
          <p:cNvGraphicFramePr/>
          <p:nvPr/>
        </p:nvGraphicFramePr>
        <p:xfrm>
          <a:off x="1413439" y="523174"/>
          <a:ext cx="9365122" cy="624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A676650-9DE9-4CE3-AF68-7BD7F3633321}"/>
              </a:ext>
            </a:extLst>
          </p:cNvPr>
          <p:cNvGrpSpPr/>
          <p:nvPr/>
        </p:nvGrpSpPr>
        <p:grpSpPr>
          <a:xfrm>
            <a:off x="1397230" y="2737401"/>
            <a:ext cx="2097935" cy="1814960"/>
            <a:chOff x="1479837" y="966690"/>
            <a:chExt cx="1820800" cy="1575206"/>
          </a:xfrm>
          <a:solidFill>
            <a:srgbClr val="26C9FF"/>
          </a:solidFill>
          <a:effectLst>
            <a:glow rad="228600">
              <a:schemeClr val="accent5">
                <a:satMod val="175000"/>
                <a:alpha val="40000"/>
              </a:schemeClr>
            </a:glow>
          </a:effectLst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EBB9C47-48B2-4C6C-A575-043E2565FA0C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Hexagon 4">
              <a:extLst>
                <a:ext uri="{FF2B5EF4-FFF2-40B4-BE49-F238E27FC236}">
                  <a16:creationId xmlns:a16="http://schemas.microsoft.com/office/drawing/2014/main" id="{B34EC481-2957-46B9-9FCE-CC2B00AC8CBE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File management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6DC9B-DA60-4086-856B-82AAFE491238}"/>
              </a:ext>
            </a:extLst>
          </p:cNvPr>
          <p:cNvGrpSpPr/>
          <p:nvPr/>
        </p:nvGrpSpPr>
        <p:grpSpPr>
          <a:xfrm>
            <a:off x="8696835" y="2737401"/>
            <a:ext cx="2097935" cy="1814960"/>
            <a:chOff x="1479837" y="966690"/>
            <a:chExt cx="1820800" cy="1575206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9199274-D5B6-4672-ADD0-BF5F37376F2E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Hexagon 4">
              <a:extLst>
                <a:ext uri="{FF2B5EF4-FFF2-40B4-BE49-F238E27FC236}">
                  <a16:creationId xmlns:a16="http://schemas.microsoft.com/office/drawing/2014/main" id="{EA3F0160-846F-4D32-B524-C95A8400AFF8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Memory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2134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D9FCD5-CBE2-45DF-B75A-C36553CEFFB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358002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D45AD2-45AE-4838-A127-E628FF097973}"/>
              </a:ext>
            </a:extLst>
          </p:cNvPr>
          <p:cNvGraphicFramePr/>
          <p:nvPr/>
        </p:nvGraphicFramePr>
        <p:xfrm>
          <a:off x="1413439" y="523174"/>
          <a:ext cx="9365122" cy="624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A676650-9DE9-4CE3-AF68-7BD7F3633321}"/>
              </a:ext>
            </a:extLst>
          </p:cNvPr>
          <p:cNvGrpSpPr/>
          <p:nvPr/>
        </p:nvGrpSpPr>
        <p:grpSpPr>
          <a:xfrm>
            <a:off x="1397230" y="2737401"/>
            <a:ext cx="2097935" cy="1814960"/>
            <a:chOff x="1479837" y="966690"/>
            <a:chExt cx="1820800" cy="1575206"/>
          </a:xfrm>
          <a:solidFill>
            <a:srgbClr val="26C9FF"/>
          </a:solidFill>
        </p:grpSpPr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EBB9C47-48B2-4C6C-A575-043E2565FA0C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Hexagon 4">
              <a:extLst>
                <a:ext uri="{FF2B5EF4-FFF2-40B4-BE49-F238E27FC236}">
                  <a16:creationId xmlns:a16="http://schemas.microsoft.com/office/drawing/2014/main" id="{B34EC481-2957-46B9-9FCE-CC2B00AC8CBE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File management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6DC9B-DA60-4086-856B-82AAFE491238}"/>
              </a:ext>
            </a:extLst>
          </p:cNvPr>
          <p:cNvGrpSpPr/>
          <p:nvPr/>
        </p:nvGrpSpPr>
        <p:grpSpPr>
          <a:xfrm>
            <a:off x="8696835" y="2737401"/>
            <a:ext cx="2097935" cy="1814960"/>
            <a:chOff x="1479837" y="966690"/>
            <a:chExt cx="1820800" cy="1575206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9199274-D5B6-4672-ADD0-BF5F37376F2E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Hexagon 4">
              <a:extLst>
                <a:ext uri="{FF2B5EF4-FFF2-40B4-BE49-F238E27FC236}">
                  <a16:creationId xmlns:a16="http://schemas.microsoft.com/office/drawing/2014/main" id="{EA3F0160-846F-4D32-B524-C95A8400AFF8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Memory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998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xagon 4">
            <a:extLst>
              <a:ext uri="{FF2B5EF4-FFF2-40B4-BE49-F238E27FC236}">
                <a16:creationId xmlns:a16="http://schemas.microsoft.com/office/drawing/2014/main" id="{8E85E6D8-AD8C-498B-8001-AC45F5E6589F}"/>
              </a:ext>
            </a:extLst>
          </p:cNvPr>
          <p:cNvSpPr/>
          <p:nvPr/>
        </p:nvSpPr>
        <p:spPr>
          <a:xfrm>
            <a:off x="6839445" y="2555094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BD8693D0-5B79-4549-B3E0-1BB04AB31EAC}"/>
              </a:ext>
            </a:extLst>
          </p:cNvPr>
          <p:cNvSpPr/>
          <p:nvPr/>
        </p:nvSpPr>
        <p:spPr>
          <a:xfrm>
            <a:off x="6839445" y="3941878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3" name="Hexagon 32">
            <a:extLst>
              <a:ext uri="{FF2B5EF4-FFF2-40B4-BE49-F238E27FC236}">
                <a16:creationId xmlns:a16="http://schemas.microsoft.com/office/drawing/2014/main" id="{648497BC-050B-4B7E-B4C1-8DA9B32075D0}"/>
              </a:ext>
            </a:extLst>
          </p:cNvPr>
          <p:cNvSpPr/>
          <p:nvPr/>
        </p:nvSpPr>
        <p:spPr>
          <a:xfrm>
            <a:off x="5613052" y="4958635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5" name="Hexagon 34">
            <a:extLst>
              <a:ext uri="{FF2B5EF4-FFF2-40B4-BE49-F238E27FC236}">
                <a16:creationId xmlns:a16="http://schemas.microsoft.com/office/drawing/2014/main" id="{810EE7B7-4E98-4B29-9688-B5D73933D5AE}"/>
              </a:ext>
            </a:extLst>
          </p:cNvPr>
          <p:cNvSpPr/>
          <p:nvPr/>
        </p:nvSpPr>
        <p:spPr>
          <a:xfrm>
            <a:off x="5613052" y="184334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7" name="Hexagon 36">
            <a:extLst>
              <a:ext uri="{FF2B5EF4-FFF2-40B4-BE49-F238E27FC236}">
                <a16:creationId xmlns:a16="http://schemas.microsoft.com/office/drawing/2014/main" id="{3BF8AE6A-3CF3-401E-A7B8-6EE84655B3E8}"/>
              </a:ext>
            </a:extLst>
          </p:cNvPr>
          <p:cNvSpPr/>
          <p:nvPr/>
        </p:nvSpPr>
        <p:spPr>
          <a:xfrm>
            <a:off x="4384367" y="2555095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9" name="Hexagon 38">
            <a:extLst>
              <a:ext uri="{FF2B5EF4-FFF2-40B4-BE49-F238E27FC236}">
                <a16:creationId xmlns:a16="http://schemas.microsoft.com/office/drawing/2014/main" id="{98254360-3EAB-4BFF-B765-1886E16C2407}"/>
              </a:ext>
            </a:extLst>
          </p:cNvPr>
          <p:cNvSpPr/>
          <p:nvPr/>
        </p:nvSpPr>
        <p:spPr>
          <a:xfrm>
            <a:off x="4384367" y="3941878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54AE76F5-4E56-4321-A3D0-E18C9DF1C4AD}"/>
              </a:ext>
            </a:extLst>
          </p:cNvPr>
          <p:cNvSpPr/>
          <p:nvPr/>
        </p:nvSpPr>
        <p:spPr>
          <a:xfrm>
            <a:off x="5613052" y="468073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76DB0-2967-4BD9-AA85-C94C759457A7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1D254-6983-4E91-9F96-BC809F18C7F3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7EC81D05-61B6-4DD0-BF19-2328EAD356A9}"/>
              </a:ext>
            </a:extLst>
          </p:cNvPr>
          <p:cNvSpPr/>
          <p:nvPr/>
        </p:nvSpPr>
        <p:spPr>
          <a:xfrm>
            <a:off x="5613052" y="468073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F1B9EA23-9A30-4537-A9BB-7C31EC6133E1}"/>
              </a:ext>
            </a:extLst>
          </p:cNvPr>
          <p:cNvSpPr/>
          <p:nvPr/>
        </p:nvSpPr>
        <p:spPr>
          <a:xfrm>
            <a:off x="5613052" y="1798900"/>
            <a:ext cx="965896" cy="832247"/>
          </a:xfrm>
          <a:prstGeom prst="hexagon">
            <a:avLst>
              <a:gd name="adj" fmla="val 28900"/>
              <a:gd name="vf" fmla="val 115470"/>
            </a:avLst>
          </a:prstGeom>
          <a:solidFill>
            <a:srgbClr val="C00000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41142A67-3226-4308-8704-5E9896C05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8755201"/>
              </p:ext>
            </p:extLst>
          </p:nvPr>
        </p:nvGraphicFramePr>
        <p:xfrm>
          <a:off x="1413439" y="523174"/>
          <a:ext cx="9365122" cy="6243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972B09BE-4A63-4EFD-85A6-DE6B0AC301EF}"/>
              </a:ext>
            </a:extLst>
          </p:cNvPr>
          <p:cNvGrpSpPr/>
          <p:nvPr/>
        </p:nvGrpSpPr>
        <p:grpSpPr>
          <a:xfrm>
            <a:off x="1397230" y="2737401"/>
            <a:ext cx="2097935" cy="1814960"/>
            <a:chOff x="1479837" y="966690"/>
            <a:chExt cx="1820800" cy="1575206"/>
          </a:xfrm>
          <a:solidFill>
            <a:srgbClr val="26C9FF"/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2C80F8C6-2364-4F1D-82F2-78CA6453BABE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Hexagon 4">
              <a:extLst>
                <a:ext uri="{FF2B5EF4-FFF2-40B4-BE49-F238E27FC236}">
                  <a16:creationId xmlns:a16="http://schemas.microsoft.com/office/drawing/2014/main" id="{BA539B85-F776-4F9E-B035-F09E41AB726A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File management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38BB3B-3E22-493E-AB58-A08E5742FCF5}"/>
              </a:ext>
            </a:extLst>
          </p:cNvPr>
          <p:cNvGrpSpPr/>
          <p:nvPr/>
        </p:nvGrpSpPr>
        <p:grpSpPr>
          <a:xfrm>
            <a:off x="8696835" y="2737401"/>
            <a:ext cx="2097935" cy="1814960"/>
            <a:chOff x="1479837" y="966690"/>
            <a:chExt cx="1820800" cy="1575206"/>
          </a:xfrm>
          <a:solidFill>
            <a:schemeClr val="accent2">
              <a:lumMod val="60000"/>
              <a:lumOff val="40000"/>
            </a:schemeClr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D366ECB0-2C66-4C84-8B22-3BD940CB5B5D}"/>
                </a:ext>
              </a:extLst>
            </p:cNvPr>
            <p:cNvSpPr/>
            <p:nvPr/>
          </p:nvSpPr>
          <p:spPr>
            <a:xfrm>
              <a:off x="1479837" y="966690"/>
              <a:ext cx="1820800" cy="1575206"/>
            </a:xfrm>
            <a:prstGeom prst="hexagon">
              <a:avLst>
                <a:gd name="adj" fmla="val 2857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Hexagon 4">
              <a:extLst>
                <a:ext uri="{FF2B5EF4-FFF2-40B4-BE49-F238E27FC236}">
                  <a16:creationId xmlns:a16="http://schemas.microsoft.com/office/drawing/2014/main" id="{C90CEC91-83E2-4D68-821C-A7261E181BF6}"/>
                </a:ext>
              </a:extLst>
            </p:cNvPr>
            <p:cNvSpPr txBox="1"/>
            <p:nvPr/>
          </p:nvSpPr>
          <p:spPr>
            <a:xfrm>
              <a:off x="1781582" y="1227735"/>
              <a:ext cx="1217310" cy="10531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Memory</a:t>
              </a:r>
              <a:r>
                <a:rPr lang="en-GB" sz="1900" dirty="0"/>
                <a:t> </a:t>
              </a:r>
              <a:r>
                <a:rPr lang="en-GB" sz="1900" kern="1200" dirty="0"/>
                <a:t>management</a:t>
              </a:r>
            </a:p>
          </p:txBody>
        </p:sp>
      </p:grpSp>
      <p:pic>
        <p:nvPicPr>
          <p:cNvPr id="44" name="Picture 43" descr="A picture containing plate&#10;&#10;Description automatically generated">
            <a:extLst>
              <a:ext uri="{FF2B5EF4-FFF2-40B4-BE49-F238E27FC236}">
                <a16:creationId xmlns:a16="http://schemas.microsoft.com/office/drawing/2014/main" id="{E15E89E7-6742-4E35-BA31-0D4310E7FB8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5787" y="2570897"/>
            <a:ext cx="1855098" cy="21001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5A4799E-A83F-415E-8F9F-C80C5C0CF6E4}"/>
              </a:ext>
            </a:extLst>
          </p:cNvPr>
          <p:cNvSpPr txBox="1"/>
          <p:nvPr/>
        </p:nvSpPr>
        <p:spPr>
          <a:xfrm>
            <a:off x="5267857" y="2899199"/>
            <a:ext cx="1652893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300" dirty="0">
                <a:solidFill>
                  <a:prstClr val="white"/>
                </a:solidFill>
                <a:latin typeface="Calibri" panose="020F0502020204030204"/>
              </a:rPr>
              <a:t>Operating system</a:t>
            </a:r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300" dirty="0">
                <a:solidFill>
                  <a:prstClr val="white"/>
                </a:solidFill>
                <a:latin typeface="Calibri" panose="020F0502020204030204"/>
              </a:rPr>
              <a:t>Interrupt handling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58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0CEA0CC-A778-40A4-9114-87EF53A0BA0C}"/>
              </a:ext>
            </a:extLst>
          </p:cNvPr>
          <p:cNvSpPr/>
          <p:nvPr/>
        </p:nvSpPr>
        <p:spPr>
          <a:xfrm>
            <a:off x="281428" y="993174"/>
            <a:ext cx="55363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Windows, icons, menus, pointers (WIMP)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Intuitive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Optimised for mouse and touch gesture input</a:t>
            </a:r>
          </a:p>
        </p:txBody>
      </p:sp>
      <p:pic>
        <p:nvPicPr>
          <p:cNvPr id="19" name="Picture 18" descr="A close up of a computer&#10;&#10;Description automatically generated">
            <a:extLst>
              <a:ext uri="{FF2B5EF4-FFF2-40B4-BE49-F238E27FC236}">
                <a16:creationId xmlns:a16="http://schemas.microsoft.com/office/drawing/2014/main" id="{1BFC5606-112F-4695-B66F-09AB1743B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332" y="2648845"/>
            <a:ext cx="4829703" cy="418310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C53C871-FE4A-4D3D-9E1E-5434B75BFAD1}"/>
              </a:ext>
            </a:extLst>
          </p:cNvPr>
          <p:cNvGrpSpPr/>
          <p:nvPr/>
        </p:nvGrpSpPr>
        <p:grpSpPr>
          <a:xfrm>
            <a:off x="6513922" y="419479"/>
            <a:ext cx="5678078" cy="6435590"/>
            <a:chOff x="7701698" y="419479"/>
            <a:chExt cx="4490302" cy="5089353"/>
          </a:xfrm>
        </p:grpSpPr>
        <p:pic>
          <p:nvPicPr>
            <p:cNvPr id="4" name="Picture 3" descr="A screenshot of a social media post&#10;&#10;Description automatically generated">
              <a:extLst>
                <a:ext uri="{FF2B5EF4-FFF2-40B4-BE49-F238E27FC236}">
                  <a16:creationId xmlns:a16="http://schemas.microsoft.com/office/drawing/2014/main" id="{D055E686-6EBC-4B40-8C49-F191C05C0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01699" y="419479"/>
              <a:ext cx="4490301" cy="2537438"/>
            </a:xfrm>
            <a:prstGeom prst="rect">
              <a:avLst/>
            </a:prstGeom>
          </p:spPr>
        </p:pic>
        <p:pic>
          <p:nvPicPr>
            <p:cNvPr id="21" name="Picture 20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D596647-40CD-4325-85BE-4F7AB220D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01698" y="2956918"/>
              <a:ext cx="4490301" cy="2551914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250A046-B6E1-9D04-D43F-7DD06C7A3981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interface: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Graphical user interface (GUI)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564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0CEA0CC-A778-40A4-9114-87EF53A0BA0C}"/>
              </a:ext>
            </a:extLst>
          </p:cNvPr>
          <p:cNvSpPr/>
          <p:nvPr/>
        </p:nvSpPr>
        <p:spPr>
          <a:xfrm>
            <a:off x="279944" y="993174"/>
            <a:ext cx="43671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Less resource-intensive than a GUI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commands than a GUI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Highly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Best suited for advanced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to automate processes with scripts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5DEAD7-2552-40BA-AB45-DA682CA569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0477" y="620784"/>
            <a:ext cx="7264958" cy="60526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7C8C32-C192-B450-97C2-1EF0D5C02514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interface: Command line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01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cash machine&#10;&#10;Description automatically generated">
            <a:extLst>
              <a:ext uri="{FF2B5EF4-FFF2-40B4-BE49-F238E27FC236}">
                <a16:creationId xmlns:a16="http://schemas.microsoft.com/office/drawing/2014/main" id="{EE3855BF-43DB-434D-151D-5E173FF92A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5093" y="1159146"/>
            <a:ext cx="5095151" cy="55093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F842F9-8E06-D214-106E-C36C4B5B9ED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interface: Menu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B21AA6-697E-8EB1-55D6-8748C7163A5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7760" y="431849"/>
            <a:ext cx="3401863" cy="6535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12A351-4B69-366E-D1EC-8DC27F0B65B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0254" y="1378283"/>
            <a:ext cx="2632418" cy="41287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C1A718-210A-EAE4-D1CE-3C79F99945E6}"/>
              </a:ext>
            </a:extLst>
          </p:cNvPr>
          <p:cNvSpPr txBox="1"/>
          <p:nvPr/>
        </p:nvSpPr>
        <p:spPr>
          <a:xfrm>
            <a:off x="7007455" y="1660847"/>
            <a:ext cx="15771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Gratuity?</a:t>
            </a:r>
          </a:p>
          <a:p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Red 	– No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Green 	– Yes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DD6B7F-E650-911A-B2EC-8C35657A47E3}"/>
              </a:ext>
            </a:extLst>
          </p:cNvPr>
          <p:cNvSpPr/>
          <p:nvPr/>
        </p:nvSpPr>
        <p:spPr>
          <a:xfrm>
            <a:off x="279944" y="993174"/>
            <a:ext cx="4367155" cy="92333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Successive menus presented to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 options chosen at each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Often with buttons on a keypad</a:t>
            </a:r>
          </a:p>
        </p:txBody>
      </p:sp>
    </p:spTree>
    <p:extLst>
      <p:ext uri="{BB962C8B-B14F-4D97-AF65-F5344CB8AC3E}">
        <p14:creationId xmlns:p14="http://schemas.microsoft.com/office/powerpoint/2010/main" val="4133314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F025B115-CD01-493B-BE13-9B87D2E604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5951" y="425100"/>
            <a:ext cx="4645349" cy="6432900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B9781579-95BE-4186-B2C6-D8A667B11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0607" y="1806461"/>
            <a:ext cx="4917948" cy="49179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DFAD66-5BF7-4121-9C1C-80FEA4DC177F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interface: Natural language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97DAD6-7819-600B-97F0-FA4CB3F60BAC}"/>
              </a:ext>
            </a:extLst>
          </p:cNvPr>
          <p:cNvSpPr/>
          <p:nvPr/>
        </p:nvSpPr>
        <p:spPr>
          <a:xfrm>
            <a:off x="279944" y="993174"/>
            <a:ext cx="48861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Responds to questions in spoken language.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always reliable but improving all the time.</a:t>
            </a:r>
          </a:p>
        </p:txBody>
      </p:sp>
    </p:spTree>
    <p:extLst>
      <p:ext uri="{BB962C8B-B14F-4D97-AF65-F5344CB8AC3E}">
        <p14:creationId xmlns:p14="http://schemas.microsoft.com/office/powerpoint/2010/main" val="1701517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876514" cy="4729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provides an interface between the user and the hardware of a computing device. It provides a platform for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 software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run.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performs vital roles,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Peripheral and driver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Multitasking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security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account management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come with a variety of different interfaces for user interaction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Graphical user interface (GUI)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Command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Menu-based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Natural language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6376067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purpose and functions of 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FF0342A3-8125-49A6-8AC7-8BAAE66F0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408</Words>
  <Application>Microsoft Office PowerPoint</Application>
  <PresentationFormat>Widescreen</PresentationFormat>
  <Paragraphs>142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116</cp:revision>
  <dcterms:created xsi:type="dcterms:W3CDTF">2019-10-14T15:21:06Z</dcterms:created>
  <dcterms:modified xsi:type="dcterms:W3CDTF">2022-09-15T11:34:29Z</dcterms:modified>
</cp:coreProperties>
</file>