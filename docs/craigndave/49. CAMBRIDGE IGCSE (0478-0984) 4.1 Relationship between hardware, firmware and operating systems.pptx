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handoutMasterIdLst>
    <p:handoutMasterId r:id="rId22"/>
  </p:handoutMasterIdLst>
  <p:sldIdLst>
    <p:sldId id="257" r:id="rId2"/>
    <p:sldId id="262" r:id="rId3"/>
    <p:sldId id="267" r:id="rId4"/>
    <p:sldId id="268" r:id="rId5"/>
    <p:sldId id="269" r:id="rId6"/>
    <p:sldId id="323" r:id="rId7"/>
    <p:sldId id="324" r:id="rId8"/>
    <p:sldId id="325" r:id="rId9"/>
    <p:sldId id="326" r:id="rId10"/>
    <p:sldId id="275" r:id="rId11"/>
    <p:sldId id="327" r:id="rId12"/>
    <p:sldId id="260" r:id="rId13"/>
    <p:sldId id="322" r:id="rId14"/>
    <p:sldId id="264" r:id="rId15"/>
    <p:sldId id="270" r:id="rId16"/>
    <p:sldId id="271" r:id="rId17"/>
    <p:sldId id="272" r:id="rId18"/>
    <p:sldId id="273" r:id="rId19"/>
    <p:sldId id="291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6521"/>
    <a:srgbClr val="FFFFFF"/>
    <a:srgbClr val="0087B1"/>
    <a:srgbClr val="000956"/>
    <a:srgbClr val="99E265"/>
    <a:srgbClr val="008C8C"/>
    <a:srgbClr val="00B2B2"/>
    <a:srgbClr val="26C9FF"/>
    <a:srgbClr val="7CD0DA"/>
    <a:srgbClr val="197D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345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528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6" d="100"/>
          <a:sy n="86" d="100"/>
        </p:scale>
        <p:origin x="3408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9445A27-E42D-4264-B74C-A408A6452A43}" type="doc">
      <dgm:prSet loTypeId="urn:microsoft.com/office/officeart/2011/layout/HexagonRadial" loCatId="officeonline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GB"/>
        </a:p>
      </dgm:t>
    </dgm:pt>
    <dgm:pt modelId="{BEED4FF1-9DD2-4141-B7ED-932C17C75CC9}">
      <dgm:prSet phldrT="[Text]" custT="1"/>
      <dgm:spPr/>
      <dgm:t>
        <a:bodyPr/>
        <a:lstStyle/>
        <a:p>
          <a:r>
            <a:rPr lang="en-GB" sz="2400" b="0" dirty="0"/>
            <a:t>The relationship between software and hardware</a:t>
          </a:r>
        </a:p>
      </dgm:t>
    </dgm:pt>
    <dgm:pt modelId="{F93D47D1-0D42-49E8-BBD7-33364DFC48A1}" type="parTrans" cxnId="{0F5CCAAB-40C7-48DA-BC8B-1939023E419D}">
      <dgm:prSet/>
      <dgm:spPr/>
      <dgm:t>
        <a:bodyPr/>
        <a:lstStyle/>
        <a:p>
          <a:endParaRPr lang="en-GB"/>
        </a:p>
      </dgm:t>
    </dgm:pt>
    <dgm:pt modelId="{F74991B4-1203-42FD-93F8-0783C393A7B5}" type="sibTrans" cxnId="{0F5CCAAB-40C7-48DA-BC8B-1939023E419D}">
      <dgm:prSet/>
      <dgm:spPr/>
      <dgm:t>
        <a:bodyPr/>
        <a:lstStyle/>
        <a:p>
          <a:endParaRPr lang="en-GB"/>
        </a:p>
      </dgm:t>
    </dgm:pt>
    <dgm:pt modelId="{86CA1039-63DA-490D-83D7-BEDF586FABB6}">
      <dgm:prSet phldrT="[Text]"/>
      <dgm:spPr/>
      <dgm:t>
        <a:bodyPr/>
        <a:lstStyle/>
        <a:p>
          <a:r>
            <a:rPr lang="en-GB" dirty="0"/>
            <a:t>…application software…</a:t>
          </a:r>
        </a:p>
      </dgm:t>
    </dgm:pt>
    <dgm:pt modelId="{75F8EF14-785A-4287-9D22-3B8BF765BAED}" type="parTrans" cxnId="{D200D690-05F4-49D3-8239-78239A009B75}">
      <dgm:prSet/>
      <dgm:spPr/>
      <dgm:t>
        <a:bodyPr/>
        <a:lstStyle/>
        <a:p>
          <a:endParaRPr lang="en-GB"/>
        </a:p>
      </dgm:t>
    </dgm:pt>
    <dgm:pt modelId="{4F7716B0-17A9-46FA-A06E-BE0457912877}" type="sibTrans" cxnId="{D200D690-05F4-49D3-8239-78239A009B75}">
      <dgm:prSet/>
      <dgm:spPr/>
      <dgm:t>
        <a:bodyPr/>
        <a:lstStyle/>
        <a:p>
          <a:endParaRPr lang="en-GB"/>
        </a:p>
      </dgm:t>
    </dgm:pt>
    <dgm:pt modelId="{C9462DF5-A960-4A59-BCE3-2B07B5E27346}">
      <dgm:prSet phldrT="[Text]"/>
      <dgm:spPr/>
      <dgm:t>
        <a:bodyPr/>
        <a:lstStyle/>
        <a:p>
          <a:r>
            <a:rPr lang="en-GB" dirty="0"/>
            <a:t>…talks to the operating system….</a:t>
          </a:r>
        </a:p>
      </dgm:t>
    </dgm:pt>
    <dgm:pt modelId="{31667DCF-2137-4C1B-A509-04F30BD667A6}" type="parTrans" cxnId="{E7678DC5-9530-41C8-835E-141F9BB89BC8}">
      <dgm:prSet/>
      <dgm:spPr/>
      <dgm:t>
        <a:bodyPr/>
        <a:lstStyle/>
        <a:p>
          <a:endParaRPr lang="en-GB"/>
        </a:p>
      </dgm:t>
    </dgm:pt>
    <dgm:pt modelId="{47199209-FA76-4E0E-85A4-4F49562D6631}" type="sibTrans" cxnId="{E7678DC5-9530-41C8-835E-141F9BB89BC8}">
      <dgm:prSet/>
      <dgm:spPr/>
      <dgm:t>
        <a:bodyPr/>
        <a:lstStyle/>
        <a:p>
          <a:endParaRPr lang="en-GB"/>
        </a:p>
      </dgm:t>
    </dgm:pt>
    <dgm:pt modelId="{6F6F0E4F-F4C6-4116-98F3-8A9CC186E381}">
      <dgm:prSet phldrT="[Text]"/>
      <dgm:spPr/>
      <dgm:t>
        <a:bodyPr/>
        <a:lstStyle/>
        <a:p>
          <a:r>
            <a:rPr lang="en-GB" dirty="0"/>
            <a:t>…which then interacts with…</a:t>
          </a:r>
        </a:p>
      </dgm:t>
    </dgm:pt>
    <dgm:pt modelId="{F98C524D-EF5D-4903-BCFC-350109BD925B}" type="parTrans" cxnId="{9BB42265-BFEF-489F-BF74-7A7D76C68978}">
      <dgm:prSet/>
      <dgm:spPr/>
      <dgm:t>
        <a:bodyPr/>
        <a:lstStyle/>
        <a:p>
          <a:endParaRPr lang="en-GB"/>
        </a:p>
      </dgm:t>
    </dgm:pt>
    <dgm:pt modelId="{E090070F-7421-44B9-9DE6-89C392BE5782}" type="sibTrans" cxnId="{9BB42265-BFEF-489F-BF74-7A7D76C68978}">
      <dgm:prSet/>
      <dgm:spPr/>
      <dgm:t>
        <a:bodyPr/>
        <a:lstStyle/>
        <a:p>
          <a:endParaRPr lang="en-GB"/>
        </a:p>
      </dgm:t>
    </dgm:pt>
    <dgm:pt modelId="{F7EE49EE-1559-4410-A6A4-601A040E0B48}">
      <dgm:prSet phldrT="[Text]"/>
      <dgm:spPr/>
      <dgm:t>
        <a:bodyPr/>
        <a:lstStyle/>
        <a:p>
          <a:r>
            <a:rPr lang="en-GB" dirty="0"/>
            <a:t>…hardware, which talks back to…</a:t>
          </a:r>
        </a:p>
      </dgm:t>
    </dgm:pt>
    <dgm:pt modelId="{B5777CEF-0055-4B26-9507-DD7411DE7759}" type="parTrans" cxnId="{2B83F9AC-5155-4473-A8E8-D5692540D256}">
      <dgm:prSet/>
      <dgm:spPr/>
      <dgm:t>
        <a:bodyPr/>
        <a:lstStyle/>
        <a:p>
          <a:endParaRPr lang="en-GB"/>
        </a:p>
      </dgm:t>
    </dgm:pt>
    <dgm:pt modelId="{5798199A-E3C3-491B-A9E3-B59100193B20}" type="sibTrans" cxnId="{2B83F9AC-5155-4473-A8E8-D5692540D256}">
      <dgm:prSet/>
      <dgm:spPr/>
      <dgm:t>
        <a:bodyPr/>
        <a:lstStyle/>
        <a:p>
          <a:endParaRPr lang="en-GB"/>
        </a:p>
      </dgm:t>
    </dgm:pt>
    <dgm:pt modelId="{D4C16871-ACF6-425F-AAD9-CFB88AB9A7E6}">
      <dgm:prSet phldrT="[Text]"/>
      <dgm:spPr/>
      <dgm:t>
        <a:bodyPr/>
        <a:lstStyle/>
        <a:p>
          <a:r>
            <a:rPr lang="en-GB" dirty="0"/>
            <a:t>…the operating system…</a:t>
          </a:r>
        </a:p>
      </dgm:t>
    </dgm:pt>
    <dgm:pt modelId="{6844ADB0-92D2-4200-9770-192C582069C6}" type="parTrans" cxnId="{FEEF31AF-0D7F-4ACC-A0F6-3F9D6209CD2B}">
      <dgm:prSet/>
      <dgm:spPr/>
      <dgm:t>
        <a:bodyPr/>
        <a:lstStyle/>
        <a:p>
          <a:endParaRPr lang="en-GB"/>
        </a:p>
      </dgm:t>
    </dgm:pt>
    <dgm:pt modelId="{2B4D0D68-ED8B-44E2-ACBE-9E042395D786}" type="sibTrans" cxnId="{FEEF31AF-0D7F-4ACC-A0F6-3F9D6209CD2B}">
      <dgm:prSet/>
      <dgm:spPr/>
      <dgm:t>
        <a:bodyPr/>
        <a:lstStyle/>
        <a:p>
          <a:endParaRPr lang="en-GB"/>
        </a:p>
      </dgm:t>
    </dgm:pt>
    <dgm:pt modelId="{B85CEFF5-C36F-48E4-A36E-945A235A4D3E}">
      <dgm:prSet phldrT="[Text]"/>
      <dgm:spPr/>
      <dgm:t>
        <a:bodyPr/>
        <a:lstStyle/>
        <a:p>
          <a:r>
            <a:rPr lang="en-GB" dirty="0"/>
            <a:t>…which talks back to the…</a:t>
          </a:r>
        </a:p>
      </dgm:t>
    </dgm:pt>
    <dgm:pt modelId="{9B2B6AC1-2E71-426F-816A-45D114FBDA1A}" type="parTrans" cxnId="{BFF0D406-7C7B-4682-8EB8-07B0765FC6FA}">
      <dgm:prSet/>
      <dgm:spPr/>
      <dgm:t>
        <a:bodyPr/>
        <a:lstStyle/>
        <a:p>
          <a:endParaRPr lang="en-GB"/>
        </a:p>
      </dgm:t>
    </dgm:pt>
    <dgm:pt modelId="{F46BC0E6-237F-4E7A-9DA7-531981E39855}" type="sibTrans" cxnId="{BFF0D406-7C7B-4682-8EB8-07B0765FC6FA}">
      <dgm:prSet/>
      <dgm:spPr/>
      <dgm:t>
        <a:bodyPr/>
        <a:lstStyle/>
        <a:p>
          <a:endParaRPr lang="en-GB"/>
        </a:p>
      </dgm:t>
    </dgm:pt>
    <dgm:pt modelId="{3F1CC4F0-73EA-4745-B528-E29E91C552CC}" type="pres">
      <dgm:prSet presAssocID="{09445A27-E42D-4264-B74C-A408A6452A43}" presName="Name0" presStyleCnt="0">
        <dgm:presLayoutVars>
          <dgm:chMax val="1"/>
          <dgm:chPref val="1"/>
          <dgm:dir/>
          <dgm:animOne val="branch"/>
          <dgm:animLvl val="lvl"/>
        </dgm:presLayoutVars>
      </dgm:prSet>
      <dgm:spPr/>
    </dgm:pt>
    <dgm:pt modelId="{7FF55550-128F-4A74-872E-58EF120E36AB}" type="pres">
      <dgm:prSet presAssocID="{BEED4FF1-9DD2-4141-B7ED-932C17C75CC9}" presName="Parent" presStyleLbl="node0" presStyleIdx="0" presStyleCnt="1">
        <dgm:presLayoutVars>
          <dgm:chMax val="6"/>
          <dgm:chPref val="6"/>
        </dgm:presLayoutVars>
      </dgm:prSet>
      <dgm:spPr/>
    </dgm:pt>
    <dgm:pt modelId="{9A2EA12C-6BA2-428C-86E2-7E919634704C}" type="pres">
      <dgm:prSet presAssocID="{86CA1039-63DA-490D-83D7-BEDF586FABB6}" presName="Accent1" presStyleCnt="0"/>
      <dgm:spPr/>
    </dgm:pt>
    <dgm:pt modelId="{249E8E8E-FD91-4D88-B49F-66ADE52A5FFD}" type="pres">
      <dgm:prSet presAssocID="{86CA1039-63DA-490D-83D7-BEDF586FABB6}" presName="Accent" presStyleLbl="bgShp" presStyleIdx="0" presStyleCnt="6"/>
      <dgm:spPr/>
    </dgm:pt>
    <dgm:pt modelId="{58A9AFD3-AB82-46A0-A7F9-F8C1B2FDD5C4}" type="pres">
      <dgm:prSet presAssocID="{86CA1039-63DA-490D-83D7-BEDF586FABB6}" presName="Child1" presStyleLbl="node1" presStyleIdx="0" presStyleCnt="6">
        <dgm:presLayoutVars>
          <dgm:chMax val="0"/>
          <dgm:chPref val="0"/>
          <dgm:bulletEnabled val="1"/>
        </dgm:presLayoutVars>
      </dgm:prSet>
      <dgm:spPr/>
    </dgm:pt>
    <dgm:pt modelId="{728BF5BA-85C0-4E5A-BE90-2FB486C60CA6}" type="pres">
      <dgm:prSet presAssocID="{C9462DF5-A960-4A59-BCE3-2B07B5E27346}" presName="Accent2" presStyleCnt="0"/>
      <dgm:spPr/>
    </dgm:pt>
    <dgm:pt modelId="{7B58387E-95F0-414A-8BB4-02DF188EAB4D}" type="pres">
      <dgm:prSet presAssocID="{C9462DF5-A960-4A59-BCE3-2B07B5E27346}" presName="Accent" presStyleLbl="bgShp" presStyleIdx="1" presStyleCnt="6"/>
      <dgm:spPr/>
    </dgm:pt>
    <dgm:pt modelId="{2258E08D-C511-45C1-88FC-79EE557BC5D2}" type="pres">
      <dgm:prSet presAssocID="{C9462DF5-A960-4A59-BCE3-2B07B5E27346}" presName="Child2" presStyleLbl="node1" presStyleIdx="1" presStyleCnt="6">
        <dgm:presLayoutVars>
          <dgm:chMax val="0"/>
          <dgm:chPref val="0"/>
          <dgm:bulletEnabled val="1"/>
        </dgm:presLayoutVars>
      </dgm:prSet>
      <dgm:spPr/>
    </dgm:pt>
    <dgm:pt modelId="{CA4E74F1-37E5-46CD-8BBF-BB93BCF0C6F1}" type="pres">
      <dgm:prSet presAssocID="{6F6F0E4F-F4C6-4116-98F3-8A9CC186E381}" presName="Accent3" presStyleCnt="0"/>
      <dgm:spPr/>
    </dgm:pt>
    <dgm:pt modelId="{D5467BC9-BC23-4EA4-84FC-758D21CE41D1}" type="pres">
      <dgm:prSet presAssocID="{6F6F0E4F-F4C6-4116-98F3-8A9CC186E381}" presName="Accent" presStyleLbl="bgShp" presStyleIdx="2" presStyleCnt="6"/>
      <dgm:spPr/>
    </dgm:pt>
    <dgm:pt modelId="{5F96DCF6-EEE3-4CD6-9447-8CB52EC216E7}" type="pres">
      <dgm:prSet presAssocID="{6F6F0E4F-F4C6-4116-98F3-8A9CC186E381}" presName="Child3" presStyleLbl="node1" presStyleIdx="2" presStyleCnt="6">
        <dgm:presLayoutVars>
          <dgm:chMax val="0"/>
          <dgm:chPref val="0"/>
          <dgm:bulletEnabled val="1"/>
        </dgm:presLayoutVars>
      </dgm:prSet>
      <dgm:spPr/>
    </dgm:pt>
    <dgm:pt modelId="{EA845BF5-3570-4754-9E42-02D0DD37B7CA}" type="pres">
      <dgm:prSet presAssocID="{F7EE49EE-1559-4410-A6A4-601A040E0B48}" presName="Accent4" presStyleCnt="0"/>
      <dgm:spPr/>
    </dgm:pt>
    <dgm:pt modelId="{CB2F6DAB-04AB-4996-9D11-AB9F60C3115D}" type="pres">
      <dgm:prSet presAssocID="{F7EE49EE-1559-4410-A6A4-601A040E0B48}" presName="Accent" presStyleLbl="bgShp" presStyleIdx="3" presStyleCnt="6"/>
      <dgm:spPr/>
    </dgm:pt>
    <dgm:pt modelId="{3CE32F15-5B1A-428B-9012-ECE6EF9D126B}" type="pres">
      <dgm:prSet presAssocID="{F7EE49EE-1559-4410-A6A4-601A040E0B48}" presName="Child4" presStyleLbl="node1" presStyleIdx="3" presStyleCnt="6">
        <dgm:presLayoutVars>
          <dgm:chMax val="0"/>
          <dgm:chPref val="0"/>
          <dgm:bulletEnabled val="1"/>
        </dgm:presLayoutVars>
      </dgm:prSet>
      <dgm:spPr/>
    </dgm:pt>
    <dgm:pt modelId="{85519524-84DF-4685-A6A3-9FD133795DCF}" type="pres">
      <dgm:prSet presAssocID="{D4C16871-ACF6-425F-AAD9-CFB88AB9A7E6}" presName="Accent5" presStyleCnt="0"/>
      <dgm:spPr/>
    </dgm:pt>
    <dgm:pt modelId="{249BBD77-F519-405E-A658-9E9BD3A564D9}" type="pres">
      <dgm:prSet presAssocID="{D4C16871-ACF6-425F-AAD9-CFB88AB9A7E6}" presName="Accent" presStyleLbl="bgShp" presStyleIdx="4" presStyleCnt="6"/>
      <dgm:spPr/>
    </dgm:pt>
    <dgm:pt modelId="{7DFA65E6-848C-41D8-A244-6EBB36EAE432}" type="pres">
      <dgm:prSet presAssocID="{D4C16871-ACF6-425F-AAD9-CFB88AB9A7E6}" presName="Child5" presStyleLbl="node1" presStyleIdx="4" presStyleCnt="6">
        <dgm:presLayoutVars>
          <dgm:chMax val="0"/>
          <dgm:chPref val="0"/>
          <dgm:bulletEnabled val="1"/>
        </dgm:presLayoutVars>
      </dgm:prSet>
      <dgm:spPr/>
    </dgm:pt>
    <dgm:pt modelId="{DDC13FFE-058C-43C2-9EEF-E1F87C6872EB}" type="pres">
      <dgm:prSet presAssocID="{B85CEFF5-C36F-48E4-A36E-945A235A4D3E}" presName="Accent6" presStyleCnt="0"/>
      <dgm:spPr/>
    </dgm:pt>
    <dgm:pt modelId="{90F10AA5-53AB-4FFE-AAB9-B0BF040C7DB0}" type="pres">
      <dgm:prSet presAssocID="{B85CEFF5-C36F-48E4-A36E-945A235A4D3E}" presName="Accent" presStyleLbl="bgShp" presStyleIdx="5" presStyleCnt="6"/>
      <dgm:spPr/>
    </dgm:pt>
    <dgm:pt modelId="{968CDE31-0440-42AC-9974-2F627298874D}" type="pres">
      <dgm:prSet presAssocID="{B85CEFF5-C36F-48E4-A36E-945A235A4D3E}" presName="Child6" presStyleLbl="node1" presStyleIdx="5" presStyleCnt="6">
        <dgm:presLayoutVars>
          <dgm:chMax val="0"/>
          <dgm:chPref val="0"/>
          <dgm:bulletEnabled val="1"/>
        </dgm:presLayoutVars>
      </dgm:prSet>
      <dgm:spPr/>
    </dgm:pt>
  </dgm:ptLst>
  <dgm:cxnLst>
    <dgm:cxn modelId="{BFF0D406-7C7B-4682-8EB8-07B0765FC6FA}" srcId="{BEED4FF1-9DD2-4141-B7ED-932C17C75CC9}" destId="{B85CEFF5-C36F-48E4-A36E-945A235A4D3E}" srcOrd="5" destOrd="0" parTransId="{9B2B6AC1-2E71-426F-816A-45D114FBDA1A}" sibTransId="{F46BC0E6-237F-4E7A-9DA7-531981E39855}"/>
    <dgm:cxn modelId="{41FB201F-8C86-4523-BCF6-5B3444830A52}" type="presOf" srcId="{86CA1039-63DA-490D-83D7-BEDF586FABB6}" destId="{58A9AFD3-AB82-46A0-A7F9-F8C1B2FDD5C4}" srcOrd="0" destOrd="0" presId="urn:microsoft.com/office/officeart/2011/layout/HexagonRadial"/>
    <dgm:cxn modelId="{3DCA0623-12D5-4858-9588-D4E65FF37F9A}" type="presOf" srcId="{C9462DF5-A960-4A59-BCE3-2B07B5E27346}" destId="{2258E08D-C511-45C1-88FC-79EE557BC5D2}" srcOrd="0" destOrd="0" presId="urn:microsoft.com/office/officeart/2011/layout/HexagonRadial"/>
    <dgm:cxn modelId="{9BB42265-BFEF-489F-BF74-7A7D76C68978}" srcId="{BEED4FF1-9DD2-4141-B7ED-932C17C75CC9}" destId="{6F6F0E4F-F4C6-4116-98F3-8A9CC186E381}" srcOrd="2" destOrd="0" parTransId="{F98C524D-EF5D-4903-BCFC-350109BD925B}" sibTransId="{E090070F-7421-44B9-9DE6-89C392BE5782}"/>
    <dgm:cxn modelId="{0B071F6B-80FB-4C0A-9CA5-D85D46A9BABD}" type="presOf" srcId="{F7EE49EE-1559-4410-A6A4-601A040E0B48}" destId="{3CE32F15-5B1A-428B-9012-ECE6EF9D126B}" srcOrd="0" destOrd="0" presId="urn:microsoft.com/office/officeart/2011/layout/HexagonRadial"/>
    <dgm:cxn modelId="{966AD573-4EE9-4361-AF8E-711C3F8BAF53}" type="presOf" srcId="{B85CEFF5-C36F-48E4-A36E-945A235A4D3E}" destId="{968CDE31-0440-42AC-9974-2F627298874D}" srcOrd="0" destOrd="0" presId="urn:microsoft.com/office/officeart/2011/layout/HexagonRadial"/>
    <dgm:cxn modelId="{EB26A27F-C109-45D3-BD1E-ED37F2FF2447}" type="presOf" srcId="{BEED4FF1-9DD2-4141-B7ED-932C17C75CC9}" destId="{7FF55550-128F-4A74-872E-58EF120E36AB}" srcOrd="0" destOrd="0" presId="urn:microsoft.com/office/officeart/2011/layout/HexagonRadial"/>
    <dgm:cxn modelId="{D200D690-05F4-49D3-8239-78239A009B75}" srcId="{BEED4FF1-9DD2-4141-B7ED-932C17C75CC9}" destId="{86CA1039-63DA-490D-83D7-BEDF586FABB6}" srcOrd="0" destOrd="0" parTransId="{75F8EF14-785A-4287-9D22-3B8BF765BAED}" sibTransId="{4F7716B0-17A9-46FA-A06E-BE0457912877}"/>
    <dgm:cxn modelId="{13FEBC91-852B-434D-A64E-1335F43D6AF5}" type="presOf" srcId="{09445A27-E42D-4264-B74C-A408A6452A43}" destId="{3F1CC4F0-73EA-4745-B528-E29E91C552CC}" srcOrd="0" destOrd="0" presId="urn:microsoft.com/office/officeart/2011/layout/HexagonRadial"/>
    <dgm:cxn modelId="{0F5CCAAB-40C7-48DA-BC8B-1939023E419D}" srcId="{09445A27-E42D-4264-B74C-A408A6452A43}" destId="{BEED4FF1-9DD2-4141-B7ED-932C17C75CC9}" srcOrd="0" destOrd="0" parTransId="{F93D47D1-0D42-49E8-BBD7-33364DFC48A1}" sibTransId="{F74991B4-1203-42FD-93F8-0783C393A7B5}"/>
    <dgm:cxn modelId="{2B83F9AC-5155-4473-A8E8-D5692540D256}" srcId="{BEED4FF1-9DD2-4141-B7ED-932C17C75CC9}" destId="{F7EE49EE-1559-4410-A6A4-601A040E0B48}" srcOrd="3" destOrd="0" parTransId="{B5777CEF-0055-4B26-9507-DD7411DE7759}" sibTransId="{5798199A-E3C3-491B-A9E3-B59100193B20}"/>
    <dgm:cxn modelId="{FEEF31AF-0D7F-4ACC-A0F6-3F9D6209CD2B}" srcId="{BEED4FF1-9DD2-4141-B7ED-932C17C75CC9}" destId="{D4C16871-ACF6-425F-AAD9-CFB88AB9A7E6}" srcOrd="4" destOrd="0" parTransId="{6844ADB0-92D2-4200-9770-192C582069C6}" sibTransId="{2B4D0D68-ED8B-44E2-ACBE-9E042395D786}"/>
    <dgm:cxn modelId="{E7678DC5-9530-41C8-835E-141F9BB89BC8}" srcId="{BEED4FF1-9DD2-4141-B7ED-932C17C75CC9}" destId="{C9462DF5-A960-4A59-BCE3-2B07B5E27346}" srcOrd="1" destOrd="0" parTransId="{31667DCF-2137-4C1B-A509-04F30BD667A6}" sibTransId="{47199209-FA76-4E0E-85A4-4F49562D6631}"/>
    <dgm:cxn modelId="{E42CD4E5-37BF-4C57-AD09-47B943F09469}" type="presOf" srcId="{D4C16871-ACF6-425F-AAD9-CFB88AB9A7E6}" destId="{7DFA65E6-848C-41D8-A244-6EBB36EAE432}" srcOrd="0" destOrd="0" presId="urn:microsoft.com/office/officeart/2011/layout/HexagonRadial"/>
    <dgm:cxn modelId="{E037A4F3-3B3D-442A-BBE9-A5D6E9703847}" type="presOf" srcId="{6F6F0E4F-F4C6-4116-98F3-8A9CC186E381}" destId="{5F96DCF6-EEE3-4CD6-9447-8CB52EC216E7}" srcOrd="0" destOrd="0" presId="urn:microsoft.com/office/officeart/2011/layout/HexagonRadial"/>
    <dgm:cxn modelId="{36B5E71C-4114-40D0-8EA4-49B32C5FEC7E}" type="presParOf" srcId="{3F1CC4F0-73EA-4745-B528-E29E91C552CC}" destId="{7FF55550-128F-4A74-872E-58EF120E36AB}" srcOrd="0" destOrd="0" presId="urn:microsoft.com/office/officeart/2011/layout/HexagonRadial"/>
    <dgm:cxn modelId="{15CE834C-376A-47FD-87B3-A344C5AA3EBF}" type="presParOf" srcId="{3F1CC4F0-73EA-4745-B528-E29E91C552CC}" destId="{9A2EA12C-6BA2-428C-86E2-7E919634704C}" srcOrd="1" destOrd="0" presId="urn:microsoft.com/office/officeart/2011/layout/HexagonRadial"/>
    <dgm:cxn modelId="{0C89A2BE-C426-48E8-A305-6B1585551509}" type="presParOf" srcId="{9A2EA12C-6BA2-428C-86E2-7E919634704C}" destId="{249E8E8E-FD91-4D88-B49F-66ADE52A5FFD}" srcOrd="0" destOrd="0" presId="urn:microsoft.com/office/officeart/2011/layout/HexagonRadial"/>
    <dgm:cxn modelId="{7ADD7CA6-8190-4831-AA99-70EF5902B693}" type="presParOf" srcId="{3F1CC4F0-73EA-4745-B528-E29E91C552CC}" destId="{58A9AFD3-AB82-46A0-A7F9-F8C1B2FDD5C4}" srcOrd="2" destOrd="0" presId="urn:microsoft.com/office/officeart/2011/layout/HexagonRadial"/>
    <dgm:cxn modelId="{C200B244-4667-47DE-805E-A7AAC885EB91}" type="presParOf" srcId="{3F1CC4F0-73EA-4745-B528-E29E91C552CC}" destId="{728BF5BA-85C0-4E5A-BE90-2FB486C60CA6}" srcOrd="3" destOrd="0" presId="urn:microsoft.com/office/officeart/2011/layout/HexagonRadial"/>
    <dgm:cxn modelId="{17777D14-144F-49A2-97AC-C150A643BA61}" type="presParOf" srcId="{728BF5BA-85C0-4E5A-BE90-2FB486C60CA6}" destId="{7B58387E-95F0-414A-8BB4-02DF188EAB4D}" srcOrd="0" destOrd="0" presId="urn:microsoft.com/office/officeart/2011/layout/HexagonRadial"/>
    <dgm:cxn modelId="{CD401E91-80E6-405F-A12C-DA975BE60D0A}" type="presParOf" srcId="{3F1CC4F0-73EA-4745-B528-E29E91C552CC}" destId="{2258E08D-C511-45C1-88FC-79EE557BC5D2}" srcOrd="4" destOrd="0" presId="urn:microsoft.com/office/officeart/2011/layout/HexagonRadial"/>
    <dgm:cxn modelId="{27817468-A943-4804-9638-00DB34A322AA}" type="presParOf" srcId="{3F1CC4F0-73EA-4745-B528-E29E91C552CC}" destId="{CA4E74F1-37E5-46CD-8BBF-BB93BCF0C6F1}" srcOrd="5" destOrd="0" presId="urn:microsoft.com/office/officeart/2011/layout/HexagonRadial"/>
    <dgm:cxn modelId="{F9834F23-05F6-4EEE-8437-D36587F1CA02}" type="presParOf" srcId="{CA4E74F1-37E5-46CD-8BBF-BB93BCF0C6F1}" destId="{D5467BC9-BC23-4EA4-84FC-758D21CE41D1}" srcOrd="0" destOrd="0" presId="urn:microsoft.com/office/officeart/2011/layout/HexagonRadial"/>
    <dgm:cxn modelId="{60EA02CE-4E8F-47AE-BDD6-11BB016C0B9F}" type="presParOf" srcId="{3F1CC4F0-73EA-4745-B528-E29E91C552CC}" destId="{5F96DCF6-EEE3-4CD6-9447-8CB52EC216E7}" srcOrd="6" destOrd="0" presId="urn:microsoft.com/office/officeart/2011/layout/HexagonRadial"/>
    <dgm:cxn modelId="{4BC99203-BB1B-4E98-8638-DEFE8441FD10}" type="presParOf" srcId="{3F1CC4F0-73EA-4745-B528-E29E91C552CC}" destId="{EA845BF5-3570-4754-9E42-02D0DD37B7CA}" srcOrd="7" destOrd="0" presId="urn:microsoft.com/office/officeart/2011/layout/HexagonRadial"/>
    <dgm:cxn modelId="{D8466C1C-F3BC-4C11-9812-8F1158ABCC57}" type="presParOf" srcId="{EA845BF5-3570-4754-9E42-02D0DD37B7CA}" destId="{CB2F6DAB-04AB-4996-9D11-AB9F60C3115D}" srcOrd="0" destOrd="0" presId="urn:microsoft.com/office/officeart/2011/layout/HexagonRadial"/>
    <dgm:cxn modelId="{6A1B2E57-C356-4261-9B9B-53B0960E94F0}" type="presParOf" srcId="{3F1CC4F0-73EA-4745-B528-E29E91C552CC}" destId="{3CE32F15-5B1A-428B-9012-ECE6EF9D126B}" srcOrd="8" destOrd="0" presId="urn:microsoft.com/office/officeart/2011/layout/HexagonRadial"/>
    <dgm:cxn modelId="{3BAA4B4E-3527-482B-803F-71A41A7D79DB}" type="presParOf" srcId="{3F1CC4F0-73EA-4745-B528-E29E91C552CC}" destId="{85519524-84DF-4685-A6A3-9FD133795DCF}" srcOrd="9" destOrd="0" presId="urn:microsoft.com/office/officeart/2011/layout/HexagonRadial"/>
    <dgm:cxn modelId="{EFBE8BC7-2142-4D27-AE35-0ECB90F55AF1}" type="presParOf" srcId="{85519524-84DF-4685-A6A3-9FD133795DCF}" destId="{249BBD77-F519-405E-A658-9E9BD3A564D9}" srcOrd="0" destOrd="0" presId="urn:microsoft.com/office/officeart/2011/layout/HexagonRadial"/>
    <dgm:cxn modelId="{B130CBFE-C467-42BB-8A30-B2D465CD7BE3}" type="presParOf" srcId="{3F1CC4F0-73EA-4745-B528-E29E91C552CC}" destId="{7DFA65E6-848C-41D8-A244-6EBB36EAE432}" srcOrd="10" destOrd="0" presId="urn:microsoft.com/office/officeart/2011/layout/HexagonRadial"/>
    <dgm:cxn modelId="{7D740526-BD7B-4C7B-AC4F-3F91EBA0DF4E}" type="presParOf" srcId="{3F1CC4F0-73EA-4745-B528-E29E91C552CC}" destId="{DDC13FFE-058C-43C2-9EEF-E1F87C6872EB}" srcOrd="11" destOrd="0" presId="urn:microsoft.com/office/officeart/2011/layout/HexagonRadial"/>
    <dgm:cxn modelId="{0112D87B-1C06-4337-A206-3D1D4A89A171}" type="presParOf" srcId="{DDC13FFE-058C-43C2-9EEF-E1F87C6872EB}" destId="{90F10AA5-53AB-4FFE-AAB9-B0BF040C7DB0}" srcOrd="0" destOrd="0" presId="urn:microsoft.com/office/officeart/2011/layout/HexagonRadial"/>
    <dgm:cxn modelId="{CB5DBAA9-D3D5-49EB-B4FB-47A1F6D3D29E}" type="presParOf" srcId="{3F1CC4F0-73EA-4745-B528-E29E91C552CC}" destId="{968CDE31-0440-42AC-9974-2F627298874D}" srcOrd="12" destOrd="0" presId="urn:microsoft.com/office/officeart/2011/layout/HexagonRadial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9445A27-E42D-4264-B74C-A408A6452A43}" type="doc">
      <dgm:prSet loTypeId="urn:microsoft.com/office/officeart/2011/layout/HexagonRadial" loCatId="officeonline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GB"/>
        </a:p>
      </dgm:t>
    </dgm:pt>
    <dgm:pt modelId="{BEED4FF1-9DD2-4141-B7ED-932C17C75CC9}">
      <dgm:prSet phldrT="[Text]" custT="1"/>
      <dgm:spPr/>
      <dgm:t>
        <a:bodyPr/>
        <a:lstStyle/>
        <a:p>
          <a:r>
            <a:rPr lang="en-GB" sz="2400" b="0" dirty="0"/>
            <a:t>The relationship between software and hardware</a:t>
          </a:r>
        </a:p>
      </dgm:t>
    </dgm:pt>
    <dgm:pt modelId="{F93D47D1-0D42-49E8-BBD7-33364DFC48A1}" type="parTrans" cxnId="{0F5CCAAB-40C7-48DA-BC8B-1939023E419D}">
      <dgm:prSet/>
      <dgm:spPr/>
      <dgm:t>
        <a:bodyPr/>
        <a:lstStyle/>
        <a:p>
          <a:endParaRPr lang="en-GB"/>
        </a:p>
      </dgm:t>
    </dgm:pt>
    <dgm:pt modelId="{F74991B4-1203-42FD-93F8-0783C393A7B5}" type="sibTrans" cxnId="{0F5CCAAB-40C7-48DA-BC8B-1939023E419D}">
      <dgm:prSet/>
      <dgm:spPr/>
      <dgm:t>
        <a:bodyPr/>
        <a:lstStyle/>
        <a:p>
          <a:endParaRPr lang="en-GB"/>
        </a:p>
      </dgm:t>
    </dgm:pt>
    <dgm:pt modelId="{86CA1039-63DA-490D-83D7-BEDF586FABB6}">
      <dgm:prSet phldrT="[Text]"/>
      <dgm:spPr>
        <a:effectLst>
          <a:glow rad="228600">
            <a:schemeClr val="accent2">
              <a:satMod val="175000"/>
              <a:alpha val="40000"/>
            </a:schemeClr>
          </a:glow>
        </a:effectLst>
      </dgm:spPr>
      <dgm:t>
        <a:bodyPr/>
        <a:lstStyle/>
        <a:p>
          <a:r>
            <a:rPr lang="en-GB" dirty="0"/>
            <a:t>…application software…</a:t>
          </a:r>
        </a:p>
      </dgm:t>
    </dgm:pt>
    <dgm:pt modelId="{75F8EF14-785A-4287-9D22-3B8BF765BAED}" type="parTrans" cxnId="{D200D690-05F4-49D3-8239-78239A009B75}">
      <dgm:prSet/>
      <dgm:spPr/>
      <dgm:t>
        <a:bodyPr/>
        <a:lstStyle/>
        <a:p>
          <a:endParaRPr lang="en-GB"/>
        </a:p>
      </dgm:t>
    </dgm:pt>
    <dgm:pt modelId="{4F7716B0-17A9-46FA-A06E-BE0457912877}" type="sibTrans" cxnId="{D200D690-05F4-49D3-8239-78239A009B75}">
      <dgm:prSet/>
      <dgm:spPr/>
      <dgm:t>
        <a:bodyPr/>
        <a:lstStyle/>
        <a:p>
          <a:endParaRPr lang="en-GB"/>
        </a:p>
      </dgm:t>
    </dgm:pt>
    <dgm:pt modelId="{C9462DF5-A960-4A59-BCE3-2B07B5E27346}">
      <dgm:prSet phldrT="[Text]"/>
      <dgm:spPr/>
      <dgm:t>
        <a:bodyPr/>
        <a:lstStyle/>
        <a:p>
          <a:r>
            <a:rPr lang="en-GB" dirty="0"/>
            <a:t>…talks to the operating system….</a:t>
          </a:r>
        </a:p>
      </dgm:t>
    </dgm:pt>
    <dgm:pt modelId="{31667DCF-2137-4C1B-A509-04F30BD667A6}" type="parTrans" cxnId="{E7678DC5-9530-41C8-835E-141F9BB89BC8}">
      <dgm:prSet/>
      <dgm:spPr/>
      <dgm:t>
        <a:bodyPr/>
        <a:lstStyle/>
        <a:p>
          <a:endParaRPr lang="en-GB"/>
        </a:p>
      </dgm:t>
    </dgm:pt>
    <dgm:pt modelId="{47199209-FA76-4E0E-85A4-4F49562D6631}" type="sibTrans" cxnId="{E7678DC5-9530-41C8-835E-141F9BB89BC8}">
      <dgm:prSet/>
      <dgm:spPr/>
      <dgm:t>
        <a:bodyPr/>
        <a:lstStyle/>
        <a:p>
          <a:endParaRPr lang="en-GB"/>
        </a:p>
      </dgm:t>
    </dgm:pt>
    <dgm:pt modelId="{6F6F0E4F-F4C6-4116-98F3-8A9CC186E381}">
      <dgm:prSet phldrT="[Text]"/>
      <dgm:spPr/>
      <dgm:t>
        <a:bodyPr/>
        <a:lstStyle/>
        <a:p>
          <a:r>
            <a:rPr lang="en-GB" dirty="0"/>
            <a:t>…which then interacts with…</a:t>
          </a:r>
        </a:p>
      </dgm:t>
    </dgm:pt>
    <dgm:pt modelId="{F98C524D-EF5D-4903-BCFC-350109BD925B}" type="parTrans" cxnId="{9BB42265-BFEF-489F-BF74-7A7D76C68978}">
      <dgm:prSet/>
      <dgm:spPr/>
      <dgm:t>
        <a:bodyPr/>
        <a:lstStyle/>
        <a:p>
          <a:endParaRPr lang="en-GB"/>
        </a:p>
      </dgm:t>
    </dgm:pt>
    <dgm:pt modelId="{E090070F-7421-44B9-9DE6-89C392BE5782}" type="sibTrans" cxnId="{9BB42265-BFEF-489F-BF74-7A7D76C68978}">
      <dgm:prSet/>
      <dgm:spPr/>
      <dgm:t>
        <a:bodyPr/>
        <a:lstStyle/>
        <a:p>
          <a:endParaRPr lang="en-GB"/>
        </a:p>
      </dgm:t>
    </dgm:pt>
    <dgm:pt modelId="{F7EE49EE-1559-4410-A6A4-601A040E0B48}">
      <dgm:prSet phldrT="[Text]"/>
      <dgm:spPr/>
      <dgm:t>
        <a:bodyPr/>
        <a:lstStyle/>
        <a:p>
          <a:r>
            <a:rPr lang="en-GB" dirty="0"/>
            <a:t>…hardware, which talks back to…</a:t>
          </a:r>
        </a:p>
      </dgm:t>
    </dgm:pt>
    <dgm:pt modelId="{B5777CEF-0055-4B26-9507-DD7411DE7759}" type="parTrans" cxnId="{2B83F9AC-5155-4473-A8E8-D5692540D256}">
      <dgm:prSet/>
      <dgm:spPr/>
      <dgm:t>
        <a:bodyPr/>
        <a:lstStyle/>
        <a:p>
          <a:endParaRPr lang="en-GB"/>
        </a:p>
      </dgm:t>
    </dgm:pt>
    <dgm:pt modelId="{5798199A-E3C3-491B-A9E3-B59100193B20}" type="sibTrans" cxnId="{2B83F9AC-5155-4473-A8E8-D5692540D256}">
      <dgm:prSet/>
      <dgm:spPr/>
      <dgm:t>
        <a:bodyPr/>
        <a:lstStyle/>
        <a:p>
          <a:endParaRPr lang="en-GB"/>
        </a:p>
      </dgm:t>
    </dgm:pt>
    <dgm:pt modelId="{D4C16871-ACF6-425F-AAD9-CFB88AB9A7E6}">
      <dgm:prSet phldrT="[Text]"/>
      <dgm:spPr/>
      <dgm:t>
        <a:bodyPr/>
        <a:lstStyle/>
        <a:p>
          <a:r>
            <a:rPr lang="en-GB" dirty="0"/>
            <a:t>…the operating system…</a:t>
          </a:r>
        </a:p>
      </dgm:t>
    </dgm:pt>
    <dgm:pt modelId="{6844ADB0-92D2-4200-9770-192C582069C6}" type="parTrans" cxnId="{FEEF31AF-0D7F-4ACC-A0F6-3F9D6209CD2B}">
      <dgm:prSet/>
      <dgm:spPr/>
      <dgm:t>
        <a:bodyPr/>
        <a:lstStyle/>
        <a:p>
          <a:endParaRPr lang="en-GB"/>
        </a:p>
      </dgm:t>
    </dgm:pt>
    <dgm:pt modelId="{2B4D0D68-ED8B-44E2-ACBE-9E042395D786}" type="sibTrans" cxnId="{FEEF31AF-0D7F-4ACC-A0F6-3F9D6209CD2B}">
      <dgm:prSet/>
      <dgm:spPr/>
      <dgm:t>
        <a:bodyPr/>
        <a:lstStyle/>
        <a:p>
          <a:endParaRPr lang="en-GB"/>
        </a:p>
      </dgm:t>
    </dgm:pt>
    <dgm:pt modelId="{B85CEFF5-C36F-48E4-A36E-945A235A4D3E}">
      <dgm:prSet phldrT="[Text]"/>
      <dgm:spPr/>
      <dgm:t>
        <a:bodyPr/>
        <a:lstStyle/>
        <a:p>
          <a:r>
            <a:rPr lang="en-GB" dirty="0"/>
            <a:t>…which talks back to the…</a:t>
          </a:r>
        </a:p>
      </dgm:t>
    </dgm:pt>
    <dgm:pt modelId="{9B2B6AC1-2E71-426F-816A-45D114FBDA1A}" type="parTrans" cxnId="{BFF0D406-7C7B-4682-8EB8-07B0765FC6FA}">
      <dgm:prSet/>
      <dgm:spPr/>
      <dgm:t>
        <a:bodyPr/>
        <a:lstStyle/>
        <a:p>
          <a:endParaRPr lang="en-GB"/>
        </a:p>
      </dgm:t>
    </dgm:pt>
    <dgm:pt modelId="{F46BC0E6-237F-4E7A-9DA7-531981E39855}" type="sibTrans" cxnId="{BFF0D406-7C7B-4682-8EB8-07B0765FC6FA}">
      <dgm:prSet/>
      <dgm:spPr/>
      <dgm:t>
        <a:bodyPr/>
        <a:lstStyle/>
        <a:p>
          <a:endParaRPr lang="en-GB"/>
        </a:p>
      </dgm:t>
    </dgm:pt>
    <dgm:pt modelId="{3F1CC4F0-73EA-4745-B528-E29E91C552CC}" type="pres">
      <dgm:prSet presAssocID="{09445A27-E42D-4264-B74C-A408A6452A43}" presName="Name0" presStyleCnt="0">
        <dgm:presLayoutVars>
          <dgm:chMax val="1"/>
          <dgm:chPref val="1"/>
          <dgm:dir/>
          <dgm:animOne val="branch"/>
          <dgm:animLvl val="lvl"/>
        </dgm:presLayoutVars>
      </dgm:prSet>
      <dgm:spPr/>
    </dgm:pt>
    <dgm:pt modelId="{7FF55550-128F-4A74-872E-58EF120E36AB}" type="pres">
      <dgm:prSet presAssocID="{BEED4FF1-9DD2-4141-B7ED-932C17C75CC9}" presName="Parent" presStyleLbl="node0" presStyleIdx="0" presStyleCnt="1">
        <dgm:presLayoutVars>
          <dgm:chMax val="6"/>
          <dgm:chPref val="6"/>
        </dgm:presLayoutVars>
      </dgm:prSet>
      <dgm:spPr/>
    </dgm:pt>
    <dgm:pt modelId="{9A2EA12C-6BA2-428C-86E2-7E919634704C}" type="pres">
      <dgm:prSet presAssocID="{86CA1039-63DA-490D-83D7-BEDF586FABB6}" presName="Accent1" presStyleCnt="0"/>
      <dgm:spPr/>
    </dgm:pt>
    <dgm:pt modelId="{249E8E8E-FD91-4D88-B49F-66ADE52A5FFD}" type="pres">
      <dgm:prSet presAssocID="{86CA1039-63DA-490D-83D7-BEDF586FABB6}" presName="Accent" presStyleLbl="bgShp" presStyleIdx="0" presStyleCnt="6"/>
      <dgm:spPr/>
    </dgm:pt>
    <dgm:pt modelId="{58A9AFD3-AB82-46A0-A7F9-F8C1B2FDD5C4}" type="pres">
      <dgm:prSet presAssocID="{86CA1039-63DA-490D-83D7-BEDF586FABB6}" presName="Child1" presStyleLbl="node1" presStyleIdx="0" presStyleCnt="6">
        <dgm:presLayoutVars>
          <dgm:chMax val="0"/>
          <dgm:chPref val="0"/>
          <dgm:bulletEnabled val="1"/>
        </dgm:presLayoutVars>
      </dgm:prSet>
      <dgm:spPr/>
    </dgm:pt>
    <dgm:pt modelId="{728BF5BA-85C0-4E5A-BE90-2FB486C60CA6}" type="pres">
      <dgm:prSet presAssocID="{C9462DF5-A960-4A59-BCE3-2B07B5E27346}" presName="Accent2" presStyleCnt="0"/>
      <dgm:spPr/>
    </dgm:pt>
    <dgm:pt modelId="{7B58387E-95F0-414A-8BB4-02DF188EAB4D}" type="pres">
      <dgm:prSet presAssocID="{C9462DF5-A960-4A59-BCE3-2B07B5E27346}" presName="Accent" presStyleLbl="bgShp" presStyleIdx="1" presStyleCnt="6"/>
      <dgm:spPr/>
    </dgm:pt>
    <dgm:pt modelId="{2258E08D-C511-45C1-88FC-79EE557BC5D2}" type="pres">
      <dgm:prSet presAssocID="{C9462DF5-A960-4A59-BCE3-2B07B5E27346}" presName="Child2" presStyleLbl="node1" presStyleIdx="1" presStyleCnt="6">
        <dgm:presLayoutVars>
          <dgm:chMax val="0"/>
          <dgm:chPref val="0"/>
          <dgm:bulletEnabled val="1"/>
        </dgm:presLayoutVars>
      </dgm:prSet>
      <dgm:spPr/>
    </dgm:pt>
    <dgm:pt modelId="{CA4E74F1-37E5-46CD-8BBF-BB93BCF0C6F1}" type="pres">
      <dgm:prSet presAssocID="{6F6F0E4F-F4C6-4116-98F3-8A9CC186E381}" presName="Accent3" presStyleCnt="0"/>
      <dgm:spPr/>
    </dgm:pt>
    <dgm:pt modelId="{D5467BC9-BC23-4EA4-84FC-758D21CE41D1}" type="pres">
      <dgm:prSet presAssocID="{6F6F0E4F-F4C6-4116-98F3-8A9CC186E381}" presName="Accent" presStyleLbl="bgShp" presStyleIdx="2" presStyleCnt="6"/>
      <dgm:spPr/>
    </dgm:pt>
    <dgm:pt modelId="{5F96DCF6-EEE3-4CD6-9447-8CB52EC216E7}" type="pres">
      <dgm:prSet presAssocID="{6F6F0E4F-F4C6-4116-98F3-8A9CC186E381}" presName="Child3" presStyleLbl="node1" presStyleIdx="2" presStyleCnt="6">
        <dgm:presLayoutVars>
          <dgm:chMax val="0"/>
          <dgm:chPref val="0"/>
          <dgm:bulletEnabled val="1"/>
        </dgm:presLayoutVars>
      </dgm:prSet>
      <dgm:spPr/>
    </dgm:pt>
    <dgm:pt modelId="{EA845BF5-3570-4754-9E42-02D0DD37B7CA}" type="pres">
      <dgm:prSet presAssocID="{F7EE49EE-1559-4410-A6A4-601A040E0B48}" presName="Accent4" presStyleCnt="0"/>
      <dgm:spPr/>
    </dgm:pt>
    <dgm:pt modelId="{CB2F6DAB-04AB-4996-9D11-AB9F60C3115D}" type="pres">
      <dgm:prSet presAssocID="{F7EE49EE-1559-4410-A6A4-601A040E0B48}" presName="Accent" presStyleLbl="bgShp" presStyleIdx="3" presStyleCnt="6"/>
      <dgm:spPr/>
    </dgm:pt>
    <dgm:pt modelId="{3CE32F15-5B1A-428B-9012-ECE6EF9D126B}" type="pres">
      <dgm:prSet presAssocID="{F7EE49EE-1559-4410-A6A4-601A040E0B48}" presName="Child4" presStyleLbl="node1" presStyleIdx="3" presStyleCnt="6">
        <dgm:presLayoutVars>
          <dgm:chMax val="0"/>
          <dgm:chPref val="0"/>
          <dgm:bulletEnabled val="1"/>
        </dgm:presLayoutVars>
      </dgm:prSet>
      <dgm:spPr/>
    </dgm:pt>
    <dgm:pt modelId="{85519524-84DF-4685-A6A3-9FD133795DCF}" type="pres">
      <dgm:prSet presAssocID="{D4C16871-ACF6-425F-AAD9-CFB88AB9A7E6}" presName="Accent5" presStyleCnt="0"/>
      <dgm:spPr/>
    </dgm:pt>
    <dgm:pt modelId="{249BBD77-F519-405E-A658-9E9BD3A564D9}" type="pres">
      <dgm:prSet presAssocID="{D4C16871-ACF6-425F-AAD9-CFB88AB9A7E6}" presName="Accent" presStyleLbl="bgShp" presStyleIdx="4" presStyleCnt="6"/>
      <dgm:spPr/>
    </dgm:pt>
    <dgm:pt modelId="{7DFA65E6-848C-41D8-A244-6EBB36EAE432}" type="pres">
      <dgm:prSet presAssocID="{D4C16871-ACF6-425F-AAD9-CFB88AB9A7E6}" presName="Child5" presStyleLbl="node1" presStyleIdx="4" presStyleCnt="6">
        <dgm:presLayoutVars>
          <dgm:chMax val="0"/>
          <dgm:chPref val="0"/>
          <dgm:bulletEnabled val="1"/>
        </dgm:presLayoutVars>
      </dgm:prSet>
      <dgm:spPr/>
    </dgm:pt>
    <dgm:pt modelId="{DDC13FFE-058C-43C2-9EEF-E1F87C6872EB}" type="pres">
      <dgm:prSet presAssocID="{B85CEFF5-C36F-48E4-A36E-945A235A4D3E}" presName="Accent6" presStyleCnt="0"/>
      <dgm:spPr/>
    </dgm:pt>
    <dgm:pt modelId="{90F10AA5-53AB-4FFE-AAB9-B0BF040C7DB0}" type="pres">
      <dgm:prSet presAssocID="{B85CEFF5-C36F-48E4-A36E-945A235A4D3E}" presName="Accent" presStyleLbl="bgShp" presStyleIdx="5" presStyleCnt="6"/>
      <dgm:spPr/>
    </dgm:pt>
    <dgm:pt modelId="{968CDE31-0440-42AC-9974-2F627298874D}" type="pres">
      <dgm:prSet presAssocID="{B85CEFF5-C36F-48E4-A36E-945A235A4D3E}" presName="Child6" presStyleLbl="node1" presStyleIdx="5" presStyleCnt="6">
        <dgm:presLayoutVars>
          <dgm:chMax val="0"/>
          <dgm:chPref val="0"/>
          <dgm:bulletEnabled val="1"/>
        </dgm:presLayoutVars>
      </dgm:prSet>
      <dgm:spPr/>
    </dgm:pt>
  </dgm:ptLst>
  <dgm:cxnLst>
    <dgm:cxn modelId="{BFF0D406-7C7B-4682-8EB8-07B0765FC6FA}" srcId="{BEED4FF1-9DD2-4141-B7ED-932C17C75CC9}" destId="{B85CEFF5-C36F-48E4-A36E-945A235A4D3E}" srcOrd="5" destOrd="0" parTransId="{9B2B6AC1-2E71-426F-816A-45D114FBDA1A}" sibTransId="{F46BC0E6-237F-4E7A-9DA7-531981E39855}"/>
    <dgm:cxn modelId="{41FB201F-8C86-4523-BCF6-5B3444830A52}" type="presOf" srcId="{86CA1039-63DA-490D-83D7-BEDF586FABB6}" destId="{58A9AFD3-AB82-46A0-A7F9-F8C1B2FDD5C4}" srcOrd="0" destOrd="0" presId="urn:microsoft.com/office/officeart/2011/layout/HexagonRadial"/>
    <dgm:cxn modelId="{3DCA0623-12D5-4858-9588-D4E65FF37F9A}" type="presOf" srcId="{C9462DF5-A960-4A59-BCE3-2B07B5E27346}" destId="{2258E08D-C511-45C1-88FC-79EE557BC5D2}" srcOrd="0" destOrd="0" presId="urn:microsoft.com/office/officeart/2011/layout/HexagonRadial"/>
    <dgm:cxn modelId="{9BB42265-BFEF-489F-BF74-7A7D76C68978}" srcId="{BEED4FF1-9DD2-4141-B7ED-932C17C75CC9}" destId="{6F6F0E4F-F4C6-4116-98F3-8A9CC186E381}" srcOrd="2" destOrd="0" parTransId="{F98C524D-EF5D-4903-BCFC-350109BD925B}" sibTransId="{E090070F-7421-44B9-9DE6-89C392BE5782}"/>
    <dgm:cxn modelId="{0B071F6B-80FB-4C0A-9CA5-D85D46A9BABD}" type="presOf" srcId="{F7EE49EE-1559-4410-A6A4-601A040E0B48}" destId="{3CE32F15-5B1A-428B-9012-ECE6EF9D126B}" srcOrd="0" destOrd="0" presId="urn:microsoft.com/office/officeart/2011/layout/HexagonRadial"/>
    <dgm:cxn modelId="{966AD573-4EE9-4361-AF8E-711C3F8BAF53}" type="presOf" srcId="{B85CEFF5-C36F-48E4-A36E-945A235A4D3E}" destId="{968CDE31-0440-42AC-9974-2F627298874D}" srcOrd="0" destOrd="0" presId="urn:microsoft.com/office/officeart/2011/layout/HexagonRadial"/>
    <dgm:cxn modelId="{EB26A27F-C109-45D3-BD1E-ED37F2FF2447}" type="presOf" srcId="{BEED4FF1-9DD2-4141-B7ED-932C17C75CC9}" destId="{7FF55550-128F-4A74-872E-58EF120E36AB}" srcOrd="0" destOrd="0" presId="urn:microsoft.com/office/officeart/2011/layout/HexagonRadial"/>
    <dgm:cxn modelId="{D200D690-05F4-49D3-8239-78239A009B75}" srcId="{BEED4FF1-9DD2-4141-B7ED-932C17C75CC9}" destId="{86CA1039-63DA-490D-83D7-BEDF586FABB6}" srcOrd="0" destOrd="0" parTransId="{75F8EF14-785A-4287-9D22-3B8BF765BAED}" sibTransId="{4F7716B0-17A9-46FA-A06E-BE0457912877}"/>
    <dgm:cxn modelId="{13FEBC91-852B-434D-A64E-1335F43D6AF5}" type="presOf" srcId="{09445A27-E42D-4264-B74C-A408A6452A43}" destId="{3F1CC4F0-73EA-4745-B528-E29E91C552CC}" srcOrd="0" destOrd="0" presId="urn:microsoft.com/office/officeart/2011/layout/HexagonRadial"/>
    <dgm:cxn modelId="{0F5CCAAB-40C7-48DA-BC8B-1939023E419D}" srcId="{09445A27-E42D-4264-B74C-A408A6452A43}" destId="{BEED4FF1-9DD2-4141-B7ED-932C17C75CC9}" srcOrd="0" destOrd="0" parTransId="{F93D47D1-0D42-49E8-BBD7-33364DFC48A1}" sibTransId="{F74991B4-1203-42FD-93F8-0783C393A7B5}"/>
    <dgm:cxn modelId="{2B83F9AC-5155-4473-A8E8-D5692540D256}" srcId="{BEED4FF1-9DD2-4141-B7ED-932C17C75CC9}" destId="{F7EE49EE-1559-4410-A6A4-601A040E0B48}" srcOrd="3" destOrd="0" parTransId="{B5777CEF-0055-4B26-9507-DD7411DE7759}" sibTransId="{5798199A-E3C3-491B-A9E3-B59100193B20}"/>
    <dgm:cxn modelId="{FEEF31AF-0D7F-4ACC-A0F6-3F9D6209CD2B}" srcId="{BEED4FF1-9DD2-4141-B7ED-932C17C75CC9}" destId="{D4C16871-ACF6-425F-AAD9-CFB88AB9A7E6}" srcOrd="4" destOrd="0" parTransId="{6844ADB0-92D2-4200-9770-192C582069C6}" sibTransId="{2B4D0D68-ED8B-44E2-ACBE-9E042395D786}"/>
    <dgm:cxn modelId="{E7678DC5-9530-41C8-835E-141F9BB89BC8}" srcId="{BEED4FF1-9DD2-4141-B7ED-932C17C75CC9}" destId="{C9462DF5-A960-4A59-BCE3-2B07B5E27346}" srcOrd="1" destOrd="0" parTransId="{31667DCF-2137-4C1B-A509-04F30BD667A6}" sibTransId="{47199209-FA76-4E0E-85A4-4F49562D6631}"/>
    <dgm:cxn modelId="{E42CD4E5-37BF-4C57-AD09-47B943F09469}" type="presOf" srcId="{D4C16871-ACF6-425F-AAD9-CFB88AB9A7E6}" destId="{7DFA65E6-848C-41D8-A244-6EBB36EAE432}" srcOrd="0" destOrd="0" presId="urn:microsoft.com/office/officeart/2011/layout/HexagonRadial"/>
    <dgm:cxn modelId="{E037A4F3-3B3D-442A-BBE9-A5D6E9703847}" type="presOf" srcId="{6F6F0E4F-F4C6-4116-98F3-8A9CC186E381}" destId="{5F96DCF6-EEE3-4CD6-9447-8CB52EC216E7}" srcOrd="0" destOrd="0" presId="urn:microsoft.com/office/officeart/2011/layout/HexagonRadial"/>
    <dgm:cxn modelId="{36B5E71C-4114-40D0-8EA4-49B32C5FEC7E}" type="presParOf" srcId="{3F1CC4F0-73EA-4745-B528-E29E91C552CC}" destId="{7FF55550-128F-4A74-872E-58EF120E36AB}" srcOrd="0" destOrd="0" presId="urn:microsoft.com/office/officeart/2011/layout/HexagonRadial"/>
    <dgm:cxn modelId="{15CE834C-376A-47FD-87B3-A344C5AA3EBF}" type="presParOf" srcId="{3F1CC4F0-73EA-4745-B528-E29E91C552CC}" destId="{9A2EA12C-6BA2-428C-86E2-7E919634704C}" srcOrd="1" destOrd="0" presId="urn:microsoft.com/office/officeart/2011/layout/HexagonRadial"/>
    <dgm:cxn modelId="{0C89A2BE-C426-48E8-A305-6B1585551509}" type="presParOf" srcId="{9A2EA12C-6BA2-428C-86E2-7E919634704C}" destId="{249E8E8E-FD91-4D88-B49F-66ADE52A5FFD}" srcOrd="0" destOrd="0" presId="urn:microsoft.com/office/officeart/2011/layout/HexagonRadial"/>
    <dgm:cxn modelId="{7ADD7CA6-8190-4831-AA99-70EF5902B693}" type="presParOf" srcId="{3F1CC4F0-73EA-4745-B528-E29E91C552CC}" destId="{58A9AFD3-AB82-46A0-A7F9-F8C1B2FDD5C4}" srcOrd="2" destOrd="0" presId="urn:microsoft.com/office/officeart/2011/layout/HexagonRadial"/>
    <dgm:cxn modelId="{C200B244-4667-47DE-805E-A7AAC885EB91}" type="presParOf" srcId="{3F1CC4F0-73EA-4745-B528-E29E91C552CC}" destId="{728BF5BA-85C0-4E5A-BE90-2FB486C60CA6}" srcOrd="3" destOrd="0" presId="urn:microsoft.com/office/officeart/2011/layout/HexagonRadial"/>
    <dgm:cxn modelId="{17777D14-144F-49A2-97AC-C150A643BA61}" type="presParOf" srcId="{728BF5BA-85C0-4E5A-BE90-2FB486C60CA6}" destId="{7B58387E-95F0-414A-8BB4-02DF188EAB4D}" srcOrd="0" destOrd="0" presId="urn:microsoft.com/office/officeart/2011/layout/HexagonRadial"/>
    <dgm:cxn modelId="{CD401E91-80E6-405F-A12C-DA975BE60D0A}" type="presParOf" srcId="{3F1CC4F0-73EA-4745-B528-E29E91C552CC}" destId="{2258E08D-C511-45C1-88FC-79EE557BC5D2}" srcOrd="4" destOrd="0" presId="urn:microsoft.com/office/officeart/2011/layout/HexagonRadial"/>
    <dgm:cxn modelId="{27817468-A943-4804-9638-00DB34A322AA}" type="presParOf" srcId="{3F1CC4F0-73EA-4745-B528-E29E91C552CC}" destId="{CA4E74F1-37E5-46CD-8BBF-BB93BCF0C6F1}" srcOrd="5" destOrd="0" presId="urn:microsoft.com/office/officeart/2011/layout/HexagonRadial"/>
    <dgm:cxn modelId="{F9834F23-05F6-4EEE-8437-D36587F1CA02}" type="presParOf" srcId="{CA4E74F1-37E5-46CD-8BBF-BB93BCF0C6F1}" destId="{D5467BC9-BC23-4EA4-84FC-758D21CE41D1}" srcOrd="0" destOrd="0" presId="urn:microsoft.com/office/officeart/2011/layout/HexagonRadial"/>
    <dgm:cxn modelId="{60EA02CE-4E8F-47AE-BDD6-11BB016C0B9F}" type="presParOf" srcId="{3F1CC4F0-73EA-4745-B528-E29E91C552CC}" destId="{5F96DCF6-EEE3-4CD6-9447-8CB52EC216E7}" srcOrd="6" destOrd="0" presId="urn:microsoft.com/office/officeart/2011/layout/HexagonRadial"/>
    <dgm:cxn modelId="{4BC99203-BB1B-4E98-8638-DEFE8441FD10}" type="presParOf" srcId="{3F1CC4F0-73EA-4745-B528-E29E91C552CC}" destId="{EA845BF5-3570-4754-9E42-02D0DD37B7CA}" srcOrd="7" destOrd="0" presId="urn:microsoft.com/office/officeart/2011/layout/HexagonRadial"/>
    <dgm:cxn modelId="{D8466C1C-F3BC-4C11-9812-8F1158ABCC57}" type="presParOf" srcId="{EA845BF5-3570-4754-9E42-02D0DD37B7CA}" destId="{CB2F6DAB-04AB-4996-9D11-AB9F60C3115D}" srcOrd="0" destOrd="0" presId="urn:microsoft.com/office/officeart/2011/layout/HexagonRadial"/>
    <dgm:cxn modelId="{6A1B2E57-C356-4261-9B9B-53B0960E94F0}" type="presParOf" srcId="{3F1CC4F0-73EA-4745-B528-E29E91C552CC}" destId="{3CE32F15-5B1A-428B-9012-ECE6EF9D126B}" srcOrd="8" destOrd="0" presId="urn:microsoft.com/office/officeart/2011/layout/HexagonRadial"/>
    <dgm:cxn modelId="{3BAA4B4E-3527-482B-803F-71A41A7D79DB}" type="presParOf" srcId="{3F1CC4F0-73EA-4745-B528-E29E91C552CC}" destId="{85519524-84DF-4685-A6A3-9FD133795DCF}" srcOrd="9" destOrd="0" presId="urn:microsoft.com/office/officeart/2011/layout/HexagonRadial"/>
    <dgm:cxn modelId="{EFBE8BC7-2142-4D27-AE35-0ECB90F55AF1}" type="presParOf" srcId="{85519524-84DF-4685-A6A3-9FD133795DCF}" destId="{249BBD77-F519-405E-A658-9E9BD3A564D9}" srcOrd="0" destOrd="0" presId="urn:microsoft.com/office/officeart/2011/layout/HexagonRadial"/>
    <dgm:cxn modelId="{B130CBFE-C467-42BB-8A30-B2D465CD7BE3}" type="presParOf" srcId="{3F1CC4F0-73EA-4745-B528-E29E91C552CC}" destId="{7DFA65E6-848C-41D8-A244-6EBB36EAE432}" srcOrd="10" destOrd="0" presId="urn:microsoft.com/office/officeart/2011/layout/HexagonRadial"/>
    <dgm:cxn modelId="{7D740526-BD7B-4C7B-AC4F-3F91EBA0DF4E}" type="presParOf" srcId="{3F1CC4F0-73EA-4745-B528-E29E91C552CC}" destId="{DDC13FFE-058C-43C2-9EEF-E1F87C6872EB}" srcOrd="11" destOrd="0" presId="urn:microsoft.com/office/officeart/2011/layout/HexagonRadial"/>
    <dgm:cxn modelId="{0112D87B-1C06-4337-A206-3D1D4A89A171}" type="presParOf" srcId="{DDC13FFE-058C-43C2-9EEF-E1F87C6872EB}" destId="{90F10AA5-53AB-4FFE-AAB9-B0BF040C7DB0}" srcOrd="0" destOrd="0" presId="urn:microsoft.com/office/officeart/2011/layout/HexagonRadial"/>
    <dgm:cxn modelId="{CB5DBAA9-D3D5-49EB-B4FB-47A1F6D3D29E}" type="presParOf" srcId="{3F1CC4F0-73EA-4745-B528-E29E91C552CC}" destId="{968CDE31-0440-42AC-9974-2F627298874D}" srcOrd="12" destOrd="0" presId="urn:microsoft.com/office/officeart/2011/layout/HexagonRadial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9445A27-E42D-4264-B74C-A408A6452A43}" type="doc">
      <dgm:prSet loTypeId="urn:microsoft.com/office/officeart/2011/layout/HexagonRadial" loCatId="officeonline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GB"/>
        </a:p>
      </dgm:t>
    </dgm:pt>
    <dgm:pt modelId="{BEED4FF1-9DD2-4141-B7ED-932C17C75CC9}">
      <dgm:prSet phldrT="[Text]" custT="1"/>
      <dgm:spPr/>
      <dgm:t>
        <a:bodyPr/>
        <a:lstStyle/>
        <a:p>
          <a:r>
            <a:rPr lang="en-GB" sz="2400" b="0" dirty="0"/>
            <a:t>The relationship between software and hardware</a:t>
          </a:r>
        </a:p>
      </dgm:t>
    </dgm:pt>
    <dgm:pt modelId="{F93D47D1-0D42-49E8-BBD7-33364DFC48A1}" type="parTrans" cxnId="{0F5CCAAB-40C7-48DA-BC8B-1939023E419D}">
      <dgm:prSet/>
      <dgm:spPr/>
      <dgm:t>
        <a:bodyPr/>
        <a:lstStyle/>
        <a:p>
          <a:endParaRPr lang="en-GB"/>
        </a:p>
      </dgm:t>
    </dgm:pt>
    <dgm:pt modelId="{F74991B4-1203-42FD-93F8-0783C393A7B5}" type="sibTrans" cxnId="{0F5CCAAB-40C7-48DA-BC8B-1939023E419D}">
      <dgm:prSet/>
      <dgm:spPr/>
      <dgm:t>
        <a:bodyPr/>
        <a:lstStyle/>
        <a:p>
          <a:endParaRPr lang="en-GB"/>
        </a:p>
      </dgm:t>
    </dgm:pt>
    <dgm:pt modelId="{86CA1039-63DA-490D-83D7-BEDF586FABB6}">
      <dgm:prSet phldrT="[Text]"/>
      <dgm:spPr/>
      <dgm:t>
        <a:bodyPr/>
        <a:lstStyle/>
        <a:p>
          <a:r>
            <a:rPr lang="en-GB" dirty="0"/>
            <a:t>…application software…</a:t>
          </a:r>
        </a:p>
      </dgm:t>
    </dgm:pt>
    <dgm:pt modelId="{75F8EF14-785A-4287-9D22-3B8BF765BAED}" type="parTrans" cxnId="{D200D690-05F4-49D3-8239-78239A009B75}">
      <dgm:prSet/>
      <dgm:spPr/>
      <dgm:t>
        <a:bodyPr/>
        <a:lstStyle/>
        <a:p>
          <a:endParaRPr lang="en-GB"/>
        </a:p>
      </dgm:t>
    </dgm:pt>
    <dgm:pt modelId="{4F7716B0-17A9-46FA-A06E-BE0457912877}" type="sibTrans" cxnId="{D200D690-05F4-49D3-8239-78239A009B75}">
      <dgm:prSet/>
      <dgm:spPr/>
      <dgm:t>
        <a:bodyPr/>
        <a:lstStyle/>
        <a:p>
          <a:endParaRPr lang="en-GB"/>
        </a:p>
      </dgm:t>
    </dgm:pt>
    <dgm:pt modelId="{C9462DF5-A960-4A59-BCE3-2B07B5E27346}">
      <dgm:prSet phldrT="[Text]"/>
      <dgm:spPr>
        <a:effectLst>
          <a:glow rad="228600">
            <a:schemeClr val="accent2">
              <a:satMod val="175000"/>
              <a:alpha val="40000"/>
            </a:schemeClr>
          </a:glow>
        </a:effectLst>
      </dgm:spPr>
      <dgm:t>
        <a:bodyPr/>
        <a:lstStyle/>
        <a:p>
          <a:r>
            <a:rPr lang="en-GB" dirty="0"/>
            <a:t>…talks to the operating system….</a:t>
          </a:r>
        </a:p>
      </dgm:t>
    </dgm:pt>
    <dgm:pt modelId="{31667DCF-2137-4C1B-A509-04F30BD667A6}" type="parTrans" cxnId="{E7678DC5-9530-41C8-835E-141F9BB89BC8}">
      <dgm:prSet/>
      <dgm:spPr/>
      <dgm:t>
        <a:bodyPr/>
        <a:lstStyle/>
        <a:p>
          <a:endParaRPr lang="en-GB"/>
        </a:p>
      </dgm:t>
    </dgm:pt>
    <dgm:pt modelId="{47199209-FA76-4E0E-85A4-4F49562D6631}" type="sibTrans" cxnId="{E7678DC5-9530-41C8-835E-141F9BB89BC8}">
      <dgm:prSet/>
      <dgm:spPr/>
      <dgm:t>
        <a:bodyPr/>
        <a:lstStyle/>
        <a:p>
          <a:endParaRPr lang="en-GB"/>
        </a:p>
      </dgm:t>
    </dgm:pt>
    <dgm:pt modelId="{6F6F0E4F-F4C6-4116-98F3-8A9CC186E381}">
      <dgm:prSet phldrT="[Text]"/>
      <dgm:spPr/>
      <dgm:t>
        <a:bodyPr/>
        <a:lstStyle/>
        <a:p>
          <a:r>
            <a:rPr lang="en-GB" dirty="0"/>
            <a:t>…which then interacts with…</a:t>
          </a:r>
        </a:p>
      </dgm:t>
    </dgm:pt>
    <dgm:pt modelId="{F98C524D-EF5D-4903-BCFC-350109BD925B}" type="parTrans" cxnId="{9BB42265-BFEF-489F-BF74-7A7D76C68978}">
      <dgm:prSet/>
      <dgm:spPr/>
      <dgm:t>
        <a:bodyPr/>
        <a:lstStyle/>
        <a:p>
          <a:endParaRPr lang="en-GB"/>
        </a:p>
      </dgm:t>
    </dgm:pt>
    <dgm:pt modelId="{E090070F-7421-44B9-9DE6-89C392BE5782}" type="sibTrans" cxnId="{9BB42265-BFEF-489F-BF74-7A7D76C68978}">
      <dgm:prSet/>
      <dgm:spPr/>
      <dgm:t>
        <a:bodyPr/>
        <a:lstStyle/>
        <a:p>
          <a:endParaRPr lang="en-GB"/>
        </a:p>
      </dgm:t>
    </dgm:pt>
    <dgm:pt modelId="{F7EE49EE-1559-4410-A6A4-601A040E0B48}">
      <dgm:prSet phldrT="[Text]"/>
      <dgm:spPr/>
      <dgm:t>
        <a:bodyPr/>
        <a:lstStyle/>
        <a:p>
          <a:r>
            <a:rPr lang="en-GB" dirty="0"/>
            <a:t>…hardware, which talks back to…</a:t>
          </a:r>
        </a:p>
      </dgm:t>
    </dgm:pt>
    <dgm:pt modelId="{B5777CEF-0055-4B26-9507-DD7411DE7759}" type="parTrans" cxnId="{2B83F9AC-5155-4473-A8E8-D5692540D256}">
      <dgm:prSet/>
      <dgm:spPr/>
      <dgm:t>
        <a:bodyPr/>
        <a:lstStyle/>
        <a:p>
          <a:endParaRPr lang="en-GB"/>
        </a:p>
      </dgm:t>
    </dgm:pt>
    <dgm:pt modelId="{5798199A-E3C3-491B-A9E3-B59100193B20}" type="sibTrans" cxnId="{2B83F9AC-5155-4473-A8E8-D5692540D256}">
      <dgm:prSet/>
      <dgm:spPr/>
      <dgm:t>
        <a:bodyPr/>
        <a:lstStyle/>
        <a:p>
          <a:endParaRPr lang="en-GB"/>
        </a:p>
      </dgm:t>
    </dgm:pt>
    <dgm:pt modelId="{D4C16871-ACF6-425F-AAD9-CFB88AB9A7E6}">
      <dgm:prSet phldrT="[Text]"/>
      <dgm:spPr/>
      <dgm:t>
        <a:bodyPr/>
        <a:lstStyle/>
        <a:p>
          <a:r>
            <a:rPr lang="en-GB" dirty="0"/>
            <a:t>…the operating system…</a:t>
          </a:r>
        </a:p>
      </dgm:t>
    </dgm:pt>
    <dgm:pt modelId="{6844ADB0-92D2-4200-9770-192C582069C6}" type="parTrans" cxnId="{FEEF31AF-0D7F-4ACC-A0F6-3F9D6209CD2B}">
      <dgm:prSet/>
      <dgm:spPr/>
      <dgm:t>
        <a:bodyPr/>
        <a:lstStyle/>
        <a:p>
          <a:endParaRPr lang="en-GB"/>
        </a:p>
      </dgm:t>
    </dgm:pt>
    <dgm:pt modelId="{2B4D0D68-ED8B-44E2-ACBE-9E042395D786}" type="sibTrans" cxnId="{FEEF31AF-0D7F-4ACC-A0F6-3F9D6209CD2B}">
      <dgm:prSet/>
      <dgm:spPr/>
      <dgm:t>
        <a:bodyPr/>
        <a:lstStyle/>
        <a:p>
          <a:endParaRPr lang="en-GB"/>
        </a:p>
      </dgm:t>
    </dgm:pt>
    <dgm:pt modelId="{B85CEFF5-C36F-48E4-A36E-945A235A4D3E}">
      <dgm:prSet phldrT="[Text]"/>
      <dgm:spPr/>
      <dgm:t>
        <a:bodyPr/>
        <a:lstStyle/>
        <a:p>
          <a:r>
            <a:rPr lang="en-GB" dirty="0"/>
            <a:t>…which talks back to the…</a:t>
          </a:r>
        </a:p>
      </dgm:t>
    </dgm:pt>
    <dgm:pt modelId="{9B2B6AC1-2E71-426F-816A-45D114FBDA1A}" type="parTrans" cxnId="{BFF0D406-7C7B-4682-8EB8-07B0765FC6FA}">
      <dgm:prSet/>
      <dgm:spPr/>
      <dgm:t>
        <a:bodyPr/>
        <a:lstStyle/>
        <a:p>
          <a:endParaRPr lang="en-GB"/>
        </a:p>
      </dgm:t>
    </dgm:pt>
    <dgm:pt modelId="{F46BC0E6-237F-4E7A-9DA7-531981E39855}" type="sibTrans" cxnId="{BFF0D406-7C7B-4682-8EB8-07B0765FC6FA}">
      <dgm:prSet/>
      <dgm:spPr/>
      <dgm:t>
        <a:bodyPr/>
        <a:lstStyle/>
        <a:p>
          <a:endParaRPr lang="en-GB"/>
        </a:p>
      </dgm:t>
    </dgm:pt>
    <dgm:pt modelId="{3F1CC4F0-73EA-4745-B528-E29E91C552CC}" type="pres">
      <dgm:prSet presAssocID="{09445A27-E42D-4264-B74C-A408A6452A43}" presName="Name0" presStyleCnt="0">
        <dgm:presLayoutVars>
          <dgm:chMax val="1"/>
          <dgm:chPref val="1"/>
          <dgm:dir/>
          <dgm:animOne val="branch"/>
          <dgm:animLvl val="lvl"/>
        </dgm:presLayoutVars>
      </dgm:prSet>
      <dgm:spPr/>
    </dgm:pt>
    <dgm:pt modelId="{7FF55550-128F-4A74-872E-58EF120E36AB}" type="pres">
      <dgm:prSet presAssocID="{BEED4FF1-9DD2-4141-B7ED-932C17C75CC9}" presName="Parent" presStyleLbl="node0" presStyleIdx="0" presStyleCnt="1">
        <dgm:presLayoutVars>
          <dgm:chMax val="6"/>
          <dgm:chPref val="6"/>
        </dgm:presLayoutVars>
      </dgm:prSet>
      <dgm:spPr/>
    </dgm:pt>
    <dgm:pt modelId="{9A2EA12C-6BA2-428C-86E2-7E919634704C}" type="pres">
      <dgm:prSet presAssocID="{86CA1039-63DA-490D-83D7-BEDF586FABB6}" presName="Accent1" presStyleCnt="0"/>
      <dgm:spPr/>
    </dgm:pt>
    <dgm:pt modelId="{249E8E8E-FD91-4D88-B49F-66ADE52A5FFD}" type="pres">
      <dgm:prSet presAssocID="{86CA1039-63DA-490D-83D7-BEDF586FABB6}" presName="Accent" presStyleLbl="bgShp" presStyleIdx="0" presStyleCnt="6"/>
      <dgm:spPr/>
    </dgm:pt>
    <dgm:pt modelId="{58A9AFD3-AB82-46A0-A7F9-F8C1B2FDD5C4}" type="pres">
      <dgm:prSet presAssocID="{86CA1039-63DA-490D-83D7-BEDF586FABB6}" presName="Child1" presStyleLbl="node1" presStyleIdx="0" presStyleCnt="6">
        <dgm:presLayoutVars>
          <dgm:chMax val="0"/>
          <dgm:chPref val="0"/>
          <dgm:bulletEnabled val="1"/>
        </dgm:presLayoutVars>
      </dgm:prSet>
      <dgm:spPr/>
    </dgm:pt>
    <dgm:pt modelId="{728BF5BA-85C0-4E5A-BE90-2FB486C60CA6}" type="pres">
      <dgm:prSet presAssocID="{C9462DF5-A960-4A59-BCE3-2B07B5E27346}" presName="Accent2" presStyleCnt="0"/>
      <dgm:spPr/>
    </dgm:pt>
    <dgm:pt modelId="{7B58387E-95F0-414A-8BB4-02DF188EAB4D}" type="pres">
      <dgm:prSet presAssocID="{C9462DF5-A960-4A59-BCE3-2B07B5E27346}" presName="Accent" presStyleLbl="bgShp" presStyleIdx="1" presStyleCnt="6"/>
      <dgm:spPr/>
    </dgm:pt>
    <dgm:pt modelId="{2258E08D-C511-45C1-88FC-79EE557BC5D2}" type="pres">
      <dgm:prSet presAssocID="{C9462DF5-A960-4A59-BCE3-2B07B5E27346}" presName="Child2" presStyleLbl="node1" presStyleIdx="1" presStyleCnt="6">
        <dgm:presLayoutVars>
          <dgm:chMax val="0"/>
          <dgm:chPref val="0"/>
          <dgm:bulletEnabled val="1"/>
        </dgm:presLayoutVars>
      </dgm:prSet>
      <dgm:spPr/>
    </dgm:pt>
    <dgm:pt modelId="{CA4E74F1-37E5-46CD-8BBF-BB93BCF0C6F1}" type="pres">
      <dgm:prSet presAssocID="{6F6F0E4F-F4C6-4116-98F3-8A9CC186E381}" presName="Accent3" presStyleCnt="0"/>
      <dgm:spPr/>
    </dgm:pt>
    <dgm:pt modelId="{D5467BC9-BC23-4EA4-84FC-758D21CE41D1}" type="pres">
      <dgm:prSet presAssocID="{6F6F0E4F-F4C6-4116-98F3-8A9CC186E381}" presName="Accent" presStyleLbl="bgShp" presStyleIdx="2" presStyleCnt="6"/>
      <dgm:spPr/>
    </dgm:pt>
    <dgm:pt modelId="{5F96DCF6-EEE3-4CD6-9447-8CB52EC216E7}" type="pres">
      <dgm:prSet presAssocID="{6F6F0E4F-F4C6-4116-98F3-8A9CC186E381}" presName="Child3" presStyleLbl="node1" presStyleIdx="2" presStyleCnt="6">
        <dgm:presLayoutVars>
          <dgm:chMax val="0"/>
          <dgm:chPref val="0"/>
          <dgm:bulletEnabled val="1"/>
        </dgm:presLayoutVars>
      </dgm:prSet>
      <dgm:spPr/>
    </dgm:pt>
    <dgm:pt modelId="{EA845BF5-3570-4754-9E42-02D0DD37B7CA}" type="pres">
      <dgm:prSet presAssocID="{F7EE49EE-1559-4410-A6A4-601A040E0B48}" presName="Accent4" presStyleCnt="0"/>
      <dgm:spPr/>
    </dgm:pt>
    <dgm:pt modelId="{CB2F6DAB-04AB-4996-9D11-AB9F60C3115D}" type="pres">
      <dgm:prSet presAssocID="{F7EE49EE-1559-4410-A6A4-601A040E0B48}" presName="Accent" presStyleLbl="bgShp" presStyleIdx="3" presStyleCnt="6"/>
      <dgm:spPr/>
    </dgm:pt>
    <dgm:pt modelId="{3CE32F15-5B1A-428B-9012-ECE6EF9D126B}" type="pres">
      <dgm:prSet presAssocID="{F7EE49EE-1559-4410-A6A4-601A040E0B48}" presName="Child4" presStyleLbl="node1" presStyleIdx="3" presStyleCnt="6">
        <dgm:presLayoutVars>
          <dgm:chMax val="0"/>
          <dgm:chPref val="0"/>
          <dgm:bulletEnabled val="1"/>
        </dgm:presLayoutVars>
      </dgm:prSet>
      <dgm:spPr/>
    </dgm:pt>
    <dgm:pt modelId="{85519524-84DF-4685-A6A3-9FD133795DCF}" type="pres">
      <dgm:prSet presAssocID="{D4C16871-ACF6-425F-AAD9-CFB88AB9A7E6}" presName="Accent5" presStyleCnt="0"/>
      <dgm:spPr/>
    </dgm:pt>
    <dgm:pt modelId="{249BBD77-F519-405E-A658-9E9BD3A564D9}" type="pres">
      <dgm:prSet presAssocID="{D4C16871-ACF6-425F-AAD9-CFB88AB9A7E6}" presName="Accent" presStyleLbl="bgShp" presStyleIdx="4" presStyleCnt="6"/>
      <dgm:spPr/>
    </dgm:pt>
    <dgm:pt modelId="{7DFA65E6-848C-41D8-A244-6EBB36EAE432}" type="pres">
      <dgm:prSet presAssocID="{D4C16871-ACF6-425F-AAD9-CFB88AB9A7E6}" presName="Child5" presStyleLbl="node1" presStyleIdx="4" presStyleCnt="6">
        <dgm:presLayoutVars>
          <dgm:chMax val="0"/>
          <dgm:chPref val="0"/>
          <dgm:bulletEnabled val="1"/>
        </dgm:presLayoutVars>
      </dgm:prSet>
      <dgm:spPr/>
    </dgm:pt>
    <dgm:pt modelId="{DDC13FFE-058C-43C2-9EEF-E1F87C6872EB}" type="pres">
      <dgm:prSet presAssocID="{B85CEFF5-C36F-48E4-A36E-945A235A4D3E}" presName="Accent6" presStyleCnt="0"/>
      <dgm:spPr/>
    </dgm:pt>
    <dgm:pt modelId="{90F10AA5-53AB-4FFE-AAB9-B0BF040C7DB0}" type="pres">
      <dgm:prSet presAssocID="{B85CEFF5-C36F-48E4-A36E-945A235A4D3E}" presName="Accent" presStyleLbl="bgShp" presStyleIdx="5" presStyleCnt="6"/>
      <dgm:spPr/>
    </dgm:pt>
    <dgm:pt modelId="{968CDE31-0440-42AC-9974-2F627298874D}" type="pres">
      <dgm:prSet presAssocID="{B85CEFF5-C36F-48E4-A36E-945A235A4D3E}" presName="Child6" presStyleLbl="node1" presStyleIdx="5" presStyleCnt="6">
        <dgm:presLayoutVars>
          <dgm:chMax val="0"/>
          <dgm:chPref val="0"/>
          <dgm:bulletEnabled val="1"/>
        </dgm:presLayoutVars>
      </dgm:prSet>
      <dgm:spPr/>
    </dgm:pt>
  </dgm:ptLst>
  <dgm:cxnLst>
    <dgm:cxn modelId="{BFF0D406-7C7B-4682-8EB8-07B0765FC6FA}" srcId="{BEED4FF1-9DD2-4141-B7ED-932C17C75CC9}" destId="{B85CEFF5-C36F-48E4-A36E-945A235A4D3E}" srcOrd="5" destOrd="0" parTransId="{9B2B6AC1-2E71-426F-816A-45D114FBDA1A}" sibTransId="{F46BC0E6-237F-4E7A-9DA7-531981E39855}"/>
    <dgm:cxn modelId="{41FB201F-8C86-4523-BCF6-5B3444830A52}" type="presOf" srcId="{86CA1039-63DA-490D-83D7-BEDF586FABB6}" destId="{58A9AFD3-AB82-46A0-A7F9-F8C1B2FDD5C4}" srcOrd="0" destOrd="0" presId="urn:microsoft.com/office/officeart/2011/layout/HexagonRadial"/>
    <dgm:cxn modelId="{3DCA0623-12D5-4858-9588-D4E65FF37F9A}" type="presOf" srcId="{C9462DF5-A960-4A59-BCE3-2B07B5E27346}" destId="{2258E08D-C511-45C1-88FC-79EE557BC5D2}" srcOrd="0" destOrd="0" presId="urn:microsoft.com/office/officeart/2011/layout/HexagonRadial"/>
    <dgm:cxn modelId="{9BB42265-BFEF-489F-BF74-7A7D76C68978}" srcId="{BEED4FF1-9DD2-4141-B7ED-932C17C75CC9}" destId="{6F6F0E4F-F4C6-4116-98F3-8A9CC186E381}" srcOrd="2" destOrd="0" parTransId="{F98C524D-EF5D-4903-BCFC-350109BD925B}" sibTransId="{E090070F-7421-44B9-9DE6-89C392BE5782}"/>
    <dgm:cxn modelId="{0B071F6B-80FB-4C0A-9CA5-D85D46A9BABD}" type="presOf" srcId="{F7EE49EE-1559-4410-A6A4-601A040E0B48}" destId="{3CE32F15-5B1A-428B-9012-ECE6EF9D126B}" srcOrd="0" destOrd="0" presId="urn:microsoft.com/office/officeart/2011/layout/HexagonRadial"/>
    <dgm:cxn modelId="{966AD573-4EE9-4361-AF8E-711C3F8BAF53}" type="presOf" srcId="{B85CEFF5-C36F-48E4-A36E-945A235A4D3E}" destId="{968CDE31-0440-42AC-9974-2F627298874D}" srcOrd="0" destOrd="0" presId="urn:microsoft.com/office/officeart/2011/layout/HexagonRadial"/>
    <dgm:cxn modelId="{EB26A27F-C109-45D3-BD1E-ED37F2FF2447}" type="presOf" srcId="{BEED4FF1-9DD2-4141-B7ED-932C17C75CC9}" destId="{7FF55550-128F-4A74-872E-58EF120E36AB}" srcOrd="0" destOrd="0" presId="urn:microsoft.com/office/officeart/2011/layout/HexagonRadial"/>
    <dgm:cxn modelId="{D200D690-05F4-49D3-8239-78239A009B75}" srcId="{BEED4FF1-9DD2-4141-B7ED-932C17C75CC9}" destId="{86CA1039-63DA-490D-83D7-BEDF586FABB6}" srcOrd="0" destOrd="0" parTransId="{75F8EF14-785A-4287-9D22-3B8BF765BAED}" sibTransId="{4F7716B0-17A9-46FA-A06E-BE0457912877}"/>
    <dgm:cxn modelId="{13FEBC91-852B-434D-A64E-1335F43D6AF5}" type="presOf" srcId="{09445A27-E42D-4264-B74C-A408A6452A43}" destId="{3F1CC4F0-73EA-4745-B528-E29E91C552CC}" srcOrd="0" destOrd="0" presId="urn:microsoft.com/office/officeart/2011/layout/HexagonRadial"/>
    <dgm:cxn modelId="{0F5CCAAB-40C7-48DA-BC8B-1939023E419D}" srcId="{09445A27-E42D-4264-B74C-A408A6452A43}" destId="{BEED4FF1-9DD2-4141-B7ED-932C17C75CC9}" srcOrd="0" destOrd="0" parTransId="{F93D47D1-0D42-49E8-BBD7-33364DFC48A1}" sibTransId="{F74991B4-1203-42FD-93F8-0783C393A7B5}"/>
    <dgm:cxn modelId="{2B83F9AC-5155-4473-A8E8-D5692540D256}" srcId="{BEED4FF1-9DD2-4141-B7ED-932C17C75CC9}" destId="{F7EE49EE-1559-4410-A6A4-601A040E0B48}" srcOrd="3" destOrd="0" parTransId="{B5777CEF-0055-4B26-9507-DD7411DE7759}" sibTransId="{5798199A-E3C3-491B-A9E3-B59100193B20}"/>
    <dgm:cxn modelId="{FEEF31AF-0D7F-4ACC-A0F6-3F9D6209CD2B}" srcId="{BEED4FF1-9DD2-4141-B7ED-932C17C75CC9}" destId="{D4C16871-ACF6-425F-AAD9-CFB88AB9A7E6}" srcOrd="4" destOrd="0" parTransId="{6844ADB0-92D2-4200-9770-192C582069C6}" sibTransId="{2B4D0D68-ED8B-44E2-ACBE-9E042395D786}"/>
    <dgm:cxn modelId="{E7678DC5-9530-41C8-835E-141F9BB89BC8}" srcId="{BEED4FF1-9DD2-4141-B7ED-932C17C75CC9}" destId="{C9462DF5-A960-4A59-BCE3-2B07B5E27346}" srcOrd="1" destOrd="0" parTransId="{31667DCF-2137-4C1B-A509-04F30BD667A6}" sibTransId="{47199209-FA76-4E0E-85A4-4F49562D6631}"/>
    <dgm:cxn modelId="{E42CD4E5-37BF-4C57-AD09-47B943F09469}" type="presOf" srcId="{D4C16871-ACF6-425F-AAD9-CFB88AB9A7E6}" destId="{7DFA65E6-848C-41D8-A244-6EBB36EAE432}" srcOrd="0" destOrd="0" presId="urn:microsoft.com/office/officeart/2011/layout/HexagonRadial"/>
    <dgm:cxn modelId="{E037A4F3-3B3D-442A-BBE9-A5D6E9703847}" type="presOf" srcId="{6F6F0E4F-F4C6-4116-98F3-8A9CC186E381}" destId="{5F96DCF6-EEE3-4CD6-9447-8CB52EC216E7}" srcOrd="0" destOrd="0" presId="urn:microsoft.com/office/officeart/2011/layout/HexagonRadial"/>
    <dgm:cxn modelId="{36B5E71C-4114-40D0-8EA4-49B32C5FEC7E}" type="presParOf" srcId="{3F1CC4F0-73EA-4745-B528-E29E91C552CC}" destId="{7FF55550-128F-4A74-872E-58EF120E36AB}" srcOrd="0" destOrd="0" presId="urn:microsoft.com/office/officeart/2011/layout/HexagonRadial"/>
    <dgm:cxn modelId="{15CE834C-376A-47FD-87B3-A344C5AA3EBF}" type="presParOf" srcId="{3F1CC4F0-73EA-4745-B528-E29E91C552CC}" destId="{9A2EA12C-6BA2-428C-86E2-7E919634704C}" srcOrd="1" destOrd="0" presId="urn:microsoft.com/office/officeart/2011/layout/HexagonRadial"/>
    <dgm:cxn modelId="{0C89A2BE-C426-48E8-A305-6B1585551509}" type="presParOf" srcId="{9A2EA12C-6BA2-428C-86E2-7E919634704C}" destId="{249E8E8E-FD91-4D88-B49F-66ADE52A5FFD}" srcOrd="0" destOrd="0" presId="urn:microsoft.com/office/officeart/2011/layout/HexagonRadial"/>
    <dgm:cxn modelId="{7ADD7CA6-8190-4831-AA99-70EF5902B693}" type="presParOf" srcId="{3F1CC4F0-73EA-4745-B528-E29E91C552CC}" destId="{58A9AFD3-AB82-46A0-A7F9-F8C1B2FDD5C4}" srcOrd="2" destOrd="0" presId="urn:microsoft.com/office/officeart/2011/layout/HexagonRadial"/>
    <dgm:cxn modelId="{C200B244-4667-47DE-805E-A7AAC885EB91}" type="presParOf" srcId="{3F1CC4F0-73EA-4745-B528-E29E91C552CC}" destId="{728BF5BA-85C0-4E5A-BE90-2FB486C60CA6}" srcOrd="3" destOrd="0" presId="urn:microsoft.com/office/officeart/2011/layout/HexagonRadial"/>
    <dgm:cxn modelId="{17777D14-144F-49A2-97AC-C150A643BA61}" type="presParOf" srcId="{728BF5BA-85C0-4E5A-BE90-2FB486C60CA6}" destId="{7B58387E-95F0-414A-8BB4-02DF188EAB4D}" srcOrd="0" destOrd="0" presId="urn:microsoft.com/office/officeart/2011/layout/HexagonRadial"/>
    <dgm:cxn modelId="{CD401E91-80E6-405F-A12C-DA975BE60D0A}" type="presParOf" srcId="{3F1CC4F0-73EA-4745-B528-E29E91C552CC}" destId="{2258E08D-C511-45C1-88FC-79EE557BC5D2}" srcOrd="4" destOrd="0" presId="urn:microsoft.com/office/officeart/2011/layout/HexagonRadial"/>
    <dgm:cxn modelId="{27817468-A943-4804-9638-00DB34A322AA}" type="presParOf" srcId="{3F1CC4F0-73EA-4745-B528-E29E91C552CC}" destId="{CA4E74F1-37E5-46CD-8BBF-BB93BCF0C6F1}" srcOrd="5" destOrd="0" presId="urn:microsoft.com/office/officeart/2011/layout/HexagonRadial"/>
    <dgm:cxn modelId="{F9834F23-05F6-4EEE-8437-D36587F1CA02}" type="presParOf" srcId="{CA4E74F1-37E5-46CD-8BBF-BB93BCF0C6F1}" destId="{D5467BC9-BC23-4EA4-84FC-758D21CE41D1}" srcOrd="0" destOrd="0" presId="urn:microsoft.com/office/officeart/2011/layout/HexagonRadial"/>
    <dgm:cxn modelId="{60EA02CE-4E8F-47AE-BDD6-11BB016C0B9F}" type="presParOf" srcId="{3F1CC4F0-73EA-4745-B528-E29E91C552CC}" destId="{5F96DCF6-EEE3-4CD6-9447-8CB52EC216E7}" srcOrd="6" destOrd="0" presId="urn:microsoft.com/office/officeart/2011/layout/HexagonRadial"/>
    <dgm:cxn modelId="{4BC99203-BB1B-4E98-8638-DEFE8441FD10}" type="presParOf" srcId="{3F1CC4F0-73EA-4745-B528-E29E91C552CC}" destId="{EA845BF5-3570-4754-9E42-02D0DD37B7CA}" srcOrd="7" destOrd="0" presId="urn:microsoft.com/office/officeart/2011/layout/HexagonRadial"/>
    <dgm:cxn modelId="{D8466C1C-F3BC-4C11-9812-8F1158ABCC57}" type="presParOf" srcId="{EA845BF5-3570-4754-9E42-02D0DD37B7CA}" destId="{CB2F6DAB-04AB-4996-9D11-AB9F60C3115D}" srcOrd="0" destOrd="0" presId="urn:microsoft.com/office/officeart/2011/layout/HexagonRadial"/>
    <dgm:cxn modelId="{6A1B2E57-C356-4261-9B9B-53B0960E94F0}" type="presParOf" srcId="{3F1CC4F0-73EA-4745-B528-E29E91C552CC}" destId="{3CE32F15-5B1A-428B-9012-ECE6EF9D126B}" srcOrd="8" destOrd="0" presId="urn:microsoft.com/office/officeart/2011/layout/HexagonRadial"/>
    <dgm:cxn modelId="{3BAA4B4E-3527-482B-803F-71A41A7D79DB}" type="presParOf" srcId="{3F1CC4F0-73EA-4745-B528-E29E91C552CC}" destId="{85519524-84DF-4685-A6A3-9FD133795DCF}" srcOrd="9" destOrd="0" presId="urn:microsoft.com/office/officeart/2011/layout/HexagonRadial"/>
    <dgm:cxn modelId="{EFBE8BC7-2142-4D27-AE35-0ECB90F55AF1}" type="presParOf" srcId="{85519524-84DF-4685-A6A3-9FD133795DCF}" destId="{249BBD77-F519-405E-A658-9E9BD3A564D9}" srcOrd="0" destOrd="0" presId="urn:microsoft.com/office/officeart/2011/layout/HexagonRadial"/>
    <dgm:cxn modelId="{B130CBFE-C467-42BB-8A30-B2D465CD7BE3}" type="presParOf" srcId="{3F1CC4F0-73EA-4745-B528-E29E91C552CC}" destId="{7DFA65E6-848C-41D8-A244-6EBB36EAE432}" srcOrd="10" destOrd="0" presId="urn:microsoft.com/office/officeart/2011/layout/HexagonRadial"/>
    <dgm:cxn modelId="{7D740526-BD7B-4C7B-AC4F-3F91EBA0DF4E}" type="presParOf" srcId="{3F1CC4F0-73EA-4745-B528-E29E91C552CC}" destId="{DDC13FFE-058C-43C2-9EEF-E1F87C6872EB}" srcOrd="11" destOrd="0" presId="urn:microsoft.com/office/officeart/2011/layout/HexagonRadial"/>
    <dgm:cxn modelId="{0112D87B-1C06-4337-A206-3D1D4A89A171}" type="presParOf" srcId="{DDC13FFE-058C-43C2-9EEF-E1F87C6872EB}" destId="{90F10AA5-53AB-4FFE-AAB9-B0BF040C7DB0}" srcOrd="0" destOrd="0" presId="urn:microsoft.com/office/officeart/2011/layout/HexagonRadial"/>
    <dgm:cxn modelId="{CB5DBAA9-D3D5-49EB-B4FB-47A1F6D3D29E}" type="presParOf" srcId="{3F1CC4F0-73EA-4745-B528-E29E91C552CC}" destId="{968CDE31-0440-42AC-9974-2F627298874D}" srcOrd="12" destOrd="0" presId="urn:microsoft.com/office/officeart/2011/layout/HexagonRadial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09445A27-E42D-4264-B74C-A408A6452A43}" type="doc">
      <dgm:prSet loTypeId="urn:microsoft.com/office/officeart/2011/layout/HexagonRadial" loCatId="officeonline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GB"/>
        </a:p>
      </dgm:t>
    </dgm:pt>
    <dgm:pt modelId="{BEED4FF1-9DD2-4141-B7ED-932C17C75CC9}">
      <dgm:prSet phldrT="[Text]" custT="1"/>
      <dgm:spPr/>
      <dgm:t>
        <a:bodyPr/>
        <a:lstStyle/>
        <a:p>
          <a:r>
            <a:rPr lang="en-GB" sz="2400" b="0" dirty="0"/>
            <a:t>The relationship between software and hardware</a:t>
          </a:r>
        </a:p>
      </dgm:t>
    </dgm:pt>
    <dgm:pt modelId="{F93D47D1-0D42-49E8-BBD7-33364DFC48A1}" type="parTrans" cxnId="{0F5CCAAB-40C7-48DA-BC8B-1939023E419D}">
      <dgm:prSet/>
      <dgm:spPr/>
      <dgm:t>
        <a:bodyPr/>
        <a:lstStyle/>
        <a:p>
          <a:endParaRPr lang="en-GB"/>
        </a:p>
      </dgm:t>
    </dgm:pt>
    <dgm:pt modelId="{F74991B4-1203-42FD-93F8-0783C393A7B5}" type="sibTrans" cxnId="{0F5CCAAB-40C7-48DA-BC8B-1939023E419D}">
      <dgm:prSet/>
      <dgm:spPr/>
      <dgm:t>
        <a:bodyPr/>
        <a:lstStyle/>
        <a:p>
          <a:endParaRPr lang="en-GB"/>
        </a:p>
      </dgm:t>
    </dgm:pt>
    <dgm:pt modelId="{86CA1039-63DA-490D-83D7-BEDF586FABB6}">
      <dgm:prSet phldrT="[Text]"/>
      <dgm:spPr/>
      <dgm:t>
        <a:bodyPr/>
        <a:lstStyle/>
        <a:p>
          <a:r>
            <a:rPr lang="en-GB" dirty="0"/>
            <a:t>…application software…</a:t>
          </a:r>
        </a:p>
      </dgm:t>
    </dgm:pt>
    <dgm:pt modelId="{75F8EF14-785A-4287-9D22-3B8BF765BAED}" type="parTrans" cxnId="{D200D690-05F4-49D3-8239-78239A009B75}">
      <dgm:prSet/>
      <dgm:spPr/>
      <dgm:t>
        <a:bodyPr/>
        <a:lstStyle/>
        <a:p>
          <a:endParaRPr lang="en-GB"/>
        </a:p>
      </dgm:t>
    </dgm:pt>
    <dgm:pt modelId="{4F7716B0-17A9-46FA-A06E-BE0457912877}" type="sibTrans" cxnId="{D200D690-05F4-49D3-8239-78239A009B75}">
      <dgm:prSet/>
      <dgm:spPr/>
      <dgm:t>
        <a:bodyPr/>
        <a:lstStyle/>
        <a:p>
          <a:endParaRPr lang="en-GB"/>
        </a:p>
      </dgm:t>
    </dgm:pt>
    <dgm:pt modelId="{C9462DF5-A960-4A59-BCE3-2B07B5E27346}">
      <dgm:prSet phldrT="[Text]"/>
      <dgm:spPr/>
      <dgm:t>
        <a:bodyPr/>
        <a:lstStyle/>
        <a:p>
          <a:r>
            <a:rPr lang="en-GB" dirty="0"/>
            <a:t>…talks to the operating system….</a:t>
          </a:r>
        </a:p>
      </dgm:t>
    </dgm:pt>
    <dgm:pt modelId="{31667DCF-2137-4C1B-A509-04F30BD667A6}" type="parTrans" cxnId="{E7678DC5-9530-41C8-835E-141F9BB89BC8}">
      <dgm:prSet/>
      <dgm:spPr/>
      <dgm:t>
        <a:bodyPr/>
        <a:lstStyle/>
        <a:p>
          <a:endParaRPr lang="en-GB"/>
        </a:p>
      </dgm:t>
    </dgm:pt>
    <dgm:pt modelId="{47199209-FA76-4E0E-85A4-4F49562D6631}" type="sibTrans" cxnId="{E7678DC5-9530-41C8-835E-141F9BB89BC8}">
      <dgm:prSet/>
      <dgm:spPr/>
      <dgm:t>
        <a:bodyPr/>
        <a:lstStyle/>
        <a:p>
          <a:endParaRPr lang="en-GB"/>
        </a:p>
      </dgm:t>
    </dgm:pt>
    <dgm:pt modelId="{6F6F0E4F-F4C6-4116-98F3-8A9CC186E381}">
      <dgm:prSet phldrT="[Text]"/>
      <dgm:spPr>
        <a:effectLst>
          <a:glow rad="228600">
            <a:schemeClr val="accent2">
              <a:satMod val="175000"/>
              <a:alpha val="40000"/>
            </a:schemeClr>
          </a:glow>
        </a:effectLst>
      </dgm:spPr>
      <dgm:t>
        <a:bodyPr/>
        <a:lstStyle/>
        <a:p>
          <a:r>
            <a:rPr lang="en-GB" dirty="0"/>
            <a:t>…which then interacts with…</a:t>
          </a:r>
        </a:p>
      </dgm:t>
    </dgm:pt>
    <dgm:pt modelId="{F98C524D-EF5D-4903-BCFC-350109BD925B}" type="parTrans" cxnId="{9BB42265-BFEF-489F-BF74-7A7D76C68978}">
      <dgm:prSet/>
      <dgm:spPr/>
      <dgm:t>
        <a:bodyPr/>
        <a:lstStyle/>
        <a:p>
          <a:endParaRPr lang="en-GB"/>
        </a:p>
      </dgm:t>
    </dgm:pt>
    <dgm:pt modelId="{E090070F-7421-44B9-9DE6-89C392BE5782}" type="sibTrans" cxnId="{9BB42265-BFEF-489F-BF74-7A7D76C68978}">
      <dgm:prSet/>
      <dgm:spPr/>
      <dgm:t>
        <a:bodyPr/>
        <a:lstStyle/>
        <a:p>
          <a:endParaRPr lang="en-GB"/>
        </a:p>
      </dgm:t>
    </dgm:pt>
    <dgm:pt modelId="{F7EE49EE-1559-4410-A6A4-601A040E0B48}">
      <dgm:prSet phldrT="[Text]"/>
      <dgm:spPr/>
      <dgm:t>
        <a:bodyPr/>
        <a:lstStyle/>
        <a:p>
          <a:r>
            <a:rPr lang="en-GB" dirty="0"/>
            <a:t>…hardware, which talks back to…</a:t>
          </a:r>
        </a:p>
      </dgm:t>
    </dgm:pt>
    <dgm:pt modelId="{B5777CEF-0055-4B26-9507-DD7411DE7759}" type="parTrans" cxnId="{2B83F9AC-5155-4473-A8E8-D5692540D256}">
      <dgm:prSet/>
      <dgm:spPr/>
      <dgm:t>
        <a:bodyPr/>
        <a:lstStyle/>
        <a:p>
          <a:endParaRPr lang="en-GB"/>
        </a:p>
      </dgm:t>
    </dgm:pt>
    <dgm:pt modelId="{5798199A-E3C3-491B-A9E3-B59100193B20}" type="sibTrans" cxnId="{2B83F9AC-5155-4473-A8E8-D5692540D256}">
      <dgm:prSet/>
      <dgm:spPr/>
      <dgm:t>
        <a:bodyPr/>
        <a:lstStyle/>
        <a:p>
          <a:endParaRPr lang="en-GB"/>
        </a:p>
      </dgm:t>
    </dgm:pt>
    <dgm:pt modelId="{D4C16871-ACF6-425F-AAD9-CFB88AB9A7E6}">
      <dgm:prSet phldrT="[Text]"/>
      <dgm:spPr/>
      <dgm:t>
        <a:bodyPr/>
        <a:lstStyle/>
        <a:p>
          <a:r>
            <a:rPr lang="en-GB" dirty="0"/>
            <a:t>…the operating system…</a:t>
          </a:r>
        </a:p>
      </dgm:t>
    </dgm:pt>
    <dgm:pt modelId="{6844ADB0-92D2-4200-9770-192C582069C6}" type="parTrans" cxnId="{FEEF31AF-0D7F-4ACC-A0F6-3F9D6209CD2B}">
      <dgm:prSet/>
      <dgm:spPr/>
      <dgm:t>
        <a:bodyPr/>
        <a:lstStyle/>
        <a:p>
          <a:endParaRPr lang="en-GB"/>
        </a:p>
      </dgm:t>
    </dgm:pt>
    <dgm:pt modelId="{2B4D0D68-ED8B-44E2-ACBE-9E042395D786}" type="sibTrans" cxnId="{FEEF31AF-0D7F-4ACC-A0F6-3F9D6209CD2B}">
      <dgm:prSet/>
      <dgm:spPr/>
      <dgm:t>
        <a:bodyPr/>
        <a:lstStyle/>
        <a:p>
          <a:endParaRPr lang="en-GB"/>
        </a:p>
      </dgm:t>
    </dgm:pt>
    <dgm:pt modelId="{B85CEFF5-C36F-48E4-A36E-945A235A4D3E}">
      <dgm:prSet phldrT="[Text]"/>
      <dgm:spPr/>
      <dgm:t>
        <a:bodyPr/>
        <a:lstStyle/>
        <a:p>
          <a:r>
            <a:rPr lang="en-GB" dirty="0"/>
            <a:t>…which talks back to the…</a:t>
          </a:r>
        </a:p>
      </dgm:t>
    </dgm:pt>
    <dgm:pt modelId="{9B2B6AC1-2E71-426F-816A-45D114FBDA1A}" type="parTrans" cxnId="{BFF0D406-7C7B-4682-8EB8-07B0765FC6FA}">
      <dgm:prSet/>
      <dgm:spPr/>
      <dgm:t>
        <a:bodyPr/>
        <a:lstStyle/>
        <a:p>
          <a:endParaRPr lang="en-GB"/>
        </a:p>
      </dgm:t>
    </dgm:pt>
    <dgm:pt modelId="{F46BC0E6-237F-4E7A-9DA7-531981E39855}" type="sibTrans" cxnId="{BFF0D406-7C7B-4682-8EB8-07B0765FC6FA}">
      <dgm:prSet/>
      <dgm:spPr/>
      <dgm:t>
        <a:bodyPr/>
        <a:lstStyle/>
        <a:p>
          <a:endParaRPr lang="en-GB"/>
        </a:p>
      </dgm:t>
    </dgm:pt>
    <dgm:pt modelId="{3F1CC4F0-73EA-4745-B528-E29E91C552CC}" type="pres">
      <dgm:prSet presAssocID="{09445A27-E42D-4264-B74C-A408A6452A43}" presName="Name0" presStyleCnt="0">
        <dgm:presLayoutVars>
          <dgm:chMax val="1"/>
          <dgm:chPref val="1"/>
          <dgm:dir/>
          <dgm:animOne val="branch"/>
          <dgm:animLvl val="lvl"/>
        </dgm:presLayoutVars>
      </dgm:prSet>
      <dgm:spPr/>
    </dgm:pt>
    <dgm:pt modelId="{7FF55550-128F-4A74-872E-58EF120E36AB}" type="pres">
      <dgm:prSet presAssocID="{BEED4FF1-9DD2-4141-B7ED-932C17C75CC9}" presName="Parent" presStyleLbl="node0" presStyleIdx="0" presStyleCnt="1">
        <dgm:presLayoutVars>
          <dgm:chMax val="6"/>
          <dgm:chPref val="6"/>
        </dgm:presLayoutVars>
      </dgm:prSet>
      <dgm:spPr/>
    </dgm:pt>
    <dgm:pt modelId="{9A2EA12C-6BA2-428C-86E2-7E919634704C}" type="pres">
      <dgm:prSet presAssocID="{86CA1039-63DA-490D-83D7-BEDF586FABB6}" presName="Accent1" presStyleCnt="0"/>
      <dgm:spPr/>
    </dgm:pt>
    <dgm:pt modelId="{249E8E8E-FD91-4D88-B49F-66ADE52A5FFD}" type="pres">
      <dgm:prSet presAssocID="{86CA1039-63DA-490D-83D7-BEDF586FABB6}" presName="Accent" presStyleLbl="bgShp" presStyleIdx="0" presStyleCnt="6"/>
      <dgm:spPr/>
    </dgm:pt>
    <dgm:pt modelId="{58A9AFD3-AB82-46A0-A7F9-F8C1B2FDD5C4}" type="pres">
      <dgm:prSet presAssocID="{86CA1039-63DA-490D-83D7-BEDF586FABB6}" presName="Child1" presStyleLbl="node1" presStyleIdx="0" presStyleCnt="6">
        <dgm:presLayoutVars>
          <dgm:chMax val="0"/>
          <dgm:chPref val="0"/>
          <dgm:bulletEnabled val="1"/>
        </dgm:presLayoutVars>
      </dgm:prSet>
      <dgm:spPr/>
    </dgm:pt>
    <dgm:pt modelId="{728BF5BA-85C0-4E5A-BE90-2FB486C60CA6}" type="pres">
      <dgm:prSet presAssocID="{C9462DF5-A960-4A59-BCE3-2B07B5E27346}" presName="Accent2" presStyleCnt="0"/>
      <dgm:spPr/>
    </dgm:pt>
    <dgm:pt modelId="{7B58387E-95F0-414A-8BB4-02DF188EAB4D}" type="pres">
      <dgm:prSet presAssocID="{C9462DF5-A960-4A59-BCE3-2B07B5E27346}" presName="Accent" presStyleLbl="bgShp" presStyleIdx="1" presStyleCnt="6"/>
      <dgm:spPr/>
    </dgm:pt>
    <dgm:pt modelId="{2258E08D-C511-45C1-88FC-79EE557BC5D2}" type="pres">
      <dgm:prSet presAssocID="{C9462DF5-A960-4A59-BCE3-2B07B5E27346}" presName="Child2" presStyleLbl="node1" presStyleIdx="1" presStyleCnt="6">
        <dgm:presLayoutVars>
          <dgm:chMax val="0"/>
          <dgm:chPref val="0"/>
          <dgm:bulletEnabled val="1"/>
        </dgm:presLayoutVars>
      </dgm:prSet>
      <dgm:spPr/>
    </dgm:pt>
    <dgm:pt modelId="{CA4E74F1-37E5-46CD-8BBF-BB93BCF0C6F1}" type="pres">
      <dgm:prSet presAssocID="{6F6F0E4F-F4C6-4116-98F3-8A9CC186E381}" presName="Accent3" presStyleCnt="0"/>
      <dgm:spPr/>
    </dgm:pt>
    <dgm:pt modelId="{D5467BC9-BC23-4EA4-84FC-758D21CE41D1}" type="pres">
      <dgm:prSet presAssocID="{6F6F0E4F-F4C6-4116-98F3-8A9CC186E381}" presName="Accent" presStyleLbl="bgShp" presStyleIdx="2" presStyleCnt="6"/>
      <dgm:spPr/>
    </dgm:pt>
    <dgm:pt modelId="{5F96DCF6-EEE3-4CD6-9447-8CB52EC216E7}" type="pres">
      <dgm:prSet presAssocID="{6F6F0E4F-F4C6-4116-98F3-8A9CC186E381}" presName="Child3" presStyleLbl="node1" presStyleIdx="2" presStyleCnt="6">
        <dgm:presLayoutVars>
          <dgm:chMax val="0"/>
          <dgm:chPref val="0"/>
          <dgm:bulletEnabled val="1"/>
        </dgm:presLayoutVars>
      </dgm:prSet>
      <dgm:spPr/>
    </dgm:pt>
    <dgm:pt modelId="{EA845BF5-3570-4754-9E42-02D0DD37B7CA}" type="pres">
      <dgm:prSet presAssocID="{F7EE49EE-1559-4410-A6A4-601A040E0B48}" presName="Accent4" presStyleCnt="0"/>
      <dgm:spPr/>
    </dgm:pt>
    <dgm:pt modelId="{CB2F6DAB-04AB-4996-9D11-AB9F60C3115D}" type="pres">
      <dgm:prSet presAssocID="{F7EE49EE-1559-4410-A6A4-601A040E0B48}" presName="Accent" presStyleLbl="bgShp" presStyleIdx="3" presStyleCnt="6"/>
      <dgm:spPr/>
    </dgm:pt>
    <dgm:pt modelId="{3CE32F15-5B1A-428B-9012-ECE6EF9D126B}" type="pres">
      <dgm:prSet presAssocID="{F7EE49EE-1559-4410-A6A4-601A040E0B48}" presName="Child4" presStyleLbl="node1" presStyleIdx="3" presStyleCnt="6">
        <dgm:presLayoutVars>
          <dgm:chMax val="0"/>
          <dgm:chPref val="0"/>
          <dgm:bulletEnabled val="1"/>
        </dgm:presLayoutVars>
      </dgm:prSet>
      <dgm:spPr/>
    </dgm:pt>
    <dgm:pt modelId="{85519524-84DF-4685-A6A3-9FD133795DCF}" type="pres">
      <dgm:prSet presAssocID="{D4C16871-ACF6-425F-AAD9-CFB88AB9A7E6}" presName="Accent5" presStyleCnt="0"/>
      <dgm:spPr/>
    </dgm:pt>
    <dgm:pt modelId="{249BBD77-F519-405E-A658-9E9BD3A564D9}" type="pres">
      <dgm:prSet presAssocID="{D4C16871-ACF6-425F-AAD9-CFB88AB9A7E6}" presName="Accent" presStyleLbl="bgShp" presStyleIdx="4" presStyleCnt="6"/>
      <dgm:spPr/>
    </dgm:pt>
    <dgm:pt modelId="{7DFA65E6-848C-41D8-A244-6EBB36EAE432}" type="pres">
      <dgm:prSet presAssocID="{D4C16871-ACF6-425F-AAD9-CFB88AB9A7E6}" presName="Child5" presStyleLbl="node1" presStyleIdx="4" presStyleCnt="6">
        <dgm:presLayoutVars>
          <dgm:chMax val="0"/>
          <dgm:chPref val="0"/>
          <dgm:bulletEnabled val="1"/>
        </dgm:presLayoutVars>
      </dgm:prSet>
      <dgm:spPr/>
    </dgm:pt>
    <dgm:pt modelId="{DDC13FFE-058C-43C2-9EEF-E1F87C6872EB}" type="pres">
      <dgm:prSet presAssocID="{B85CEFF5-C36F-48E4-A36E-945A235A4D3E}" presName="Accent6" presStyleCnt="0"/>
      <dgm:spPr/>
    </dgm:pt>
    <dgm:pt modelId="{90F10AA5-53AB-4FFE-AAB9-B0BF040C7DB0}" type="pres">
      <dgm:prSet presAssocID="{B85CEFF5-C36F-48E4-A36E-945A235A4D3E}" presName="Accent" presStyleLbl="bgShp" presStyleIdx="5" presStyleCnt="6"/>
      <dgm:spPr/>
    </dgm:pt>
    <dgm:pt modelId="{968CDE31-0440-42AC-9974-2F627298874D}" type="pres">
      <dgm:prSet presAssocID="{B85CEFF5-C36F-48E4-A36E-945A235A4D3E}" presName="Child6" presStyleLbl="node1" presStyleIdx="5" presStyleCnt="6">
        <dgm:presLayoutVars>
          <dgm:chMax val="0"/>
          <dgm:chPref val="0"/>
          <dgm:bulletEnabled val="1"/>
        </dgm:presLayoutVars>
      </dgm:prSet>
      <dgm:spPr/>
    </dgm:pt>
  </dgm:ptLst>
  <dgm:cxnLst>
    <dgm:cxn modelId="{BFF0D406-7C7B-4682-8EB8-07B0765FC6FA}" srcId="{BEED4FF1-9DD2-4141-B7ED-932C17C75CC9}" destId="{B85CEFF5-C36F-48E4-A36E-945A235A4D3E}" srcOrd="5" destOrd="0" parTransId="{9B2B6AC1-2E71-426F-816A-45D114FBDA1A}" sibTransId="{F46BC0E6-237F-4E7A-9DA7-531981E39855}"/>
    <dgm:cxn modelId="{41FB201F-8C86-4523-BCF6-5B3444830A52}" type="presOf" srcId="{86CA1039-63DA-490D-83D7-BEDF586FABB6}" destId="{58A9AFD3-AB82-46A0-A7F9-F8C1B2FDD5C4}" srcOrd="0" destOrd="0" presId="urn:microsoft.com/office/officeart/2011/layout/HexagonRadial"/>
    <dgm:cxn modelId="{3DCA0623-12D5-4858-9588-D4E65FF37F9A}" type="presOf" srcId="{C9462DF5-A960-4A59-BCE3-2B07B5E27346}" destId="{2258E08D-C511-45C1-88FC-79EE557BC5D2}" srcOrd="0" destOrd="0" presId="urn:microsoft.com/office/officeart/2011/layout/HexagonRadial"/>
    <dgm:cxn modelId="{9BB42265-BFEF-489F-BF74-7A7D76C68978}" srcId="{BEED4FF1-9DD2-4141-B7ED-932C17C75CC9}" destId="{6F6F0E4F-F4C6-4116-98F3-8A9CC186E381}" srcOrd="2" destOrd="0" parTransId="{F98C524D-EF5D-4903-BCFC-350109BD925B}" sibTransId="{E090070F-7421-44B9-9DE6-89C392BE5782}"/>
    <dgm:cxn modelId="{0B071F6B-80FB-4C0A-9CA5-D85D46A9BABD}" type="presOf" srcId="{F7EE49EE-1559-4410-A6A4-601A040E0B48}" destId="{3CE32F15-5B1A-428B-9012-ECE6EF9D126B}" srcOrd="0" destOrd="0" presId="urn:microsoft.com/office/officeart/2011/layout/HexagonRadial"/>
    <dgm:cxn modelId="{966AD573-4EE9-4361-AF8E-711C3F8BAF53}" type="presOf" srcId="{B85CEFF5-C36F-48E4-A36E-945A235A4D3E}" destId="{968CDE31-0440-42AC-9974-2F627298874D}" srcOrd="0" destOrd="0" presId="urn:microsoft.com/office/officeart/2011/layout/HexagonRadial"/>
    <dgm:cxn modelId="{EB26A27F-C109-45D3-BD1E-ED37F2FF2447}" type="presOf" srcId="{BEED4FF1-9DD2-4141-B7ED-932C17C75CC9}" destId="{7FF55550-128F-4A74-872E-58EF120E36AB}" srcOrd="0" destOrd="0" presId="urn:microsoft.com/office/officeart/2011/layout/HexagonRadial"/>
    <dgm:cxn modelId="{D200D690-05F4-49D3-8239-78239A009B75}" srcId="{BEED4FF1-9DD2-4141-B7ED-932C17C75CC9}" destId="{86CA1039-63DA-490D-83D7-BEDF586FABB6}" srcOrd="0" destOrd="0" parTransId="{75F8EF14-785A-4287-9D22-3B8BF765BAED}" sibTransId="{4F7716B0-17A9-46FA-A06E-BE0457912877}"/>
    <dgm:cxn modelId="{13FEBC91-852B-434D-A64E-1335F43D6AF5}" type="presOf" srcId="{09445A27-E42D-4264-B74C-A408A6452A43}" destId="{3F1CC4F0-73EA-4745-B528-E29E91C552CC}" srcOrd="0" destOrd="0" presId="urn:microsoft.com/office/officeart/2011/layout/HexagonRadial"/>
    <dgm:cxn modelId="{0F5CCAAB-40C7-48DA-BC8B-1939023E419D}" srcId="{09445A27-E42D-4264-B74C-A408A6452A43}" destId="{BEED4FF1-9DD2-4141-B7ED-932C17C75CC9}" srcOrd="0" destOrd="0" parTransId="{F93D47D1-0D42-49E8-BBD7-33364DFC48A1}" sibTransId="{F74991B4-1203-42FD-93F8-0783C393A7B5}"/>
    <dgm:cxn modelId="{2B83F9AC-5155-4473-A8E8-D5692540D256}" srcId="{BEED4FF1-9DD2-4141-B7ED-932C17C75CC9}" destId="{F7EE49EE-1559-4410-A6A4-601A040E0B48}" srcOrd="3" destOrd="0" parTransId="{B5777CEF-0055-4B26-9507-DD7411DE7759}" sibTransId="{5798199A-E3C3-491B-A9E3-B59100193B20}"/>
    <dgm:cxn modelId="{FEEF31AF-0D7F-4ACC-A0F6-3F9D6209CD2B}" srcId="{BEED4FF1-9DD2-4141-B7ED-932C17C75CC9}" destId="{D4C16871-ACF6-425F-AAD9-CFB88AB9A7E6}" srcOrd="4" destOrd="0" parTransId="{6844ADB0-92D2-4200-9770-192C582069C6}" sibTransId="{2B4D0D68-ED8B-44E2-ACBE-9E042395D786}"/>
    <dgm:cxn modelId="{E7678DC5-9530-41C8-835E-141F9BB89BC8}" srcId="{BEED4FF1-9DD2-4141-B7ED-932C17C75CC9}" destId="{C9462DF5-A960-4A59-BCE3-2B07B5E27346}" srcOrd="1" destOrd="0" parTransId="{31667DCF-2137-4C1B-A509-04F30BD667A6}" sibTransId="{47199209-FA76-4E0E-85A4-4F49562D6631}"/>
    <dgm:cxn modelId="{E42CD4E5-37BF-4C57-AD09-47B943F09469}" type="presOf" srcId="{D4C16871-ACF6-425F-AAD9-CFB88AB9A7E6}" destId="{7DFA65E6-848C-41D8-A244-6EBB36EAE432}" srcOrd="0" destOrd="0" presId="urn:microsoft.com/office/officeart/2011/layout/HexagonRadial"/>
    <dgm:cxn modelId="{E037A4F3-3B3D-442A-BBE9-A5D6E9703847}" type="presOf" srcId="{6F6F0E4F-F4C6-4116-98F3-8A9CC186E381}" destId="{5F96DCF6-EEE3-4CD6-9447-8CB52EC216E7}" srcOrd="0" destOrd="0" presId="urn:microsoft.com/office/officeart/2011/layout/HexagonRadial"/>
    <dgm:cxn modelId="{36B5E71C-4114-40D0-8EA4-49B32C5FEC7E}" type="presParOf" srcId="{3F1CC4F0-73EA-4745-B528-E29E91C552CC}" destId="{7FF55550-128F-4A74-872E-58EF120E36AB}" srcOrd="0" destOrd="0" presId="urn:microsoft.com/office/officeart/2011/layout/HexagonRadial"/>
    <dgm:cxn modelId="{15CE834C-376A-47FD-87B3-A344C5AA3EBF}" type="presParOf" srcId="{3F1CC4F0-73EA-4745-B528-E29E91C552CC}" destId="{9A2EA12C-6BA2-428C-86E2-7E919634704C}" srcOrd="1" destOrd="0" presId="urn:microsoft.com/office/officeart/2011/layout/HexagonRadial"/>
    <dgm:cxn modelId="{0C89A2BE-C426-48E8-A305-6B1585551509}" type="presParOf" srcId="{9A2EA12C-6BA2-428C-86E2-7E919634704C}" destId="{249E8E8E-FD91-4D88-B49F-66ADE52A5FFD}" srcOrd="0" destOrd="0" presId="urn:microsoft.com/office/officeart/2011/layout/HexagonRadial"/>
    <dgm:cxn modelId="{7ADD7CA6-8190-4831-AA99-70EF5902B693}" type="presParOf" srcId="{3F1CC4F0-73EA-4745-B528-E29E91C552CC}" destId="{58A9AFD3-AB82-46A0-A7F9-F8C1B2FDD5C4}" srcOrd="2" destOrd="0" presId="urn:microsoft.com/office/officeart/2011/layout/HexagonRadial"/>
    <dgm:cxn modelId="{C200B244-4667-47DE-805E-A7AAC885EB91}" type="presParOf" srcId="{3F1CC4F0-73EA-4745-B528-E29E91C552CC}" destId="{728BF5BA-85C0-4E5A-BE90-2FB486C60CA6}" srcOrd="3" destOrd="0" presId="urn:microsoft.com/office/officeart/2011/layout/HexagonRadial"/>
    <dgm:cxn modelId="{17777D14-144F-49A2-97AC-C150A643BA61}" type="presParOf" srcId="{728BF5BA-85C0-4E5A-BE90-2FB486C60CA6}" destId="{7B58387E-95F0-414A-8BB4-02DF188EAB4D}" srcOrd="0" destOrd="0" presId="urn:microsoft.com/office/officeart/2011/layout/HexagonRadial"/>
    <dgm:cxn modelId="{CD401E91-80E6-405F-A12C-DA975BE60D0A}" type="presParOf" srcId="{3F1CC4F0-73EA-4745-B528-E29E91C552CC}" destId="{2258E08D-C511-45C1-88FC-79EE557BC5D2}" srcOrd="4" destOrd="0" presId="urn:microsoft.com/office/officeart/2011/layout/HexagonRadial"/>
    <dgm:cxn modelId="{27817468-A943-4804-9638-00DB34A322AA}" type="presParOf" srcId="{3F1CC4F0-73EA-4745-B528-E29E91C552CC}" destId="{CA4E74F1-37E5-46CD-8BBF-BB93BCF0C6F1}" srcOrd="5" destOrd="0" presId="urn:microsoft.com/office/officeart/2011/layout/HexagonRadial"/>
    <dgm:cxn modelId="{F9834F23-05F6-4EEE-8437-D36587F1CA02}" type="presParOf" srcId="{CA4E74F1-37E5-46CD-8BBF-BB93BCF0C6F1}" destId="{D5467BC9-BC23-4EA4-84FC-758D21CE41D1}" srcOrd="0" destOrd="0" presId="urn:microsoft.com/office/officeart/2011/layout/HexagonRadial"/>
    <dgm:cxn modelId="{60EA02CE-4E8F-47AE-BDD6-11BB016C0B9F}" type="presParOf" srcId="{3F1CC4F0-73EA-4745-B528-E29E91C552CC}" destId="{5F96DCF6-EEE3-4CD6-9447-8CB52EC216E7}" srcOrd="6" destOrd="0" presId="urn:microsoft.com/office/officeart/2011/layout/HexagonRadial"/>
    <dgm:cxn modelId="{4BC99203-BB1B-4E98-8638-DEFE8441FD10}" type="presParOf" srcId="{3F1CC4F0-73EA-4745-B528-E29E91C552CC}" destId="{EA845BF5-3570-4754-9E42-02D0DD37B7CA}" srcOrd="7" destOrd="0" presId="urn:microsoft.com/office/officeart/2011/layout/HexagonRadial"/>
    <dgm:cxn modelId="{D8466C1C-F3BC-4C11-9812-8F1158ABCC57}" type="presParOf" srcId="{EA845BF5-3570-4754-9E42-02D0DD37B7CA}" destId="{CB2F6DAB-04AB-4996-9D11-AB9F60C3115D}" srcOrd="0" destOrd="0" presId="urn:microsoft.com/office/officeart/2011/layout/HexagonRadial"/>
    <dgm:cxn modelId="{6A1B2E57-C356-4261-9B9B-53B0960E94F0}" type="presParOf" srcId="{3F1CC4F0-73EA-4745-B528-E29E91C552CC}" destId="{3CE32F15-5B1A-428B-9012-ECE6EF9D126B}" srcOrd="8" destOrd="0" presId="urn:microsoft.com/office/officeart/2011/layout/HexagonRadial"/>
    <dgm:cxn modelId="{3BAA4B4E-3527-482B-803F-71A41A7D79DB}" type="presParOf" srcId="{3F1CC4F0-73EA-4745-B528-E29E91C552CC}" destId="{85519524-84DF-4685-A6A3-9FD133795DCF}" srcOrd="9" destOrd="0" presId="urn:microsoft.com/office/officeart/2011/layout/HexagonRadial"/>
    <dgm:cxn modelId="{EFBE8BC7-2142-4D27-AE35-0ECB90F55AF1}" type="presParOf" srcId="{85519524-84DF-4685-A6A3-9FD133795DCF}" destId="{249BBD77-F519-405E-A658-9E9BD3A564D9}" srcOrd="0" destOrd="0" presId="urn:microsoft.com/office/officeart/2011/layout/HexagonRadial"/>
    <dgm:cxn modelId="{B130CBFE-C467-42BB-8A30-B2D465CD7BE3}" type="presParOf" srcId="{3F1CC4F0-73EA-4745-B528-E29E91C552CC}" destId="{7DFA65E6-848C-41D8-A244-6EBB36EAE432}" srcOrd="10" destOrd="0" presId="urn:microsoft.com/office/officeart/2011/layout/HexagonRadial"/>
    <dgm:cxn modelId="{7D740526-BD7B-4C7B-AC4F-3F91EBA0DF4E}" type="presParOf" srcId="{3F1CC4F0-73EA-4745-B528-E29E91C552CC}" destId="{DDC13FFE-058C-43C2-9EEF-E1F87C6872EB}" srcOrd="11" destOrd="0" presId="urn:microsoft.com/office/officeart/2011/layout/HexagonRadial"/>
    <dgm:cxn modelId="{0112D87B-1C06-4337-A206-3D1D4A89A171}" type="presParOf" srcId="{DDC13FFE-058C-43C2-9EEF-E1F87C6872EB}" destId="{90F10AA5-53AB-4FFE-AAB9-B0BF040C7DB0}" srcOrd="0" destOrd="0" presId="urn:microsoft.com/office/officeart/2011/layout/HexagonRadial"/>
    <dgm:cxn modelId="{CB5DBAA9-D3D5-49EB-B4FB-47A1F6D3D29E}" type="presParOf" srcId="{3F1CC4F0-73EA-4745-B528-E29E91C552CC}" destId="{968CDE31-0440-42AC-9974-2F627298874D}" srcOrd="12" destOrd="0" presId="urn:microsoft.com/office/officeart/2011/layout/HexagonRadial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09445A27-E42D-4264-B74C-A408A6452A43}" type="doc">
      <dgm:prSet loTypeId="urn:microsoft.com/office/officeart/2011/layout/HexagonRadial" loCatId="officeonline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GB"/>
        </a:p>
      </dgm:t>
    </dgm:pt>
    <dgm:pt modelId="{BEED4FF1-9DD2-4141-B7ED-932C17C75CC9}">
      <dgm:prSet phldrT="[Text]" custT="1"/>
      <dgm:spPr/>
      <dgm:t>
        <a:bodyPr/>
        <a:lstStyle/>
        <a:p>
          <a:r>
            <a:rPr lang="en-GB" sz="2400" b="0" dirty="0"/>
            <a:t>The relationship between software and hardware</a:t>
          </a:r>
        </a:p>
      </dgm:t>
    </dgm:pt>
    <dgm:pt modelId="{F93D47D1-0D42-49E8-BBD7-33364DFC48A1}" type="parTrans" cxnId="{0F5CCAAB-40C7-48DA-BC8B-1939023E419D}">
      <dgm:prSet/>
      <dgm:spPr/>
      <dgm:t>
        <a:bodyPr/>
        <a:lstStyle/>
        <a:p>
          <a:endParaRPr lang="en-GB"/>
        </a:p>
      </dgm:t>
    </dgm:pt>
    <dgm:pt modelId="{F74991B4-1203-42FD-93F8-0783C393A7B5}" type="sibTrans" cxnId="{0F5CCAAB-40C7-48DA-BC8B-1939023E419D}">
      <dgm:prSet/>
      <dgm:spPr/>
      <dgm:t>
        <a:bodyPr/>
        <a:lstStyle/>
        <a:p>
          <a:endParaRPr lang="en-GB"/>
        </a:p>
      </dgm:t>
    </dgm:pt>
    <dgm:pt modelId="{86CA1039-63DA-490D-83D7-BEDF586FABB6}">
      <dgm:prSet phldrT="[Text]"/>
      <dgm:spPr/>
      <dgm:t>
        <a:bodyPr/>
        <a:lstStyle/>
        <a:p>
          <a:r>
            <a:rPr lang="en-GB" dirty="0"/>
            <a:t>…application software…</a:t>
          </a:r>
        </a:p>
      </dgm:t>
    </dgm:pt>
    <dgm:pt modelId="{75F8EF14-785A-4287-9D22-3B8BF765BAED}" type="parTrans" cxnId="{D200D690-05F4-49D3-8239-78239A009B75}">
      <dgm:prSet/>
      <dgm:spPr/>
      <dgm:t>
        <a:bodyPr/>
        <a:lstStyle/>
        <a:p>
          <a:endParaRPr lang="en-GB"/>
        </a:p>
      </dgm:t>
    </dgm:pt>
    <dgm:pt modelId="{4F7716B0-17A9-46FA-A06E-BE0457912877}" type="sibTrans" cxnId="{D200D690-05F4-49D3-8239-78239A009B75}">
      <dgm:prSet/>
      <dgm:spPr/>
      <dgm:t>
        <a:bodyPr/>
        <a:lstStyle/>
        <a:p>
          <a:endParaRPr lang="en-GB"/>
        </a:p>
      </dgm:t>
    </dgm:pt>
    <dgm:pt modelId="{C9462DF5-A960-4A59-BCE3-2B07B5E27346}">
      <dgm:prSet phldrT="[Text]"/>
      <dgm:spPr/>
      <dgm:t>
        <a:bodyPr/>
        <a:lstStyle/>
        <a:p>
          <a:r>
            <a:rPr lang="en-GB" dirty="0"/>
            <a:t>…talks to the operating system….</a:t>
          </a:r>
        </a:p>
      </dgm:t>
    </dgm:pt>
    <dgm:pt modelId="{31667DCF-2137-4C1B-A509-04F30BD667A6}" type="parTrans" cxnId="{E7678DC5-9530-41C8-835E-141F9BB89BC8}">
      <dgm:prSet/>
      <dgm:spPr/>
      <dgm:t>
        <a:bodyPr/>
        <a:lstStyle/>
        <a:p>
          <a:endParaRPr lang="en-GB"/>
        </a:p>
      </dgm:t>
    </dgm:pt>
    <dgm:pt modelId="{47199209-FA76-4E0E-85A4-4F49562D6631}" type="sibTrans" cxnId="{E7678DC5-9530-41C8-835E-141F9BB89BC8}">
      <dgm:prSet/>
      <dgm:spPr/>
      <dgm:t>
        <a:bodyPr/>
        <a:lstStyle/>
        <a:p>
          <a:endParaRPr lang="en-GB"/>
        </a:p>
      </dgm:t>
    </dgm:pt>
    <dgm:pt modelId="{6F6F0E4F-F4C6-4116-98F3-8A9CC186E381}">
      <dgm:prSet phldrT="[Text]"/>
      <dgm:spPr/>
      <dgm:t>
        <a:bodyPr/>
        <a:lstStyle/>
        <a:p>
          <a:r>
            <a:rPr lang="en-GB" dirty="0"/>
            <a:t>…which then interacts with…</a:t>
          </a:r>
        </a:p>
      </dgm:t>
    </dgm:pt>
    <dgm:pt modelId="{F98C524D-EF5D-4903-BCFC-350109BD925B}" type="parTrans" cxnId="{9BB42265-BFEF-489F-BF74-7A7D76C68978}">
      <dgm:prSet/>
      <dgm:spPr/>
      <dgm:t>
        <a:bodyPr/>
        <a:lstStyle/>
        <a:p>
          <a:endParaRPr lang="en-GB"/>
        </a:p>
      </dgm:t>
    </dgm:pt>
    <dgm:pt modelId="{E090070F-7421-44B9-9DE6-89C392BE5782}" type="sibTrans" cxnId="{9BB42265-BFEF-489F-BF74-7A7D76C68978}">
      <dgm:prSet/>
      <dgm:spPr/>
      <dgm:t>
        <a:bodyPr/>
        <a:lstStyle/>
        <a:p>
          <a:endParaRPr lang="en-GB"/>
        </a:p>
      </dgm:t>
    </dgm:pt>
    <dgm:pt modelId="{F7EE49EE-1559-4410-A6A4-601A040E0B48}">
      <dgm:prSet phldrT="[Text]"/>
      <dgm:spPr>
        <a:effectLst>
          <a:glow rad="228600">
            <a:schemeClr val="accent2">
              <a:satMod val="175000"/>
              <a:alpha val="40000"/>
            </a:schemeClr>
          </a:glow>
        </a:effectLst>
      </dgm:spPr>
      <dgm:t>
        <a:bodyPr/>
        <a:lstStyle/>
        <a:p>
          <a:r>
            <a:rPr lang="en-GB" dirty="0"/>
            <a:t>…hardware, which talks back to…</a:t>
          </a:r>
        </a:p>
      </dgm:t>
    </dgm:pt>
    <dgm:pt modelId="{B5777CEF-0055-4B26-9507-DD7411DE7759}" type="parTrans" cxnId="{2B83F9AC-5155-4473-A8E8-D5692540D256}">
      <dgm:prSet/>
      <dgm:spPr/>
      <dgm:t>
        <a:bodyPr/>
        <a:lstStyle/>
        <a:p>
          <a:endParaRPr lang="en-GB"/>
        </a:p>
      </dgm:t>
    </dgm:pt>
    <dgm:pt modelId="{5798199A-E3C3-491B-A9E3-B59100193B20}" type="sibTrans" cxnId="{2B83F9AC-5155-4473-A8E8-D5692540D256}">
      <dgm:prSet/>
      <dgm:spPr/>
      <dgm:t>
        <a:bodyPr/>
        <a:lstStyle/>
        <a:p>
          <a:endParaRPr lang="en-GB"/>
        </a:p>
      </dgm:t>
    </dgm:pt>
    <dgm:pt modelId="{D4C16871-ACF6-425F-AAD9-CFB88AB9A7E6}">
      <dgm:prSet phldrT="[Text]"/>
      <dgm:spPr/>
      <dgm:t>
        <a:bodyPr/>
        <a:lstStyle/>
        <a:p>
          <a:r>
            <a:rPr lang="en-GB" dirty="0"/>
            <a:t>…the operating system…</a:t>
          </a:r>
        </a:p>
      </dgm:t>
    </dgm:pt>
    <dgm:pt modelId="{6844ADB0-92D2-4200-9770-192C582069C6}" type="parTrans" cxnId="{FEEF31AF-0D7F-4ACC-A0F6-3F9D6209CD2B}">
      <dgm:prSet/>
      <dgm:spPr/>
      <dgm:t>
        <a:bodyPr/>
        <a:lstStyle/>
        <a:p>
          <a:endParaRPr lang="en-GB"/>
        </a:p>
      </dgm:t>
    </dgm:pt>
    <dgm:pt modelId="{2B4D0D68-ED8B-44E2-ACBE-9E042395D786}" type="sibTrans" cxnId="{FEEF31AF-0D7F-4ACC-A0F6-3F9D6209CD2B}">
      <dgm:prSet/>
      <dgm:spPr/>
      <dgm:t>
        <a:bodyPr/>
        <a:lstStyle/>
        <a:p>
          <a:endParaRPr lang="en-GB"/>
        </a:p>
      </dgm:t>
    </dgm:pt>
    <dgm:pt modelId="{B85CEFF5-C36F-48E4-A36E-945A235A4D3E}">
      <dgm:prSet phldrT="[Text]"/>
      <dgm:spPr/>
      <dgm:t>
        <a:bodyPr/>
        <a:lstStyle/>
        <a:p>
          <a:r>
            <a:rPr lang="en-GB" dirty="0"/>
            <a:t>…which talks back to the…</a:t>
          </a:r>
        </a:p>
      </dgm:t>
    </dgm:pt>
    <dgm:pt modelId="{9B2B6AC1-2E71-426F-816A-45D114FBDA1A}" type="parTrans" cxnId="{BFF0D406-7C7B-4682-8EB8-07B0765FC6FA}">
      <dgm:prSet/>
      <dgm:spPr/>
      <dgm:t>
        <a:bodyPr/>
        <a:lstStyle/>
        <a:p>
          <a:endParaRPr lang="en-GB"/>
        </a:p>
      </dgm:t>
    </dgm:pt>
    <dgm:pt modelId="{F46BC0E6-237F-4E7A-9DA7-531981E39855}" type="sibTrans" cxnId="{BFF0D406-7C7B-4682-8EB8-07B0765FC6FA}">
      <dgm:prSet/>
      <dgm:spPr/>
      <dgm:t>
        <a:bodyPr/>
        <a:lstStyle/>
        <a:p>
          <a:endParaRPr lang="en-GB"/>
        </a:p>
      </dgm:t>
    </dgm:pt>
    <dgm:pt modelId="{3F1CC4F0-73EA-4745-B528-E29E91C552CC}" type="pres">
      <dgm:prSet presAssocID="{09445A27-E42D-4264-B74C-A408A6452A43}" presName="Name0" presStyleCnt="0">
        <dgm:presLayoutVars>
          <dgm:chMax val="1"/>
          <dgm:chPref val="1"/>
          <dgm:dir/>
          <dgm:animOne val="branch"/>
          <dgm:animLvl val="lvl"/>
        </dgm:presLayoutVars>
      </dgm:prSet>
      <dgm:spPr/>
    </dgm:pt>
    <dgm:pt modelId="{7FF55550-128F-4A74-872E-58EF120E36AB}" type="pres">
      <dgm:prSet presAssocID="{BEED4FF1-9DD2-4141-B7ED-932C17C75CC9}" presName="Parent" presStyleLbl="node0" presStyleIdx="0" presStyleCnt="1">
        <dgm:presLayoutVars>
          <dgm:chMax val="6"/>
          <dgm:chPref val="6"/>
        </dgm:presLayoutVars>
      </dgm:prSet>
      <dgm:spPr/>
    </dgm:pt>
    <dgm:pt modelId="{9A2EA12C-6BA2-428C-86E2-7E919634704C}" type="pres">
      <dgm:prSet presAssocID="{86CA1039-63DA-490D-83D7-BEDF586FABB6}" presName="Accent1" presStyleCnt="0"/>
      <dgm:spPr/>
    </dgm:pt>
    <dgm:pt modelId="{249E8E8E-FD91-4D88-B49F-66ADE52A5FFD}" type="pres">
      <dgm:prSet presAssocID="{86CA1039-63DA-490D-83D7-BEDF586FABB6}" presName="Accent" presStyleLbl="bgShp" presStyleIdx="0" presStyleCnt="6"/>
      <dgm:spPr/>
    </dgm:pt>
    <dgm:pt modelId="{58A9AFD3-AB82-46A0-A7F9-F8C1B2FDD5C4}" type="pres">
      <dgm:prSet presAssocID="{86CA1039-63DA-490D-83D7-BEDF586FABB6}" presName="Child1" presStyleLbl="node1" presStyleIdx="0" presStyleCnt="6">
        <dgm:presLayoutVars>
          <dgm:chMax val="0"/>
          <dgm:chPref val="0"/>
          <dgm:bulletEnabled val="1"/>
        </dgm:presLayoutVars>
      </dgm:prSet>
      <dgm:spPr/>
    </dgm:pt>
    <dgm:pt modelId="{728BF5BA-85C0-4E5A-BE90-2FB486C60CA6}" type="pres">
      <dgm:prSet presAssocID="{C9462DF5-A960-4A59-BCE3-2B07B5E27346}" presName="Accent2" presStyleCnt="0"/>
      <dgm:spPr/>
    </dgm:pt>
    <dgm:pt modelId="{7B58387E-95F0-414A-8BB4-02DF188EAB4D}" type="pres">
      <dgm:prSet presAssocID="{C9462DF5-A960-4A59-BCE3-2B07B5E27346}" presName="Accent" presStyleLbl="bgShp" presStyleIdx="1" presStyleCnt="6"/>
      <dgm:spPr/>
    </dgm:pt>
    <dgm:pt modelId="{2258E08D-C511-45C1-88FC-79EE557BC5D2}" type="pres">
      <dgm:prSet presAssocID="{C9462DF5-A960-4A59-BCE3-2B07B5E27346}" presName="Child2" presStyleLbl="node1" presStyleIdx="1" presStyleCnt="6">
        <dgm:presLayoutVars>
          <dgm:chMax val="0"/>
          <dgm:chPref val="0"/>
          <dgm:bulletEnabled val="1"/>
        </dgm:presLayoutVars>
      </dgm:prSet>
      <dgm:spPr/>
    </dgm:pt>
    <dgm:pt modelId="{CA4E74F1-37E5-46CD-8BBF-BB93BCF0C6F1}" type="pres">
      <dgm:prSet presAssocID="{6F6F0E4F-F4C6-4116-98F3-8A9CC186E381}" presName="Accent3" presStyleCnt="0"/>
      <dgm:spPr/>
    </dgm:pt>
    <dgm:pt modelId="{D5467BC9-BC23-4EA4-84FC-758D21CE41D1}" type="pres">
      <dgm:prSet presAssocID="{6F6F0E4F-F4C6-4116-98F3-8A9CC186E381}" presName="Accent" presStyleLbl="bgShp" presStyleIdx="2" presStyleCnt="6"/>
      <dgm:spPr/>
    </dgm:pt>
    <dgm:pt modelId="{5F96DCF6-EEE3-4CD6-9447-8CB52EC216E7}" type="pres">
      <dgm:prSet presAssocID="{6F6F0E4F-F4C6-4116-98F3-8A9CC186E381}" presName="Child3" presStyleLbl="node1" presStyleIdx="2" presStyleCnt="6">
        <dgm:presLayoutVars>
          <dgm:chMax val="0"/>
          <dgm:chPref val="0"/>
          <dgm:bulletEnabled val="1"/>
        </dgm:presLayoutVars>
      </dgm:prSet>
      <dgm:spPr/>
    </dgm:pt>
    <dgm:pt modelId="{EA845BF5-3570-4754-9E42-02D0DD37B7CA}" type="pres">
      <dgm:prSet presAssocID="{F7EE49EE-1559-4410-A6A4-601A040E0B48}" presName="Accent4" presStyleCnt="0"/>
      <dgm:spPr/>
    </dgm:pt>
    <dgm:pt modelId="{CB2F6DAB-04AB-4996-9D11-AB9F60C3115D}" type="pres">
      <dgm:prSet presAssocID="{F7EE49EE-1559-4410-A6A4-601A040E0B48}" presName="Accent" presStyleLbl="bgShp" presStyleIdx="3" presStyleCnt="6"/>
      <dgm:spPr/>
    </dgm:pt>
    <dgm:pt modelId="{3CE32F15-5B1A-428B-9012-ECE6EF9D126B}" type="pres">
      <dgm:prSet presAssocID="{F7EE49EE-1559-4410-A6A4-601A040E0B48}" presName="Child4" presStyleLbl="node1" presStyleIdx="3" presStyleCnt="6">
        <dgm:presLayoutVars>
          <dgm:chMax val="0"/>
          <dgm:chPref val="0"/>
          <dgm:bulletEnabled val="1"/>
        </dgm:presLayoutVars>
      </dgm:prSet>
      <dgm:spPr/>
    </dgm:pt>
    <dgm:pt modelId="{85519524-84DF-4685-A6A3-9FD133795DCF}" type="pres">
      <dgm:prSet presAssocID="{D4C16871-ACF6-425F-AAD9-CFB88AB9A7E6}" presName="Accent5" presStyleCnt="0"/>
      <dgm:spPr/>
    </dgm:pt>
    <dgm:pt modelId="{249BBD77-F519-405E-A658-9E9BD3A564D9}" type="pres">
      <dgm:prSet presAssocID="{D4C16871-ACF6-425F-AAD9-CFB88AB9A7E6}" presName="Accent" presStyleLbl="bgShp" presStyleIdx="4" presStyleCnt="6"/>
      <dgm:spPr/>
    </dgm:pt>
    <dgm:pt modelId="{7DFA65E6-848C-41D8-A244-6EBB36EAE432}" type="pres">
      <dgm:prSet presAssocID="{D4C16871-ACF6-425F-AAD9-CFB88AB9A7E6}" presName="Child5" presStyleLbl="node1" presStyleIdx="4" presStyleCnt="6">
        <dgm:presLayoutVars>
          <dgm:chMax val="0"/>
          <dgm:chPref val="0"/>
          <dgm:bulletEnabled val="1"/>
        </dgm:presLayoutVars>
      </dgm:prSet>
      <dgm:spPr/>
    </dgm:pt>
    <dgm:pt modelId="{DDC13FFE-058C-43C2-9EEF-E1F87C6872EB}" type="pres">
      <dgm:prSet presAssocID="{B85CEFF5-C36F-48E4-A36E-945A235A4D3E}" presName="Accent6" presStyleCnt="0"/>
      <dgm:spPr/>
    </dgm:pt>
    <dgm:pt modelId="{90F10AA5-53AB-4FFE-AAB9-B0BF040C7DB0}" type="pres">
      <dgm:prSet presAssocID="{B85CEFF5-C36F-48E4-A36E-945A235A4D3E}" presName="Accent" presStyleLbl="bgShp" presStyleIdx="5" presStyleCnt="6"/>
      <dgm:spPr/>
    </dgm:pt>
    <dgm:pt modelId="{968CDE31-0440-42AC-9974-2F627298874D}" type="pres">
      <dgm:prSet presAssocID="{B85CEFF5-C36F-48E4-A36E-945A235A4D3E}" presName="Child6" presStyleLbl="node1" presStyleIdx="5" presStyleCnt="6">
        <dgm:presLayoutVars>
          <dgm:chMax val="0"/>
          <dgm:chPref val="0"/>
          <dgm:bulletEnabled val="1"/>
        </dgm:presLayoutVars>
      </dgm:prSet>
      <dgm:spPr/>
    </dgm:pt>
  </dgm:ptLst>
  <dgm:cxnLst>
    <dgm:cxn modelId="{BFF0D406-7C7B-4682-8EB8-07B0765FC6FA}" srcId="{BEED4FF1-9DD2-4141-B7ED-932C17C75CC9}" destId="{B85CEFF5-C36F-48E4-A36E-945A235A4D3E}" srcOrd="5" destOrd="0" parTransId="{9B2B6AC1-2E71-426F-816A-45D114FBDA1A}" sibTransId="{F46BC0E6-237F-4E7A-9DA7-531981E39855}"/>
    <dgm:cxn modelId="{41FB201F-8C86-4523-BCF6-5B3444830A52}" type="presOf" srcId="{86CA1039-63DA-490D-83D7-BEDF586FABB6}" destId="{58A9AFD3-AB82-46A0-A7F9-F8C1B2FDD5C4}" srcOrd="0" destOrd="0" presId="urn:microsoft.com/office/officeart/2011/layout/HexagonRadial"/>
    <dgm:cxn modelId="{3DCA0623-12D5-4858-9588-D4E65FF37F9A}" type="presOf" srcId="{C9462DF5-A960-4A59-BCE3-2B07B5E27346}" destId="{2258E08D-C511-45C1-88FC-79EE557BC5D2}" srcOrd="0" destOrd="0" presId="urn:microsoft.com/office/officeart/2011/layout/HexagonRadial"/>
    <dgm:cxn modelId="{9BB42265-BFEF-489F-BF74-7A7D76C68978}" srcId="{BEED4FF1-9DD2-4141-B7ED-932C17C75CC9}" destId="{6F6F0E4F-F4C6-4116-98F3-8A9CC186E381}" srcOrd="2" destOrd="0" parTransId="{F98C524D-EF5D-4903-BCFC-350109BD925B}" sibTransId="{E090070F-7421-44B9-9DE6-89C392BE5782}"/>
    <dgm:cxn modelId="{0B071F6B-80FB-4C0A-9CA5-D85D46A9BABD}" type="presOf" srcId="{F7EE49EE-1559-4410-A6A4-601A040E0B48}" destId="{3CE32F15-5B1A-428B-9012-ECE6EF9D126B}" srcOrd="0" destOrd="0" presId="urn:microsoft.com/office/officeart/2011/layout/HexagonRadial"/>
    <dgm:cxn modelId="{966AD573-4EE9-4361-AF8E-711C3F8BAF53}" type="presOf" srcId="{B85CEFF5-C36F-48E4-A36E-945A235A4D3E}" destId="{968CDE31-0440-42AC-9974-2F627298874D}" srcOrd="0" destOrd="0" presId="urn:microsoft.com/office/officeart/2011/layout/HexagonRadial"/>
    <dgm:cxn modelId="{EB26A27F-C109-45D3-BD1E-ED37F2FF2447}" type="presOf" srcId="{BEED4FF1-9DD2-4141-B7ED-932C17C75CC9}" destId="{7FF55550-128F-4A74-872E-58EF120E36AB}" srcOrd="0" destOrd="0" presId="urn:microsoft.com/office/officeart/2011/layout/HexagonRadial"/>
    <dgm:cxn modelId="{D200D690-05F4-49D3-8239-78239A009B75}" srcId="{BEED4FF1-9DD2-4141-B7ED-932C17C75CC9}" destId="{86CA1039-63DA-490D-83D7-BEDF586FABB6}" srcOrd="0" destOrd="0" parTransId="{75F8EF14-785A-4287-9D22-3B8BF765BAED}" sibTransId="{4F7716B0-17A9-46FA-A06E-BE0457912877}"/>
    <dgm:cxn modelId="{13FEBC91-852B-434D-A64E-1335F43D6AF5}" type="presOf" srcId="{09445A27-E42D-4264-B74C-A408A6452A43}" destId="{3F1CC4F0-73EA-4745-B528-E29E91C552CC}" srcOrd="0" destOrd="0" presId="urn:microsoft.com/office/officeart/2011/layout/HexagonRadial"/>
    <dgm:cxn modelId="{0F5CCAAB-40C7-48DA-BC8B-1939023E419D}" srcId="{09445A27-E42D-4264-B74C-A408A6452A43}" destId="{BEED4FF1-9DD2-4141-B7ED-932C17C75CC9}" srcOrd="0" destOrd="0" parTransId="{F93D47D1-0D42-49E8-BBD7-33364DFC48A1}" sibTransId="{F74991B4-1203-42FD-93F8-0783C393A7B5}"/>
    <dgm:cxn modelId="{2B83F9AC-5155-4473-A8E8-D5692540D256}" srcId="{BEED4FF1-9DD2-4141-B7ED-932C17C75CC9}" destId="{F7EE49EE-1559-4410-A6A4-601A040E0B48}" srcOrd="3" destOrd="0" parTransId="{B5777CEF-0055-4B26-9507-DD7411DE7759}" sibTransId="{5798199A-E3C3-491B-A9E3-B59100193B20}"/>
    <dgm:cxn modelId="{FEEF31AF-0D7F-4ACC-A0F6-3F9D6209CD2B}" srcId="{BEED4FF1-9DD2-4141-B7ED-932C17C75CC9}" destId="{D4C16871-ACF6-425F-AAD9-CFB88AB9A7E6}" srcOrd="4" destOrd="0" parTransId="{6844ADB0-92D2-4200-9770-192C582069C6}" sibTransId="{2B4D0D68-ED8B-44E2-ACBE-9E042395D786}"/>
    <dgm:cxn modelId="{E7678DC5-9530-41C8-835E-141F9BB89BC8}" srcId="{BEED4FF1-9DD2-4141-B7ED-932C17C75CC9}" destId="{C9462DF5-A960-4A59-BCE3-2B07B5E27346}" srcOrd="1" destOrd="0" parTransId="{31667DCF-2137-4C1B-A509-04F30BD667A6}" sibTransId="{47199209-FA76-4E0E-85A4-4F49562D6631}"/>
    <dgm:cxn modelId="{E42CD4E5-37BF-4C57-AD09-47B943F09469}" type="presOf" srcId="{D4C16871-ACF6-425F-AAD9-CFB88AB9A7E6}" destId="{7DFA65E6-848C-41D8-A244-6EBB36EAE432}" srcOrd="0" destOrd="0" presId="urn:microsoft.com/office/officeart/2011/layout/HexagonRadial"/>
    <dgm:cxn modelId="{E037A4F3-3B3D-442A-BBE9-A5D6E9703847}" type="presOf" srcId="{6F6F0E4F-F4C6-4116-98F3-8A9CC186E381}" destId="{5F96DCF6-EEE3-4CD6-9447-8CB52EC216E7}" srcOrd="0" destOrd="0" presId="urn:microsoft.com/office/officeart/2011/layout/HexagonRadial"/>
    <dgm:cxn modelId="{36B5E71C-4114-40D0-8EA4-49B32C5FEC7E}" type="presParOf" srcId="{3F1CC4F0-73EA-4745-B528-E29E91C552CC}" destId="{7FF55550-128F-4A74-872E-58EF120E36AB}" srcOrd="0" destOrd="0" presId="urn:microsoft.com/office/officeart/2011/layout/HexagonRadial"/>
    <dgm:cxn modelId="{15CE834C-376A-47FD-87B3-A344C5AA3EBF}" type="presParOf" srcId="{3F1CC4F0-73EA-4745-B528-E29E91C552CC}" destId="{9A2EA12C-6BA2-428C-86E2-7E919634704C}" srcOrd="1" destOrd="0" presId="urn:microsoft.com/office/officeart/2011/layout/HexagonRadial"/>
    <dgm:cxn modelId="{0C89A2BE-C426-48E8-A305-6B1585551509}" type="presParOf" srcId="{9A2EA12C-6BA2-428C-86E2-7E919634704C}" destId="{249E8E8E-FD91-4D88-B49F-66ADE52A5FFD}" srcOrd="0" destOrd="0" presId="urn:microsoft.com/office/officeart/2011/layout/HexagonRadial"/>
    <dgm:cxn modelId="{7ADD7CA6-8190-4831-AA99-70EF5902B693}" type="presParOf" srcId="{3F1CC4F0-73EA-4745-B528-E29E91C552CC}" destId="{58A9AFD3-AB82-46A0-A7F9-F8C1B2FDD5C4}" srcOrd="2" destOrd="0" presId="urn:microsoft.com/office/officeart/2011/layout/HexagonRadial"/>
    <dgm:cxn modelId="{C200B244-4667-47DE-805E-A7AAC885EB91}" type="presParOf" srcId="{3F1CC4F0-73EA-4745-B528-E29E91C552CC}" destId="{728BF5BA-85C0-4E5A-BE90-2FB486C60CA6}" srcOrd="3" destOrd="0" presId="urn:microsoft.com/office/officeart/2011/layout/HexagonRadial"/>
    <dgm:cxn modelId="{17777D14-144F-49A2-97AC-C150A643BA61}" type="presParOf" srcId="{728BF5BA-85C0-4E5A-BE90-2FB486C60CA6}" destId="{7B58387E-95F0-414A-8BB4-02DF188EAB4D}" srcOrd="0" destOrd="0" presId="urn:microsoft.com/office/officeart/2011/layout/HexagonRadial"/>
    <dgm:cxn modelId="{CD401E91-80E6-405F-A12C-DA975BE60D0A}" type="presParOf" srcId="{3F1CC4F0-73EA-4745-B528-E29E91C552CC}" destId="{2258E08D-C511-45C1-88FC-79EE557BC5D2}" srcOrd="4" destOrd="0" presId="urn:microsoft.com/office/officeart/2011/layout/HexagonRadial"/>
    <dgm:cxn modelId="{27817468-A943-4804-9638-00DB34A322AA}" type="presParOf" srcId="{3F1CC4F0-73EA-4745-B528-E29E91C552CC}" destId="{CA4E74F1-37E5-46CD-8BBF-BB93BCF0C6F1}" srcOrd="5" destOrd="0" presId="urn:microsoft.com/office/officeart/2011/layout/HexagonRadial"/>
    <dgm:cxn modelId="{F9834F23-05F6-4EEE-8437-D36587F1CA02}" type="presParOf" srcId="{CA4E74F1-37E5-46CD-8BBF-BB93BCF0C6F1}" destId="{D5467BC9-BC23-4EA4-84FC-758D21CE41D1}" srcOrd="0" destOrd="0" presId="urn:microsoft.com/office/officeart/2011/layout/HexagonRadial"/>
    <dgm:cxn modelId="{60EA02CE-4E8F-47AE-BDD6-11BB016C0B9F}" type="presParOf" srcId="{3F1CC4F0-73EA-4745-B528-E29E91C552CC}" destId="{5F96DCF6-EEE3-4CD6-9447-8CB52EC216E7}" srcOrd="6" destOrd="0" presId="urn:microsoft.com/office/officeart/2011/layout/HexagonRadial"/>
    <dgm:cxn modelId="{4BC99203-BB1B-4E98-8638-DEFE8441FD10}" type="presParOf" srcId="{3F1CC4F0-73EA-4745-B528-E29E91C552CC}" destId="{EA845BF5-3570-4754-9E42-02D0DD37B7CA}" srcOrd="7" destOrd="0" presId="urn:microsoft.com/office/officeart/2011/layout/HexagonRadial"/>
    <dgm:cxn modelId="{D8466C1C-F3BC-4C11-9812-8F1158ABCC57}" type="presParOf" srcId="{EA845BF5-3570-4754-9E42-02D0DD37B7CA}" destId="{CB2F6DAB-04AB-4996-9D11-AB9F60C3115D}" srcOrd="0" destOrd="0" presId="urn:microsoft.com/office/officeart/2011/layout/HexagonRadial"/>
    <dgm:cxn modelId="{6A1B2E57-C356-4261-9B9B-53B0960E94F0}" type="presParOf" srcId="{3F1CC4F0-73EA-4745-B528-E29E91C552CC}" destId="{3CE32F15-5B1A-428B-9012-ECE6EF9D126B}" srcOrd="8" destOrd="0" presId="urn:microsoft.com/office/officeart/2011/layout/HexagonRadial"/>
    <dgm:cxn modelId="{3BAA4B4E-3527-482B-803F-71A41A7D79DB}" type="presParOf" srcId="{3F1CC4F0-73EA-4745-B528-E29E91C552CC}" destId="{85519524-84DF-4685-A6A3-9FD133795DCF}" srcOrd="9" destOrd="0" presId="urn:microsoft.com/office/officeart/2011/layout/HexagonRadial"/>
    <dgm:cxn modelId="{EFBE8BC7-2142-4D27-AE35-0ECB90F55AF1}" type="presParOf" srcId="{85519524-84DF-4685-A6A3-9FD133795DCF}" destId="{249BBD77-F519-405E-A658-9E9BD3A564D9}" srcOrd="0" destOrd="0" presId="urn:microsoft.com/office/officeart/2011/layout/HexagonRadial"/>
    <dgm:cxn modelId="{B130CBFE-C467-42BB-8A30-B2D465CD7BE3}" type="presParOf" srcId="{3F1CC4F0-73EA-4745-B528-E29E91C552CC}" destId="{7DFA65E6-848C-41D8-A244-6EBB36EAE432}" srcOrd="10" destOrd="0" presId="urn:microsoft.com/office/officeart/2011/layout/HexagonRadial"/>
    <dgm:cxn modelId="{7D740526-BD7B-4C7B-AC4F-3F91EBA0DF4E}" type="presParOf" srcId="{3F1CC4F0-73EA-4745-B528-E29E91C552CC}" destId="{DDC13FFE-058C-43C2-9EEF-E1F87C6872EB}" srcOrd="11" destOrd="0" presId="urn:microsoft.com/office/officeart/2011/layout/HexagonRadial"/>
    <dgm:cxn modelId="{0112D87B-1C06-4337-A206-3D1D4A89A171}" type="presParOf" srcId="{DDC13FFE-058C-43C2-9EEF-E1F87C6872EB}" destId="{90F10AA5-53AB-4FFE-AAB9-B0BF040C7DB0}" srcOrd="0" destOrd="0" presId="urn:microsoft.com/office/officeart/2011/layout/HexagonRadial"/>
    <dgm:cxn modelId="{CB5DBAA9-D3D5-49EB-B4FB-47A1F6D3D29E}" type="presParOf" srcId="{3F1CC4F0-73EA-4745-B528-E29E91C552CC}" destId="{968CDE31-0440-42AC-9974-2F627298874D}" srcOrd="12" destOrd="0" presId="urn:microsoft.com/office/officeart/2011/layout/HexagonRadial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09445A27-E42D-4264-B74C-A408A6452A43}" type="doc">
      <dgm:prSet loTypeId="urn:microsoft.com/office/officeart/2011/layout/HexagonRadial" loCatId="officeonline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GB"/>
        </a:p>
      </dgm:t>
    </dgm:pt>
    <dgm:pt modelId="{BEED4FF1-9DD2-4141-B7ED-932C17C75CC9}">
      <dgm:prSet phldrT="[Text]" custT="1"/>
      <dgm:spPr/>
      <dgm:t>
        <a:bodyPr/>
        <a:lstStyle/>
        <a:p>
          <a:r>
            <a:rPr lang="en-GB" sz="2400" b="0" dirty="0"/>
            <a:t>The relationship between software and hardware</a:t>
          </a:r>
        </a:p>
      </dgm:t>
    </dgm:pt>
    <dgm:pt modelId="{F93D47D1-0D42-49E8-BBD7-33364DFC48A1}" type="parTrans" cxnId="{0F5CCAAB-40C7-48DA-BC8B-1939023E419D}">
      <dgm:prSet/>
      <dgm:spPr/>
      <dgm:t>
        <a:bodyPr/>
        <a:lstStyle/>
        <a:p>
          <a:endParaRPr lang="en-GB"/>
        </a:p>
      </dgm:t>
    </dgm:pt>
    <dgm:pt modelId="{F74991B4-1203-42FD-93F8-0783C393A7B5}" type="sibTrans" cxnId="{0F5CCAAB-40C7-48DA-BC8B-1939023E419D}">
      <dgm:prSet/>
      <dgm:spPr/>
      <dgm:t>
        <a:bodyPr/>
        <a:lstStyle/>
        <a:p>
          <a:endParaRPr lang="en-GB"/>
        </a:p>
      </dgm:t>
    </dgm:pt>
    <dgm:pt modelId="{86CA1039-63DA-490D-83D7-BEDF586FABB6}">
      <dgm:prSet phldrT="[Text]"/>
      <dgm:spPr/>
      <dgm:t>
        <a:bodyPr/>
        <a:lstStyle/>
        <a:p>
          <a:r>
            <a:rPr lang="en-GB" dirty="0"/>
            <a:t>…application software…</a:t>
          </a:r>
        </a:p>
      </dgm:t>
    </dgm:pt>
    <dgm:pt modelId="{75F8EF14-785A-4287-9D22-3B8BF765BAED}" type="parTrans" cxnId="{D200D690-05F4-49D3-8239-78239A009B75}">
      <dgm:prSet/>
      <dgm:spPr/>
      <dgm:t>
        <a:bodyPr/>
        <a:lstStyle/>
        <a:p>
          <a:endParaRPr lang="en-GB"/>
        </a:p>
      </dgm:t>
    </dgm:pt>
    <dgm:pt modelId="{4F7716B0-17A9-46FA-A06E-BE0457912877}" type="sibTrans" cxnId="{D200D690-05F4-49D3-8239-78239A009B75}">
      <dgm:prSet/>
      <dgm:spPr/>
      <dgm:t>
        <a:bodyPr/>
        <a:lstStyle/>
        <a:p>
          <a:endParaRPr lang="en-GB"/>
        </a:p>
      </dgm:t>
    </dgm:pt>
    <dgm:pt modelId="{C9462DF5-A960-4A59-BCE3-2B07B5E27346}">
      <dgm:prSet phldrT="[Text]"/>
      <dgm:spPr/>
      <dgm:t>
        <a:bodyPr/>
        <a:lstStyle/>
        <a:p>
          <a:r>
            <a:rPr lang="en-GB" dirty="0"/>
            <a:t>…talks to the operating system….</a:t>
          </a:r>
        </a:p>
      </dgm:t>
    </dgm:pt>
    <dgm:pt modelId="{31667DCF-2137-4C1B-A509-04F30BD667A6}" type="parTrans" cxnId="{E7678DC5-9530-41C8-835E-141F9BB89BC8}">
      <dgm:prSet/>
      <dgm:spPr/>
      <dgm:t>
        <a:bodyPr/>
        <a:lstStyle/>
        <a:p>
          <a:endParaRPr lang="en-GB"/>
        </a:p>
      </dgm:t>
    </dgm:pt>
    <dgm:pt modelId="{47199209-FA76-4E0E-85A4-4F49562D6631}" type="sibTrans" cxnId="{E7678DC5-9530-41C8-835E-141F9BB89BC8}">
      <dgm:prSet/>
      <dgm:spPr/>
      <dgm:t>
        <a:bodyPr/>
        <a:lstStyle/>
        <a:p>
          <a:endParaRPr lang="en-GB"/>
        </a:p>
      </dgm:t>
    </dgm:pt>
    <dgm:pt modelId="{6F6F0E4F-F4C6-4116-98F3-8A9CC186E381}">
      <dgm:prSet phldrT="[Text]"/>
      <dgm:spPr/>
      <dgm:t>
        <a:bodyPr/>
        <a:lstStyle/>
        <a:p>
          <a:r>
            <a:rPr lang="en-GB" dirty="0"/>
            <a:t>…which then interacts with…</a:t>
          </a:r>
        </a:p>
      </dgm:t>
    </dgm:pt>
    <dgm:pt modelId="{F98C524D-EF5D-4903-BCFC-350109BD925B}" type="parTrans" cxnId="{9BB42265-BFEF-489F-BF74-7A7D76C68978}">
      <dgm:prSet/>
      <dgm:spPr/>
      <dgm:t>
        <a:bodyPr/>
        <a:lstStyle/>
        <a:p>
          <a:endParaRPr lang="en-GB"/>
        </a:p>
      </dgm:t>
    </dgm:pt>
    <dgm:pt modelId="{E090070F-7421-44B9-9DE6-89C392BE5782}" type="sibTrans" cxnId="{9BB42265-BFEF-489F-BF74-7A7D76C68978}">
      <dgm:prSet/>
      <dgm:spPr/>
      <dgm:t>
        <a:bodyPr/>
        <a:lstStyle/>
        <a:p>
          <a:endParaRPr lang="en-GB"/>
        </a:p>
      </dgm:t>
    </dgm:pt>
    <dgm:pt modelId="{F7EE49EE-1559-4410-A6A4-601A040E0B48}">
      <dgm:prSet phldrT="[Text]"/>
      <dgm:spPr/>
      <dgm:t>
        <a:bodyPr/>
        <a:lstStyle/>
        <a:p>
          <a:r>
            <a:rPr lang="en-GB" dirty="0"/>
            <a:t>…hardware, which talks back to…</a:t>
          </a:r>
        </a:p>
      </dgm:t>
    </dgm:pt>
    <dgm:pt modelId="{B5777CEF-0055-4B26-9507-DD7411DE7759}" type="parTrans" cxnId="{2B83F9AC-5155-4473-A8E8-D5692540D256}">
      <dgm:prSet/>
      <dgm:spPr/>
      <dgm:t>
        <a:bodyPr/>
        <a:lstStyle/>
        <a:p>
          <a:endParaRPr lang="en-GB"/>
        </a:p>
      </dgm:t>
    </dgm:pt>
    <dgm:pt modelId="{5798199A-E3C3-491B-A9E3-B59100193B20}" type="sibTrans" cxnId="{2B83F9AC-5155-4473-A8E8-D5692540D256}">
      <dgm:prSet/>
      <dgm:spPr/>
      <dgm:t>
        <a:bodyPr/>
        <a:lstStyle/>
        <a:p>
          <a:endParaRPr lang="en-GB"/>
        </a:p>
      </dgm:t>
    </dgm:pt>
    <dgm:pt modelId="{D4C16871-ACF6-425F-AAD9-CFB88AB9A7E6}">
      <dgm:prSet phldrT="[Text]"/>
      <dgm:spPr>
        <a:effectLst>
          <a:glow rad="228600">
            <a:schemeClr val="accent2">
              <a:satMod val="175000"/>
              <a:alpha val="40000"/>
            </a:schemeClr>
          </a:glow>
        </a:effectLst>
      </dgm:spPr>
      <dgm:t>
        <a:bodyPr/>
        <a:lstStyle/>
        <a:p>
          <a:r>
            <a:rPr lang="en-GB" dirty="0"/>
            <a:t>…the operating system…</a:t>
          </a:r>
        </a:p>
      </dgm:t>
    </dgm:pt>
    <dgm:pt modelId="{6844ADB0-92D2-4200-9770-192C582069C6}" type="parTrans" cxnId="{FEEF31AF-0D7F-4ACC-A0F6-3F9D6209CD2B}">
      <dgm:prSet/>
      <dgm:spPr/>
      <dgm:t>
        <a:bodyPr/>
        <a:lstStyle/>
        <a:p>
          <a:endParaRPr lang="en-GB"/>
        </a:p>
      </dgm:t>
    </dgm:pt>
    <dgm:pt modelId="{2B4D0D68-ED8B-44E2-ACBE-9E042395D786}" type="sibTrans" cxnId="{FEEF31AF-0D7F-4ACC-A0F6-3F9D6209CD2B}">
      <dgm:prSet/>
      <dgm:spPr/>
      <dgm:t>
        <a:bodyPr/>
        <a:lstStyle/>
        <a:p>
          <a:endParaRPr lang="en-GB"/>
        </a:p>
      </dgm:t>
    </dgm:pt>
    <dgm:pt modelId="{B85CEFF5-C36F-48E4-A36E-945A235A4D3E}">
      <dgm:prSet phldrT="[Text]"/>
      <dgm:spPr/>
      <dgm:t>
        <a:bodyPr/>
        <a:lstStyle/>
        <a:p>
          <a:r>
            <a:rPr lang="en-GB" dirty="0"/>
            <a:t>…which talks back to the…</a:t>
          </a:r>
        </a:p>
      </dgm:t>
    </dgm:pt>
    <dgm:pt modelId="{9B2B6AC1-2E71-426F-816A-45D114FBDA1A}" type="parTrans" cxnId="{BFF0D406-7C7B-4682-8EB8-07B0765FC6FA}">
      <dgm:prSet/>
      <dgm:spPr/>
      <dgm:t>
        <a:bodyPr/>
        <a:lstStyle/>
        <a:p>
          <a:endParaRPr lang="en-GB"/>
        </a:p>
      </dgm:t>
    </dgm:pt>
    <dgm:pt modelId="{F46BC0E6-237F-4E7A-9DA7-531981E39855}" type="sibTrans" cxnId="{BFF0D406-7C7B-4682-8EB8-07B0765FC6FA}">
      <dgm:prSet/>
      <dgm:spPr/>
      <dgm:t>
        <a:bodyPr/>
        <a:lstStyle/>
        <a:p>
          <a:endParaRPr lang="en-GB"/>
        </a:p>
      </dgm:t>
    </dgm:pt>
    <dgm:pt modelId="{3F1CC4F0-73EA-4745-B528-E29E91C552CC}" type="pres">
      <dgm:prSet presAssocID="{09445A27-E42D-4264-B74C-A408A6452A43}" presName="Name0" presStyleCnt="0">
        <dgm:presLayoutVars>
          <dgm:chMax val="1"/>
          <dgm:chPref val="1"/>
          <dgm:dir/>
          <dgm:animOne val="branch"/>
          <dgm:animLvl val="lvl"/>
        </dgm:presLayoutVars>
      </dgm:prSet>
      <dgm:spPr/>
    </dgm:pt>
    <dgm:pt modelId="{7FF55550-128F-4A74-872E-58EF120E36AB}" type="pres">
      <dgm:prSet presAssocID="{BEED4FF1-9DD2-4141-B7ED-932C17C75CC9}" presName="Parent" presStyleLbl="node0" presStyleIdx="0" presStyleCnt="1">
        <dgm:presLayoutVars>
          <dgm:chMax val="6"/>
          <dgm:chPref val="6"/>
        </dgm:presLayoutVars>
      </dgm:prSet>
      <dgm:spPr/>
    </dgm:pt>
    <dgm:pt modelId="{9A2EA12C-6BA2-428C-86E2-7E919634704C}" type="pres">
      <dgm:prSet presAssocID="{86CA1039-63DA-490D-83D7-BEDF586FABB6}" presName="Accent1" presStyleCnt="0"/>
      <dgm:spPr/>
    </dgm:pt>
    <dgm:pt modelId="{249E8E8E-FD91-4D88-B49F-66ADE52A5FFD}" type="pres">
      <dgm:prSet presAssocID="{86CA1039-63DA-490D-83D7-BEDF586FABB6}" presName="Accent" presStyleLbl="bgShp" presStyleIdx="0" presStyleCnt="6"/>
      <dgm:spPr/>
    </dgm:pt>
    <dgm:pt modelId="{58A9AFD3-AB82-46A0-A7F9-F8C1B2FDD5C4}" type="pres">
      <dgm:prSet presAssocID="{86CA1039-63DA-490D-83D7-BEDF586FABB6}" presName="Child1" presStyleLbl="node1" presStyleIdx="0" presStyleCnt="6">
        <dgm:presLayoutVars>
          <dgm:chMax val="0"/>
          <dgm:chPref val="0"/>
          <dgm:bulletEnabled val="1"/>
        </dgm:presLayoutVars>
      </dgm:prSet>
      <dgm:spPr/>
    </dgm:pt>
    <dgm:pt modelId="{728BF5BA-85C0-4E5A-BE90-2FB486C60CA6}" type="pres">
      <dgm:prSet presAssocID="{C9462DF5-A960-4A59-BCE3-2B07B5E27346}" presName="Accent2" presStyleCnt="0"/>
      <dgm:spPr/>
    </dgm:pt>
    <dgm:pt modelId="{7B58387E-95F0-414A-8BB4-02DF188EAB4D}" type="pres">
      <dgm:prSet presAssocID="{C9462DF5-A960-4A59-BCE3-2B07B5E27346}" presName="Accent" presStyleLbl="bgShp" presStyleIdx="1" presStyleCnt="6"/>
      <dgm:spPr/>
    </dgm:pt>
    <dgm:pt modelId="{2258E08D-C511-45C1-88FC-79EE557BC5D2}" type="pres">
      <dgm:prSet presAssocID="{C9462DF5-A960-4A59-BCE3-2B07B5E27346}" presName="Child2" presStyleLbl="node1" presStyleIdx="1" presStyleCnt="6">
        <dgm:presLayoutVars>
          <dgm:chMax val="0"/>
          <dgm:chPref val="0"/>
          <dgm:bulletEnabled val="1"/>
        </dgm:presLayoutVars>
      </dgm:prSet>
      <dgm:spPr/>
    </dgm:pt>
    <dgm:pt modelId="{CA4E74F1-37E5-46CD-8BBF-BB93BCF0C6F1}" type="pres">
      <dgm:prSet presAssocID="{6F6F0E4F-F4C6-4116-98F3-8A9CC186E381}" presName="Accent3" presStyleCnt="0"/>
      <dgm:spPr/>
    </dgm:pt>
    <dgm:pt modelId="{D5467BC9-BC23-4EA4-84FC-758D21CE41D1}" type="pres">
      <dgm:prSet presAssocID="{6F6F0E4F-F4C6-4116-98F3-8A9CC186E381}" presName="Accent" presStyleLbl="bgShp" presStyleIdx="2" presStyleCnt="6"/>
      <dgm:spPr/>
    </dgm:pt>
    <dgm:pt modelId="{5F96DCF6-EEE3-4CD6-9447-8CB52EC216E7}" type="pres">
      <dgm:prSet presAssocID="{6F6F0E4F-F4C6-4116-98F3-8A9CC186E381}" presName="Child3" presStyleLbl="node1" presStyleIdx="2" presStyleCnt="6">
        <dgm:presLayoutVars>
          <dgm:chMax val="0"/>
          <dgm:chPref val="0"/>
          <dgm:bulletEnabled val="1"/>
        </dgm:presLayoutVars>
      </dgm:prSet>
      <dgm:spPr/>
    </dgm:pt>
    <dgm:pt modelId="{EA845BF5-3570-4754-9E42-02D0DD37B7CA}" type="pres">
      <dgm:prSet presAssocID="{F7EE49EE-1559-4410-A6A4-601A040E0B48}" presName="Accent4" presStyleCnt="0"/>
      <dgm:spPr/>
    </dgm:pt>
    <dgm:pt modelId="{CB2F6DAB-04AB-4996-9D11-AB9F60C3115D}" type="pres">
      <dgm:prSet presAssocID="{F7EE49EE-1559-4410-A6A4-601A040E0B48}" presName="Accent" presStyleLbl="bgShp" presStyleIdx="3" presStyleCnt="6"/>
      <dgm:spPr/>
    </dgm:pt>
    <dgm:pt modelId="{3CE32F15-5B1A-428B-9012-ECE6EF9D126B}" type="pres">
      <dgm:prSet presAssocID="{F7EE49EE-1559-4410-A6A4-601A040E0B48}" presName="Child4" presStyleLbl="node1" presStyleIdx="3" presStyleCnt="6">
        <dgm:presLayoutVars>
          <dgm:chMax val="0"/>
          <dgm:chPref val="0"/>
          <dgm:bulletEnabled val="1"/>
        </dgm:presLayoutVars>
      </dgm:prSet>
      <dgm:spPr/>
    </dgm:pt>
    <dgm:pt modelId="{85519524-84DF-4685-A6A3-9FD133795DCF}" type="pres">
      <dgm:prSet presAssocID="{D4C16871-ACF6-425F-AAD9-CFB88AB9A7E6}" presName="Accent5" presStyleCnt="0"/>
      <dgm:spPr/>
    </dgm:pt>
    <dgm:pt modelId="{249BBD77-F519-405E-A658-9E9BD3A564D9}" type="pres">
      <dgm:prSet presAssocID="{D4C16871-ACF6-425F-AAD9-CFB88AB9A7E6}" presName="Accent" presStyleLbl="bgShp" presStyleIdx="4" presStyleCnt="6"/>
      <dgm:spPr/>
    </dgm:pt>
    <dgm:pt modelId="{7DFA65E6-848C-41D8-A244-6EBB36EAE432}" type="pres">
      <dgm:prSet presAssocID="{D4C16871-ACF6-425F-AAD9-CFB88AB9A7E6}" presName="Child5" presStyleLbl="node1" presStyleIdx="4" presStyleCnt="6">
        <dgm:presLayoutVars>
          <dgm:chMax val="0"/>
          <dgm:chPref val="0"/>
          <dgm:bulletEnabled val="1"/>
        </dgm:presLayoutVars>
      </dgm:prSet>
      <dgm:spPr/>
    </dgm:pt>
    <dgm:pt modelId="{DDC13FFE-058C-43C2-9EEF-E1F87C6872EB}" type="pres">
      <dgm:prSet presAssocID="{B85CEFF5-C36F-48E4-A36E-945A235A4D3E}" presName="Accent6" presStyleCnt="0"/>
      <dgm:spPr/>
    </dgm:pt>
    <dgm:pt modelId="{90F10AA5-53AB-4FFE-AAB9-B0BF040C7DB0}" type="pres">
      <dgm:prSet presAssocID="{B85CEFF5-C36F-48E4-A36E-945A235A4D3E}" presName="Accent" presStyleLbl="bgShp" presStyleIdx="5" presStyleCnt="6"/>
      <dgm:spPr/>
    </dgm:pt>
    <dgm:pt modelId="{968CDE31-0440-42AC-9974-2F627298874D}" type="pres">
      <dgm:prSet presAssocID="{B85CEFF5-C36F-48E4-A36E-945A235A4D3E}" presName="Child6" presStyleLbl="node1" presStyleIdx="5" presStyleCnt="6">
        <dgm:presLayoutVars>
          <dgm:chMax val="0"/>
          <dgm:chPref val="0"/>
          <dgm:bulletEnabled val="1"/>
        </dgm:presLayoutVars>
      </dgm:prSet>
      <dgm:spPr/>
    </dgm:pt>
  </dgm:ptLst>
  <dgm:cxnLst>
    <dgm:cxn modelId="{BFF0D406-7C7B-4682-8EB8-07B0765FC6FA}" srcId="{BEED4FF1-9DD2-4141-B7ED-932C17C75CC9}" destId="{B85CEFF5-C36F-48E4-A36E-945A235A4D3E}" srcOrd="5" destOrd="0" parTransId="{9B2B6AC1-2E71-426F-816A-45D114FBDA1A}" sibTransId="{F46BC0E6-237F-4E7A-9DA7-531981E39855}"/>
    <dgm:cxn modelId="{41FB201F-8C86-4523-BCF6-5B3444830A52}" type="presOf" srcId="{86CA1039-63DA-490D-83D7-BEDF586FABB6}" destId="{58A9AFD3-AB82-46A0-A7F9-F8C1B2FDD5C4}" srcOrd="0" destOrd="0" presId="urn:microsoft.com/office/officeart/2011/layout/HexagonRadial"/>
    <dgm:cxn modelId="{3DCA0623-12D5-4858-9588-D4E65FF37F9A}" type="presOf" srcId="{C9462DF5-A960-4A59-BCE3-2B07B5E27346}" destId="{2258E08D-C511-45C1-88FC-79EE557BC5D2}" srcOrd="0" destOrd="0" presId="urn:microsoft.com/office/officeart/2011/layout/HexagonRadial"/>
    <dgm:cxn modelId="{9BB42265-BFEF-489F-BF74-7A7D76C68978}" srcId="{BEED4FF1-9DD2-4141-B7ED-932C17C75CC9}" destId="{6F6F0E4F-F4C6-4116-98F3-8A9CC186E381}" srcOrd="2" destOrd="0" parTransId="{F98C524D-EF5D-4903-BCFC-350109BD925B}" sibTransId="{E090070F-7421-44B9-9DE6-89C392BE5782}"/>
    <dgm:cxn modelId="{0B071F6B-80FB-4C0A-9CA5-D85D46A9BABD}" type="presOf" srcId="{F7EE49EE-1559-4410-A6A4-601A040E0B48}" destId="{3CE32F15-5B1A-428B-9012-ECE6EF9D126B}" srcOrd="0" destOrd="0" presId="urn:microsoft.com/office/officeart/2011/layout/HexagonRadial"/>
    <dgm:cxn modelId="{966AD573-4EE9-4361-AF8E-711C3F8BAF53}" type="presOf" srcId="{B85CEFF5-C36F-48E4-A36E-945A235A4D3E}" destId="{968CDE31-0440-42AC-9974-2F627298874D}" srcOrd="0" destOrd="0" presId="urn:microsoft.com/office/officeart/2011/layout/HexagonRadial"/>
    <dgm:cxn modelId="{EB26A27F-C109-45D3-BD1E-ED37F2FF2447}" type="presOf" srcId="{BEED4FF1-9DD2-4141-B7ED-932C17C75CC9}" destId="{7FF55550-128F-4A74-872E-58EF120E36AB}" srcOrd="0" destOrd="0" presId="urn:microsoft.com/office/officeart/2011/layout/HexagonRadial"/>
    <dgm:cxn modelId="{D200D690-05F4-49D3-8239-78239A009B75}" srcId="{BEED4FF1-9DD2-4141-B7ED-932C17C75CC9}" destId="{86CA1039-63DA-490D-83D7-BEDF586FABB6}" srcOrd="0" destOrd="0" parTransId="{75F8EF14-785A-4287-9D22-3B8BF765BAED}" sibTransId="{4F7716B0-17A9-46FA-A06E-BE0457912877}"/>
    <dgm:cxn modelId="{13FEBC91-852B-434D-A64E-1335F43D6AF5}" type="presOf" srcId="{09445A27-E42D-4264-B74C-A408A6452A43}" destId="{3F1CC4F0-73EA-4745-B528-E29E91C552CC}" srcOrd="0" destOrd="0" presId="urn:microsoft.com/office/officeart/2011/layout/HexagonRadial"/>
    <dgm:cxn modelId="{0F5CCAAB-40C7-48DA-BC8B-1939023E419D}" srcId="{09445A27-E42D-4264-B74C-A408A6452A43}" destId="{BEED4FF1-9DD2-4141-B7ED-932C17C75CC9}" srcOrd="0" destOrd="0" parTransId="{F93D47D1-0D42-49E8-BBD7-33364DFC48A1}" sibTransId="{F74991B4-1203-42FD-93F8-0783C393A7B5}"/>
    <dgm:cxn modelId="{2B83F9AC-5155-4473-A8E8-D5692540D256}" srcId="{BEED4FF1-9DD2-4141-B7ED-932C17C75CC9}" destId="{F7EE49EE-1559-4410-A6A4-601A040E0B48}" srcOrd="3" destOrd="0" parTransId="{B5777CEF-0055-4B26-9507-DD7411DE7759}" sibTransId="{5798199A-E3C3-491B-A9E3-B59100193B20}"/>
    <dgm:cxn modelId="{FEEF31AF-0D7F-4ACC-A0F6-3F9D6209CD2B}" srcId="{BEED4FF1-9DD2-4141-B7ED-932C17C75CC9}" destId="{D4C16871-ACF6-425F-AAD9-CFB88AB9A7E6}" srcOrd="4" destOrd="0" parTransId="{6844ADB0-92D2-4200-9770-192C582069C6}" sibTransId="{2B4D0D68-ED8B-44E2-ACBE-9E042395D786}"/>
    <dgm:cxn modelId="{E7678DC5-9530-41C8-835E-141F9BB89BC8}" srcId="{BEED4FF1-9DD2-4141-B7ED-932C17C75CC9}" destId="{C9462DF5-A960-4A59-BCE3-2B07B5E27346}" srcOrd="1" destOrd="0" parTransId="{31667DCF-2137-4C1B-A509-04F30BD667A6}" sibTransId="{47199209-FA76-4E0E-85A4-4F49562D6631}"/>
    <dgm:cxn modelId="{E42CD4E5-37BF-4C57-AD09-47B943F09469}" type="presOf" srcId="{D4C16871-ACF6-425F-AAD9-CFB88AB9A7E6}" destId="{7DFA65E6-848C-41D8-A244-6EBB36EAE432}" srcOrd="0" destOrd="0" presId="urn:microsoft.com/office/officeart/2011/layout/HexagonRadial"/>
    <dgm:cxn modelId="{E037A4F3-3B3D-442A-BBE9-A5D6E9703847}" type="presOf" srcId="{6F6F0E4F-F4C6-4116-98F3-8A9CC186E381}" destId="{5F96DCF6-EEE3-4CD6-9447-8CB52EC216E7}" srcOrd="0" destOrd="0" presId="urn:microsoft.com/office/officeart/2011/layout/HexagonRadial"/>
    <dgm:cxn modelId="{36B5E71C-4114-40D0-8EA4-49B32C5FEC7E}" type="presParOf" srcId="{3F1CC4F0-73EA-4745-B528-E29E91C552CC}" destId="{7FF55550-128F-4A74-872E-58EF120E36AB}" srcOrd="0" destOrd="0" presId="urn:microsoft.com/office/officeart/2011/layout/HexagonRadial"/>
    <dgm:cxn modelId="{15CE834C-376A-47FD-87B3-A344C5AA3EBF}" type="presParOf" srcId="{3F1CC4F0-73EA-4745-B528-E29E91C552CC}" destId="{9A2EA12C-6BA2-428C-86E2-7E919634704C}" srcOrd="1" destOrd="0" presId="urn:microsoft.com/office/officeart/2011/layout/HexagonRadial"/>
    <dgm:cxn modelId="{0C89A2BE-C426-48E8-A305-6B1585551509}" type="presParOf" srcId="{9A2EA12C-6BA2-428C-86E2-7E919634704C}" destId="{249E8E8E-FD91-4D88-B49F-66ADE52A5FFD}" srcOrd="0" destOrd="0" presId="urn:microsoft.com/office/officeart/2011/layout/HexagonRadial"/>
    <dgm:cxn modelId="{7ADD7CA6-8190-4831-AA99-70EF5902B693}" type="presParOf" srcId="{3F1CC4F0-73EA-4745-B528-E29E91C552CC}" destId="{58A9AFD3-AB82-46A0-A7F9-F8C1B2FDD5C4}" srcOrd="2" destOrd="0" presId="urn:microsoft.com/office/officeart/2011/layout/HexagonRadial"/>
    <dgm:cxn modelId="{C200B244-4667-47DE-805E-A7AAC885EB91}" type="presParOf" srcId="{3F1CC4F0-73EA-4745-B528-E29E91C552CC}" destId="{728BF5BA-85C0-4E5A-BE90-2FB486C60CA6}" srcOrd="3" destOrd="0" presId="urn:microsoft.com/office/officeart/2011/layout/HexagonRadial"/>
    <dgm:cxn modelId="{17777D14-144F-49A2-97AC-C150A643BA61}" type="presParOf" srcId="{728BF5BA-85C0-4E5A-BE90-2FB486C60CA6}" destId="{7B58387E-95F0-414A-8BB4-02DF188EAB4D}" srcOrd="0" destOrd="0" presId="urn:microsoft.com/office/officeart/2011/layout/HexagonRadial"/>
    <dgm:cxn modelId="{CD401E91-80E6-405F-A12C-DA975BE60D0A}" type="presParOf" srcId="{3F1CC4F0-73EA-4745-B528-E29E91C552CC}" destId="{2258E08D-C511-45C1-88FC-79EE557BC5D2}" srcOrd="4" destOrd="0" presId="urn:microsoft.com/office/officeart/2011/layout/HexagonRadial"/>
    <dgm:cxn modelId="{27817468-A943-4804-9638-00DB34A322AA}" type="presParOf" srcId="{3F1CC4F0-73EA-4745-B528-E29E91C552CC}" destId="{CA4E74F1-37E5-46CD-8BBF-BB93BCF0C6F1}" srcOrd="5" destOrd="0" presId="urn:microsoft.com/office/officeart/2011/layout/HexagonRadial"/>
    <dgm:cxn modelId="{F9834F23-05F6-4EEE-8437-D36587F1CA02}" type="presParOf" srcId="{CA4E74F1-37E5-46CD-8BBF-BB93BCF0C6F1}" destId="{D5467BC9-BC23-4EA4-84FC-758D21CE41D1}" srcOrd="0" destOrd="0" presId="urn:microsoft.com/office/officeart/2011/layout/HexagonRadial"/>
    <dgm:cxn modelId="{60EA02CE-4E8F-47AE-BDD6-11BB016C0B9F}" type="presParOf" srcId="{3F1CC4F0-73EA-4745-B528-E29E91C552CC}" destId="{5F96DCF6-EEE3-4CD6-9447-8CB52EC216E7}" srcOrd="6" destOrd="0" presId="urn:microsoft.com/office/officeart/2011/layout/HexagonRadial"/>
    <dgm:cxn modelId="{4BC99203-BB1B-4E98-8638-DEFE8441FD10}" type="presParOf" srcId="{3F1CC4F0-73EA-4745-B528-E29E91C552CC}" destId="{EA845BF5-3570-4754-9E42-02D0DD37B7CA}" srcOrd="7" destOrd="0" presId="urn:microsoft.com/office/officeart/2011/layout/HexagonRadial"/>
    <dgm:cxn modelId="{D8466C1C-F3BC-4C11-9812-8F1158ABCC57}" type="presParOf" srcId="{EA845BF5-3570-4754-9E42-02D0DD37B7CA}" destId="{CB2F6DAB-04AB-4996-9D11-AB9F60C3115D}" srcOrd="0" destOrd="0" presId="urn:microsoft.com/office/officeart/2011/layout/HexagonRadial"/>
    <dgm:cxn modelId="{6A1B2E57-C356-4261-9B9B-53B0960E94F0}" type="presParOf" srcId="{3F1CC4F0-73EA-4745-B528-E29E91C552CC}" destId="{3CE32F15-5B1A-428B-9012-ECE6EF9D126B}" srcOrd="8" destOrd="0" presId="urn:microsoft.com/office/officeart/2011/layout/HexagonRadial"/>
    <dgm:cxn modelId="{3BAA4B4E-3527-482B-803F-71A41A7D79DB}" type="presParOf" srcId="{3F1CC4F0-73EA-4745-B528-E29E91C552CC}" destId="{85519524-84DF-4685-A6A3-9FD133795DCF}" srcOrd="9" destOrd="0" presId="urn:microsoft.com/office/officeart/2011/layout/HexagonRadial"/>
    <dgm:cxn modelId="{EFBE8BC7-2142-4D27-AE35-0ECB90F55AF1}" type="presParOf" srcId="{85519524-84DF-4685-A6A3-9FD133795DCF}" destId="{249BBD77-F519-405E-A658-9E9BD3A564D9}" srcOrd="0" destOrd="0" presId="urn:microsoft.com/office/officeart/2011/layout/HexagonRadial"/>
    <dgm:cxn modelId="{B130CBFE-C467-42BB-8A30-B2D465CD7BE3}" type="presParOf" srcId="{3F1CC4F0-73EA-4745-B528-E29E91C552CC}" destId="{7DFA65E6-848C-41D8-A244-6EBB36EAE432}" srcOrd="10" destOrd="0" presId="urn:microsoft.com/office/officeart/2011/layout/HexagonRadial"/>
    <dgm:cxn modelId="{7D740526-BD7B-4C7B-AC4F-3F91EBA0DF4E}" type="presParOf" srcId="{3F1CC4F0-73EA-4745-B528-E29E91C552CC}" destId="{DDC13FFE-058C-43C2-9EEF-E1F87C6872EB}" srcOrd="11" destOrd="0" presId="urn:microsoft.com/office/officeart/2011/layout/HexagonRadial"/>
    <dgm:cxn modelId="{0112D87B-1C06-4337-A206-3D1D4A89A171}" type="presParOf" srcId="{DDC13FFE-058C-43C2-9EEF-E1F87C6872EB}" destId="{90F10AA5-53AB-4FFE-AAB9-B0BF040C7DB0}" srcOrd="0" destOrd="0" presId="urn:microsoft.com/office/officeart/2011/layout/HexagonRadial"/>
    <dgm:cxn modelId="{CB5DBAA9-D3D5-49EB-B4FB-47A1F6D3D29E}" type="presParOf" srcId="{3F1CC4F0-73EA-4745-B528-E29E91C552CC}" destId="{968CDE31-0440-42AC-9974-2F627298874D}" srcOrd="12" destOrd="0" presId="urn:microsoft.com/office/officeart/2011/layout/HexagonRadial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09445A27-E42D-4264-B74C-A408A6452A43}" type="doc">
      <dgm:prSet loTypeId="urn:microsoft.com/office/officeart/2011/layout/HexagonRadial" loCatId="officeonline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GB"/>
        </a:p>
      </dgm:t>
    </dgm:pt>
    <dgm:pt modelId="{BEED4FF1-9DD2-4141-B7ED-932C17C75CC9}">
      <dgm:prSet phldrT="[Text]" custT="1"/>
      <dgm:spPr/>
      <dgm:t>
        <a:bodyPr/>
        <a:lstStyle/>
        <a:p>
          <a:r>
            <a:rPr lang="en-GB" sz="2400" b="0" dirty="0"/>
            <a:t>The relationship between software and hardware</a:t>
          </a:r>
        </a:p>
      </dgm:t>
    </dgm:pt>
    <dgm:pt modelId="{F93D47D1-0D42-49E8-BBD7-33364DFC48A1}" type="parTrans" cxnId="{0F5CCAAB-40C7-48DA-BC8B-1939023E419D}">
      <dgm:prSet/>
      <dgm:spPr/>
      <dgm:t>
        <a:bodyPr/>
        <a:lstStyle/>
        <a:p>
          <a:endParaRPr lang="en-GB"/>
        </a:p>
      </dgm:t>
    </dgm:pt>
    <dgm:pt modelId="{F74991B4-1203-42FD-93F8-0783C393A7B5}" type="sibTrans" cxnId="{0F5CCAAB-40C7-48DA-BC8B-1939023E419D}">
      <dgm:prSet/>
      <dgm:spPr/>
      <dgm:t>
        <a:bodyPr/>
        <a:lstStyle/>
        <a:p>
          <a:endParaRPr lang="en-GB"/>
        </a:p>
      </dgm:t>
    </dgm:pt>
    <dgm:pt modelId="{86CA1039-63DA-490D-83D7-BEDF586FABB6}">
      <dgm:prSet phldrT="[Text]"/>
      <dgm:spPr/>
      <dgm:t>
        <a:bodyPr/>
        <a:lstStyle/>
        <a:p>
          <a:r>
            <a:rPr lang="en-GB" dirty="0"/>
            <a:t>…application software…</a:t>
          </a:r>
        </a:p>
      </dgm:t>
    </dgm:pt>
    <dgm:pt modelId="{75F8EF14-785A-4287-9D22-3B8BF765BAED}" type="parTrans" cxnId="{D200D690-05F4-49D3-8239-78239A009B75}">
      <dgm:prSet/>
      <dgm:spPr/>
      <dgm:t>
        <a:bodyPr/>
        <a:lstStyle/>
        <a:p>
          <a:endParaRPr lang="en-GB"/>
        </a:p>
      </dgm:t>
    </dgm:pt>
    <dgm:pt modelId="{4F7716B0-17A9-46FA-A06E-BE0457912877}" type="sibTrans" cxnId="{D200D690-05F4-49D3-8239-78239A009B75}">
      <dgm:prSet/>
      <dgm:spPr/>
      <dgm:t>
        <a:bodyPr/>
        <a:lstStyle/>
        <a:p>
          <a:endParaRPr lang="en-GB"/>
        </a:p>
      </dgm:t>
    </dgm:pt>
    <dgm:pt modelId="{C9462DF5-A960-4A59-BCE3-2B07B5E27346}">
      <dgm:prSet phldrT="[Text]"/>
      <dgm:spPr/>
      <dgm:t>
        <a:bodyPr/>
        <a:lstStyle/>
        <a:p>
          <a:r>
            <a:rPr lang="en-GB" dirty="0"/>
            <a:t>…talks to the operating system….</a:t>
          </a:r>
        </a:p>
      </dgm:t>
    </dgm:pt>
    <dgm:pt modelId="{31667DCF-2137-4C1B-A509-04F30BD667A6}" type="parTrans" cxnId="{E7678DC5-9530-41C8-835E-141F9BB89BC8}">
      <dgm:prSet/>
      <dgm:spPr/>
      <dgm:t>
        <a:bodyPr/>
        <a:lstStyle/>
        <a:p>
          <a:endParaRPr lang="en-GB"/>
        </a:p>
      </dgm:t>
    </dgm:pt>
    <dgm:pt modelId="{47199209-FA76-4E0E-85A4-4F49562D6631}" type="sibTrans" cxnId="{E7678DC5-9530-41C8-835E-141F9BB89BC8}">
      <dgm:prSet/>
      <dgm:spPr/>
      <dgm:t>
        <a:bodyPr/>
        <a:lstStyle/>
        <a:p>
          <a:endParaRPr lang="en-GB"/>
        </a:p>
      </dgm:t>
    </dgm:pt>
    <dgm:pt modelId="{6F6F0E4F-F4C6-4116-98F3-8A9CC186E381}">
      <dgm:prSet phldrT="[Text]"/>
      <dgm:spPr/>
      <dgm:t>
        <a:bodyPr/>
        <a:lstStyle/>
        <a:p>
          <a:r>
            <a:rPr lang="en-GB" dirty="0"/>
            <a:t>…which then interacts with…</a:t>
          </a:r>
        </a:p>
      </dgm:t>
    </dgm:pt>
    <dgm:pt modelId="{F98C524D-EF5D-4903-BCFC-350109BD925B}" type="parTrans" cxnId="{9BB42265-BFEF-489F-BF74-7A7D76C68978}">
      <dgm:prSet/>
      <dgm:spPr/>
      <dgm:t>
        <a:bodyPr/>
        <a:lstStyle/>
        <a:p>
          <a:endParaRPr lang="en-GB"/>
        </a:p>
      </dgm:t>
    </dgm:pt>
    <dgm:pt modelId="{E090070F-7421-44B9-9DE6-89C392BE5782}" type="sibTrans" cxnId="{9BB42265-BFEF-489F-BF74-7A7D76C68978}">
      <dgm:prSet/>
      <dgm:spPr/>
      <dgm:t>
        <a:bodyPr/>
        <a:lstStyle/>
        <a:p>
          <a:endParaRPr lang="en-GB"/>
        </a:p>
      </dgm:t>
    </dgm:pt>
    <dgm:pt modelId="{F7EE49EE-1559-4410-A6A4-601A040E0B48}">
      <dgm:prSet phldrT="[Text]"/>
      <dgm:spPr/>
      <dgm:t>
        <a:bodyPr/>
        <a:lstStyle/>
        <a:p>
          <a:r>
            <a:rPr lang="en-GB" dirty="0"/>
            <a:t>…hardware, which talks back to…</a:t>
          </a:r>
        </a:p>
      </dgm:t>
    </dgm:pt>
    <dgm:pt modelId="{B5777CEF-0055-4B26-9507-DD7411DE7759}" type="parTrans" cxnId="{2B83F9AC-5155-4473-A8E8-D5692540D256}">
      <dgm:prSet/>
      <dgm:spPr/>
      <dgm:t>
        <a:bodyPr/>
        <a:lstStyle/>
        <a:p>
          <a:endParaRPr lang="en-GB"/>
        </a:p>
      </dgm:t>
    </dgm:pt>
    <dgm:pt modelId="{5798199A-E3C3-491B-A9E3-B59100193B20}" type="sibTrans" cxnId="{2B83F9AC-5155-4473-A8E8-D5692540D256}">
      <dgm:prSet/>
      <dgm:spPr/>
      <dgm:t>
        <a:bodyPr/>
        <a:lstStyle/>
        <a:p>
          <a:endParaRPr lang="en-GB"/>
        </a:p>
      </dgm:t>
    </dgm:pt>
    <dgm:pt modelId="{D4C16871-ACF6-425F-AAD9-CFB88AB9A7E6}">
      <dgm:prSet phldrT="[Text]"/>
      <dgm:spPr/>
      <dgm:t>
        <a:bodyPr/>
        <a:lstStyle/>
        <a:p>
          <a:r>
            <a:rPr lang="en-GB" dirty="0"/>
            <a:t>…the operating system…</a:t>
          </a:r>
        </a:p>
      </dgm:t>
    </dgm:pt>
    <dgm:pt modelId="{6844ADB0-92D2-4200-9770-192C582069C6}" type="parTrans" cxnId="{FEEF31AF-0D7F-4ACC-A0F6-3F9D6209CD2B}">
      <dgm:prSet/>
      <dgm:spPr/>
      <dgm:t>
        <a:bodyPr/>
        <a:lstStyle/>
        <a:p>
          <a:endParaRPr lang="en-GB"/>
        </a:p>
      </dgm:t>
    </dgm:pt>
    <dgm:pt modelId="{2B4D0D68-ED8B-44E2-ACBE-9E042395D786}" type="sibTrans" cxnId="{FEEF31AF-0D7F-4ACC-A0F6-3F9D6209CD2B}">
      <dgm:prSet/>
      <dgm:spPr/>
      <dgm:t>
        <a:bodyPr/>
        <a:lstStyle/>
        <a:p>
          <a:endParaRPr lang="en-GB"/>
        </a:p>
      </dgm:t>
    </dgm:pt>
    <dgm:pt modelId="{B85CEFF5-C36F-48E4-A36E-945A235A4D3E}">
      <dgm:prSet phldrT="[Text]"/>
      <dgm:spPr>
        <a:effectLst>
          <a:glow rad="228600">
            <a:schemeClr val="accent2">
              <a:satMod val="175000"/>
              <a:alpha val="40000"/>
            </a:schemeClr>
          </a:glow>
        </a:effectLst>
      </dgm:spPr>
      <dgm:t>
        <a:bodyPr/>
        <a:lstStyle/>
        <a:p>
          <a:r>
            <a:rPr lang="en-GB" dirty="0"/>
            <a:t>…which talks back to the…</a:t>
          </a:r>
        </a:p>
      </dgm:t>
    </dgm:pt>
    <dgm:pt modelId="{9B2B6AC1-2E71-426F-816A-45D114FBDA1A}" type="parTrans" cxnId="{BFF0D406-7C7B-4682-8EB8-07B0765FC6FA}">
      <dgm:prSet/>
      <dgm:spPr/>
      <dgm:t>
        <a:bodyPr/>
        <a:lstStyle/>
        <a:p>
          <a:endParaRPr lang="en-GB"/>
        </a:p>
      </dgm:t>
    </dgm:pt>
    <dgm:pt modelId="{F46BC0E6-237F-4E7A-9DA7-531981E39855}" type="sibTrans" cxnId="{BFF0D406-7C7B-4682-8EB8-07B0765FC6FA}">
      <dgm:prSet/>
      <dgm:spPr/>
      <dgm:t>
        <a:bodyPr/>
        <a:lstStyle/>
        <a:p>
          <a:endParaRPr lang="en-GB"/>
        </a:p>
      </dgm:t>
    </dgm:pt>
    <dgm:pt modelId="{3F1CC4F0-73EA-4745-B528-E29E91C552CC}" type="pres">
      <dgm:prSet presAssocID="{09445A27-E42D-4264-B74C-A408A6452A43}" presName="Name0" presStyleCnt="0">
        <dgm:presLayoutVars>
          <dgm:chMax val="1"/>
          <dgm:chPref val="1"/>
          <dgm:dir/>
          <dgm:animOne val="branch"/>
          <dgm:animLvl val="lvl"/>
        </dgm:presLayoutVars>
      </dgm:prSet>
      <dgm:spPr/>
    </dgm:pt>
    <dgm:pt modelId="{7FF55550-128F-4A74-872E-58EF120E36AB}" type="pres">
      <dgm:prSet presAssocID="{BEED4FF1-9DD2-4141-B7ED-932C17C75CC9}" presName="Parent" presStyleLbl="node0" presStyleIdx="0" presStyleCnt="1">
        <dgm:presLayoutVars>
          <dgm:chMax val="6"/>
          <dgm:chPref val="6"/>
        </dgm:presLayoutVars>
      </dgm:prSet>
      <dgm:spPr/>
    </dgm:pt>
    <dgm:pt modelId="{9A2EA12C-6BA2-428C-86E2-7E919634704C}" type="pres">
      <dgm:prSet presAssocID="{86CA1039-63DA-490D-83D7-BEDF586FABB6}" presName="Accent1" presStyleCnt="0"/>
      <dgm:spPr/>
    </dgm:pt>
    <dgm:pt modelId="{249E8E8E-FD91-4D88-B49F-66ADE52A5FFD}" type="pres">
      <dgm:prSet presAssocID="{86CA1039-63DA-490D-83D7-BEDF586FABB6}" presName="Accent" presStyleLbl="bgShp" presStyleIdx="0" presStyleCnt="6"/>
      <dgm:spPr/>
    </dgm:pt>
    <dgm:pt modelId="{58A9AFD3-AB82-46A0-A7F9-F8C1B2FDD5C4}" type="pres">
      <dgm:prSet presAssocID="{86CA1039-63DA-490D-83D7-BEDF586FABB6}" presName="Child1" presStyleLbl="node1" presStyleIdx="0" presStyleCnt="6">
        <dgm:presLayoutVars>
          <dgm:chMax val="0"/>
          <dgm:chPref val="0"/>
          <dgm:bulletEnabled val="1"/>
        </dgm:presLayoutVars>
      </dgm:prSet>
      <dgm:spPr/>
    </dgm:pt>
    <dgm:pt modelId="{728BF5BA-85C0-4E5A-BE90-2FB486C60CA6}" type="pres">
      <dgm:prSet presAssocID="{C9462DF5-A960-4A59-BCE3-2B07B5E27346}" presName="Accent2" presStyleCnt="0"/>
      <dgm:spPr/>
    </dgm:pt>
    <dgm:pt modelId="{7B58387E-95F0-414A-8BB4-02DF188EAB4D}" type="pres">
      <dgm:prSet presAssocID="{C9462DF5-A960-4A59-BCE3-2B07B5E27346}" presName="Accent" presStyleLbl="bgShp" presStyleIdx="1" presStyleCnt="6"/>
      <dgm:spPr/>
    </dgm:pt>
    <dgm:pt modelId="{2258E08D-C511-45C1-88FC-79EE557BC5D2}" type="pres">
      <dgm:prSet presAssocID="{C9462DF5-A960-4A59-BCE3-2B07B5E27346}" presName="Child2" presStyleLbl="node1" presStyleIdx="1" presStyleCnt="6">
        <dgm:presLayoutVars>
          <dgm:chMax val="0"/>
          <dgm:chPref val="0"/>
          <dgm:bulletEnabled val="1"/>
        </dgm:presLayoutVars>
      </dgm:prSet>
      <dgm:spPr/>
    </dgm:pt>
    <dgm:pt modelId="{CA4E74F1-37E5-46CD-8BBF-BB93BCF0C6F1}" type="pres">
      <dgm:prSet presAssocID="{6F6F0E4F-F4C6-4116-98F3-8A9CC186E381}" presName="Accent3" presStyleCnt="0"/>
      <dgm:spPr/>
    </dgm:pt>
    <dgm:pt modelId="{D5467BC9-BC23-4EA4-84FC-758D21CE41D1}" type="pres">
      <dgm:prSet presAssocID="{6F6F0E4F-F4C6-4116-98F3-8A9CC186E381}" presName="Accent" presStyleLbl="bgShp" presStyleIdx="2" presStyleCnt="6"/>
      <dgm:spPr/>
    </dgm:pt>
    <dgm:pt modelId="{5F96DCF6-EEE3-4CD6-9447-8CB52EC216E7}" type="pres">
      <dgm:prSet presAssocID="{6F6F0E4F-F4C6-4116-98F3-8A9CC186E381}" presName="Child3" presStyleLbl="node1" presStyleIdx="2" presStyleCnt="6">
        <dgm:presLayoutVars>
          <dgm:chMax val="0"/>
          <dgm:chPref val="0"/>
          <dgm:bulletEnabled val="1"/>
        </dgm:presLayoutVars>
      </dgm:prSet>
      <dgm:spPr/>
    </dgm:pt>
    <dgm:pt modelId="{EA845BF5-3570-4754-9E42-02D0DD37B7CA}" type="pres">
      <dgm:prSet presAssocID="{F7EE49EE-1559-4410-A6A4-601A040E0B48}" presName="Accent4" presStyleCnt="0"/>
      <dgm:spPr/>
    </dgm:pt>
    <dgm:pt modelId="{CB2F6DAB-04AB-4996-9D11-AB9F60C3115D}" type="pres">
      <dgm:prSet presAssocID="{F7EE49EE-1559-4410-A6A4-601A040E0B48}" presName="Accent" presStyleLbl="bgShp" presStyleIdx="3" presStyleCnt="6"/>
      <dgm:spPr/>
    </dgm:pt>
    <dgm:pt modelId="{3CE32F15-5B1A-428B-9012-ECE6EF9D126B}" type="pres">
      <dgm:prSet presAssocID="{F7EE49EE-1559-4410-A6A4-601A040E0B48}" presName="Child4" presStyleLbl="node1" presStyleIdx="3" presStyleCnt="6">
        <dgm:presLayoutVars>
          <dgm:chMax val="0"/>
          <dgm:chPref val="0"/>
          <dgm:bulletEnabled val="1"/>
        </dgm:presLayoutVars>
      </dgm:prSet>
      <dgm:spPr/>
    </dgm:pt>
    <dgm:pt modelId="{85519524-84DF-4685-A6A3-9FD133795DCF}" type="pres">
      <dgm:prSet presAssocID="{D4C16871-ACF6-425F-AAD9-CFB88AB9A7E6}" presName="Accent5" presStyleCnt="0"/>
      <dgm:spPr/>
    </dgm:pt>
    <dgm:pt modelId="{249BBD77-F519-405E-A658-9E9BD3A564D9}" type="pres">
      <dgm:prSet presAssocID="{D4C16871-ACF6-425F-AAD9-CFB88AB9A7E6}" presName="Accent" presStyleLbl="bgShp" presStyleIdx="4" presStyleCnt="6"/>
      <dgm:spPr/>
    </dgm:pt>
    <dgm:pt modelId="{7DFA65E6-848C-41D8-A244-6EBB36EAE432}" type="pres">
      <dgm:prSet presAssocID="{D4C16871-ACF6-425F-AAD9-CFB88AB9A7E6}" presName="Child5" presStyleLbl="node1" presStyleIdx="4" presStyleCnt="6">
        <dgm:presLayoutVars>
          <dgm:chMax val="0"/>
          <dgm:chPref val="0"/>
          <dgm:bulletEnabled val="1"/>
        </dgm:presLayoutVars>
      </dgm:prSet>
      <dgm:spPr/>
    </dgm:pt>
    <dgm:pt modelId="{DDC13FFE-058C-43C2-9EEF-E1F87C6872EB}" type="pres">
      <dgm:prSet presAssocID="{B85CEFF5-C36F-48E4-A36E-945A235A4D3E}" presName="Accent6" presStyleCnt="0"/>
      <dgm:spPr/>
    </dgm:pt>
    <dgm:pt modelId="{90F10AA5-53AB-4FFE-AAB9-B0BF040C7DB0}" type="pres">
      <dgm:prSet presAssocID="{B85CEFF5-C36F-48E4-A36E-945A235A4D3E}" presName="Accent" presStyleLbl="bgShp" presStyleIdx="5" presStyleCnt="6"/>
      <dgm:spPr/>
    </dgm:pt>
    <dgm:pt modelId="{968CDE31-0440-42AC-9974-2F627298874D}" type="pres">
      <dgm:prSet presAssocID="{B85CEFF5-C36F-48E4-A36E-945A235A4D3E}" presName="Child6" presStyleLbl="node1" presStyleIdx="5" presStyleCnt="6">
        <dgm:presLayoutVars>
          <dgm:chMax val="0"/>
          <dgm:chPref val="0"/>
          <dgm:bulletEnabled val="1"/>
        </dgm:presLayoutVars>
      </dgm:prSet>
      <dgm:spPr/>
    </dgm:pt>
  </dgm:ptLst>
  <dgm:cxnLst>
    <dgm:cxn modelId="{BFF0D406-7C7B-4682-8EB8-07B0765FC6FA}" srcId="{BEED4FF1-9DD2-4141-B7ED-932C17C75CC9}" destId="{B85CEFF5-C36F-48E4-A36E-945A235A4D3E}" srcOrd="5" destOrd="0" parTransId="{9B2B6AC1-2E71-426F-816A-45D114FBDA1A}" sibTransId="{F46BC0E6-237F-4E7A-9DA7-531981E39855}"/>
    <dgm:cxn modelId="{41FB201F-8C86-4523-BCF6-5B3444830A52}" type="presOf" srcId="{86CA1039-63DA-490D-83D7-BEDF586FABB6}" destId="{58A9AFD3-AB82-46A0-A7F9-F8C1B2FDD5C4}" srcOrd="0" destOrd="0" presId="urn:microsoft.com/office/officeart/2011/layout/HexagonRadial"/>
    <dgm:cxn modelId="{3DCA0623-12D5-4858-9588-D4E65FF37F9A}" type="presOf" srcId="{C9462DF5-A960-4A59-BCE3-2B07B5E27346}" destId="{2258E08D-C511-45C1-88FC-79EE557BC5D2}" srcOrd="0" destOrd="0" presId="urn:microsoft.com/office/officeart/2011/layout/HexagonRadial"/>
    <dgm:cxn modelId="{9BB42265-BFEF-489F-BF74-7A7D76C68978}" srcId="{BEED4FF1-9DD2-4141-B7ED-932C17C75CC9}" destId="{6F6F0E4F-F4C6-4116-98F3-8A9CC186E381}" srcOrd="2" destOrd="0" parTransId="{F98C524D-EF5D-4903-BCFC-350109BD925B}" sibTransId="{E090070F-7421-44B9-9DE6-89C392BE5782}"/>
    <dgm:cxn modelId="{0B071F6B-80FB-4C0A-9CA5-D85D46A9BABD}" type="presOf" srcId="{F7EE49EE-1559-4410-A6A4-601A040E0B48}" destId="{3CE32F15-5B1A-428B-9012-ECE6EF9D126B}" srcOrd="0" destOrd="0" presId="urn:microsoft.com/office/officeart/2011/layout/HexagonRadial"/>
    <dgm:cxn modelId="{966AD573-4EE9-4361-AF8E-711C3F8BAF53}" type="presOf" srcId="{B85CEFF5-C36F-48E4-A36E-945A235A4D3E}" destId="{968CDE31-0440-42AC-9974-2F627298874D}" srcOrd="0" destOrd="0" presId="urn:microsoft.com/office/officeart/2011/layout/HexagonRadial"/>
    <dgm:cxn modelId="{EB26A27F-C109-45D3-BD1E-ED37F2FF2447}" type="presOf" srcId="{BEED4FF1-9DD2-4141-B7ED-932C17C75CC9}" destId="{7FF55550-128F-4A74-872E-58EF120E36AB}" srcOrd="0" destOrd="0" presId="urn:microsoft.com/office/officeart/2011/layout/HexagonRadial"/>
    <dgm:cxn modelId="{D200D690-05F4-49D3-8239-78239A009B75}" srcId="{BEED4FF1-9DD2-4141-B7ED-932C17C75CC9}" destId="{86CA1039-63DA-490D-83D7-BEDF586FABB6}" srcOrd="0" destOrd="0" parTransId="{75F8EF14-785A-4287-9D22-3B8BF765BAED}" sibTransId="{4F7716B0-17A9-46FA-A06E-BE0457912877}"/>
    <dgm:cxn modelId="{13FEBC91-852B-434D-A64E-1335F43D6AF5}" type="presOf" srcId="{09445A27-E42D-4264-B74C-A408A6452A43}" destId="{3F1CC4F0-73EA-4745-B528-E29E91C552CC}" srcOrd="0" destOrd="0" presId="urn:microsoft.com/office/officeart/2011/layout/HexagonRadial"/>
    <dgm:cxn modelId="{0F5CCAAB-40C7-48DA-BC8B-1939023E419D}" srcId="{09445A27-E42D-4264-B74C-A408A6452A43}" destId="{BEED4FF1-9DD2-4141-B7ED-932C17C75CC9}" srcOrd="0" destOrd="0" parTransId="{F93D47D1-0D42-49E8-BBD7-33364DFC48A1}" sibTransId="{F74991B4-1203-42FD-93F8-0783C393A7B5}"/>
    <dgm:cxn modelId="{2B83F9AC-5155-4473-A8E8-D5692540D256}" srcId="{BEED4FF1-9DD2-4141-B7ED-932C17C75CC9}" destId="{F7EE49EE-1559-4410-A6A4-601A040E0B48}" srcOrd="3" destOrd="0" parTransId="{B5777CEF-0055-4B26-9507-DD7411DE7759}" sibTransId="{5798199A-E3C3-491B-A9E3-B59100193B20}"/>
    <dgm:cxn modelId="{FEEF31AF-0D7F-4ACC-A0F6-3F9D6209CD2B}" srcId="{BEED4FF1-9DD2-4141-B7ED-932C17C75CC9}" destId="{D4C16871-ACF6-425F-AAD9-CFB88AB9A7E6}" srcOrd="4" destOrd="0" parTransId="{6844ADB0-92D2-4200-9770-192C582069C6}" sibTransId="{2B4D0D68-ED8B-44E2-ACBE-9E042395D786}"/>
    <dgm:cxn modelId="{E7678DC5-9530-41C8-835E-141F9BB89BC8}" srcId="{BEED4FF1-9DD2-4141-B7ED-932C17C75CC9}" destId="{C9462DF5-A960-4A59-BCE3-2B07B5E27346}" srcOrd="1" destOrd="0" parTransId="{31667DCF-2137-4C1B-A509-04F30BD667A6}" sibTransId="{47199209-FA76-4E0E-85A4-4F49562D6631}"/>
    <dgm:cxn modelId="{E42CD4E5-37BF-4C57-AD09-47B943F09469}" type="presOf" srcId="{D4C16871-ACF6-425F-AAD9-CFB88AB9A7E6}" destId="{7DFA65E6-848C-41D8-A244-6EBB36EAE432}" srcOrd="0" destOrd="0" presId="urn:microsoft.com/office/officeart/2011/layout/HexagonRadial"/>
    <dgm:cxn modelId="{E037A4F3-3B3D-442A-BBE9-A5D6E9703847}" type="presOf" srcId="{6F6F0E4F-F4C6-4116-98F3-8A9CC186E381}" destId="{5F96DCF6-EEE3-4CD6-9447-8CB52EC216E7}" srcOrd="0" destOrd="0" presId="urn:microsoft.com/office/officeart/2011/layout/HexagonRadial"/>
    <dgm:cxn modelId="{36B5E71C-4114-40D0-8EA4-49B32C5FEC7E}" type="presParOf" srcId="{3F1CC4F0-73EA-4745-B528-E29E91C552CC}" destId="{7FF55550-128F-4A74-872E-58EF120E36AB}" srcOrd="0" destOrd="0" presId="urn:microsoft.com/office/officeart/2011/layout/HexagonRadial"/>
    <dgm:cxn modelId="{15CE834C-376A-47FD-87B3-A344C5AA3EBF}" type="presParOf" srcId="{3F1CC4F0-73EA-4745-B528-E29E91C552CC}" destId="{9A2EA12C-6BA2-428C-86E2-7E919634704C}" srcOrd="1" destOrd="0" presId="urn:microsoft.com/office/officeart/2011/layout/HexagonRadial"/>
    <dgm:cxn modelId="{0C89A2BE-C426-48E8-A305-6B1585551509}" type="presParOf" srcId="{9A2EA12C-6BA2-428C-86E2-7E919634704C}" destId="{249E8E8E-FD91-4D88-B49F-66ADE52A5FFD}" srcOrd="0" destOrd="0" presId="urn:microsoft.com/office/officeart/2011/layout/HexagonRadial"/>
    <dgm:cxn modelId="{7ADD7CA6-8190-4831-AA99-70EF5902B693}" type="presParOf" srcId="{3F1CC4F0-73EA-4745-B528-E29E91C552CC}" destId="{58A9AFD3-AB82-46A0-A7F9-F8C1B2FDD5C4}" srcOrd="2" destOrd="0" presId="urn:microsoft.com/office/officeart/2011/layout/HexagonRadial"/>
    <dgm:cxn modelId="{C200B244-4667-47DE-805E-A7AAC885EB91}" type="presParOf" srcId="{3F1CC4F0-73EA-4745-B528-E29E91C552CC}" destId="{728BF5BA-85C0-4E5A-BE90-2FB486C60CA6}" srcOrd="3" destOrd="0" presId="urn:microsoft.com/office/officeart/2011/layout/HexagonRadial"/>
    <dgm:cxn modelId="{17777D14-144F-49A2-97AC-C150A643BA61}" type="presParOf" srcId="{728BF5BA-85C0-4E5A-BE90-2FB486C60CA6}" destId="{7B58387E-95F0-414A-8BB4-02DF188EAB4D}" srcOrd="0" destOrd="0" presId="urn:microsoft.com/office/officeart/2011/layout/HexagonRadial"/>
    <dgm:cxn modelId="{CD401E91-80E6-405F-A12C-DA975BE60D0A}" type="presParOf" srcId="{3F1CC4F0-73EA-4745-B528-E29E91C552CC}" destId="{2258E08D-C511-45C1-88FC-79EE557BC5D2}" srcOrd="4" destOrd="0" presId="urn:microsoft.com/office/officeart/2011/layout/HexagonRadial"/>
    <dgm:cxn modelId="{27817468-A943-4804-9638-00DB34A322AA}" type="presParOf" srcId="{3F1CC4F0-73EA-4745-B528-E29E91C552CC}" destId="{CA4E74F1-37E5-46CD-8BBF-BB93BCF0C6F1}" srcOrd="5" destOrd="0" presId="urn:microsoft.com/office/officeart/2011/layout/HexagonRadial"/>
    <dgm:cxn modelId="{F9834F23-05F6-4EEE-8437-D36587F1CA02}" type="presParOf" srcId="{CA4E74F1-37E5-46CD-8BBF-BB93BCF0C6F1}" destId="{D5467BC9-BC23-4EA4-84FC-758D21CE41D1}" srcOrd="0" destOrd="0" presId="urn:microsoft.com/office/officeart/2011/layout/HexagonRadial"/>
    <dgm:cxn modelId="{60EA02CE-4E8F-47AE-BDD6-11BB016C0B9F}" type="presParOf" srcId="{3F1CC4F0-73EA-4745-B528-E29E91C552CC}" destId="{5F96DCF6-EEE3-4CD6-9447-8CB52EC216E7}" srcOrd="6" destOrd="0" presId="urn:microsoft.com/office/officeart/2011/layout/HexagonRadial"/>
    <dgm:cxn modelId="{4BC99203-BB1B-4E98-8638-DEFE8441FD10}" type="presParOf" srcId="{3F1CC4F0-73EA-4745-B528-E29E91C552CC}" destId="{EA845BF5-3570-4754-9E42-02D0DD37B7CA}" srcOrd="7" destOrd="0" presId="urn:microsoft.com/office/officeart/2011/layout/HexagonRadial"/>
    <dgm:cxn modelId="{D8466C1C-F3BC-4C11-9812-8F1158ABCC57}" type="presParOf" srcId="{EA845BF5-3570-4754-9E42-02D0DD37B7CA}" destId="{CB2F6DAB-04AB-4996-9D11-AB9F60C3115D}" srcOrd="0" destOrd="0" presId="urn:microsoft.com/office/officeart/2011/layout/HexagonRadial"/>
    <dgm:cxn modelId="{6A1B2E57-C356-4261-9B9B-53B0960E94F0}" type="presParOf" srcId="{3F1CC4F0-73EA-4745-B528-E29E91C552CC}" destId="{3CE32F15-5B1A-428B-9012-ECE6EF9D126B}" srcOrd="8" destOrd="0" presId="urn:microsoft.com/office/officeart/2011/layout/HexagonRadial"/>
    <dgm:cxn modelId="{3BAA4B4E-3527-482B-803F-71A41A7D79DB}" type="presParOf" srcId="{3F1CC4F0-73EA-4745-B528-E29E91C552CC}" destId="{85519524-84DF-4685-A6A3-9FD133795DCF}" srcOrd="9" destOrd="0" presId="urn:microsoft.com/office/officeart/2011/layout/HexagonRadial"/>
    <dgm:cxn modelId="{EFBE8BC7-2142-4D27-AE35-0ECB90F55AF1}" type="presParOf" srcId="{85519524-84DF-4685-A6A3-9FD133795DCF}" destId="{249BBD77-F519-405E-A658-9E9BD3A564D9}" srcOrd="0" destOrd="0" presId="urn:microsoft.com/office/officeart/2011/layout/HexagonRadial"/>
    <dgm:cxn modelId="{B130CBFE-C467-42BB-8A30-B2D465CD7BE3}" type="presParOf" srcId="{3F1CC4F0-73EA-4745-B528-E29E91C552CC}" destId="{7DFA65E6-848C-41D8-A244-6EBB36EAE432}" srcOrd="10" destOrd="0" presId="urn:microsoft.com/office/officeart/2011/layout/HexagonRadial"/>
    <dgm:cxn modelId="{7D740526-BD7B-4C7B-AC4F-3F91EBA0DF4E}" type="presParOf" srcId="{3F1CC4F0-73EA-4745-B528-E29E91C552CC}" destId="{DDC13FFE-058C-43C2-9EEF-E1F87C6872EB}" srcOrd="11" destOrd="0" presId="urn:microsoft.com/office/officeart/2011/layout/HexagonRadial"/>
    <dgm:cxn modelId="{0112D87B-1C06-4337-A206-3D1D4A89A171}" type="presParOf" srcId="{DDC13FFE-058C-43C2-9EEF-E1F87C6872EB}" destId="{90F10AA5-53AB-4FFE-AAB9-B0BF040C7DB0}" srcOrd="0" destOrd="0" presId="urn:microsoft.com/office/officeart/2011/layout/HexagonRadial"/>
    <dgm:cxn modelId="{CB5DBAA9-D3D5-49EB-B4FB-47A1F6D3D29E}" type="presParOf" srcId="{3F1CC4F0-73EA-4745-B528-E29E91C552CC}" destId="{968CDE31-0440-42AC-9974-2F627298874D}" srcOrd="12" destOrd="0" presId="urn:microsoft.com/office/officeart/2011/layout/HexagonRadial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09445A27-E42D-4264-B74C-A408A6452A43}" type="doc">
      <dgm:prSet loTypeId="urn:microsoft.com/office/officeart/2011/layout/HexagonRadial" loCatId="officeonline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GB"/>
        </a:p>
      </dgm:t>
    </dgm:pt>
    <dgm:pt modelId="{BEED4FF1-9DD2-4141-B7ED-932C17C75CC9}">
      <dgm:prSet phldrT="[Text]" custT="1"/>
      <dgm:spPr/>
      <dgm:t>
        <a:bodyPr/>
        <a:lstStyle/>
        <a:p>
          <a:r>
            <a:rPr lang="en-GB" sz="2400" b="0" dirty="0"/>
            <a:t>The relationship between software and hardware</a:t>
          </a:r>
        </a:p>
      </dgm:t>
    </dgm:pt>
    <dgm:pt modelId="{F93D47D1-0D42-49E8-BBD7-33364DFC48A1}" type="parTrans" cxnId="{0F5CCAAB-40C7-48DA-BC8B-1939023E419D}">
      <dgm:prSet/>
      <dgm:spPr/>
      <dgm:t>
        <a:bodyPr/>
        <a:lstStyle/>
        <a:p>
          <a:endParaRPr lang="en-GB"/>
        </a:p>
      </dgm:t>
    </dgm:pt>
    <dgm:pt modelId="{F74991B4-1203-42FD-93F8-0783C393A7B5}" type="sibTrans" cxnId="{0F5CCAAB-40C7-48DA-BC8B-1939023E419D}">
      <dgm:prSet/>
      <dgm:spPr/>
      <dgm:t>
        <a:bodyPr/>
        <a:lstStyle/>
        <a:p>
          <a:endParaRPr lang="en-GB"/>
        </a:p>
      </dgm:t>
    </dgm:pt>
    <dgm:pt modelId="{86CA1039-63DA-490D-83D7-BEDF586FABB6}">
      <dgm:prSet phldrT="[Text]"/>
      <dgm:spPr>
        <a:effectLst>
          <a:glow rad="228600">
            <a:schemeClr val="accent2">
              <a:satMod val="175000"/>
              <a:alpha val="40000"/>
            </a:schemeClr>
          </a:glow>
        </a:effectLst>
      </dgm:spPr>
      <dgm:t>
        <a:bodyPr/>
        <a:lstStyle/>
        <a:p>
          <a:r>
            <a:rPr lang="en-GB" dirty="0"/>
            <a:t>…application software…</a:t>
          </a:r>
        </a:p>
      </dgm:t>
    </dgm:pt>
    <dgm:pt modelId="{75F8EF14-785A-4287-9D22-3B8BF765BAED}" type="parTrans" cxnId="{D200D690-05F4-49D3-8239-78239A009B75}">
      <dgm:prSet/>
      <dgm:spPr/>
      <dgm:t>
        <a:bodyPr/>
        <a:lstStyle/>
        <a:p>
          <a:endParaRPr lang="en-GB"/>
        </a:p>
      </dgm:t>
    </dgm:pt>
    <dgm:pt modelId="{4F7716B0-17A9-46FA-A06E-BE0457912877}" type="sibTrans" cxnId="{D200D690-05F4-49D3-8239-78239A009B75}">
      <dgm:prSet/>
      <dgm:spPr/>
      <dgm:t>
        <a:bodyPr/>
        <a:lstStyle/>
        <a:p>
          <a:endParaRPr lang="en-GB"/>
        </a:p>
      </dgm:t>
    </dgm:pt>
    <dgm:pt modelId="{C9462DF5-A960-4A59-BCE3-2B07B5E27346}">
      <dgm:prSet phldrT="[Text]"/>
      <dgm:spPr/>
      <dgm:t>
        <a:bodyPr/>
        <a:lstStyle/>
        <a:p>
          <a:r>
            <a:rPr lang="en-GB" dirty="0"/>
            <a:t>…talks to the operating system….</a:t>
          </a:r>
        </a:p>
      </dgm:t>
    </dgm:pt>
    <dgm:pt modelId="{31667DCF-2137-4C1B-A509-04F30BD667A6}" type="parTrans" cxnId="{E7678DC5-9530-41C8-835E-141F9BB89BC8}">
      <dgm:prSet/>
      <dgm:spPr/>
      <dgm:t>
        <a:bodyPr/>
        <a:lstStyle/>
        <a:p>
          <a:endParaRPr lang="en-GB"/>
        </a:p>
      </dgm:t>
    </dgm:pt>
    <dgm:pt modelId="{47199209-FA76-4E0E-85A4-4F49562D6631}" type="sibTrans" cxnId="{E7678DC5-9530-41C8-835E-141F9BB89BC8}">
      <dgm:prSet/>
      <dgm:spPr/>
      <dgm:t>
        <a:bodyPr/>
        <a:lstStyle/>
        <a:p>
          <a:endParaRPr lang="en-GB"/>
        </a:p>
      </dgm:t>
    </dgm:pt>
    <dgm:pt modelId="{6F6F0E4F-F4C6-4116-98F3-8A9CC186E381}">
      <dgm:prSet phldrT="[Text]"/>
      <dgm:spPr/>
      <dgm:t>
        <a:bodyPr/>
        <a:lstStyle/>
        <a:p>
          <a:r>
            <a:rPr lang="en-GB" dirty="0"/>
            <a:t>…which then interacts with…</a:t>
          </a:r>
        </a:p>
      </dgm:t>
    </dgm:pt>
    <dgm:pt modelId="{F98C524D-EF5D-4903-BCFC-350109BD925B}" type="parTrans" cxnId="{9BB42265-BFEF-489F-BF74-7A7D76C68978}">
      <dgm:prSet/>
      <dgm:spPr/>
      <dgm:t>
        <a:bodyPr/>
        <a:lstStyle/>
        <a:p>
          <a:endParaRPr lang="en-GB"/>
        </a:p>
      </dgm:t>
    </dgm:pt>
    <dgm:pt modelId="{E090070F-7421-44B9-9DE6-89C392BE5782}" type="sibTrans" cxnId="{9BB42265-BFEF-489F-BF74-7A7D76C68978}">
      <dgm:prSet/>
      <dgm:spPr/>
      <dgm:t>
        <a:bodyPr/>
        <a:lstStyle/>
        <a:p>
          <a:endParaRPr lang="en-GB"/>
        </a:p>
      </dgm:t>
    </dgm:pt>
    <dgm:pt modelId="{F7EE49EE-1559-4410-A6A4-601A040E0B48}">
      <dgm:prSet phldrT="[Text]"/>
      <dgm:spPr/>
      <dgm:t>
        <a:bodyPr/>
        <a:lstStyle/>
        <a:p>
          <a:r>
            <a:rPr lang="en-GB" dirty="0"/>
            <a:t>…hardware, which talks back to…</a:t>
          </a:r>
        </a:p>
      </dgm:t>
    </dgm:pt>
    <dgm:pt modelId="{B5777CEF-0055-4B26-9507-DD7411DE7759}" type="parTrans" cxnId="{2B83F9AC-5155-4473-A8E8-D5692540D256}">
      <dgm:prSet/>
      <dgm:spPr/>
      <dgm:t>
        <a:bodyPr/>
        <a:lstStyle/>
        <a:p>
          <a:endParaRPr lang="en-GB"/>
        </a:p>
      </dgm:t>
    </dgm:pt>
    <dgm:pt modelId="{5798199A-E3C3-491B-A9E3-B59100193B20}" type="sibTrans" cxnId="{2B83F9AC-5155-4473-A8E8-D5692540D256}">
      <dgm:prSet/>
      <dgm:spPr/>
      <dgm:t>
        <a:bodyPr/>
        <a:lstStyle/>
        <a:p>
          <a:endParaRPr lang="en-GB"/>
        </a:p>
      </dgm:t>
    </dgm:pt>
    <dgm:pt modelId="{D4C16871-ACF6-425F-AAD9-CFB88AB9A7E6}">
      <dgm:prSet phldrT="[Text]"/>
      <dgm:spPr/>
      <dgm:t>
        <a:bodyPr/>
        <a:lstStyle/>
        <a:p>
          <a:r>
            <a:rPr lang="en-GB" dirty="0"/>
            <a:t>…the operating system…</a:t>
          </a:r>
        </a:p>
      </dgm:t>
    </dgm:pt>
    <dgm:pt modelId="{6844ADB0-92D2-4200-9770-192C582069C6}" type="parTrans" cxnId="{FEEF31AF-0D7F-4ACC-A0F6-3F9D6209CD2B}">
      <dgm:prSet/>
      <dgm:spPr/>
      <dgm:t>
        <a:bodyPr/>
        <a:lstStyle/>
        <a:p>
          <a:endParaRPr lang="en-GB"/>
        </a:p>
      </dgm:t>
    </dgm:pt>
    <dgm:pt modelId="{2B4D0D68-ED8B-44E2-ACBE-9E042395D786}" type="sibTrans" cxnId="{FEEF31AF-0D7F-4ACC-A0F6-3F9D6209CD2B}">
      <dgm:prSet/>
      <dgm:spPr/>
      <dgm:t>
        <a:bodyPr/>
        <a:lstStyle/>
        <a:p>
          <a:endParaRPr lang="en-GB"/>
        </a:p>
      </dgm:t>
    </dgm:pt>
    <dgm:pt modelId="{B85CEFF5-C36F-48E4-A36E-945A235A4D3E}">
      <dgm:prSet phldrT="[Text]"/>
      <dgm:spPr/>
      <dgm:t>
        <a:bodyPr/>
        <a:lstStyle/>
        <a:p>
          <a:r>
            <a:rPr lang="en-GB" dirty="0"/>
            <a:t>…which talks back to the…</a:t>
          </a:r>
        </a:p>
      </dgm:t>
    </dgm:pt>
    <dgm:pt modelId="{9B2B6AC1-2E71-426F-816A-45D114FBDA1A}" type="parTrans" cxnId="{BFF0D406-7C7B-4682-8EB8-07B0765FC6FA}">
      <dgm:prSet/>
      <dgm:spPr/>
      <dgm:t>
        <a:bodyPr/>
        <a:lstStyle/>
        <a:p>
          <a:endParaRPr lang="en-GB"/>
        </a:p>
      </dgm:t>
    </dgm:pt>
    <dgm:pt modelId="{F46BC0E6-237F-4E7A-9DA7-531981E39855}" type="sibTrans" cxnId="{BFF0D406-7C7B-4682-8EB8-07B0765FC6FA}">
      <dgm:prSet/>
      <dgm:spPr/>
      <dgm:t>
        <a:bodyPr/>
        <a:lstStyle/>
        <a:p>
          <a:endParaRPr lang="en-GB"/>
        </a:p>
      </dgm:t>
    </dgm:pt>
    <dgm:pt modelId="{3F1CC4F0-73EA-4745-B528-E29E91C552CC}" type="pres">
      <dgm:prSet presAssocID="{09445A27-E42D-4264-B74C-A408A6452A43}" presName="Name0" presStyleCnt="0">
        <dgm:presLayoutVars>
          <dgm:chMax val="1"/>
          <dgm:chPref val="1"/>
          <dgm:dir/>
          <dgm:animOne val="branch"/>
          <dgm:animLvl val="lvl"/>
        </dgm:presLayoutVars>
      </dgm:prSet>
      <dgm:spPr/>
    </dgm:pt>
    <dgm:pt modelId="{7FF55550-128F-4A74-872E-58EF120E36AB}" type="pres">
      <dgm:prSet presAssocID="{BEED4FF1-9DD2-4141-B7ED-932C17C75CC9}" presName="Parent" presStyleLbl="node0" presStyleIdx="0" presStyleCnt="1">
        <dgm:presLayoutVars>
          <dgm:chMax val="6"/>
          <dgm:chPref val="6"/>
        </dgm:presLayoutVars>
      </dgm:prSet>
      <dgm:spPr/>
    </dgm:pt>
    <dgm:pt modelId="{9A2EA12C-6BA2-428C-86E2-7E919634704C}" type="pres">
      <dgm:prSet presAssocID="{86CA1039-63DA-490D-83D7-BEDF586FABB6}" presName="Accent1" presStyleCnt="0"/>
      <dgm:spPr/>
    </dgm:pt>
    <dgm:pt modelId="{249E8E8E-FD91-4D88-B49F-66ADE52A5FFD}" type="pres">
      <dgm:prSet presAssocID="{86CA1039-63DA-490D-83D7-BEDF586FABB6}" presName="Accent" presStyleLbl="bgShp" presStyleIdx="0" presStyleCnt="6"/>
      <dgm:spPr/>
    </dgm:pt>
    <dgm:pt modelId="{58A9AFD3-AB82-46A0-A7F9-F8C1B2FDD5C4}" type="pres">
      <dgm:prSet presAssocID="{86CA1039-63DA-490D-83D7-BEDF586FABB6}" presName="Child1" presStyleLbl="node1" presStyleIdx="0" presStyleCnt="6">
        <dgm:presLayoutVars>
          <dgm:chMax val="0"/>
          <dgm:chPref val="0"/>
          <dgm:bulletEnabled val="1"/>
        </dgm:presLayoutVars>
      </dgm:prSet>
      <dgm:spPr/>
    </dgm:pt>
    <dgm:pt modelId="{728BF5BA-85C0-4E5A-BE90-2FB486C60CA6}" type="pres">
      <dgm:prSet presAssocID="{C9462DF5-A960-4A59-BCE3-2B07B5E27346}" presName="Accent2" presStyleCnt="0"/>
      <dgm:spPr/>
    </dgm:pt>
    <dgm:pt modelId="{7B58387E-95F0-414A-8BB4-02DF188EAB4D}" type="pres">
      <dgm:prSet presAssocID="{C9462DF5-A960-4A59-BCE3-2B07B5E27346}" presName="Accent" presStyleLbl="bgShp" presStyleIdx="1" presStyleCnt="6"/>
      <dgm:spPr/>
    </dgm:pt>
    <dgm:pt modelId="{2258E08D-C511-45C1-88FC-79EE557BC5D2}" type="pres">
      <dgm:prSet presAssocID="{C9462DF5-A960-4A59-BCE3-2B07B5E27346}" presName="Child2" presStyleLbl="node1" presStyleIdx="1" presStyleCnt="6">
        <dgm:presLayoutVars>
          <dgm:chMax val="0"/>
          <dgm:chPref val="0"/>
          <dgm:bulletEnabled val="1"/>
        </dgm:presLayoutVars>
      </dgm:prSet>
      <dgm:spPr/>
    </dgm:pt>
    <dgm:pt modelId="{CA4E74F1-37E5-46CD-8BBF-BB93BCF0C6F1}" type="pres">
      <dgm:prSet presAssocID="{6F6F0E4F-F4C6-4116-98F3-8A9CC186E381}" presName="Accent3" presStyleCnt="0"/>
      <dgm:spPr/>
    </dgm:pt>
    <dgm:pt modelId="{D5467BC9-BC23-4EA4-84FC-758D21CE41D1}" type="pres">
      <dgm:prSet presAssocID="{6F6F0E4F-F4C6-4116-98F3-8A9CC186E381}" presName="Accent" presStyleLbl="bgShp" presStyleIdx="2" presStyleCnt="6"/>
      <dgm:spPr/>
    </dgm:pt>
    <dgm:pt modelId="{5F96DCF6-EEE3-4CD6-9447-8CB52EC216E7}" type="pres">
      <dgm:prSet presAssocID="{6F6F0E4F-F4C6-4116-98F3-8A9CC186E381}" presName="Child3" presStyleLbl="node1" presStyleIdx="2" presStyleCnt="6">
        <dgm:presLayoutVars>
          <dgm:chMax val="0"/>
          <dgm:chPref val="0"/>
          <dgm:bulletEnabled val="1"/>
        </dgm:presLayoutVars>
      </dgm:prSet>
      <dgm:spPr/>
    </dgm:pt>
    <dgm:pt modelId="{EA845BF5-3570-4754-9E42-02D0DD37B7CA}" type="pres">
      <dgm:prSet presAssocID="{F7EE49EE-1559-4410-A6A4-601A040E0B48}" presName="Accent4" presStyleCnt="0"/>
      <dgm:spPr/>
    </dgm:pt>
    <dgm:pt modelId="{CB2F6DAB-04AB-4996-9D11-AB9F60C3115D}" type="pres">
      <dgm:prSet presAssocID="{F7EE49EE-1559-4410-A6A4-601A040E0B48}" presName="Accent" presStyleLbl="bgShp" presStyleIdx="3" presStyleCnt="6"/>
      <dgm:spPr/>
    </dgm:pt>
    <dgm:pt modelId="{3CE32F15-5B1A-428B-9012-ECE6EF9D126B}" type="pres">
      <dgm:prSet presAssocID="{F7EE49EE-1559-4410-A6A4-601A040E0B48}" presName="Child4" presStyleLbl="node1" presStyleIdx="3" presStyleCnt="6">
        <dgm:presLayoutVars>
          <dgm:chMax val="0"/>
          <dgm:chPref val="0"/>
          <dgm:bulletEnabled val="1"/>
        </dgm:presLayoutVars>
      </dgm:prSet>
      <dgm:spPr/>
    </dgm:pt>
    <dgm:pt modelId="{85519524-84DF-4685-A6A3-9FD133795DCF}" type="pres">
      <dgm:prSet presAssocID="{D4C16871-ACF6-425F-AAD9-CFB88AB9A7E6}" presName="Accent5" presStyleCnt="0"/>
      <dgm:spPr/>
    </dgm:pt>
    <dgm:pt modelId="{249BBD77-F519-405E-A658-9E9BD3A564D9}" type="pres">
      <dgm:prSet presAssocID="{D4C16871-ACF6-425F-AAD9-CFB88AB9A7E6}" presName="Accent" presStyleLbl="bgShp" presStyleIdx="4" presStyleCnt="6"/>
      <dgm:spPr/>
    </dgm:pt>
    <dgm:pt modelId="{7DFA65E6-848C-41D8-A244-6EBB36EAE432}" type="pres">
      <dgm:prSet presAssocID="{D4C16871-ACF6-425F-AAD9-CFB88AB9A7E6}" presName="Child5" presStyleLbl="node1" presStyleIdx="4" presStyleCnt="6">
        <dgm:presLayoutVars>
          <dgm:chMax val="0"/>
          <dgm:chPref val="0"/>
          <dgm:bulletEnabled val="1"/>
        </dgm:presLayoutVars>
      </dgm:prSet>
      <dgm:spPr/>
    </dgm:pt>
    <dgm:pt modelId="{DDC13FFE-058C-43C2-9EEF-E1F87C6872EB}" type="pres">
      <dgm:prSet presAssocID="{B85CEFF5-C36F-48E4-A36E-945A235A4D3E}" presName="Accent6" presStyleCnt="0"/>
      <dgm:spPr/>
    </dgm:pt>
    <dgm:pt modelId="{90F10AA5-53AB-4FFE-AAB9-B0BF040C7DB0}" type="pres">
      <dgm:prSet presAssocID="{B85CEFF5-C36F-48E4-A36E-945A235A4D3E}" presName="Accent" presStyleLbl="bgShp" presStyleIdx="5" presStyleCnt="6"/>
      <dgm:spPr/>
    </dgm:pt>
    <dgm:pt modelId="{968CDE31-0440-42AC-9974-2F627298874D}" type="pres">
      <dgm:prSet presAssocID="{B85CEFF5-C36F-48E4-A36E-945A235A4D3E}" presName="Child6" presStyleLbl="node1" presStyleIdx="5" presStyleCnt="6">
        <dgm:presLayoutVars>
          <dgm:chMax val="0"/>
          <dgm:chPref val="0"/>
          <dgm:bulletEnabled val="1"/>
        </dgm:presLayoutVars>
      </dgm:prSet>
      <dgm:spPr/>
    </dgm:pt>
  </dgm:ptLst>
  <dgm:cxnLst>
    <dgm:cxn modelId="{BFF0D406-7C7B-4682-8EB8-07B0765FC6FA}" srcId="{BEED4FF1-9DD2-4141-B7ED-932C17C75CC9}" destId="{B85CEFF5-C36F-48E4-A36E-945A235A4D3E}" srcOrd="5" destOrd="0" parTransId="{9B2B6AC1-2E71-426F-816A-45D114FBDA1A}" sibTransId="{F46BC0E6-237F-4E7A-9DA7-531981E39855}"/>
    <dgm:cxn modelId="{41FB201F-8C86-4523-BCF6-5B3444830A52}" type="presOf" srcId="{86CA1039-63DA-490D-83D7-BEDF586FABB6}" destId="{58A9AFD3-AB82-46A0-A7F9-F8C1B2FDD5C4}" srcOrd="0" destOrd="0" presId="urn:microsoft.com/office/officeart/2011/layout/HexagonRadial"/>
    <dgm:cxn modelId="{3DCA0623-12D5-4858-9588-D4E65FF37F9A}" type="presOf" srcId="{C9462DF5-A960-4A59-BCE3-2B07B5E27346}" destId="{2258E08D-C511-45C1-88FC-79EE557BC5D2}" srcOrd="0" destOrd="0" presId="urn:microsoft.com/office/officeart/2011/layout/HexagonRadial"/>
    <dgm:cxn modelId="{9BB42265-BFEF-489F-BF74-7A7D76C68978}" srcId="{BEED4FF1-9DD2-4141-B7ED-932C17C75CC9}" destId="{6F6F0E4F-F4C6-4116-98F3-8A9CC186E381}" srcOrd="2" destOrd="0" parTransId="{F98C524D-EF5D-4903-BCFC-350109BD925B}" sibTransId="{E090070F-7421-44B9-9DE6-89C392BE5782}"/>
    <dgm:cxn modelId="{0B071F6B-80FB-4C0A-9CA5-D85D46A9BABD}" type="presOf" srcId="{F7EE49EE-1559-4410-A6A4-601A040E0B48}" destId="{3CE32F15-5B1A-428B-9012-ECE6EF9D126B}" srcOrd="0" destOrd="0" presId="urn:microsoft.com/office/officeart/2011/layout/HexagonRadial"/>
    <dgm:cxn modelId="{966AD573-4EE9-4361-AF8E-711C3F8BAF53}" type="presOf" srcId="{B85CEFF5-C36F-48E4-A36E-945A235A4D3E}" destId="{968CDE31-0440-42AC-9974-2F627298874D}" srcOrd="0" destOrd="0" presId="urn:microsoft.com/office/officeart/2011/layout/HexagonRadial"/>
    <dgm:cxn modelId="{EB26A27F-C109-45D3-BD1E-ED37F2FF2447}" type="presOf" srcId="{BEED4FF1-9DD2-4141-B7ED-932C17C75CC9}" destId="{7FF55550-128F-4A74-872E-58EF120E36AB}" srcOrd="0" destOrd="0" presId="urn:microsoft.com/office/officeart/2011/layout/HexagonRadial"/>
    <dgm:cxn modelId="{D200D690-05F4-49D3-8239-78239A009B75}" srcId="{BEED4FF1-9DD2-4141-B7ED-932C17C75CC9}" destId="{86CA1039-63DA-490D-83D7-BEDF586FABB6}" srcOrd="0" destOrd="0" parTransId="{75F8EF14-785A-4287-9D22-3B8BF765BAED}" sibTransId="{4F7716B0-17A9-46FA-A06E-BE0457912877}"/>
    <dgm:cxn modelId="{13FEBC91-852B-434D-A64E-1335F43D6AF5}" type="presOf" srcId="{09445A27-E42D-4264-B74C-A408A6452A43}" destId="{3F1CC4F0-73EA-4745-B528-E29E91C552CC}" srcOrd="0" destOrd="0" presId="urn:microsoft.com/office/officeart/2011/layout/HexagonRadial"/>
    <dgm:cxn modelId="{0F5CCAAB-40C7-48DA-BC8B-1939023E419D}" srcId="{09445A27-E42D-4264-B74C-A408A6452A43}" destId="{BEED4FF1-9DD2-4141-B7ED-932C17C75CC9}" srcOrd="0" destOrd="0" parTransId="{F93D47D1-0D42-49E8-BBD7-33364DFC48A1}" sibTransId="{F74991B4-1203-42FD-93F8-0783C393A7B5}"/>
    <dgm:cxn modelId="{2B83F9AC-5155-4473-A8E8-D5692540D256}" srcId="{BEED4FF1-9DD2-4141-B7ED-932C17C75CC9}" destId="{F7EE49EE-1559-4410-A6A4-601A040E0B48}" srcOrd="3" destOrd="0" parTransId="{B5777CEF-0055-4B26-9507-DD7411DE7759}" sibTransId="{5798199A-E3C3-491B-A9E3-B59100193B20}"/>
    <dgm:cxn modelId="{FEEF31AF-0D7F-4ACC-A0F6-3F9D6209CD2B}" srcId="{BEED4FF1-9DD2-4141-B7ED-932C17C75CC9}" destId="{D4C16871-ACF6-425F-AAD9-CFB88AB9A7E6}" srcOrd="4" destOrd="0" parTransId="{6844ADB0-92D2-4200-9770-192C582069C6}" sibTransId="{2B4D0D68-ED8B-44E2-ACBE-9E042395D786}"/>
    <dgm:cxn modelId="{E7678DC5-9530-41C8-835E-141F9BB89BC8}" srcId="{BEED4FF1-9DD2-4141-B7ED-932C17C75CC9}" destId="{C9462DF5-A960-4A59-BCE3-2B07B5E27346}" srcOrd="1" destOrd="0" parTransId="{31667DCF-2137-4C1B-A509-04F30BD667A6}" sibTransId="{47199209-FA76-4E0E-85A4-4F49562D6631}"/>
    <dgm:cxn modelId="{E42CD4E5-37BF-4C57-AD09-47B943F09469}" type="presOf" srcId="{D4C16871-ACF6-425F-AAD9-CFB88AB9A7E6}" destId="{7DFA65E6-848C-41D8-A244-6EBB36EAE432}" srcOrd="0" destOrd="0" presId="urn:microsoft.com/office/officeart/2011/layout/HexagonRadial"/>
    <dgm:cxn modelId="{E037A4F3-3B3D-442A-BBE9-A5D6E9703847}" type="presOf" srcId="{6F6F0E4F-F4C6-4116-98F3-8A9CC186E381}" destId="{5F96DCF6-EEE3-4CD6-9447-8CB52EC216E7}" srcOrd="0" destOrd="0" presId="urn:microsoft.com/office/officeart/2011/layout/HexagonRadial"/>
    <dgm:cxn modelId="{36B5E71C-4114-40D0-8EA4-49B32C5FEC7E}" type="presParOf" srcId="{3F1CC4F0-73EA-4745-B528-E29E91C552CC}" destId="{7FF55550-128F-4A74-872E-58EF120E36AB}" srcOrd="0" destOrd="0" presId="urn:microsoft.com/office/officeart/2011/layout/HexagonRadial"/>
    <dgm:cxn modelId="{15CE834C-376A-47FD-87B3-A344C5AA3EBF}" type="presParOf" srcId="{3F1CC4F0-73EA-4745-B528-E29E91C552CC}" destId="{9A2EA12C-6BA2-428C-86E2-7E919634704C}" srcOrd="1" destOrd="0" presId="urn:microsoft.com/office/officeart/2011/layout/HexagonRadial"/>
    <dgm:cxn modelId="{0C89A2BE-C426-48E8-A305-6B1585551509}" type="presParOf" srcId="{9A2EA12C-6BA2-428C-86E2-7E919634704C}" destId="{249E8E8E-FD91-4D88-B49F-66ADE52A5FFD}" srcOrd="0" destOrd="0" presId="urn:microsoft.com/office/officeart/2011/layout/HexagonRadial"/>
    <dgm:cxn modelId="{7ADD7CA6-8190-4831-AA99-70EF5902B693}" type="presParOf" srcId="{3F1CC4F0-73EA-4745-B528-E29E91C552CC}" destId="{58A9AFD3-AB82-46A0-A7F9-F8C1B2FDD5C4}" srcOrd="2" destOrd="0" presId="urn:microsoft.com/office/officeart/2011/layout/HexagonRadial"/>
    <dgm:cxn modelId="{C200B244-4667-47DE-805E-A7AAC885EB91}" type="presParOf" srcId="{3F1CC4F0-73EA-4745-B528-E29E91C552CC}" destId="{728BF5BA-85C0-4E5A-BE90-2FB486C60CA6}" srcOrd="3" destOrd="0" presId="urn:microsoft.com/office/officeart/2011/layout/HexagonRadial"/>
    <dgm:cxn modelId="{17777D14-144F-49A2-97AC-C150A643BA61}" type="presParOf" srcId="{728BF5BA-85C0-4E5A-BE90-2FB486C60CA6}" destId="{7B58387E-95F0-414A-8BB4-02DF188EAB4D}" srcOrd="0" destOrd="0" presId="urn:microsoft.com/office/officeart/2011/layout/HexagonRadial"/>
    <dgm:cxn modelId="{CD401E91-80E6-405F-A12C-DA975BE60D0A}" type="presParOf" srcId="{3F1CC4F0-73EA-4745-B528-E29E91C552CC}" destId="{2258E08D-C511-45C1-88FC-79EE557BC5D2}" srcOrd="4" destOrd="0" presId="urn:microsoft.com/office/officeart/2011/layout/HexagonRadial"/>
    <dgm:cxn modelId="{27817468-A943-4804-9638-00DB34A322AA}" type="presParOf" srcId="{3F1CC4F0-73EA-4745-B528-E29E91C552CC}" destId="{CA4E74F1-37E5-46CD-8BBF-BB93BCF0C6F1}" srcOrd="5" destOrd="0" presId="urn:microsoft.com/office/officeart/2011/layout/HexagonRadial"/>
    <dgm:cxn modelId="{F9834F23-05F6-4EEE-8437-D36587F1CA02}" type="presParOf" srcId="{CA4E74F1-37E5-46CD-8BBF-BB93BCF0C6F1}" destId="{D5467BC9-BC23-4EA4-84FC-758D21CE41D1}" srcOrd="0" destOrd="0" presId="urn:microsoft.com/office/officeart/2011/layout/HexagonRadial"/>
    <dgm:cxn modelId="{60EA02CE-4E8F-47AE-BDD6-11BB016C0B9F}" type="presParOf" srcId="{3F1CC4F0-73EA-4745-B528-E29E91C552CC}" destId="{5F96DCF6-EEE3-4CD6-9447-8CB52EC216E7}" srcOrd="6" destOrd="0" presId="urn:microsoft.com/office/officeart/2011/layout/HexagonRadial"/>
    <dgm:cxn modelId="{4BC99203-BB1B-4E98-8638-DEFE8441FD10}" type="presParOf" srcId="{3F1CC4F0-73EA-4745-B528-E29E91C552CC}" destId="{EA845BF5-3570-4754-9E42-02D0DD37B7CA}" srcOrd="7" destOrd="0" presId="urn:microsoft.com/office/officeart/2011/layout/HexagonRadial"/>
    <dgm:cxn modelId="{D8466C1C-F3BC-4C11-9812-8F1158ABCC57}" type="presParOf" srcId="{EA845BF5-3570-4754-9E42-02D0DD37B7CA}" destId="{CB2F6DAB-04AB-4996-9D11-AB9F60C3115D}" srcOrd="0" destOrd="0" presId="urn:microsoft.com/office/officeart/2011/layout/HexagonRadial"/>
    <dgm:cxn modelId="{6A1B2E57-C356-4261-9B9B-53B0960E94F0}" type="presParOf" srcId="{3F1CC4F0-73EA-4745-B528-E29E91C552CC}" destId="{3CE32F15-5B1A-428B-9012-ECE6EF9D126B}" srcOrd="8" destOrd="0" presId="urn:microsoft.com/office/officeart/2011/layout/HexagonRadial"/>
    <dgm:cxn modelId="{3BAA4B4E-3527-482B-803F-71A41A7D79DB}" type="presParOf" srcId="{3F1CC4F0-73EA-4745-B528-E29E91C552CC}" destId="{85519524-84DF-4685-A6A3-9FD133795DCF}" srcOrd="9" destOrd="0" presId="urn:microsoft.com/office/officeart/2011/layout/HexagonRadial"/>
    <dgm:cxn modelId="{EFBE8BC7-2142-4D27-AE35-0ECB90F55AF1}" type="presParOf" srcId="{85519524-84DF-4685-A6A3-9FD133795DCF}" destId="{249BBD77-F519-405E-A658-9E9BD3A564D9}" srcOrd="0" destOrd="0" presId="urn:microsoft.com/office/officeart/2011/layout/HexagonRadial"/>
    <dgm:cxn modelId="{B130CBFE-C467-42BB-8A30-B2D465CD7BE3}" type="presParOf" srcId="{3F1CC4F0-73EA-4745-B528-E29E91C552CC}" destId="{7DFA65E6-848C-41D8-A244-6EBB36EAE432}" srcOrd="10" destOrd="0" presId="urn:microsoft.com/office/officeart/2011/layout/HexagonRadial"/>
    <dgm:cxn modelId="{7D740526-BD7B-4C7B-AC4F-3F91EBA0DF4E}" type="presParOf" srcId="{3F1CC4F0-73EA-4745-B528-E29E91C552CC}" destId="{DDC13FFE-058C-43C2-9EEF-E1F87C6872EB}" srcOrd="11" destOrd="0" presId="urn:microsoft.com/office/officeart/2011/layout/HexagonRadial"/>
    <dgm:cxn modelId="{0112D87B-1C06-4337-A206-3D1D4A89A171}" type="presParOf" srcId="{DDC13FFE-058C-43C2-9EEF-E1F87C6872EB}" destId="{90F10AA5-53AB-4FFE-AAB9-B0BF040C7DB0}" srcOrd="0" destOrd="0" presId="urn:microsoft.com/office/officeart/2011/layout/HexagonRadial"/>
    <dgm:cxn modelId="{CB5DBAA9-D3D5-49EB-B4FB-47A1F6D3D29E}" type="presParOf" srcId="{3F1CC4F0-73EA-4745-B528-E29E91C552CC}" destId="{968CDE31-0440-42AC-9974-2F627298874D}" srcOrd="12" destOrd="0" presId="urn:microsoft.com/office/officeart/2011/layout/HexagonRadial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09445A27-E42D-4264-B74C-A408A6452A43}" type="doc">
      <dgm:prSet loTypeId="urn:microsoft.com/office/officeart/2011/layout/HexagonRadial" loCatId="officeonline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GB"/>
        </a:p>
      </dgm:t>
    </dgm:pt>
    <dgm:pt modelId="{BEED4FF1-9DD2-4141-B7ED-932C17C75CC9}">
      <dgm:prSet phldrT="[Text]" custT="1"/>
      <dgm:spPr/>
      <dgm:t>
        <a:bodyPr/>
        <a:lstStyle/>
        <a:p>
          <a:r>
            <a:rPr lang="en-GB" sz="2400" b="0" dirty="0"/>
            <a:t>The relationship between software and hardware</a:t>
          </a:r>
        </a:p>
      </dgm:t>
    </dgm:pt>
    <dgm:pt modelId="{F93D47D1-0D42-49E8-BBD7-33364DFC48A1}" type="parTrans" cxnId="{0F5CCAAB-40C7-48DA-BC8B-1939023E419D}">
      <dgm:prSet/>
      <dgm:spPr/>
      <dgm:t>
        <a:bodyPr/>
        <a:lstStyle/>
        <a:p>
          <a:endParaRPr lang="en-GB"/>
        </a:p>
      </dgm:t>
    </dgm:pt>
    <dgm:pt modelId="{F74991B4-1203-42FD-93F8-0783C393A7B5}" type="sibTrans" cxnId="{0F5CCAAB-40C7-48DA-BC8B-1939023E419D}">
      <dgm:prSet/>
      <dgm:spPr/>
      <dgm:t>
        <a:bodyPr/>
        <a:lstStyle/>
        <a:p>
          <a:endParaRPr lang="en-GB"/>
        </a:p>
      </dgm:t>
    </dgm:pt>
    <dgm:pt modelId="{86CA1039-63DA-490D-83D7-BEDF586FABB6}">
      <dgm:prSet phldrT="[Text]"/>
      <dgm:spPr/>
      <dgm:t>
        <a:bodyPr/>
        <a:lstStyle/>
        <a:p>
          <a:r>
            <a:rPr lang="en-GB" dirty="0"/>
            <a:t>…application software…</a:t>
          </a:r>
        </a:p>
      </dgm:t>
    </dgm:pt>
    <dgm:pt modelId="{75F8EF14-785A-4287-9D22-3B8BF765BAED}" type="parTrans" cxnId="{D200D690-05F4-49D3-8239-78239A009B75}">
      <dgm:prSet/>
      <dgm:spPr/>
      <dgm:t>
        <a:bodyPr/>
        <a:lstStyle/>
        <a:p>
          <a:endParaRPr lang="en-GB"/>
        </a:p>
      </dgm:t>
    </dgm:pt>
    <dgm:pt modelId="{4F7716B0-17A9-46FA-A06E-BE0457912877}" type="sibTrans" cxnId="{D200D690-05F4-49D3-8239-78239A009B75}">
      <dgm:prSet/>
      <dgm:spPr/>
      <dgm:t>
        <a:bodyPr/>
        <a:lstStyle/>
        <a:p>
          <a:endParaRPr lang="en-GB"/>
        </a:p>
      </dgm:t>
    </dgm:pt>
    <dgm:pt modelId="{C9462DF5-A960-4A59-BCE3-2B07B5E27346}">
      <dgm:prSet phldrT="[Text]"/>
      <dgm:spPr/>
      <dgm:t>
        <a:bodyPr/>
        <a:lstStyle/>
        <a:p>
          <a:r>
            <a:rPr lang="en-GB" dirty="0"/>
            <a:t>…talks to the operating system….</a:t>
          </a:r>
        </a:p>
      </dgm:t>
    </dgm:pt>
    <dgm:pt modelId="{31667DCF-2137-4C1B-A509-04F30BD667A6}" type="parTrans" cxnId="{E7678DC5-9530-41C8-835E-141F9BB89BC8}">
      <dgm:prSet/>
      <dgm:spPr/>
      <dgm:t>
        <a:bodyPr/>
        <a:lstStyle/>
        <a:p>
          <a:endParaRPr lang="en-GB"/>
        </a:p>
      </dgm:t>
    </dgm:pt>
    <dgm:pt modelId="{47199209-FA76-4E0E-85A4-4F49562D6631}" type="sibTrans" cxnId="{E7678DC5-9530-41C8-835E-141F9BB89BC8}">
      <dgm:prSet/>
      <dgm:spPr/>
      <dgm:t>
        <a:bodyPr/>
        <a:lstStyle/>
        <a:p>
          <a:endParaRPr lang="en-GB"/>
        </a:p>
      </dgm:t>
    </dgm:pt>
    <dgm:pt modelId="{6F6F0E4F-F4C6-4116-98F3-8A9CC186E381}">
      <dgm:prSet phldrT="[Text]"/>
      <dgm:spPr/>
      <dgm:t>
        <a:bodyPr/>
        <a:lstStyle/>
        <a:p>
          <a:r>
            <a:rPr lang="en-GB" dirty="0"/>
            <a:t>…which then interacts with…</a:t>
          </a:r>
        </a:p>
      </dgm:t>
    </dgm:pt>
    <dgm:pt modelId="{F98C524D-EF5D-4903-BCFC-350109BD925B}" type="parTrans" cxnId="{9BB42265-BFEF-489F-BF74-7A7D76C68978}">
      <dgm:prSet/>
      <dgm:spPr/>
      <dgm:t>
        <a:bodyPr/>
        <a:lstStyle/>
        <a:p>
          <a:endParaRPr lang="en-GB"/>
        </a:p>
      </dgm:t>
    </dgm:pt>
    <dgm:pt modelId="{E090070F-7421-44B9-9DE6-89C392BE5782}" type="sibTrans" cxnId="{9BB42265-BFEF-489F-BF74-7A7D76C68978}">
      <dgm:prSet/>
      <dgm:spPr/>
      <dgm:t>
        <a:bodyPr/>
        <a:lstStyle/>
        <a:p>
          <a:endParaRPr lang="en-GB"/>
        </a:p>
      </dgm:t>
    </dgm:pt>
    <dgm:pt modelId="{F7EE49EE-1559-4410-A6A4-601A040E0B48}">
      <dgm:prSet phldrT="[Text]"/>
      <dgm:spPr/>
      <dgm:t>
        <a:bodyPr/>
        <a:lstStyle/>
        <a:p>
          <a:r>
            <a:rPr lang="en-GB" dirty="0"/>
            <a:t>…hardware, which talks back to…</a:t>
          </a:r>
        </a:p>
      </dgm:t>
    </dgm:pt>
    <dgm:pt modelId="{B5777CEF-0055-4B26-9507-DD7411DE7759}" type="parTrans" cxnId="{2B83F9AC-5155-4473-A8E8-D5692540D256}">
      <dgm:prSet/>
      <dgm:spPr/>
      <dgm:t>
        <a:bodyPr/>
        <a:lstStyle/>
        <a:p>
          <a:endParaRPr lang="en-GB"/>
        </a:p>
      </dgm:t>
    </dgm:pt>
    <dgm:pt modelId="{5798199A-E3C3-491B-A9E3-B59100193B20}" type="sibTrans" cxnId="{2B83F9AC-5155-4473-A8E8-D5692540D256}">
      <dgm:prSet/>
      <dgm:spPr/>
      <dgm:t>
        <a:bodyPr/>
        <a:lstStyle/>
        <a:p>
          <a:endParaRPr lang="en-GB"/>
        </a:p>
      </dgm:t>
    </dgm:pt>
    <dgm:pt modelId="{D4C16871-ACF6-425F-AAD9-CFB88AB9A7E6}">
      <dgm:prSet phldrT="[Text]"/>
      <dgm:spPr/>
      <dgm:t>
        <a:bodyPr/>
        <a:lstStyle/>
        <a:p>
          <a:r>
            <a:rPr lang="en-GB" dirty="0"/>
            <a:t>…the operating system…</a:t>
          </a:r>
        </a:p>
      </dgm:t>
    </dgm:pt>
    <dgm:pt modelId="{6844ADB0-92D2-4200-9770-192C582069C6}" type="parTrans" cxnId="{FEEF31AF-0D7F-4ACC-A0F6-3F9D6209CD2B}">
      <dgm:prSet/>
      <dgm:spPr/>
      <dgm:t>
        <a:bodyPr/>
        <a:lstStyle/>
        <a:p>
          <a:endParaRPr lang="en-GB"/>
        </a:p>
      </dgm:t>
    </dgm:pt>
    <dgm:pt modelId="{2B4D0D68-ED8B-44E2-ACBE-9E042395D786}" type="sibTrans" cxnId="{FEEF31AF-0D7F-4ACC-A0F6-3F9D6209CD2B}">
      <dgm:prSet/>
      <dgm:spPr/>
      <dgm:t>
        <a:bodyPr/>
        <a:lstStyle/>
        <a:p>
          <a:endParaRPr lang="en-GB"/>
        </a:p>
      </dgm:t>
    </dgm:pt>
    <dgm:pt modelId="{B85CEFF5-C36F-48E4-A36E-945A235A4D3E}">
      <dgm:prSet phldrT="[Text]"/>
      <dgm:spPr/>
      <dgm:t>
        <a:bodyPr/>
        <a:lstStyle/>
        <a:p>
          <a:r>
            <a:rPr lang="en-GB" dirty="0"/>
            <a:t>…which talks back to the…</a:t>
          </a:r>
        </a:p>
      </dgm:t>
    </dgm:pt>
    <dgm:pt modelId="{9B2B6AC1-2E71-426F-816A-45D114FBDA1A}" type="parTrans" cxnId="{BFF0D406-7C7B-4682-8EB8-07B0765FC6FA}">
      <dgm:prSet/>
      <dgm:spPr/>
      <dgm:t>
        <a:bodyPr/>
        <a:lstStyle/>
        <a:p>
          <a:endParaRPr lang="en-GB"/>
        </a:p>
      </dgm:t>
    </dgm:pt>
    <dgm:pt modelId="{F46BC0E6-237F-4E7A-9DA7-531981E39855}" type="sibTrans" cxnId="{BFF0D406-7C7B-4682-8EB8-07B0765FC6FA}">
      <dgm:prSet/>
      <dgm:spPr/>
      <dgm:t>
        <a:bodyPr/>
        <a:lstStyle/>
        <a:p>
          <a:endParaRPr lang="en-GB"/>
        </a:p>
      </dgm:t>
    </dgm:pt>
    <dgm:pt modelId="{3F1CC4F0-73EA-4745-B528-E29E91C552CC}" type="pres">
      <dgm:prSet presAssocID="{09445A27-E42D-4264-B74C-A408A6452A43}" presName="Name0" presStyleCnt="0">
        <dgm:presLayoutVars>
          <dgm:chMax val="1"/>
          <dgm:chPref val="1"/>
          <dgm:dir/>
          <dgm:animOne val="branch"/>
          <dgm:animLvl val="lvl"/>
        </dgm:presLayoutVars>
      </dgm:prSet>
      <dgm:spPr/>
    </dgm:pt>
    <dgm:pt modelId="{7FF55550-128F-4A74-872E-58EF120E36AB}" type="pres">
      <dgm:prSet presAssocID="{BEED4FF1-9DD2-4141-B7ED-932C17C75CC9}" presName="Parent" presStyleLbl="node0" presStyleIdx="0" presStyleCnt="1">
        <dgm:presLayoutVars>
          <dgm:chMax val="6"/>
          <dgm:chPref val="6"/>
        </dgm:presLayoutVars>
      </dgm:prSet>
      <dgm:spPr/>
    </dgm:pt>
    <dgm:pt modelId="{9A2EA12C-6BA2-428C-86E2-7E919634704C}" type="pres">
      <dgm:prSet presAssocID="{86CA1039-63DA-490D-83D7-BEDF586FABB6}" presName="Accent1" presStyleCnt="0"/>
      <dgm:spPr/>
    </dgm:pt>
    <dgm:pt modelId="{249E8E8E-FD91-4D88-B49F-66ADE52A5FFD}" type="pres">
      <dgm:prSet presAssocID="{86CA1039-63DA-490D-83D7-BEDF586FABB6}" presName="Accent" presStyleLbl="bgShp" presStyleIdx="0" presStyleCnt="6"/>
      <dgm:spPr/>
    </dgm:pt>
    <dgm:pt modelId="{58A9AFD3-AB82-46A0-A7F9-F8C1B2FDD5C4}" type="pres">
      <dgm:prSet presAssocID="{86CA1039-63DA-490D-83D7-BEDF586FABB6}" presName="Child1" presStyleLbl="node1" presStyleIdx="0" presStyleCnt="6">
        <dgm:presLayoutVars>
          <dgm:chMax val="0"/>
          <dgm:chPref val="0"/>
          <dgm:bulletEnabled val="1"/>
        </dgm:presLayoutVars>
      </dgm:prSet>
      <dgm:spPr/>
    </dgm:pt>
    <dgm:pt modelId="{728BF5BA-85C0-4E5A-BE90-2FB486C60CA6}" type="pres">
      <dgm:prSet presAssocID="{C9462DF5-A960-4A59-BCE3-2B07B5E27346}" presName="Accent2" presStyleCnt="0"/>
      <dgm:spPr/>
    </dgm:pt>
    <dgm:pt modelId="{7B58387E-95F0-414A-8BB4-02DF188EAB4D}" type="pres">
      <dgm:prSet presAssocID="{C9462DF5-A960-4A59-BCE3-2B07B5E27346}" presName="Accent" presStyleLbl="bgShp" presStyleIdx="1" presStyleCnt="6"/>
      <dgm:spPr/>
    </dgm:pt>
    <dgm:pt modelId="{2258E08D-C511-45C1-88FC-79EE557BC5D2}" type="pres">
      <dgm:prSet presAssocID="{C9462DF5-A960-4A59-BCE3-2B07B5E27346}" presName="Child2" presStyleLbl="node1" presStyleIdx="1" presStyleCnt="6">
        <dgm:presLayoutVars>
          <dgm:chMax val="0"/>
          <dgm:chPref val="0"/>
          <dgm:bulletEnabled val="1"/>
        </dgm:presLayoutVars>
      </dgm:prSet>
      <dgm:spPr/>
    </dgm:pt>
    <dgm:pt modelId="{CA4E74F1-37E5-46CD-8BBF-BB93BCF0C6F1}" type="pres">
      <dgm:prSet presAssocID="{6F6F0E4F-F4C6-4116-98F3-8A9CC186E381}" presName="Accent3" presStyleCnt="0"/>
      <dgm:spPr/>
    </dgm:pt>
    <dgm:pt modelId="{D5467BC9-BC23-4EA4-84FC-758D21CE41D1}" type="pres">
      <dgm:prSet presAssocID="{6F6F0E4F-F4C6-4116-98F3-8A9CC186E381}" presName="Accent" presStyleLbl="bgShp" presStyleIdx="2" presStyleCnt="6"/>
      <dgm:spPr/>
    </dgm:pt>
    <dgm:pt modelId="{5F96DCF6-EEE3-4CD6-9447-8CB52EC216E7}" type="pres">
      <dgm:prSet presAssocID="{6F6F0E4F-F4C6-4116-98F3-8A9CC186E381}" presName="Child3" presStyleLbl="node1" presStyleIdx="2" presStyleCnt="6">
        <dgm:presLayoutVars>
          <dgm:chMax val="0"/>
          <dgm:chPref val="0"/>
          <dgm:bulletEnabled val="1"/>
        </dgm:presLayoutVars>
      </dgm:prSet>
      <dgm:spPr/>
    </dgm:pt>
    <dgm:pt modelId="{EA845BF5-3570-4754-9E42-02D0DD37B7CA}" type="pres">
      <dgm:prSet presAssocID="{F7EE49EE-1559-4410-A6A4-601A040E0B48}" presName="Accent4" presStyleCnt="0"/>
      <dgm:spPr/>
    </dgm:pt>
    <dgm:pt modelId="{CB2F6DAB-04AB-4996-9D11-AB9F60C3115D}" type="pres">
      <dgm:prSet presAssocID="{F7EE49EE-1559-4410-A6A4-601A040E0B48}" presName="Accent" presStyleLbl="bgShp" presStyleIdx="3" presStyleCnt="6"/>
      <dgm:spPr/>
    </dgm:pt>
    <dgm:pt modelId="{3CE32F15-5B1A-428B-9012-ECE6EF9D126B}" type="pres">
      <dgm:prSet presAssocID="{F7EE49EE-1559-4410-A6A4-601A040E0B48}" presName="Child4" presStyleLbl="node1" presStyleIdx="3" presStyleCnt="6">
        <dgm:presLayoutVars>
          <dgm:chMax val="0"/>
          <dgm:chPref val="0"/>
          <dgm:bulletEnabled val="1"/>
        </dgm:presLayoutVars>
      </dgm:prSet>
      <dgm:spPr/>
    </dgm:pt>
    <dgm:pt modelId="{85519524-84DF-4685-A6A3-9FD133795DCF}" type="pres">
      <dgm:prSet presAssocID="{D4C16871-ACF6-425F-AAD9-CFB88AB9A7E6}" presName="Accent5" presStyleCnt="0"/>
      <dgm:spPr/>
    </dgm:pt>
    <dgm:pt modelId="{249BBD77-F519-405E-A658-9E9BD3A564D9}" type="pres">
      <dgm:prSet presAssocID="{D4C16871-ACF6-425F-AAD9-CFB88AB9A7E6}" presName="Accent" presStyleLbl="bgShp" presStyleIdx="4" presStyleCnt="6"/>
      <dgm:spPr/>
    </dgm:pt>
    <dgm:pt modelId="{7DFA65E6-848C-41D8-A244-6EBB36EAE432}" type="pres">
      <dgm:prSet presAssocID="{D4C16871-ACF6-425F-AAD9-CFB88AB9A7E6}" presName="Child5" presStyleLbl="node1" presStyleIdx="4" presStyleCnt="6">
        <dgm:presLayoutVars>
          <dgm:chMax val="0"/>
          <dgm:chPref val="0"/>
          <dgm:bulletEnabled val="1"/>
        </dgm:presLayoutVars>
      </dgm:prSet>
      <dgm:spPr/>
    </dgm:pt>
    <dgm:pt modelId="{DDC13FFE-058C-43C2-9EEF-E1F87C6872EB}" type="pres">
      <dgm:prSet presAssocID="{B85CEFF5-C36F-48E4-A36E-945A235A4D3E}" presName="Accent6" presStyleCnt="0"/>
      <dgm:spPr/>
    </dgm:pt>
    <dgm:pt modelId="{90F10AA5-53AB-4FFE-AAB9-B0BF040C7DB0}" type="pres">
      <dgm:prSet presAssocID="{B85CEFF5-C36F-48E4-A36E-945A235A4D3E}" presName="Accent" presStyleLbl="bgShp" presStyleIdx="5" presStyleCnt="6"/>
      <dgm:spPr/>
    </dgm:pt>
    <dgm:pt modelId="{968CDE31-0440-42AC-9974-2F627298874D}" type="pres">
      <dgm:prSet presAssocID="{B85CEFF5-C36F-48E4-A36E-945A235A4D3E}" presName="Child6" presStyleLbl="node1" presStyleIdx="5" presStyleCnt="6">
        <dgm:presLayoutVars>
          <dgm:chMax val="0"/>
          <dgm:chPref val="0"/>
          <dgm:bulletEnabled val="1"/>
        </dgm:presLayoutVars>
      </dgm:prSet>
      <dgm:spPr/>
    </dgm:pt>
  </dgm:ptLst>
  <dgm:cxnLst>
    <dgm:cxn modelId="{BFF0D406-7C7B-4682-8EB8-07B0765FC6FA}" srcId="{BEED4FF1-9DD2-4141-B7ED-932C17C75CC9}" destId="{B85CEFF5-C36F-48E4-A36E-945A235A4D3E}" srcOrd="5" destOrd="0" parTransId="{9B2B6AC1-2E71-426F-816A-45D114FBDA1A}" sibTransId="{F46BC0E6-237F-4E7A-9DA7-531981E39855}"/>
    <dgm:cxn modelId="{41FB201F-8C86-4523-BCF6-5B3444830A52}" type="presOf" srcId="{86CA1039-63DA-490D-83D7-BEDF586FABB6}" destId="{58A9AFD3-AB82-46A0-A7F9-F8C1B2FDD5C4}" srcOrd="0" destOrd="0" presId="urn:microsoft.com/office/officeart/2011/layout/HexagonRadial"/>
    <dgm:cxn modelId="{3DCA0623-12D5-4858-9588-D4E65FF37F9A}" type="presOf" srcId="{C9462DF5-A960-4A59-BCE3-2B07B5E27346}" destId="{2258E08D-C511-45C1-88FC-79EE557BC5D2}" srcOrd="0" destOrd="0" presId="urn:microsoft.com/office/officeart/2011/layout/HexagonRadial"/>
    <dgm:cxn modelId="{9BB42265-BFEF-489F-BF74-7A7D76C68978}" srcId="{BEED4FF1-9DD2-4141-B7ED-932C17C75CC9}" destId="{6F6F0E4F-F4C6-4116-98F3-8A9CC186E381}" srcOrd="2" destOrd="0" parTransId="{F98C524D-EF5D-4903-BCFC-350109BD925B}" sibTransId="{E090070F-7421-44B9-9DE6-89C392BE5782}"/>
    <dgm:cxn modelId="{0B071F6B-80FB-4C0A-9CA5-D85D46A9BABD}" type="presOf" srcId="{F7EE49EE-1559-4410-A6A4-601A040E0B48}" destId="{3CE32F15-5B1A-428B-9012-ECE6EF9D126B}" srcOrd="0" destOrd="0" presId="urn:microsoft.com/office/officeart/2011/layout/HexagonRadial"/>
    <dgm:cxn modelId="{966AD573-4EE9-4361-AF8E-711C3F8BAF53}" type="presOf" srcId="{B85CEFF5-C36F-48E4-A36E-945A235A4D3E}" destId="{968CDE31-0440-42AC-9974-2F627298874D}" srcOrd="0" destOrd="0" presId="urn:microsoft.com/office/officeart/2011/layout/HexagonRadial"/>
    <dgm:cxn modelId="{EB26A27F-C109-45D3-BD1E-ED37F2FF2447}" type="presOf" srcId="{BEED4FF1-9DD2-4141-B7ED-932C17C75CC9}" destId="{7FF55550-128F-4A74-872E-58EF120E36AB}" srcOrd="0" destOrd="0" presId="urn:microsoft.com/office/officeart/2011/layout/HexagonRadial"/>
    <dgm:cxn modelId="{D200D690-05F4-49D3-8239-78239A009B75}" srcId="{BEED4FF1-9DD2-4141-B7ED-932C17C75CC9}" destId="{86CA1039-63DA-490D-83D7-BEDF586FABB6}" srcOrd="0" destOrd="0" parTransId="{75F8EF14-785A-4287-9D22-3B8BF765BAED}" sibTransId="{4F7716B0-17A9-46FA-A06E-BE0457912877}"/>
    <dgm:cxn modelId="{13FEBC91-852B-434D-A64E-1335F43D6AF5}" type="presOf" srcId="{09445A27-E42D-4264-B74C-A408A6452A43}" destId="{3F1CC4F0-73EA-4745-B528-E29E91C552CC}" srcOrd="0" destOrd="0" presId="urn:microsoft.com/office/officeart/2011/layout/HexagonRadial"/>
    <dgm:cxn modelId="{0F5CCAAB-40C7-48DA-BC8B-1939023E419D}" srcId="{09445A27-E42D-4264-B74C-A408A6452A43}" destId="{BEED4FF1-9DD2-4141-B7ED-932C17C75CC9}" srcOrd="0" destOrd="0" parTransId="{F93D47D1-0D42-49E8-BBD7-33364DFC48A1}" sibTransId="{F74991B4-1203-42FD-93F8-0783C393A7B5}"/>
    <dgm:cxn modelId="{2B83F9AC-5155-4473-A8E8-D5692540D256}" srcId="{BEED4FF1-9DD2-4141-B7ED-932C17C75CC9}" destId="{F7EE49EE-1559-4410-A6A4-601A040E0B48}" srcOrd="3" destOrd="0" parTransId="{B5777CEF-0055-4B26-9507-DD7411DE7759}" sibTransId="{5798199A-E3C3-491B-A9E3-B59100193B20}"/>
    <dgm:cxn modelId="{FEEF31AF-0D7F-4ACC-A0F6-3F9D6209CD2B}" srcId="{BEED4FF1-9DD2-4141-B7ED-932C17C75CC9}" destId="{D4C16871-ACF6-425F-AAD9-CFB88AB9A7E6}" srcOrd="4" destOrd="0" parTransId="{6844ADB0-92D2-4200-9770-192C582069C6}" sibTransId="{2B4D0D68-ED8B-44E2-ACBE-9E042395D786}"/>
    <dgm:cxn modelId="{E7678DC5-9530-41C8-835E-141F9BB89BC8}" srcId="{BEED4FF1-9DD2-4141-B7ED-932C17C75CC9}" destId="{C9462DF5-A960-4A59-BCE3-2B07B5E27346}" srcOrd="1" destOrd="0" parTransId="{31667DCF-2137-4C1B-A509-04F30BD667A6}" sibTransId="{47199209-FA76-4E0E-85A4-4F49562D6631}"/>
    <dgm:cxn modelId="{E42CD4E5-37BF-4C57-AD09-47B943F09469}" type="presOf" srcId="{D4C16871-ACF6-425F-AAD9-CFB88AB9A7E6}" destId="{7DFA65E6-848C-41D8-A244-6EBB36EAE432}" srcOrd="0" destOrd="0" presId="urn:microsoft.com/office/officeart/2011/layout/HexagonRadial"/>
    <dgm:cxn modelId="{E037A4F3-3B3D-442A-BBE9-A5D6E9703847}" type="presOf" srcId="{6F6F0E4F-F4C6-4116-98F3-8A9CC186E381}" destId="{5F96DCF6-EEE3-4CD6-9447-8CB52EC216E7}" srcOrd="0" destOrd="0" presId="urn:microsoft.com/office/officeart/2011/layout/HexagonRadial"/>
    <dgm:cxn modelId="{36B5E71C-4114-40D0-8EA4-49B32C5FEC7E}" type="presParOf" srcId="{3F1CC4F0-73EA-4745-B528-E29E91C552CC}" destId="{7FF55550-128F-4A74-872E-58EF120E36AB}" srcOrd="0" destOrd="0" presId="urn:microsoft.com/office/officeart/2011/layout/HexagonRadial"/>
    <dgm:cxn modelId="{15CE834C-376A-47FD-87B3-A344C5AA3EBF}" type="presParOf" srcId="{3F1CC4F0-73EA-4745-B528-E29E91C552CC}" destId="{9A2EA12C-6BA2-428C-86E2-7E919634704C}" srcOrd="1" destOrd="0" presId="urn:microsoft.com/office/officeart/2011/layout/HexagonRadial"/>
    <dgm:cxn modelId="{0C89A2BE-C426-48E8-A305-6B1585551509}" type="presParOf" srcId="{9A2EA12C-6BA2-428C-86E2-7E919634704C}" destId="{249E8E8E-FD91-4D88-B49F-66ADE52A5FFD}" srcOrd="0" destOrd="0" presId="urn:microsoft.com/office/officeart/2011/layout/HexagonRadial"/>
    <dgm:cxn modelId="{7ADD7CA6-8190-4831-AA99-70EF5902B693}" type="presParOf" srcId="{3F1CC4F0-73EA-4745-B528-E29E91C552CC}" destId="{58A9AFD3-AB82-46A0-A7F9-F8C1B2FDD5C4}" srcOrd="2" destOrd="0" presId="urn:microsoft.com/office/officeart/2011/layout/HexagonRadial"/>
    <dgm:cxn modelId="{C200B244-4667-47DE-805E-A7AAC885EB91}" type="presParOf" srcId="{3F1CC4F0-73EA-4745-B528-E29E91C552CC}" destId="{728BF5BA-85C0-4E5A-BE90-2FB486C60CA6}" srcOrd="3" destOrd="0" presId="urn:microsoft.com/office/officeart/2011/layout/HexagonRadial"/>
    <dgm:cxn modelId="{17777D14-144F-49A2-97AC-C150A643BA61}" type="presParOf" srcId="{728BF5BA-85C0-4E5A-BE90-2FB486C60CA6}" destId="{7B58387E-95F0-414A-8BB4-02DF188EAB4D}" srcOrd="0" destOrd="0" presId="urn:microsoft.com/office/officeart/2011/layout/HexagonRadial"/>
    <dgm:cxn modelId="{CD401E91-80E6-405F-A12C-DA975BE60D0A}" type="presParOf" srcId="{3F1CC4F0-73EA-4745-B528-E29E91C552CC}" destId="{2258E08D-C511-45C1-88FC-79EE557BC5D2}" srcOrd="4" destOrd="0" presId="urn:microsoft.com/office/officeart/2011/layout/HexagonRadial"/>
    <dgm:cxn modelId="{27817468-A943-4804-9638-00DB34A322AA}" type="presParOf" srcId="{3F1CC4F0-73EA-4745-B528-E29E91C552CC}" destId="{CA4E74F1-37E5-46CD-8BBF-BB93BCF0C6F1}" srcOrd="5" destOrd="0" presId="urn:microsoft.com/office/officeart/2011/layout/HexagonRadial"/>
    <dgm:cxn modelId="{F9834F23-05F6-4EEE-8437-D36587F1CA02}" type="presParOf" srcId="{CA4E74F1-37E5-46CD-8BBF-BB93BCF0C6F1}" destId="{D5467BC9-BC23-4EA4-84FC-758D21CE41D1}" srcOrd="0" destOrd="0" presId="urn:microsoft.com/office/officeart/2011/layout/HexagonRadial"/>
    <dgm:cxn modelId="{60EA02CE-4E8F-47AE-BDD6-11BB016C0B9F}" type="presParOf" srcId="{3F1CC4F0-73EA-4745-B528-E29E91C552CC}" destId="{5F96DCF6-EEE3-4CD6-9447-8CB52EC216E7}" srcOrd="6" destOrd="0" presId="urn:microsoft.com/office/officeart/2011/layout/HexagonRadial"/>
    <dgm:cxn modelId="{4BC99203-BB1B-4E98-8638-DEFE8441FD10}" type="presParOf" srcId="{3F1CC4F0-73EA-4745-B528-E29E91C552CC}" destId="{EA845BF5-3570-4754-9E42-02D0DD37B7CA}" srcOrd="7" destOrd="0" presId="urn:microsoft.com/office/officeart/2011/layout/HexagonRadial"/>
    <dgm:cxn modelId="{D8466C1C-F3BC-4C11-9812-8F1158ABCC57}" type="presParOf" srcId="{EA845BF5-3570-4754-9E42-02D0DD37B7CA}" destId="{CB2F6DAB-04AB-4996-9D11-AB9F60C3115D}" srcOrd="0" destOrd="0" presId="urn:microsoft.com/office/officeart/2011/layout/HexagonRadial"/>
    <dgm:cxn modelId="{6A1B2E57-C356-4261-9B9B-53B0960E94F0}" type="presParOf" srcId="{3F1CC4F0-73EA-4745-B528-E29E91C552CC}" destId="{3CE32F15-5B1A-428B-9012-ECE6EF9D126B}" srcOrd="8" destOrd="0" presId="urn:microsoft.com/office/officeart/2011/layout/HexagonRadial"/>
    <dgm:cxn modelId="{3BAA4B4E-3527-482B-803F-71A41A7D79DB}" type="presParOf" srcId="{3F1CC4F0-73EA-4745-B528-E29E91C552CC}" destId="{85519524-84DF-4685-A6A3-9FD133795DCF}" srcOrd="9" destOrd="0" presId="urn:microsoft.com/office/officeart/2011/layout/HexagonRadial"/>
    <dgm:cxn modelId="{EFBE8BC7-2142-4D27-AE35-0ECB90F55AF1}" type="presParOf" srcId="{85519524-84DF-4685-A6A3-9FD133795DCF}" destId="{249BBD77-F519-405E-A658-9E9BD3A564D9}" srcOrd="0" destOrd="0" presId="urn:microsoft.com/office/officeart/2011/layout/HexagonRadial"/>
    <dgm:cxn modelId="{B130CBFE-C467-42BB-8A30-B2D465CD7BE3}" type="presParOf" srcId="{3F1CC4F0-73EA-4745-B528-E29E91C552CC}" destId="{7DFA65E6-848C-41D8-A244-6EBB36EAE432}" srcOrd="10" destOrd="0" presId="urn:microsoft.com/office/officeart/2011/layout/HexagonRadial"/>
    <dgm:cxn modelId="{7D740526-BD7B-4C7B-AC4F-3F91EBA0DF4E}" type="presParOf" srcId="{3F1CC4F0-73EA-4745-B528-E29E91C552CC}" destId="{DDC13FFE-058C-43C2-9EEF-E1F87C6872EB}" srcOrd="11" destOrd="0" presId="urn:microsoft.com/office/officeart/2011/layout/HexagonRadial"/>
    <dgm:cxn modelId="{0112D87B-1C06-4337-A206-3D1D4A89A171}" type="presParOf" srcId="{DDC13FFE-058C-43C2-9EEF-E1F87C6872EB}" destId="{90F10AA5-53AB-4FFE-AAB9-B0BF040C7DB0}" srcOrd="0" destOrd="0" presId="urn:microsoft.com/office/officeart/2011/layout/HexagonRadial"/>
    <dgm:cxn modelId="{CB5DBAA9-D3D5-49EB-B4FB-47A1F6D3D29E}" type="presParOf" srcId="{3F1CC4F0-73EA-4745-B528-E29E91C552CC}" destId="{968CDE31-0440-42AC-9974-2F627298874D}" srcOrd="12" destOrd="0" presId="urn:microsoft.com/office/officeart/2011/layout/HexagonRadial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FF55550-128F-4A74-872E-58EF120E36AB}">
      <dsp:nvSpPr>
        <dsp:cNvPr id="0" name=""/>
        <dsp:cNvSpPr/>
      </dsp:nvSpPr>
      <dsp:spPr>
        <a:xfrm>
          <a:off x="1990863" y="1989711"/>
          <a:ext cx="2529009" cy="2187695"/>
        </a:xfrm>
        <a:prstGeom prst="hexagon">
          <a:avLst>
            <a:gd name="adj" fmla="val 28570"/>
            <a:gd name="vf" fmla="val 11547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b="0" kern="1200" dirty="0"/>
            <a:t>The relationship between software and hardware</a:t>
          </a:r>
        </a:p>
      </dsp:txBody>
      <dsp:txXfrm>
        <a:off x="2409955" y="2352243"/>
        <a:ext cx="1690825" cy="1462631"/>
      </dsp:txXfrm>
    </dsp:sp>
    <dsp:sp modelId="{7B58387E-95F0-414A-8BB4-02DF188EAB4D}">
      <dsp:nvSpPr>
        <dsp:cNvPr id="0" name=""/>
        <dsp:cNvSpPr/>
      </dsp:nvSpPr>
      <dsp:spPr>
        <a:xfrm>
          <a:off x="3574510" y="943046"/>
          <a:ext cx="954187" cy="822159"/>
        </a:xfrm>
        <a:prstGeom prst="hexagon">
          <a:avLst>
            <a:gd name="adj" fmla="val 28900"/>
            <a:gd name="vf" fmla="val 11547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8A9AFD3-AB82-46A0-A7F9-F8C1B2FDD5C4}">
      <dsp:nvSpPr>
        <dsp:cNvPr id="0" name=""/>
        <dsp:cNvSpPr/>
      </dsp:nvSpPr>
      <dsp:spPr>
        <a:xfrm>
          <a:off x="2223822" y="0"/>
          <a:ext cx="2072505" cy="1792960"/>
        </a:xfrm>
        <a:prstGeom prst="hexagon">
          <a:avLst>
            <a:gd name="adj" fmla="val 28570"/>
            <a:gd name="vf" fmla="val 11547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…application software…</a:t>
          </a:r>
        </a:p>
      </dsp:txBody>
      <dsp:txXfrm>
        <a:off x="2567280" y="297132"/>
        <a:ext cx="1385589" cy="1198696"/>
      </dsp:txXfrm>
    </dsp:sp>
    <dsp:sp modelId="{D5467BC9-BC23-4EA4-84FC-758D21CE41D1}">
      <dsp:nvSpPr>
        <dsp:cNvPr id="0" name=""/>
        <dsp:cNvSpPr/>
      </dsp:nvSpPr>
      <dsp:spPr>
        <a:xfrm>
          <a:off x="4688121" y="2480046"/>
          <a:ext cx="954187" cy="822159"/>
        </a:xfrm>
        <a:prstGeom prst="hexagon">
          <a:avLst>
            <a:gd name="adj" fmla="val 28900"/>
            <a:gd name="vf" fmla="val 11547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258E08D-C511-45C1-88FC-79EE557BC5D2}">
      <dsp:nvSpPr>
        <dsp:cNvPr id="0" name=""/>
        <dsp:cNvSpPr/>
      </dsp:nvSpPr>
      <dsp:spPr>
        <a:xfrm>
          <a:off x="4124550" y="1102791"/>
          <a:ext cx="2072505" cy="1792960"/>
        </a:xfrm>
        <a:prstGeom prst="hexagon">
          <a:avLst>
            <a:gd name="adj" fmla="val 28570"/>
            <a:gd name="vf" fmla="val 115470"/>
          </a:avLst>
        </a:prstGeom>
        <a:solidFill>
          <a:schemeClr val="accent3">
            <a:hueOff val="542120"/>
            <a:satOff val="20000"/>
            <a:lumOff val="-294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…talks to the operating system….</a:t>
          </a:r>
        </a:p>
      </dsp:txBody>
      <dsp:txXfrm>
        <a:off x="4468008" y="1399923"/>
        <a:ext cx="1385589" cy="1198696"/>
      </dsp:txXfrm>
    </dsp:sp>
    <dsp:sp modelId="{CB2F6DAB-04AB-4996-9D11-AB9F60C3115D}">
      <dsp:nvSpPr>
        <dsp:cNvPr id="0" name=""/>
        <dsp:cNvSpPr/>
      </dsp:nvSpPr>
      <dsp:spPr>
        <a:xfrm>
          <a:off x="3914535" y="4215030"/>
          <a:ext cx="954187" cy="822159"/>
        </a:xfrm>
        <a:prstGeom prst="hexagon">
          <a:avLst>
            <a:gd name="adj" fmla="val 28900"/>
            <a:gd name="vf" fmla="val 11547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F96DCF6-EEE3-4CD6-9447-8CB52EC216E7}">
      <dsp:nvSpPr>
        <dsp:cNvPr id="0" name=""/>
        <dsp:cNvSpPr/>
      </dsp:nvSpPr>
      <dsp:spPr>
        <a:xfrm>
          <a:off x="4124550" y="3270750"/>
          <a:ext cx="2072505" cy="1792960"/>
        </a:xfrm>
        <a:prstGeom prst="hexagon">
          <a:avLst>
            <a:gd name="adj" fmla="val 28570"/>
            <a:gd name="vf" fmla="val 115470"/>
          </a:avLst>
        </a:prstGeom>
        <a:solidFill>
          <a:schemeClr val="accent3">
            <a:hueOff val="1084240"/>
            <a:satOff val="40000"/>
            <a:lumOff val="-588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…which then interacts with…</a:t>
          </a:r>
        </a:p>
      </dsp:txBody>
      <dsp:txXfrm>
        <a:off x="4468008" y="3567882"/>
        <a:ext cx="1385589" cy="1198696"/>
      </dsp:txXfrm>
    </dsp:sp>
    <dsp:sp modelId="{249BBD77-F519-405E-A658-9E9BD3A564D9}">
      <dsp:nvSpPr>
        <dsp:cNvPr id="0" name=""/>
        <dsp:cNvSpPr/>
      </dsp:nvSpPr>
      <dsp:spPr>
        <a:xfrm>
          <a:off x="1995570" y="4395128"/>
          <a:ext cx="954187" cy="822159"/>
        </a:xfrm>
        <a:prstGeom prst="hexagon">
          <a:avLst>
            <a:gd name="adj" fmla="val 28900"/>
            <a:gd name="vf" fmla="val 11547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CE32F15-5B1A-428B-9012-ECE6EF9D126B}">
      <dsp:nvSpPr>
        <dsp:cNvPr id="0" name=""/>
        <dsp:cNvSpPr/>
      </dsp:nvSpPr>
      <dsp:spPr>
        <a:xfrm>
          <a:off x="2223822" y="4374775"/>
          <a:ext cx="2072505" cy="1792960"/>
        </a:xfrm>
        <a:prstGeom prst="hexagon">
          <a:avLst>
            <a:gd name="adj" fmla="val 28570"/>
            <a:gd name="vf" fmla="val 115470"/>
          </a:avLst>
        </a:prstGeom>
        <a:solidFill>
          <a:schemeClr val="accent3">
            <a:hueOff val="1626359"/>
            <a:satOff val="60000"/>
            <a:lumOff val="-882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…hardware, which talks back to…</a:t>
          </a:r>
        </a:p>
      </dsp:txBody>
      <dsp:txXfrm>
        <a:off x="2567280" y="4671907"/>
        <a:ext cx="1385589" cy="1198696"/>
      </dsp:txXfrm>
    </dsp:sp>
    <dsp:sp modelId="{90F10AA5-53AB-4FFE-AAB9-B0BF040C7DB0}">
      <dsp:nvSpPr>
        <dsp:cNvPr id="0" name=""/>
        <dsp:cNvSpPr/>
      </dsp:nvSpPr>
      <dsp:spPr>
        <a:xfrm>
          <a:off x="863721" y="2858745"/>
          <a:ext cx="954187" cy="822159"/>
        </a:xfrm>
        <a:prstGeom prst="hexagon">
          <a:avLst>
            <a:gd name="adj" fmla="val 28900"/>
            <a:gd name="vf" fmla="val 11547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DFA65E6-848C-41D8-A244-6EBB36EAE432}">
      <dsp:nvSpPr>
        <dsp:cNvPr id="0" name=""/>
        <dsp:cNvSpPr/>
      </dsp:nvSpPr>
      <dsp:spPr>
        <a:xfrm>
          <a:off x="314269" y="3271983"/>
          <a:ext cx="2072505" cy="1792960"/>
        </a:xfrm>
        <a:prstGeom prst="hexagon">
          <a:avLst>
            <a:gd name="adj" fmla="val 28570"/>
            <a:gd name="vf" fmla="val 115470"/>
          </a:avLst>
        </a:prstGeom>
        <a:solidFill>
          <a:schemeClr val="accent3">
            <a:hueOff val="2168479"/>
            <a:satOff val="80000"/>
            <a:lumOff val="-1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…the operating system…</a:t>
          </a:r>
        </a:p>
      </dsp:txBody>
      <dsp:txXfrm>
        <a:off x="657727" y="3569115"/>
        <a:ext cx="1385589" cy="1198696"/>
      </dsp:txXfrm>
    </dsp:sp>
    <dsp:sp modelId="{968CDE31-0440-42AC-9974-2F627298874D}">
      <dsp:nvSpPr>
        <dsp:cNvPr id="0" name=""/>
        <dsp:cNvSpPr/>
      </dsp:nvSpPr>
      <dsp:spPr>
        <a:xfrm>
          <a:off x="314269" y="1100324"/>
          <a:ext cx="2072505" cy="1792960"/>
        </a:xfrm>
        <a:prstGeom prst="hexagon">
          <a:avLst>
            <a:gd name="adj" fmla="val 28570"/>
            <a:gd name="vf" fmla="val 115470"/>
          </a:avLst>
        </a:prstGeom>
        <a:solidFill>
          <a:schemeClr val="accent3">
            <a:hueOff val="2710599"/>
            <a:satOff val="100000"/>
            <a:lumOff val="-1470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…which talks back to the…</a:t>
          </a:r>
        </a:p>
      </dsp:txBody>
      <dsp:txXfrm>
        <a:off x="657727" y="1397456"/>
        <a:ext cx="1385589" cy="119869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FF55550-128F-4A74-872E-58EF120E36AB}">
      <dsp:nvSpPr>
        <dsp:cNvPr id="0" name=""/>
        <dsp:cNvSpPr/>
      </dsp:nvSpPr>
      <dsp:spPr>
        <a:xfrm>
          <a:off x="1990863" y="1989711"/>
          <a:ext cx="2529009" cy="2187695"/>
        </a:xfrm>
        <a:prstGeom prst="hexagon">
          <a:avLst>
            <a:gd name="adj" fmla="val 28570"/>
            <a:gd name="vf" fmla="val 11547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b="0" kern="1200" dirty="0"/>
            <a:t>The relationship between software and hardware</a:t>
          </a:r>
        </a:p>
      </dsp:txBody>
      <dsp:txXfrm>
        <a:off x="2409955" y="2352243"/>
        <a:ext cx="1690825" cy="1462631"/>
      </dsp:txXfrm>
    </dsp:sp>
    <dsp:sp modelId="{7B58387E-95F0-414A-8BB4-02DF188EAB4D}">
      <dsp:nvSpPr>
        <dsp:cNvPr id="0" name=""/>
        <dsp:cNvSpPr/>
      </dsp:nvSpPr>
      <dsp:spPr>
        <a:xfrm>
          <a:off x="3574510" y="943046"/>
          <a:ext cx="954187" cy="822159"/>
        </a:xfrm>
        <a:prstGeom prst="hexagon">
          <a:avLst>
            <a:gd name="adj" fmla="val 28900"/>
            <a:gd name="vf" fmla="val 11547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8A9AFD3-AB82-46A0-A7F9-F8C1B2FDD5C4}">
      <dsp:nvSpPr>
        <dsp:cNvPr id="0" name=""/>
        <dsp:cNvSpPr/>
      </dsp:nvSpPr>
      <dsp:spPr>
        <a:xfrm>
          <a:off x="2223822" y="0"/>
          <a:ext cx="2072505" cy="1792960"/>
        </a:xfrm>
        <a:prstGeom prst="hexagon">
          <a:avLst>
            <a:gd name="adj" fmla="val 28570"/>
            <a:gd name="vf" fmla="val 11547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glow rad="228600">
            <a:schemeClr val="accent2">
              <a:satMod val="175000"/>
              <a:alpha val="40000"/>
            </a:schemeClr>
          </a:glo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…application software…</a:t>
          </a:r>
        </a:p>
      </dsp:txBody>
      <dsp:txXfrm>
        <a:off x="2567280" y="297132"/>
        <a:ext cx="1385589" cy="1198696"/>
      </dsp:txXfrm>
    </dsp:sp>
    <dsp:sp modelId="{D5467BC9-BC23-4EA4-84FC-758D21CE41D1}">
      <dsp:nvSpPr>
        <dsp:cNvPr id="0" name=""/>
        <dsp:cNvSpPr/>
      </dsp:nvSpPr>
      <dsp:spPr>
        <a:xfrm>
          <a:off x="4688121" y="2480046"/>
          <a:ext cx="954187" cy="822159"/>
        </a:xfrm>
        <a:prstGeom prst="hexagon">
          <a:avLst>
            <a:gd name="adj" fmla="val 28900"/>
            <a:gd name="vf" fmla="val 11547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258E08D-C511-45C1-88FC-79EE557BC5D2}">
      <dsp:nvSpPr>
        <dsp:cNvPr id="0" name=""/>
        <dsp:cNvSpPr/>
      </dsp:nvSpPr>
      <dsp:spPr>
        <a:xfrm>
          <a:off x="4124550" y="1102791"/>
          <a:ext cx="2072505" cy="1792960"/>
        </a:xfrm>
        <a:prstGeom prst="hexagon">
          <a:avLst>
            <a:gd name="adj" fmla="val 28570"/>
            <a:gd name="vf" fmla="val 115470"/>
          </a:avLst>
        </a:prstGeom>
        <a:solidFill>
          <a:schemeClr val="accent3">
            <a:hueOff val="542120"/>
            <a:satOff val="20000"/>
            <a:lumOff val="-294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…talks to the operating system….</a:t>
          </a:r>
        </a:p>
      </dsp:txBody>
      <dsp:txXfrm>
        <a:off x="4468008" y="1399923"/>
        <a:ext cx="1385589" cy="1198696"/>
      </dsp:txXfrm>
    </dsp:sp>
    <dsp:sp modelId="{CB2F6DAB-04AB-4996-9D11-AB9F60C3115D}">
      <dsp:nvSpPr>
        <dsp:cNvPr id="0" name=""/>
        <dsp:cNvSpPr/>
      </dsp:nvSpPr>
      <dsp:spPr>
        <a:xfrm>
          <a:off x="3914535" y="4215030"/>
          <a:ext cx="954187" cy="822159"/>
        </a:xfrm>
        <a:prstGeom prst="hexagon">
          <a:avLst>
            <a:gd name="adj" fmla="val 28900"/>
            <a:gd name="vf" fmla="val 11547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F96DCF6-EEE3-4CD6-9447-8CB52EC216E7}">
      <dsp:nvSpPr>
        <dsp:cNvPr id="0" name=""/>
        <dsp:cNvSpPr/>
      </dsp:nvSpPr>
      <dsp:spPr>
        <a:xfrm>
          <a:off x="4124550" y="3270750"/>
          <a:ext cx="2072505" cy="1792960"/>
        </a:xfrm>
        <a:prstGeom prst="hexagon">
          <a:avLst>
            <a:gd name="adj" fmla="val 28570"/>
            <a:gd name="vf" fmla="val 115470"/>
          </a:avLst>
        </a:prstGeom>
        <a:solidFill>
          <a:schemeClr val="accent3">
            <a:hueOff val="1084240"/>
            <a:satOff val="40000"/>
            <a:lumOff val="-588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…which then interacts with…</a:t>
          </a:r>
        </a:p>
      </dsp:txBody>
      <dsp:txXfrm>
        <a:off x="4468008" y="3567882"/>
        <a:ext cx="1385589" cy="1198696"/>
      </dsp:txXfrm>
    </dsp:sp>
    <dsp:sp modelId="{249BBD77-F519-405E-A658-9E9BD3A564D9}">
      <dsp:nvSpPr>
        <dsp:cNvPr id="0" name=""/>
        <dsp:cNvSpPr/>
      </dsp:nvSpPr>
      <dsp:spPr>
        <a:xfrm>
          <a:off x="1995570" y="4395128"/>
          <a:ext cx="954187" cy="822159"/>
        </a:xfrm>
        <a:prstGeom prst="hexagon">
          <a:avLst>
            <a:gd name="adj" fmla="val 28900"/>
            <a:gd name="vf" fmla="val 11547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CE32F15-5B1A-428B-9012-ECE6EF9D126B}">
      <dsp:nvSpPr>
        <dsp:cNvPr id="0" name=""/>
        <dsp:cNvSpPr/>
      </dsp:nvSpPr>
      <dsp:spPr>
        <a:xfrm>
          <a:off x="2223822" y="4374775"/>
          <a:ext cx="2072505" cy="1792960"/>
        </a:xfrm>
        <a:prstGeom prst="hexagon">
          <a:avLst>
            <a:gd name="adj" fmla="val 28570"/>
            <a:gd name="vf" fmla="val 115470"/>
          </a:avLst>
        </a:prstGeom>
        <a:solidFill>
          <a:schemeClr val="accent3">
            <a:hueOff val="1626359"/>
            <a:satOff val="60000"/>
            <a:lumOff val="-882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…hardware, which talks back to…</a:t>
          </a:r>
        </a:p>
      </dsp:txBody>
      <dsp:txXfrm>
        <a:off x="2567280" y="4671907"/>
        <a:ext cx="1385589" cy="1198696"/>
      </dsp:txXfrm>
    </dsp:sp>
    <dsp:sp modelId="{90F10AA5-53AB-4FFE-AAB9-B0BF040C7DB0}">
      <dsp:nvSpPr>
        <dsp:cNvPr id="0" name=""/>
        <dsp:cNvSpPr/>
      </dsp:nvSpPr>
      <dsp:spPr>
        <a:xfrm>
          <a:off x="863721" y="2858745"/>
          <a:ext cx="954187" cy="822159"/>
        </a:xfrm>
        <a:prstGeom prst="hexagon">
          <a:avLst>
            <a:gd name="adj" fmla="val 28900"/>
            <a:gd name="vf" fmla="val 11547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DFA65E6-848C-41D8-A244-6EBB36EAE432}">
      <dsp:nvSpPr>
        <dsp:cNvPr id="0" name=""/>
        <dsp:cNvSpPr/>
      </dsp:nvSpPr>
      <dsp:spPr>
        <a:xfrm>
          <a:off x="314269" y="3271983"/>
          <a:ext cx="2072505" cy="1792960"/>
        </a:xfrm>
        <a:prstGeom prst="hexagon">
          <a:avLst>
            <a:gd name="adj" fmla="val 28570"/>
            <a:gd name="vf" fmla="val 115470"/>
          </a:avLst>
        </a:prstGeom>
        <a:solidFill>
          <a:schemeClr val="accent3">
            <a:hueOff val="2168479"/>
            <a:satOff val="80000"/>
            <a:lumOff val="-1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…the operating system…</a:t>
          </a:r>
        </a:p>
      </dsp:txBody>
      <dsp:txXfrm>
        <a:off x="657727" y="3569115"/>
        <a:ext cx="1385589" cy="1198696"/>
      </dsp:txXfrm>
    </dsp:sp>
    <dsp:sp modelId="{968CDE31-0440-42AC-9974-2F627298874D}">
      <dsp:nvSpPr>
        <dsp:cNvPr id="0" name=""/>
        <dsp:cNvSpPr/>
      </dsp:nvSpPr>
      <dsp:spPr>
        <a:xfrm>
          <a:off x="314269" y="1100324"/>
          <a:ext cx="2072505" cy="1792960"/>
        </a:xfrm>
        <a:prstGeom prst="hexagon">
          <a:avLst>
            <a:gd name="adj" fmla="val 28570"/>
            <a:gd name="vf" fmla="val 115470"/>
          </a:avLst>
        </a:prstGeom>
        <a:solidFill>
          <a:schemeClr val="accent3">
            <a:hueOff val="2710599"/>
            <a:satOff val="100000"/>
            <a:lumOff val="-1470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…which talks back to the…</a:t>
          </a:r>
        </a:p>
      </dsp:txBody>
      <dsp:txXfrm>
        <a:off x="657727" y="1397456"/>
        <a:ext cx="1385589" cy="119869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FF55550-128F-4A74-872E-58EF120E36AB}">
      <dsp:nvSpPr>
        <dsp:cNvPr id="0" name=""/>
        <dsp:cNvSpPr/>
      </dsp:nvSpPr>
      <dsp:spPr>
        <a:xfrm>
          <a:off x="1990863" y="1989711"/>
          <a:ext cx="2529009" cy="2187695"/>
        </a:xfrm>
        <a:prstGeom prst="hexagon">
          <a:avLst>
            <a:gd name="adj" fmla="val 28570"/>
            <a:gd name="vf" fmla="val 11547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b="0" kern="1200" dirty="0"/>
            <a:t>The relationship between software and hardware</a:t>
          </a:r>
        </a:p>
      </dsp:txBody>
      <dsp:txXfrm>
        <a:off x="2409955" y="2352243"/>
        <a:ext cx="1690825" cy="1462631"/>
      </dsp:txXfrm>
    </dsp:sp>
    <dsp:sp modelId="{7B58387E-95F0-414A-8BB4-02DF188EAB4D}">
      <dsp:nvSpPr>
        <dsp:cNvPr id="0" name=""/>
        <dsp:cNvSpPr/>
      </dsp:nvSpPr>
      <dsp:spPr>
        <a:xfrm>
          <a:off x="3574510" y="943046"/>
          <a:ext cx="954187" cy="822159"/>
        </a:xfrm>
        <a:prstGeom prst="hexagon">
          <a:avLst>
            <a:gd name="adj" fmla="val 28900"/>
            <a:gd name="vf" fmla="val 11547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8A9AFD3-AB82-46A0-A7F9-F8C1B2FDD5C4}">
      <dsp:nvSpPr>
        <dsp:cNvPr id="0" name=""/>
        <dsp:cNvSpPr/>
      </dsp:nvSpPr>
      <dsp:spPr>
        <a:xfrm>
          <a:off x="2223822" y="0"/>
          <a:ext cx="2072505" cy="1792960"/>
        </a:xfrm>
        <a:prstGeom prst="hexagon">
          <a:avLst>
            <a:gd name="adj" fmla="val 28570"/>
            <a:gd name="vf" fmla="val 11547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…application software…</a:t>
          </a:r>
        </a:p>
      </dsp:txBody>
      <dsp:txXfrm>
        <a:off x="2567280" y="297132"/>
        <a:ext cx="1385589" cy="1198696"/>
      </dsp:txXfrm>
    </dsp:sp>
    <dsp:sp modelId="{D5467BC9-BC23-4EA4-84FC-758D21CE41D1}">
      <dsp:nvSpPr>
        <dsp:cNvPr id="0" name=""/>
        <dsp:cNvSpPr/>
      </dsp:nvSpPr>
      <dsp:spPr>
        <a:xfrm>
          <a:off x="4688121" y="2480046"/>
          <a:ext cx="954187" cy="822159"/>
        </a:xfrm>
        <a:prstGeom prst="hexagon">
          <a:avLst>
            <a:gd name="adj" fmla="val 28900"/>
            <a:gd name="vf" fmla="val 11547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258E08D-C511-45C1-88FC-79EE557BC5D2}">
      <dsp:nvSpPr>
        <dsp:cNvPr id="0" name=""/>
        <dsp:cNvSpPr/>
      </dsp:nvSpPr>
      <dsp:spPr>
        <a:xfrm>
          <a:off x="4124550" y="1102791"/>
          <a:ext cx="2072505" cy="1792960"/>
        </a:xfrm>
        <a:prstGeom prst="hexagon">
          <a:avLst>
            <a:gd name="adj" fmla="val 28570"/>
            <a:gd name="vf" fmla="val 115470"/>
          </a:avLst>
        </a:prstGeom>
        <a:solidFill>
          <a:schemeClr val="accent3">
            <a:hueOff val="542120"/>
            <a:satOff val="20000"/>
            <a:lumOff val="-294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glow rad="228600">
            <a:schemeClr val="accent2">
              <a:satMod val="175000"/>
              <a:alpha val="40000"/>
            </a:schemeClr>
          </a:glo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…talks to the operating system….</a:t>
          </a:r>
        </a:p>
      </dsp:txBody>
      <dsp:txXfrm>
        <a:off x="4468008" y="1399923"/>
        <a:ext cx="1385589" cy="1198696"/>
      </dsp:txXfrm>
    </dsp:sp>
    <dsp:sp modelId="{CB2F6DAB-04AB-4996-9D11-AB9F60C3115D}">
      <dsp:nvSpPr>
        <dsp:cNvPr id="0" name=""/>
        <dsp:cNvSpPr/>
      </dsp:nvSpPr>
      <dsp:spPr>
        <a:xfrm>
          <a:off x="3914535" y="4215030"/>
          <a:ext cx="954187" cy="822159"/>
        </a:xfrm>
        <a:prstGeom prst="hexagon">
          <a:avLst>
            <a:gd name="adj" fmla="val 28900"/>
            <a:gd name="vf" fmla="val 11547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F96DCF6-EEE3-4CD6-9447-8CB52EC216E7}">
      <dsp:nvSpPr>
        <dsp:cNvPr id="0" name=""/>
        <dsp:cNvSpPr/>
      </dsp:nvSpPr>
      <dsp:spPr>
        <a:xfrm>
          <a:off x="4124550" y="3270750"/>
          <a:ext cx="2072505" cy="1792960"/>
        </a:xfrm>
        <a:prstGeom prst="hexagon">
          <a:avLst>
            <a:gd name="adj" fmla="val 28570"/>
            <a:gd name="vf" fmla="val 115470"/>
          </a:avLst>
        </a:prstGeom>
        <a:solidFill>
          <a:schemeClr val="accent3">
            <a:hueOff val="1084240"/>
            <a:satOff val="40000"/>
            <a:lumOff val="-588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…which then interacts with…</a:t>
          </a:r>
        </a:p>
      </dsp:txBody>
      <dsp:txXfrm>
        <a:off x="4468008" y="3567882"/>
        <a:ext cx="1385589" cy="1198696"/>
      </dsp:txXfrm>
    </dsp:sp>
    <dsp:sp modelId="{249BBD77-F519-405E-A658-9E9BD3A564D9}">
      <dsp:nvSpPr>
        <dsp:cNvPr id="0" name=""/>
        <dsp:cNvSpPr/>
      </dsp:nvSpPr>
      <dsp:spPr>
        <a:xfrm>
          <a:off x="1995570" y="4395128"/>
          <a:ext cx="954187" cy="822159"/>
        </a:xfrm>
        <a:prstGeom prst="hexagon">
          <a:avLst>
            <a:gd name="adj" fmla="val 28900"/>
            <a:gd name="vf" fmla="val 11547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CE32F15-5B1A-428B-9012-ECE6EF9D126B}">
      <dsp:nvSpPr>
        <dsp:cNvPr id="0" name=""/>
        <dsp:cNvSpPr/>
      </dsp:nvSpPr>
      <dsp:spPr>
        <a:xfrm>
          <a:off x="2223822" y="4374775"/>
          <a:ext cx="2072505" cy="1792960"/>
        </a:xfrm>
        <a:prstGeom prst="hexagon">
          <a:avLst>
            <a:gd name="adj" fmla="val 28570"/>
            <a:gd name="vf" fmla="val 115470"/>
          </a:avLst>
        </a:prstGeom>
        <a:solidFill>
          <a:schemeClr val="accent3">
            <a:hueOff val="1626359"/>
            <a:satOff val="60000"/>
            <a:lumOff val="-882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…hardware, which talks back to…</a:t>
          </a:r>
        </a:p>
      </dsp:txBody>
      <dsp:txXfrm>
        <a:off x="2567280" y="4671907"/>
        <a:ext cx="1385589" cy="1198696"/>
      </dsp:txXfrm>
    </dsp:sp>
    <dsp:sp modelId="{90F10AA5-53AB-4FFE-AAB9-B0BF040C7DB0}">
      <dsp:nvSpPr>
        <dsp:cNvPr id="0" name=""/>
        <dsp:cNvSpPr/>
      </dsp:nvSpPr>
      <dsp:spPr>
        <a:xfrm>
          <a:off x="863721" y="2858745"/>
          <a:ext cx="954187" cy="822159"/>
        </a:xfrm>
        <a:prstGeom prst="hexagon">
          <a:avLst>
            <a:gd name="adj" fmla="val 28900"/>
            <a:gd name="vf" fmla="val 11547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DFA65E6-848C-41D8-A244-6EBB36EAE432}">
      <dsp:nvSpPr>
        <dsp:cNvPr id="0" name=""/>
        <dsp:cNvSpPr/>
      </dsp:nvSpPr>
      <dsp:spPr>
        <a:xfrm>
          <a:off x="314269" y="3271983"/>
          <a:ext cx="2072505" cy="1792960"/>
        </a:xfrm>
        <a:prstGeom prst="hexagon">
          <a:avLst>
            <a:gd name="adj" fmla="val 28570"/>
            <a:gd name="vf" fmla="val 115470"/>
          </a:avLst>
        </a:prstGeom>
        <a:solidFill>
          <a:schemeClr val="accent3">
            <a:hueOff val="2168479"/>
            <a:satOff val="80000"/>
            <a:lumOff val="-1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…the operating system…</a:t>
          </a:r>
        </a:p>
      </dsp:txBody>
      <dsp:txXfrm>
        <a:off x="657727" y="3569115"/>
        <a:ext cx="1385589" cy="1198696"/>
      </dsp:txXfrm>
    </dsp:sp>
    <dsp:sp modelId="{968CDE31-0440-42AC-9974-2F627298874D}">
      <dsp:nvSpPr>
        <dsp:cNvPr id="0" name=""/>
        <dsp:cNvSpPr/>
      </dsp:nvSpPr>
      <dsp:spPr>
        <a:xfrm>
          <a:off x="314269" y="1100324"/>
          <a:ext cx="2072505" cy="1792960"/>
        </a:xfrm>
        <a:prstGeom prst="hexagon">
          <a:avLst>
            <a:gd name="adj" fmla="val 28570"/>
            <a:gd name="vf" fmla="val 115470"/>
          </a:avLst>
        </a:prstGeom>
        <a:solidFill>
          <a:schemeClr val="accent3">
            <a:hueOff val="2710599"/>
            <a:satOff val="100000"/>
            <a:lumOff val="-1470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…which talks back to the…</a:t>
          </a:r>
        </a:p>
      </dsp:txBody>
      <dsp:txXfrm>
        <a:off x="657727" y="1397456"/>
        <a:ext cx="1385589" cy="119869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FF55550-128F-4A74-872E-58EF120E36AB}">
      <dsp:nvSpPr>
        <dsp:cNvPr id="0" name=""/>
        <dsp:cNvSpPr/>
      </dsp:nvSpPr>
      <dsp:spPr>
        <a:xfrm>
          <a:off x="1990863" y="1989711"/>
          <a:ext cx="2529009" cy="2187695"/>
        </a:xfrm>
        <a:prstGeom prst="hexagon">
          <a:avLst>
            <a:gd name="adj" fmla="val 28570"/>
            <a:gd name="vf" fmla="val 11547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b="0" kern="1200" dirty="0"/>
            <a:t>The relationship between software and hardware</a:t>
          </a:r>
        </a:p>
      </dsp:txBody>
      <dsp:txXfrm>
        <a:off x="2409955" y="2352243"/>
        <a:ext cx="1690825" cy="1462631"/>
      </dsp:txXfrm>
    </dsp:sp>
    <dsp:sp modelId="{7B58387E-95F0-414A-8BB4-02DF188EAB4D}">
      <dsp:nvSpPr>
        <dsp:cNvPr id="0" name=""/>
        <dsp:cNvSpPr/>
      </dsp:nvSpPr>
      <dsp:spPr>
        <a:xfrm>
          <a:off x="3574510" y="943046"/>
          <a:ext cx="954187" cy="822159"/>
        </a:xfrm>
        <a:prstGeom prst="hexagon">
          <a:avLst>
            <a:gd name="adj" fmla="val 28900"/>
            <a:gd name="vf" fmla="val 11547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8A9AFD3-AB82-46A0-A7F9-F8C1B2FDD5C4}">
      <dsp:nvSpPr>
        <dsp:cNvPr id="0" name=""/>
        <dsp:cNvSpPr/>
      </dsp:nvSpPr>
      <dsp:spPr>
        <a:xfrm>
          <a:off x="2223822" y="0"/>
          <a:ext cx="2072505" cy="1792960"/>
        </a:xfrm>
        <a:prstGeom prst="hexagon">
          <a:avLst>
            <a:gd name="adj" fmla="val 28570"/>
            <a:gd name="vf" fmla="val 11547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…application software…</a:t>
          </a:r>
        </a:p>
      </dsp:txBody>
      <dsp:txXfrm>
        <a:off x="2567280" y="297132"/>
        <a:ext cx="1385589" cy="1198696"/>
      </dsp:txXfrm>
    </dsp:sp>
    <dsp:sp modelId="{D5467BC9-BC23-4EA4-84FC-758D21CE41D1}">
      <dsp:nvSpPr>
        <dsp:cNvPr id="0" name=""/>
        <dsp:cNvSpPr/>
      </dsp:nvSpPr>
      <dsp:spPr>
        <a:xfrm>
          <a:off x="4688121" y="2480046"/>
          <a:ext cx="954187" cy="822159"/>
        </a:xfrm>
        <a:prstGeom prst="hexagon">
          <a:avLst>
            <a:gd name="adj" fmla="val 28900"/>
            <a:gd name="vf" fmla="val 11547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258E08D-C511-45C1-88FC-79EE557BC5D2}">
      <dsp:nvSpPr>
        <dsp:cNvPr id="0" name=""/>
        <dsp:cNvSpPr/>
      </dsp:nvSpPr>
      <dsp:spPr>
        <a:xfrm>
          <a:off x="4124550" y="1102791"/>
          <a:ext cx="2072505" cy="1792960"/>
        </a:xfrm>
        <a:prstGeom prst="hexagon">
          <a:avLst>
            <a:gd name="adj" fmla="val 28570"/>
            <a:gd name="vf" fmla="val 115470"/>
          </a:avLst>
        </a:prstGeom>
        <a:solidFill>
          <a:schemeClr val="accent3">
            <a:hueOff val="542120"/>
            <a:satOff val="20000"/>
            <a:lumOff val="-294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…talks to the operating system….</a:t>
          </a:r>
        </a:p>
      </dsp:txBody>
      <dsp:txXfrm>
        <a:off x="4468008" y="1399923"/>
        <a:ext cx="1385589" cy="1198696"/>
      </dsp:txXfrm>
    </dsp:sp>
    <dsp:sp modelId="{CB2F6DAB-04AB-4996-9D11-AB9F60C3115D}">
      <dsp:nvSpPr>
        <dsp:cNvPr id="0" name=""/>
        <dsp:cNvSpPr/>
      </dsp:nvSpPr>
      <dsp:spPr>
        <a:xfrm>
          <a:off x="3914535" y="4215030"/>
          <a:ext cx="954187" cy="822159"/>
        </a:xfrm>
        <a:prstGeom prst="hexagon">
          <a:avLst>
            <a:gd name="adj" fmla="val 28900"/>
            <a:gd name="vf" fmla="val 11547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F96DCF6-EEE3-4CD6-9447-8CB52EC216E7}">
      <dsp:nvSpPr>
        <dsp:cNvPr id="0" name=""/>
        <dsp:cNvSpPr/>
      </dsp:nvSpPr>
      <dsp:spPr>
        <a:xfrm>
          <a:off x="4124550" y="3270750"/>
          <a:ext cx="2072505" cy="1792960"/>
        </a:xfrm>
        <a:prstGeom prst="hexagon">
          <a:avLst>
            <a:gd name="adj" fmla="val 28570"/>
            <a:gd name="vf" fmla="val 115470"/>
          </a:avLst>
        </a:prstGeom>
        <a:solidFill>
          <a:schemeClr val="accent3">
            <a:hueOff val="1084240"/>
            <a:satOff val="40000"/>
            <a:lumOff val="-588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glow rad="228600">
            <a:schemeClr val="accent2">
              <a:satMod val="175000"/>
              <a:alpha val="40000"/>
            </a:schemeClr>
          </a:glo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…which then interacts with…</a:t>
          </a:r>
        </a:p>
      </dsp:txBody>
      <dsp:txXfrm>
        <a:off x="4468008" y="3567882"/>
        <a:ext cx="1385589" cy="1198696"/>
      </dsp:txXfrm>
    </dsp:sp>
    <dsp:sp modelId="{249BBD77-F519-405E-A658-9E9BD3A564D9}">
      <dsp:nvSpPr>
        <dsp:cNvPr id="0" name=""/>
        <dsp:cNvSpPr/>
      </dsp:nvSpPr>
      <dsp:spPr>
        <a:xfrm>
          <a:off x="1995570" y="4395128"/>
          <a:ext cx="954187" cy="822159"/>
        </a:xfrm>
        <a:prstGeom prst="hexagon">
          <a:avLst>
            <a:gd name="adj" fmla="val 28900"/>
            <a:gd name="vf" fmla="val 11547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CE32F15-5B1A-428B-9012-ECE6EF9D126B}">
      <dsp:nvSpPr>
        <dsp:cNvPr id="0" name=""/>
        <dsp:cNvSpPr/>
      </dsp:nvSpPr>
      <dsp:spPr>
        <a:xfrm>
          <a:off x="2223822" y="4374775"/>
          <a:ext cx="2072505" cy="1792960"/>
        </a:xfrm>
        <a:prstGeom prst="hexagon">
          <a:avLst>
            <a:gd name="adj" fmla="val 28570"/>
            <a:gd name="vf" fmla="val 115470"/>
          </a:avLst>
        </a:prstGeom>
        <a:solidFill>
          <a:schemeClr val="accent3">
            <a:hueOff val="1626359"/>
            <a:satOff val="60000"/>
            <a:lumOff val="-882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…hardware, which talks back to…</a:t>
          </a:r>
        </a:p>
      </dsp:txBody>
      <dsp:txXfrm>
        <a:off x="2567280" y="4671907"/>
        <a:ext cx="1385589" cy="1198696"/>
      </dsp:txXfrm>
    </dsp:sp>
    <dsp:sp modelId="{90F10AA5-53AB-4FFE-AAB9-B0BF040C7DB0}">
      <dsp:nvSpPr>
        <dsp:cNvPr id="0" name=""/>
        <dsp:cNvSpPr/>
      </dsp:nvSpPr>
      <dsp:spPr>
        <a:xfrm>
          <a:off x="863721" y="2858745"/>
          <a:ext cx="954187" cy="822159"/>
        </a:xfrm>
        <a:prstGeom prst="hexagon">
          <a:avLst>
            <a:gd name="adj" fmla="val 28900"/>
            <a:gd name="vf" fmla="val 11547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DFA65E6-848C-41D8-A244-6EBB36EAE432}">
      <dsp:nvSpPr>
        <dsp:cNvPr id="0" name=""/>
        <dsp:cNvSpPr/>
      </dsp:nvSpPr>
      <dsp:spPr>
        <a:xfrm>
          <a:off x="314269" y="3271983"/>
          <a:ext cx="2072505" cy="1792960"/>
        </a:xfrm>
        <a:prstGeom prst="hexagon">
          <a:avLst>
            <a:gd name="adj" fmla="val 28570"/>
            <a:gd name="vf" fmla="val 115470"/>
          </a:avLst>
        </a:prstGeom>
        <a:solidFill>
          <a:schemeClr val="accent3">
            <a:hueOff val="2168479"/>
            <a:satOff val="80000"/>
            <a:lumOff val="-1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…the operating system…</a:t>
          </a:r>
        </a:p>
      </dsp:txBody>
      <dsp:txXfrm>
        <a:off x="657727" y="3569115"/>
        <a:ext cx="1385589" cy="1198696"/>
      </dsp:txXfrm>
    </dsp:sp>
    <dsp:sp modelId="{968CDE31-0440-42AC-9974-2F627298874D}">
      <dsp:nvSpPr>
        <dsp:cNvPr id="0" name=""/>
        <dsp:cNvSpPr/>
      </dsp:nvSpPr>
      <dsp:spPr>
        <a:xfrm>
          <a:off x="314269" y="1100324"/>
          <a:ext cx="2072505" cy="1792960"/>
        </a:xfrm>
        <a:prstGeom prst="hexagon">
          <a:avLst>
            <a:gd name="adj" fmla="val 28570"/>
            <a:gd name="vf" fmla="val 115470"/>
          </a:avLst>
        </a:prstGeom>
        <a:solidFill>
          <a:schemeClr val="accent3">
            <a:hueOff val="2710599"/>
            <a:satOff val="100000"/>
            <a:lumOff val="-1470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…which talks back to the…</a:t>
          </a:r>
        </a:p>
      </dsp:txBody>
      <dsp:txXfrm>
        <a:off x="657727" y="1397456"/>
        <a:ext cx="1385589" cy="119869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FF55550-128F-4A74-872E-58EF120E36AB}">
      <dsp:nvSpPr>
        <dsp:cNvPr id="0" name=""/>
        <dsp:cNvSpPr/>
      </dsp:nvSpPr>
      <dsp:spPr>
        <a:xfrm>
          <a:off x="1990863" y="1989711"/>
          <a:ext cx="2529009" cy="2187695"/>
        </a:xfrm>
        <a:prstGeom prst="hexagon">
          <a:avLst>
            <a:gd name="adj" fmla="val 28570"/>
            <a:gd name="vf" fmla="val 11547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b="0" kern="1200" dirty="0"/>
            <a:t>The relationship between software and hardware</a:t>
          </a:r>
        </a:p>
      </dsp:txBody>
      <dsp:txXfrm>
        <a:off x="2409955" y="2352243"/>
        <a:ext cx="1690825" cy="1462631"/>
      </dsp:txXfrm>
    </dsp:sp>
    <dsp:sp modelId="{7B58387E-95F0-414A-8BB4-02DF188EAB4D}">
      <dsp:nvSpPr>
        <dsp:cNvPr id="0" name=""/>
        <dsp:cNvSpPr/>
      </dsp:nvSpPr>
      <dsp:spPr>
        <a:xfrm>
          <a:off x="3574510" y="943046"/>
          <a:ext cx="954187" cy="822159"/>
        </a:xfrm>
        <a:prstGeom prst="hexagon">
          <a:avLst>
            <a:gd name="adj" fmla="val 28900"/>
            <a:gd name="vf" fmla="val 11547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8A9AFD3-AB82-46A0-A7F9-F8C1B2FDD5C4}">
      <dsp:nvSpPr>
        <dsp:cNvPr id="0" name=""/>
        <dsp:cNvSpPr/>
      </dsp:nvSpPr>
      <dsp:spPr>
        <a:xfrm>
          <a:off x="2223822" y="0"/>
          <a:ext cx="2072505" cy="1792960"/>
        </a:xfrm>
        <a:prstGeom prst="hexagon">
          <a:avLst>
            <a:gd name="adj" fmla="val 28570"/>
            <a:gd name="vf" fmla="val 11547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…application software…</a:t>
          </a:r>
        </a:p>
      </dsp:txBody>
      <dsp:txXfrm>
        <a:off x="2567280" y="297132"/>
        <a:ext cx="1385589" cy="1198696"/>
      </dsp:txXfrm>
    </dsp:sp>
    <dsp:sp modelId="{D5467BC9-BC23-4EA4-84FC-758D21CE41D1}">
      <dsp:nvSpPr>
        <dsp:cNvPr id="0" name=""/>
        <dsp:cNvSpPr/>
      </dsp:nvSpPr>
      <dsp:spPr>
        <a:xfrm>
          <a:off x="4688121" y="2480046"/>
          <a:ext cx="954187" cy="822159"/>
        </a:xfrm>
        <a:prstGeom prst="hexagon">
          <a:avLst>
            <a:gd name="adj" fmla="val 28900"/>
            <a:gd name="vf" fmla="val 11547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258E08D-C511-45C1-88FC-79EE557BC5D2}">
      <dsp:nvSpPr>
        <dsp:cNvPr id="0" name=""/>
        <dsp:cNvSpPr/>
      </dsp:nvSpPr>
      <dsp:spPr>
        <a:xfrm>
          <a:off x="4124550" y="1102791"/>
          <a:ext cx="2072505" cy="1792960"/>
        </a:xfrm>
        <a:prstGeom prst="hexagon">
          <a:avLst>
            <a:gd name="adj" fmla="val 28570"/>
            <a:gd name="vf" fmla="val 115470"/>
          </a:avLst>
        </a:prstGeom>
        <a:solidFill>
          <a:schemeClr val="accent3">
            <a:hueOff val="542120"/>
            <a:satOff val="20000"/>
            <a:lumOff val="-294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…talks to the operating system….</a:t>
          </a:r>
        </a:p>
      </dsp:txBody>
      <dsp:txXfrm>
        <a:off x="4468008" y="1399923"/>
        <a:ext cx="1385589" cy="1198696"/>
      </dsp:txXfrm>
    </dsp:sp>
    <dsp:sp modelId="{CB2F6DAB-04AB-4996-9D11-AB9F60C3115D}">
      <dsp:nvSpPr>
        <dsp:cNvPr id="0" name=""/>
        <dsp:cNvSpPr/>
      </dsp:nvSpPr>
      <dsp:spPr>
        <a:xfrm>
          <a:off x="3914535" y="4215030"/>
          <a:ext cx="954187" cy="822159"/>
        </a:xfrm>
        <a:prstGeom prst="hexagon">
          <a:avLst>
            <a:gd name="adj" fmla="val 28900"/>
            <a:gd name="vf" fmla="val 11547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F96DCF6-EEE3-4CD6-9447-8CB52EC216E7}">
      <dsp:nvSpPr>
        <dsp:cNvPr id="0" name=""/>
        <dsp:cNvSpPr/>
      </dsp:nvSpPr>
      <dsp:spPr>
        <a:xfrm>
          <a:off x="4124550" y="3270750"/>
          <a:ext cx="2072505" cy="1792960"/>
        </a:xfrm>
        <a:prstGeom prst="hexagon">
          <a:avLst>
            <a:gd name="adj" fmla="val 28570"/>
            <a:gd name="vf" fmla="val 115470"/>
          </a:avLst>
        </a:prstGeom>
        <a:solidFill>
          <a:schemeClr val="accent3">
            <a:hueOff val="1084240"/>
            <a:satOff val="40000"/>
            <a:lumOff val="-588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…which then interacts with…</a:t>
          </a:r>
        </a:p>
      </dsp:txBody>
      <dsp:txXfrm>
        <a:off x="4468008" y="3567882"/>
        <a:ext cx="1385589" cy="1198696"/>
      </dsp:txXfrm>
    </dsp:sp>
    <dsp:sp modelId="{249BBD77-F519-405E-A658-9E9BD3A564D9}">
      <dsp:nvSpPr>
        <dsp:cNvPr id="0" name=""/>
        <dsp:cNvSpPr/>
      </dsp:nvSpPr>
      <dsp:spPr>
        <a:xfrm>
          <a:off x="1995570" y="4395128"/>
          <a:ext cx="954187" cy="822159"/>
        </a:xfrm>
        <a:prstGeom prst="hexagon">
          <a:avLst>
            <a:gd name="adj" fmla="val 28900"/>
            <a:gd name="vf" fmla="val 11547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CE32F15-5B1A-428B-9012-ECE6EF9D126B}">
      <dsp:nvSpPr>
        <dsp:cNvPr id="0" name=""/>
        <dsp:cNvSpPr/>
      </dsp:nvSpPr>
      <dsp:spPr>
        <a:xfrm>
          <a:off x="2223822" y="4374775"/>
          <a:ext cx="2072505" cy="1792960"/>
        </a:xfrm>
        <a:prstGeom prst="hexagon">
          <a:avLst>
            <a:gd name="adj" fmla="val 28570"/>
            <a:gd name="vf" fmla="val 115470"/>
          </a:avLst>
        </a:prstGeom>
        <a:solidFill>
          <a:schemeClr val="accent3">
            <a:hueOff val="1626359"/>
            <a:satOff val="60000"/>
            <a:lumOff val="-882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glow rad="228600">
            <a:schemeClr val="accent2">
              <a:satMod val="175000"/>
              <a:alpha val="40000"/>
            </a:schemeClr>
          </a:glo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…hardware, which talks back to…</a:t>
          </a:r>
        </a:p>
      </dsp:txBody>
      <dsp:txXfrm>
        <a:off x="2567280" y="4671907"/>
        <a:ext cx="1385589" cy="1198696"/>
      </dsp:txXfrm>
    </dsp:sp>
    <dsp:sp modelId="{90F10AA5-53AB-4FFE-AAB9-B0BF040C7DB0}">
      <dsp:nvSpPr>
        <dsp:cNvPr id="0" name=""/>
        <dsp:cNvSpPr/>
      </dsp:nvSpPr>
      <dsp:spPr>
        <a:xfrm>
          <a:off x="863721" y="2858745"/>
          <a:ext cx="954187" cy="822159"/>
        </a:xfrm>
        <a:prstGeom prst="hexagon">
          <a:avLst>
            <a:gd name="adj" fmla="val 28900"/>
            <a:gd name="vf" fmla="val 11547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DFA65E6-848C-41D8-A244-6EBB36EAE432}">
      <dsp:nvSpPr>
        <dsp:cNvPr id="0" name=""/>
        <dsp:cNvSpPr/>
      </dsp:nvSpPr>
      <dsp:spPr>
        <a:xfrm>
          <a:off x="314269" y="3271983"/>
          <a:ext cx="2072505" cy="1792960"/>
        </a:xfrm>
        <a:prstGeom prst="hexagon">
          <a:avLst>
            <a:gd name="adj" fmla="val 28570"/>
            <a:gd name="vf" fmla="val 115470"/>
          </a:avLst>
        </a:prstGeom>
        <a:solidFill>
          <a:schemeClr val="accent3">
            <a:hueOff val="2168479"/>
            <a:satOff val="80000"/>
            <a:lumOff val="-1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…the operating system…</a:t>
          </a:r>
        </a:p>
      </dsp:txBody>
      <dsp:txXfrm>
        <a:off x="657727" y="3569115"/>
        <a:ext cx="1385589" cy="1198696"/>
      </dsp:txXfrm>
    </dsp:sp>
    <dsp:sp modelId="{968CDE31-0440-42AC-9974-2F627298874D}">
      <dsp:nvSpPr>
        <dsp:cNvPr id="0" name=""/>
        <dsp:cNvSpPr/>
      </dsp:nvSpPr>
      <dsp:spPr>
        <a:xfrm>
          <a:off x="314269" y="1100324"/>
          <a:ext cx="2072505" cy="1792960"/>
        </a:xfrm>
        <a:prstGeom prst="hexagon">
          <a:avLst>
            <a:gd name="adj" fmla="val 28570"/>
            <a:gd name="vf" fmla="val 115470"/>
          </a:avLst>
        </a:prstGeom>
        <a:solidFill>
          <a:schemeClr val="accent3">
            <a:hueOff val="2710599"/>
            <a:satOff val="100000"/>
            <a:lumOff val="-1470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…which talks back to the…</a:t>
          </a:r>
        </a:p>
      </dsp:txBody>
      <dsp:txXfrm>
        <a:off x="657727" y="1397456"/>
        <a:ext cx="1385589" cy="119869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FF55550-128F-4A74-872E-58EF120E36AB}">
      <dsp:nvSpPr>
        <dsp:cNvPr id="0" name=""/>
        <dsp:cNvSpPr/>
      </dsp:nvSpPr>
      <dsp:spPr>
        <a:xfrm>
          <a:off x="1990863" y="1989711"/>
          <a:ext cx="2529009" cy="2187695"/>
        </a:xfrm>
        <a:prstGeom prst="hexagon">
          <a:avLst>
            <a:gd name="adj" fmla="val 28570"/>
            <a:gd name="vf" fmla="val 11547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b="0" kern="1200" dirty="0"/>
            <a:t>The relationship between software and hardware</a:t>
          </a:r>
        </a:p>
      </dsp:txBody>
      <dsp:txXfrm>
        <a:off x="2409955" y="2352243"/>
        <a:ext cx="1690825" cy="1462631"/>
      </dsp:txXfrm>
    </dsp:sp>
    <dsp:sp modelId="{7B58387E-95F0-414A-8BB4-02DF188EAB4D}">
      <dsp:nvSpPr>
        <dsp:cNvPr id="0" name=""/>
        <dsp:cNvSpPr/>
      </dsp:nvSpPr>
      <dsp:spPr>
        <a:xfrm>
          <a:off x="3574510" y="943046"/>
          <a:ext cx="954187" cy="822159"/>
        </a:xfrm>
        <a:prstGeom prst="hexagon">
          <a:avLst>
            <a:gd name="adj" fmla="val 28900"/>
            <a:gd name="vf" fmla="val 11547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8A9AFD3-AB82-46A0-A7F9-F8C1B2FDD5C4}">
      <dsp:nvSpPr>
        <dsp:cNvPr id="0" name=""/>
        <dsp:cNvSpPr/>
      </dsp:nvSpPr>
      <dsp:spPr>
        <a:xfrm>
          <a:off x="2223822" y="0"/>
          <a:ext cx="2072505" cy="1792960"/>
        </a:xfrm>
        <a:prstGeom prst="hexagon">
          <a:avLst>
            <a:gd name="adj" fmla="val 28570"/>
            <a:gd name="vf" fmla="val 11547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…application software…</a:t>
          </a:r>
        </a:p>
      </dsp:txBody>
      <dsp:txXfrm>
        <a:off x="2567280" y="297132"/>
        <a:ext cx="1385589" cy="1198696"/>
      </dsp:txXfrm>
    </dsp:sp>
    <dsp:sp modelId="{D5467BC9-BC23-4EA4-84FC-758D21CE41D1}">
      <dsp:nvSpPr>
        <dsp:cNvPr id="0" name=""/>
        <dsp:cNvSpPr/>
      </dsp:nvSpPr>
      <dsp:spPr>
        <a:xfrm>
          <a:off x="4688121" y="2480046"/>
          <a:ext cx="954187" cy="822159"/>
        </a:xfrm>
        <a:prstGeom prst="hexagon">
          <a:avLst>
            <a:gd name="adj" fmla="val 28900"/>
            <a:gd name="vf" fmla="val 11547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258E08D-C511-45C1-88FC-79EE557BC5D2}">
      <dsp:nvSpPr>
        <dsp:cNvPr id="0" name=""/>
        <dsp:cNvSpPr/>
      </dsp:nvSpPr>
      <dsp:spPr>
        <a:xfrm>
          <a:off x="4124550" y="1102791"/>
          <a:ext cx="2072505" cy="1792960"/>
        </a:xfrm>
        <a:prstGeom prst="hexagon">
          <a:avLst>
            <a:gd name="adj" fmla="val 28570"/>
            <a:gd name="vf" fmla="val 115470"/>
          </a:avLst>
        </a:prstGeom>
        <a:solidFill>
          <a:schemeClr val="accent3">
            <a:hueOff val="542120"/>
            <a:satOff val="20000"/>
            <a:lumOff val="-294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…talks to the operating system….</a:t>
          </a:r>
        </a:p>
      </dsp:txBody>
      <dsp:txXfrm>
        <a:off x="4468008" y="1399923"/>
        <a:ext cx="1385589" cy="1198696"/>
      </dsp:txXfrm>
    </dsp:sp>
    <dsp:sp modelId="{CB2F6DAB-04AB-4996-9D11-AB9F60C3115D}">
      <dsp:nvSpPr>
        <dsp:cNvPr id="0" name=""/>
        <dsp:cNvSpPr/>
      </dsp:nvSpPr>
      <dsp:spPr>
        <a:xfrm>
          <a:off x="3914535" y="4215030"/>
          <a:ext cx="954187" cy="822159"/>
        </a:xfrm>
        <a:prstGeom prst="hexagon">
          <a:avLst>
            <a:gd name="adj" fmla="val 28900"/>
            <a:gd name="vf" fmla="val 11547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F96DCF6-EEE3-4CD6-9447-8CB52EC216E7}">
      <dsp:nvSpPr>
        <dsp:cNvPr id="0" name=""/>
        <dsp:cNvSpPr/>
      </dsp:nvSpPr>
      <dsp:spPr>
        <a:xfrm>
          <a:off x="4124550" y="3270750"/>
          <a:ext cx="2072505" cy="1792960"/>
        </a:xfrm>
        <a:prstGeom prst="hexagon">
          <a:avLst>
            <a:gd name="adj" fmla="val 28570"/>
            <a:gd name="vf" fmla="val 115470"/>
          </a:avLst>
        </a:prstGeom>
        <a:solidFill>
          <a:schemeClr val="accent3">
            <a:hueOff val="1084240"/>
            <a:satOff val="40000"/>
            <a:lumOff val="-588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…which then interacts with…</a:t>
          </a:r>
        </a:p>
      </dsp:txBody>
      <dsp:txXfrm>
        <a:off x="4468008" y="3567882"/>
        <a:ext cx="1385589" cy="1198696"/>
      </dsp:txXfrm>
    </dsp:sp>
    <dsp:sp modelId="{249BBD77-F519-405E-A658-9E9BD3A564D9}">
      <dsp:nvSpPr>
        <dsp:cNvPr id="0" name=""/>
        <dsp:cNvSpPr/>
      </dsp:nvSpPr>
      <dsp:spPr>
        <a:xfrm>
          <a:off x="1995570" y="4395128"/>
          <a:ext cx="954187" cy="822159"/>
        </a:xfrm>
        <a:prstGeom prst="hexagon">
          <a:avLst>
            <a:gd name="adj" fmla="val 28900"/>
            <a:gd name="vf" fmla="val 11547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CE32F15-5B1A-428B-9012-ECE6EF9D126B}">
      <dsp:nvSpPr>
        <dsp:cNvPr id="0" name=""/>
        <dsp:cNvSpPr/>
      </dsp:nvSpPr>
      <dsp:spPr>
        <a:xfrm>
          <a:off x="2223822" y="4374775"/>
          <a:ext cx="2072505" cy="1792960"/>
        </a:xfrm>
        <a:prstGeom prst="hexagon">
          <a:avLst>
            <a:gd name="adj" fmla="val 28570"/>
            <a:gd name="vf" fmla="val 115470"/>
          </a:avLst>
        </a:prstGeom>
        <a:solidFill>
          <a:schemeClr val="accent3">
            <a:hueOff val="1626359"/>
            <a:satOff val="60000"/>
            <a:lumOff val="-882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…hardware, which talks back to…</a:t>
          </a:r>
        </a:p>
      </dsp:txBody>
      <dsp:txXfrm>
        <a:off x="2567280" y="4671907"/>
        <a:ext cx="1385589" cy="1198696"/>
      </dsp:txXfrm>
    </dsp:sp>
    <dsp:sp modelId="{90F10AA5-53AB-4FFE-AAB9-B0BF040C7DB0}">
      <dsp:nvSpPr>
        <dsp:cNvPr id="0" name=""/>
        <dsp:cNvSpPr/>
      </dsp:nvSpPr>
      <dsp:spPr>
        <a:xfrm>
          <a:off x="863721" y="2858745"/>
          <a:ext cx="954187" cy="822159"/>
        </a:xfrm>
        <a:prstGeom prst="hexagon">
          <a:avLst>
            <a:gd name="adj" fmla="val 28900"/>
            <a:gd name="vf" fmla="val 11547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DFA65E6-848C-41D8-A244-6EBB36EAE432}">
      <dsp:nvSpPr>
        <dsp:cNvPr id="0" name=""/>
        <dsp:cNvSpPr/>
      </dsp:nvSpPr>
      <dsp:spPr>
        <a:xfrm>
          <a:off x="314269" y="3271983"/>
          <a:ext cx="2072505" cy="1792960"/>
        </a:xfrm>
        <a:prstGeom prst="hexagon">
          <a:avLst>
            <a:gd name="adj" fmla="val 28570"/>
            <a:gd name="vf" fmla="val 115470"/>
          </a:avLst>
        </a:prstGeom>
        <a:solidFill>
          <a:schemeClr val="accent3">
            <a:hueOff val="2168479"/>
            <a:satOff val="80000"/>
            <a:lumOff val="-1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glow rad="228600">
            <a:schemeClr val="accent2">
              <a:satMod val="175000"/>
              <a:alpha val="40000"/>
            </a:schemeClr>
          </a:glo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…the operating system…</a:t>
          </a:r>
        </a:p>
      </dsp:txBody>
      <dsp:txXfrm>
        <a:off x="657727" y="3569115"/>
        <a:ext cx="1385589" cy="1198696"/>
      </dsp:txXfrm>
    </dsp:sp>
    <dsp:sp modelId="{968CDE31-0440-42AC-9974-2F627298874D}">
      <dsp:nvSpPr>
        <dsp:cNvPr id="0" name=""/>
        <dsp:cNvSpPr/>
      </dsp:nvSpPr>
      <dsp:spPr>
        <a:xfrm>
          <a:off x="314269" y="1100324"/>
          <a:ext cx="2072505" cy="1792960"/>
        </a:xfrm>
        <a:prstGeom prst="hexagon">
          <a:avLst>
            <a:gd name="adj" fmla="val 28570"/>
            <a:gd name="vf" fmla="val 115470"/>
          </a:avLst>
        </a:prstGeom>
        <a:solidFill>
          <a:schemeClr val="accent3">
            <a:hueOff val="2710599"/>
            <a:satOff val="100000"/>
            <a:lumOff val="-1470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…which talks back to the…</a:t>
          </a:r>
        </a:p>
      </dsp:txBody>
      <dsp:txXfrm>
        <a:off x="657727" y="1397456"/>
        <a:ext cx="1385589" cy="1198696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FF55550-128F-4A74-872E-58EF120E36AB}">
      <dsp:nvSpPr>
        <dsp:cNvPr id="0" name=""/>
        <dsp:cNvSpPr/>
      </dsp:nvSpPr>
      <dsp:spPr>
        <a:xfrm>
          <a:off x="1990863" y="1989711"/>
          <a:ext cx="2529009" cy="2187695"/>
        </a:xfrm>
        <a:prstGeom prst="hexagon">
          <a:avLst>
            <a:gd name="adj" fmla="val 28570"/>
            <a:gd name="vf" fmla="val 11547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b="0" kern="1200" dirty="0"/>
            <a:t>The relationship between software and hardware</a:t>
          </a:r>
        </a:p>
      </dsp:txBody>
      <dsp:txXfrm>
        <a:off x="2409955" y="2352243"/>
        <a:ext cx="1690825" cy="1462631"/>
      </dsp:txXfrm>
    </dsp:sp>
    <dsp:sp modelId="{7B58387E-95F0-414A-8BB4-02DF188EAB4D}">
      <dsp:nvSpPr>
        <dsp:cNvPr id="0" name=""/>
        <dsp:cNvSpPr/>
      </dsp:nvSpPr>
      <dsp:spPr>
        <a:xfrm>
          <a:off x="3574510" y="943046"/>
          <a:ext cx="954187" cy="822159"/>
        </a:xfrm>
        <a:prstGeom prst="hexagon">
          <a:avLst>
            <a:gd name="adj" fmla="val 28900"/>
            <a:gd name="vf" fmla="val 11547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8A9AFD3-AB82-46A0-A7F9-F8C1B2FDD5C4}">
      <dsp:nvSpPr>
        <dsp:cNvPr id="0" name=""/>
        <dsp:cNvSpPr/>
      </dsp:nvSpPr>
      <dsp:spPr>
        <a:xfrm>
          <a:off x="2223822" y="0"/>
          <a:ext cx="2072505" cy="1792960"/>
        </a:xfrm>
        <a:prstGeom prst="hexagon">
          <a:avLst>
            <a:gd name="adj" fmla="val 28570"/>
            <a:gd name="vf" fmla="val 11547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…application software…</a:t>
          </a:r>
        </a:p>
      </dsp:txBody>
      <dsp:txXfrm>
        <a:off x="2567280" y="297132"/>
        <a:ext cx="1385589" cy="1198696"/>
      </dsp:txXfrm>
    </dsp:sp>
    <dsp:sp modelId="{D5467BC9-BC23-4EA4-84FC-758D21CE41D1}">
      <dsp:nvSpPr>
        <dsp:cNvPr id="0" name=""/>
        <dsp:cNvSpPr/>
      </dsp:nvSpPr>
      <dsp:spPr>
        <a:xfrm>
          <a:off x="4688121" y="2480046"/>
          <a:ext cx="954187" cy="822159"/>
        </a:xfrm>
        <a:prstGeom prst="hexagon">
          <a:avLst>
            <a:gd name="adj" fmla="val 28900"/>
            <a:gd name="vf" fmla="val 11547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258E08D-C511-45C1-88FC-79EE557BC5D2}">
      <dsp:nvSpPr>
        <dsp:cNvPr id="0" name=""/>
        <dsp:cNvSpPr/>
      </dsp:nvSpPr>
      <dsp:spPr>
        <a:xfrm>
          <a:off x="4124550" y="1102791"/>
          <a:ext cx="2072505" cy="1792960"/>
        </a:xfrm>
        <a:prstGeom prst="hexagon">
          <a:avLst>
            <a:gd name="adj" fmla="val 28570"/>
            <a:gd name="vf" fmla="val 115470"/>
          </a:avLst>
        </a:prstGeom>
        <a:solidFill>
          <a:schemeClr val="accent3">
            <a:hueOff val="542120"/>
            <a:satOff val="20000"/>
            <a:lumOff val="-294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…talks to the operating system….</a:t>
          </a:r>
        </a:p>
      </dsp:txBody>
      <dsp:txXfrm>
        <a:off x="4468008" y="1399923"/>
        <a:ext cx="1385589" cy="1198696"/>
      </dsp:txXfrm>
    </dsp:sp>
    <dsp:sp modelId="{CB2F6DAB-04AB-4996-9D11-AB9F60C3115D}">
      <dsp:nvSpPr>
        <dsp:cNvPr id="0" name=""/>
        <dsp:cNvSpPr/>
      </dsp:nvSpPr>
      <dsp:spPr>
        <a:xfrm>
          <a:off x="3914535" y="4215030"/>
          <a:ext cx="954187" cy="822159"/>
        </a:xfrm>
        <a:prstGeom prst="hexagon">
          <a:avLst>
            <a:gd name="adj" fmla="val 28900"/>
            <a:gd name="vf" fmla="val 11547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F96DCF6-EEE3-4CD6-9447-8CB52EC216E7}">
      <dsp:nvSpPr>
        <dsp:cNvPr id="0" name=""/>
        <dsp:cNvSpPr/>
      </dsp:nvSpPr>
      <dsp:spPr>
        <a:xfrm>
          <a:off x="4124550" y="3270750"/>
          <a:ext cx="2072505" cy="1792960"/>
        </a:xfrm>
        <a:prstGeom prst="hexagon">
          <a:avLst>
            <a:gd name="adj" fmla="val 28570"/>
            <a:gd name="vf" fmla="val 115470"/>
          </a:avLst>
        </a:prstGeom>
        <a:solidFill>
          <a:schemeClr val="accent3">
            <a:hueOff val="1084240"/>
            <a:satOff val="40000"/>
            <a:lumOff val="-588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…which then interacts with…</a:t>
          </a:r>
        </a:p>
      </dsp:txBody>
      <dsp:txXfrm>
        <a:off x="4468008" y="3567882"/>
        <a:ext cx="1385589" cy="1198696"/>
      </dsp:txXfrm>
    </dsp:sp>
    <dsp:sp modelId="{249BBD77-F519-405E-A658-9E9BD3A564D9}">
      <dsp:nvSpPr>
        <dsp:cNvPr id="0" name=""/>
        <dsp:cNvSpPr/>
      </dsp:nvSpPr>
      <dsp:spPr>
        <a:xfrm>
          <a:off x="1995570" y="4395128"/>
          <a:ext cx="954187" cy="822159"/>
        </a:xfrm>
        <a:prstGeom prst="hexagon">
          <a:avLst>
            <a:gd name="adj" fmla="val 28900"/>
            <a:gd name="vf" fmla="val 11547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CE32F15-5B1A-428B-9012-ECE6EF9D126B}">
      <dsp:nvSpPr>
        <dsp:cNvPr id="0" name=""/>
        <dsp:cNvSpPr/>
      </dsp:nvSpPr>
      <dsp:spPr>
        <a:xfrm>
          <a:off x="2223822" y="4374775"/>
          <a:ext cx="2072505" cy="1792960"/>
        </a:xfrm>
        <a:prstGeom prst="hexagon">
          <a:avLst>
            <a:gd name="adj" fmla="val 28570"/>
            <a:gd name="vf" fmla="val 115470"/>
          </a:avLst>
        </a:prstGeom>
        <a:solidFill>
          <a:schemeClr val="accent3">
            <a:hueOff val="1626359"/>
            <a:satOff val="60000"/>
            <a:lumOff val="-882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…hardware, which talks back to…</a:t>
          </a:r>
        </a:p>
      </dsp:txBody>
      <dsp:txXfrm>
        <a:off x="2567280" y="4671907"/>
        <a:ext cx="1385589" cy="1198696"/>
      </dsp:txXfrm>
    </dsp:sp>
    <dsp:sp modelId="{90F10AA5-53AB-4FFE-AAB9-B0BF040C7DB0}">
      <dsp:nvSpPr>
        <dsp:cNvPr id="0" name=""/>
        <dsp:cNvSpPr/>
      </dsp:nvSpPr>
      <dsp:spPr>
        <a:xfrm>
          <a:off x="863721" y="2858745"/>
          <a:ext cx="954187" cy="822159"/>
        </a:xfrm>
        <a:prstGeom prst="hexagon">
          <a:avLst>
            <a:gd name="adj" fmla="val 28900"/>
            <a:gd name="vf" fmla="val 11547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DFA65E6-848C-41D8-A244-6EBB36EAE432}">
      <dsp:nvSpPr>
        <dsp:cNvPr id="0" name=""/>
        <dsp:cNvSpPr/>
      </dsp:nvSpPr>
      <dsp:spPr>
        <a:xfrm>
          <a:off x="314269" y="3271983"/>
          <a:ext cx="2072505" cy="1792960"/>
        </a:xfrm>
        <a:prstGeom prst="hexagon">
          <a:avLst>
            <a:gd name="adj" fmla="val 28570"/>
            <a:gd name="vf" fmla="val 115470"/>
          </a:avLst>
        </a:prstGeom>
        <a:solidFill>
          <a:schemeClr val="accent3">
            <a:hueOff val="2168479"/>
            <a:satOff val="80000"/>
            <a:lumOff val="-1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…the operating system…</a:t>
          </a:r>
        </a:p>
      </dsp:txBody>
      <dsp:txXfrm>
        <a:off x="657727" y="3569115"/>
        <a:ext cx="1385589" cy="1198696"/>
      </dsp:txXfrm>
    </dsp:sp>
    <dsp:sp modelId="{968CDE31-0440-42AC-9974-2F627298874D}">
      <dsp:nvSpPr>
        <dsp:cNvPr id="0" name=""/>
        <dsp:cNvSpPr/>
      </dsp:nvSpPr>
      <dsp:spPr>
        <a:xfrm>
          <a:off x="314269" y="1100324"/>
          <a:ext cx="2072505" cy="1792960"/>
        </a:xfrm>
        <a:prstGeom prst="hexagon">
          <a:avLst>
            <a:gd name="adj" fmla="val 28570"/>
            <a:gd name="vf" fmla="val 115470"/>
          </a:avLst>
        </a:prstGeom>
        <a:solidFill>
          <a:schemeClr val="accent3">
            <a:hueOff val="2710599"/>
            <a:satOff val="100000"/>
            <a:lumOff val="-1470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glow rad="228600">
            <a:schemeClr val="accent2">
              <a:satMod val="175000"/>
              <a:alpha val="40000"/>
            </a:schemeClr>
          </a:glo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…which talks back to the…</a:t>
          </a:r>
        </a:p>
      </dsp:txBody>
      <dsp:txXfrm>
        <a:off x="657727" y="1397456"/>
        <a:ext cx="1385589" cy="1198696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FF55550-128F-4A74-872E-58EF120E36AB}">
      <dsp:nvSpPr>
        <dsp:cNvPr id="0" name=""/>
        <dsp:cNvSpPr/>
      </dsp:nvSpPr>
      <dsp:spPr>
        <a:xfrm>
          <a:off x="1990863" y="1989711"/>
          <a:ext cx="2529009" cy="2187695"/>
        </a:xfrm>
        <a:prstGeom prst="hexagon">
          <a:avLst>
            <a:gd name="adj" fmla="val 28570"/>
            <a:gd name="vf" fmla="val 11547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b="0" kern="1200" dirty="0"/>
            <a:t>The relationship between software and hardware</a:t>
          </a:r>
        </a:p>
      </dsp:txBody>
      <dsp:txXfrm>
        <a:off x="2409955" y="2352243"/>
        <a:ext cx="1690825" cy="1462631"/>
      </dsp:txXfrm>
    </dsp:sp>
    <dsp:sp modelId="{7B58387E-95F0-414A-8BB4-02DF188EAB4D}">
      <dsp:nvSpPr>
        <dsp:cNvPr id="0" name=""/>
        <dsp:cNvSpPr/>
      </dsp:nvSpPr>
      <dsp:spPr>
        <a:xfrm>
          <a:off x="3574510" y="943046"/>
          <a:ext cx="954187" cy="822159"/>
        </a:xfrm>
        <a:prstGeom prst="hexagon">
          <a:avLst>
            <a:gd name="adj" fmla="val 28900"/>
            <a:gd name="vf" fmla="val 11547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8A9AFD3-AB82-46A0-A7F9-F8C1B2FDD5C4}">
      <dsp:nvSpPr>
        <dsp:cNvPr id="0" name=""/>
        <dsp:cNvSpPr/>
      </dsp:nvSpPr>
      <dsp:spPr>
        <a:xfrm>
          <a:off x="2223822" y="0"/>
          <a:ext cx="2072505" cy="1792960"/>
        </a:xfrm>
        <a:prstGeom prst="hexagon">
          <a:avLst>
            <a:gd name="adj" fmla="val 28570"/>
            <a:gd name="vf" fmla="val 11547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glow rad="228600">
            <a:schemeClr val="accent2">
              <a:satMod val="175000"/>
              <a:alpha val="40000"/>
            </a:schemeClr>
          </a:glo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…application software…</a:t>
          </a:r>
        </a:p>
      </dsp:txBody>
      <dsp:txXfrm>
        <a:off x="2567280" y="297132"/>
        <a:ext cx="1385589" cy="1198696"/>
      </dsp:txXfrm>
    </dsp:sp>
    <dsp:sp modelId="{D5467BC9-BC23-4EA4-84FC-758D21CE41D1}">
      <dsp:nvSpPr>
        <dsp:cNvPr id="0" name=""/>
        <dsp:cNvSpPr/>
      </dsp:nvSpPr>
      <dsp:spPr>
        <a:xfrm>
          <a:off x="4688121" y="2480046"/>
          <a:ext cx="954187" cy="822159"/>
        </a:xfrm>
        <a:prstGeom prst="hexagon">
          <a:avLst>
            <a:gd name="adj" fmla="val 28900"/>
            <a:gd name="vf" fmla="val 11547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258E08D-C511-45C1-88FC-79EE557BC5D2}">
      <dsp:nvSpPr>
        <dsp:cNvPr id="0" name=""/>
        <dsp:cNvSpPr/>
      </dsp:nvSpPr>
      <dsp:spPr>
        <a:xfrm>
          <a:off x="4124550" y="1102791"/>
          <a:ext cx="2072505" cy="1792960"/>
        </a:xfrm>
        <a:prstGeom prst="hexagon">
          <a:avLst>
            <a:gd name="adj" fmla="val 28570"/>
            <a:gd name="vf" fmla="val 115470"/>
          </a:avLst>
        </a:prstGeom>
        <a:solidFill>
          <a:schemeClr val="accent3">
            <a:hueOff val="542120"/>
            <a:satOff val="20000"/>
            <a:lumOff val="-294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…talks to the operating system….</a:t>
          </a:r>
        </a:p>
      </dsp:txBody>
      <dsp:txXfrm>
        <a:off x="4468008" y="1399923"/>
        <a:ext cx="1385589" cy="1198696"/>
      </dsp:txXfrm>
    </dsp:sp>
    <dsp:sp modelId="{CB2F6DAB-04AB-4996-9D11-AB9F60C3115D}">
      <dsp:nvSpPr>
        <dsp:cNvPr id="0" name=""/>
        <dsp:cNvSpPr/>
      </dsp:nvSpPr>
      <dsp:spPr>
        <a:xfrm>
          <a:off x="3914535" y="4215030"/>
          <a:ext cx="954187" cy="822159"/>
        </a:xfrm>
        <a:prstGeom prst="hexagon">
          <a:avLst>
            <a:gd name="adj" fmla="val 28900"/>
            <a:gd name="vf" fmla="val 11547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F96DCF6-EEE3-4CD6-9447-8CB52EC216E7}">
      <dsp:nvSpPr>
        <dsp:cNvPr id="0" name=""/>
        <dsp:cNvSpPr/>
      </dsp:nvSpPr>
      <dsp:spPr>
        <a:xfrm>
          <a:off x="4124550" y="3270750"/>
          <a:ext cx="2072505" cy="1792960"/>
        </a:xfrm>
        <a:prstGeom prst="hexagon">
          <a:avLst>
            <a:gd name="adj" fmla="val 28570"/>
            <a:gd name="vf" fmla="val 115470"/>
          </a:avLst>
        </a:prstGeom>
        <a:solidFill>
          <a:schemeClr val="accent3">
            <a:hueOff val="1084240"/>
            <a:satOff val="40000"/>
            <a:lumOff val="-588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…which then interacts with…</a:t>
          </a:r>
        </a:p>
      </dsp:txBody>
      <dsp:txXfrm>
        <a:off x="4468008" y="3567882"/>
        <a:ext cx="1385589" cy="1198696"/>
      </dsp:txXfrm>
    </dsp:sp>
    <dsp:sp modelId="{249BBD77-F519-405E-A658-9E9BD3A564D9}">
      <dsp:nvSpPr>
        <dsp:cNvPr id="0" name=""/>
        <dsp:cNvSpPr/>
      </dsp:nvSpPr>
      <dsp:spPr>
        <a:xfrm>
          <a:off x="1995570" y="4395128"/>
          <a:ext cx="954187" cy="822159"/>
        </a:xfrm>
        <a:prstGeom prst="hexagon">
          <a:avLst>
            <a:gd name="adj" fmla="val 28900"/>
            <a:gd name="vf" fmla="val 11547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CE32F15-5B1A-428B-9012-ECE6EF9D126B}">
      <dsp:nvSpPr>
        <dsp:cNvPr id="0" name=""/>
        <dsp:cNvSpPr/>
      </dsp:nvSpPr>
      <dsp:spPr>
        <a:xfrm>
          <a:off x="2223822" y="4374775"/>
          <a:ext cx="2072505" cy="1792960"/>
        </a:xfrm>
        <a:prstGeom prst="hexagon">
          <a:avLst>
            <a:gd name="adj" fmla="val 28570"/>
            <a:gd name="vf" fmla="val 115470"/>
          </a:avLst>
        </a:prstGeom>
        <a:solidFill>
          <a:schemeClr val="accent3">
            <a:hueOff val="1626359"/>
            <a:satOff val="60000"/>
            <a:lumOff val="-882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…hardware, which talks back to…</a:t>
          </a:r>
        </a:p>
      </dsp:txBody>
      <dsp:txXfrm>
        <a:off x="2567280" y="4671907"/>
        <a:ext cx="1385589" cy="1198696"/>
      </dsp:txXfrm>
    </dsp:sp>
    <dsp:sp modelId="{90F10AA5-53AB-4FFE-AAB9-B0BF040C7DB0}">
      <dsp:nvSpPr>
        <dsp:cNvPr id="0" name=""/>
        <dsp:cNvSpPr/>
      </dsp:nvSpPr>
      <dsp:spPr>
        <a:xfrm>
          <a:off x="863721" y="2858745"/>
          <a:ext cx="954187" cy="822159"/>
        </a:xfrm>
        <a:prstGeom prst="hexagon">
          <a:avLst>
            <a:gd name="adj" fmla="val 28900"/>
            <a:gd name="vf" fmla="val 11547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DFA65E6-848C-41D8-A244-6EBB36EAE432}">
      <dsp:nvSpPr>
        <dsp:cNvPr id="0" name=""/>
        <dsp:cNvSpPr/>
      </dsp:nvSpPr>
      <dsp:spPr>
        <a:xfrm>
          <a:off x="314269" y="3271983"/>
          <a:ext cx="2072505" cy="1792960"/>
        </a:xfrm>
        <a:prstGeom prst="hexagon">
          <a:avLst>
            <a:gd name="adj" fmla="val 28570"/>
            <a:gd name="vf" fmla="val 115470"/>
          </a:avLst>
        </a:prstGeom>
        <a:solidFill>
          <a:schemeClr val="accent3">
            <a:hueOff val="2168479"/>
            <a:satOff val="80000"/>
            <a:lumOff val="-1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…the operating system…</a:t>
          </a:r>
        </a:p>
      </dsp:txBody>
      <dsp:txXfrm>
        <a:off x="657727" y="3569115"/>
        <a:ext cx="1385589" cy="1198696"/>
      </dsp:txXfrm>
    </dsp:sp>
    <dsp:sp modelId="{968CDE31-0440-42AC-9974-2F627298874D}">
      <dsp:nvSpPr>
        <dsp:cNvPr id="0" name=""/>
        <dsp:cNvSpPr/>
      </dsp:nvSpPr>
      <dsp:spPr>
        <a:xfrm>
          <a:off x="314269" y="1100324"/>
          <a:ext cx="2072505" cy="1792960"/>
        </a:xfrm>
        <a:prstGeom prst="hexagon">
          <a:avLst>
            <a:gd name="adj" fmla="val 28570"/>
            <a:gd name="vf" fmla="val 115470"/>
          </a:avLst>
        </a:prstGeom>
        <a:solidFill>
          <a:schemeClr val="accent3">
            <a:hueOff val="2710599"/>
            <a:satOff val="100000"/>
            <a:lumOff val="-1470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…which talks back to the…</a:t>
          </a:r>
        </a:p>
      </dsp:txBody>
      <dsp:txXfrm>
        <a:off x="657727" y="1397456"/>
        <a:ext cx="1385589" cy="1198696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FF55550-128F-4A74-872E-58EF120E36AB}">
      <dsp:nvSpPr>
        <dsp:cNvPr id="0" name=""/>
        <dsp:cNvSpPr/>
      </dsp:nvSpPr>
      <dsp:spPr>
        <a:xfrm>
          <a:off x="1990863" y="1989711"/>
          <a:ext cx="2529009" cy="2187695"/>
        </a:xfrm>
        <a:prstGeom prst="hexagon">
          <a:avLst>
            <a:gd name="adj" fmla="val 28570"/>
            <a:gd name="vf" fmla="val 11547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b="0" kern="1200" dirty="0"/>
            <a:t>The relationship between software and hardware</a:t>
          </a:r>
        </a:p>
      </dsp:txBody>
      <dsp:txXfrm>
        <a:off x="2409955" y="2352243"/>
        <a:ext cx="1690825" cy="1462631"/>
      </dsp:txXfrm>
    </dsp:sp>
    <dsp:sp modelId="{7B58387E-95F0-414A-8BB4-02DF188EAB4D}">
      <dsp:nvSpPr>
        <dsp:cNvPr id="0" name=""/>
        <dsp:cNvSpPr/>
      </dsp:nvSpPr>
      <dsp:spPr>
        <a:xfrm>
          <a:off x="3574510" y="943046"/>
          <a:ext cx="954187" cy="822159"/>
        </a:xfrm>
        <a:prstGeom prst="hexagon">
          <a:avLst>
            <a:gd name="adj" fmla="val 28900"/>
            <a:gd name="vf" fmla="val 11547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8A9AFD3-AB82-46A0-A7F9-F8C1B2FDD5C4}">
      <dsp:nvSpPr>
        <dsp:cNvPr id="0" name=""/>
        <dsp:cNvSpPr/>
      </dsp:nvSpPr>
      <dsp:spPr>
        <a:xfrm>
          <a:off x="2223822" y="0"/>
          <a:ext cx="2072505" cy="1792960"/>
        </a:xfrm>
        <a:prstGeom prst="hexagon">
          <a:avLst>
            <a:gd name="adj" fmla="val 28570"/>
            <a:gd name="vf" fmla="val 11547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…application software…</a:t>
          </a:r>
        </a:p>
      </dsp:txBody>
      <dsp:txXfrm>
        <a:off x="2567280" y="297132"/>
        <a:ext cx="1385589" cy="1198696"/>
      </dsp:txXfrm>
    </dsp:sp>
    <dsp:sp modelId="{D5467BC9-BC23-4EA4-84FC-758D21CE41D1}">
      <dsp:nvSpPr>
        <dsp:cNvPr id="0" name=""/>
        <dsp:cNvSpPr/>
      </dsp:nvSpPr>
      <dsp:spPr>
        <a:xfrm>
          <a:off x="4688121" y="2480046"/>
          <a:ext cx="954187" cy="822159"/>
        </a:xfrm>
        <a:prstGeom prst="hexagon">
          <a:avLst>
            <a:gd name="adj" fmla="val 28900"/>
            <a:gd name="vf" fmla="val 11547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258E08D-C511-45C1-88FC-79EE557BC5D2}">
      <dsp:nvSpPr>
        <dsp:cNvPr id="0" name=""/>
        <dsp:cNvSpPr/>
      </dsp:nvSpPr>
      <dsp:spPr>
        <a:xfrm>
          <a:off x="4124550" y="1102791"/>
          <a:ext cx="2072505" cy="1792960"/>
        </a:xfrm>
        <a:prstGeom prst="hexagon">
          <a:avLst>
            <a:gd name="adj" fmla="val 28570"/>
            <a:gd name="vf" fmla="val 115470"/>
          </a:avLst>
        </a:prstGeom>
        <a:solidFill>
          <a:schemeClr val="accent3">
            <a:hueOff val="542120"/>
            <a:satOff val="20000"/>
            <a:lumOff val="-294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…talks to the operating system….</a:t>
          </a:r>
        </a:p>
      </dsp:txBody>
      <dsp:txXfrm>
        <a:off x="4468008" y="1399923"/>
        <a:ext cx="1385589" cy="1198696"/>
      </dsp:txXfrm>
    </dsp:sp>
    <dsp:sp modelId="{CB2F6DAB-04AB-4996-9D11-AB9F60C3115D}">
      <dsp:nvSpPr>
        <dsp:cNvPr id="0" name=""/>
        <dsp:cNvSpPr/>
      </dsp:nvSpPr>
      <dsp:spPr>
        <a:xfrm>
          <a:off x="3914535" y="4215030"/>
          <a:ext cx="954187" cy="822159"/>
        </a:xfrm>
        <a:prstGeom prst="hexagon">
          <a:avLst>
            <a:gd name="adj" fmla="val 28900"/>
            <a:gd name="vf" fmla="val 11547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F96DCF6-EEE3-4CD6-9447-8CB52EC216E7}">
      <dsp:nvSpPr>
        <dsp:cNvPr id="0" name=""/>
        <dsp:cNvSpPr/>
      </dsp:nvSpPr>
      <dsp:spPr>
        <a:xfrm>
          <a:off x="4124550" y="3270750"/>
          <a:ext cx="2072505" cy="1792960"/>
        </a:xfrm>
        <a:prstGeom prst="hexagon">
          <a:avLst>
            <a:gd name="adj" fmla="val 28570"/>
            <a:gd name="vf" fmla="val 115470"/>
          </a:avLst>
        </a:prstGeom>
        <a:solidFill>
          <a:schemeClr val="accent3">
            <a:hueOff val="1084240"/>
            <a:satOff val="40000"/>
            <a:lumOff val="-588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…which then interacts with…</a:t>
          </a:r>
        </a:p>
      </dsp:txBody>
      <dsp:txXfrm>
        <a:off x="4468008" y="3567882"/>
        <a:ext cx="1385589" cy="1198696"/>
      </dsp:txXfrm>
    </dsp:sp>
    <dsp:sp modelId="{249BBD77-F519-405E-A658-9E9BD3A564D9}">
      <dsp:nvSpPr>
        <dsp:cNvPr id="0" name=""/>
        <dsp:cNvSpPr/>
      </dsp:nvSpPr>
      <dsp:spPr>
        <a:xfrm>
          <a:off x="1995570" y="4395128"/>
          <a:ext cx="954187" cy="822159"/>
        </a:xfrm>
        <a:prstGeom prst="hexagon">
          <a:avLst>
            <a:gd name="adj" fmla="val 28900"/>
            <a:gd name="vf" fmla="val 11547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CE32F15-5B1A-428B-9012-ECE6EF9D126B}">
      <dsp:nvSpPr>
        <dsp:cNvPr id="0" name=""/>
        <dsp:cNvSpPr/>
      </dsp:nvSpPr>
      <dsp:spPr>
        <a:xfrm>
          <a:off x="2223822" y="4374775"/>
          <a:ext cx="2072505" cy="1792960"/>
        </a:xfrm>
        <a:prstGeom prst="hexagon">
          <a:avLst>
            <a:gd name="adj" fmla="val 28570"/>
            <a:gd name="vf" fmla="val 115470"/>
          </a:avLst>
        </a:prstGeom>
        <a:solidFill>
          <a:schemeClr val="accent3">
            <a:hueOff val="1626359"/>
            <a:satOff val="60000"/>
            <a:lumOff val="-882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…hardware, which talks back to…</a:t>
          </a:r>
        </a:p>
      </dsp:txBody>
      <dsp:txXfrm>
        <a:off x="2567280" y="4671907"/>
        <a:ext cx="1385589" cy="1198696"/>
      </dsp:txXfrm>
    </dsp:sp>
    <dsp:sp modelId="{90F10AA5-53AB-4FFE-AAB9-B0BF040C7DB0}">
      <dsp:nvSpPr>
        <dsp:cNvPr id="0" name=""/>
        <dsp:cNvSpPr/>
      </dsp:nvSpPr>
      <dsp:spPr>
        <a:xfrm>
          <a:off x="863721" y="2858745"/>
          <a:ext cx="954187" cy="822159"/>
        </a:xfrm>
        <a:prstGeom prst="hexagon">
          <a:avLst>
            <a:gd name="adj" fmla="val 28900"/>
            <a:gd name="vf" fmla="val 11547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DFA65E6-848C-41D8-A244-6EBB36EAE432}">
      <dsp:nvSpPr>
        <dsp:cNvPr id="0" name=""/>
        <dsp:cNvSpPr/>
      </dsp:nvSpPr>
      <dsp:spPr>
        <a:xfrm>
          <a:off x="314269" y="3271983"/>
          <a:ext cx="2072505" cy="1792960"/>
        </a:xfrm>
        <a:prstGeom prst="hexagon">
          <a:avLst>
            <a:gd name="adj" fmla="val 28570"/>
            <a:gd name="vf" fmla="val 115470"/>
          </a:avLst>
        </a:prstGeom>
        <a:solidFill>
          <a:schemeClr val="accent3">
            <a:hueOff val="2168479"/>
            <a:satOff val="80000"/>
            <a:lumOff val="-1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…the operating system…</a:t>
          </a:r>
        </a:p>
      </dsp:txBody>
      <dsp:txXfrm>
        <a:off x="657727" y="3569115"/>
        <a:ext cx="1385589" cy="1198696"/>
      </dsp:txXfrm>
    </dsp:sp>
    <dsp:sp modelId="{968CDE31-0440-42AC-9974-2F627298874D}">
      <dsp:nvSpPr>
        <dsp:cNvPr id="0" name=""/>
        <dsp:cNvSpPr/>
      </dsp:nvSpPr>
      <dsp:spPr>
        <a:xfrm>
          <a:off x="314269" y="1100324"/>
          <a:ext cx="2072505" cy="1792960"/>
        </a:xfrm>
        <a:prstGeom prst="hexagon">
          <a:avLst>
            <a:gd name="adj" fmla="val 28570"/>
            <a:gd name="vf" fmla="val 115470"/>
          </a:avLst>
        </a:prstGeom>
        <a:solidFill>
          <a:schemeClr val="accent3">
            <a:hueOff val="2710599"/>
            <a:satOff val="100000"/>
            <a:lumOff val="-1470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…which talks back to the…</a:t>
          </a:r>
        </a:p>
      </dsp:txBody>
      <dsp:txXfrm>
        <a:off x="657727" y="1397456"/>
        <a:ext cx="1385589" cy="119869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1/layout/HexagonRadial">
  <dgm:title val="Hexagon Radial"/>
  <dgm:desc val="Use to show a sequential process that relates to a central idea or theme. Limited to six Level 2 shapes. Works best with small amounts of text. Unused text does not appear, but remains available if you switch layouts."/>
  <dgm:catLst>
    <dgm:cat type="cycle" pri="8500"/>
    <dgm:cat type="officeonline" pri="90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  <dgm:pt modelId="15">
          <dgm:prSet phldr="1"/>
        </dgm:pt>
        <dgm:pt modelId="16">
          <dgm:prSet phldr="1"/>
        </dgm:pt>
      </dgm:ptLst>
      <dgm:cxnLst>
        <dgm:cxn modelId="40" srcId="0" destId="10" srcOrd="0" destOrd="0"/>
        <dgm:cxn modelId="50" srcId="10" destId="11" srcOrd="0" destOrd="0"/>
        <dgm:cxn modelId="60" srcId="10" destId="12" srcOrd="0" destOrd="0"/>
        <dgm:cxn modelId="70" srcId="10" destId="13" srcOrd="0" destOrd="0"/>
        <dgm:cxn modelId="80" srcId="10" destId="14" srcOrd="0" destOrd="0"/>
        <dgm:cxn modelId="90" srcId="10" destId="15" srcOrd="0" destOrd="0"/>
        <dgm:cxn modelId="100" srcId="10" destId="16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40" srcId="0" destId="10" srcOrd="0" destOrd="0"/>
        <dgm:cxn modelId="50" srcId="10" destId="11" srcOrd="0" destOrd="0"/>
        <dgm:cxn modelId="60" srcId="10" destId="12" srcOrd="0" destOrd="0"/>
        <dgm:cxn modelId="70" srcId="10" destId="13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  <dgm:pt modelId="15">
          <dgm:prSet phldr="1"/>
        </dgm:pt>
        <dgm:pt modelId="16">
          <dgm:prSet phldr="1"/>
        </dgm:pt>
      </dgm:ptLst>
      <dgm:cxnLst>
        <dgm:cxn modelId="40" srcId="0" destId="10" srcOrd="0" destOrd="0"/>
        <dgm:cxn modelId="50" srcId="10" destId="11" srcOrd="0" destOrd="0"/>
        <dgm:cxn modelId="60" srcId="10" destId="12" srcOrd="0" destOrd="0"/>
        <dgm:cxn modelId="70" srcId="10" destId="13" srcOrd="0" destOrd="0"/>
        <dgm:cxn modelId="80" srcId="10" destId="14" srcOrd="0" destOrd="0"/>
        <dgm:cxn modelId="90" srcId="10" destId="15" srcOrd="0" destOrd="0"/>
        <dgm:cxn modelId="100" srcId="10" destId="16" srcOrd="0" destOrd="0"/>
      </dgm:cxnLst>
      <dgm:bg/>
      <dgm:whole/>
    </dgm:dataModel>
  </dgm:clrData>
  <dgm:layoutNode name="Name0">
    <dgm:varLst>
      <dgm:chMax val="1"/>
      <dgm:chPref val="1"/>
      <dgm:dir/>
      <dgm:animOne val="branch"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st="1 1" cnt="1 0" func="cnt" op="equ" val="0">
            <dgm:alg type="composite">
              <dgm:param type="ar" val="1.156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5" axis="ch ch" ptType="node node" st="1 1" cnt="1 0" func="cnt" op="lte" val="1">
            <dgm:alg type="composite">
              <dgm:param type="ar" val="1.36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l" for="ch" forName="Accent1" refType="w" fact="0.1685"/>
              <dgm:constr type="t" for="ch" forName="Accent1" refType="h" fact="0.2946"/>
              <dgm:constr type="w" for="ch" forName="Accent1" refType="w" fact="0.462"/>
              <dgm:constr type="h" for="ch" forName="Accent1" refType="h" fact="0.5472"/>
              <dgm:constr type="l" for="ch" forName="Parent" refType="w" fact="0"/>
              <dgm:constr type="t" for="ch" forName="Parent" refType="h" fact="0.2885"/>
              <dgm:constr type="w" for="ch" forName="Parent" refType="w" fact="0.6013"/>
              <dgm:constr type="h" for="ch" forName="Parent" refType="h" fact="0.7115"/>
              <dgm:constr type="l" for="ch" forName="Child1" refType="w" fact="0.5073"/>
              <dgm:constr type="t" for="ch" forName="Child1" refType="h" fact="0"/>
              <dgm:constr type="w" for="ch" forName="Child1" refType="w" fact="0.4927"/>
              <dgm:constr type="h" for="ch" forName="Child1" refType="h" fact="0.5831"/>
            </dgm:constrLst>
          </dgm:if>
          <dgm:if name="Name6" axis="ch ch" ptType="node node" st="1 1" cnt="1 0" func="cnt" op="equ" val="2">
            <dgm:alg type="composite">
              <dgm:param type="ar" val="1.0619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l" for="ch" forName="Accent2" refType="w" fact="0.6413"/>
              <dgm:constr type="t" for="ch" forName="Accent2" refType="h" fact="0.3477"/>
              <dgm:constr type="w" for="ch" forName="Accent2" refType="w" fact="0.2269"/>
              <dgm:constr type="h" for="ch" forName="Accent2" refType="h" fact="0.2076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Parent" refType="w" fact="0"/>
              <dgm:constr type="t" for="ch" forName="Parent" refType="h" fact="0.2239"/>
              <dgm:constr type="w" for="ch" forName="Parent" refType="w" fact="0.6013"/>
              <dgm:constr type="h" for="ch" forName="Parent" refType="h" fact="0.5523"/>
              <dgm:constr type="l" for="ch" forName="Child1" refType="w" fact="0.5073"/>
              <dgm:constr type="t" for="ch" forName="Child1" refType="h" fact="0"/>
              <dgm:constr type="w" for="ch" forName="Child1" refType="w" fact="0.4927"/>
              <dgm:constr type="h" for="ch" forName="Child1" refType="h" fact="0.4527"/>
              <dgm:constr type="l" for="ch" forName="Child2" refType="w" fact="0.5073"/>
              <dgm:constr type="t" for="ch" forName="Child2" refType="h" fact="0.5473"/>
              <dgm:constr type="w" for="ch" forName="Child2" refType="w" fact="0.4927"/>
              <dgm:constr type="h" for="ch" forName="Child2" refType="h" fact="0.4527"/>
            </dgm:constrLst>
          </dgm:if>
          <dgm:if name="Name7" axis="ch ch" ptType="node node" st="1 1" cnt="1 0" func="cnt" op="equ" val="3">
            <dgm:alg type="composite">
              <dgm:param type="ar" val="0.8305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3" refType="w" fact="0.4573"/>
              <dgm:constr type="t" for="ch" forName="Accent3" refType="h" fact="0.6145"/>
              <dgm:constr type="w" for="ch" forName="Accent3" refType="w" fact="0.2269"/>
              <dgm:constr type="h" for="ch" forName="Accent3" refType="h" fact="0.1623"/>
              <dgm:constr type="l" for="ch" forName="Accent2" refType="w" fact="0.6413"/>
              <dgm:constr type="t" for="ch" forName="Accent2" refType="h" fact="0.2719"/>
              <dgm:constr type="w" for="ch" forName="Accent2" refType="w" fact="0.2269"/>
              <dgm:constr type="h" for="ch" forName="Accent2" refType="h" fact="0.162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3" refType="w" fact="0.0554"/>
              <dgm:constr type="t" for="ch" forName="Child3" refType="h" fact="0.646"/>
              <dgm:constr type="w" for="ch" forName="Child3" refType="w" fact="0.4927"/>
              <dgm:constr type="h" for="ch" forName="Child3" refType="h" fact="0.354"/>
              <dgm:constr type="l" for="ch" forName="Parent" refType="w" fact="0"/>
              <dgm:constr type="t" for="ch" forName="Parent" refType="h" fact="0.1751"/>
              <dgm:constr type="w" for="ch" forName="Parent" refType="w" fact="0.6013"/>
              <dgm:constr type="h" for="ch" forName="Parent" refType="h" fact="0.4319"/>
              <dgm:constr type="l" for="ch" forName="Child1" refType="w" fact="0.5073"/>
              <dgm:constr type="t" for="ch" forName="Child1" refType="h" fact="0"/>
              <dgm:constr type="w" for="ch" forName="Child1" refType="w" fact="0.4927"/>
              <dgm:constr type="h" for="ch" forName="Child1" refType="h" fact="0.354"/>
              <dgm:constr type="l" for="ch" forName="Child2" refType="w" fact="0.5073"/>
              <dgm:constr type="t" for="ch" forName="Child2" refType="h" fact="0.428"/>
              <dgm:constr type="w" for="ch" forName="Child2" refType="w" fact="0.4927"/>
              <dgm:constr type="h" for="ch" forName="Child2" refType="h" fact="0.354"/>
            </dgm:constrLst>
          </dgm:if>
          <dgm:if name="Name8" axis="ch ch" ptType="node node" st="1 1" cnt="1 0" func="cnt" op="equ" val="4">
            <dgm:alg type="composite">
              <dgm:param type="ar" val="0.682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4" refType="w" fact="0.4573"/>
              <dgm:constr type="t" for="ch" forName="Accent4" refType="h" fact="0.6834"/>
              <dgm:constr type="w" for="ch" forName="Accent4" refType="w" fact="0.2269"/>
              <dgm:constr type="h" for="ch" forName="Accent4" refType="h" fact="0.1333"/>
              <dgm:constr type="l" for="ch" forName="Accent3" refType="w" fact="0.6413"/>
              <dgm:constr type="t" for="ch" forName="Accent3" refType="h" fact="0.4021"/>
              <dgm:constr type="w" for="ch" forName="Accent3" refType="w" fact="0.2269"/>
              <dgm:constr type="h" for="ch" forName="Accent3" refType="h" fact="0.1333"/>
              <dgm:constr type="l" for="ch" forName="Accent2" refType="w" fact="0.3765"/>
              <dgm:constr type="t" for="ch" forName="Accent2" refType="h" fact="0.1529"/>
              <dgm:constr type="w" for="ch" forName="Accent2" refType="w" fact="0.2269"/>
              <dgm:constr type="h" for="ch" forName="Accent2" refType="h" fact="0.133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4" refType="w" fact="0.0554"/>
              <dgm:constr type="t" for="ch" forName="Child4" refType="h" fact="0.7093"/>
              <dgm:constr type="w" for="ch" forName="Child4" refType="w" fact="0.4927"/>
              <dgm:constr type="h" for="ch" forName="Child4" refType="h" fact="0.2907"/>
              <dgm:constr type="l" for="ch" forName="Parent" refType="w" fact="0"/>
              <dgm:constr type="t" for="ch" forName="Parent" refType="h" fact="0.3226"/>
              <dgm:constr type="w" for="ch" forName="Parent" refType="w" fact="0.6013"/>
              <dgm:constr type="h" for="ch" forName="Parent" refType="h" fact="0.3547"/>
              <dgm:constr type="l" for="ch" forName="Child2" refType="w" fact="0.5073"/>
              <dgm:constr type="t" for="ch" forName="Child2" refType="h" fact="0.1788"/>
              <dgm:constr type="w" for="ch" forName="Child2" refType="w" fact="0.4927"/>
              <dgm:constr type="h" for="ch" forName="Child2" refType="h" fact="0.2907"/>
              <dgm:constr type="l" for="ch" forName="Child3" refType="w" fact="0.5073"/>
              <dgm:constr type="t" for="ch" forName="Child3" refType="h" fact="0.5303"/>
              <dgm:constr type="w" for="ch" forName="Child3" refType="w" fact="0.4927"/>
              <dgm:constr type="h" for="ch" forName="Child3" refType="h" fact="0.2907"/>
              <dgm:constr type="l" for="ch" forName="Child1" refType="w" fact="0.0554"/>
              <dgm:constr type="t" for="ch" forName="Child1" refType="h" fact="0"/>
              <dgm:constr type="w" for="ch" forName="Child1" refType="w" fact="0.4927"/>
              <dgm:constr type="h" for="ch" forName="Child1" refType="h" fact="0.2907"/>
            </dgm:constrLst>
          </dgm:if>
          <dgm:if name="Name9" axis="ch ch" ptType="node node" st="1 1" cnt="1 0" func="cnt" op="equ" val="5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5" refType="w" fact="0.2858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l" for="ch" forName="Accent4" refType="w" fact="0.612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l" for="ch" forName="Accent3" refType="w" fact="0.743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l" for="ch" forName="Accent2" refType="w" fact="0.5542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4" refType="w" fact="0.3246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l" for="ch" forName="Parent" refType="w" fact="0.28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l" for="ch" forName="Child2" refType="w" fact="0.6477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l" for="ch" forName="Child3" refType="w" fact="0.6477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l" for="ch" forName="Child5" refType="w" fact="0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l" for="ch" forName="Child1" refType="w" fact="0.3246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if>
          <dgm:else name="Name10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6" refType="primFontSz" refFor="des" refForName="Parent" op="lte"/>
              <dgm:constr type="primFontSz" for="des" forName="Child7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ptType="node" op="equ" val="65"/>
              <dgm:constr type="l" for="ch" forName="Accent6" refType="w" fact="0.0934"/>
              <dgm:constr type="t" for="ch" forName="Accent6" refType="h" fact="0.4635"/>
              <dgm:constr type="w" for="ch" forName="Accent6" refType="w" fact="0.1622"/>
              <dgm:constr type="h" for="ch" forName="Accent6" refType="h" fact="0.1333"/>
              <dgm:constr type="l" for="ch" forName="Accent5" refType="w" fact="0.2858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l" for="ch" forName="Accent4" refType="w" fact="0.612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l" for="ch" forName="Accent3" refType="w" fact="0.743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l" for="ch" forName="Accent2" refType="w" fact="0.5542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4" refType="w" fact="0.3246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l" for="ch" forName="Parent" refType="w" fact="0.28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l" for="ch" forName="Child2" refType="w" fact="0.6477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l" for="ch" forName="Child3" refType="w" fact="0.6477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l" for="ch" forName="Child5" refType="w" fact="0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l" for="ch" forName="Child6" refType="w" fact="0"/>
              <dgm:constr type="t" for="ch" forName="Child6" refType="h" fact="0.1784"/>
              <dgm:constr type="w" for="ch" forName="Child6" refType="w" fact="0.3523"/>
              <dgm:constr type="h" for="ch" forName="Child6" refType="h" fact="0.2907"/>
              <dgm:constr type="l" for="ch" forName="Child1" refType="w" fact="0.3246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else>
        </dgm:choose>
      </dgm:if>
      <dgm:else name="Name11">
        <dgm:choose name="Name12">
          <dgm:if name="Name13" axis="ch ch" ptType="node node" st="1 1" cnt="1 0" func="cnt" op="equ" val="0">
            <dgm:alg type="composite">
              <dgm:param type="ar" val="1.156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14" axis="ch ch" ptType="node node" st="1 1" cnt="1 0" func="cnt" op="lte" val="1">
            <dgm:alg type="composite">
              <dgm:param type="ar" val="1.36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r" for="ch" forName="Accent1" refType="w" fact="0.8315"/>
              <dgm:constr type="t" for="ch" forName="Accent1" refType="h" fact="0.2946"/>
              <dgm:constr type="w" for="ch" forName="Accent1" refType="w" fact="0.462"/>
              <dgm:constr type="h" for="ch" forName="Accent1" refType="h" fact="0.5472"/>
              <dgm:constr type="r" for="ch" forName="Parent" refType="w"/>
              <dgm:constr type="t" for="ch" forName="Parent" refType="h" fact="0.2885"/>
              <dgm:constr type="w" for="ch" forName="Parent" refType="w" fact="0.6013"/>
              <dgm:constr type="h" for="ch" forName="Parent" refType="h" fact="0.7115"/>
              <dgm:constr type="r" for="ch" forName="Child1" refType="w" fact="0.4927"/>
              <dgm:constr type="t" for="ch" forName="Child1" refType="h" fact="0"/>
              <dgm:constr type="w" for="ch" forName="Child1" refType="w" fact="0.4927"/>
              <dgm:constr type="h" for="ch" forName="Child1" refType="h" fact="0.5831"/>
            </dgm:constrLst>
          </dgm:if>
          <dgm:if name="Name15" axis="ch ch" ptType="node node" st="1 1" cnt="1 0" func="cnt" op="equ" val="2">
            <dgm:alg type="composite">
              <dgm:param type="ar" val="1.0619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r" for="ch" forName="Accent2" refType="w" fact="0.3587"/>
              <dgm:constr type="t" for="ch" forName="Accent2" refType="h" fact="0.3477"/>
              <dgm:constr type="w" for="ch" forName="Accent2" refType="w" fact="0.2269"/>
              <dgm:constr type="h" for="ch" forName="Accent2" refType="h" fact="0.2076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Parent" refType="w"/>
              <dgm:constr type="t" for="ch" forName="Parent" refType="h" fact="0.2239"/>
              <dgm:constr type="w" for="ch" forName="Parent" refType="w" fact="0.6013"/>
              <dgm:constr type="h" for="ch" forName="Parent" refType="h" fact="0.5523"/>
              <dgm:constr type="r" for="ch" forName="Child1" refType="w" fact="0.4927"/>
              <dgm:constr type="t" for="ch" forName="Child1" refType="h" fact="0"/>
              <dgm:constr type="w" for="ch" forName="Child1" refType="w" fact="0.4927"/>
              <dgm:constr type="h" for="ch" forName="Child1" refType="h" fact="0.4527"/>
              <dgm:constr type="r" for="ch" forName="Child2" refType="w" fact="0.5073"/>
              <dgm:constr type="t" for="ch" forName="Child2" refType="h" fact="0.5473"/>
              <dgm:constr type="w" for="ch" forName="Child2" refType="w" fact="0.4927"/>
              <dgm:constr type="h" for="ch" forName="Child2" refType="h" fact="0.4527"/>
            </dgm:constrLst>
          </dgm:if>
          <dgm:if name="Name16" axis="ch ch" ptType="node node" st="1 1" cnt="1 0" func="cnt" op="equ" val="3">
            <dgm:alg type="composite">
              <dgm:param type="ar" val="0.8305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Accent3" refType="w" fact="0.5427"/>
              <dgm:constr type="t" for="ch" forName="Accent3" refType="h" fact="0.6145"/>
              <dgm:constr type="w" for="ch" forName="Accent3" refType="w" fact="0.2269"/>
              <dgm:constr type="h" for="ch" forName="Accent3" refType="h" fact="0.1623"/>
              <dgm:constr type="r" for="ch" forName="Accent2" refType="w" fact="0.3587"/>
              <dgm:constr type="t" for="ch" forName="Accent2" refType="h" fact="0.2719"/>
              <dgm:constr type="w" for="ch" forName="Accent2" refType="w" fact="0.2269"/>
              <dgm:constr type="h" for="ch" forName="Accent2" refType="h" fact="0.162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3" refType="w" fact="0.9446"/>
              <dgm:constr type="t" for="ch" forName="Child3" refType="h" fact="0.646"/>
              <dgm:constr type="w" for="ch" forName="Child3" refType="w" fact="0.4927"/>
              <dgm:constr type="h" for="ch" forName="Child3" refType="h" fact="0.354"/>
              <dgm:constr type="r" for="ch" forName="Parent" refType="w"/>
              <dgm:constr type="t" for="ch" forName="Parent" refType="h" fact="0.1751"/>
              <dgm:constr type="w" for="ch" forName="Parent" refType="w" fact="0.6013"/>
              <dgm:constr type="h" for="ch" forName="Parent" refType="h" fact="0.4319"/>
              <dgm:constr type="r" for="ch" forName="Child1" refType="w" fact="0.4927"/>
              <dgm:constr type="t" for="ch" forName="Child1" refType="h" fact="0"/>
              <dgm:constr type="w" for="ch" forName="Child1" refType="w" fact="0.4927"/>
              <dgm:constr type="h" for="ch" forName="Child1" refType="h" fact="0.354"/>
              <dgm:constr type="r" for="ch" forName="Child2" refType="w" fact="0.4927"/>
              <dgm:constr type="t" for="ch" forName="Child2" refType="h" fact="0.428"/>
              <dgm:constr type="w" for="ch" forName="Child2" refType="w" fact="0.4927"/>
              <dgm:constr type="h" for="ch" forName="Child2" refType="h" fact="0.354"/>
            </dgm:constrLst>
          </dgm:if>
          <dgm:if name="Name17" axis="ch ch" ptType="node node" st="1 1" cnt="1 0" func="cnt" op="equ" val="4">
            <dgm:alg type="composite">
              <dgm:param type="ar" val="0.682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Accent4" refType="w" fact="0.5427"/>
              <dgm:constr type="t" for="ch" forName="Accent4" refType="h" fact="0.6834"/>
              <dgm:constr type="w" for="ch" forName="Accent4" refType="w" fact="0.2269"/>
              <dgm:constr type="h" for="ch" forName="Accent4" refType="h" fact="0.1333"/>
              <dgm:constr type="r" for="ch" forName="Accent3" refType="w" fact="0.3587"/>
              <dgm:constr type="t" for="ch" forName="Accent3" refType="h" fact="0.4021"/>
              <dgm:constr type="w" for="ch" forName="Accent3" refType="w" fact="0.2269"/>
              <dgm:constr type="h" for="ch" forName="Accent3" refType="h" fact="0.1333"/>
              <dgm:constr type="r" for="ch" forName="Accent2" refType="w" fact="0.6235"/>
              <dgm:constr type="t" for="ch" forName="Accent2" refType="h" fact="0.1529"/>
              <dgm:constr type="w" for="ch" forName="Accent2" refType="w" fact="0.2269"/>
              <dgm:constr type="h" for="ch" forName="Accent2" refType="h" fact="0.133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4" refType="w" fact="0.9446"/>
              <dgm:constr type="t" for="ch" forName="Child4" refType="h" fact="0.7093"/>
              <dgm:constr type="w" for="ch" forName="Child4" refType="w" fact="0.4927"/>
              <dgm:constr type="h" for="ch" forName="Child4" refType="h" fact="0.2907"/>
              <dgm:constr type="r" for="ch" forName="Parent" refType="w"/>
              <dgm:constr type="t" for="ch" forName="Parent" refType="h" fact="0.3226"/>
              <dgm:constr type="w" for="ch" forName="Parent" refType="w" fact="0.6013"/>
              <dgm:constr type="h" for="ch" forName="Parent" refType="h" fact="0.3547"/>
              <dgm:constr type="r" for="ch" forName="Child2" refType="w" fact="0.4927"/>
              <dgm:constr type="t" for="ch" forName="Child2" refType="h" fact="0.1788"/>
              <dgm:constr type="w" for="ch" forName="Child2" refType="w" fact="0.4927"/>
              <dgm:constr type="h" for="ch" forName="Child2" refType="h" fact="0.2907"/>
              <dgm:constr type="r" for="ch" forName="Child3" refType="w" fact="0.4927"/>
              <dgm:constr type="t" for="ch" forName="Child3" refType="h" fact="0.5303"/>
              <dgm:constr type="w" for="ch" forName="Child3" refType="w" fact="0.4927"/>
              <dgm:constr type="h" for="ch" forName="Child3" refType="h" fact="0.2907"/>
              <dgm:constr type="r" for="ch" forName="Child1" refType="w" fact="0.9446"/>
              <dgm:constr type="t" for="ch" forName="Child1" refType="h" fact="0"/>
              <dgm:constr type="w" for="ch" forName="Child1" refType="w" fact="0.4927"/>
              <dgm:constr type="h" for="ch" forName="Child1" refType="h" fact="0.2907"/>
            </dgm:constrLst>
          </dgm:if>
          <dgm:if name="Name18" axis="ch ch" ptType="node node" st="1 1" cnt="1 0" func="cnt" op="equ" val="5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r" for="ch" forName="Accent5" refType="w" fact="0.7142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r" for="ch" forName="Accent4" refType="w" fact="0.388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r" for="ch" forName="Accent3" refType="w" fact="0.256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r" for="ch" forName="Accent2" refType="w" fact="0.4458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4" refType="w" fact="0.6754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r" for="ch" forName="Parent" refType="w" fact="0.71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r" for="ch" forName="Child2" refType="w" fact="0.3523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r" for="ch" forName="Child3" refType="w" fact="0.3523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r" for="ch" forName="Child5" refType="w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r" for="ch" forName="Child1" refType="w" fact="0.6754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if>
          <dgm:else name="Name19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6" refType="primFontSz" refFor="des" refForName="Parent" op="lte"/>
              <dgm:constr type="primFontSz" for="des" forName="Child7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ptType="node" op="equ" val="65"/>
              <dgm:constr type="r" for="ch" forName="Accent6" refType="w" fact="0.9066"/>
              <dgm:constr type="t" for="ch" forName="Accent6" refType="h" fact="0.4635"/>
              <dgm:constr type="w" for="ch" forName="Accent6" refType="w" fact="0.1622"/>
              <dgm:constr type="h" for="ch" forName="Accent6" refType="h" fact="0.1333"/>
              <dgm:constr type="r" for="ch" forName="Accent5" refType="w" fact="0.7142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r" for="ch" forName="Accent4" refType="w" fact="0.388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r" for="ch" forName="Accent3" refType="w" fact="0.256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r" for="ch" forName="Accent2" refType="w" fact="0.4458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4" refType="w" fact="0.6754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r" for="ch" forName="Parent" refType="w" fact="0.71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r" for="ch" forName="Child2" refType="w" fact="0.3523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r" for="ch" forName="Child3" refType="w" fact="0.3523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r" for="ch" forName="Child5" refType="w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r" for="ch" forName="Child6" refType="w"/>
              <dgm:constr type="t" for="ch" forName="Child6" refType="h" fact="0.1784"/>
              <dgm:constr type="w" for="ch" forName="Child6" refType="w" fact="0.3523"/>
              <dgm:constr type="h" for="ch" forName="Child6" refType="h" fact="0.2907"/>
              <dgm:constr type="r" for="ch" forName="Child1" refType="w" fact="0.6754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else>
        </dgm:choose>
      </dgm:else>
    </dgm:choose>
    <dgm:forEach name="wrapper" axis="self" ptType="parTrans">
      <dgm:forEach name="accentRepeat" axis="self">
        <dgm:layoutNode name="Accent" styleLbl="bgShp">
          <dgm:alg type="sp"/>
          <dgm:shape xmlns:r="http://schemas.openxmlformats.org/officeDocument/2006/relationships" type="hexagon" r:blip="" zOrderOff="-2">
            <dgm:adjLst>
              <dgm:adj idx="1" val="0.289"/>
              <dgm:adj idx="2" val="1.1547"/>
            </dgm:adjLst>
          </dgm:shape>
          <dgm:presOf/>
        </dgm:layoutNode>
      </dgm:forEach>
    </dgm:forEach>
    <dgm:forEach name="Name20" axis="ch" ptType="node" cnt="1">
      <dgm:layoutNode name="Parent" styleLbl="node0">
        <dgm:varLst>
          <dgm:chMax val="6"/>
          <dgm:chPref val="6"/>
        </dgm:varLst>
        <dgm:alg type="tx"/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self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1" axis="ch ch" ptType="node node" st="1 1" cnt="1 1">
      <dgm:layoutNode name="Accent1">
        <dgm:alg type="sp"/>
        <dgm:shape xmlns:r="http://schemas.openxmlformats.org/officeDocument/2006/relationships" r:blip="" zOrderOff="-2">
          <dgm:adjLst/>
        </dgm:shape>
        <dgm:presOf/>
        <dgm:constrLst/>
        <dgm:forEach name="Name22" ref="accentRepeat"/>
      </dgm:layoutNode>
      <dgm:layoutNode name="Child1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3" axis="ch ch" ptType="node node" st="1 2" cnt="1 1">
      <dgm:layoutNode name="Accent2">
        <dgm:alg type="sp"/>
        <dgm:shape xmlns:r="http://schemas.openxmlformats.org/officeDocument/2006/relationships" r:blip="" zOrderOff="-2">
          <dgm:adjLst/>
        </dgm:shape>
        <dgm:presOf/>
        <dgm:constrLst/>
        <dgm:forEach name="Name24" ref="accentRepeat"/>
      </dgm:layoutNode>
      <dgm:layoutNode name="Child2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5" axis="ch ch" ptType="node node" st="1 3" cnt="1 1">
      <dgm:layoutNode name="Accent3">
        <dgm:alg type="sp"/>
        <dgm:shape xmlns:r="http://schemas.openxmlformats.org/officeDocument/2006/relationships" r:blip="" zOrderOff="-2">
          <dgm:adjLst/>
        </dgm:shape>
        <dgm:presOf/>
        <dgm:constrLst/>
        <dgm:forEach name="Name26" ref="accentRepeat"/>
      </dgm:layoutNode>
      <dgm:layoutNode name="Child3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7" axis="ch ch" ptType="node node" st="1 4" cnt="1 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28" ref="accentRepeat"/>
      </dgm:layoutNode>
      <dgm:layoutNode name="Child4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9" axis="ch ch" ptType="node node" st="1 5" cnt="1 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30" ref="accentRepeat"/>
      </dgm:layoutNode>
      <dgm:layoutNode name="Child5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1" axis="ch ch" ptType="node node" st="1 6" cnt="1 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32" ref="accentRepeat"/>
      </dgm:layoutNode>
      <dgm:layoutNode name="Child6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1/layout/HexagonRadial">
  <dgm:title val="Hexagon Radial"/>
  <dgm:desc val="Use to show a sequential process that relates to a central idea or theme. Limited to six Level 2 shapes. Works best with small amounts of text. Unused text does not appear, but remains available if you switch layouts."/>
  <dgm:catLst>
    <dgm:cat type="cycle" pri="8500"/>
    <dgm:cat type="officeonline" pri="90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  <dgm:pt modelId="15">
          <dgm:prSet phldr="1"/>
        </dgm:pt>
        <dgm:pt modelId="16">
          <dgm:prSet phldr="1"/>
        </dgm:pt>
      </dgm:ptLst>
      <dgm:cxnLst>
        <dgm:cxn modelId="40" srcId="0" destId="10" srcOrd="0" destOrd="0"/>
        <dgm:cxn modelId="50" srcId="10" destId="11" srcOrd="0" destOrd="0"/>
        <dgm:cxn modelId="60" srcId="10" destId="12" srcOrd="0" destOrd="0"/>
        <dgm:cxn modelId="70" srcId="10" destId="13" srcOrd="0" destOrd="0"/>
        <dgm:cxn modelId="80" srcId="10" destId="14" srcOrd="0" destOrd="0"/>
        <dgm:cxn modelId="90" srcId="10" destId="15" srcOrd="0" destOrd="0"/>
        <dgm:cxn modelId="100" srcId="10" destId="16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40" srcId="0" destId="10" srcOrd="0" destOrd="0"/>
        <dgm:cxn modelId="50" srcId="10" destId="11" srcOrd="0" destOrd="0"/>
        <dgm:cxn modelId="60" srcId="10" destId="12" srcOrd="0" destOrd="0"/>
        <dgm:cxn modelId="70" srcId="10" destId="13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  <dgm:pt modelId="15">
          <dgm:prSet phldr="1"/>
        </dgm:pt>
        <dgm:pt modelId="16">
          <dgm:prSet phldr="1"/>
        </dgm:pt>
      </dgm:ptLst>
      <dgm:cxnLst>
        <dgm:cxn modelId="40" srcId="0" destId="10" srcOrd="0" destOrd="0"/>
        <dgm:cxn modelId="50" srcId="10" destId="11" srcOrd="0" destOrd="0"/>
        <dgm:cxn modelId="60" srcId="10" destId="12" srcOrd="0" destOrd="0"/>
        <dgm:cxn modelId="70" srcId="10" destId="13" srcOrd="0" destOrd="0"/>
        <dgm:cxn modelId="80" srcId="10" destId="14" srcOrd="0" destOrd="0"/>
        <dgm:cxn modelId="90" srcId="10" destId="15" srcOrd="0" destOrd="0"/>
        <dgm:cxn modelId="100" srcId="10" destId="16" srcOrd="0" destOrd="0"/>
      </dgm:cxnLst>
      <dgm:bg/>
      <dgm:whole/>
    </dgm:dataModel>
  </dgm:clrData>
  <dgm:layoutNode name="Name0">
    <dgm:varLst>
      <dgm:chMax val="1"/>
      <dgm:chPref val="1"/>
      <dgm:dir/>
      <dgm:animOne val="branch"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st="1 1" cnt="1 0" func="cnt" op="equ" val="0">
            <dgm:alg type="composite">
              <dgm:param type="ar" val="1.156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5" axis="ch ch" ptType="node node" st="1 1" cnt="1 0" func="cnt" op="lte" val="1">
            <dgm:alg type="composite">
              <dgm:param type="ar" val="1.36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l" for="ch" forName="Accent1" refType="w" fact="0.1685"/>
              <dgm:constr type="t" for="ch" forName="Accent1" refType="h" fact="0.2946"/>
              <dgm:constr type="w" for="ch" forName="Accent1" refType="w" fact="0.462"/>
              <dgm:constr type="h" for="ch" forName="Accent1" refType="h" fact="0.5472"/>
              <dgm:constr type="l" for="ch" forName="Parent" refType="w" fact="0"/>
              <dgm:constr type="t" for="ch" forName="Parent" refType="h" fact="0.2885"/>
              <dgm:constr type="w" for="ch" forName="Parent" refType="w" fact="0.6013"/>
              <dgm:constr type="h" for="ch" forName="Parent" refType="h" fact="0.7115"/>
              <dgm:constr type="l" for="ch" forName="Child1" refType="w" fact="0.5073"/>
              <dgm:constr type="t" for="ch" forName="Child1" refType="h" fact="0"/>
              <dgm:constr type="w" for="ch" forName="Child1" refType="w" fact="0.4927"/>
              <dgm:constr type="h" for="ch" forName="Child1" refType="h" fact="0.5831"/>
            </dgm:constrLst>
          </dgm:if>
          <dgm:if name="Name6" axis="ch ch" ptType="node node" st="1 1" cnt="1 0" func="cnt" op="equ" val="2">
            <dgm:alg type="composite">
              <dgm:param type="ar" val="1.0619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l" for="ch" forName="Accent2" refType="w" fact="0.6413"/>
              <dgm:constr type="t" for="ch" forName="Accent2" refType="h" fact="0.3477"/>
              <dgm:constr type="w" for="ch" forName="Accent2" refType="w" fact="0.2269"/>
              <dgm:constr type="h" for="ch" forName="Accent2" refType="h" fact="0.2076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Parent" refType="w" fact="0"/>
              <dgm:constr type="t" for="ch" forName="Parent" refType="h" fact="0.2239"/>
              <dgm:constr type="w" for="ch" forName="Parent" refType="w" fact="0.6013"/>
              <dgm:constr type="h" for="ch" forName="Parent" refType="h" fact="0.5523"/>
              <dgm:constr type="l" for="ch" forName="Child1" refType="w" fact="0.5073"/>
              <dgm:constr type="t" for="ch" forName="Child1" refType="h" fact="0"/>
              <dgm:constr type="w" for="ch" forName="Child1" refType="w" fact="0.4927"/>
              <dgm:constr type="h" for="ch" forName="Child1" refType="h" fact="0.4527"/>
              <dgm:constr type="l" for="ch" forName="Child2" refType="w" fact="0.5073"/>
              <dgm:constr type="t" for="ch" forName="Child2" refType="h" fact="0.5473"/>
              <dgm:constr type="w" for="ch" forName="Child2" refType="w" fact="0.4927"/>
              <dgm:constr type="h" for="ch" forName="Child2" refType="h" fact="0.4527"/>
            </dgm:constrLst>
          </dgm:if>
          <dgm:if name="Name7" axis="ch ch" ptType="node node" st="1 1" cnt="1 0" func="cnt" op="equ" val="3">
            <dgm:alg type="composite">
              <dgm:param type="ar" val="0.8305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3" refType="w" fact="0.4573"/>
              <dgm:constr type="t" for="ch" forName="Accent3" refType="h" fact="0.6145"/>
              <dgm:constr type="w" for="ch" forName="Accent3" refType="w" fact="0.2269"/>
              <dgm:constr type="h" for="ch" forName="Accent3" refType="h" fact="0.1623"/>
              <dgm:constr type="l" for="ch" forName="Accent2" refType="w" fact="0.6413"/>
              <dgm:constr type="t" for="ch" forName="Accent2" refType="h" fact="0.2719"/>
              <dgm:constr type="w" for="ch" forName="Accent2" refType="w" fact="0.2269"/>
              <dgm:constr type="h" for="ch" forName="Accent2" refType="h" fact="0.162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3" refType="w" fact="0.0554"/>
              <dgm:constr type="t" for="ch" forName="Child3" refType="h" fact="0.646"/>
              <dgm:constr type="w" for="ch" forName="Child3" refType="w" fact="0.4927"/>
              <dgm:constr type="h" for="ch" forName="Child3" refType="h" fact="0.354"/>
              <dgm:constr type="l" for="ch" forName="Parent" refType="w" fact="0"/>
              <dgm:constr type="t" for="ch" forName="Parent" refType="h" fact="0.1751"/>
              <dgm:constr type="w" for="ch" forName="Parent" refType="w" fact="0.6013"/>
              <dgm:constr type="h" for="ch" forName="Parent" refType="h" fact="0.4319"/>
              <dgm:constr type="l" for="ch" forName="Child1" refType="w" fact="0.5073"/>
              <dgm:constr type="t" for="ch" forName="Child1" refType="h" fact="0"/>
              <dgm:constr type="w" for="ch" forName="Child1" refType="w" fact="0.4927"/>
              <dgm:constr type="h" for="ch" forName="Child1" refType="h" fact="0.354"/>
              <dgm:constr type="l" for="ch" forName="Child2" refType="w" fact="0.5073"/>
              <dgm:constr type="t" for="ch" forName="Child2" refType="h" fact="0.428"/>
              <dgm:constr type="w" for="ch" forName="Child2" refType="w" fact="0.4927"/>
              <dgm:constr type="h" for="ch" forName="Child2" refType="h" fact="0.354"/>
            </dgm:constrLst>
          </dgm:if>
          <dgm:if name="Name8" axis="ch ch" ptType="node node" st="1 1" cnt="1 0" func="cnt" op="equ" val="4">
            <dgm:alg type="composite">
              <dgm:param type="ar" val="0.682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4" refType="w" fact="0.4573"/>
              <dgm:constr type="t" for="ch" forName="Accent4" refType="h" fact="0.6834"/>
              <dgm:constr type="w" for="ch" forName="Accent4" refType="w" fact="0.2269"/>
              <dgm:constr type="h" for="ch" forName="Accent4" refType="h" fact="0.1333"/>
              <dgm:constr type="l" for="ch" forName="Accent3" refType="w" fact="0.6413"/>
              <dgm:constr type="t" for="ch" forName="Accent3" refType="h" fact="0.4021"/>
              <dgm:constr type="w" for="ch" forName="Accent3" refType="w" fact="0.2269"/>
              <dgm:constr type="h" for="ch" forName="Accent3" refType="h" fact="0.1333"/>
              <dgm:constr type="l" for="ch" forName="Accent2" refType="w" fact="0.3765"/>
              <dgm:constr type="t" for="ch" forName="Accent2" refType="h" fact="0.1529"/>
              <dgm:constr type="w" for="ch" forName="Accent2" refType="w" fact="0.2269"/>
              <dgm:constr type="h" for="ch" forName="Accent2" refType="h" fact="0.133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4" refType="w" fact="0.0554"/>
              <dgm:constr type="t" for="ch" forName="Child4" refType="h" fact="0.7093"/>
              <dgm:constr type="w" for="ch" forName="Child4" refType="w" fact="0.4927"/>
              <dgm:constr type="h" for="ch" forName="Child4" refType="h" fact="0.2907"/>
              <dgm:constr type="l" for="ch" forName="Parent" refType="w" fact="0"/>
              <dgm:constr type="t" for="ch" forName="Parent" refType="h" fact="0.3226"/>
              <dgm:constr type="w" for="ch" forName="Parent" refType="w" fact="0.6013"/>
              <dgm:constr type="h" for="ch" forName="Parent" refType="h" fact="0.3547"/>
              <dgm:constr type="l" for="ch" forName="Child2" refType="w" fact="0.5073"/>
              <dgm:constr type="t" for="ch" forName="Child2" refType="h" fact="0.1788"/>
              <dgm:constr type="w" for="ch" forName="Child2" refType="w" fact="0.4927"/>
              <dgm:constr type="h" for="ch" forName="Child2" refType="h" fact="0.2907"/>
              <dgm:constr type="l" for="ch" forName="Child3" refType="w" fact="0.5073"/>
              <dgm:constr type="t" for="ch" forName="Child3" refType="h" fact="0.5303"/>
              <dgm:constr type="w" for="ch" forName="Child3" refType="w" fact="0.4927"/>
              <dgm:constr type="h" for="ch" forName="Child3" refType="h" fact="0.2907"/>
              <dgm:constr type="l" for="ch" forName="Child1" refType="w" fact="0.0554"/>
              <dgm:constr type="t" for="ch" forName="Child1" refType="h" fact="0"/>
              <dgm:constr type="w" for="ch" forName="Child1" refType="w" fact="0.4927"/>
              <dgm:constr type="h" for="ch" forName="Child1" refType="h" fact="0.2907"/>
            </dgm:constrLst>
          </dgm:if>
          <dgm:if name="Name9" axis="ch ch" ptType="node node" st="1 1" cnt="1 0" func="cnt" op="equ" val="5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5" refType="w" fact="0.2858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l" for="ch" forName="Accent4" refType="w" fact="0.612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l" for="ch" forName="Accent3" refType="w" fact="0.743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l" for="ch" forName="Accent2" refType="w" fact="0.5542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4" refType="w" fact="0.3246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l" for="ch" forName="Parent" refType="w" fact="0.28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l" for="ch" forName="Child2" refType="w" fact="0.6477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l" for="ch" forName="Child3" refType="w" fact="0.6477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l" for="ch" forName="Child5" refType="w" fact="0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l" for="ch" forName="Child1" refType="w" fact="0.3246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if>
          <dgm:else name="Name10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6" refType="primFontSz" refFor="des" refForName="Parent" op="lte"/>
              <dgm:constr type="primFontSz" for="des" forName="Child7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ptType="node" op="equ" val="65"/>
              <dgm:constr type="l" for="ch" forName="Accent6" refType="w" fact="0.0934"/>
              <dgm:constr type="t" for="ch" forName="Accent6" refType="h" fact="0.4635"/>
              <dgm:constr type="w" for="ch" forName="Accent6" refType="w" fact="0.1622"/>
              <dgm:constr type="h" for="ch" forName="Accent6" refType="h" fact="0.1333"/>
              <dgm:constr type="l" for="ch" forName="Accent5" refType="w" fact="0.2858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l" for="ch" forName="Accent4" refType="w" fact="0.612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l" for="ch" forName="Accent3" refType="w" fact="0.743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l" for="ch" forName="Accent2" refType="w" fact="0.5542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4" refType="w" fact="0.3246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l" for="ch" forName="Parent" refType="w" fact="0.28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l" for="ch" forName="Child2" refType="w" fact="0.6477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l" for="ch" forName="Child3" refType="w" fact="0.6477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l" for="ch" forName="Child5" refType="w" fact="0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l" for="ch" forName="Child6" refType="w" fact="0"/>
              <dgm:constr type="t" for="ch" forName="Child6" refType="h" fact="0.1784"/>
              <dgm:constr type="w" for="ch" forName="Child6" refType="w" fact="0.3523"/>
              <dgm:constr type="h" for="ch" forName="Child6" refType="h" fact="0.2907"/>
              <dgm:constr type="l" for="ch" forName="Child1" refType="w" fact="0.3246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else>
        </dgm:choose>
      </dgm:if>
      <dgm:else name="Name11">
        <dgm:choose name="Name12">
          <dgm:if name="Name13" axis="ch ch" ptType="node node" st="1 1" cnt="1 0" func="cnt" op="equ" val="0">
            <dgm:alg type="composite">
              <dgm:param type="ar" val="1.156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14" axis="ch ch" ptType="node node" st="1 1" cnt="1 0" func="cnt" op="lte" val="1">
            <dgm:alg type="composite">
              <dgm:param type="ar" val="1.36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r" for="ch" forName="Accent1" refType="w" fact="0.8315"/>
              <dgm:constr type="t" for="ch" forName="Accent1" refType="h" fact="0.2946"/>
              <dgm:constr type="w" for="ch" forName="Accent1" refType="w" fact="0.462"/>
              <dgm:constr type="h" for="ch" forName="Accent1" refType="h" fact="0.5472"/>
              <dgm:constr type="r" for="ch" forName="Parent" refType="w"/>
              <dgm:constr type="t" for="ch" forName="Parent" refType="h" fact="0.2885"/>
              <dgm:constr type="w" for="ch" forName="Parent" refType="w" fact="0.6013"/>
              <dgm:constr type="h" for="ch" forName="Parent" refType="h" fact="0.7115"/>
              <dgm:constr type="r" for="ch" forName="Child1" refType="w" fact="0.4927"/>
              <dgm:constr type="t" for="ch" forName="Child1" refType="h" fact="0"/>
              <dgm:constr type="w" for="ch" forName="Child1" refType="w" fact="0.4927"/>
              <dgm:constr type="h" for="ch" forName="Child1" refType="h" fact="0.5831"/>
            </dgm:constrLst>
          </dgm:if>
          <dgm:if name="Name15" axis="ch ch" ptType="node node" st="1 1" cnt="1 0" func="cnt" op="equ" val="2">
            <dgm:alg type="composite">
              <dgm:param type="ar" val="1.0619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r" for="ch" forName="Accent2" refType="w" fact="0.3587"/>
              <dgm:constr type="t" for="ch" forName="Accent2" refType="h" fact="0.3477"/>
              <dgm:constr type="w" for="ch" forName="Accent2" refType="w" fact="0.2269"/>
              <dgm:constr type="h" for="ch" forName="Accent2" refType="h" fact="0.2076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Parent" refType="w"/>
              <dgm:constr type="t" for="ch" forName="Parent" refType="h" fact="0.2239"/>
              <dgm:constr type="w" for="ch" forName="Parent" refType="w" fact="0.6013"/>
              <dgm:constr type="h" for="ch" forName="Parent" refType="h" fact="0.5523"/>
              <dgm:constr type="r" for="ch" forName="Child1" refType="w" fact="0.4927"/>
              <dgm:constr type="t" for="ch" forName="Child1" refType="h" fact="0"/>
              <dgm:constr type="w" for="ch" forName="Child1" refType="w" fact="0.4927"/>
              <dgm:constr type="h" for="ch" forName="Child1" refType="h" fact="0.4527"/>
              <dgm:constr type="r" for="ch" forName="Child2" refType="w" fact="0.5073"/>
              <dgm:constr type="t" for="ch" forName="Child2" refType="h" fact="0.5473"/>
              <dgm:constr type="w" for="ch" forName="Child2" refType="w" fact="0.4927"/>
              <dgm:constr type="h" for="ch" forName="Child2" refType="h" fact="0.4527"/>
            </dgm:constrLst>
          </dgm:if>
          <dgm:if name="Name16" axis="ch ch" ptType="node node" st="1 1" cnt="1 0" func="cnt" op="equ" val="3">
            <dgm:alg type="composite">
              <dgm:param type="ar" val="0.8305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Accent3" refType="w" fact="0.5427"/>
              <dgm:constr type="t" for="ch" forName="Accent3" refType="h" fact="0.6145"/>
              <dgm:constr type="w" for="ch" forName="Accent3" refType="w" fact="0.2269"/>
              <dgm:constr type="h" for="ch" forName="Accent3" refType="h" fact="0.1623"/>
              <dgm:constr type="r" for="ch" forName="Accent2" refType="w" fact="0.3587"/>
              <dgm:constr type="t" for="ch" forName="Accent2" refType="h" fact="0.2719"/>
              <dgm:constr type="w" for="ch" forName="Accent2" refType="w" fact="0.2269"/>
              <dgm:constr type="h" for="ch" forName="Accent2" refType="h" fact="0.162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3" refType="w" fact="0.9446"/>
              <dgm:constr type="t" for="ch" forName="Child3" refType="h" fact="0.646"/>
              <dgm:constr type="w" for="ch" forName="Child3" refType="w" fact="0.4927"/>
              <dgm:constr type="h" for="ch" forName="Child3" refType="h" fact="0.354"/>
              <dgm:constr type="r" for="ch" forName="Parent" refType="w"/>
              <dgm:constr type="t" for="ch" forName="Parent" refType="h" fact="0.1751"/>
              <dgm:constr type="w" for="ch" forName="Parent" refType="w" fact="0.6013"/>
              <dgm:constr type="h" for="ch" forName="Parent" refType="h" fact="0.4319"/>
              <dgm:constr type="r" for="ch" forName="Child1" refType="w" fact="0.4927"/>
              <dgm:constr type="t" for="ch" forName="Child1" refType="h" fact="0"/>
              <dgm:constr type="w" for="ch" forName="Child1" refType="w" fact="0.4927"/>
              <dgm:constr type="h" for="ch" forName="Child1" refType="h" fact="0.354"/>
              <dgm:constr type="r" for="ch" forName="Child2" refType="w" fact="0.4927"/>
              <dgm:constr type="t" for="ch" forName="Child2" refType="h" fact="0.428"/>
              <dgm:constr type="w" for="ch" forName="Child2" refType="w" fact="0.4927"/>
              <dgm:constr type="h" for="ch" forName="Child2" refType="h" fact="0.354"/>
            </dgm:constrLst>
          </dgm:if>
          <dgm:if name="Name17" axis="ch ch" ptType="node node" st="1 1" cnt="1 0" func="cnt" op="equ" val="4">
            <dgm:alg type="composite">
              <dgm:param type="ar" val="0.682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Accent4" refType="w" fact="0.5427"/>
              <dgm:constr type="t" for="ch" forName="Accent4" refType="h" fact="0.6834"/>
              <dgm:constr type="w" for="ch" forName="Accent4" refType="w" fact="0.2269"/>
              <dgm:constr type="h" for="ch" forName="Accent4" refType="h" fact="0.1333"/>
              <dgm:constr type="r" for="ch" forName="Accent3" refType="w" fact="0.3587"/>
              <dgm:constr type="t" for="ch" forName="Accent3" refType="h" fact="0.4021"/>
              <dgm:constr type="w" for="ch" forName="Accent3" refType="w" fact="0.2269"/>
              <dgm:constr type="h" for="ch" forName="Accent3" refType="h" fact="0.1333"/>
              <dgm:constr type="r" for="ch" forName="Accent2" refType="w" fact="0.6235"/>
              <dgm:constr type="t" for="ch" forName="Accent2" refType="h" fact="0.1529"/>
              <dgm:constr type="w" for="ch" forName="Accent2" refType="w" fact="0.2269"/>
              <dgm:constr type="h" for="ch" forName="Accent2" refType="h" fact="0.133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4" refType="w" fact="0.9446"/>
              <dgm:constr type="t" for="ch" forName="Child4" refType="h" fact="0.7093"/>
              <dgm:constr type="w" for="ch" forName="Child4" refType="w" fact="0.4927"/>
              <dgm:constr type="h" for="ch" forName="Child4" refType="h" fact="0.2907"/>
              <dgm:constr type="r" for="ch" forName="Parent" refType="w"/>
              <dgm:constr type="t" for="ch" forName="Parent" refType="h" fact="0.3226"/>
              <dgm:constr type="w" for="ch" forName="Parent" refType="w" fact="0.6013"/>
              <dgm:constr type="h" for="ch" forName="Parent" refType="h" fact="0.3547"/>
              <dgm:constr type="r" for="ch" forName="Child2" refType="w" fact="0.4927"/>
              <dgm:constr type="t" for="ch" forName="Child2" refType="h" fact="0.1788"/>
              <dgm:constr type="w" for="ch" forName="Child2" refType="w" fact="0.4927"/>
              <dgm:constr type="h" for="ch" forName="Child2" refType="h" fact="0.2907"/>
              <dgm:constr type="r" for="ch" forName="Child3" refType="w" fact="0.4927"/>
              <dgm:constr type="t" for="ch" forName="Child3" refType="h" fact="0.5303"/>
              <dgm:constr type="w" for="ch" forName="Child3" refType="w" fact="0.4927"/>
              <dgm:constr type="h" for="ch" forName="Child3" refType="h" fact="0.2907"/>
              <dgm:constr type="r" for="ch" forName="Child1" refType="w" fact="0.9446"/>
              <dgm:constr type="t" for="ch" forName="Child1" refType="h" fact="0"/>
              <dgm:constr type="w" for="ch" forName="Child1" refType="w" fact="0.4927"/>
              <dgm:constr type="h" for="ch" forName="Child1" refType="h" fact="0.2907"/>
            </dgm:constrLst>
          </dgm:if>
          <dgm:if name="Name18" axis="ch ch" ptType="node node" st="1 1" cnt="1 0" func="cnt" op="equ" val="5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r" for="ch" forName="Accent5" refType="w" fact="0.7142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r" for="ch" forName="Accent4" refType="w" fact="0.388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r" for="ch" forName="Accent3" refType="w" fact="0.256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r" for="ch" forName="Accent2" refType="w" fact="0.4458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4" refType="w" fact="0.6754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r" for="ch" forName="Parent" refType="w" fact="0.71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r" for="ch" forName="Child2" refType="w" fact="0.3523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r" for="ch" forName="Child3" refType="w" fact="0.3523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r" for="ch" forName="Child5" refType="w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r" for="ch" forName="Child1" refType="w" fact="0.6754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if>
          <dgm:else name="Name19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6" refType="primFontSz" refFor="des" refForName="Parent" op="lte"/>
              <dgm:constr type="primFontSz" for="des" forName="Child7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ptType="node" op="equ" val="65"/>
              <dgm:constr type="r" for="ch" forName="Accent6" refType="w" fact="0.9066"/>
              <dgm:constr type="t" for="ch" forName="Accent6" refType="h" fact="0.4635"/>
              <dgm:constr type="w" for="ch" forName="Accent6" refType="w" fact="0.1622"/>
              <dgm:constr type="h" for="ch" forName="Accent6" refType="h" fact="0.1333"/>
              <dgm:constr type="r" for="ch" forName="Accent5" refType="w" fact="0.7142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r" for="ch" forName="Accent4" refType="w" fact="0.388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r" for="ch" forName="Accent3" refType="w" fact="0.256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r" for="ch" forName="Accent2" refType="w" fact="0.4458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4" refType="w" fact="0.6754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r" for="ch" forName="Parent" refType="w" fact="0.71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r" for="ch" forName="Child2" refType="w" fact="0.3523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r" for="ch" forName="Child3" refType="w" fact="0.3523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r" for="ch" forName="Child5" refType="w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r" for="ch" forName="Child6" refType="w"/>
              <dgm:constr type="t" for="ch" forName="Child6" refType="h" fact="0.1784"/>
              <dgm:constr type="w" for="ch" forName="Child6" refType="w" fact="0.3523"/>
              <dgm:constr type="h" for="ch" forName="Child6" refType="h" fact="0.2907"/>
              <dgm:constr type="r" for="ch" forName="Child1" refType="w" fact="0.6754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else>
        </dgm:choose>
      </dgm:else>
    </dgm:choose>
    <dgm:forEach name="wrapper" axis="self" ptType="parTrans">
      <dgm:forEach name="accentRepeat" axis="self">
        <dgm:layoutNode name="Accent" styleLbl="bgShp">
          <dgm:alg type="sp"/>
          <dgm:shape xmlns:r="http://schemas.openxmlformats.org/officeDocument/2006/relationships" type="hexagon" r:blip="" zOrderOff="-2">
            <dgm:adjLst>
              <dgm:adj idx="1" val="0.289"/>
              <dgm:adj idx="2" val="1.1547"/>
            </dgm:adjLst>
          </dgm:shape>
          <dgm:presOf/>
        </dgm:layoutNode>
      </dgm:forEach>
    </dgm:forEach>
    <dgm:forEach name="Name20" axis="ch" ptType="node" cnt="1">
      <dgm:layoutNode name="Parent" styleLbl="node0">
        <dgm:varLst>
          <dgm:chMax val="6"/>
          <dgm:chPref val="6"/>
        </dgm:varLst>
        <dgm:alg type="tx"/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self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1" axis="ch ch" ptType="node node" st="1 1" cnt="1 1">
      <dgm:layoutNode name="Accent1">
        <dgm:alg type="sp"/>
        <dgm:shape xmlns:r="http://schemas.openxmlformats.org/officeDocument/2006/relationships" r:blip="" zOrderOff="-2">
          <dgm:adjLst/>
        </dgm:shape>
        <dgm:presOf/>
        <dgm:constrLst/>
        <dgm:forEach name="Name22" ref="accentRepeat"/>
      </dgm:layoutNode>
      <dgm:layoutNode name="Child1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3" axis="ch ch" ptType="node node" st="1 2" cnt="1 1">
      <dgm:layoutNode name="Accent2">
        <dgm:alg type="sp"/>
        <dgm:shape xmlns:r="http://schemas.openxmlformats.org/officeDocument/2006/relationships" r:blip="" zOrderOff="-2">
          <dgm:adjLst/>
        </dgm:shape>
        <dgm:presOf/>
        <dgm:constrLst/>
        <dgm:forEach name="Name24" ref="accentRepeat"/>
      </dgm:layoutNode>
      <dgm:layoutNode name="Child2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5" axis="ch ch" ptType="node node" st="1 3" cnt="1 1">
      <dgm:layoutNode name="Accent3">
        <dgm:alg type="sp"/>
        <dgm:shape xmlns:r="http://schemas.openxmlformats.org/officeDocument/2006/relationships" r:blip="" zOrderOff="-2">
          <dgm:adjLst/>
        </dgm:shape>
        <dgm:presOf/>
        <dgm:constrLst/>
        <dgm:forEach name="Name26" ref="accentRepeat"/>
      </dgm:layoutNode>
      <dgm:layoutNode name="Child3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7" axis="ch ch" ptType="node node" st="1 4" cnt="1 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28" ref="accentRepeat"/>
      </dgm:layoutNode>
      <dgm:layoutNode name="Child4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9" axis="ch ch" ptType="node node" st="1 5" cnt="1 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30" ref="accentRepeat"/>
      </dgm:layoutNode>
      <dgm:layoutNode name="Child5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1" axis="ch ch" ptType="node node" st="1 6" cnt="1 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32" ref="accentRepeat"/>
      </dgm:layoutNode>
      <dgm:layoutNode name="Child6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1/layout/HexagonRadial">
  <dgm:title val="Hexagon Radial"/>
  <dgm:desc val="Use to show a sequential process that relates to a central idea or theme. Limited to six Level 2 shapes. Works best with small amounts of text. Unused text does not appear, but remains available if you switch layouts."/>
  <dgm:catLst>
    <dgm:cat type="cycle" pri="8500"/>
    <dgm:cat type="officeonline" pri="90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  <dgm:pt modelId="15">
          <dgm:prSet phldr="1"/>
        </dgm:pt>
        <dgm:pt modelId="16">
          <dgm:prSet phldr="1"/>
        </dgm:pt>
      </dgm:ptLst>
      <dgm:cxnLst>
        <dgm:cxn modelId="40" srcId="0" destId="10" srcOrd="0" destOrd="0"/>
        <dgm:cxn modelId="50" srcId="10" destId="11" srcOrd="0" destOrd="0"/>
        <dgm:cxn modelId="60" srcId="10" destId="12" srcOrd="0" destOrd="0"/>
        <dgm:cxn modelId="70" srcId="10" destId="13" srcOrd="0" destOrd="0"/>
        <dgm:cxn modelId="80" srcId="10" destId="14" srcOrd="0" destOrd="0"/>
        <dgm:cxn modelId="90" srcId="10" destId="15" srcOrd="0" destOrd="0"/>
        <dgm:cxn modelId="100" srcId="10" destId="16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40" srcId="0" destId="10" srcOrd="0" destOrd="0"/>
        <dgm:cxn modelId="50" srcId="10" destId="11" srcOrd="0" destOrd="0"/>
        <dgm:cxn modelId="60" srcId="10" destId="12" srcOrd="0" destOrd="0"/>
        <dgm:cxn modelId="70" srcId="10" destId="13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  <dgm:pt modelId="15">
          <dgm:prSet phldr="1"/>
        </dgm:pt>
        <dgm:pt modelId="16">
          <dgm:prSet phldr="1"/>
        </dgm:pt>
      </dgm:ptLst>
      <dgm:cxnLst>
        <dgm:cxn modelId="40" srcId="0" destId="10" srcOrd="0" destOrd="0"/>
        <dgm:cxn modelId="50" srcId="10" destId="11" srcOrd="0" destOrd="0"/>
        <dgm:cxn modelId="60" srcId="10" destId="12" srcOrd="0" destOrd="0"/>
        <dgm:cxn modelId="70" srcId="10" destId="13" srcOrd="0" destOrd="0"/>
        <dgm:cxn modelId="80" srcId="10" destId="14" srcOrd="0" destOrd="0"/>
        <dgm:cxn modelId="90" srcId="10" destId="15" srcOrd="0" destOrd="0"/>
        <dgm:cxn modelId="100" srcId="10" destId="16" srcOrd="0" destOrd="0"/>
      </dgm:cxnLst>
      <dgm:bg/>
      <dgm:whole/>
    </dgm:dataModel>
  </dgm:clrData>
  <dgm:layoutNode name="Name0">
    <dgm:varLst>
      <dgm:chMax val="1"/>
      <dgm:chPref val="1"/>
      <dgm:dir/>
      <dgm:animOne val="branch"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st="1 1" cnt="1 0" func="cnt" op="equ" val="0">
            <dgm:alg type="composite">
              <dgm:param type="ar" val="1.156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5" axis="ch ch" ptType="node node" st="1 1" cnt="1 0" func="cnt" op="lte" val="1">
            <dgm:alg type="composite">
              <dgm:param type="ar" val="1.36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l" for="ch" forName="Accent1" refType="w" fact="0.1685"/>
              <dgm:constr type="t" for="ch" forName="Accent1" refType="h" fact="0.2946"/>
              <dgm:constr type="w" for="ch" forName="Accent1" refType="w" fact="0.462"/>
              <dgm:constr type="h" for="ch" forName="Accent1" refType="h" fact="0.5472"/>
              <dgm:constr type="l" for="ch" forName="Parent" refType="w" fact="0"/>
              <dgm:constr type="t" for="ch" forName="Parent" refType="h" fact="0.2885"/>
              <dgm:constr type="w" for="ch" forName="Parent" refType="w" fact="0.6013"/>
              <dgm:constr type="h" for="ch" forName="Parent" refType="h" fact="0.7115"/>
              <dgm:constr type="l" for="ch" forName="Child1" refType="w" fact="0.5073"/>
              <dgm:constr type="t" for="ch" forName="Child1" refType="h" fact="0"/>
              <dgm:constr type="w" for="ch" forName="Child1" refType="w" fact="0.4927"/>
              <dgm:constr type="h" for="ch" forName="Child1" refType="h" fact="0.5831"/>
            </dgm:constrLst>
          </dgm:if>
          <dgm:if name="Name6" axis="ch ch" ptType="node node" st="1 1" cnt="1 0" func="cnt" op="equ" val="2">
            <dgm:alg type="composite">
              <dgm:param type="ar" val="1.0619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l" for="ch" forName="Accent2" refType="w" fact="0.6413"/>
              <dgm:constr type="t" for="ch" forName="Accent2" refType="h" fact="0.3477"/>
              <dgm:constr type="w" for="ch" forName="Accent2" refType="w" fact="0.2269"/>
              <dgm:constr type="h" for="ch" forName="Accent2" refType="h" fact="0.2076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Parent" refType="w" fact="0"/>
              <dgm:constr type="t" for="ch" forName="Parent" refType="h" fact="0.2239"/>
              <dgm:constr type="w" for="ch" forName="Parent" refType="w" fact="0.6013"/>
              <dgm:constr type="h" for="ch" forName="Parent" refType="h" fact="0.5523"/>
              <dgm:constr type="l" for="ch" forName="Child1" refType="w" fact="0.5073"/>
              <dgm:constr type="t" for="ch" forName="Child1" refType="h" fact="0"/>
              <dgm:constr type="w" for="ch" forName="Child1" refType="w" fact="0.4927"/>
              <dgm:constr type="h" for="ch" forName="Child1" refType="h" fact="0.4527"/>
              <dgm:constr type="l" for="ch" forName="Child2" refType="w" fact="0.5073"/>
              <dgm:constr type="t" for="ch" forName="Child2" refType="h" fact="0.5473"/>
              <dgm:constr type="w" for="ch" forName="Child2" refType="w" fact="0.4927"/>
              <dgm:constr type="h" for="ch" forName="Child2" refType="h" fact="0.4527"/>
            </dgm:constrLst>
          </dgm:if>
          <dgm:if name="Name7" axis="ch ch" ptType="node node" st="1 1" cnt="1 0" func="cnt" op="equ" val="3">
            <dgm:alg type="composite">
              <dgm:param type="ar" val="0.8305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3" refType="w" fact="0.4573"/>
              <dgm:constr type="t" for="ch" forName="Accent3" refType="h" fact="0.6145"/>
              <dgm:constr type="w" for="ch" forName="Accent3" refType="w" fact="0.2269"/>
              <dgm:constr type="h" for="ch" forName="Accent3" refType="h" fact="0.1623"/>
              <dgm:constr type="l" for="ch" forName="Accent2" refType="w" fact="0.6413"/>
              <dgm:constr type="t" for="ch" forName="Accent2" refType="h" fact="0.2719"/>
              <dgm:constr type="w" for="ch" forName="Accent2" refType="w" fact="0.2269"/>
              <dgm:constr type="h" for="ch" forName="Accent2" refType="h" fact="0.162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3" refType="w" fact="0.0554"/>
              <dgm:constr type="t" for="ch" forName="Child3" refType="h" fact="0.646"/>
              <dgm:constr type="w" for="ch" forName="Child3" refType="w" fact="0.4927"/>
              <dgm:constr type="h" for="ch" forName="Child3" refType="h" fact="0.354"/>
              <dgm:constr type="l" for="ch" forName="Parent" refType="w" fact="0"/>
              <dgm:constr type="t" for="ch" forName="Parent" refType="h" fact="0.1751"/>
              <dgm:constr type="w" for="ch" forName="Parent" refType="w" fact="0.6013"/>
              <dgm:constr type="h" for="ch" forName="Parent" refType="h" fact="0.4319"/>
              <dgm:constr type="l" for="ch" forName="Child1" refType="w" fact="0.5073"/>
              <dgm:constr type="t" for="ch" forName="Child1" refType="h" fact="0"/>
              <dgm:constr type="w" for="ch" forName="Child1" refType="w" fact="0.4927"/>
              <dgm:constr type="h" for="ch" forName="Child1" refType="h" fact="0.354"/>
              <dgm:constr type="l" for="ch" forName="Child2" refType="w" fact="0.5073"/>
              <dgm:constr type="t" for="ch" forName="Child2" refType="h" fact="0.428"/>
              <dgm:constr type="w" for="ch" forName="Child2" refType="w" fact="0.4927"/>
              <dgm:constr type="h" for="ch" forName="Child2" refType="h" fact="0.354"/>
            </dgm:constrLst>
          </dgm:if>
          <dgm:if name="Name8" axis="ch ch" ptType="node node" st="1 1" cnt="1 0" func="cnt" op="equ" val="4">
            <dgm:alg type="composite">
              <dgm:param type="ar" val="0.682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4" refType="w" fact="0.4573"/>
              <dgm:constr type="t" for="ch" forName="Accent4" refType="h" fact="0.6834"/>
              <dgm:constr type="w" for="ch" forName="Accent4" refType="w" fact="0.2269"/>
              <dgm:constr type="h" for="ch" forName="Accent4" refType="h" fact="0.1333"/>
              <dgm:constr type="l" for="ch" forName="Accent3" refType="w" fact="0.6413"/>
              <dgm:constr type="t" for="ch" forName="Accent3" refType="h" fact="0.4021"/>
              <dgm:constr type="w" for="ch" forName="Accent3" refType="w" fact="0.2269"/>
              <dgm:constr type="h" for="ch" forName="Accent3" refType="h" fact="0.1333"/>
              <dgm:constr type="l" for="ch" forName="Accent2" refType="w" fact="0.3765"/>
              <dgm:constr type="t" for="ch" forName="Accent2" refType="h" fact="0.1529"/>
              <dgm:constr type="w" for="ch" forName="Accent2" refType="w" fact="0.2269"/>
              <dgm:constr type="h" for="ch" forName="Accent2" refType="h" fact="0.133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4" refType="w" fact="0.0554"/>
              <dgm:constr type="t" for="ch" forName="Child4" refType="h" fact="0.7093"/>
              <dgm:constr type="w" for="ch" forName="Child4" refType="w" fact="0.4927"/>
              <dgm:constr type="h" for="ch" forName="Child4" refType="h" fact="0.2907"/>
              <dgm:constr type="l" for="ch" forName="Parent" refType="w" fact="0"/>
              <dgm:constr type="t" for="ch" forName="Parent" refType="h" fact="0.3226"/>
              <dgm:constr type="w" for="ch" forName="Parent" refType="w" fact="0.6013"/>
              <dgm:constr type="h" for="ch" forName="Parent" refType="h" fact="0.3547"/>
              <dgm:constr type="l" for="ch" forName="Child2" refType="w" fact="0.5073"/>
              <dgm:constr type="t" for="ch" forName="Child2" refType="h" fact="0.1788"/>
              <dgm:constr type="w" for="ch" forName="Child2" refType="w" fact="0.4927"/>
              <dgm:constr type="h" for="ch" forName="Child2" refType="h" fact="0.2907"/>
              <dgm:constr type="l" for="ch" forName="Child3" refType="w" fact="0.5073"/>
              <dgm:constr type="t" for="ch" forName="Child3" refType="h" fact="0.5303"/>
              <dgm:constr type="w" for="ch" forName="Child3" refType="w" fact="0.4927"/>
              <dgm:constr type="h" for="ch" forName="Child3" refType="h" fact="0.2907"/>
              <dgm:constr type="l" for="ch" forName="Child1" refType="w" fact="0.0554"/>
              <dgm:constr type="t" for="ch" forName="Child1" refType="h" fact="0"/>
              <dgm:constr type="w" for="ch" forName="Child1" refType="w" fact="0.4927"/>
              <dgm:constr type="h" for="ch" forName="Child1" refType="h" fact="0.2907"/>
            </dgm:constrLst>
          </dgm:if>
          <dgm:if name="Name9" axis="ch ch" ptType="node node" st="1 1" cnt="1 0" func="cnt" op="equ" val="5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5" refType="w" fact="0.2858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l" for="ch" forName="Accent4" refType="w" fact="0.612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l" for="ch" forName="Accent3" refType="w" fact="0.743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l" for="ch" forName="Accent2" refType="w" fact="0.5542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4" refType="w" fact="0.3246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l" for="ch" forName="Parent" refType="w" fact="0.28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l" for="ch" forName="Child2" refType="w" fact="0.6477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l" for="ch" forName="Child3" refType="w" fact="0.6477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l" for="ch" forName="Child5" refType="w" fact="0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l" for="ch" forName="Child1" refType="w" fact="0.3246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if>
          <dgm:else name="Name10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6" refType="primFontSz" refFor="des" refForName="Parent" op="lte"/>
              <dgm:constr type="primFontSz" for="des" forName="Child7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ptType="node" op="equ" val="65"/>
              <dgm:constr type="l" for="ch" forName="Accent6" refType="w" fact="0.0934"/>
              <dgm:constr type="t" for="ch" forName="Accent6" refType="h" fact="0.4635"/>
              <dgm:constr type="w" for="ch" forName="Accent6" refType="w" fact="0.1622"/>
              <dgm:constr type="h" for="ch" forName="Accent6" refType="h" fact="0.1333"/>
              <dgm:constr type="l" for="ch" forName="Accent5" refType="w" fact="0.2858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l" for="ch" forName="Accent4" refType="w" fact="0.612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l" for="ch" forName="Accent3" refType="w" fact="0.743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l" for="ch" forName="Accent2" refType="w" fact="0.5542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4" refType="w" fact="0.3246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l" for="ch" forName="Parent" refType="w" fact="0.28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l" for="ch" forName="Child2" refType="w" fact="0.6477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l" for="ch" forName="Child3" refType="w" fact="0.6477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l" for="ch" forName="Child5" refType="w" fact="0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l" for="ch" forName="Child6" refType="w" fact="0"/>
              <dgm:constr type="t" for="ch" forName="Child6" refType="h" fact="0.1784"/>
              <dgm:constr type="w" for="ch" forName="Child6" refType="w" fact="0.3523"/>
              <dgm:constr type="h" for="ch" forName="Child6" refType="h" fact="0.2907"/>
              <dgm:constr type="l" for="ch" forName="Child1" refType="w" fact="0.3246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else>
        </dgm:choose>
      </dgm:if>
      <dgm:else name="Name11">
        <dgm:choose name="Name12">
          <dgm:if name="Name13" axis="ch ch" ptType="node node" st="1 1" cnt="1 0" func="cnt" op="equ" val="0">
            <dgm:alg type="composite">
              <dgm:param type="ar" val="1.156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14" axis="ch ch" ptType="node node" st="1 1" cnt="1 0" func="cnt" op="lte" val="1">
            <dgm:alg type="composite">
              <dgm:param type="ar" val="1.36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r" for="ch" forName="Accent1" refType="w" fact="0.8315"/>
              <dgm:constr type="t" for="ch" forName="Accent1" refType="h" fact="0.2946"/>
              <dgm:constr type="w" for="ch" forName="Accent1" refType="w" fact="0.462"/>
              <dgm:constr type="h" for="ch" forName="Accent1" refType="h" fact="0.5472"/>
              <dgm:constr type="r" for="ch" forName="Parent" refType="w"/>
              <dgm:constr type="t" for="ch" forName="Parent" refType="h" fact="0.2885"/>
              <dgm:constr type="w" for="ch" forName="Parent" refType="w" fact="0.6013"/>
              <dgm:constr type="h" for="ch" forName="Parent" refType="h" fact="0.7115"/>
              <dgm:constr type="r" for="ch" forName="Child1" refType="w" fact="0.4927"/>
              <dgm:constr type="t" for="ch" forName="Child1" refType="h" fact="0"/>
              <dgm:constr type="w" for="ch" forName="Child1" refType="w" fact="0.4927"/>
              <dgm:constr type="h" for="ch" forName="Child1" refType="h" fact="0.5831"/>
            </dgm:constrLst>
          </dgm:if>
          <dgm:if name="Name15" axis="ch ch" ptType="node node" st="1 1" cnt="1 0" func="cnt" op="equ" val="2">
            <dgm:alg type="composite">
              <dgm:param type="ar" val="1.0619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r" for="ch" forName="Accent2" refType="w" fact="0.3587"/>
              <dgm:constr type="t" for="ch" forName="Accent2" refType="h" fact="0.3477"/>
              <dgm:constr type="w" for="ch" forName="Accent2" refType="w" fact="0.2269"/>
              <dgm:constr type="h" for="ch" forName="Accent2" refType="h" fact="0.2076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Parent" refType="w"/>
              <dgm:constr type="t" for="ch" forName="Parent" refType="h" fact="0.2239"/>
              <dgm:constr type="w" for="ch" forName="Parent" refType="w" fact="0.6013"/>
              <dgm:constr type="h" for="ch" forName="Parent" refType="h" fact="0.5523"/>
              <dgm:constr type="r" for="ch" forName="Child1" refType="w" fact="0.4927"/>
              <dgm:constr type="t" for="ch" forName="Child1" refType="h" fact="0"/>
              <dgm:constr type="w" for="ch" forName="Child1" refType="w" fact="0.4927"/>
              <dgm:constr type="h" for="ch" forName="Child1" refType="h" fact="0.4527"/>
              <dgm:constr type="r" for="ch" forName="Child2" refType="w" fact="0.5073"/>
              <dgm:constr type="t" for="ch" forName="Child2" refType="h" fact="0.5473"/>
              <dgm:constr type="w" for="ch" forName="Child2" refType="w" fact="0.4927"/>
              <dgm:constr type="h" for="ch" forName="Child2" refType="h" fact="0.4527"/>
            </dgm:constrLst>
          </dgm:if>
          <dgm:if name="Name16" axis="ch ch" ptType="node node" st="1 1" cnt="1 0" func="cnt" op="equ" val="3">
            <dgm:alg type="composite">
              <dgm:param type="ar" val="0.8305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Accent3" refType="w" fact="0.5427"/>
              <dgm:constr type="t" for="ch" forName="Accent3" refType="h" fact="0.6145"/>
              <dgm:constr type="w" for="ch" forName="Accent3" refType="w" fact="0.2269"/>
              <dgm:constr type="h" for="ch" forName="Accent3" refType="h" fact="0.1623"/>
              <dgm:constr type="r" for="ch" forName="Accent2" refType="w" fact="0.3587"/>
              <dgm:constr type="t" for="ch" forName="Accent2" refType="h" fact="0.2719"/>
              <dgm:constr type="w" for="ch" forName="Accent2" refType="w" fact="0.2269"/>
              <dgm:constr type="h" for="ch" forName="Accent2" refType="h" fact="0.162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3" refType="w" fact="0.9446"/>
              <dgm:constr type="t" for="ch" forName="Child3" refType="h" fact="0.646"/>
              <dgm:constr type="w" for="ch" forName="Child3" refType="w" fact="0.4927"/>
              <dgm:constr type="h" for="ch" forName="Child3" refType="h" fact="0.354"/>
              <dgm:constr type="r" for="ch" forName="Parent" refType="w"/>
              <dgm:constr type="t" for="ch" forName="Parent" refType="h" fact="0.1751"/>
              <dgm:constr type="w" for="ch" forName="Parent" refType="w" fact="0.6013"/>
              <dgm:constr type="h" for="ch" forName="Parent" refType="h" fact="0.4319"/>
              <dgm:constr type="r" for="ch" forName="Child1" refType="w" fact="0.4927"/>
              <dgm:constr type="t" for="ch" forName="Child1" refType="h" fact="0"/>
              <dgm:constr type="w" for="ch" forName="Child1" refType="w" fact="0.4927"/>
              <dgm:constr type="h" for="ch" forName="Child1" refType="h" fact="0.354"/>
              <dgm:constr type="r" for="ch" forName="Child2" refType="w" fact="0.4927"/>
              <dgm:constr type="t" for="ch" forName="Child2" refType="h" fact="0.428"/>
              <dgm:constr type="w" for="ch" forName="Child2" refType="w" fact="0.4927"/>
              <dgm:constr type="h" for="ch" forName="Child2" refType="h" fact="0.354"/>
            </dgm:constrLst>
          </dgm:if>
          <dgm:if name="Name17" axis="ch ch" ptType="node node" st="1 1" cnt="1 0" func="cnt" op="equ" val="4">
            <dgm:alg type="composite">
              <dgm:param type="ar" val="0.682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Accent4" refType="w" fact="0.5427"/>
              <dgm:constr type="t" for="ch" forName="Accent4" refType="h" fact="0.6834"/>
              <dgm:constr type="w" for="ch" forName="Accent4" refType="w" fact="0.2269"/>
              <dgm:constr type="h" for="ch" forName="Accent4" refType="h" fact="0.1333"/>
              <dgm:constr type="r" for="ch" forName="Accent3" refType="w" fact="0.3587"/>
              <dgm:constr type="t" for="ch" forName="Accent3" refType="h" fact="0.4021"/>
              <dgm:constr type="w" for="ch" forName="Accent3" refType="w" fact="0.2269"/>
              <dgm:constr type="h" for="ch" forName="Accent3" refType="h" fact="0.1333"/>
              <dgm:constr type="r" for="ch" forName="Accent2" refType="w" fact="0.6235"/>
              <dgm:constr type="t" for="ch" forName="Accent2" refType="h" fact="0.1529"/>
              <dgm:constr type="w" for="ch" forName="Accent2" refType="w" fact="0.2269"/>
              <dgm:constr type="h" for="ch" forName="Accent2" refType="h" fact="0.133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4" refType="w" fact="0.9446"/>
              <dgm:constr type="t" for="ch" forName="Child4" refType="h" fact="0.7093"/>
              <dgm:constr type="w" for="ch" forName="Child4" refType="w" fact="0.4927"/>
              <dgm:constr type="h" for="ch" forName="Child4" refType="h" fact="0.2907"/>
              <dgm:constr type="r" for="ch" forName="Parent" refType="w"/>
              <dgm:constr type="t" for="ch" forName="Parent" refType="h" fact="0.3226"/>
              <dgm:constr type="w" for="ch" forName="Parent" refType="w" fact="0.6013"/>
              <dgm:constr type="h" for="ch" forName="Parent" refType="h" fact="0.3547"/>
              <dgm:constr type="r" for="ch" forName="Child2" refType="w" fact="0.4927"/>
              <dgm:constr type="t" for="ch" forName="Child2" refType="h" fact="0.1788"/>
              <dgm:constr type="w" for="ch" forName="Child2" refType="w" fact="0.4927"/>
              <dgm:constr type="h" for="ch" forName="Child2" refType="h" fact="0.2907"/>
              <dgm:constr type="r" for="ch" forName="Child3" refType="w" fact="0.4927"/>
              <dgm:constr type="t" for="ch" forName="Child3" refType="h" fact="0.5303"/>
              <dgm:constr type="w" for="ch" forName="Child3" refType="w" fact="0.4927"/>
              <dgm:constr type="h" for="ch" forName="Child3" refType="h" fact="0.2907"/>
              <dgm:constr type="r" for="ch" forName="Child1" refType="w" fact="0.9446"/>
              <dgm:constr type="t" for="ch" forName="Child1" refType="h" fact="0"/>
              <dgm:constr type="w" for="ch" forName="Child1" refType="w" fact="0.4927"/>
              <dgm:constr type="h" for="ch" forName="Child1" refType="h" fact="0.2907"/>
            </dgm:constrLst>
          </dgm:if>
          <dgm:if name="Name18" axis="ch ch" ptType="node node" st="1 1" cnt="1 0" func="cnt" op="equ" val="5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r" for="ch" forName="Accent5" refType="w" fact="0.7142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r" for="ch" forName="Accent4" refType="w" fact="0.388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r" for="ch" forName="Accent3" refType="w" fact="0.256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r" for="ch" forName="Accent2" refType="w" fact="0.4458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4" refType="w" fact="0.6754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r" for="ch" forName="Parent" refType="w" fact="0.71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r" for="ch" forName="Child2" refType="w" fact="0.3523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r" for="ch" forName="Child3" refType="w" fact="0.3523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r" for="ch" forName="Child5" refType="w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r" for="ch" forName="Child1" refType="w" fact="0.6754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if>
          <dgm:else name="Name19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6" refType="primFontSz" refFor="des" refForName="Parent" op="lte"/>
              <dgm:constr type="primFontSz" for="des" forName="Child7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ptType="node" op="equ" val="65"/>
              <dgm:constr type="r" for="ch" forName="Accent6" refType="w" fact="0.9066"/>
              <dgm:constr type="t" for="ch" forName="Accent6" refType="h" fact="0.4635"/>
              <dgm:constr type="w" for="ch" forName="Accent6" refType="w" fact="0.1622"/>
              <dgm:constr type="h" for="ch" forName="Accent6" refType="h" fact="0.1333"/>
              <dgm:constr type="r" for="ch" forName="Accent5" refType="w" fact="0.7142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r" for="ch" forName="Accent4" refType="w" fact="0.388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r" for="ch" forName="Accent3" refType="w" fact="0.256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r" for="ch" forName="Accent2" refType="w" fact="0.4458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4" refType="w" fact="0.6754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r" for="ch" forName="Parent" refType="w" fact="0.71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r" for="ch" forName="Child2" refType="w" fact="0.3523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r" for="ch" forName="Child3" refType="w" fact="0.3523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r" for="ch" forName="Child5" refType="w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r" for="ch" forName="Child6" refType="w"/>
              <dgm:constr type="t" for="ch" forName="Child6" refType="h" fact="0.1784"/>
              <dgm:constr type="w" for="ch" forName="Child6" refType="w" fact="0.3523"/>
              <dgm:constr type="h" for="ch" forName="Child6" refType="h" fact="0.2907"/>
              <dgm:constr type="r" for="ch" forName="Child1" refType="w" fact="0.6754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else>
        </dgm:choose>
      </dgm:else>
    </dgm:choose>
    <dgm:forEach name="wrapper" axis="self" ptType="parTrans">
      <dgm:forEach name="accentRepeat" axis="self">
        <dgm:layoutNode name="Accent" styleLbl="bgShp">
          <dgm:alg type="sp"/>
          <dgm:shape xmlns:r="http://schemas.openxmlformats.org/officeDocument/2006/relationships" type="hexagon" r:blip="" zOrderOff="-2">
            <dgm:adjLst>
              <dgm:adj idx="1" val="0.289"/>
              <dgm:adj idx="2" val="1.1547"/>
            </dgm:adjLst>
          </dgm:shape>
          <dgm:presOf/>
        </dgm:layoutNode>
      </dgm:forEach>
    </dgm:forEach>
    <dgm:forEach name="Name20" axis="ch" ptType="node" cnt="1">
      <dgm:layoutNode name="Parent" styleLbl="node0">
        <dgm:varLst>
          <dgm:chMax val="6"/>
          <dgm:chPref val="6"/>
        </dgm:varLst>
        <dgm:alg type="tx"/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self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1" axis="ch ch" ptType="node node" st="1 1" cnt="1 1">
      <dgm:layoutNode name="Accent1">
        <dgm:alg type="sp"/>
        <dgm:shape xmlns:r="http://schemas.openxmlformats.org/officeDocument/2006/relationships" r:blip="" zOrderOff="-2">
          <dgm:adjLst/>
        </dgm:shape>
        <dgm:presOf/>
        <dgm:constrLst/>
        <dgm:forEach name="Name22" ref="accentRepeat"/>
      </dgm:layoutNode>
      <dgm:layoutNode name="Child1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3" axis="ch ch" ptType="node node" st="1 2" cnt="1 1">
      <dgm:layoutNode name="Accent2">
        <dgm:alg type="sp"/>
        <dgm:shape xmlns:r="http://schemas.openxmlformats.org/officeDocument/2006/relationships" r:blip="" zOrderOff="-2">
          <dgm:adjLst/>
        </dgm:shape>
        <dgm:presOf/>
        <dgm:constrLst/>
        <dgm:forEach name="Name24" ref="accentRepeat"/>
      </dgm:layoutNode>
      <dgm:layoutNode name="Child2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5" axis="ch ch" ptType="node node" st="1 3" cnt="1 1">
      <dgm:layoutNode name="Accent3">
        <dgm:alg type="sp"/>
        <dgm:shape xmlns:r="http://schemas.openxmlformats.org/officeDocument/2006/relationships" r:blip="" zOrderOff="-2">
          <dgm:adjLst/>
        </dgm:shape>
        <dgm:presOf/>
        <dgm:constrLst/>
        <dgm:forEach name="Name26" ref="accentRepeat"/>
      </dgm:layoutNode>
      <dgm:layoutNode name="Child3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7" axis="ch ch" ptType="node node" st="1 4" cnt="1 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28" ref="accentRepeat"/>
      </dgm:layoutNode>
      <dgm:layoutNode name="Child4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9" axis="ch ch" ptType="node node" st="1 5" cnt="1 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30" ref="accentRepeat"/>
      </dgm:layoutNode>
      <dgm:layoutNode name="Child5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1" axis="ch ch" ptType="node node" st="1 6" cnt="1 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32" ref="accentRepeat"/>
      </dgm:layoutNode>
      <dgm:layoutNode name="Child6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1/layout/HexagonRadial">
  <dgm:title val="Hexagon Radial"/>
  <dgm:desc val="Use to show a sequential process that relates to a central idea or theme. Limited to six Level 2 shapes. Works best with small amounts of text. Unused text does not appear, but remains available if you switch layouts."/>
  <dgm:catLst>
    <dgm:cat type="cycle" pri="8500"/>
    <dgm:cat type="officeonline" pri="90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  <dgm:pt modelId="15">
          <dgm:prSet phldr="1"/>
        </dgm:pt>
        <dgm:pt modelId="16">
          <dgm:prSet phldr="1"/>
        </dgm:pt>
      </dgm:ptLst>
      <dgm:cxnLst>
        <dgm:cxn modelId="40" srcId="0" destId="10" srcOrd="0" destOrd="0"/>
        <dgm:cxn modelId="50" srcId="10" destId="11" srcOrd="0" destOrd="0"/>
        <dgm:cxn modelId="60" srcId="10" destId="12" srcOrd="0" destOrd="0"/>
        <dgm:cxn modelId="70" srcId="10" destId="13" srcOrd="0" destOrd="0"/>
        <dgm:cxn modelId="80" srcId="10" destId="14" srcOrd="0" destOrd="0"/>
        <dgm:cxn modelId="90" srcId="10" destId="15" srcOrd="0" destOrd="0"/>
        <dgm:cxn modelId="100" srcId="10" destId="16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40" srcId="0" destId="10" srcOrd="0" destOrd="0"/>
        <dgm:cxn modelId="50" srcId="10" destId="11" srcOrd="0" destOrd="0"/>
        <dgm:cxn modelId="60" srcId="10" destId="12" srcOrd="0" destOrd="0"/>
        <dgm:cxn modelId="70" srcId="10" destId="13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  <dgm:pt modelId="15">
          <dgm:prSet phldr="1"/>
        </dgm:pt>
        <dgm:pt modelId="16">
          <dgm:prSet phldr="1"/>
        </dgm:pt>
      </dgm:ptLst>
      <dgm:cxnLst>
        <dgm:cxn modelId="40" srcId="0" destId="10" srcOrd="0" destOrd="0"/>
        <dgm:cxn modelId="50" srcId="10" destId="11" srcOrd="0" destOrd="0"/>
        <dgm:cxn modelId="60" srcId="10" destId="12" srcOrd="0" destOrd="0"/>
        <dgm:cxn modelId="70" srcId="10" destId="13" srcOrd="0" destOrd="0"/>
        <dgm:cxn modelId="80" srcId="10" destId="14" srcOrd="0" destOrd="0"/>
        <dgm:cxn modelId="90" srcId="10" destId="15" srcOrd="0" destOrd="0"/>
        <dgm:cxn modelId="100" srcId="10" destId="16" srcOrd="0" destOrd="0"/>
      </dgm:cxnLst>
      <dgm:bg/>
      <dgm:whole/>
    </dgm:dataModel>
  </dgm:clrData>
  <dgm:layoutNode name="Name0">
    <dgm:varLst>
      <dgm:chMax val="1"/>
      <dgm:chPref val="1"/>
      <dgm:dir/>
      <dgm:animOne val="branch"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st="1 1" cnt="1 0" func="cnt" op="equ" val="0">
            <dgm:alg type="composite">
              <dgm:param type="ar" val="1.156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5" axis="ch ch" ptType="node node" st="1 1" cnt="1 0" func="cnt" op="lte" val="1">
            <dgm:alg type="composite">
              <dgm:param type="ar" val="1.36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l" for="ch" forName="Accent1" refType="w" fact="0.1685"/>
              <dgm:constr type="t" for="ch" forName="Accent1" refType="h" fact="0.2946"/>
              <dgm:constr type="w" for="ch" forName="Accent1" refType="w" fact="0.462"/>
              <dgm:constr type="h" for="ch" forName="Accent1" refType="h" fact="0.5472"/>
              <dgm:constr type="l" for="ch" forName="Parent" refType="w" fact="0"/>
              <dgm:constr type="t" for="ch" forName="Parent" refType="h" fact="0.2885"/>
              <dgm:constr type="w" for="ch" forName="Parent" refType="w" fact="0.6013"/>
              <dgm:constr type="h" for="ch" forName="Parent" refType="h" fact="0.7115"/>
              <dgm:constr type="l" for="ch" forName="Child1" refType="w" fact="0.5073"/>
              <dgm:constr type="t" for="ch" forName="Child1" refType="h" fact="0"/>
              <dgm:constr type="w" for="ch" forName="Child1" refType="w" fact="0.4927"/>
              <dgm:constr type="h" for="ch" forName="Child1" refType="h" fact="0.5831"/>
            </dgm:constrLst>
          </dgm:if>
          <dgm:if name="Name6" axis="ch ch" ptType="node node" st="1 1" cnt="1 0" func="cnt" op="equ" val="2">
            <dgm:alg type="composite">
              <dgm:param type="ar" val="1.0619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l" for="ch" forName="Accent2" refType="w" fact="0.6413"/>
              <dgm:constr type="t" for="ch" forName="Accent2" refType="h" fact="0.3477"/>
              <dgm:constr type="w" for="ch" forName="Accent2" refType="w" fact="0.2269"/>
              <dgm:constr type="h" for="ch" forName="Accent2" refType="h" fact="0.2076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Parent" refType="w" fact="0"/>
              <dgm:constr type="t" for="ch" forName="Parent" refType="h" fact="0.2239"/>
              <dgm:constr type="w" for="ch" forName="Parent" refType="w" fact="0.6013"/>
              <dgm:constr type="h" for="ch" forName="Parent" refType="h" fact="0.5523"/>
              <dgm:constr type="l" for="ch" forName="Child1" refType="w" fact="0.5073"/>
              <dgm:constr type="t" for="ch" forName="Child1" refType="h" fact="0"/>
              <dgm:constr type="w" for="ch" forName="Child1" refType="w" fact="0.4927"/>
              <dgm:constr type="h" for="ch" forName="Child1" refType="h" fact="0.4527"/>
              <dgm:constr type="l" for="ch" forName="Child2" refType="w" fact="0.5073"/>
              <dgm:constr type="t" for="ch" forName="Child2" refType="h" fact="0.5473"/>
              <dgm:constr type="w" for="ch" forName="Child2" refType="w" fact="0.4927"/>
              <dgm:constr type="h" for="ch" forName="Child2" refType="h" fact="0.4527"/>
            </dgm:constrLst>
          </dgm:if>
          <dgm:if name="Name7" axis="ch ch" ptType="node node" st="1 1" cnt="1 0" func="cnt" op="equ" val="3">
            <dgm:alg type="composite">
              <dgm:param type="ar" val="0.8305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3" refType="w" fact="0.4573"/>
              <dgm:constr type="t" for="ch" forName="Accent3" refType="h" fact="0.6145"/>
              <dgm:constr type="w" for="ch" forName="Accent3" refType="w" fact="0.2269"/>
              <dgm:constr type="h" for="ch" forName="Accent3" refType="h" fact="0.1623"/>
              <dgm:constr type="l" for="ch" forName="Accent2" refType="w" fact="0.6413"/>
              <dgm:constr type="t" for="ch" forName="Accent2" refType="h" fact="0.2719"/>
              <dgm:constr type="w" for="ch" forName="Accent2" refType="w" fact="0.2269"/>
              <dgm:constr type="h" for="ch" forName="Accent2" refType="h" fact="0.162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3" refType="w" fact="0.0554"/>
              <dgm:constr type="t" for="ch" forName="Child3" refType="h" fact="0.646"/>
              <dgm:constr type="w" for="ch" forName="Child3" refType="w" fact="0.4927"/>
              <dgm:constr type="h" for="ch" forName="Child3" refType="h" fact="0.354"/>
              <dgm:constr type="l" for="ch" forName="Parent" refType="w" fact="0"/>
              <dgm:constr type="t" for="ch" forName="Parent" refType="h" fact="0.1751"/>
              <dgm:constr type="w" for="ch" forName="Parent" refType="w" fact="0.6013"/>
              <dgm:constr type="h" for="ch" forName="Parent" refType="h" fact="0.4319"/>
              <dgm:constr type="l" for="ch" forName="Child1" refType="w" fact="0.5073"/>
              <dgm:constr type="t" for="ch" forName="Child1" refType="h" fact="0"/>
              <dgm:constr type="w" for="ch" forName="Child1" refType="w" fact="0.4927"/>
              <dgm:constr type="h" for="ch" forName="Child1" refType="h" fact="0.354"/>
              <dgm:constr type="l" for="ch" forName="Child2" refType="w" fact="0.5073"/>
              <dgm:constr type="t" for="ch" forName="Child2" refType="h" fact="0.428"/>
              <dgm:constr type="w" for="ch" forName="Child2" refType="w" fact="0.4927"/>
              <dgm:constr type="h" for="ch" forName="Child2" refType="h" fact="0.354"/>
            </dgm:constrLst>
          </dgm:if>
          <dgm:if name="Name8" axis="ch ch" ptType="node node" st="1 1" cnt="1 0" func="cnt" op="equ" val="4">
            <dgm:alg type="composite">
              <dgm:param type="ar" val="0.682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4" refType="w" fact="0.4573"/>
              <dgm:constr type="t" for="ch" forName="Accent4" refType="h" fact="0.6834"/>
              <dgm:constr type="w" for="ch" forName="Accent4" refType="w" fact="0.2269"/>
              <dgm:constr type="h" for="ch" forName="Accent4" refType="h" fact="0.1333"/>
              <dgm:constr type="l" for="ch" forName="Accent3" refType="w" fact="0.6413"/>
              <dgm:constr type="t" for="ch" forName="Accent3" refType="h" fact="0.4021"/>
              <dgm:constr type="w" for="ch" forName="Accent3" refType="w" fact="0.2269"/>
              <dgm:constr type="h" for="ch" forName="Accent3" refType="h" fact="0.1333"/>
              <dgm:constr type="l" for="ch" forName="Accent2" refType="w" fact="0.3765"/>
              <dgm:constr type="t" for="ch" forName="Accent2" refType="h" fact="0.1529"/>
              <dgm:constr type="w" for="ch" forName="Accent2" refType="w" fact="0.2269"/>
              <dgm:constr type="h" for="ch" forName="Accent2" refType="h" fact="0.133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4" refType="w" fact="0.0554"/>
              <dgm:constr type="t" for="ch" forName="Child4" refType="h" fact="0.7093"/>
              <dgm:constr type="w" for="ch" forName="Child4" refType="w" fact="0.4927"/>
              <dgm:constr type="h" for="ch" forName="Child4" refType="h" fact="0.2907"/>
              <dgm:constr type="l" for="ch" forName="Parent" refType="w" fact="0"/>
              <dgm:constr type="t" for="ch" forName="Parent" refType="h" fact="0.3226"/>
              <dgm:constr type="w" for="ch" forName="Parent" refType="w" fact="0.6013"/>
              <dgm:constr type="h" for="ch" forName="Parent" refType="h" fact="0.3547"/>
              <dgm:constr type="l" for="ch" forName="Child2" refType="w" fact="0.5073"/>
              <dgm:constr type="t" for="ch" forName="Child2" refType="h" fact="0.1788"/>
              <dgm:constr type="w" for="ch" forName="Child2" refType="w" fact="0.4927"/>
              <dgm:constr type="h" for="ch" forName="Child2" refType="h" fact="0.2907"/>
              <dgm:constr type="l" for="ch" forName="Child3" refType="w" fact="0.5073"/>
              <dgm:constr type="t" for="ch" forName="Child3" refType="h" fact="0.5303"/>
              <dgm:constr type="w" for="ch" forName="Child3" refType="w" fact="0.4927"/>
              <dgm:constr type="h" for="ch" forName="Child3" refType="h" fact="0.2907"/>
              <dgm:constr type="l" for="ch" forName="Child1" refType="w" fact="0.0554"/>
              <dgm:constr type="t" for="ch" forName="Child1" refType="h" fact="0"/>
              <dgm:constr type="w" for="ch" forName="Child1" refType="w" fact="0.4927"/>
              <dgm:constr type="h" for="ch" forName="Child1" refType="h" fact="0.2907"/>
            </dgm:constrLst>
          </dgm:if>
          <dgm:if name="Name9" axis="ch ch" ptType="node node" st="1 1" cnt="1 0" func="cnt" op="equ" val="5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5" refType="w" fact="0.2858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l" for="ch" forName="Accent4" refType="w" fact="0.612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l" for="ch" forName="Accent3" refType="w" fact="0.743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l" for="ch" forName="Accent2" refType="w" fact="0.5542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4" refType="w" fact="0.3246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l" for="ch" forName="Parent" refType="w" fact="0.28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l" for="ch" forName="Child2" refType="w" fact="0.6477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l" for="ch" forName="Child3" refType="w" fact="0.6477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l" for="ch" forName="Child5" refType="w" fact="0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l" for="ch" forName="Child1" refType="w" fact="0.3246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if>
          <dgm:else name="Name10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6" refType="primFontSz" refFor="des" refForName="Parent" op="lte"/>
              <dgm:constr type="primFontSz" for="des" forName="Child7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ptType="node" op="equ" val="65"/>
              <dgm:constr type="l" for="ch" forName="Accent6" refType="w" fact="0.0934"/>
              <dgm:constr type="t" for="ch" forName="Accent6" refType="h" fact="0.4635"/>
              <dgm:constr type="w" for="ch" forName="Accent6" refType="w" fact="0.1622"/>
              <dgm:constr type="h" for="ch" forName="Accent6" refType="h" fact="0.1333"/>
              <dgm:constr type="l" for="ch" forName="Accent5" refType="w" fact="0.2858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l" for="ch" forName="Accent4" refType="w" fact="0.612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l" for="ch" forName="Accent3" refType="w" fact="0.743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l" for="ch" forName="Accent2" refType="w" fact="0.5542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4" refType="w" fact="0.3246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l" for="ch" forName="Parent" refType="w" fact="0.28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l" for="ch" forName="Child2" refType="w" fact="0.6477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l" for="ch" forName="Child3" refType="w" fact="0.6477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l" for="ch" forName="Child5" refType="w" fact="0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l" for="ch" forName="Child6" refType="w" fact="0"/>
              <dgm:constr type="t" for="ch" forName="Child6" refType="h" fact="0.1784"/>
              <dgm:constr type="w" for="ch" forName="Child6" refType="w" fact="0.3523"/>
              <dgm:constr type="h" for="ch" forName="Child6" refType="h" fact="0.2907"/>
              <dgm:constr type="l" for="ch" forName="Child1" refType="w" fact="0.3246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else>
        </dgm:choose>
      </dgm:if>
      <dgm:else name="Name11">
        <dgm:choose name="Name12">
          <dgm:if name="Name13" axis="ch ch" ptType="node node" st="1 1" cnt="1 0" func="cnt" op="equ" val="0">
            <dgm:alg type="composite">
              <dgm:param type="ar" val="1.156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14" axis="ch ch" ptType="node node" st="1 1" cnt="1 0" func="cnt" op="lte" val="1">
            <dgm:alg type="composite">
              <dgm:param type="ar" val="1.36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r" for="ch" forName="Accent1" refType="w" fact="0.8315"/>
              <dgm:constr type="t" for="ch" forName="Accent1" refType="h" fact="0.2946"/>
              <dgm:constr type="w" for="ch" forName="Accent1" refType="w" fact="0.462"/>
              <dgm:constr type="h" for="ch" forName="Accent1" refType="h" fact="0.5472"/>
              <dgm:constr type="r" for="ch" forName="Parent" refType="w"/>
              <dgm:constr type="t" for="ch" forName="Parent" refType="h" fact="0.2885"/>
              <dgm:constr type="w" for="ch" forName="Parent" refType="w" fact="0.6013"/>
              <dgm:constr type="h" for="ch" forName="Parent" refType="h" fact="0.7115"/>
              <dgm:constr type="r" for="ch" forName="Child1" refType="w" fact="0.4927"/>
              <dgm:constr type="t" for="ch" forName="Child1" refType="h" fact="0"/>
              <dgm:constr type="w" for="ch" forName="Child1" refType="w" fact="0.4927"/>
              <dgm:constr type="h" for="ch" forName="Child1" refType="h" fact="0.5831"/>
            </dgm:constrLst>
          </dgm:if>
          <dgm:if name="Name15" axis="ch ch" ptType="node node" st="1 1" cnt="1 0" func="cnt" op="equ" val="2">
            <dgm:alg type="composite">
              <dgm:param type="ar" val="1.0619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r" for="ch" forName="Accent2" refType="w" fact="0.3587"/>
              <dgm:constr type="t" for="ch" forName="Accent2" refType="h" fact="0.3477"/>
              <dgm:constr type="w" for="ch" forName="Accent2" refType="w" fact="0.2269"/>
              <dgm:constr type="h" for="ch" forName="Accent2" refType="h" fact="0.2076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Parent" refType="w"/>
              <dgm:constr type="t" for="ch" forName="Parent" refType="h" fact="0.2239"/>
              <dgm:constr type="w" for="ch" forName="Parent" refType="w" fact="0.6013"/>
              <dgm:constr type="h" for="ch" forName="Parent" refType="h" fact="0.5523"/>
              <dgm:constr type="r" for="ch" forName="Child1" refType="w" fact="0.4927"/>
              <dgm:constr type="t" for="ch" forName="Child1" refType="h" fact="0"/>
              <dgm:constr type="w" for="ch" forName="Child1" refType="w" fact="0.4927"/>
              <dgm:constr type="h" for="ch" forName="Child1" refType="h" fact="0.4527"/>
              <dgm:constr type="r" for="ch" forName="Child2" refType="w" fact="0.5073"/>
              <dgm:constr type="t" for="ch" forName="Child2" refType="h" fact="0.5473"/>
              <dgm:constr type="w" for="ch" forName="Child2" refType="w" fact="0.4927"/>
              <dgm:constr type="h" for="ch" forName="Child2" refType="h" fact="0.4527"/>
            </dgm:constrLst>
          </dgm:if>
          <dgm:if name="Name16" axis="ch ch" ptType="node node" st="1 1" cnt="1 0" func="cnt" op="equ" val="3">
            <dgm:alg type="composite">
              <dgm:param type="ar" val="0.8305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Accent3" refType="w" fact="0.5427"/>
              <dgm:constr type="t" for="ch" forName="Accent3" refType="h" fact="0.6145"/>
              <dgm:constr type="w" for="ch" forName="Accent3" refType="w" fact="0.2269"/>
              <dgm:constr type="h" for="ch" forName="Accent3" refType="h" fact="0.1623"/>
              <dgm:constr type="r" for="ch" forName="Accent2" refType="w" fact="0.3587"/>
              <dgm:constr type="t" for="ch" forName="Accent2" refType="h" fact="0.2719"/>
              <dgm:constr type="w" for="ch" forName="Accent2" refType="w" fact="0.2269"/>
              <dgm:constr type="h" for="ch" forName="Accent2" refType="h" fact="0.162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3" refType="w" fact="0.9446"/>
              <dgm:constr type="t" for="ch" forName="Child3" refType="h" fact="0.646"/>
              <dgm:constr type="w" for="ch" forName="Child3" refType="w" fact="0.4927"/>
              <dgm:constr type="h" for="ch" forName="Child3" refType="h" fact="0.354"/>
              <dgm:constr type="r" for="ch" forName="Parent" refType="w"/>
              <dgm:constr type="t" for="ch" forName="Parent" refType="h" fact="0.1751"/>
              <dgm:constr type="w" for="ch" forName="Parent" refType="w" fact="0.6013"/>
              <dgm:constr type="h" for="ch" forName="Parent" refType="h" fact="0.4319"/>
              <dgm:constr type="r" for="ch" forName="Child1" refType="w" fact="0.4927"/>
              <dgm:constr type="t" for="ch" forName="Child1" refType="h" fact="0"/>
              <dgm:constr type="w" for="ch" forName="Child1" refType="w" fact="0.4927"/>
              <dgm:constr type="h" for="ch" forName="Child1" refType="h" fact="0.354"/>
              <dgm:constr type="r" for="ch" forName="Child2" refType="w" fact="0.4927"/>
              <dgm:constr type="t" for="ch" forName="Child2" refType="h" fact="0.428"/>
              <dgm:constr type="w" for="ch" forName="Child2" refType="w" fact="0.4927"/>
              <dgm:constr type="h" for="ch" forName="Child2" refType="h" fact="0.354"/>
            </dgm:constrLst>
          </dgm:if>
          <dgm:if name="Name17" axis="ch ch" ptType="node node" st="1 1" cnt="1 0" func="cnt" op="equ" val="4">
            <dgm:alg type="composite">
              <dgm:param type="ar" val="0.682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Accent4" refType="w" fact="0.5427"/>
              <dgm:constr type="t" for="ch" forName="Accent4" refType="h" fact="0.6834"/>
              <dgm:constr type="w" for="ch" forName="Accent4" refType="w" fact="0.2269"/>
              <dgm:constr type="h" for="ch" forName="Accent4" refType="h" fact="0.1333"/>
              <dgm:constr type="r" for="ch" forName="Accent3" refType="w" fact="0.3587"/>
              <dgm:constr type="t" for="ch" forName="Accent3" refType="h" fact="0.4021"/>
              <dgm:constr type="w" for="ch" forName="Accent3" refType="w" fact="0.2269"/>
              <dgm:constr type="h" for="ch" forName="Accent3" refType="h" fact="0.1333"/>
              <dgm:constr type="r" for="ch" forName="Accent2" refType="w" fact="0.6235"/>
              <dgm:constr type="t" for="ch" forName="Accent2" refType="h" fact="0.1529"/>
              <dgm:constr type="w" for="ch" forName="Accent2" refType="w" fact="0.2269"/>
              <dgm:constr type="h" for="ch" forName="Accent2" refType="h" fact="0.133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4" refType="w" fact="0.9446"/>
              <dgm:constr type="t" for="ch" forName="Child4" refType="h" fact="0.7093"/>
              <dgm:constr type="w" for="ch" forName="Child4" refType="w" fact="0.4927"/>
              <dgm:constr type="h" for="ch" forName="Child4" refType="h" fact="0.2907"/>
              <dgm:constr type="r" for="ch" forName="Parent" refType="w"/>
              <dgm:constr type="t" for="ch" forName="Parent" refType="h" fact="0.3226"/>
              <dgm:constr type="w" for="ch" forName="Parent" refType="w" fact="0.6013"/>
              <dgm:constr type="h" for="ch" forName="Parent" refType="h" fact="0.3547"/>
              <dgm:constr type="r" for="ch" forName="Child2" refType="w" fact="0.4927"/>
              <dgm:constr type="t" for="ch" forName="Child2" refType="h" fact="0.1788"/>
              <dgm:constr type="w" for="ch" forName="Child2" refType="w" fact="0.4927"/>
              <dgm:constr type="h" for="ch" forName="Child2" refType="h" fact="0.2907"/>
              <dgm:constr type="r" for="ch" forName="Child3" refType="w" fact="0.4927"/>
              <dgm:constr type="t" for="ch" forName="Child3" refType="h" fact="0.5303"/>
              <dgm:constr type="w" for="ch" forName="Child3" refType="w" fact="0.4927"/>
              <dgm:constr type="h" for="ch" forName="Child3" refType="h" fact="0.2907"/>
              <dgm:constr type="r" for="ch" forName="Child1" refType="w" fact="0.9446"/>
              <dgm:constr type="t" for="ch" forName="Child1" refType="h" fact="0"/>
              <dgm:constr type="w" for="ch" forName="Child1" refType="w" fact="0.4927"/>
              <dgm:constr type="h" for="ch" forName="Child1" refType="h" fact="0.2907"/>
            </dgm:constrLst>
          </dgm:if>
          <dgm:if name="Name18" axis="ch ch" ptType="node node" st="1 1" cnt="1 0" func="cnt" op="equ" val="5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r" for="ch" forName="Accent5" refType="w" fact="0.7142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r" for="ch" forName="Accent4" refType="w" fact="0.388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r" for="ch" forName="Accent3" refType="w" fact="0.256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r" for="ch" forName="Accent2" refType="w" fact="0.4458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4" refType="w" fact="0.6754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r" for="ch" forName="Parent" refType="w" fact="0.71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r" for="ch" forName="Child2" refType="w" fact="0.3523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r" for="ch" forName="Child3" refType="w" fact="0.3523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r" for="ch" forName="Child5" refType="w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r" for="ch" forName="Child1" refType="w" fact="0.6754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if>
          <dgm:else name="Name19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6" refType="primFontSz" refFor="des" refForName="Parent" op="lte"/>
              <dgm:constr type="primFontSz" for="des" forName="Child7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ptType="node" op="equ" val="65"/>
              <dgm:constr type="r" for="ch" forName="Accent6" refType="w" fact="0.9066"/>
              <dgm:constr type="t" for="ch" forName="Accent6" refType="h" fact="0.4635"/>
              <dgm:constr type="w" for="ch" forName="Accent6" refType="w" fact="0.1622"/>
              <dgm:constr type="h" for="ch" forName="Accent6" refType="h" fact="0.1333"/>
              <dgm:constr type="r" for="ch" forName="Accent5" refType="w" fact="0.7142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r" for="ch" forName="Accent4" refType="w" fact="0.388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r" for="ch" forName="Accent3" refType="w" fact="0.256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r" for="ch" forName="Accent2" refType="w" fact="0.4458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4" refType="w" fact="0.6754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r" for="ch" forName="Parent" refType="w" fact="0.71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r" for="ch" forName="Child2" refType="w" fact="0.3523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r" for="ch" forName="Child3" refType="w" fact="0.3523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r" for="ch" forName="Child5" refType="w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r" for="ch" forName="Child6" refType="w"/>
              <dgm:constr type="t" for="ch" forName="Child6" refType="h" fact="0.1784"/>
              <dgm:constr type="w" for="ch" forName="Child6" refType="w" fact="0.3523"/>
              <dgm:constr type="h" for="ch" forName="Child6" refType="h" fact="0.2907"/>
              <dgm:constr type="r" for="ch" forName="Child1" refType="w" fact="0.6754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else>
        </dgm:choose>
      </dgm:else>
    </dgm:choose>
    <dgm:forEach name="wrapper" axis="self" ptType="parTrans">
      <dgm:forEach name="accentRepeat" axis="self">
        <dgm:layoutNode name="Accent" styleLbl="bgShp">
          <dgm:alg type="sp"/>
          <dgm:shape xmlns:r="http://schemas.openxmlformats.org/officeDocument/2006/relationships" type="hexagon" r:blip="" zOrderOff="-2">
            <dgm:adjLst>
              <dgm:adj idx="1" val="0.289"/>
              <dgm:adj idx="2" val="1.1547"/>
            </dgm:adjLst>
          </dgm:shape>
          <dgm:presOf/>
        </dgm:layoutNode>
      </dgm:forEach>
    </dgm:forEach>
    <dgm:forEach name="Name20" axis="ch" ptType="node" cnt="1">
      <dgm:layoutNode name="Parent" styleLbl="node0">
        <dgm:varLst>
          <dgm:chMax val="6"/>
          <dgm:chPref val="6"/>
        </dgm:varLst>
        <dgm:alg type="tx"/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self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1" axis="ch ch" ptType="node node" st="1 1" cnt="1 1">
      <dgm:layoutNode name="Accent1">
        <dgm:alg type="sp"/>
        <dgm:shape xmlns:r="http://schemas.openxmlformats.org/officeDocument/2006/relationships" r:blip="" zOrderOff="-2">
          <dgm:adjLst/>
        </dgm:shape>
        <dgm:presOf/>
        <dgm:constrLst/>
        <dgm:forEach name="Name22" ref="accentRepeat"/>
      </dgm:layoutNode>
      <dgm:layoutNode name="Child1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3" axis="ch ch" ptType="node node" st="1 2" cnt="1 1">
      <dgm:layoutNode name="Accent2">
        <dgm:alg type="sp"/>
        <dgm:shape xmlns:r="http://schemas.openxmlformats.org/officeDocument/2006/relationships" r:blip="" zOrderOff="-2">
          <dgm:adjLst/>
        </dgm:shape>
        <dgm:presOf/>
        <dgm:constrLst/>
        <dgm:forEach name="Name24" ref="accentRepeat"/>
      </dgm:layoutNode>
      <dgm:layoutNode name="Child2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5" axis="ch ch" ptType="node node" st="1 3" cnt="1 1">
      <dgm:layoutNode name="Accent3">
        <dgm:alg type="sp"/>
        <dgm:shape xmlns:r="http://schemas.openxmlformats.org/officeDocument/2006/relationships" r:blip="" zOrderOff="-2">
          <dgm:adjLst/>
        </dgm:shape>
        <dgm:presOf/>
        <dgm:constrLst/>
        <dgm:forEach name="Name26" ref="accentRepeat"/>
      </dgm:layoutNode>
      <dgm:layoutNode name="Child3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7" axis="ch ch" ptType="node node" st="1 4" cnt="1 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28" ref="accentRepeat"/>
      </dgm:layoutNode>
      <dgm:layoutNode name="Child4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9" axis="ch ch" ptType="node node" st="1 5" cnt="1 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30" ref="accentRepeat"/>
      </dgm:layoutNode>
      <dgm:layoutNode name="Child5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1" axis="ch ch" ptType="node node" st="1 6" cnt="1 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32" ref="accentRepeat"/>
      </dgm:layoutNode>
      <dgm:layoutNode name="Child6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1/layout/HexagonRadial">
  <dgm:title val="Hexagon Radial"/>
  <dgm:desc val="Use to show a sequential process that relates to a central idea or theme. Limited to six Level 2 shapes. Works best with small amounts of text. Unused text does not appear, but remains available if you switch layouts."/>
  <dgm:catLst>
    <dgm:cat type="cycle" pri="8500"/>
    <dgm:cat type="officeonline" pri="90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  <dgm:pt modelId="15">
          <dgm:prSet phldr="1"/>
        </dgm:pt>
        <dgm:pt modelId="16">
          <dgm:prSet phldr="1"/>
        </dgm:pt>
      </dgm:ptLst>
      <dgm:cxnLst>
        <dgm:cxn modelId="40" srcId="0" destId="10" srcOrd="0" destOrd="0"/>
        <dgm:cxn modelId="50" srcId="10" destId="11" srcOrd="0" destOrd="0"/>
        <dgm:cxn modelId="60" srcId="10" destId="12" srcOrd="0" destOrd="0"/>
        <dgm:cxn modelId="70" srcId="10" destId="13" srcOrd="0" destOrd="0"/>
        <dgm:cxn modelId="80" srcId="10" destId="14" srcOrd="0" destOrd="0"/>
        <dgm:cxn modelId="90" srcId="10" destId="15" srcOrd="0" destOrd="0"/>
        <dgm:cxn modelId="100" srcId="10" destId="16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40" srcId="0" destId="10" srcOrd="0" destOrd="0"/>
        <dgm:cxn modelId="50" srcId="10" destId="11" srcOrd="0" destOrd="0"/>
        <dgm:cxn modelId="60" srcId="10" destId="12" srcOrd="0" destOrd="0"/>
        <dgm:cxn modelId="70" srcId="10" destId="13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  <dgm:pt modelId="15">
          <dgm:prSet phldr="1"/>
        </dgm:pt>
        <dgm:pt modelId="16">
          <dgm:prSet phldr="1"/>
        </dgm:pt>
      </dgm:ptLst>
      <dgm:cxnLst>
        <dgm:cxn modelId="40" srcId="0" destId="10" srcOrd="0" destOrd="0"/>
        <dgm:cxn modelId="50" srcId="10" destId="11" srcOrd="0" destOrd="0"/>
        <dgm:cxn modelId="60" srcId="10" destId="12" srcOrd="0" destOrd="0"/>
        <dgm:cxn modelId="70" srcId="10" destId="13" srcOrd="0" destOrd="0"/>
        <dgm:cxn modelId="80" srcId="10" destId="14" srcOrd="0" destOrd="0"/>
        <dgm:cxn modelId="90" srcId="10" destId="15" srcOrd="0" destOrd="0"/>
        <dgm:cxn modelId="100" srcId="10" destId="16" srcOrd="0" destOrd="0"/>
      </dgm:cxnLst>
      <dgm:bg/>
      <dgm:whole/>
    </dgm:dataModel>
  </dgm:clrData>
  <dgm:layoutNode name="Name0">
    <dgm:varLst>
      <dgm:chMax val="1"/>
      <dgm:chPref val="1"/>
      <dgm:dir/>
      <dgm:animOne val="branch"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st="1 1" cnt="1 0" func="cnt" op="equ" val="0">
            <dgm:alg type="composite">
              <dgm:param type="ar" val="1.156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5" axis="ch ch" ptType="node node" st="1 1" cnt="1 0" func="cnt" op="lte" val="1">
            <dgm:alg type="composite">
              <dgm:param type="ar" val="1.36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l" for="ch" forName="Accent1" refType="w" fact="0.1685"/>
              <dgm:constr type="t" for="ch" forName="Accent1" refType="h" fact="0.2946"/>
              <dgm:constr type="w" for="ch" forName="Accent1" refType="w" fact="0.462"/>
              <dgm:constr type="h" for="ch" forName="Accent1" refType="h" fact="0.5472"/>
              <dgm:constr type="l" for="ch" forName="Parent" refType="w" fact="0"/>
              <dgm:constr type="t" for="ch" forName="Parent" refType="h" fact="0.2885"/>
              <dgm:constr type="w" for="ch" forName="Parent" refType="w" fact="0.6013"/>
              <dgm:constr type="h" for="ch" forName="Parent" refType="h" fact="0.7115"/>
              <dgm:constr type="l" for="ch" forName="Child1" refType="w" fact="0.5073"/>
              <dgm:constr type="t" for="ch" forName="Child1" refType="h" fact="0"/>
              <dgm:constr type="w" for="ch" forName="Child1" refType="w" fact="0.4927"/>
              <dgm:constr type="h" for="ch" forName="Child1" refType="h" fact="0.5831"/>
            </dgm:constrLst>
          </dgm:if>
          <dgm:if name="Name6" axis="ch ch" ptType="node node" st="1 1" cnt="1 0" func="cnt" op="equ" val="2">
            <dgm:alg type="composite">
              <dgm:param type="ar" val="1.0619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l" for="ch" forName="Accent2" refType="w" fact="0.6413"/>
              <dgm:constr type="t" for="ch" forName="Accent2" refType="h" fact="0.3477"/>
              <dgm:constr type="w" for="ch" forName="Accent2" refType="w" fact="0.2269"/>
              <dgm:constr type="h" for="ch" forName="Accent2" refType="h" fact="0.2076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Parent" refType="w" fact="0"/>
              <dgm:constr type="t" for="ch" forName="Parent" refType="h" fact="0.2239"/>
              <dgm:constr type="w" for="ch" forName="Parent" refType="w" fact="0.6013"/>
              <dgm:constr type="h" for="ch" forName="Parent" refType="h" fact="0.5523"/>
              <dgm:constr type="l" for="ch" forName="Child1" refType="w" fact="0.5073"/>
              <dgm:constr type="t" for="ch" forName="Child1" refType="h" fact="0"/>
              <dgm:constr type="w" for="ch" forName="Child1" refType="w" fact="0.4927"/>
              <dgm:constr type="h" for="ch" forName="Child1" refType="h" fact="0.4527"/>
              <dgm:constr type="l" for="ch" forName="Child2" refType="w" fact="0.5073"/>
              <dgm:constr type="t" for="ch" forName="Child2" refType="h" fact="0.5473"/>
              <dgm:constr type="w" for="ch" forName="Child2" refType="w" fact="0.4927"/>
              <dgm:constr type="h" for="ch" forName="Child2" refType="h" fact="0.4527"/>
            </dgm:constrLst>
          </dgm:if>
          <dgm:if name="Name7" axis="ch ch" ptType="node node" st="1 1" cnt="1 0" func="cnt" op="equ" val="3">
            <dgm:alg type="composite">
              <dgm:param type="ar" val="0.8305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3" refType="w" fact="0.4573"/>
              <dgm:constr type="t" for="ch" forName="Accent3" refType="h" fact="0.6145"/>
              <dgm:constr type="w" for="ch" forName="Accent3" refType="w" fact="0.2269"/>
              <dgm:constr type="h" for="ch" forName="Accent3" refType="h" fact="0.1623"/>
              <dgm:constr type="l" for="ch" forName="Accent2" refType="w" fact="0.6413"/>
              <dgm:constr type="t" for="ch" forName="Accent2" refType="h" fact="0.2719"/>
              <dgm:constr type="w" for="ch" forName="Accent2" refType="w" fact="0.2269"/>
              <dgm:constr type="h" for="ch" forName="Accent2" refType="h" fact="0.162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3" refType="w" fact="0.0554"/>
              <dgm:constr type="t" for="ch" forName="Child3" refType="h" fact="0.646"/>
              <dgm:constr type="w" for="ch" forName="Child3" refType="w" fact="0.4927"/>
              <dgm:constr type="h" for="ch" forName="Child3" refType="h" fact="0.354"/>
              <dgm:constr type="l" for="ch" forName="Parent" refType="w" fact="0"/>
              <dgm:constr type="t" for="ch" forName="Parent" refType="h" fact="0.1751"/>
              <dgm:constr type="w" for="ch" forName="Parent" refType="w" fact="0.6013"/>
              <dgm:constr type="h" for="ch" forName="Parent" refType="h" fact="0.4319"/>
              <dgm:constr type="l" for="ch" forName="Child1" refType="w" fact="0.5073"/>
              <dgm:constr type="t" for="ch" forName="Child1" refType="h" fact="0"/>
              <dgm:constr type="w" for="ch" forName="Child1" refType="w" fact="0.4927"/>
              <dgm:constr type="h" for="ch" forName="Child1" refType="h" fact="0.354"/>
              <dgm:constr type="l" for="ch" forName="Child2" refType="w" fact="0.5073"/>
              <dgm:constr type="t" for="ch" forName="Child2" refType="h" fact="0.428"/>
              <dgm:constr type="w" for="ch" forName="Child2" refType="w" fact="0.4927"/>
              <dgm:constr type="h" for="ch" forName="Child2" refType="h" fact="0.354"/>
            </dgm:constrLst>
          </dgm:if>
          <dgm:if name="Name8" axis="ch ch" ptType="node node" st="1 1" cnt="1 0" func="cnt" op="equ" val="4">
            <dgm:alg type="composite">
              <dgm:param type="ar" val="0.682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4" refType="w" fact="0.4573"/>
              <dgm:constr type="t" for="ch" forName="Accent4" refType="h" fact="0.6834"/>
              <dgm:constr type="w" for="ch" forName="Accent4" refType="w" fact="0.2269"/>
              <dgm:constr type="h" for="ch" forName="Accent4" refType="h" fact="0.1333"/>
              <dgm:constr type="l" for="ch" forName="Accent3" refType="w" fact="0.6413"/>
              <dgm:constr type="t" for="ch" forName="Accent3" refType="h" fact="0.4021"/>
              <dgm:constr type="w" for="ch" forName="Accent3" refType="w" fact="0.2269"/>
              <dgm:constr type="h" for="ch" forName="Accent3" refType="h" fact="0.1333"/>
              <dgm:constr type="l" for="ch" forName="Accent2" refType="w" fact="0.3765"/>
              <dgm:constr type="t" for="ch" forName="Accent2" refType="h" fact="0.1529"/>
              <dgm:constr type="w" for="ch" forName="Accent2" refType="w" fact="0.2269"/>
              <dgm:constr type="h" for="ch" forName="Accent2" refType="h" fact="0.133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4" refType="w" fact="0.0554"/>
              <dgm:constr type="t" for="ch" forName="Child4" refType="h" fact="0.7093"/>
              <dgm:constr type="w" for="ch" forName="Child4" refType="w" fact="0.4927"/>
              <dgm:constr type="h" for="ch" forName="Child4" refType="h" fact="0.2907"/>
              <dgm:constr type="l" for="ch" forName="Parent" refType="w" fact="0"/>
              <dgm:constr type="t" for="ch" forName="Parent" refType="h" fact="0.3226"/>
              <dgm:constr type="w" for="ch" forName="Parent" refType="w" fact="0.6013"/>
              <dgm:constr type="h" for="ch" forName="Parent" refType="h" fact="0.3547"/>
              <dgm:constr type="l" for="ch" forName="Child2" refType="w" fact="0.5073"/>
              <dgm:constr type="t" for="ch" forName="Child2" refType="h" fact="0.1788"/>
              <dgm:constr type="w" for="ch" forName="Child2" refType="w" fact="0.4927"/>
              <dgm:constr type="h" for="ch" forName="Child2" refType="h" fact="0.2907"/>
              <dgm:constr type="l" for="ch" forName="Child3" refType="w" fact="0.5073"/>
              <dgm:constr type="t" for="ch" forName="Child3" refType="h" fact="0.5303"/>
              <dgm:constr type="w" for="ch" forName="Child3" refType="w" fact="0.4927"/>
              <dgm:constr type="h" for="ch" forName="Child3" refType="h" fact="0.2907"/>
              <dgm:constr type="l" for="ch" forName="Child1" refType="w" fact="0.0554"/>
              <dgm:constr type="t" for="ch" forName="Child1" refType="h" fact="0"/>
              <dgm:constr type="w" for="ch" forName="Child1" refType="w" fact="0.4927"/>
              <dgm:constr type="h" for="ch" forName="Child1" refType="h" fact="0.2907"/>
            </dgm:constrLst>
          </dgm:if>
          <dgm:if name="Name9" axis="ch ch" ptType="node node" st="1 1" cnt="1 0" func="cnt" op="equ" val="5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5" refType="w" fact="0.2858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l" for="ch" forName="Accent4" refType="w" fact="0.612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l" for="ch" forName="Accent3" refType="w" fact="0.743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l" for="ch" forName="Accent2" refType="w" fact="0.5542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4" refType="w" fact="0.3246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l" for="ch" forName="Parent" refType="w" fact="0.28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l" for="ch" forName="Child2" refType="w" fact="0.6477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l" for="ch" forName="Child3" refType="w" fact="0.6477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l" for="ch" forName="Child5" refType="w" fact="0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l" for="ch" forName="Child1" refType="w" fact="0.3246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if>
          <dgm:else name="Name10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6" refType="primFontSz" refFor="des" refForName="Parent" op="lte"/>
              <dgm:constr type="primFontSz" for="des" forName="Child7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ptType="node" op="equ" val="65"/>
              <dgm:constr type="l" for="ch" forName="Accent6" refType="w" fact="0.0934"/>
              <dgm:constr type="t" for="ch" forName="Accent6" refType="h" fact="0.4635"/>
              <dgm:constr type="w" for="ch" forName="Accent6" refType="w" fact="0.1622"/>
              <dgm:constr type="h" for="ch" forName="Accent6" refType="h" fact="0.1333"/>
              <dgm:constr type="l" for="ch" forName="Accent5" refType="w" fact="0.2858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l" for="ch" forName="Accent4" refType="w" fact="0.612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l" for="ch" forName="Accent3" refType="w" fact="0.743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l" for="ch" forName="Accent2" refType="w" fact="0.5542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4" refType="w" fact="0.3246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l" for="ch" forName="Parent" refType="w" fact="0.28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l" for="ch" forName="Child2" refType="w" fact="0.6477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l" for="ch" forName="Child3" refType="w" fact="0.6477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l" for="ch" forName="Child5" refType="w" fact="0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l" for="ch" forName="Child6" refType="w" fact="0"/>
              <dgm:constr type="t" for="ch" forName="Child6" refType="h" fact="0.1784"/>
              <dgm:constr type="w" for="ch" forName="Child6" refType="w" fact="0.3523"/>
              <dgm:constr type="h" for="ch" forName="Child6" refType="h" fact="0.2907"/>
              <dgm:constr type="l" for="ch" forName="Child1" refType="w" fact="0.3246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else>
        </dgm:choose>
      </dgm:if>
      <dgm:else name="Name11">
        <dgm:choose name="Name12">
          <dgm:if name="Name13" axis="ch ch" ptType="node node" st="1 1" cnt="1 0" func="cnt" op="equ" val="0">
            <dgm:alg type="composite">
              <dgm:param type="ar" val="1.156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14" axis="ch ch" ptType="node node" st="1 1" cnt="1 0" func="cnt" op="lte" val="1">
            <dgm:alg type="composite">
              <dgm:param type="ar" val="1.36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r" for="ch" forName="Accent1" refType="w" fact="0.8315"/>
              <dgm:constr type="t" for="ch" forName="Accent1" refType="h" fact="0.2946"/>
              <dgm:constr type="w" for="ch" forName="Accent1" refType="w" fact="0.462"/>
              <dgm:constr type="h" for="ch" forName="Accent1" refType="h" fact="0.5472"/>
              <dgm:constr type="r" for="ch" forName="Parent" refType="w"/>
              <dgm:constr type="t" for="ch" forName="Parent" refType="h" fact="0.2885"/>
              <dgm:constr type="w" for="ch" forName="Parent" refType="w" fact="0.6013"/>
              <dgm:constr type="h" for="ch" forName="Parent" refType="h" fact="0.7115"/>
              <dgm:constr type="r" for="ch" forName="Child1" refType="w" fact="0.4927"/>
              <dgm:constr type="t" for="ch" forName="Child1" refType="h" fact="0"/>
              <dgm:constr type="w" for="ch" forName="Child1" refType="w" fact="0.4927"/>
              <dgm:constr type="h" for="ch" forName="Child1" refType="h" fact="0.5831"/>
            </dgm:constrLst>
          </dgm:if>
          <dgm:if name="Name15" axis="ch ch" ptType="node node" st="1 1" cnt="1 0" func="cnt" op="equ" val="2">
            <dgm:alg type="composite">
              <dgm:param type="ar" val="1.0619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r" for="ch" forName="Accent2" refType="w" fact="0.3587"/>
              <dgm:constr type="t" for="ch" forName="Accent2" refType="h" fact="0.3477"/>
              <dgm:constr type="w" for="ch" forName="Accent2" refType="w" fact="0.2269"/>
              <dgm:constr type="h" for="ch" forName="Accent2" refType="h" fact="0.2076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Parent" refType="w"/>
              <dgm:constr type="t" for="ch" forName="Parent" refType="h" fact="0.2239"/>
              <dgm:constr type="w" for="ch" forName="Parent" refType="w" fact="0.6013"/>
              <dgm:constr type="h" for="ch" forName="Parent" refType="h" fact="0.5523"/>
              <dgm:constr type="r" for="ch" forName="Child1" refType="w" fact="0.4927"/>
              <dgm:constr type="t" for="ch" forName="Child1" refType="h" fact="0"/>
              <dgm:constr type="w" for="ch" forName="Child1" refType="w" fact="0.4927"/>
              <dgm:constr type="h" for="ch" forName="Child1" refType="h" fact="0.4527"/>
              <dgm:constr type="r" for="ch" forName="Child2" refType="w" fact="0.5073"/>
              <dgm:constr type="t" for="ch" forName="Child2" refType="h" fact="0.5473"/>
              <dgm:constr type="w" for="ch" forName="Child2" refType="w" fact="0.4927"/>
              <dgm:constr type="h" for="ch" forName="Child2" refType="h" fact="0.4527"/>
            </dgm:constrLst>
          </dgm:if>
          <dgm:if name="Name16" axis="ch ch" ptType="node node" st="1 1" cnt="1 0" func="cnt" op="equ" val="3">
            <dgm:alg type="composite">
              <dgm:param type="ar" val="0.8305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Accent3" refType="w" fact="0.5427"/>
              <dgm:constr type="t" for="ch" forName="Accent3" refType="h" fact="0.6145"/>
              <dgm:constr type="w" for="ch" forName="Accent3" refType="w" fact="0.2269"/>
              <dgm:constr type="h" for="ch" forName="Accent3" refType="h" fact="0.1623"/>
              <dgm:constr type="r" for="ch" forName="Accent2" refType="w" fact="0.3587"/>
              <dgm:constr type="t" for="ch" forName="Accent2" refType="h" fact="0.2719"/>
              <dgm:constr type="w" for="ch" forName="Accent2" refType="w" fact="0.2269"/>
              <dgm:constr type="h" for="ch" forName="Accent2" refType="h" fact="0.162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3" refType="w" fact="0.9446"/>
              <dgm:constr type="t" for="ch" forName="Child3" refType="h" fact="0.646"/>
              <dgm:constr type="w" for="ch" forName="Child3" refType="w" fact="0.4927"/>
              <dgm:constr type="h" for="ch" forName="Child3" refType="h" fact="0.354"/>
              <dgm:constr type="r" for="ch" forName="Parent" refType="w"/>
              <dgm:constr type="t" for="ch" forName="Parent" refType="h" fact="0.1751"/>
              <dgm:constr type="w" for="ch" forName="Parent" refType="w" fact="0.6013"/>
              <dgm:constr type="h" for="ch" forName="Parent" refType="h" fact="0.4319"/>
              <dgm:constr type="r" for="ch" forName="Child1" refType="w" fact="0.4927"/>
              <dgm:constr type="t" for="ch" forName="Child1" refType="h" fact="0"/>
              <dgm:constr type="w" for="ch" forName="Child1" refType="w" fact="0.4927"/>
              <dgm:constr type="h" for="ch" forName="Child1" refType="h" fact="0.354"/>
              <dgm:constr type="r" for="ch" forName="Child2" refType="w" fact="0.4927"/>
              <dgm:constr type="t" for="ch" forName="Child2" refType="h" fact="0.428"/>
              <dgm:constr type="w" for="ch" forName="Child2" refType="w" fact="0.4927"/>
              <dgm:constr type="h" for="ch" forName="Child2" refType="h" fact="0.354"/>
            </dgm:constrLst>
          </dgm:if>
          <dgm:if name="Name17" axis="ch ch" ptType="node node" st="1 1" cnt="1 0" func="cnt" op="equ" val="4">
            <dgm:alg type="composite">
              <dgm:param type="ar" val="0.682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Accent4" refType="w" fact="0.5427"/>
              <dgm:constr type="t" for="ch" forName="Accent4" refType="h" fact="0.6834"/>
              <dgm:constr type="w" for="ch" forName="Accent4" refType="w" fact="0.2269"/>
              <dgm:constr type="h" for="ch" forName="Accent4" refType="h" fact="0.1333"/>
              <dgm:constr type="r" for="ch" forName="Accent3" refType="w" fact="0.3587"/>
              <dgm:constr type="t" for="ch" forName="Accent3" refType="h" fact="0.4021"/>
              <dgm:constr type="w" for="ch" forName="Accent3" refType="w" fact="0.2269"/>
              <dgm:constr type="h" for="ch" forName="Accent3" refType="h" fact="0.1333"/>
              <dgm:constr type="r" for="ch" forName="Accent2" refType="w" fact="0.6235"/>
              <dgm:constr type="t" for="ch" forName="Accent2" refType="h" fact="0.1529"/>
              <dgm:constr type="w" for="ch" forName="Accent2" refType="w" fact="0.2269"/>
              <dgm:constr type="h" for="ch" forName="Accent2" refType="h" fact="0.133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4" refType="w" fact="0.9446"/>
              <dgm:constr type="t" for="ch" forName="Child4" refType="h" fact="0.7093"/>
              <dgm:constr type="w" for="ch" forName="Child4" refType="w" fact="0.4927"/>
              <dgm:constr type="h" for="ch" forName="Child4" refType="h" fact="0.2907"/>
              <dgm:constr type="r" for="ch" forName="Parent" refType="w"/>
              <dgm:constr type="t" for="ch" forName="Parent" refType="h" fact="0.3226"/>
              <dgm:constr type="w" for="ch" forName="Parent" refType="w" fact="0.6013"/>
              <dgm:constr type="h" for="ch" forName="Parent" refType="h" fact="0.3547"/>
              <dgm:constr type="r" for="ch" forName="Child2" refType="w" fact="0.4927"/>
              <dgm:constr type="t" for="ch" forName="Child2" refType="h" fact="0.1788"/>
              <dgm:constr type="w" for="ch" forName="Child2" refType="w" fact="0.4927"/>
              <dgm:constr type="h" for="ch" forName="Child2" refType="h" fact="0.2907"/>
              <dgm:constr type="r" for="ch" forName="Child3" refType="w" fact="0.4927"/>
              <dgm:constr type="t" for="ch" forName="Child3" refType="h" fact="0.5303"/>
              <dgm:constr type="w" for="ch" forName="Child3" refType="w" fact="0.4927"/>
              <dgm:constr type="h" for="ch" forName="Child3" refType="h" fact="0.2907"/>
              <dgm:constr type="r" for="ch" forName="Child1" refType="w" fact="0.9446"/>
              <dgm:constr type="t" for="ch" forName="Child1" refType="h" fact="0"/>
              <dgm:constr type="w" for="ch" forName="Child1" refType="w" fact="0.4927"/>
              <dgm:constr type="h" for="ch" forName="Child1" refType="h" fact="0.2907"/>
            </dgm:constrLst>
          </dgm:if>
          <dgm:if name="Name18" axis="ch ch" ptType="node node" st="1 1" cnt="1 0" func="cnt" op="equ" val="5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r" for="ch" forName="Accent5" refType="w" fact="0.7142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r" for="ch" forName="Accent4" refType="w" fact="0.388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r" for="ch" forName="Accent3" refType="w" fact="0.256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r" for="ch" forName="Accent2" refType="w" fact="0.4458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4" refType="w" fact="0.6754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r" for="ch" forName="Parent" refType="w" fact="0.71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r" for="ch" forName="Child2" refType="w" fact="0.3523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r" for="ch" forName="Child3" refType="w" fact="0.3523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r" for="ch" forName="Child5" refType="w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r" for="ch" forName="Child1" refType="w" fact="0.6754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if>
          <dgm:else name="Name19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6" refType="primFontSz" refFor="des" refForName="Parent" op="lte"/>
              <dgm:constr type="primFontSz" for="des" forName="Child7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ptType="node" op="equ" val="65"/>
              <dgm:constr type="r" for="ch" forName="Accent6" refType="w" fact="0.9066"/>
              <dgm:constr type="t" for="ch" forName="Accent6" refType="h" fact="0.4635"/>
              <dgm:constr type="w" for="ch" forName="Accent6" refType="w" fact="0.1622"/>
              <dgm:constr type="h" for="ch" forName="Accent6" refType="h" fact="0.1333"/>
              <dgm:constr type="r" for="ch" forName="Accent5" refType="w" fact="0.7142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r" for="ch" forName="Accent4" refType="w" fact="0.388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r" for="ch" forName="Accent3" refType="w" fact="0.256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r" for="ch" forName="Accent2" refType="w" fact="0.4458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4" refType="w" fact="0.6754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r" for="ch" forName="Parent" refType="w" fact="0.71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r" for="ch" forName="Child2" refType="w" fact="0.3523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r" for="ch" forName="Child3" refType="w" fact="0.3523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r" for="ch" forName="Child5" refType="w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r" for="ch" forName="Child6" refType="w"/>
              <dgm:constr type="t" for="ch" forName="Child6" refType="h" fact="0.1784"/>
              <dgm:constr type="w" for="ch" forName="Child6" refType="w" fact="0.3523"/>
              <dgm:constr type="h" for="ch" forName="Child6" refType="h" fact="0.2907"/>
              <dgm:constr type="r" for="ch" forName="Child1" refType="w" fact="0.6754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else>
        </dgm:choose>
      </dgm:else>
    </dgm:choose>
    <dgm:forEach name="wrapper" axis="self" ptType="parTrans">
      <dgm:forEach name="accentRepeat" axis="self">
        <dgm:layoutNode name="Accent" styleLbl="bgShp">
          <dgm:alg type="sp"/>
          <dgm:shape xmlns:r="http://schemas.openxmlformats.org/officeDocument/2006/relationships" type="hexagon" r:blip="" zOrderOff="-2">
            <dgm:adjLst>
              <dgm:adj idx="1" val="0.289"/>
              <dgm:adj idx="2" val="1.1547"/>
            </dgm:adjLst>
          </dgm:shape>
          <dgm:presOf/>
        </dgm:layoutNode>
      </dgm:forEach>
    </dgm:forEach>
    <dgm:forEach name="Name20" axis="ch" ptType="node" cnt="1">
      <dgm:layoutNode name="Parent" styleLbl="node0">
        <dgm:varLst>
          <dgm:chMax val="6"/>
          <dgm:chPref val="6"/>
        </dgm:varLst>
        <dgm:alg type="tx"/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self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1" axis="ch ch" ptType="node node" st="1 1" cnt="1 1">
      <dgm:layoutNode name="Accent1">
        <dgm:alg type="sp"/>
        <dgm:shape xmlns:r="http://schemas.openxmlformats.org/officeDocument/2006/relationships" r:blip="" zOrderOff="-2">
          <dgm:adjLst/>
        </dgm:shape>
        <dgm:presOf/>
        <dgm:constrLst/>
        <dgm:forEach name="Name22" ref="accentRepeat"/>
      </dgm:layoutNode>
      <dgm:layoutNode name="Child1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3" axis="ch ch" ptType="node node" st="1 2" cnt="1 1">
      <dgm:layoutNode name="Accent2">
        <dgm:alg type="sp"/>
        <dgm:shape xmlns:r="http://schemas.openxmlformats.org/officeDocument/2006/relationships" r:blip="" zOrderOff="-2">
          <dgm:adjLst/>
        </dgm:shape>
        <dgm:presOf/>
        <dgm:constrLst/>
        <dgm:forEach name="Name24" ref="accentRepeat"/>
      </dgm:layoutNode>
      <dgm:layoutNode name="Child2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5" axis="ch ch" ptType="node node" st="1 3" cnt="1 1">
      <dgm:layoutNode name="Accent3">
        <dgm:alg type="sp"/>
        <dgm:shape xmlns:r="http://schemas.openxmlformats.org/officeDocument/2006/relationships" r:blip="" zOrderOff="-2">
          <dgm:adjLst/>
        </dgm:shape>
        <dgm:presOf/>
        <dgm:constrLst/>
        <dgm:forEach name="Name26" ref="accentRepeat"/>
      </dgm:layoutNode>
      <dgm:layoutNode name="Child3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7" axis="ch ch" ptType="node node" st="1 4" cnt="1 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28" ref="accentRepeat"/>
      </dgm:layoutNode>
      <dgm:layoutNode name="Child4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9" axis="ch ch" ptType="node node" st="1 5" cnt="1 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30" ref="accentRepeat"/>
      </dgm:layoutNode>
      <dgm:layoutNode name="Child5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1" axis="ch ch" ptType="node node" st="1 6" cnt="1 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32" ref="accentRepeat"/>
      </dgm:layoutNode>
      <dgm:layoutNode name="Child6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1/layout/HexagonRadial">
  <dgm:title val="Hexagon Radial"/>
  <dgm:desc val="Use to show a sequential process that relates to a central idea or theme. Limited to six Level 2 shapes. Works best with small amounts of text. Unused text does not appear, but remains available if you switch layouts."/>
  <dgm:catLst>
    <dgm:cat type="cycle" pri="8500"/>
    <dgm:cat type="officeonline" pri="90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  <dgm:pt modelId="15">
          <dgm:prSet phldr="1"/>
        </dgm:pt>
        <dgm:pt modelId="16">
          <dgm:prSet phldr="1"/>
        </dgm:pt>
      </dgm:ptLst>
      <dgm:cxnLst>
        <dgm:cxn modelId="40" srcId="0" destId="10" srcOrd="0" destOrd="0"/>
        <dgm:cxn modelId="50" srcId="10" destId="11" srcOrd="0" destOrd="0"/>
        <dgm:cxn modelId="60" srcId="10" destId="12" srcOrd="0" destOrd="0"/>
        <dgm:cxn modelId="70" srcId="10" destId="13" srcOrd="0" destOrd="0"/>
        <dgm:cxn modelId="80" srcId="10" destId="14" srcOrd="0" destOrd="0"/>
        <dgm:cxn modelId="90" srcId="10" destId="15" srcOrd="0" destOrd="0"/>
        <dgm:cxn modelId="100" srcId="10" destId="16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40" srcId="0" destId="10" srcOrd="0" destOrd="0"/>
        <dgm:cxn modelId="50" srcId="10" destId="11" srcOrd="0" destOrd="0"/>
        <dgm:cxn modelId="60" srcId="10" destId="12" srcOrd="0" destOrd="0"/>
        <dgm:cxn modelId="70" srcId="10" destId="13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  <dgm:pt modelId="15">
          <dgm:prSet phldr="1"/>
        </dgm:pt>
        <dgm:pt modelId="16">
          <dgm:prSet phldr="1"/>
        </dgm:pt>
      </dgm:ptLst>
      <dgm:cxnLst>
        <dgm:cxn modelId="40" srcId="0" destId="10" srcOrd="0" destOrd="0"/>
        <dgm:cxn modelId="50" srcId="10" destId="11" srcOrd="0" destOrd="0"/>
        <dgm:cxn modelId="60" srcId="10" destId="12" srcOrd="0" destOrd="0"/>
        <dgm:cxn modelId="70" srcId="10" destId="13" srcOrd="0" destOrd="0"/>
        <dgm:cxn modelId="80" srcId="10" destId="14" srcOrd="0" destOrd="0"/>
        <dgm:cxn modelId="90" srcId="10" destId="15" srcOrd="0" destOrd="0"/>
        <dgm:cxn modelId="100" srcId="10" destId="16" srcOrd="0" destOrd="0"/>
      </dgm:cxnLst>
      <dgm:bg/>
      <dgm:whole/>
    </dgm:dataModel>
  </dgm:clrData>
  <dgm:layoutNode name="Name0">
    <dgm:varLst>
      <dgm:chMax val="1"/>
      <dgm:chPref val="1"/>
      <dgm:dir/>
      <dgm:animOne val="branch"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st="1 1" cnt="1 0" func="cnt" op="equ" val="0">
            <dgm:alg type="composite">
              <dgm:param type="ar" val="1.156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5" axis="ch ch" ptType="node node" st="1 1" cnt="1 0" func="cnt" op="lte" val="1">
            <dgm:alg type="composite">
              <dgm:param type="ar" val="1.36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l" for="ch" forName="Accent1" refType="w" fact="0.1685"/>
              <dgm:constr type="t" for="ch" forName="Accent1" refType="h" fact="0.2946"/>
              <dgm:constr type="w" for="ch" forName="Accent1" refType="w" fact="0.462"/>
              <dgm:constr type="h" for="ch" forName="Accent1" refType="h" fact="0.5472"/>
              <dgm:constr type="l" for="ch" forName="Parent" refType="w" fact="0"/>
              <dgm:constr type="t" for="ch" forName="Parent" refType="h" fact="0.2885"/>
              <dgm:constr type="w" for="ch" forName="Parent" refType="w" fact="0.6013"/>
              <dgm:constr type="h" for="ch" forName="Parent" refType="h" fact="0.7115"/>
              <dgm:constr type="l" for="ch" forName="Child1" refType="w" fact="0.5073"/>
              <dgm:constr type="t" for="ch" forName="Child1" refType="h" fact="0"/>
              <dgm:constr type="w" for="ch" forName="Child1" refType="w" fact="0.4927"/>
              <dgm:constr type="h" for="ch" forName="Child1" refType="h" fact="0.5831"/>
            </dgm:constrLst>
          </dgm:if>
          <dgm:if name="Name6" axis="ch ch" ptType="node node" st="1 1" cnt="1 0" func="cnt" op="equ" val="2">
            <dgm:alg type="composite">
              <dgm:param type="ar" val="1.0619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l" for="ch" forName="Accent2" refType="w" fact="0.6413"/>
              <dgm:constr type="t" for="ch" forName="Accent2" refType="h" fact="0.3477"/>
              <dgm:constr type="w" for="ch" forName="Accent2" refType="w" fact="0.2269"/>
              <dgm:constr type="h" for="ch" forName="Accent2" refType="h" fact="0.2076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Parent" refType="w" fact="0"/>
              <dgm:constr type="t" for="ch" forName="Parent" refType="h" fact="0.2239"/>
              <dgm:constr type="w" for="ch" forName="Parent" refType="w" fact="0.6013"/>
              <dgm:constr type="h" for="ch" forName="Parent" refType="h" fact="0.5523"/>
              <dgm:constr type="l" for="ch" forName="Child1" refType="w" fact="0.5073"/>
              <dgm:constr type="t" for="ch" forName="Child1" refType="h" fact="0"/>
              <dgm:constr type="w" for="ch" forName="Child1" refType="w" fact="0.4927"/>
              <dgm:constr type="h" for="ch" forName="Child1" refType="h" fact="0.4527"/>
              <dgm:constr type="l" for="ch" forName="Child2" refType="w" fact="0.5073"/>
              <dgm:constr type="t" for="ch" forName="Child2" refType="h" fact="0.5473"/>
              <dgm:constr type="w" for="ch" forName="Child2" refType="w" fact="0.4927"/>
              <dgm:constr type="h" for="ch" forName="Child2" refType="h" fact="0.4527"/>
            </dgm:constrLst>
          </dgm:if>
          <dgm:if name="Name7" axis="ch ch" ptType="node node" st="1 1" cnt="1 0" func="cnt" op="equ" val="3">
            <dgm:alg type="composite">
              <dgm:param type="ar" val="0.8305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3" refType="w" fact="0.4573"/>
              <dgm:constr type="t" for="ch" forName="Accent3" refType="h" fact="0.6145"/>
              <dgm:constr type="w" for="ch" forName="Accent3" refType="w" fact="0.2269"/>
              <dgm:constr type="h" for="ch" forName="Accent3" refType="h" fact="0.1623"/>
              <dgm:constr type="l" for="ch" forName="Accent2" refType="w" fact="0.6413"/>
              <dgm:constr type="t" for="ch" forName="Accent2" refType="h" fact="0.2719"/>
              <dgm:constr type="w" for="ch" forName="Accent2" refType="w" fact="0.2269"/>
              <dgm:constr type="h" for="ch" forName="Accent2" refType="h" fact="0.162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3" refType="w" fact="0.0554"/>
              <dgm:constr type="t" for="ch" forName="Child3" refType="h" fact="0.646"/>
              <dgm:constr type="w" for="ch" forName="Child3" refType="w" fact="0.4927"/>
              <dgm:constr type="h" for="ch" forName="Child3" refType="h" fact="0.354"/>
              <dgm:constr type="l" for="ch" forName="Parent" refType="w" fact="0"/>
              <dgm:constr type="t" for="ch" forName="Parent" refType="h" fact="0.1751"/>
              <dgm:constr type="w" for="ch" forName="Parent" refType="w" fact="0.6013"/>
              <dgm:constr type="h" for="ch" forName="Parent" refType="h" fact="0.4319"/>
              <dgm:constr type="l" for="ch" forName="Child1" refType="w" fact="0.5073"/>
              <dgm:constr type="t" for="ch" forName="Child1" refType="h" fact="0"/>
              <dgm:constr type="w" for="ch" forName="Child1" refType="w" fact="0.4927"/>
              <dgm:constr type="h" for="ch" forName="Child1" refType="h" fact="0.354"/>
              <dgm:constr type="l" for="ch" forName="Child2" refType="w" fact="0.5073"/>
              <dgm:constr type="t" for="ch" forName="Child2" refType="h" fact="0.428"/>
              <dgm:constr type="w" for="ch" forName="Child2" refType="w" fact="0.4927"/>
              <dgm:constr type="h" for="ch" forName="Child2" refType="h" fact="0.354"/>
            </dgm:constrLst>
          </dgm:if>
          <dgm:if name="Name8" axis="ch ch" ptType="node node" st="1 1" cnt="1 0" func="cnt" op="equ" val="4">
            <dgm:alg type="composite">
              <dgm:param type="ar" val="0.682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4" refType="w" fact="0.4573"/>
              <dgm:constr type="t" for="ch" forName="Accent4" refType="h" fact="0.6834"/>
              <dgm:constr type="w" for="ch" forName="Accent4" refType="w" fact="0.2269"/>
              <dgm:constr type="h" for="ch" forName="Accent4" refType="h" fact="0.1333"/>
              <dgm:constr type="l" for="ch" forName="Accent3" refType="w" fact="0.6413"/>
              <dgm:constr type="t" for="ch" forName="Accent3" refType="h" fact="0.4021"/>
              <dgm:constr type="w" for="ch" forName="Accent3" refType="w" fact="0.2269"/>
              <dgm:constr type="h" for="ch" forName="Accent3" refType="h" fact="0.1333"/>
              <dgm:constr type="l" for="ch" forName="Accent2" refType="w" fact="0.3765"/>
              <dgm:constr type="t" for="ch" forName="Accent2" refType="h" fact="0.1529"/>
              <dgm:constr type="w" for="ch" forName="Accent2" refType="w" fact="0.2269"/>
              <dgm:constr type="h" for="ch" forName="Accent2" refType="h" fact="0.133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4" refType="w" fact="0.0554"/>
              <dgm:constr type="t" for="ch" forName="Child4" refType="h" fact="0.7093"/>
              <dgm:constr type="w" for="ch" forName="Child4" refType="w" fact="0.4927"/>
              <dgm:constr type="h" for="ch" forName="Child4" refType="h" fact="0.2907"/>
              <dgm:constr type="l" for="ch" forName="Parent" refType="w" fact="0"/>
              <dgm:constr type="t" for="ch" forName="Parent" refType="h" fact="0.3226"/>
              <dgm:constr type="w" for="ch" forName="Parent" refType="w" fact="0.6013"/>
              <dgm:constr type="h" for="ch" forName="Parent" refType="h" fact="0.3547"/>
              <dgm:constr type="l" for="ch" forName="Child2" refType="w" fact="0.5073"/>
              <dgm:constr type="t" for="ch" forName="Child2" refType="h" fact="0.1788"/>
              <dgm:constr type="w" for="ch" forName="Child2" refType="w" fact="0.4927"/>
              <dgm:constr type="h" for="ch" forName="Child2" refType="h" fact="0.2907"/>
              <dgm:constr type="l" for="ch" forName="Child3" refType="w" fact="0.5073"/>
              <dgm:constr type="t" for="ch" forName="Child3" refType="h" fact="0.5303"/>
              <dgm:constr type="w" for="ch" forName="Child3" refType="w" fact="0.4927"/>
              <dgm:constr type="h" for="ch" forName="Child3" refType="h" fact="0.2907"/>
              <dgm:constr type="l" for="ch" forName="Child1" refType="w" fact="0.0554"/>
              <dgm:constr type="t" for="ch" forName="Child1" refType="h" fact="0"/>
              <dgm:constr type="w" for="ch" forName="Child1" refType="w" fact="0.4927"/>
              <dgm:constr type="h" for="ch" forName="Child1" refType="h" fact="0.2907"/>
            </dgm:constrLst>
          </dgm:if>
          <dgm:if name="Name9" axis="ch ch" ptType="node node" st="1 1" cnt="1 0" func="cnt" op="equ" val="5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5" refType="w" fact="0.2858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l" for="ch" forName="Accent4" refType="w" fact="0.612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l" for="ch" forName="Accent3" refType="w" fact="0.743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l" for="ch" forName="Accent2" refType="w" fact="0.5542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4" refType="w" fact="0.3246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l" for="ch" forName="Parent" refType="w" fact="0.28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l" for="ch" forName="Child2" refType="w" fact="0.6477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l" for="ch" forName="Child3" refType="w" fact="0.6477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l" for="ch" forName="Child5" refType="w" fact="0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l" for="ch" forName="Child1" refType="w" fact="0.3246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if>
          <dgm:else name="Name10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6" refType="primFontSz" refFor="des" refForName="Parent" op="lte"/>
              <dgm:constr type="primFontSz" for="des" forName="Child7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ptType="node" op="equ" val="65"/>
              <dgm:constr type="l" for="ch" forName="Accent6" refType="w" fact="0.0934"/>
              <dgm:constr type="t" for="ch" forName="Accent6" refType="h" fact="0.4635"/>
              <dgm:constr type="w" for="ch" forName="Accent6" refType="w" fact="0.1622"/>
              <dgm:constr type="h" for="ch" forName="Accent6" refType="h" fact="0.1333"/>
              <dgm:constr type="l" for="ch" forName="Accent5" refType="w" fact="0.2858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l" for="ch" forName="Accent4" refType="w" fact="0.612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l" for="ch" forName="Accent3" refType="w" fact="0.743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l" for="ch" forName="Accent2" refType="w" fact="0.5542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4" refType="w" fact="0.3246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l" for="ch" forName="Parent" refType="w" fact="0.28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l" for="ch" forName="Child2" refType="w" fact="0.6477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l" for="ch" forName="Child3" refType="w" fact="0.6477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l" for="ch" forName="Child5" refType="w" fact="0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l" for="ch" forName="Child6" refType="w" fact="0"/>
              <dgm:constr type="t" for="ch" forName="Child6" refType="h" fact="0.1784"/>
              <dgm:constr type="w" for="ch" forName="Child6" refType="w" fact="0.3523"/>
              <dgm:constr type="h" for="ch" forName="Child6" refType="h" fact="0.2907"/>
              <dgm:constr type="l" for="ch" forName="Child1" refType="w" fact="0.3246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else>
        </dgm:choose>
      </dgm:if>
      <dgm:else name="Name11">
        <dgm:choose name="Name12">
          <dgm:if name="Name13" axis="ch ch" ptType="node node" st="1 1" cnt="1 0" func="cnt" op="equ" val="0">
            <dgm:alg type="composite">
              <dgm:param type="ar" val="1.156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14" axis="ch ch" ptType="node node" st="1 1" cnt="1 0" func="cnt" op="lte" val="1">
            <dgm:alg type="composite">
              <dgm:param type="ar" val="1.36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r" for="ch" forName="Accent1" refType="w" fact="0.8315"/>
              <dgm:constr type="t" for="ch" forName="Accent1" refType="h" fact="0.2946"/>
              <dgm:constr type="w" for="ch" forName="Accent1" refType="w" fact="0.462"/>
              <dgm:constr type="h" for="ch" forName="Accent1" refType="h" fact="0.5472"/>
              <dgm:constr type="r" for="ch" forName="Parent" refType="w"/>
              <dgm:constr type="t" for="ch" forName="Parent" refType="h" fact="0.2885"/>
              <dgm:constr type="w" for="ch" forName="Parent" refType="w" fact="0.6013"/>
              <dgm:constr type="h" for="ch" forName="Parent" refType="h" fact="0.7115"/>
              <dgm:constr type="r" for="ch" forName="Child1" refType="w" fact="0.4927"/>
              <dgm:constr type="t" for="ch" forName="Child1" refType="h" fact="0"/>
              <dgm:constr type="w" for="ch" forName="Child1" refType="w" fact="0.4927"/>
              <dgm:constr type="h" for="ch" forName="Child1" refType="h" fact="0.5831"/>
            </dgm:constrLst>
          </dgm:if>
          <dgm:if name="Name15" axis="ch ch" ptType="node node" st="1 1" cnt="1 0" func="cnt" op="equ" val="2">
            <dgm:alg type="composite">
              <dgm:param type="ar" val="1.0619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r" for="ch" forName="Accent2" refType="w" fact="0.3587"/>
              <dgm:constr type="t" for="ch" forName="Accent2" refType="h" fact="0.3477"/>
              <dgm:constr type="w" for="ch" forName="Accent2" refType="w" fact="0.2269"/>
              <dgm:constr type="h" for="ch" forName="Accent2" refType="h" fact="0.2076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Parent" refType="w"/>
              <dgm:constr type="t" for="ch" forName="Parent" refType="h" fact="0.2239"/>
              <dgm:constr type="w" for="ch" forName="Parent" refType="w" fact="0.6013"/>
              <dgm:constr type="h" for="ch" forName="Parent" refType="h" fact="0.5523"/>
              <dgm:constr type="r" for="ch" forName="Child1" refType="w" fact="0.4927"/>
              <dgm:constr type="t" for="ch" forName="Child1" refType="h" fact="0"/>
              <dgm:constr type="w" for="ch" forName="Child1" refType="w" fact="0.4927"/>
              <dgm:constr type="h" for="ch" forName="Child1" refType="h" fact="0.4527"/>
              <dgm:constr type="r" for="ch" forName="Child2" refType="w" fact="0.5073"/>
              <dgm:constr type="t" for="ch" forName="Child2" refType="h" fact="0.5473"/>
              <dgm:constr type="w" for="ch" forName="Child2" refType="w" fact="0.4927"/>
              <dgm:constr type="h" for="ch" forName="Child2" refType="h" fact="0.4527"/>
            </dgm:constrLst>
          </dgm:if>
          <dgm:if name="Name16" axis="ch ch" ptType="node node" st="1 1" cnt="1 0" func="cnt" op="equ" val="3">
            <dgm:alg type="composite">
              <dgm:param type="ar" val="0.8305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Accent3" refType="w" fact="0.5427"/>
              <dgm:constr type="t" for="ch" forName="Accent3" refType="h" fact="0.6145"/>
              <dgm:constr type="w" for="ch" forName="Accent3" refType="w" fact="0.2269"/>
              <dgm:constr type="h" for="ch" forName="Accent3" refType="h" fact="0.1623"/>
              <dgm:constr type="r" for="ch" forName="Accent2" refType="w" fact="0.3587"/>
              <dgm:constr type="t" for="ch" forName="Accent2" refType="h" fact="0.2719"/>
              <dgm:constr type="w" for="ch" forName="Accent2" refType="w" fact="0.2269"/>
              <dgm:constr type="h" for="ch" forName="Accent2" refType="h" fact="0.162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3" refType="w" fact="0.9446"/>
              <dgm:constr type="t" for="ch" forName="Child3" refType="h" fact="0.646"/>
              <dgm:constr type="w" for="ch" forName="Child3" refType="w" fact="0.4927"/>
              <dgm:constr type="h" for="ch" forName="Child3" refType="h" fact="0.354"/>
              <dgm:constr type="r" for="ch" forName="Parent" refType="w"/>
              <dgm:constr type="t" for="ch" forName="Parent" refType="h" fact="0.1751"/>
              <dgm:constr type="w" for="ch" forName="Parent" refType="w" fact="0.6013"/>
              <dgm:constr type="h" for="ch" forName="Parent" refType="h" fact="0.4319"/>
              <dgm:constr type="r" for="ch" forName="Child1" refType="w" fact="0.4927"/>
              <dgm:constr type="t" for="ch" forName="Child1" refType="h" fact="0"/>
              <dgm:constr type="w" for="ch" forName="Child1" refType="w" fact="0.4927"/>
              <dgm:constr type="h" for="ch" forName="Child1" refType="h" fact="0.354"/>
              <dgm:constr type="r" for="ch" forName="Child2" refType="w" fact="0.4927"/>
              <dgm:constr type="t" for="ch" forName="Child2" refType="h" fact="0.428"/>
              <dgm:constr type="w" for="ch" forName="Child2" refType="w" fact="0.4927"/>
              <dgm:constr type="h" for="ch" forName="Child2" refType="h" fact="0.354"/>
            </dgm:constrLst>
          </dgm:if>
          <dgm:if name="Name17" axis="ch ch" ptType="node node" st="1 1" cnt="1 0" func="cnt" op="equ" val="4">
            <dgm:alg type="composite">
              <dgm:param type="ar" val="0.682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Accent4" refType="w" fact="0.5427"/>
              <dgm:constr type="t" for="ch" forName="Accent4" refType="h" fact="0.6834"/>
              <dgm:constr type="w" for="ch" forName="Accent4" refType="w" fact="0.2269"/>
              <dgm:constr type="h" for="ch" forName="Accent4" refType="h" fact="0.1333"/>
              <dgm:constr type="r" for="ch" forName="Accent3" refType="w" fact="0.3587"/>
              <dgm:constr type="t" for="ch" forName="Accent3" refType="h" fact="0.4021"/>
              <dgm:constr type="w" for="ch" forName="Accent3" refType="w" fact="0.2269"/>
              <dgm:constr type="h" for="ch" forName="Accent3" refType="h" fact="0.1333"/>
              <dgm:constr type="r" for="ch" forName="Accent2" refType="w" fact="0.6235"/>
              <dgm:constr type="t" for="ch" forName="Accent2" refType="h" fact="0.1529"/>
              <dgm:constr type="w" for="ch" forName="Accent2" refType="w" fact="0.2269"/>
              <dgm:constr type="h" for="ch" forName="Accent2" refType="h" fact="0.133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4" refType="w" fact="0.9446"/>
              <dgm:constr type="t" for="ch" forName="Child4" refType="h" fact="0.7093"/>
              <dgm:constr type="w" for="ch" forName="Child4" refType="w" fact="0.4927"/>
              <dgm:constr type="h" for="ch" forName="Child4" refType="h" fact="0.2907"/>
              <dgm:constr type="r" for="ch" forName="Parent" refType="w"/>
              <dgm:constr type="t" for="ch" forName="Parent" refType="h" fact="0.3226"/>
              <dgm:constr type="w" for="ch" forName="Parent" refType="w" fact="0.6013"/>
              <dgm:constr type="h" for="ch" forName="Parent" refType="h" fact="0.3547"/>
              <dgm:constr type="r" for="ch" forName="Child2" refType="w" fact="0.4927"/>
              <dgm:constr type="t" for="ch" forName="Child2" refType="h" fact="0.1788"/>
              <dgm:constr type="w" for="ch" forName="Child2" refType="w" fact="0.4927"/>
              <dgm:constr type="h" for="ch" forName="Child2" refType="h" fact="0.2907"/>
              <dgm:constr type="r" for="ch" forName="Child3" refType="w" fact="0.4927"/>
              <dgm:constr type="t" for="ch" forName="Child3" refType="h" fact="0.5303"/>
              <dgm:constr type="w" for="ch" forName="Child3" refType="w" fact="0.4927"/>
              <dgm:constr type="h" for="ch" forName="Child3" refType="h" fact="0.2907"/>
              <dgm:constr type="r" for="ch" forName="Child1" refType="w" fact="0.9446"/>
              <dgm:constr type="t" for="ch" forName="Child1" refType="h" fact="0"/>
              <dgm:constr type="w" for="ch" forName="Child1" refType="w" fact="0.4927"/>
              <dgm:constr type="h" for="ch" forName="Child1" refType="h" fact="0.2907"/>
            </dgm:constrLst>
          </dgm:if>
          <dgm:if name="Name18" axis="ch ch" ptType="node node" st="1 1" cnt="1 0" func="cnt" op="equ" val="5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r" for="ch" forName="Accent5" refType="w" fact="0.7142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r" for="ch" forName="Accent4" refType="w" fact="0.388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r" for="ch" forName="Accent3" refType="w" fact="0.256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r" for="ch" forName="Accent2" refType="w" fact="0.4458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4" refType="w" fact="0.6754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r" for="ch" forName="Parent" refType="w" fact="0.71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r" for="ch" forName="Child2" refType="w" fact="0.3523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r" for="ch" forName="Child3" refType="w" fact="0.3523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r" for="ch" forName="Child5" refType="w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r" for="ch" forName="Child1" refType="w" fact="0.6754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if>
          <dgm:else name="Name19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6" refType="primFontSz" refFor="des" refForName="Parent" op="lte"/>
              <dgm:constr type="primFontSz" for="des" forName="Child7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ptType="node" op="equ" val="65"/>
              <dgm:constr type="r" for="ch" forName="Accent6" refType="w" fact="0.9066"/>
              <dgm:constr type="t" for="ch" forName="Accent6" refType="h" fact="0.4635"/>
              <dgm:constr type="w" for="ch" forName="Accent6" refType="w" fact="0.1622"/>
              <dgm:constr type="h" for="ch" forName="Accent6" refType="h" fact="0.1333"/>
              <dgm:constr type="r" for="ch" forName="Accent5" refType="w" fact="0.7142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r" for="ch" forName="Accent4" refType="w" fact="0.388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r" for="ch" forName="Accent3" refType="w" fact="0.256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r" for="ch" forName="Accent2" refType="w" fact="0.4458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4" refType="w" fact="0.6754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r" for="ch" forName="Parent" refType="w" fact="0.71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r" for="ch" forName="Child2" refType="w" fact="0.3523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r" for="ch" forName="Child3" refType="w" fact="0.3523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r" for="ch" forName="Child5" refType="w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r" for="ch" forName="Child6" refType="w"/>
              <dgm:constr type="t" for="ch" forName="Child6" refType="h" fact="0.1784"/>
              <dgm:constr type="w" for="ch" forName="Child6" refType="w" fact="0.3523"/>
              <dgm:constr type="h" for="ch" forName="Child6" refType="h" fact="0.2907"/>
              <dgm:constr type="r" for="ch" forName="Child1" refType="w" fact="0.6754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else>
        </dgm:choose>
      </dgm:else>
    </dgm:choose>
    <dgm:forEach name="wrapper" axis="self" ptType="parTrans">
      <dgm:forEach name="accentRepeat" axis="self">
        <dgm:layoutNode name="Accent" styleLbl="bgShp">
          <dgm:alg type="sp"/>
          <dgm:shape xmlns:r="http://schemas.openxmlformats.org/officeDocument/2006/relationships" type="hexagon" r:blip="" zOrderOff="-2">
            <dgm:adjLst>
              <dgm:adj idx="1" val="0.289"/>
              <dgm:adj idx="2" val="1.1547"/>
            </dgm:adjLst>
          </dgm:shape>
          <dgm:presOf/>
        </dgm:layoutNode>
      </dgm:forEach>
    </dgm:forEach>
    <dgm:forEach name="Name20" axis="ch" ptType="node" cnt="1">
      <dgm:layoutNode name="Parent" styleLbl="node0">
        <dgm:varLst>
          <dgm:chMax val="6"/>
          <dgm:chPref val="6"/>
        </dgm:varLst>
        <dgm:alg type="tx"/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self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1" axis="ch ch" ptType="node node" st="1 1" cnt="1 1">
      <dgm:layoutNode name="Accent1">
        <dgm:alg type="sp"/>
        <dgm:shape xmlns:r="http://schemas.openxmlformats.org/officeDocument/2006/relationships" r:blip="" zOrderOff="-2">
          <dgm:adjLst/>
        </dgm:shape>
        <dgm:presOf/>
        <dgm:constrLst/>
        <dgm:forEach name="Name22" ref="accentRepeat"/>
      </dgm:layoutNode>
      <dgm:layoutNode name="Child1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3" axis="ch ch" ptType="node node" st="1 2" cnt="1 1">
      <dgm:layoutNode name="Accent2">
        <dgm:alg type="sp"/>
        <dgm:shape xmlns:r="http://schemas.openxmlformats.org/officeDocument/2006/relationships" r:blip="" zOrderOff="-2">
          <dgm:adjLst/>
        </dgm:shape>
        <dgm:presOf/>
        <dgm:constrLst/>
        <dgm:forEach name="Name24" ref="accentRepeat"/>
      </dgm:layoutNode>
      <dgm:layoutNode name="Child2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5" axis="ch ch" ptType="node node" st="1 3" cnt="1 1">
      <dgm:layoutNode name="Accent3">
        <dgm:alg type="sp"/>
        <dgm:shape xmlns:r="http://schemas.openxmlformats.org/officeDocument/2006/relationships" r:blip="" zOrderOff="-2">
          <dgm:adjLst/>
        </dgm:shape>
        <dgm:presOf/>
        <dgm:constrLst/>
        <dgm:forEach name="Name26" ref="accentRepeat"/>
      </dgm:layoutNode>
      <dgm:layoutNode name="Child3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7" axis="ch ch" ptType="node node" st="1 4" cnt="1 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28" ref="accentRepeat"/>
      </dgm:layoutNode>
      <dgm:layoutNode name="Child4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9" axis="ch ch" ptType="node node" st="1 5" cnt="1 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30" ref="accentRepeat"/>
      </dgm:layoutNode>
      <dgm:layoutNode name="Child5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1" axis="ch ch" ptType="node node" st="1 6" cnt="1 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32" ref="accentRepeat"/>
      </dgm:layoutNode>
      <dgm:layoutNode name="Child6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1/layout/HexagonRadial">
  <dgm:title val="Hexagon Radial"/>
  <dgm:desc val="Use to show a sequential process that relates to a central idea or theme. Limited to six Level 2 shapes. Works best with small amounts of text. Unused text does not appear, but remains available if you switch layouts."/>
  <dgm:catLst>
    <dgm:cat type="cycle" pri="8500"/>
    <dgm:cat type="officeonline" pri="90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  <dgm:pt modelId="15">
          <dgm:prSet phldr="1"/>
        </dgm:pt>
        <dgm:pt modelId="16">
          <dgm:prSet phldr="1"/>
        </dgm:pt>
      </dgm:ptLst>
      <dgm:cxnLst>
        <dgm:cxn modelId="40" srcId="0" destId="10" srcOrd="0" destOrd="0"/>
        <dgm:cxn modelId="50" srcId="10" destId="11" srcOrd="0" destOrd="0"/>
        <dgm:cxn modelId="60" srcId="10" destId="12" srcOrd="0" destOrd="0"/>
        <dgm:cxn modelId="70" srcId="10" destId="13" srcOrd="0" destOrd="0"/>
        <dgm:cxn modelId="80" srcId="10" destId="14" srcOrd="0" destOrd="0"/>
        <dgm:cxn modelId="90" srcId="10" destId="15" srcOrd="0" destOrd="0"/>
        <dgm:cxn modelId="100" srcId="10" destId="16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40" srcId="0" destId="10" srcOrd="0" destOrd="0"/>
        <dgm:cxn modelId="50" srcId="10" destId="11" srcOrd="0" destOrd="0"/>
        <dgm:cxn modelId="60" srcId="10" destId="12" srcOrd="0" destOrd="0"/>
        <dgm:cxn modelId="70" srcId="10" destId="13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  <dgm:pt modelId="15">
          <dgm:prSet phldr="1"/>
        </dgm:pt>
        <dgm:pt modelId="16">
          <dgm:prSet phldr="1"/>
        </dgm:pt>
      </dgm:ptLst>
      <dgm:cxnLst>
        <dgm:cxn modelId="40" srcId="0" destId="10" srcOrd="0" destOrd="0"/>
        <dgm:cxn modelId="50" srcId="10" destId="11" srcOrd="0" destOrd="0"/>
        <dgm:cxn modelId="60" srcId="10" destId="12" srcOrd="0" destOrd="0"/>
        <dgm:cxn modelId="70" srcId="10" destId="13" srcOrd="0" destOrd="0"/>
        <dgm:cxn modelId="80" srcId="10" destId="14" srcOrd="0" destOrd="0"/>
        <dgm:cxn modelId="90" srcId="10" destId="15" srcOrd="0" destOrd="0"/>
        <dgm:cxn modelId="100" srcId="10" destId="16" srcOrd="0" destOrd="0"/>
      </dgm:cxnLst>
      <dgm:bg/>
      <dgm:whole/>
    </dgm:dataModel>
  </dgm:clrData>
  <dgm:layoutNode name="Name0">
    <dgm:varLst>
      <dgm:chMax val="1"/>
      <dgm:chPref val="1"/>
      <dgm:dir/>
      <dgm:animOne val="branch"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st="1 1" cnt="1 0" func="cnt" op="equ" val="0">
            <dgm:alg type="composite">
              <dgm:param type="ar" val="1.156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5" axis="ch ch" ptType="node node" st="1 1" cnt="1 0" func="cnt" op="lte" val="1">
            <dgm:alg type="composite">
              <dgm:param type="ar" val="1.36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l" for="ch" forName="Accent1" refType="w" fact="0.1685"/>
              <dgm:constr type="t" for="ch" forName="Accent1" refType="h" fact="0.2946"/>
              <dgm:constr type="w" for="ch" forName="Accent1" refType="w" fact="0.462"/>
              <dgm:constr type="h" for="ch" forName="Accent1" refType="h" fact="0.5472"/>
              <dgm:constr type="l" for="ch" forName="Parent" refType="w" fact="0"/>
              <dgm:constr type="t" for="ch" forName="Parent" refType="h" fact="0.2885"/>
              <dgm:constr type="w" for="ch" forName="Parent" refType="w" fact="0.6013"/>
              <dgm:constr type="h" for="ch" forName="Parent" refType="h" fact="0.7115"/>
              <dgm:constr type="l" for="ch" forName="Child1" refType="w" fact="0.5073"/>
              <dgm:constr type="t" for="ch" forName="Child1" refType="h" fact="0"/>
              <dgm:constr type="w" for="ch" forName="Child1" refType="w" fact="0.4927"/>
              <dgm:constr type="h" for="ch" forName="Child1" refType="h" fact="0.5831"/>
            </dgm:constrLst>
          </dgm:if>
          <dgm:if name="Name6" axis="ch ch" ptType="node node" st="1 1" cnt="1 0" func="cnt" op="equ" val="2">
            <dgm:alg type="composite">
              <dgm:param type="ar" val="1.0619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l" for="ch" forName="Accent2" refType="w" fact="0.6413"/>
              <dgm:constr type="t" for="ch" forName="Accent2" refType="h" fact="0.3477"/>
              <dgm:constr type="w" for="ch" forName="Accent2" refType="w" fact="0.2269"/>
              <dgm:constr type="h" for="ch" forName="Accent2" refType="h" fact="0.2076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Parent" refType="w" fact="0"/>
              <dgm:constr type="t" for="ch" forName="Parent" refType="h" fact="0.2239"/>
              <dgm:constr type="w" for="ch" forName="Parent" refType="w" fact="0.6013"/>
              <dgm:constr type="h" for="ch" forName="Parent" refType="h" fact="0.5523"/>
              <dgm:constr type="l" for="ch" forName="Child1" refType="w" fact="0.5073"/>
              <dgm:constr type="t" for="ch" forName="Child1" refType="h" fact="0"/>
              <dgm:constr type="w" for="ch" forName="Child1" refType="w" fact="0.4927"/>
              <dgm:constr type="h" for="ch" forName="Child1" refType="h" fact="0.4527"/>
              <dgm:constr type="l" for="ch" forName="Child2" refType="w" fact="0.5073"/>
              <dgm:constr type="t" for="ch" forName="Child2" refType="h" fact="0.5473"/>
              <dgm:constr type="w" for="ch" forName="Child2" refType="w" fact="0.4927"/>
              <dgm:constr type="h" for="ch" forName="Child2" refType="h" fact="0.4527"/>
            </dgm:constrLst>
          </dgm:if>
          <dgm:if name="Name7" axis="ch ch" ptType="node node" st="1 1" cnt="1 0" func="cnt" op="equ" val="3">
            <dgm:alg type="composite">
              <dgm:param type="ar" val="0.8305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3" refType="w" fact="0.4573"/>
              <dgm:constr type="t" for="ch" forName="Accent3" refType="h" fact="0.6145"/>
              <dgm:constr type="w" for="ch" forName="Accent3" refType="w" fact="0.2269"/>
              <dgm:constr type="h" for="ch" forName="Accent3" refType="h" fact="0.1623"/>
              <dgm:constr type="l" for="ch" forName="Accent2" refType="w" fact="0.6413"/>
              <dgm:constr type="t" for="ch" forName="Accent2" refType="h" fact="0.2719"/>
              <dgm:constr type="w" for="ch" forName="Accent2" refType="w" fact="0.2269"/>
              <dgm:constr type="h" for="ch" forName="Accent2" refType="h" fact="0.162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3" refType="w" fact="0.0554"/>
              <dgm:constr type="t" for="ch" forName="Child3" refType="h" fact="0.646"/>
              <dgm:constr type="w" for="ch" forName="Child3" refType="w" fact="0.4927"/>
              <dgm:constr type="h" for="ch" forName="Child3" refType="h" fact="0.354"/>
              <dgm:constr type="l" for="ch" forName="Parent" refType="w" fact="0"/>
              <dgm:constr type="t" for="ch" forName="Parent" refType="h" fact="0.1751"/>
              <dgm:constr type="w" for="ch" forName="Parent" refType="w" fact="0.6013"/>
              <dgm:constr type="h" for="ch" forName="Parent" refType="h" fact="0.4319"/>
              <dgm:constr type="l" for="ch" forName="Child1" refType="w" fact="0.5073"/>
              <dgm:constr type="t" for="ch" forName="Child1" refType="h" fact="0"/>
              <dgm:constr type="w" for="ch" forName="Child1" refType="w" fact="0.4927"/>
              <dgm:constr type="h" for="ch" forName="Child1" refType="h" fact="0.354"/>
              <dgm:constr type="l" for="ch" forName="Child2" refType="w" fact="0.5073"/>
              <dgm:constr type="t" for="ch" forName="Child2" refType="h" fact="0.428"/>
              <dgm:constr type="w" for="ch" forName="Child2" refType="w" fact="0.4927"/>
              <dgm:constr type="h" for="ch" forName="Child2" refType="h" fact="0.354"/>
            </dgm:constrLst>
          </dgm:if>
          <dgm:if name="Name8" axis="ch ch" ptType="node node" st="1 1" cnt="1 0" func="cnt" op="equ" val="4">
            <dgm:alg type="composite">
              <dgm:param type="ar" val="0.682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4" refType="w" fact="0.4573"/>
              <dgm:constr type="t" for="ch" forName="Accent4" refType="h" fact="0.6834"/>
              <dgm:constr type="w" for="ch" forName="Accent4" refType="w" fact="0.2269"/>
              <dgm:constr type="h" for="ch" forName="Accent4" refType="h" fact="0.1333"/>
              <dgm:constr type="l" for="ch" forName="Accent3" refType="w" fact="0.6413"/>
              <dgm:constr type="t" for="ch" forName="Accent3" refType="h" fact="0.4021"/>
              <dgm:constr type="w" for="ch" forName="Accent3" refType="w" fact="0.2269"/>
              <dgm:constr type="h" for="ch" forName="Accent3" refType="h" fact="0.1333"/>
              <dgm:constr type="l" for="ch" forName="Accent2" refType="w" fact="0.3765"/>
              <dgm:constr type="t" for="ch" forName="Accent2" refType="h" fact="0.1529"/>
              <dgm:constr type="w" for="ch" forName="Accent2" refType="w" fact="0.2269"/>
              <dgm:constr type="h" for="ch" forName="Accent2" refType="h" fact="0.133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4" refType="w" fact="0.0554"/>
              <dgm:constr type="t" for="ch" forName="Child4" refType="h" fact="0.7093"/>
              <dgm:constr type="w" for="ch" forName="Child4" refType="w" fact="0.4927"/>
              <dgm:constr type="h" for="ch" forName="Child4" refType="h" fact="0.2907"/>
              <dgm:constr type="l" for="ch" forName="Parent" refType="w" fact="0"/>
              <dgm:constr type="t" for="ch" forName="Parent" refType="h" fact="0.3226"/>
              <dgm:constr type="w" for="ch" forName="Parent" refType="w" fact="0.6013"/>
              <dgm:constr type="h" for="ch" forName="Parent" refType="h" fact="0.3547"/>
              <dgm:constr type="l" for="ch" forName="Child2" refType="w" fact="0.5073"/>
              <dgm:constr type="t" for="ch" forName="Child2" refType="h" fact="0.1788"/>
              <dgm:constr type="w" for="ch" forName="Child2" refType="w" fact="0.4927"/>
              <dgm:constr type="h" for="ch" forName="Child2" refType="h" fact="0.2907"/>
              <dgm:constr type="l" for="ch" forName="Child3" refType="w" fact="0.5073"/>
              <dgm:constr type="t" for="ch" forName="Child3" refType="h" fact="0.5303"/>
              <dgm:constr type="w" for="ch" forName="Child3" refType="w" fact="0.4927"/>
              <dgm:constr type="h" for="ch" forName="Child3" refType="h" fact="0.2907"/>
              <dgm:constr type="l" for="ch" forName="Child1" refType="w" fact="0.0554"/>
              <dgm:constr type="t" for="ch" forName="Child1" refType="h" fact="0"/>
              <dgm:constr type="w" for="ch" forName="Child1" refType="w" fact="0.4927"/>
              <dgm:constr type="h" for="ch" forName="Child1" refType="h" fact="0.2907"/>
            </dgm:constrLst>
          </dgm:if>
          <dgm:if name="Name9" axis="ch ch" ptType="node node" st="1 1" cnt="1 0" func="cnt" op="equ" val="5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5" refType="w" fact="0.2858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l" for="ch" forName="Accent4" refType="w" fact="0.612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l" for="ch" forName="Accent3" refType="w" fact="0.743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l" for="ch" forName="Accent2" refType="w" fact="0.5542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4" refType="w" fact="0.3246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l" for="ch" forName="Parent" refType="w" fact="0.28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l" for="ch" forName="Child2" refType="w" fact="0.6477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l" for="ch" forName="Child3" refType="w" fact="0.6477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l" for="ch" forName="Child5" refType="w" fact="0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l" for="ch" forName="Child1" refType="w" fact="0.3246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if>
          <dgm:else name="Name10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6" refType="primFontSz" refFor="des" refForName="Parent" op="lte"/>
              <dgm:constr type="primFontSz" for="des" forName="Child7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ptType="node" op="equ" val="65"/>
              <dgm:constr type="l" for="ch" forName="Accent6" refType="w" fact="0.0934"/>
              <dgm:constr type="t" for="ch" forName="Accent6" refType="h" fact="0.4635"/>
              <dgm:constr type="w" for="ch" forName="Accent6" refType="w" fact="0.1622"/>
              <dgm:constr type="h" for="ch" forName="Accent6" refType="h" fact="0.1333"/>
              <dgm:constr type="l" for="ch" forName="Accent5" refType="w" fact="0.2858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l" for="ch" forName="Accent4" refType="w" fact="0.612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l" for="ch" forName="Accent3" refType="w" fact="0.743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l" for="ch" forName="Accent2" refType="w" fact="0.5542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4" refType="w" fact="0.3246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l" for="ch" forName="Parent" refType="w" fact="0.28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l" for="ch" forName="Child2" refType="w" fact="0.6477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l" for="ch" forName="Child3" refType="w" fact="0.6477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l" for="ch" forName="Child5" refType="w" fact="0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l" for="ch" forName="Child6" refType="w" fact="0"/>
              <dgm:constr type="t" for="ch" forName="Child6" refType="h" fact="0.1784"/>
              <dgm:constr type="w" for="ch" forName="Child6" refType="w" fact="0.3523"/>
              <dgm:constr type="h" for="ch" forName="Child6" refType="h" fact="0.2907"/>
              <dgm:constr type="l" for="ch" forName="Child1" refType="w" fact="0.3246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else>
        </dgm:choose>
      </dgm:if>
      <dgm:else name="Name11">
        <dgm:choose name="Name12">
          <dgm:if name="Name13" axis="ch ch" ptType="node node" st="1 1" cnt="1 0" func="cnt" op="equ" val="0">
            <dgm:alg type="composite">
              <dgm:param type="ar" val="1.156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14" axis="ch ch" ptType="node node" st="1 1" cnt="1 0" func="cnt" op="lte" val="1">
            <dgm:alg type="composite">
              <dgm:param type="ar" val="1.36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r" for="ch" forName="Accent1" refType="w" fact="0.8315"/>
              <dgm:constr type="t" for="ch" forName="Accent1" refType="h" fact="0.2946"/>
              <dgm:constr type="w" for="ch" forName="Accent1" refType="w" fact="0.462"/>
              <dgm:constr type="h" for="ch" forName="Accent1" refType="h" fact="0.5472"/>
              <dgm:constr type="r" for="ch" forName="Parent" refType="w"/>
              <dgm:constr type="t" for="ch" forName="Parent" refType="h" fact="0.2885"/>
              <dgm:constr type="w" for="ch" forName="Parent" refType="w" fact="0.6013"/>
              <dgm:constr type="h" for="ch" forName="Parent" refType="h" fact="0.7115"/>
              <dgm:constr type="r" for="ch" forName="Child1" refType="w" fact="0.4927"/>
              <dgm:constr type="t" for="ch" forName="Child1" refType="h" fact="0"/>
              <dgm:constr type="w" for="ch" forName="Child1" refType="w" fact="0.4927"/>
              <dgm:constr type="h" for="ch" forName="Child1" refType="h" fact="0.5831"/>
            </dgm:constrLst>
          </dgm:if>
          <dgm:if name="Name15" axis="ch ch" ptType="node node" st="1 1" cnt="1 0" func="cnt" op="equ" val="2">
            <dgm:alg type="composite">
              <dgm:param type="ar" val="1.0619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r" for="ch" forName="Accent2" refType="w" fact="0.3587"/>
              <dgm:constr type="t" for="ch" forName="Accent2" refType="h" fact="0.3477"/>
              <dgm:constr type="w" for="ch" forName="Accent2" refType="w" fact="0.2269"/>
              <dgm:constr type="h" for="ch" forName="Accent2" refType="h" fact="0.2076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Parent" refType="w"/>
              <dgm:constr type="t" for="ch" forName="Parent" refType="h" fact="0.2239"/>
              <dgm:constr type="w" for="ch" forName="Parent" refType="w" fact="0.6013"/>
              <dgm:constr type="h" for="ch" forName="Parent" refType="h" fact="0.5523"/>
              <dgm:constr type="r" for="ch" forName="Child1" refType="w" fact="0.4927"/>
              <dgm:constr type="t" for="ch" forName="Child1" refType="h" fact="0"/>
              <dgm:constr type="w" for="ch" forName="Child1" refType="w" fact="0.4927"/>
              <dgm:constr type="h" for="ch" forName="Child1" refType="h" fact="0.4527"/>
              <dgm:constr type="r" for="ch" forName="Child2" refType="w" fact="0.5073"/>
              <dgm:constr type="t" for="ch" forName="Child2" refType="h" fact="0.5473"/>
              <dgm:constr type="w" for="ch" forName="Child2" refType="w" fact="0.4927"/>
              <dgm:constr type="h" for="ch" forName="Child2" refType="h" fact="0.4527"/>
            </dgm:constrLst>
          </dgm:if>
          <dgm:if name="Name16" axis="ch ch" ptType="node node" st="1 1" cnt="1 0" func="cnt" op="equ" val="3">
            <dgm:alg type="composite">
              <dgm:param type="ar" val="0.8305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Accent3" refType="w" fact="0.5427"/>
              <dgm:constr type="t" for="ch" forName="Accent3" refType="h" fact="0.6145"/>
              <dgm:constr type="w" for="ch" forName="Accent3" refType="w" fact="0.2269"/>
              <dgm:constr type="h" for="ch" forName="Accent3" refType="h" fact="0.1623"/>
              <dgm:constr type="r" for="ch" forName="Accent2" refType="w" fact="0.3587"/>
              <dgm:constr type="t" for="ch" forName="Accent2" refType="h" fact="0.2719"/>
              <dgm:constr type="w" for="ch" forName="Accent2" refType="w" fact="0.2269"/>
              <dgm:constr type="h" for="ch" forName="Accent2" refType="h" fact="0.162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3" refType="w" fact="0.9446"/>
              <dgm:constr type="t" for="ch" forName="Child3" refType="h" fact="0.646"/>
              <dgm:constr type="w" for="ch" forName="Child3" refType="w" fact="0.4927"/>
              <dgm:constr type="h" for="ch" forName="Child3" refType="h" fact="0.354"/>
              <dgm:constr type="r" for="ch" forName="Parent" refType="w"/>
              <dgm:constr type="t" for="ch" forName="Parent" refType="h" fact="0.1751"/>
              <dgm:constr type="w" for="ch" forName="Parent" refType="w" fact="0.6013"/>
              <dgm:constr type="h" for="ch" forName="Parent" refType="h" fact="0.4319"/>
              <dgm:constr type="r" for="ch" forName="Child1" refType="w" fact="0.4927"/>
              <dgm:constr type="t" for="ch" forName="Child1" refType="h" fact="0"/>
              <dgm:constr type="w" for="ch" forName="Child1" refType="w" fact="0.4927"/>
              <dgm:constr type="h" for="ch" forName="Child1" refType="h" fact="0.354"/>
              <dgm:constr type="r" for="ch" forName="Child2" refType="w" fact="0.4927"/>
              <dgm:constr type="t" for="ch" forName="Child2" refType="h" fact="0.428"/>
              <dgm:constr type="w" for="ch" forName="Child2" refType="w" fact="0.4927"/>
              <dgm:constr type="h" for="ch" forName="Child2" refType="h" fact="0.354"/>
            </dgm:constrLst>
          </dgm:if>
          <dgm:if name="Name17" axis="ch ch" ptType="node node" st="1 1" cnt="1 0" func="cnt" op="equ" val="4">
            <dgm:alg type="composite">
              <dgm:param type="ar" val="0.682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Accent4" refType="w" fact="0.5427"/>
              <dgm:constr type="t" for="ch" forName="Accent4" refType="h" fact="0.6834"/>
              <dgm:constr type="w" for="ch" forName="Accent4" refType="w" fact="0.2269"/>
              <dgm:constr type="h" for="ch" forName="Accent4" refType="h" fact="0.1333"/>
              <dgm:constr type="r" for="ch" forName="Accent3" refType="w" fact="0.3587"/>
              <dgm:constr type="t" for="ch" forName="Accent3" refType="h" fact="0.4021"/>
              <dgm:constr type="w" for="ch" forName="Accent3" refType="w" fact="0.2269"/>
              <dgm:constr type="h" for="ch" forName="Accent3" refType="h" fact="0.1333"/>
              <dgm:constr type="r" for="ch" forName="Accent2" refType="w" fact="0.6235"/>
              <dgm:constr type="t" for="ch" forName="Accent2" refType="h" fact="0.1529"/>
              <dgm:constr type="w" for="ch" forName="Accent2" refType="w" fact="0.2269"/>
              <dgm:constr type="h" for="ch" forName="Accent2" refType="h" fact="0.133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4" refType="w" fact="0.9446"/>
              <dgm:constr type="t" for="ch" forName="Child4" refType="h" fact="0.7093"/>
              <dgm:constr type="w" for="ch" forName="Child4" refType="w" fact="0.4927"/>
              <dgm:constr type="h" for="ch" forName="Child4" refType="h" fact="0.2907"/>
              <dgm:constr type="r" for="ch" forName="Parent" refType="w"/>
              <dgm:constr type="t" for="ch" forName="Parent" refType="h" fact="0.3226"/>
              <dgm:constr type="w" for="ch" forName="Parent" refType="w" fact="0.6013"/>
              <dgm:constr type="h" for="ch" forName="Parent" refType="h" fact="0.3547"/>
              <dgm:constr type="r" for="ch" forName="Child2" refType="w" fact="0.4927"/>
              <dgm:constr type="t" for="ch" forName="Child2" refType="h" fact="0.1788"/>
              <dgm:constr type="w" for="ch" forName="Child2" refType="w" fact="0.4927"/>
              <dgm:constr type="h" for="ch" forName="Child2" refType="h" fact="0.2907"/>
              <dgm:constr type="r" for="ch" forName="Child3" refType="w" fact="0.4927"/>
              <dgm:constr type="t" for="ch" forName="Child3" refType="h" fact="0.5303"/>
              <dgm:constr type="w" for="ch" forName="Child3" refType="w" fact="0.4927"/>
              <dgm:constr type="h" for="ch" forName="Child3" refType="h" fact="0.2907"/>
              <dgm:constr type="r" for="ch" forName="Child1" refType="w" fact="0.9446"/>
              <dgm:constr type="t" for="ch" forName="Child1" refType="h" fact="0"/>
              <dgm:constr type="w" for="ch" forName="Child1" refType="w" fact="0.4927"/>
              <dgm:constr type="h" for="ch" forName="Child1" refType="h" fact="0.2907"/>
            </dgm:constrLst>
          </dgm:if>
          <dgm:if name="Name18" axis="ch ch" ptType="node node" st="1 1" cnt="1 0" func="cnt" op="equ" val="5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r" for="ch" forName="Accent5" refType="w" fact="0.7142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r" for="ch" forName="Accent4" refType="w" fact="0.388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r" for="ch" forName="Accent3" refType="w" fact="0.256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r" for="ch" forName="Accent2" refType="w" fact="0.4458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4" refType="w" fact="0.6754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r" for="ch" forName="Parent" refType="w" fact="0.71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r" for="ch" forName="Child2" refType="w" fact="0.3523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r" for="ch" forName="Child3" refType="w" fact="0.3523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r" for="ch" forName="Child5" refType="w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r" for="ch" forName="Child1" refType="w" fact="0.6754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if>
          <dgm:else name="Name19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6" refType="primFontSz" refFor="des" refForName="Parent" op="lte"/>
              <dgm:constr type="primFontSz" for="des" forName="Child7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ptType="node" op="equ" val="65"/>
              <dgm:constr type="r" for="ch" forName="Accent6" refType="w" fact="0.9066"/>
              <dgm:constr type="t" for="ch" forName="Accent6" refType="h" fact="0.4635"/>
              <dgm:constr type="w" for="ch" forName="Accent6" refType="w" fact="0.1622"/>
              <dgm:constr type="h" for="ch" forName="Accent6" refType="h" fact="0.1333"/>
              <dgm:constr type="r" for="ch" forName="Accent5" refType="w" fact="0.7142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r" for="ch" forName="Accent4" refType="w" fact="0.388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r" for="ch" forName="Accent3" refType="w" fact="0.256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r" for="ch" forName="Accent2" refType="w" fact="0.4458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4" refType="w" fact="0.6754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r" for="ch" forName="Parent" refType="w" fact="0.71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r" for="ch" forName="Child2" refType="w" fact="0.3523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r" for="ch" forName="Child3" refType="w" fact="0.3523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r" for="ch" forName="Child5" refType="w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r" for="ch" forName="Child6" refType="w"/>
              <dgm:constr type="t" for="ch" forName="Child6" refType="h" fact="0.1784"/>
              <dgm:constr type="w" for="ch" forName="Child6" refType="w" fact="0.3523"/>
              <dgm:constr type="h" for="ch" forName="Child6" refType="h" fact="0.2907"/>
              <dgm:constr type="r" for="ch" forName="Child1" refType="w" fact="0.6754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else>
        </dgm:choose>
      </dgm:else>
    </dgm:choose>
    <dgm:forEach name="wrapper" axis="self" ptType="parTrans">
      <dgm:forEach name="accentRepeat" axis="self">
        <dgm:layoutNode name="Accent" styleLbl="bgShp">
          <dgm:alg type="sp"/>
          <dgm:shape xmlns:r="http://schemas.openxmlformats.org/officeDocument/2006/relationships" type="hexagon" r:blip="" zOrderOff="-2">
            <dgm:adjLst>
              <dgm:adj idx="1" val="0.289"/>
              <dgm:adj idx="2" val="1.1547"/>
            </dgm:adjLst>
          </dgm:shape>
          <dgm:presOf/>
        </dgm:layoutNode>
      </dgm:forEach>
    </dgm:forEach>
    <dgm:forEach name="Name20" axis="ch" ptType="node" cnt="1">
      <dgm:layoutNode name="Parent" styleLbl="node0">
        <dgm:varLst>
          <dgm:chMax val="6"/>
          <dgm:chPref val="6"/>
        </dgm:varLst>
        <dgm:alg type="tx"/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self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1" axis="ch ch" ptType="node node" st="1 1" cnt="1 1">
      <dgm:layoutNode name="Accent1">
        <dgm:alg type="sp"/>
        <dgm:shape xmlns:r="http://schemas.openxmlformats.org/officeDocument/2006/relationships" r:blip="" zOrderOff="-2">
          <dgm:adjLst/>
        </dgm:shape>
        <dgm:presOf/>
        <dgm:constrLst/>
        <dgm:forEach name="Name22" ref="accentRepeat"/>
      </dgm:layoutNode>
      <dgm:layoutNode name="Child1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3" axis="ch ch" ptType="node node" st="1 2" cnt="1 1">
      <dgm:layoutNode name="Accent2">
        <dgm:alg type="sp"/>
        <dgm:shape xmlns:r="http://schemas.openxmlformats.org/officeDocument/2006/relationships" r:blip="" zOrderOff="-2">
          <dgm:adjLst/>
        </dgm:shape>
        <dgm:presOf/>
        <dgm:constrLst/>
        <dgm:forEach name="Name24" ref="accentRepeat"/>
      </dgm:layoutNode>
      <dgm:layoutNode name="Child2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5" axis="ch ch" ptType="node node" st="1 3" cnt="1 1">
      <dgm:layoutNode name="Accent3">
        <dgm:alg type="sp"/>
        <dgm:shape xmlns:r="http://schemas.openxmlformats.org/officeDocument/2006/relationships" r:blip="" zOrderOff="-2">
          <dgm:adjLst/>
        </dgm:shape>
        <dgm:presOf/>
        <dgm:constrLst/>
        <dgm:forEach name="Name26" ref="accentRepeat"/>
      </dgm:layoutNode>
      <dgm:layoutNode name="Child3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7" axis="ch ch" ptType="node node" st="1 4" cnt="1 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28" ref="accentRepeat"/>
      </dgm:layoutNode>
      <dgm:layoutNode name="Child4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9" axis="ch ch" ptType="node node" st="1 5" cnt="1 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30" ref="accentRepeat"/>
      </dgm:layoutNode>
      <dgm:layoutNode name="Child5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1" axis="ch ch" ptType="node node" st="1 6" cnt="1 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32" ref="accentRepeat"/>
      </dgm:layoutNode>
      <dgm:layoutNode name="Child6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1/layout/HexagonRadial">
  <dgm:title val="Hexagon Radial"/>
  <dgm:desc val="Use to show a sequential process that relates to a central idea or theme. Limited to six Level 2 shapes. Works best with small amounts of text. Unused text does not appear, but remains available if you switch layouts."/>
  <dgm:catLst>
    <dgm:cat type="cycle" pri="8500"/>
    <dgm:cat type="officeonline" pri="90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  <dgm:pt modelId="15">
          <dgm:prSet phldr="1"/>
        </dgm:pt>
        <dgm:pt modelId="16">
          <dgm:prSet phldr="1"/>
        </dgm:pt>
      </dgm:ptLst>
      <dgm:cxnLst>
        <dgm:cxn modelId="40" srcId="0" destId="10" srcOrd="0" destOrd="0"/>
        <dgm:cxn modelId="50" srcId="10" destId="11" srcOrd="0" destOrd="0"/>
        <dgm:cxn modelId="60" srcId="10" destId="12" srcOrd="0" destOrd="0"/>
        <dgm:cxn modelId="70" srcId="10" destId="13" srcOrd="0" destOrd="0"/>
        <dgm:cxn modelId="80" srcId="10" destId="14" srcOrd="0" destOrd="0"/>
        <dgm:cxn modelId="90" srcId="10" destId="15" srcOrd="0" destOrd="0"/>
        <dgm:cxn modelId="100" srcId="10" destId="16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40" srcId="0" destId="10" srcOrd="0" destOrd="0"/>
        <dgm:cxn modelId="50" srcId="10" destId="11" srcOrd="0" destOrd="0"/>
        <dgm:cxn modelId="60" srcId="10" destId="12" srcOrd="0" destOrd="0"/>
        <dgm:cxn modelId="70" srcId="10" destId="13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  <dgm:pt modelId="15">
          <dgm:prSet phldr="1"/>
        </dgm:pt>
        <dgm:pt modelId="16">
          <dgm:prSet phldr="1"/>
        </dgm:pt>
      </dgm:ptLst>
      <dgm:cxnLst>
        <dgm:cxn modelId="40" srcId="0" destId="10" srcOrd="0" destOrd="0"/>
        <dgm:cxn modelId="50" srcId="10" destId="11" srcOrd="0" destOrd="0"/>
        <dgm:cxn modelId="60" srcId="10" destId="12" srcOrd="0" destOrd="0"/>
        <dgm:cxn modelId="70" srcId="10" destId="13" srcOrd="0" destOrd="0"/>
        <dgm:cxn modelId="80" srcId="10" destId="14" srcOrd="0" destOrd="0"/>
        <dgm:cxn modelId="90" srcId="10" destId="15" srcOrd="0" destOrd="0"/>
        <dgm:cxn modelId="100" srcId="10" destId="16" srcOrd="0" destOrd="0"/>
      </dgm:cxnLst>
      <dgm:bg/>
      <dgm:whole/>
    </dgm:dataModel>
  </dgm:clrData>
  <dgm:layoutNode name="Name0">
    <dgm:varLst>
      <dgm:chMax val="1"/>
      <dgm:chPref val="1"/>
      <dgm:dir/>
      <dgm:animOne val="branch"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st="1 1" cnt="1 0" func="cnt" op="equ" val="0">
            <dgm:alg type="composite">
              <dgm:param type="ar" val="1.156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5" axis="ch ch" ptType="node node" st="1 1" cnt="1 0" func="cnt" op="lte" val="1">
            <dgm:alg type="composite">
              <dgm:param type="ar" val="1.36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l" for="ch" forName="Accent1" refType="w" fact="0.1685"/>
              <dgm:constr type="t" for="ch" forName="Accent1" refType="h" fact="0.2946"/>
              <dgm:constr type="w" for="ch" forName="Accent1" refType="w" fact="0.462"/>
              <dgm:constr type="h" for="ch" forName="Accent1" refType="h" fact="0.5472"/>
              <dgm:constr type="l" for="ch" forName="Parent" refType="w" fact="0"/>
              <dgm:constr type="t" for="ch" forName="Parent" refType="h" fact="0.2885"/>
              <dgm:constr type="w" for="ch" forName="Parent" refType="w" fact="0.6013"/>
              <dgm:constr type="h" for="ch" forName="Parent" refType="h" fact="0.7115"/>
              <dgm:constr type="l" for="ch" forName="Child1" refType="w" fact="0.5073"/>
              <dgm:constr type="t" for="ch" forName="Child1" refType="h" fact="0"/>
              <dgm:constr type="w" for="ch" forName="Child1" refType="w" fact="0.4927"/>
              <dgm:constr type="h" for="ch" forName="Child1" refType="h" fact="0.5831"/>
            </dgm:constrLst>
          </dgm:if>
          <dgm:if name="Name6" axis="ch ch" ptType="node node" st="1 1" cnt="1 0" func="cnt" op="equ" val="2">
            <dgm:alg type="composite">
              <dgm:param type="ar" val="1.0619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l" for="ch" forName="Accent2" refType="w" fact="0.6413"/>
              <dgm:constr type="t" for="ch" forName="Accent2" refType="h" fact="0.3477"/>
              <dgm:constr type="w" for="ch" forName="Accent2" refType="w" fact="0.2269"/>
              <dgm:constr type="h" for="ch" forName="Accent2" refType="h" fact="0.2076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Parent" refType="w" fact="0"/>
              <dgm:constr type="t" for="ch" forName="Parent" refType="h" fact="0.2239"/>
              <dgm:constr type="w" for="ch" forName="Parent" refType="w" fact="0.6013"/>
              <dgm:constr type="h" for="ch" forName="Parent" refType="h" fact="0.5523"/>
              <dgm:constr type="l" for="ch" forName="Child1" refType="w" fact="0.5073"/>
              <dgm:constr type="t" for="ch" forName="Child1" refType="h" fact="0"/>
              <dgm:constr type="w" for="ch" forName="Child1" refType="w" fact="0.4927"/>
              <dgm:constr type="h" for="ch" forName="Child1" refType="h" fact="0.4527"/>
              <dgm:constr type="l" for="ch" forName="Child2" refType="w" fact="0.5073"/>
              <dgm:constr type="t" for="ch" forName="Child2" refType="h" fact="0.5473"/>
              <dgm:constr type="w" for="ch" forName="Child2" refType="w" fact="0.4927"/>
              <dgm:constr type="h" for="ch" forName="Child2" refType="h" fact="0.4527"/>
            </dgm:constrLst>
          </dgm:if>
          <dgm:if name="Name7" axis="ch ch" ptType="node node" st="1 1" cnt="1 0" func="cnt" op="equ" val="3">
            <dgm:alg type="composite">
              <dgm:param type="ar" val="0.8305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3" refType="w" fact="0.4573"/>
              <dgm:constr type="t" for="ch" forName="Accent3" refType="h" fact="0.6145"/>
              <dgm:constr type="w" for="ch" forName="Accent3" refType="w" fact="0.2269"/>
              <dgm:constr type="h" for="ch" forName="Accent3" refType="h" fact="0.1623"/>
              <dgm:constr type="l" for="ch" forName="Accent2" refType="w" fact="0.6413"/>
              <dgm:constr type="t" for="ch" forName="Accent2" refType="h" fact="0.2719"/>
              <dgm:constr type="w" for="ch" forName="Accent2" refType="w" fact="0.2269"/>
              <dgm:constr type="h" for="ch" forName="Accent2" refType="h" fact="0.162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3" refType="w" fact="0.0554"/>
              <dgm:constr type="t" for="ch" forName="Child3" refType="h" fact="0.646"/>
              <dgm:constr type="w" for="ch" forName="Child3" refType="w" fact="0.4927"/>
              <dgm:constr type="h" for="ch" forName="Child3" refType="h" fact="0.354"/>
              <dgm:constr type="l" for="ch" forName="Parent" refType="w" fact="0"/>
              <dgm:constr type="t" for="ch" forName="Parent" refType="h" fact="0.1751"/>
              <dgm:constr type="w" for="ch" forName="Parent" refType="w" fact="0.6013"/>
              <dgm:constr type="h" for="ch" forName="Parent" refType="h" fact="0.4319"/>
              <dgm:constr type="l" for="ch" forName="Child1" refType="w" fact="0.5073"/>
              <dgm:constr type="t" for="ch" forName="Child1" refType="h" fact="0"/>
              <dgm:constr type="w" for="ch" forName="Child1" refType="w" fact="0.4927"/>
              <dgm:constr type="h" for="ch" forName="Child1" refType="h" fact="0.354"/>
              <dgm:constr type="l" for="ch" forName="Child2" refType="w" fact="0.5073"/>
              <dgm:constr type="t" for="ch" forName="Child2" refType="h" fact="0.428"/>
              <dgm:constr type="w" for="ch" forName="Child2" refType="w" fact="0.4927"/>
              <dgm:constr type="h" for="ch" forName="Child2" refType="h" fact="0.354"/>
            </dgm:constrLst>
          </dgm:if>
          <dgm:if name="Name8" axis="ch ch" ptType="node node" st="1 1" cnt="1 0" func="cnt" op="equ" val="4">
            <dgm:alg type="composite">
              <dgm:param type="ar" val="0.682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4" refType="w" fact="0.4573"/>
              <dgm:constr type="t" for="ch" forName="Accent4" refType="h" fact="0.6834"/>
              <dgm:constr type="w" for="ch" forName="Accent4" refType="w" fact="0.2269"/>
              <dgm:constr type="h" for="ch" forName="Accent4" refType="h" fact="0.1333"/>
              <dgm:constr type="l" for="ch" forName="Accent3" refType="w" fact="0.6413"/>
              <dgm:constr type="t" for="ch" forName="Accent3" refType="h" fact="0.4021"/>
              <dgm:constr type="w" for="ch" forName="Accent3" refType="w" fact="0.2269"/>
              <dgm:constr type="h" for="ch" forName="Accent3" refType="h" fact="0.1333"/>
              <dgm:constr type="l" for="ch" forName="Accent2" refType="w" fact="0.3765"/>
              <dgm:constr type="t" for="ch" forName="Accent2" refType="h" fact="0.1529"/>
              <dgm:constr type="w" for="ch" forName="Accent2" refType="w" fact="0.2269"/>
              <dgm:constr type="h" for="ch" forName="Accent2" refType="h" fact="0.133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4" refType="w" fact="0.0554"/>
              <dgm:constr type="t" for="ch" forName="Child4" refType="h" fact="0.7093"/>
              <dgm:constr type="w" for="ch" forName="Child4" refType="w" fact="0.4927"/>
              <dgm:constr type="h" for="ch" forName="Child4" refType="h" fact="0.2907"/>
              <dgm:constr type="l" for="ch" forName="Parent" refType="w" fact="0"/>
              <dgm:constr type="t" for="ch" forName="Parent" refType="h" fact="0.3226"/>
              <dgm:constr type="w" for="ch" forName="Parent" refType="w" fact="0.6013"/>
              <dgm:constr type="h" for="ch" forName="Parent" refType="h" fact="0.3547"/>
              <dgm:constr type="l" for="ch" forName="Child2" refType="w" fact="0.5073"/>
              <dgm:constr type="t" for="ch" forName="Child2" refType="h" fact="0.1788"/>
              <dgm:constr type="w" for="ch" forName="Child2" refType="w" fact="0.4927"/>
              <dgm:constr type="h" for="ch" forName="Child2" refType="h" fact="0.2907"/>
              <dgm:constr type="l" for="ch" forName="Child3" refType="w" fact="0.5073"/>
              <dgm:constr type="t" for="ch" forName="Child3" refType="h" fact="0.5303"/>
              <dgm:constr type="w" for="ch" forName="Child3" refType="w" fact="0.4927"/>
              <dgm:constr type="h" for="ch" forName="Child3" refType="h" fact="0.2907"/>
              <dgm:constr type="l" for="ch" forName="Child1" refType="w" fact="0.0554"/>
              <dgm:constr type="t" for="ch" forName="Child1" refType="h" fact="0"/>
              <dgm:constr type="w" for="ch" forName="Child1" refType="w" fact="0.4927"/>
              <dgm:constr type="h" for="ch" forName="Child1" refType="h" fact="0.2907"/>
            </dgm:constrLst>
          </dgm:if>
          <dgm:if name="Name9" axis="ch ch" ptType="node node" st="1 1" cnt="1 0" func="cnt" op="equ" val="5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5" refType="w" fact="0.2858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l" for="ch" forName="Accent4" refType="w" fact="0.612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l" for="ch" forName="Accent3" refType="w" fact="0.743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l" for="ch" forName="Accent2" refType="w" fact="0.5542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4" refType="w" fact="0.3246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l" for="ch" forName="Parent" refType="w" fact="0.28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l" for="ch" forName="Child2" refType="w" fact="0.6477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l" for="ch" forName="Child3" refType="w" fact="0.6477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l" for="ch" forName="Child5" refType="w" fact="0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l" for="ch" forName="Child1" refType="w" fact="0.3246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if>
          <dgm:else name="Name10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6" refType="primFontSz" refFor="des" refForName="Parent" op="lte"/>
              <dgm:constr type="primFontSz" for="des" forName="Child7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ptType="node" op="equ" val="65"/>
              <dgm:constr type="l" for="ch" forName="Accent6" refType="w" fact="0.0934"/>
              <dgm:constr type="t" for="ch" forName="Accent6" refType="h" fact="0.4635"/>
              <dgm:constr type="w" for="ch" forName="Accent6" refType="w" fact="0.1622"/>
              <dgm:constr type="h" for="ch" forName="Accent6" refType="h" fact="0.1333"/>
              <dgm:constr type="l" for="ch" forName="Accent5" refType="w" fact="0.2858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l" for="ch" forName="Accent4" refType="w" fact="0.612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l" for="ch" forName="Accent3" refType="w" fact="0.743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l" for="ch" forName="Accent2" refType="w" fact="0.5542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4" refType="w" fact="0.3246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l" for="ch" forName="Parent" refType="w" fact="0.28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l" for="ch" forName="Child2" refType="w" fact="0.6477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l" for="ch" forName="Child3" refType="w" fact="0.6477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l" for="ch" forName="Child5" refType="w" fact="0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l" for="ch" forName="Child6" refType="w" fact="0"/>
              <dgm:constr type="t" for="ch" forName="Child6" refType="h" fact="0.1784"/>
              <dgm:constr type="w" for="ch" forName="Child6" refType="w" fact="0.3523"/>
              <dgm:constr type="h" for="ch" forName="Child6" refType="h" fact="0.2907"/>
              <dgm:constr type="l" for="ch" forName="Child1" refType="w" fact="0.3246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else>
        </dgm:choose>
      </dgm:if>
      <dgm:else name="Name11">
        <dgm:choose name="Name12">
          <dgm:if name="Name13" axis="ch ch" ptType="node node" st="1 1" cnt="1 0" func="cnt" op="equ" val="0">
            <dgm:alg type="composite">
              <dgm:param type="ar" val="1.156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14" axis="ch ch" ptType="node node" st="1 1" cnt="1 0" func="cnt" op="lte" val="1">
            <dgm:alg type="composite">
              <dgm:param type="ar" val="1.36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r" for="ch" forName="Accent1" refType="w" fact="0.8315"/>
              <dgm:constr type="t" for="ch" forName="Accent1" refType="h" fact="0.2946"/>
              <dgm:constr type="w" for="ch" forName="Accent1" refType="w" fact="0.462"/>
              <dgm:constr type="h" for="ch" forName="Accent1" refType="h" fact="0.5472"/>
              <dgm:constr type="r" for="ch" forName="Parent" refType="w"/>
              <dgm:constr type="t" for="ch" forName="Parent" refType="h" fact="0.2885"/>
              <dgm:constr type="w" for="ch" forName="Parent" refType="w" fact="0.6013"/>
              <dgm:constr type="h" for="ch" forName="Parent" refType="h" fact="0.7115"/>
              <dgm:constr type="r" for="ch" forName="Child1" refType="w" fact="0.4927"/>
              <dgm:constr type="t" for="ch" forName="Child1" refType="h" fact="0"/>
              <dgm:constr type="w" for="ch" forName="Child1" refType="w" fact="0.4927"/>
              <dgm:constr type="h" for="ch" forName="Child1" refType="h" fact="0.5831"/>
            </dgm:constrLst>
          </dgm:if>
          <dgm:if name="Name15" axis="ch ch" ptType="node node" st="1 1" cnt="1 0" func="cnt" op="equ" val="2">
            <dgm:alg type="composite">
              <dgm:param type="ar" val="1.0619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r" for="ch" forName="Accent2" refType="w" fact="0.3587"/>
              <dgm:constr type="t" for="ch" forName="Accent2" refType="h" fact="0.3477"/>
              <dgm:constr type="w" for="ch" forName="Accent2" refType="w" fact="0.2269"/>
              <dgm:constr type="h" for="ch" forName="Accent2" refType="h" fact="0.2076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Parent" refType="w"/>
              <dgm:constr type="t" for="ch" forName="Parent" refType="h" fact="0.2239"/>
              <dgm:constr type="w" for="ch" forName="Parent" refType="w" fact="0.6013"/>
              <dgm:constr type="h" for="ch" forName="Parent" refType="h" fact="0.5523"/>
              <dgm:constr type="r" for="ch" forName="Child1" refType="w" fact="0.4927"/>
              <dgm:constr type="t" for="ch" forName="Child1" refType="h" fact="0"/>
              <dgm:constr type="w" for="ch" forName="Child1" refType="w" fact="0.4927"/>
              <dgm:constr type="h" for="ch" forName="Child1" refType="h" fact="0.4527"/>
              <dgm:constr type="r" for="ch" forName="Child2" refType="w" fact="0.5073"/>
              <dgm:constr type="t" for="ch" forName="Child2" refType="h" fact="0.5473"/>
              <dgm:constr type="w" for="ch" forName="Child2" refType="w" fact="0.4927"/>
              <dgm:constr type="h" for="ch" forName="Child2" refType="h" fact="0.4527"/>
            </dgm:constrLst>
          </dgm:if>
          <dgm:if name="Name16" axis="ch ch" ptType="node node" st="1 1" cnt="1 0" func="cnt" op="equ" val="3">
            <dgm:alg type="composite">
              <dgm:param type="ar" val="0.8305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Accent3" refType="w" fact="0.5427"/>
              <dgm:constr type="t" for="ch" forName="Accent3" refType="h" fact="0.6145"/>
              <dgm:constr type="w" for="ch" forName="Accent3" refType="w" fact="0.2269"/>
              <dgm:constr type="h" for="ch" forName="Accent3" refType="h" fact="0.1623"/>
              <dgm:constr type="r" for="ch" forName="Accent2" refType="w" fact="0.3587"/>
              <dgm:constr type="t" for="ch" forName="Accent2" refType="h" fact="0.2719"/>
              <dgm:constr type="w" for="ch" forName="Accent2" refType="w" fact="0.2269"/>
              <dgm:constr type="h" for="ch" forName="Accent2" refType="h" fact="0.162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3" refType="w" fact="0.9446"/>
              <dgm:constr type="t" for="ch" forName="Child3" refType="h" fact="0.646"/>
              <dgm:constr type="w" for="ch" forName="Child3" refType="w" fact="0.4927"/>
              <dgm:constr type="h" for="ch" forName="Child3" refType="h" fact="0.354"/>
              <dgm:constr type="r" for="ch" forName="Parent" refType="w"/>
              <dgm:constr type="t" for="ch" forName="Parent" refType="h" fact="0.1751"/>
              <dgm:constr type="w" for="ch" forName="Parent" refType="w" fact="0.6013"/>
              <dgm:constr type="h" for="ch" forName="Parent" refType="h" fact="0.4319"/>
              <dgm:constr type="r" for="ch" forName="Child1" refType="w" fact="0.4927"/>
              <dgm:constr type="t" for="ch" forName="Child1" refType="h" fact="0"/>
              <dgm:constr type="w" for="ch" forName="Child1" refType="w" fact="0.4927"/>
              <dgm:constr type="h" for="ch" forName="Child1" refType="h" fact="0.354"/>
              <dgm:constr type="r" for="ch" forName="Child2" refType="w" fact="0.4927"/>
              <dgm:constr type="t" for="ch" forName="Child2" refType="h" fact="0.428"/>
              <dgm:constr type="w" for="ch" forName="Child2" refType="w" fact="0.4927"/>
              <dgm:constr type="h" for="ch" forName="Child2" refType="h" fact="0.354"/>
            </dgm:constrLst>
          </dgm:if>
          <dgm:if name="Name17" axis="ch ch" ptType="node node" st="1 1" cnt="1 0" func="cnt" op="equ" val="4">
            <dgm:alg type="composite">
              <dgm:param type="ar" val="0.682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Accent4" refType="w" fact="0.5427"/>
              <dgm:constr type="t" for="ch" forName="Accent4" refType="h" fact="0.6834"/>
              <dgm:constr type="w" for="ch" forName="Accent4" refType="w" fact="0.2269"/>
              <dgm:constr type="h" for="ch" forName="Accent4" refType="h" fact="0.1333"/>
              <dgm:constr type="r" for="ch" forName="Accent3" refType="w" fact="0.3587"/>
              <dgm:constr type="t" for="ch" forName="Accent3" refType="h" fact="0.4021"/>
              <dgm:constr type="w" for="ch" forName="Accent3" refType="w" fact="0.2269"/>
              <dgm:constr type="h" for="ch" forName="Accent3" refType="h" fact="0.1333"/>
              <dgm:constr type="r" for="ch" forName="Accent2" refType="w" fact="0.6235"/>
              <dgm:constr type="t" for="ch" forName="Accent2" refType="h" fact="0.1529"/>
              <dgm:constr type="w" for="ch" forName="Accent2" refType="w" fact="0.2269"/>
              <dgm:constr type="h" for="ch" forName="Accent2" refType="h" fact="0.133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4" refType="w" fact="0.9446"/>
              <dgm:constr type="t" for="ch" forName="Child4" refType="h" fact="0.7093"/>
              <dgm:constr type="w" for="ch" forName="Child4" refType="w" fact="0.4927"/>
              <dgm:constr type="h" for="ch" forName="Child4" refType="h" fact="0.2907"/>
              <dgm:constr type="r" for="ch" forName="Parent" refType="w"/>
              <dgm:constr type="t" for="ch" forName="Parent" refType="h" fact="0.3226"/>
              <dgm:constr type="w" for="ch" forName="Parent" refType="w" fact="0.6013"/>
              <dgm:constr type="h" for="ch" forName="Parent" refType="h" fact="0.3547"/>
              <dgm:constr type="r" for="ch" forName="Child2" refType="w" fact="0.4927"/>
              <dgm:constr type="t" for="ch" forName="Child2" refType="h" fact="0.1788"/>
              <dgm:constr type="w" for="ch" forName="Child2" refType="w" fact="0.4927"/>
              <dgm:constr type="h" for="ch" forName="Child2" refType="h" fact="0.2907"/>
              <dgm:constr type="r" for="ch" forName="Child3" refType="w" fact="0.4927"/>
              <dgm:constr type="t" for="ch" forName="Child3" refType="h" fact="0.5303"/>
              <dgm:constr type="w" for="ch" forName="Child3" refType="w" fact="0.4927"/>
              <dgm:constr type="h" for="ch" forName="Child3" refType="h" fact="0.2907"/>
              <dgm:constr type="r" for="ch" forName="Child1" refType="w" fact="0.9446"/>
              <dgm:constr type="t" for="ch" forName="Child1" refType="h" fact="0"/>
              <dgm:constr type="w" for="ch" forName="Child1" refType="w" fact="0.4927"/>
              <dgm:constr type="h" for="ch" forName="Child1" refType="h" fact="0.2907"/>
            </dgm:constrLst>
          </dgm:if>
          <dgm:if name="Name18" axis="ch ch" ptType="node node" st="1 1" cnt="1 0" func="cnt" op="equ" val="5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r" for="ch" forName="Accent5" refType="w" fact="0.7142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r" for="ch" forName="Accent4" refType="w" fact="0.388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r" for="ch" forName="Accent3" refType="w" fact="0.256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r" for="ch" forName="Accent2" refType="w" fact="0.4458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4" refType="w" fact="0.6754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r" for="ch" forName="Parent" refType="w" fact="0.71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r" for="ch" forName="Child2" refType="w" fact="0.3523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r" for="ch" forName="Child3" refType="w" fact="0.3523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r" for="ch" forName="Child5" refType="w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r" for="ch" forName="Child1" refType="w" fact="0.6754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if>
          <dgm:else name="Name19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6" refType="primFontSz" refFor="des" refForName="Parent" op="lte"/>
              <dgm:constr type="primFontSz" for="des" forName="Child7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ptType="node" op="equ" val="65"/>
              <dgm:constr type="r" for="ch" forName="Accent6" refType="w" fact="0.9066"/>
              <dgm:constr type="t" for="ch" forName="Accent6" refType="h" fact="0.4635"/>
              <dgm:constr type="w" for="ch" forName="Accent6" refType="w" fact="0.1622"/>
              <dgm:constr type="h" for="ch" forName="Accent6" refType="h" fact="0.1333"/>
              <dgm:constr type="r" for="ch" forName="Accent5" refType="w" fact="0.7142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r" for="ch" forName="Accent4" refType="w" fact="0.388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r" for="ch" forName="Accent3" refType="w" fact="0.256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r" for="ch" forName="Accent2" refType="w" fact="0.4458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4" refType="w" fact="0.6754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r" for="ch" forName="Parent" refType="w" fact="0.71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r" for="ch" forName="Child2" refType="w" fact="0.3523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r" for="ch" forName="Child3" refType="w" fact="0.3523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r" for="ch" forName="Child5" refType="w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r" for="ch" forName="Child6" refType="w"/>
              <dgm:constr type="t" for="ch" forName="Child6" refType="h" fact="0.1784"/>
              <dgm:constr type="w" for="ch" forName="Child6" refType="w" fact="0.3523"/>
              <dgm:constr type="h" for="ch" forName="Child6" refType="h" fact="0.2907"/>
              <dgm:constr type="r" for="ch" forName="Child1" refType="w" fact="0.6754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else>
        </dgm:choose>
      </dgm:else>
    </dgm:choose>
    <dgm:forEach name="wrapper" axis="self" ptType="parTrans">
      <dgm:forEach name="accentRepeat" axis="self">
        <dgm:layoutNode name="Accent" styleLbl="bgShp">
          <dgm:alg type="sp"/>
          <dgm:shape xmlns:r="http://schemas.openxmlformats.org/officeDocument/2006/relationships" type="hexagon" r:blip="" zOrderOff="-2">
            <dgm:adjLst>
              <dgm:adj idx="1" val="0.289"/>
              <dgm:adj idx="2" val="1.1547"/>
            </dgm:adjLst>
          </dgm:shape>
          <dgm:presOf/>
        </dgm:layoutNode>
      </dgm:forEach>
    </dgm:forEach>
    <dgm:forEach name="Name20" axis="ch" ptType="node" cnt="1">
      <dgm:layoutNode name="Parent" styleLbl="node0">
        <dgm:varLst>
          <dgm:chMax val="6"/>
          <dgm:chPref val="6"/>
        </dgm:varLst>
        <dgm:alg type="tx"/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self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1" axis="ch ch" ptType="node node" st="1 1" cnt="1 1">
      <dgm:layoutNode name="Accent1">
        <dgm:alg type="sp"/>
        <dgm:shape xmlns:r="http://schemas.openxmlformats.org/officeDocument/2006/relationships" r:blip="" zOrderOff="-2">
          <dgm:adjLst/>
        </dgm:shape>
        <dgm:presOf/>
        <dgm:constrLst/>
        <dgm:forEach name="Name22" ref="accentRepeat"/>
      </dgm:layoutNode>
      <dgm:layoutNode name="Child1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3" axis="ch ch" ptType="node node" st="1 2" cnt="1 1">
      <dgm:layoutNode name="Accent2">
        <dgm:alg type="sp"/>
        <dgm:shape xmlns:r="http://schemas.openxmlformats.org/officeDocument/2006/relationships" r:blip="" zOrderOff="-2">
          <dgm:adjLst/>
        </dgm:shape>
        <dgm:presOf/>
        <dgm:constrLst/>
        <dgm:forEach name="Name24" ref="accentRepeat"/>
      </dgm:layoutNode>
      <dgm:layoutNode name="Child2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5" axis="ch ch" ptType="node node" st="1 3" cnt="1 1">
      <dgm:layoutNode name="Accent3">
        <dgm:alg type="sp"/>
        <dgm:shape xmlns:r="http://schemas.openxmlformats.org/officeDocument/2006/relationships" r:blip="" zOrderOff="-2">
          <dgm:adjLst/>
        </dgm:shape>
        <dgm:presOf/>
        <dgm:constrLst/>
        <dgm:forEach name="Name26" ref="accentRepeat"/>
      </dgm:layoutNode>
      <dgm:layoutNode name="Child3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7" axis="ch ch" ptType="node node" st="1 4" cnt="1 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28" ref="accentRepeat"/>
      </dgm:layoutNode>
      <dgm:layoutNode name="Child4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9" axis="ch ch" ptType="node node" st="1 5" cnt="1 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30" ref="accentRepeat"/>
      </dgm:layoutNode>
      <dgm:layoutNode name="Child5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1" axis="ch ch" ptType="node node" st="1 6" cnt="1 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32" ref="accentRepeat"/>
      </dgm:layoutNode>
      <dgm:layoutNode name="Child6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1/layout/HexagonRadial">
  <dgm:title val="Hexagon Radial"/>
  <dgm:desc val="Use to show a sequential process that relates to a central idea or theme. Limited to six Level 2 shapes. Works best with small amounts of text. Unused text does not appear, but remains available if you switch layouts."/>
  <dgm:catLst>
    <dgm:cat type="cycle" pri="8500"/>
    <dgm:cat type="officeonline" pri="90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  <dgm:pt modelId="15">
          <dgm:prSet phldr="1"/>
        </dgm:pt>
        <dgm:pt modelId="16">
          <dgm:prSet phldr="1"/>
        </dgm:pt>
      </dgm:ptLst>
      <dgm:cxnLst>
        <dgm:cxn modelId="40" srcId="0" destId="10" srcOrd="0" destOrd="0"/>
        <dgm:cxn modelId="50" srcId="10" destId="11" srcOrd="0" destOrd="0"/>
        <dgm:cxn modelId="60" srcId="10" destId="12" srcOrd="0" destOrd="0"/>
        <dgm:cxn modelId="70" srcId="10" destId="13" srcOrd="0" destOrd="0"/>
        <dgm:cxn modelId="80" srcId="10" destId="14" srcOrd="0" destOrd="0"/>
        <dgm:cxn modelId="90" srcId="10" destId="15" srcOrd="0" destOrd="0"/>
        <dgm:cxn modelId="100" srcId="10" destId="16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40" srcId="0" destId="10" srcOrd="0" destOrd="0"/>
        <dgm:cxn modelId="50" srcId="10" destId="11" srcOrd="0" destOrd="0"/>
        <dgm:cxn modelId="60" srcId="10" destId="12" srcOrd="0" destOrd="0"/>
        <dgm:cxn modelId="70" srcId="10" destId="13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  <dgm:pt modelId="15">
          <dgm:prSet phldr="1"/>
        </dgm:pt>
        <dgm:pt modelId="16">
          <dgm:prSet phldr="1"/>
        </dgm:pt>
      </dgm:ptLst>
      <dgm:cxnLst>
        <dgm:cxn modelId="40" srcId="0" destId="10" srcOrd="0" destOrd="0"/>
        <dgm:cxn modelId="50" srcId="10" destId="11" srcOrd="0" destOrd="0"/>
        <dgm:cxn modelId="60" srcId="10" destId="12" srcOrd="0" destOrd="0"/>
        <dgm:cxn modelId="70" srcId="10" destId="13" srcOrd="0" destOrd="0"/>
        <dgm:cxn modelId="80" srcId="10" destId="14" srcOrd="0" destOrd="0"/>
        <dgm:cxn modelId="90" srcId="10" destId="15" srcOrd="0" destOrd="0"/>
        <dgm:cxn modelId="100" srcId="10" destId="16" srcOrd="0" destOrd="0"/>
      </dgm:cxnLst>
      <dgm:bg/>
      <dgm:whole/>
    </dgm:dataModel>
  </dgm:clrData>
  <dgm:layoutNode name="Name0">
    <dgm:varLst>
      <dgm:chMax val="1"/>
      <dgm:chPref val="1"/>
      <dgm:dir/>
      <dgm:animOne val="branch"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st="1 1" cnt="1 0" func="cnt" op="equ" val="0">
            <dgm:alg type="composite">
              <dgm:param type="ar" val="1.156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5" axis="ch ch" ptType="node node" st="1 1" cnt="1 0" func="cnt" op="lte" val="1">
            <dgm:alg type="composite">
              <dgm:param type="ar" val="1.36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l" for="ch" forName="Accent1" refType="w" fact="0.1685"/>
              <dgm:constr type="t" for="ch" forName="Accent1" refType="h" fact="0.2946"/>
              <dgm:constr type="w" for="ch" forName="Accent1" refType="w" fact="0.462"/>
              <dgm:constr type="h" for="ch" forName="Accent1" refType="h" fact="0.5472"/>
              <dgm:constr type="l" for="ch" forName="Parent" refType="w" fact="0"/>
              <dgm:constr type="t" for="ch" forName="Parent" refType="h" fact="0.2885"/>
              <dgm:constr type="w" for="ch" forName="Parent" refType="w" fact="0.6013"/>
              <dgm:constr type="h" for="ch" forName="Parent" refType="h" fact="0.7115"/>
              <dgm:constr type="l" for="ch" forName="Child1" refType="w" fact="0.5073"/>
              <dgm:constr type="t" for="ch" forName="Child1" refType="h" fact="0"/>
              <dgm:constr type="w" for="ch" forName="Child1" refType="w" fact="0.4927"/>
              <dgm:constr type="h" for="ch" forName="Child1" refType="h" fact="0.5831"/>
            </dgm:constrLst>
          </dgm:if>
          <dgm:if name="Name6" axis="ch ch" ptType="node node" st="1 1" cnt="1 0" func="cnt" op="equ" val="2">
            <dgm:alg type="composite">
              <dgm:param type="ar" val="1.0619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l" for="ch" forName="Accent2" refType="w" fact="0.6413"/>
              <dgm:constr type="t" for="ch" forName="Accent2" refType="h" fact="0.3477"/>
              <dgm:constr type="w" for="ch" forName="Accent2" refType="w" fact="0.2269"/>
              <dgm:constr type="h" for="ch" forName="Accent2" refType="h" fact="0.2076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Parent" refType="w" fact="0"/>
              <dgm:constr type="t" for="ch" forName="Parent" refType="h" fact="0.2239"/>
              <dgm:constr type="w" for="ch" forName="Parent" refType="w" fact="0.6013"/>
              <dgm:constr type="h" for="ch" forName="Parent" refType="h" fact="0.5523"/>
              <dgm:constr type="l" for="ch" forName="Child1" refType="w" fact="0.5073"/>
              <dgm:constr type="t" for="ch" forName="Child1" refType="h" fact="0"/>
              <dgm:constr type="w" for="ch" forName="Child1" refType="w" fact="0.4927"/>
              <dgm:constr type="h" for="ch" forName="Child1" refType="h" fact="0.4527"/>
              <dgm:constr type="l" for="ch" forName="Child2" refType="w" fact="0.5073"/>
              <dgm:constr type="t" for="ch" forName="Child2" refType="h" fact="0.5473"/>
              <dgm:constr type="w" for="ch" forName="Child2" refType="w" fact="0.4927"/>
              <dgm:constr type="h" for="ch" forName="Child2" refType="h" fact="0.4527"/>
            </dgm:constrLst>
          </dgm:if>
          <dgm:if name="Name7" axis="ch ch" ptType="node node" st="1 1" cnt="1 0" func="cnt" op="equ" val="3">
            <dgm:alg type="composite">
              <dgm:param type="ar" val="0.8305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3" refType="w" fact="0.4573"/>
              <dgm:constr type="t" for="ch" forName="Accent3" refType="h" fact="0.6145"/>
              <dgm:constr type="w" for="ch" forName="Accent3" refType="w" fact="0.2269"/>
              <dgm:constr type="h" for="ch" forName="Accent3" refType="h" fact="0.1623"/>
              <dgm:constr type="l" for="ch" forName="Accent2" refType="w" fact="0.6413"/>
              <dgm:constr type="t" for="ch" forName="Accent2" refType="h" fact="0.2719"/>
              <dgm:constr type="w" for="ch" forName="Accent2" refType="w" fact="0.2269"/>
              <dgm:constr type="h" for="ch" forName="Accent2" refType="h" fact="0.162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3" refType="w" fact="0.0554"/>
              <dgm:constr type="t" for="ch" forName="Child3" refType="h" fact="0.646"/>
              <dgm:constr type="w" for="ch" forName="Child3" refType="w" fact="0.4927"/>
              <dgm:constr type="h" for="ch" forName="Child3" refType="h" fact="0.354"/>
              <dgm:constr type="l" for="ch" forName="Parent" refType="w" fact="0"/>
              <dgm:constr type="t" for="ch" forName="Parent" refType="h" fact="0.1751"/>
              <dgm:constr type="w" for="ch" forName="Parent" refType="w" fact="0.6013"/>
              <dgm:constr type="h" for="ch" forName="Parent" refType="h" fact="0.4319"/>
              <dgm:constr type="l" for="ch" forName="Child1" refType="w" fact="0.5073"/>
              <dgm:constr type="t" for="ch" forName="Child1" refType="h" fact="0"/>
              <dgm:constr type="w" for="ch" forName="Child1" refType="w" fact="0.4927"/>
              <dgm:constr type="h" for="ch" forName="Child1" refType="h" fact="0.354"/>
              <dgm:constr type="l" for="ch" forName="Child2" refType="w" fact="0.5073"/>
              <dgm:constr type="t" for="ch" forName="Child2" refType="h" fact="0.428"/>
              <dgm:constr type="w" for="ch" forName="Child2" refType="w" fact="0.4927"/>
              <dgm:constr type="h" for="ch" forName="Child2" refType="h" fact="0.354"/>
            </dgm:constrLst>
          </dgm:if>
          <dgm:if name="Name8" axis="ch ch" ptType="node node" st="1 1" cnt="1 0" func="cnt" op="equ" val="4">
            <dgm:alg type="composite">
              <dgm:param type="ar" val="0.682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4" refType="w" fact="0.4573"/>
              <dgm:constr type="t" for="ch" forName="Accent4" refType="h" fact="0.6834"/>
              <dgm:constr type="w" for="ch" forName="Accent4" refType="w" fact="0.2269"/>
              <dgm:constr type="h" for="ch" forName="Accent4" refType="h" fact="0.1333"/>
              <dgm:constr type="l" for="ch" forName="Accent3" refType="w" fact="0.6413"/>
              <dgm:constr type="t" for="ch" forName="Accent3" refType="h" fact="0.4021"/>
              <dgm:constr type="w" for="ch" forName="Accent3" refType="w" fact="0.2269"/>
              <dgm:constr type="h" for="ch" forName="Accent3" refType="h" fact="0.1333"/>
              <dgm:constr type="l" for="ch" forName="Accent2" refType="w" fact="0.3765"/>
              <dgm:constr type="t" for="ch" forName="Accent2" refType="h" fact="0.1529"/>
              <dgm:constr type="w" for="ch" forName="Accent2" refType="w" fact="0.2269"/>
              <dgm:constr type="h" for="ch" forName="Accent2" refType="h" fact="0.133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4" refType="w" fact="0.0554"/>
              <dgm:constr type="t" for="ch" forName="Child4" refType="h" fact="0.7093"/>
              <dgm:constr type="w" for="ch" forName="Child4" refType="w" fact="0.4927"/>
              <dgm:constr type="h" for="ch" forName="Child4" refType="h" fact="0.2907"/>
              <dgm:constr type="l" for="ch" forName="Parent" refType="w" fact="0"/>
              <dgm:constr type="t" for="ch" forName="Parent" refType="h" fact="0.3226"/>
              <dgm:constr type="w" for="ch" forName="Parent" refType="w" fact="0.6013"/>
              <dgm:constr type="h" for="ch" forName="Parent" refType="h" fact="0.3547"/>
              <dgm:constr type="l" for="ch" forName="Child2" refType="w" fact="0.5073"/>
              <dgm:constr type="t" for="ch" forName="Child2" refType="h" fact="0.1788"/>
              <dgm:constr type="w" for="ch" forName="Child2" refType="w" fact="0.4927"/>
              <dgm:constr type="h" for="ch" forName="Child2" refType="h" fact="0.2907"/>
              <dgm:constr type="l" for="ch" forName="Child3" refType="w" fact="0.5073"/>
              <dgm:constr type="t" for="ch" forName="Child3" refType="h" fact="0.5303"/>
              <dgm:constr type="w" for="ch" forName="Child3" refType="w" fact="0.4927"/>
              <dgm:constr type="h" for="ch" forName="Child3" refType="h" fact="0.2907"/>
              <dgm:constr type="l" for="ch" forName="Child1" refType="w" fact="0.0554"/>
              <dgm:constr type="t" for="ch" forName="Child1" refType="h" fact="0"/>
              <dgm:constr type="w" for="ch" forName="Child1" refType="w" fact="0.4927"/>
              <dgm:constr type="h" for="ch" forName="Child1" refType="h" fact="0.2907"/>
            </dgm:constrLst>
          </dgm:if>
          <dgm:if name="Name9" axis="ch ch" ptType="node node" st="1 1" cnt="1 0" func="cnt" op="equ" val="5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5" refType="w" fact="0.2858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l" for="ch" forName="Accent4" refType="w" fact="0.612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l" for="ch" forName="Accent3" refType="w" fact="0.743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l" for="ch" forName="Accent2" refType="w" fact="0.5542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4" refType="w" fact="0.3246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l" for="ch" forName="Parent" refType="w" fact="0.28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l" for="ch" forName="Child2" refType="w" fact="0.6477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l" for="ch" forName="Child3" refType="w" fact="0.6477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l" for="ch" forName="Child5" refType="w" fact="0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l" for="ch" forName="Child1" refType="w" fact="0.3246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if>
          <dgm:else name="Name10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6" refType="primFontSz" refFor="des" refForName="Parent" op="lte"/>
              <dgm:constr type="primFontSz" for="des" forName="Child7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ptType="node" op="equ" val="65"/>
              <dgm:constr type="l" for="ch" forName="Accent6" refType="w" fact="0.0934"/>
              <dgm:constr type="t" for="ch" forName="Accent6" refType="h" fact="0.4635"/>
              <dgm:constr type="w" for="ch" forName="Accent6" refType="w" fact="0.1622"/>
              <dgm:constr type="h" for="ch" forName="Accent6" refType="h" fact="0.1333"/>
              <dgm:constr type="l" for="ch" forName="Accent5" refType="w" fact="0.2858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l" for="ch" forName="Accent4" refType="w" fact="0.612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l" for="ch" forName="Accent3" refType="w" fact="0.743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l" for="ch" forName="Accent2" refType="w" fact="0.5542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4" refType="w" fact="0.3246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l" for="ch" forName="Parent" refType="w" fact="0.28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l" for="ch" forName="Child2" refType="w" fact="0.6477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l" for="ch" forName="Child3" refType="w" fact="0.6477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l" for="ch" forName="Child5" refType="w" fact="0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l" for="ch" forName="Child6" refType="w" fact="0"/>
              <dgm:constr type="t" for="ch" forName="Child6" refType="h" fact="0.1784"/>
              <dgm:constr type="w" for="ch" forName="Child6" refType="w" fact="0.3523"/>
              <dgm:constr type="h" for="ch" forName="Child6" refType="h" fact="0.2907"/>
              <dgm:constr type="l" for="ch" forName="Child1" refType="w" fact="0.3246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else>
        </dgm:choose>
      </dgm:if>
      <dgm:else name="Name11">
        <dgm:choose name="Name12">
          <dgm:if name="Name13" axis="ch ch" ptType="node node" st="1 1" cnt="1 0" func="cnt" op="equ" val="0">
            <dgm:alg type="composite">
              <dgm:param type="ar" val="1.156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14" axis="ch ch" ptType="node node" st="1 1" cnt="1 0" func="cnt" op="lte" val="1">
            <dgm:alg type="composite">
              <dgm:param type="ar" val="1.36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r" for="ch" forName="Accent1" refType="w" fact="0.8315"/>
              <dgm:constr type="t" for="ch" forName="Accent1" refType="h" fact="0.2946"/>
              <dgm:constr type="w" for="ch" forName="Accent1" refType="w" fact="0.462"/>
              <dgm:constr type="h" for="ch" forName="Accent1" refType="h" fact="0.5472"/>
              <dgm:constr type="r" for="ch" forName="Parent" refType="w"/>
              <dgm:constr type="t" for="ch" forName="Parent" refType="h" fact="0.2885"/>
              <dgm:constr type="w" for="ch" forName="Parent" refType="w" fact="0.6013"/>
              <dgm:constr type="h" for="ch" forName="Parent" refType="h" fact="0.7115"/>
              <dgm:constr type="r" for="ch" forName="Child1" refType="w" fact="0.4927"/>
              <dgm:constr type="t" for="ch" forName="Child1" refType="h" fact="0"/>
              <dgm:constr type="w" for="ch" forName="Child1" refType="w" fact="0.4927"/>
              <dgm:constr type="h" for="ch" forName="Child1" refType="h" fact="0.5831"/>
            </dgm:constrLst>
          </dgm:if>
          <dgm:if name="Name15" axis="ch ch" ptType="node node" st="1 1" cnt="1 0" func="cnt" op="equ" val="2">
            <dgm:alg type="composite">
              <dgm:param type="ar" val="1.0619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r" for="ch" forName="Accent2" refType="w" fact="0.3587"/>
              <dgm:constr type="t" for="ch" forName="Accent2" refType="h" fact="0.3477"/>
              <dgm:constr type="w" for="ch" forName="Accent2" refType="w" fact="0.2269"/>
              <dgm:constr type="h" for="ch" forName="Accent2" refType="h" fact="0.2076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Parent" refType="w"/>
              <dgm:constr type="t" for="ch" forName="Parent" refType="h" fact="0.2239"/>
              <dgm:constr type="w" for="ch" forName="Parent" refType="w" fact="0.6013"/>
              <dgm:constr type="h" for="ch" forName="Parent" refType="h" fact="0.5523"/>
              <dgm:constr type="r" for="ch" forName="Child1" refType="w" fact="0.4927"/>
              <dgm:constr type="t" for="ch" forName="Child1" refType="h" fact="0"/>
              <dgm:constr type="w" for="ch" forName="Child1" refType="w" fact="0.4927"/>
              <dgm:constr type="h" for="ch" forName="Child1" refType="h" fact="0.4527"/>
              <dgm:constr type="r" for="ch" forName="Child2" refType="w" fact="0.5073"/>
              <dgm:constr type="t" for="ch" forName="Child2" refType="h" fact="0.5473"/>
              <dgm:constr type="w" for="ch" forName="Child2" refType="w" fact="0.4927"/>
              <dgm:constr type="h" for="ch" forName="Child2" refType="h" fact="0.4527"/>
            </dgm:constrLst>
          </dgm:if>
          <dgm:if name="Name16" axis="ch ch" ptType="node node" st="1 1" cnt="1 0" func="cnt" op="equ" val="3">
            <dgm:alg type="composite">
              <dgm:param type="ar" val="0.8305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Accent3" refType="w" fact="0.5427"/>
              <dgm:constr type="t" for="ch" forName="Accent3" refType="h" fact="0.6145"/>
              <dgm:constr type="w" for="ch" forName="Accent3" refType="w" fact="0.2269"/>
              <dgm:constr type="h" for="ch" forName="Accent3" refType="h" fact="0.1623"/>
              <dgm:constr type="r" for="ch" forName="Accent2" refType="w" fact="0.3587"/>
              <dgm:constr type="t" for="ch" forName="Accent2" refType="h" fact="0.2719"/>
              <dgm:constr type="w" for="ch" forName="Accent2" refType="w" fact="0.2269"/>
              <dgm:constr type="h" for="ch" forName="Accent2" refType="h" fact="0.162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3" refType="w" fact="0.9446"/>
              <dgm:constr type="t" for="ch" forName="Child3" refType="h" fact="0.646"/>
              <dgm:constr type="w" for="ch" forName="Child3" refType="w" fact="0.4927"/>
              <dgm:constr type="h" for="ch" forName="Child3" refType="h" fact="0.354"/>
              <dgm:constr type="r" for="ch" forName="Parent" refType="w"/>
              <dgm:constr type="t" for="ch" forName="Parent" refType="h" fact="0.1751"/>
              <dgm:constr type="w" for="ch" forName="Parent" refType="w" fact="0.6013"/>
              <dgm:constr type="h" for="ch" forName="Parent" refType="h" fact="0.4319"/>
              <dgm:constr type="r" for="ch" forName="Child1" refType="w" fact="0.4927"/>
              <dgm:constr type="t" for="ch" forName="Child1" refType="h" fact="0"/>
              <dgm:constr type="w" for="ch" forName="Child1" refType="w" fact="0.4927"/>
              <dgm:constr type="h" for="ch" forName="Child1" refType="h" fact="0.354"/>
              <dgm:constr type="r" for="ch" forName="Child2" refType="w" fact="0.4927"/>
              <dgm:constr type="t" for="ch" forName="Child2" refType="h" fact="0.428"/>
              <dgm:constr type="w" for="ch" forName="Child2" refType="w" fact="0.4927"/>
              <dgm:constr type="h" for="ch" forName="Child2" refType="h" fact="0.354"/>
            </dgm:constrLst>
          </dgm:if>
          <dgm:if name="Name17" axis="ch ch" ptType="node node" st="1 1" cnt="1 0" func="cnt" op="equ" val="4">
            <dgm:alg type="composite">
              <dgm:param type="ar" val="0.682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Accent4" refType="w" fact="0.5427"/>
              <dgm:constr type="t" for="ch" forName="Accent4" refType="h" fact="0.6834"/>
              <dgm:constr type="w" for="ch" forName="Accent4" refType="w" fact="0.2269"/>
              <dgm:constr type="h" for="ch" forName="Accent4" refType="h" fact="0.1333"/>
              <dgm:constr type="r" for="ch" forName="Accent3" refType="w" fact="0.3587"/>
              <dgm:constr type="t" for="ch" forName="Accent3" refType="h" fact="0.4021"/>
              <dgm:constr type="w" for="ch" forName="Accent3" refType="w" fact="0.2269"/>
              <dgm:constr type="h" for="ch" forName="Accent3" refType="h" fact="0.1333"/>
              <dgm:constr type="r" for="ch" forName="Accent2" refType="w" fact="0.6235"/>
              <dgm:constr type="t" for="ch" forName="Accent2" refType="h" fact="0.1529"/>
              <dgm:constr type="w" for="ch" forName="Accent2" refType="w" fact="0.2269"/>
              <dgm:constr type="h" for="ch" forName="Accent2" refType="h" fact="0.133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4" refType="w" fact="0.9446"/>
              <dgm:constr type="t" for="ch" forName="Child4" refType="h" fact="0.7093"/>
              <dgm:constr type="w" for="ch" forName="Child4" refType="w" fact="0.4927"/>
              <dgm:constr type="h" for="ch" forName="Child4" refType="h" fact="0.2907"/>
              <dgm:constr type="r" for="ch" forName="Parent" refType="w"/>
              <dgm:constr type="t" for="ch" forName="Parent" refType="h" fact="0.3226"/>
              <dgm:constr type="w" for="ch" forName="Parent" refType="w" fact="0.6013"/>
              <dgm:constr type="h" for="ch" forName="Parent" refType="h" fact="0.3547"/>
              <dgm:constr type="r" for="ch" forName="Child2" refType="w" fact="0.4927"/>
              <dgm:constr type="t" for="ch" forName="Child2" refType="h" fact="0.1788"/>
              <dgm:constr type="w" for="ch" forName="Child2" refType="w" fact="0.4927"/>
              <dgm:constr type="h" for="ch" forName="Child2" refType="h" fact="0.2907"/>
              <dgm:constr type="r" for="ch" forName="Child3" refType="w" fact="0.4927"/>
              <dgm:constr type="t" for="ch" forName="Child3" refType="h" fact="0.5303"/>
              <dgm:constr type="w" for="ch" forName="Child3" refType="w" fact="0.4927"/>
              <dgm:constr type="h" for="ch" forName="Child3" refType="h" fact="0.2907"/>
              <dgm:constr type="r" for="ch" forName="Child1" refType="w" fact="0.9446"/>
              <dgm:constr type="t" for="ch" forName="Child1" refType="h" fact="0"/>
              <dgm:constr type="w" for="ch" forName="Child1" refType="w" fact="0.4927"/>
              <dgm:constr type="h" for="ch" forName="Child1" refType="h" fact="0.2907"/>
            </dgm:constrLst>
          </dgm:if>
          <dgm:if name="Name18" axis="ch ch" ptType="node node" st="1 1" cnt="1 0" func="cnt" op="equ" val="5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r" for="ch" forName="Accent5" refType="w" fact="0.7142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r" for="ch" forName="Accent4" refType="w" fact="0.388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r" for="ch" forName="Accent3" refType="w" fact="0.256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r" for="ch" forName="Accent2" refType="w" fact="0.4458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4" refType="w" fact="0.6754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r" for="ch" forName="Parent" refType="w" fact="0.71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r" for="ch" forName="Child2" refType="w" fact="0.3523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r" for="ch" forName="Child3" refType="w" fact="0.3523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r" for="ch" forName="Child5" refType="w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r" for="ch" forName="Child1" refType="w" fact="0.6754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if>
          <dgm:else name="Name19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6" refType="primFontSz" refFor="des" refForName="Parent" op="lte"/>
              <dgm:constr type="primFontSz" for="des" forName="Child7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ptType="node" op="equ" val="65"/>
              <dgm:constr type="r" for="ch" forName="Accent6" refType="w" fact="0.9066"/>
              <dgm:constr type="t" for="ch" forName="Accent6" refType="h" fact="0.4635"/>
              <dgm:constr type="w" for="ch" forName="Accent6" refType="w" fact="0.1622"/>
              <dgm:constr type="h" for="ch" forName="Accent6" refType="h" fact="0.1333"/>
              <dgm:constr type="r" for="ch" forName="Accent5" refType="w" fact="0.7142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r" for="ch" forName="Accent4" refType="w" fact="0.388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r" for="ch" forName="Accent3" refType="w" fact="0.256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r" for="ch" forName="Accent2" refType="w" fact="0.4458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4" refType="w" fact="0.6754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r" for="ch" forName="Parent" refType="w" fact="0.71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r" for="ch" forName="Child2" refType="w" fact="0.3523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r" for="ch" forName="Child3" refType="w" fact="0.3523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r" for="ch" forName="Child5" refType="w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r" for="ch" forName="Child6" refType="w"/>
              <dgm:constr type="t" for="ch" forName="Child6" refType="h" fact="0.1784"/>
              <dgm:constr type="w" for="ch" forName="Child6" refType="w" fact="0.3523"/>
              <dgm:constr type="h" for="ch" forName="Child6" refType="h" fact="0.2907"/>
              <dgm:constr type="r" for="ch" forName="Child1" refType="w" fact="0.6754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else>
        </dgm:choose>
      </dgm:else>
    </dgm:choose>
    <dgm:forEach name="wrapper" axis="self" ptType="parTrans">
      <dgm:forEach name="accentRepeat" axis="self">
        <dgm:layoutNode name="Accent" styleLbl="bgShp">
          <dgm:alg type="sp"/>
          <dgm:shape xmlns:r="http://schemas.openxmlformats.org/officeDocument/2006/relationships" type="hexagon" r:blip="" zOrderOff="-2">
            <dgm:adjLst>
              <dgm:adj idx="1" val="0.289"/>
              <dgm:adj idx="2" val="1.1547"/>
            </dgm:adjLst>
          </dgm:shape>
          <dgm:presOf/>
        </dgm:layoutNode>
      </dgm:forEach>
    </dgm:forEach>
    <dgm:forEach name="Name20" axis="ch" ptType="node" cnt="1">
      <dgm:layoutNode name="Parent" styleLbl="node0">
        <dgm:varLst>
          <dgm:chMax val="6"/>
          <dgm:chPref val="6"/>
        </dgm:varLst>
        <dgm:alg type="tx"/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self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1" axis="ch ch" ptType="node node" st="1 1" cnt="1 1">
      <dgm:layoutNode name="Accent1">
        <dgm:alg type="sp"/>
        <dgm:shape xmlns:r="http://schemas.openxmlformats.org/officeDocument/2006/relationships" r:blip="" zOrderOff="-2">
          <dgm:adjLst/>
        </dgm:shape>
        <dgm:presOf/>
        <dgm:constrLst/>
        <dgm:forEach name="Name22" ref="accentRepeat"/>
      </dgm:layoutNode>
      <dgm:layoutNode name="Child1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3" axis="ch ch" ptType="node node" st="1 2" cnt="1 1">
      <dgm:layoutNode name="Accent2">
        <dgm:alg type="sp"/>
        <dgm:shape xmlns:r="http://schemas.openxmlformats.org/officeDocument/2006/relationships" r:blip="" zOrderOff="-2">
          <dgm:adjLst/>
        </dgm:shape>
        <dgm:presOf/>
        <dgm:constrLst/>
        <dgm:forEach name="Name24" ref="accentRepeat"/>
      </dgm:layoutNode>
      <dgm:layoutNode name="Child2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5" axis="ch ch" ptType="node node" st="1 3" cnt="1 1">
      <dgm:layoutNode name="Accent3">
        <dgm:alg type="sp"/>
        <dgm:shape xmlns:r="http://schemas.openxmlformats.org/officeDocument/2006/relationships" r:blip="" zOrderOff="-2">
          <dgm:adjLst/>
        </dgm:shape>
        <dgm:presOf/>
        <dgm:constrLst/>
        <dgm:forEach name="Name26" ref="accentRepeat"/>
      </dgm:layoutNode>
      <dgm:layoutNode name="Child3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7" axis="ch ch" ptType="node node" st="1 4" cnt="1 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28" ref="accentRepeat"/>
      </dgm:layoutNode>
      <dgm:layoutNode name="Child4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9" axis="ch ch" ptType="node node" st="1 5" cnt="1 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30" ref="accentRepeat"/>
      </dgm:layoutNode>
      <dgm:layoutNode name="Child5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1" axis="ch ch" ptType="node node" st="1 6" cnt="1 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32" ref="accentRepeat"/>
      </dgm:layoutNode>
      <dgm:layoutNode name="Child6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EA54553-2A3F-4C94-AA62-ABFC40E07E5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0996737-DD0F-4016-9F43-1C3C1167168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E11316-EC54-4B9D-B716-15D72C7F09B1}" type="datetimeFigureOut">
              <a:rPr lang="en-GB" smtClean="0"/>
              <a:t>22/07/2022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7A745F-1972-497D-8174-B5868433DF0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CE6AC0-619C-486F-A045-23AE3DF3E3C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3CFB52-3982-4249-B609-86D9E888361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516366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001D13-C50D-4862-A50B-4E5D0E7CA144}" type="datetimeFigureOut">
              <a:rPr lang="en-GB" smtClean="0"/>
              <a:t>22/07/2022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0E031B-FEB2-4221-8849-89831B3F110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976442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67369-A355-4D19-AEEC-9D0100EF3C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924699-1673-40E6-9241-180D779421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CBE935-35F7-402A-9F4D-C68B29248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22/07/2022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4D7A12-EBDB-45B0-9FF5-F17A7EF67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7C7090-3E02-4EBA-95BB-2F3FF45C1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18429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77CF4-093B-4C66-A107-491AFAE19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7249AB-C9F4-4A3F-A472-C5FDCF3AAF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6A491B-E55E-4F96-A0A2-08ABE85381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22/07/2022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5EE9C3-3BD7-499C-9C8F-E914AF0CC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CA0F2C-BB77-4D20-BD01-009748E06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430069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EAB41-C5F4-4F77-8A5C-14CA38A3E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C5B807-A41F-4934-B9B5-F06B7FECFD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BA9AEC-9ECF-4105-84CF-CCC301ADB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22/07/2022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9A81FA-05E8-4A50-9FC5-A94F3634C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B13BE1-EE3A-45AF-BF76-41B86D070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307353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01685-8ECA-46F3-BC78-B8E4D43D8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A252D3-EA14-47C6-8BDF-B549E97DE4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9FA317-5ECF-4693-88DD-BCA7EC3919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CCA0AA-2226-49B9-8142-4F45D8CE6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22/07/2022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7F340D-9456-43F7-A764-CBD130EF6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72910B-6BBA-4043-8CD2-7AE056F14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606041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960B3-16E7-4811-A5F8-83614659AC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DB62EE-BCB8-429D-BB6F-89DF9F3EA1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34AD67-4C0E-484D-B7FF-FB976A1710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D7660E-8B38-43A5-A48D-A4523AA03A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7EFE82-A3BC-42B8-9F71-5C3C1ADD41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BD8DB3-F688-4AB2-AAFC-0E5E7F2EB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22/07/2022</a:t>
            </a:fld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48F70DA-1B40-4425-B025-A8D06411A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95CE6D-8A51-4013-A622-D11EFBB72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052274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E232E-9E69-481F-BDD8-74F4219ED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AD69E5-4081-437F-98E4-2CAF4F5CC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22/07/2022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B30953-0189-477F-ABF4-CE4D2ED1E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CC43C7-506A-468F-96CB-96E8683CF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998141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o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B0CC6F3-15F4-4749-9242-EDD4FF8C5DBF}"/>
              </a:ext>
            </a:extLst>
          </p:cNvPr>
          <p:cNvSpPr/>
          <p:nvPr userDrawn="1"/>
        </p:nvSpPr>
        <p:spPr>
          <a:xfrm>
            <a:off x="10088880" y="0"/>
            <a:ext cx="2103120" cy="6858000"/>
          </a:xfrm>
          <a:prstGeom prst="rect">
            <a:avLst/>
          </a:prstGeom>
          <a:solidFill>
            <a:srgbClr val="F265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0000" rtlCol="0" anchor="t"/>
          <a:lstStyle/>
          <a:p>
            <a:pPr algn="ctr"/>
            <a:r>
              <a:rPr lang="en-GB" sz="2400" b="1" dirty="0">
                <a:solidFill>
                  <a:schemeClr val="bg1"/>
                </a:solidFill>
                <a:latin typeface="Century Gothic" panose="020B0502020202020204" pitchFamily="34" charset="0"/>
              </a:rPr>
              <a:t>CAMBRIDGE IGCSE</a:t>
            </a:r>
          </a:p>
          <a:p>
            <a:pPr algn="ctr"/>
            <a:r>
              <a:rPr lang="en-GB" sz="2400" b="1" dirty="0">
                <a:solidFill>
                  <a:schemeClr val="bg1"/>
                </a:solidFill>
                <a:latin typeface="Century Gothic" panose="020B0502020202020204" pitchFamily="34" charset="0"/>
              </a:rPr>
              <a:t>(0478/0984)</a:t>
            </a:r>
          </a:p>
          <a:p>
            <a:pPr algn="ctr"/>
            <a:endParaRPr lang="en-GB" sz="2400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16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B2C14A7-E460-4357-90EB-FC2CBD74FCA1}"/>
              </a:ext>
            </a:extLst>
          </p:cNvPr>
          <p:cNvSpPr/>
          <p:nvPr userDrawn="1"/>
        </p:nvSpPr>
        <p:spPr>
          <a:xfrm>
            <a:off x="8915400" y="2354373"/>
            <a:ext cx="2140171" cy="2140171"/>
          </a:xfrm>
          <a:prstGeom prst="ellipse">
            <a:avLst/>
          </a:prstGeom>
          <a:solidFill>
            <a:schemeClr val="bg1"/>
          </a:solidFill>
          <a:ln w="28575">
            <a:solidFill>
              <a:srgbClr val="F265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7" name="Picture 6" descr="A picture containing brush&#10;&#10;Description automatically generated">
            <a:extLst>
              <a:ext uri="{FF2B5EF4-FFF2-40B4-BE49-F238E27FC236}">
                <a16:creationId xmlns:a16="http://schemas.microsoft.com/office/drawing/2014/main" id="{802D9E8A-D873-49FF-AED9-2CD228DFF51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1" r="-3" b="-3"/>
          <a:stretch/>
        </p:blipFill>
        <p:spPr>
          <a:xfrm>
            <a:off x="9029206" y="2474254"/>
            <a:ext cx="1912560" cy="1909489"/>
          </a:xfrm>
          <a:custGeom>
            <a:avLst/>
            <a:gdLst>
              <a:gd name="connsiteX0" fmla="*/ 3028805 w 6057610"/>
              <a:gd name="connsiteY0" fmla="*/ 0 h 6057610"/>
              <a:gd name="connsiteX1" fmla="*/ 6057610 w 6057610"/>
              <a:gd name="connsiteY1" fmla="*/ 3028805 h 6057610"/>
              <a:gd name="connsiteX2" fmla="*/ 3028805 w 6057610"/>
              <a:gd name="connsiteY2" fmla="*/ 6057610 h 6057610"/>
              <a:gd name="connsiteX3" fmla="*/ 0 w 6057610"/>
              <a:gd name="connsiteY3" fmla="*/ 3028805 h 6057610"/>
              <a:gd name="connsiteX4" fmla="*/ 3028805 w 6057610"/>
              <a:gd name="connsiteY4" fmla="*/ 0 h 6057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57610" h="6057610">
                <a:moveTo>
                  <a:pt x="3028805" y="0"/>
                </a:moveTo>
                <a:cubicBezTo>
                  <a:pt x="4701568" y="0"/>
                  <a:pt x="6057610" y="1356042"/>
                  <a:pt x="6057610" y="3028805"/>
                </a:cubicBezTo>
                <a:cubicBezTo>
                  <a:pt x="6057610" y="4701568"/>
                  <a:pt x="4701568" y="6057610"/>
                  <a:pt x="3028805" y="6057610"/>
                </a:cubicBezTo>
                <a:cubicBezTo>
                  <a:pt x="1356042" y="6057610"/>
                  <a:pt x="0" y="4701568"/>
                  <a:pt x="0" y="3028805"/>
                </a:cubicBezTo>
                <a:cubicBezTo>
                  <a:pt x="0" y="1356042"/>
                  <a:pt x="1356042" y="0"/>
                  <a:pt x="3028805" y="0"/>
                </a:cubicBezTo>
                <a:close/>
              </a:path>
            </a:pathLst>
          </a:custGeom>
          <a:effectLst>
            <a:softEdge rad="0"/>
          </a:effec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1FE3659E-7B75-43EA-B2D2-F180CB40635B}"/>
              </a:ext>
            </a:extLst>
          </p:cNvPr>
          <p:cNvSpPr/>
          <p:nvPr userDrawn="1"/>
        </p:nvSpPr>
        <p:spPr>
          <a:xfrm>
            <a:off x="0" y="6451184"/>
            <a:ext cx="1008887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1600" b="1" dirty="0">
                <a:solidFill>
                  <a:schemeClr val="bg1">
                    <a:lumMod val="50000"/>
                  </a:schemeClr>
                </a:solidFill>
              </a:rPr>
              <a:t>Teacher site: </a:t>
            </a:r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craigndave.org  |  </a:t>
            </a:r>
            <a:r>
              <a:rPr lang="en-GB" sz="1600" b="1" dirty="0">
                <a:solidFill>
                  <a:schemeClr val="bg1">
                    <a:lumMod val="50000"/>
                  </a:schemeClr>
                </a:solidFill>
              </a:rPr>
              <a:t>Student site: </a:t>
            </a:r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student.craigndave.org  |  </a:t>
            </a:r>
            <a:r>
              <a:rPr lang="en-GB" sz="1600" b="1" dirty="0">
                <a:solidFill>
                  <a:schemeClr val="bg1">
                    <a:lumMod val="50000"/>
                  </a:schemeClr>
                </a:solidFill>
              </a:rPr>
              <a:t>Smart revise: </a:t>
            </a:r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smartrevise.co.uk </a:t>
            </a:r>
          </a:p>
        </p:txBody>
      </p:sp>
    </p:spTree>
    <p:extLst>
      <p:ext uri="{BB962C8B-B14F-4D97-AF65-F5344CB8AC3E}">
        <p14:creationId xmlns:p14="http://schemas.microsoft.com/office/powerpoint/2010/main" val="40900153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o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F19224-2084-4C89-AEFB-59035B0F8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22/07/2022</a:t>
            </a:fld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8E9D01-9A95-4DC3-AD5E-0657203E7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DB0936-CF61-444A-88C9-B1BE2B016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7AACC54-1682-4874-BD09-D8CF92EDAE43}"/>
              </a:ext>
            </a:extLst>
          </p:cNvPr>
          <p:cNvGrpSpPr/>
          <p:nvPr userDrawn="1"/>
        </p:nvGrpSpPr>
        <p:grpSpPr>
          <a:xfrm>
            <a:off x="-1" y="0"/>
            <a:ext cx="12192001" cy="419100"/>
            <a:chOff x="-1" y="0"/>
            <a:chExt cx="12192001" cy="5334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3B4ABA0-791C-4EF4-91E1-0A7F5B882D36}"/>
                </a:ext>
              </a:extLst>
            </p:cNvPr>
            <p:cNvSpPr/>
            <p:nvPr userDrawn="1"/>
          </p:nvSpPr>
          <p:spPr>
            <a:xfrm>
              <a:off x="-1" y="0"/>
              <a:ext cx="10095723" cy="533400"/>
            </a:xfrm>
            <a:prstGeom prst="rect">
              <a:avLst/>
            </a:prstGeom>
            <a:solidFill>
              <a:srgbClr val="F2652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lnSpc>
                  <a:spcPct val="120000"/>
                </a:lnSpc>
              </a:pPr>
              <a:r>
                <a:rPr lang="en-GB" sz="1500" b="1" dirty="0">
                  <a:solidFill>
                    <a:schemeClr val="bg1"/>
                  </a:solidFill>
                </a:rPr>
                <a:t>4.1 Types of software and interrupts | Relationship between hardware, firmware and operating systems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E5FF8B6-F953-41A2-8CA9-2F6F841BDD32}"/>
                </a:ext>
              </a:extLst>
            </p:cNvPr>
            <p:cNvSpPr/>
            <p:nvPr/>
          </p:nvSpPr>
          <p:spPr>
            <a:xfrm>
              <a:off x="8992998" y="0"/>
              <a:ext cx="3199002" cy="533400"/>
            </a:xfrm>
            <a:prstGeom prst="rect">
              <a:avLst/>
            </a:prstGeom>
            <a:solidFill>
              <a:srgbClr val="F2652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r"/>
              <a:r>
                <a:rPr lang="en-GB" b="1" dirty="0">
                  <a:solidFill>
                    <a:schemeClr val="bg1"/>
                  </a:solidFill>
                </a:rPr>
                <a:t>CAMBRIDGE IGCSE (0478/0984)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209100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E615E-FCEC-48A2-8A58-855AC1751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A6C2E3-EFFC-4E46-8E3B-353E3410C7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8F8DFF-FB25-4FDB-AE01-189095807A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75E6D8-83E5-4A1F-91A5-3CC7778FD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22/07/2022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62ED67-D636-4841-A380-71A8E2C22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ECBE11-BFFB-4E5F-95F9-EF6A83AD8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418179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13C68-F937-4619-AC2A-808BB5FBC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4D0E72-F13A-47A1-9749-F939C5B614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CE7D0-DEEB-4789-9725-4826AE9B0A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252C0A-0BB5-4C36-AC67-AFCF2DC0A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22/07/2022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1906B4-69CB-471E-B443-A6DD59556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C21424-3B0E-4EEC-875D-327603D19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82049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6F412-1941-41D2-AC46-E8C20860A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2A1B5D-15E6-4D4B-B6F5-E46A1A7234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418167-751F-4B50-84DD-7F7377E43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22/07/2022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A10E4B-ECAF-4B58-9633-F0D2214AE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D0936C-E069-45AA-8B1E-8B295D2AA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37371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0BBC43-F9FB-4DC0-9192-4C6BBC0BBF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65541F-6124-45F5-9E33-C887715233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28D7AD-9B6B-4D71-A044-0A8CD107B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22/07/2022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6F19E0-2B2A-44A5-95AA-5794953B8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8AE265-1899-40B9-ABCC-0F0FA6B45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09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768667-8C97-4EFE-84F3-BDAFCA0DE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A6806C-F4A6-4145-8586-E1BA0D6AA7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A371F7-F0FF-4998-A335-671F6745CC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EBD5A5-95A5-4ED6-B746-12AF9CEAF3AB}" type="datetimeFigureOut">
              <a:rPr lang="en-GB" smtClean="0"/>
              <a:t>22/07/2022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11381F-CB31-4B37-8E8C-1B4AD2A089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B29192-27C3-435C-AA4E-0FF49DC56D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070138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60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svg"/><Relationship Id="rId3" Type="http://schemas.openxmlformats.org/officeDocument/2006/relationships/diagramLayout" Target="../diagrams/layout9.xml"/><Relationship Id="rId7" Type="http://schemas.openxmlformats.org/officeDocument/2006/relationships/image" Target="../media/image2.png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1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1342EC1-2AFD-4406-9F14-4D674F90CAE8}"/>
              </a:ext>
            </a:extLst>
          </p:cNvPr>
          <p:cNvSpPr txBox="1"/>
          <p:nvPr/>
        </p:nvSpPr>
        <p:spPr>
          <a:xfrm>
            <a:off x="304800" y="92954"/>
            <a:ext cx="987927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  <a:ea typeface="+mj-ea"/>
                <a:cs typeface="+mj-cs"/>
              </a:rPr>
              <a:t>4.1 Types of software and interrupts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ABF442-A178-4CA8-8D0A-DF0A8E18C046}"/>
              </a:ext>
            </a:extLst>
          </p:cNvPr>
          <p:cNvSpPr txBox="1"/>
          <p:nvPr/>
        </p:nvSpPr>
        <p:spPr>
          <a:xfrm>
            <a:off x="927652" y="1650609"/>
            <a:ext cx="6997148" cy="34506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1200"/>
              </a:spcAft>
            </a:pPr>
            <a:r>
              <a:rPr lang="en-GB" sz="4000" dirty="0">
                <a:solidFill>
                  <a:schemeClr val="accent2">
                    <a:lumMod val="75000"/>
                  </a:schemeClr>
                </a:solidFill>
              </a:rPr>
              <a:t>Relationship between hardware, firmware and operating systems</a:t>
            </a:r>
            <a:endParaRPr lang="en-US" sz="4000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37712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EF34D69E-F284-4EF1-8ABC-9556CC80091B}"/>
              </a:ext>
            </a:extLst>
          </p:cNvPr>
          <p:cNvSpPr/>
          <p:nvPr/>
        </p:nvSpPr>
        <p:spPr>
          <a:xfrm>
            <a:off x="176565" y="523174"/>
            <a:ext cx="3454402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Software and hardware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568CB97-BA0E-4E91-901F-150BA3CB2199}"/>
              </a:ext>
            </a:extLst>
          </p:cNvPr>
          <p:cNvGrpSpPr/>
          <p:nvPr/>
        </p:nvGrpSpPr>
        <p:grpSpPr>
          <a:xfrm>
            <a:off x="1427591" y="523174"/>
            <a:ext cx="6511326" cy="6167736"/>
            <a:chOff x="3243580" y="546034"/>
            <a:chExt cx="6511326" cy="6167736"/>
          </a:xfrm>
        </p:grpSpPr>
        <p:sp>
          <p:nvSpPr>
            <p:cNvPr id="8" name="Hexagon 7">
              <a:extLst>
                <a:ext uri="{FF2B5EF4-FFF2-40B4-BE49-F238E27FC236}">
                  <a16:creationId xmlns:a16="http://schemas.microsoft.com/office/drawing/2014/main" id="{43368760-C224-4824-8B24-085379819BED}"/>
                </a:ext>
              </a:extLst>
            </p:cNvPr>
            <p:cNvSpPr/>
            <p:nvPr/>
          </p:nvSpPr>
          <p:spPr>
            <a:xfrm>
              <a:off x="4898816" y="1680610"/>
              <a:ext cx="954187" cy="822159"/>
            </a:xfrm>
            <a:prstGeom prst="hexagon">
              <a:avLst>
                <a:gd name="adj" fmla="val 28900"/>
                <a:gd name="vf" fmla="val 115470"/>
              </a:avLst>
            </a:prstGeom>
          </p:spPr>
          <p:style>
            <a:lnRef idx="0">
              <a:schemeClr val="dk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5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graphicFrame>
          <p:nvGraphicFramePr>
            <p:cNvPr id="3" name="Diagram 2">
              <a:extLst>
                <a:ext uri="{FF2B5EF4-FFF2-40B4-BE49-F238E27FC236}">
                  <a16:creationId xmlns:a16="http://schemas.microsoft.com/office/drawing/2014/main" id="{22CBC6F2-3440-4C95-A7AB-8FF03530DDE3}"/>
                </a:ext>
              </a:extLst>
            </p:cNvPr>
            <p:cNvGraphicFramePr/>
            <p:nvPr/>
          </p:nvGraphicFramePr>
          <p:xfrm>
            <a:off x="3243580" y="546034"/>
            <a:ext cx="6511326" cy="6167736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" r:lo="rId3" r:qs="rId4" r:cs="rId5"/>
            </a:graphicData>
          </a:graphic>
        </p:graphicFrame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8DF8C989-E987-3E48-76AA-75599DFBE3AD}"/>
              </a:ext>
            </a:extLst>
          </p:cNvPr>
          <p:cNvGrpSpPr/>
          <p:nvPr/>
        </p:nvGrpSpPr>
        <p:grpSpPr>
          <a:xfrm>
            <a:off x="7827320" y="1191019"/>
            <a:ext cx="4125098" cy="4475961"/>
            <a:chOff x="8188813" y="1657750"/>
            <a:chExt cx="3783330" cy="4105124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DB70F597-E91D-CBF1-CB9C-1F96F7582F20}"/>
                </a:ext>
              </a:extLst>
            </p:cNvPr>
            <p:cNvSpPr/>
            <p:nvPr/>
          </p:nvSpPr>
          <p:spPr>
            <a:xfrm>
              <a:off x="8188813" y="1657750"/>
              <a:ext cx="3783330" cy="754380"/>
            </a:xfrm>
            <a:prstGeom prst="rect">
              <a:avLst/>
            </a:prstGeom>
            <a:solidFill>
              <a:srgbClr val="C00000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Application software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40B7EEEA-91F3-E264-503A-4F1F981B2D79}"/>
                </a:ext>
              </a:extLst>
            </p:cNvPr>
            <p:cNvSpPr/>
            <p:nvPr/>
          </p:nvSpPr>
          <p:spPr>
            <a:xfrm>
              <a:off x="8188813" y="3333122"/>
              <a:ext cx="3783330" cy="754380"/>
            </a:xfrm>
            <a:prstGeom prst="rect">
              <a:avLst/>
            </a:prstGeom>
            <a:solidFill>
              <a:schemeClr val="accent2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Operating system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5E0DE22F-9062-EEE0-8CF2-7D1F8D191DBA}"/>
                </a:ext>
              </a:extLst>
            </p:cNvPr>
            <p:cNvSpPr/>
            <p:nvPr/>
          </p:nvSpPr>
          <p:spPr>
            <a:xfrm>
              <a:off x="8188813" y="5008494"/>
              <a:ext cx="3783330" cy="754380"/>
            </a:xfrm>
            <a:prstGeom prst="rect">
              <a:avLst/>
            </a:prstGeom>
            <a:solidFill>
              <a:schemeClr val="accent4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Hardware</a:t>
              </a:r>
            </a:p>
          </p:txBody>
        </p:sp>
        <p:sp>
          <p:nvSpPr>
            <p:cNvPr id="29" name="Arrow: Down 28">
              <a:extLst>
                <a:ext uri="{FF2B5EF4-FFF2-40B4-BE49-F238E27FC236}">
                  <a16:creationId xmlns:a16="http://schemas.microsoft.com/office/drawing/2014/main" id="{FAFD01F2-0013-9943-3C25-4DC16AA7DFC9}"/>
                </a:ext>
              </a:extLst>
            </p:cNvPr>
            <p:cNvSpPr/>
            <p:nvPr/>
          </p:nvSpPr>
          <p:spPr>
            <a:xfrm rot="10800000">
              <a:off x="11093450" y="4125602"/>
              <a:ext cx="590550" cy="977900"/>
            </a:xfrm>
            <a:prstGeom prst="downArrow">
              <a:avLst/>
            </a:prstGeom>
            <a:solidFill>
              <a:schemeClr val="accent4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0" name="Arrow: Down 29">
              <a:extLst>
                <a:ext uri="{FF2B5EF4-FFF2-40B4-BE49-F238E27FC236}">
                  <a16:creationId xmlns:a16="http://schemas.microsoft.com/office/drawing/2014/main" id="{3BBF7C00-C83A-F3A0-2D20-DF43CC657A8A}"/>
                </a:ext>
              </a:extLst>
            </p:cNvPr>
            <p:cNvSpPr/>
            <p:nvPr/>
          </p:nvSpPr>
          <p:spPr>
            <a:xfrm rot="10800000">
              <a:off x="11137900" y="2451100"/>
              <a:ext cx="590550" cy="977900"/>
            </a:xfrm>
            <a:prstGeom prst="downArrow">
              <a:avLst/>
            </a:prstGeom>
            <a:solidFill>
              <a:schemeClr val="accent2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1" name="Arrow: Down 30">
              <a:extLst>
                <a:ext uri="{FF2B5EF4-FFF2-40B4-BE49-F238E27FC236}">
                  <a16:creationId xmlns:a16="http://schemas.microsoft.com/office/drawing/2014/main" id="{2C328E60-B8C8-5FF3-8A49-9D2E6A861B06}"/>
                </a:ext>
              </a:extLst>
            </p:cNvPr>
            <p:cNvSpPr/>
            <p:nvPr/>
          </p:nvSpPr>
          <p:spPr>
            <a:xfrm rot="10800000" flipV="1">
              <a:off x="8408109" y="3998844"/>
              <a:ext cx="590550" cy="977900"/>
            </a:xfrm>
            <a:prstGeom prst="downArrow">
              <a:avLst/>
            </a:prstGeom>
            <a:solidFill>
              <a:schemeClr val="accent2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2" name="Arrow: Down 31">
              <a:extLst>
                <a:ext uri="{FF2B5EF4-FFF2-40B4-BE49-F238E27FC236}">
                  <a16:creationId xmlns:a16="http://schemas.microsoft.com/office/drawing/2014/main" id="{69299261-F5C1-1694-BF7B-573B9A122765}"/>
                </a:ext>
              </a:extLst>
            </p:cNvPr>
            <p:cNvSpPr/>
            <p:nvPr/>
          </p:nvSpPr>
          <p:spPr>
            <a:xfrm rot="10800000" flipV="1">
              <a:off x="8452559" y="2324342"/>
              <a:ext cx="590550" cy="977900"/>
            </a:xfrm>
            <a:prstGeom prst="downArrow">
              <a:avLst/>
            </a:prstGeom>
            <a:solidFill>
              <a:srgbClr val="C00000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EA231FD8-F36C-EA28-464B-D2CBFDACBF23}"/>
                </a:ext>
              </a:extLst>
            </p:cNvPr>
            <p:cNvSpPr/>
            <p:nvPr/>
          </p:nvSpPr>
          <p:spPr>
            <a:xfrm>
              <a:off x="8570119" y="2292593"/>
              <a:ext cx="390525" cy="105611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2EF2BE86-A849-A731-0880-BC5FFE419EC5}"/>
                </a:ext>
              </a:extLst>
            </p:cNvPr>
            <p:cNvSpPr/>
            <p:nvPr/>
          </p:nvSpPr>
          <p:spPr>
            <a:xfrm>
              <a:off x="8508121" y="3968265"/>
              <a:ext cx="390525" cy="1056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C93427E0-809C-02FE-037F-BD607D3D9ED9}"/>
                </a:ext>
              </a:extLst>
            </p:cNvPr>
            <p:cNvSpPr/>
            <p:nvPr/>
          </p:nvSpPr>
          <p:spPr>
            <a:xfrm>
              <a:off x="11193462" y="5021706"/>
              <a:ext cx="390525" cy="1056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44381A90-C4D5-655A-C708-445AEA1ACC95}"/>
                </a:ext>
              </a:extLst>
            </p:cNvPr>
            <p:cNvSpPr/>
            <p:nvPr/>
          </p:nvSpPr>
          <p:spPr>
            <a:xfrm>
              <a:off x="11237912" y="3348903"/>
              <a:ext cx="390525" cy="1056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</p:spTree>
    <p:extLst>
      <p:ext uri="{BB962C8B-B14F-4D97-AF65-F5344CB8AC3E}">
        <p14:creationId xmlns:p14="http://schemas.microsoft.com/office/powerpoint/2010/main" val="21650366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E568CB97-BA0E-4E91-901F-150BA3CB2199}"/>
              </a:ext>
            </a:extLst>
          </p:cNvPr>
          <p:cNvGrpSpPr/>
          <p:nvPr/>
        </p:nvGrpSpPr>
        <p:grpSpPr>
          <a:xfrm>
            <a:off x="1427591" y="523174"/>
            <a:ext cx="6511326" cy="6167736"/>
            <a:chOff x="3243580" y="546034"/>
            <a:chExt cx="6511326" cy="6167736"/>
          </a:xfrm>
        </p:grpSpPr>
        <p:sp>
          <p:nvSpPr>
            <p:cNvPr id="8" name="Hexagon 7">
              <a:extLst>
                <a:ext uri="{FF2B5EF4-FFF2-40B4-BE49-F238E27FC236}">
                  <a16:creationId xmlns:a16="http://schemas.microsoft.com/office/drawing/2014/main" id="{43368760-C224-4824-8B24-085379819BED}"/>
                </a:ext>
              </a:extLst>
            </p:cNvPr>
            <p:cNvSpPr/>
            <p:nvPr/>
          </p:nvSpPr>
          <p:spPr>
            <a:xfrm>
              <a:off x="4898816" y="1680610"/>
              <a:ext cx="954187" cy="822159"/>
            </a:xfrm>
            <a:prstGeom prst="hexagon">
              <a:avLst>
                <a:gd name="adj" fmla="val 28900"/>
                <a:gd name="vf" fmla="val 115470"/>
              </a:avLst>
            </a:prstGeom>
          </p:spPr>
          <p:style>
            <a:lnRef idx="0">
              <a:schemeClr val="dk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5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graphicFrame>
          <p:nvGraphicFramePr>
            <p:cNvPr id="3" name="Diagram 2">
              <a:extLst>
                <a:ext uri="{FF2B5EF4-FFF2-40B4-BE49-F238E27FC236}">
                  <a16:creationId xmlns:a16="http://schemas.microsoft.com/office/drawing/2014/main" id="{22CBC6F2-3440-4C95-A7AB-8FF03530DDE3}"/>
                </a:ext>
              </a:extLst>
            </p:cNvPr>
            <p:cNvGraphicFramePr/>
            <p:nvPr/>
          </p:nvGraphicFramePr>
          <p:xfrm>
            <a:off x="3243580" y="546034"/>
            <a:ext cx="6511326" cy="6167736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" r:lo="rId3" r:qs="rId4" r:cs="rId5"/>
            </a:graphicData>
          </a:graphic>
        </p:graphicFrame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5199440F-B5AF-D98F-2A7D-497CDFD0BD15}"/>
              </a:ext>
            </a:extLst>
          </p:cNvPr>
          <p:cNvGrpSpPr/>
          <p:nvPr/>
        </p:nvGrpSpPr>
        <p:grpSpPr>
          <a:xfrm>
            <a:off x="7827320" y="1191019"/>
            <a:ext cx="4125098" cy="4475961"/>
            <a:chOff x="8188813" y="1657750"/>
            <a:chExt cx="3783330" cy="4105124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7C4CB5E8-6283-E458-216A-3E345FD0C7B6}"/>
                </a:ext>
              </a:extLst>
            </p:cNvPr>
            <p:cNvSpPr/>
            <p:nvPr/>
          </p:nvSpPr>
          <p:spPr>
            <a:xfrm>
              <a:off x="8188813" y="1657750"/>
              <a:ext cx="3783330" cy="754380"/>
            </a:xfrm>
            <a:prstGeom prst="rect">
              <a:avLst/>
            </a:prstGeom>
            <a:solidFill>
              <a:srgbClr val="C00000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Application software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3561FF67-58C3-2300-97B3-F07EB9F54302}"/>
                </a:ext>
              </a:extLst>
            </p:cNvPr>
            <p:cNvSpPr/>
            <p:nvPr/>
          </p:nvSpPr>
          <p:spPr>
            <a:xfrm>
              <a:off x="8188813" y="3333122"/>
              <a:ext cx="3783330" cy="754380"/>
            </a:xfrm>
            <a:prstGeom prst="rect">
              <a:avLst/>
            </a:prstGeom>
            <a:solidFill>
              <a:schemeClr val="accent2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Operating system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BF03D851-F81C-DF0D-FC4C-AC9FE45C2762}"/>
                </a:ext>
              </a:extLst>
            </p:cNvPr>
            <p:cNvSpPr/>
            <p:nvPr/>
          </p:nvSpPr>
          <p:spPr>
            <a:xfrm>
              <a:off x="8188813" y="5008494"/>
              <a:ext cx="3783330" cy="754380"/>
            </a:xfrm>
            <a:prstGeom prst="rect">
              <a:avLst/>
            </a:prstGeom>
            <a:solidFill>
              <a:schemeClr val="accent4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Hardware</a:t>
              </a:r>
            </a:p>
          </p:txBody>
        </p:sp>
        <p:sp>
          <p:nvSpPr>
            <p:cNvPr id="29" name="Arrow: Down 28">
              <a:extLst>
                <a:ext uri="{FF2B5EF4-FFF2-40B4-BE49-F238E27FC236}">
                  <a16:creationId xmlns:a16="http://schemas.microsoft.com/office/drawing/2014/main" id="{B1E536B9-0BBA-7E3D-284E-E80CC2BA2B5B}"/>
                </a:ext>
              </a:extLst>
            </p:cNvPr>
            <p:cNvSpPr/>
            <p:nvPr/>
          </p:nvSpPr>
          <p:spPr>
            <a:xfrm rot="10800000">
              <a:off x="11093450" y="4125602"/>
              <a:ext cx="590550" cy="977900"/>
            </a:xfrm>
            <a:prstGeom prst="downArrow">
              <a:avLst/>
            </a:prstGeom>
            <a:solidFill>
              <a:schemeClr val="accent4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0" name="Arrow: Down 29">
              <a:extLst>
                <a:ext uri="{FF2B5EF4-FFF2-40B4-BE49-F238E27FC236}">
                  <a16:creationId xmlns:a16="http://schemas.microsoft.com/office/drawing/2014/main" id="{C63C57C6-57B0-5656-3C55-1B92D78C5DE3}"/>
                </a:ext>
              </a:extLst>
            </p:cNvPr>
            <p:cNvSpPr/>
            <p:nvPr/>
          </p:nvSpPr>
          <p:spPr>
            <a:xfrm rot="10800000">
              <a:off x="11137900" y="2451100"/>
              <a:ext cx="590550" cy="977900"/>
            </a:xfrm>
            <a:prstGeom prst="downArrow">
              <a:avLst/>
            </a:prstGeom>
            <a:solidFill>
              <a:schemeClr val="accent2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1" name="Arrow: Down 30">
              <a:extLst>
                <a:ext uri="{FF2B5EF4-FFF2-40B4-BE49-F238E27FC236}">
                  <a16:creationId xmlns:a16="http://schemas.microsoft.com/office/drawing/2014/main" id="{F5F67A78-40F1-4FF2-6D80-DE564A0D89FF}"/>
                </a:ext>
              </a:extLst>
            </p:cNvPr>
            <p:cNvSpPr/>
            <p:nvPr/>
          </p:nvSpPr>
          <p:spPr>
            <a:xfrm rot="10800000" flipV="1">
              <a:off x="8408109" y="3998844"/>
              <a:ext cx="590550" cy="977900"/>
            </a:xfrm>
            <a:prstGeom prst="downArrow">
              <a:avLst/>
            </a:prstGeom>
            <a:solidFill>
              <a:schemeClr val="accent2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2" name="Arrow: Down 31">
              <a:extLst>
                <a:ext uri="{FF2B5EF4-FFF2-40B4-BE49-F238E27FC236}">
                  <a16:creationId xmlns:a16="http://schemas.microsoft.com/office/drawing/2014/main" id="{11094B77-1F10-8BAF-3E8A-C34C88880FF9}"/>
                </a:ext>
              </a:extLst>
            </p:cNvPr>
            <p:cNvSpPr/>
            <p:nvPr/>
          </p:nvSpPr>
          <p:spPr>
            <a:xfrm rot="10800000" flipV="1">
              <a:off x="8452559" y="2324342"/>
              <a:ext cx="590550" cy="977900"/>
            </a:xfrm>
            <a:prstGeom prst="downArrow">
              <a:avLst/>
            </a:prstGeom>
            <a:solidFill>
              <a:srgbClr val="C00000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93E20A6D-6D79-DDA9-3AF6-72BAA96498F5}"/>
                </a:ext>
              </a:extLst>
            </p:cNvPr>
            <p:cNvSpPr/>
            <p:nvPr/>
          </p:nvSpPr>
          <p:spPr>
            <a:xfrm>
              <a:off x="8570119" y="2292593"/>
              <a:ext cx="390525" cy="105611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C85BC086-A9F0-1BCD-107A-0AB47F9199FF}"/>
                </a:ext>
              </a:extLst>
            </p:cNvPr>
            <p:cNvSpPr/>
            <p:nvPr/>
          </p:nvSpPr>
          <p:spPr>
            <a:xfrm>
              <a:off x="8508121" y="3968265"/>
              <a:ext cx="390525" cy="1056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F67D95AF-4DF9-9303-3411-60967F3AF732}"/>
                </a:ext>
              </a:extLst>
            </p:cNvPr>
            <p:cNvSpPr/>
            <p:nvPr/>
          </p:nvSpPr>
          <p:spPr>
            <a:xfrm>
              <a:off x="11193462" y="5021706"/>
              <a:ext cx="390525" cy="1056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1A200924-DFEF-AEB6-23DD-83178FD56849}"/>
                </a:ext>
              </a:extLst>
            </p:cNvPr>
            <p:cNvSpPr/>
            <p:nvPr/>
          </p:nvSpPr>
          <p:spPr>
            <a:xfrm>
              <a:off x="11237912" y="3348903"/>
              <a:ext cx="390525" cy="1056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C92629D5-B817-D4F9-7C7C-6E8492E655A0}"/>
              </a:ext>
            </a:extLst>
          </p:cNvPr>
          <p:cNvSpPr/>
          <p:nvPr/>
        </p:nvSpPr>
        <p:spPr>
          <a:xfrm>
            <a:off x="176565" y="523174"/>
            <a:ext cx="3454402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Software and hardware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62392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E568CB97-BA0E-4E91-901F-150BA3CB2199}"/>
              </a:ext>
            </a:extLst>
          </p:cNvPr>
          <p:cNvGrpSpPr/>
          <p:nvPr/>
        </p:nvGrpSpPr>
        <p:grpSpPr>
          <a:xfrm>
            <a:off x="1427591" y="523174"/>
            <a:ext cx="6511326" cy="6167736"/>
            <a:chOff x="3243580" y="546034"/>
            <a:chExt cx="6511326" cy="6167736"/>
          </a:xfrm>
        </p:grpSpPr>
        <p:sp>
          <p:nvSpPr>
            <p:cNvPr id="8" name="Hexagon 7">
              <a:extLst>
                <a:ext uri="{FF2B5EF4-FFF2-40B4-BE49-F238E27FC236}">
                  <a16:creationId xmlns:a16="http://schemas.microsoft.com/office/drawing/2014/main" id="{43368760-C224-4824-8B24-085379819BED}"/>
                </a:ext>
              </a:extLst>
            </p:cNvPr>
            <p:cNvSpPr/>
            <p:nvPr/>
          </p:nvSpPr>
          <p:spPr>
            <a:xfrm>
              <a:off x="4898816" y="1680610"/>
              <a:ext cx="954187" cy="822159"/>
            </a:xfrm>
            <a:prstGeom prst="hexagon">
              <a:avLst>
                <a:gd name="adj" fmla="val 28900"/>
                <a:gd name="vf" fmla="val 115470"/>
              </a:avLst>
            </a:prstGeom>
          </p:spPr>
          <p:style>
            <a:lnRef idx="0">
              <a:schemeClr val="dk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5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graphicFrame>
          <p:nvGraphicFramePr>
            <p:cNvPr id="3" name="Diagram 2">
              <a:extLst>
                <a:ext uri="{FF2B5EF4-FFF2-40B4-BE49-F238E27FC236}">
                  <a16:creationId xmlns:a16="http://schemas.microsoft.com/office/drawing/2014/main" id="{22CBC6F2-3440-4C95-A7AB-8FF03530DDE3}"/>
                </a:ext>
              </a:extLst>
            </p:cNvPr>
            <p:cNvGraphicFramePr/>
            <p:nvPr/>
          </p:nvGraphicFramePr>
          <p:xfrm>
            <a:off x="3243580" y="546034"/>
            <a:ext cx="6511326" cy="6167736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" r:lo="rId3" r:qs="rId4" r:cs="rId5"/>
            </a:graphicData>
          </a:graphic>
        </p:graphicFrame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E459F71E-65AE-9508-139A-AFEE1653ED76}"/>
              </a:ext>
            </a:extLst>
          </p:cNvPr>
          <p:cNvGrpSpPr/>
          <p:nvPr/>
        </p:nvGrpSpPr>
        <p:grpSpPr>
          <a:xfrm>
            <a:off x="7827320" y="1191019"/>
            <a:ext cx="4125098" cy="4475961"/>
            <a:chOff x="8188813" y="1657750"/>
            <a:chExt cx="3783330" cy="4105124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B62200A1-8553-B399-A49B-DF45B99079B5}"/>
                </a:ext>
              </a:extLst>
            </p:cNvPr>
            <p:cNvSpPr/>
            <p:nvPr/>
          </p:nvSpPr>
          <p:spPr>
            <a:xfrm>
              <a:off x="8188813" y="1657750"/>
              <a:ext cx="3783330" cy="754380"/>
            </a:xfrm>
            <a:prstGeom prst="rect">
              <a:avLst/>
            </a:prstGeom>
            <a:solidFill>
              <a:srgbClr val="C00000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Application software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7009E53A-D950-5CB5-1D10-65000D9EC55F}"/>
                </a:ext>
              </a:extLst>
            </p:cNvPr>
            <p:cNvSpPr/>
            <p:nvPr/>
          </p:nvSpPr>
          <p:spPr>
            <a:xfrm>
              <a:off x="8188813" y="3333122"/>
              <a:ext cx="3783330" cy="754380"/>
            </a:xfrm>
            <a:prstGeom prst="rect">
              <a:avLst/>
            </a:prstGeom>
            <a:solidFill>
              <a:schemeClr val="accent2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Operating system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02343F94-111F-2976-AEF5-61CA77048C89}"/>
                </a:ext>
              </a:extLst>
            </p:cNvPr>
            <p:cNvSpPr/>
            <p:nvPr/>
          </p:nvSpPr>
          <p:spPr>
            <a:xfrm>
              <a:off x="8188813" y="5008494"/>
              <a:ext cx="3783330" cy="754380"/>
            </a:xfrm>
            <a:prstGeom prst="rect">
              <a:avLst/>
            </a:prstGeom>
            <a:solidFill>
              <a:schemeClr val="accent4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Hardware</a:t>
              </a:r>
            </a:p>
          </p:txBody>
        </p:sp>
        <p:sp>
          <p:nvSpPr>
            <p:cNvPr id="29" name="Arrow: Down 28">
              <a:extLst>
                <a:ext uri="{FF2B5EF4-FFF2-40B4-BE49-F238E27FC236}">
                  <a16:creationId xmlns:a16="http://schemas.microsoft.com/office/drawing/2014/main" id="{B9D20375-30F3-BE15-4C6F-B18C9745EE59}"/>
                </a:ext>
              </a:extLst>
            </p:cNvPr>
            <p:cNvSpPr/>
            <p:nvPr/>
          </p:nvSpPr>
          <p:spPr>
            <a:xfrm rot="10800000">
              <a:off x="11093450" y="4125602"/>
              <a:ext cx="590550" cy="977900"/>
            </a:xfrm>
            <a:prstGeom prst="downArrow">
              <a:avLst/>
            </a:prstGeom>
            <a:solidFill>
              <a:schemeClr val="accent4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0" name="Arrow: Down 29">
              <a:extLst>
                <a:ext uri="{FF2B5EF4-FFF2-40B4-BE49-F238E27FC236}">
                  <a16:creationId xmlns:a16="http://schemas.microsoft.com/office/drawing/2014/main" id="{31A310F5-AA87-5C93-2C9B-FC88CAE38AFD}"/>
                </a:ext>
              </a:extLst>
            </p:cNvPr>
            <p:cNvSpPr/>
            <p:nvPr/>
          </p:nvSpPr>
          <p:spPr>
            <a:xfrm rot="10800000">
              <a:off x="11137900" y="2451100"/>
              <a:ext cx="590550" cy="977900"/>
            </a:xfrm>
            <a:prstGeom prst="downArrow">
              <a:avLst/>
            </a:prstGeom>
            <a:solidFill>
              <a:schemeClr val="accent2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1" name="Arrow: Down 30">
              <a:extLst>
                <a:ext uri="{FF2B5EF4-FFF2-40B4-BE49-F238E27FC236}">
                  <a16:creationId xmlns:a16="http://schemas.microsoft.com/office/drawing/2014/main" id="{85F1FF17-A462-DAF9-65D0-F26B759FB73F}"/>
                </a:ext>
              </a:extLst>
            </p:cNvPr>
            <p:cNvSpPr/>
            <p:nvPr/>
          </p:nvSpPr>
          <p:spPr>
            <a:xfrm rot="10800000" flipV="1">
              <a:off x="8408109" y="3998844"/>
              <a:ext cx="590550" cy="977900"/>
            </a:xfrm>
            <a:prstGeom prst="downArrow">
              <a:avLst/>
            </a:prstGeom>
            <a:solidFill>
              <a:schemeClr val="accent2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2" name="Arrow: Down 31">
              <a:extLst>
                <a:ext uri="{FF2B5EF4-FFF2-40B4-BE49-F238E27FC236}">
                  <a16:creationId xmlns:a16="http://schemas.microsoft.com/office/drawing/2014/main" id="{34C1B34D-A353-9C7E-0466-79BE258EBA00}"/>
                </a:ext>
              </a:extLst>
            </p:cNvPr>
            <p:cNvSpPr/>
            <p:nvPr/>
          </p:nvSpPr>
          <p:spPr>
            <a:xfrm rot="10800000" flipV="1">
              <a:off x="8452559" y="2324342"/>
              <a:ext cx="590550" cy="977900"/>
            </a:xfrm>
            <a:prstGeom prst="downArrow">
              <a:avLst/>
            </a:prstGeom>
            <a:solidFill>
              <a:srgbClr val="C00000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1811AA26-65AD-1196-6057-42FA4B6B3A0E}"/>
                </a:ext>
              </a:extLst>
            </p:cNvPr>
            <p:cNvSpPr/>
            <p:nvPr/>
          </p:nvSpPr>
          <p:spPr>
            <a:xfrm>
              <a:off x="8570119" y="2292593"/>
              <a:ext cx="390525" cy="105611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3B764C28-5415-71BB-CECA-91C3B3A3C151}"/>
                </a:ext>
              </a:extLst>
            </p:cNvPr>
            <p:cNvSpPr/>
            <p:nvPr/>
          </p:nvSpPr>
          <p:spPr>
            <a:xfrm>
              <a:off x="8508121" y="3968265"/>
              <a:ext cx="390525" cy="1056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318BA067-F6DC-AC9F-4F47-88C5D4C0FE2B}"/>
                </a:ext>
              </a:extLst>
            </p:cNvPr>
            <p:cNvSpPr/>
            <p:nvPr/>
          </p:nvSpPr>
          <p:spPr>
            <a:xfrm>
              <a:off x="11193462" y="5021706"/>
              <a:ext cx="390525" cy="1056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0991A905-E521-B7A8-3DB1-4F4D0C6AC361}"/>
                </a:ext>
              </a:extLst>
            </p:cNvPr>
            <p:cNvSpPr/>
            <p:nvPr/>
          </p:nvSpPr>
          <p:spPr>
            <a:xfrm>
              <a:off x="11237912" y="3348903"/>
              <a:ext cx="390525" cy="1056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76B0E765-E207-D130-CEB2-C85E92BB7CE9}"/>
              </a:ext>
            </a:extLst>
          </p:cNvPr>
          <p:cNvSpPr/>
          <p:nvPr/>
        </p:nvSpPr>
        <p:spPr>
          <a:xfrm>
            <a:off x="176565" y="523174"/>
            <a:ext cx="3454402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Software and hardware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43376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E568CB97-BA0E-4E91-901F-150BA3CB2199}"/>
              </a:ext>
            </a:extLst>
          </p:cNvPr>
          <p:cNvGrpSpPr/>
          <p:nvPr/>
        </p:nvGrpSpPr>
        <p:grpSpPr>
          <a:xfrm>
            <a:off x="1427591" y="523174"/>
            <a:ext cx="6511326" cy="6167736"/>
            <a:chOff x="3243580" y="546034"/>
            <a:chExt cx="6511326" cy="6167736"/>
          </a:xfrm>
        </p:grpSpPr>
        <p:sp>
          <p:nvSpPr>
            <p:cNvPr id="8" name="Hexagon 7">
              <a:extLst>
                <a:ext uri="{FF2B5EF4-FFF2-40B4-BE49-F238E27FC236}">
                  <a16:creationId xmlns:a16="http://schemas.microsoft.com/office/drawing/2014/main" id="{43368760-C224-4824-8B24-085379819BED}"/>
                </a:ext>
              </a:extLst>
            </p:cNvPr>
            <p:cNvSpPr/>
            <p:nvPr/>
          </p:nvSpPr>
          <p:spPr>
            <a:xfrm>
              <a:off x="4898816" y="1680610"/>
              <a:ext cx="954187" cy="822159"/>
            </a:xfrm>
            <a:prstGeom prst="hexagon">
              <a:avLst>
                <a:gd name="adj" fmla="val 28900"/>
                <a:gd name="vf" fmla="val 115470"/>
              </a:avLst>
            </a:prstGeom>
          </p:spPr>
          <p:style>
            <a:lnRef idx="0">
              <a:schemeClr val="dk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5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graphicFrame>
          <p:nvGraphicFramePr>
            <p:cNvPr id="3" name="Diagram 2">
              <a:extLst>
                <a:ext uri="{FF2B5EF4-FFF2-40B4-BE49-F238E27FC236}">
                  <a16:creationId xmlns:a16="http://schemas.microsoft.com/office/drawing/2014/main" id="{22CBC6F2-3440-4C95-A7AB-8FF03530DDE3}"/>
                </a:ext>
              </a:extLst>
            </p:cNvPr>
            <p:cNvGraphicFramePr/>
            <p:nvPr/>
          </p:nvGraphicFramePr>
          <p:xfrm>
            <a:off x="3243580" y="546034"/>
            <a:ext cx="6511326" cy="6167736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" r:lo="rId3" r:qs="rId4" r:cs="rId5"/>
            </a:graphicData>
          </a:graphic>
        </p:graphicFrame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00D1534A-F598-D3AB-C2B2-371DB50D94E9}"/>
              </a:ext>
            </a:extLst>
          </p:cNvPr>
          <p:cNvGrpSpPr/>
          <p:nvPr/>
        </p:nvGrpSpPr>
        <p:grpSpPr>
          <a:xfrm>
            <a:off x="7827320" y="1191019"/>
            <a:ext cx="4125098" cy="4475961"/>
            <a:chOff x="8188813" y="1657750"/>
            <a:chExt cx="3783330" cy="4105124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EE98C410-1DEA-EF7C-975F-2C5A79DA35AC}"/>
                </a:ext>
              </a:extLst>
            </p:cNvPr>
            <p:cNvSpPr/>
            <p:nvPr/>
          </p:nvSpPr>
          <p:spPr>
            <a:xfrm>
              <a:off x="8188813" y="1657750"/>
              <a:ext cx="3783330" cy="754380"/>
            </a:xfrm>
            <a:prstGeom prst="rect">
              <a:avLst/>
            </a:prstGeom>
            <a:solidFill>
              <a:srgbClr val="C00000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Application software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9D441B00-F8AC-A7D2-A3A6-643ADEC9C9CE}"/>
                </a:ext>
              </a:extLst>
            </p:cNvPr>
            <p:cNvSpPr/>
            <p:nvPr/>
          </p:nvSpPr>
          <p:spPr>
            <a:xfrm>
              <a:off x="8188813" y="3333122"/>
              <a:ext cx="3783330" cy="754380"/>
            </a:xfrm>
            <a:prstGeom prst="rect">
              <a:avLst/>
            </a:prstGeom>
            <a:solidFill>
              <a:schemeClr val="accent2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Operating system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37E77BDC-A70A-A7FA-D101-EC60B68B9660}"/>
                </a:ext>
              </a:extLst>
            </p:cNvPr>
            <p:cNvSpPr/>
            <p:nvPr/>
          </p:nvSpPr>
          <p:spPr>
            <a:xfrm>
              <a:off x="8188813" y="5008494"/>
              <a:ext cx="3783330" cy="754380"/>
            </a:xfrm>
            <a:prstGeom prst="rect">
              <a:avLst/>
            </a:prstGeom>
            <a:solidFill>
              <a:schemeClr val="accent4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Hardware</a:t>
              </a:r>
            </a:p>
          </p:txBody>
        </p:sp>
        <p:sp>
          <p:nvSpPr>
            <p:cNvPr id="29" name="Arrow: Down 28">
              <a:extLst>
                <a:ext uri="{FF2B5EF4-FFF2-40B4-BE49-F238E27FC236}">
                  <a16:creationId xmlns:a16="http://schemas.microsoft.com/office/drawing/2014/main" id="{37611A81-2235-56D3-29BD-952B12D56C5A}"/>
                </a:ext>
              </a:extLst>
            </p:cNvPr>
            <p:cNvSpPr/>
            <p:nvPr/>
          </p:nvSpPr>
          <p:spPr>
            <a:xfrm rot="10800000">
              <a:off x="11093450" y="4125602"/>
              <a:ext cx="590550" cy="977900"/>
            </a:xfrm>
            <a:prstGeom prst="downArrow">
              <a:avLst/>
            </a:prstGeom>
            <a:solidFill>
              <a:schemeClr val="accent4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0" name="Arrow: Down 29">
              <a:extLst>
                <a:ext uri="{FF2B5EF4-FFF2-40B4-BE49-F238E27FC236}">
                  <a16:creationId xmlns:a16="http://schemas.microsoft.com/office/drawing/2014/main" id="{3C01971B-2B0B-6A16-1B89-9E270CE874D1}"/>
                </a:ext>
              </a:extLst>
            </p:cNvPr>
            <p:cNvSpPr/>
            <p:nvPr/>
          </p:nvSpPr>
          <p:spPr>
            <a:xfrm rot="10800000">
              <a:off x="11137900" y="2451100"/>
              <a:ext cx="590550" cy="977900"/>
            </a:xfrm>
            <a:prstGeom prst="downArrow">
              <a:avLst/>
            </a:prstGeom>
            <a:solidFill>
              <a:schemeClr val="accent2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1" name="Arrow: Down 30">
              <a:extLst>
                <a:ext uri="{FF2B5EF4-FFF2-40B4-BE49-F238E27FC236}">
                  <a16:creationId xmlns:a16="http://schemas.microsoft.com/office/drawing/2014/main" id="{CF5693E3-3A45-507A-4CD9-386A68B866D7}"/>
                </a:ext>
              </a:extLst>
            </p:cNvPr>
            <p:cNvSpPr/>
            <p:nvPr/>
          </p:nvSpPr>
          <p:spPr>
            <a:xfrm rot="10800000" flipV="1">
              <a:off x="8408109" y="3998844"/>
              <a:ext cx="590550" cy="977900"/>
            </a:xfrm>
            <a:prstGeom prst="downArrow">
              <a:avLst/>
            </a:prstGeom>
            <a:solidFill>
              <a:schemeClr val="accent2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2" name="Arrow: Down 31">
              <a:extLst>
                <a:ext uri="{FF2B5EF4-FFF2-40B4-BE49-F238E27FC236}">
                  <a16:creationId xmlns:a16="http://schemas.microsoft.com/office/drawing/2014/main" id="{7C21C865-A3C8-3364-6DA9-D2D388FC8D79}"/>
                </a:ext>
              </a:extLst>
            </p:cNvPr>
            <p:cNvSpPr/>
            <p:nvPr/>
          </p:nvSpPr>
          <p:spPr>
            <a:xfrm rot="10800000" flipV="1">
              <a:off x="8452559" y="2324342"/>
              <a:ext cx="590550" cy="977900"/>
            </a:xfrm>
            <a:prstGeom prst="downArrow">
              <a:avLst/>
            </a:prstGeom>
            <a:solidFill>
              <a:srgbClr val="C00000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4CD7ED1F-340E-BF07-0D31-9E656E187BD9}"/>
                </a:ext>
              </a:extLst>
            </p:cNvPr>
            <p:cNvSpPr/>
            <p:nvPr/>
          </p:nvSpPr>
          <p:spPr>
            <a:xfrm>
              <a:off x="8570119" y="2292593"/>
              <a:ext cx="390525" cy="105611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E4181756-43B4-31DE-3AF1-D42B1F68F2EC}"/>
                </a:ext>
              </a:extLst>
            </p:cNvPr>
            <p:cNvSpPr/>
            <p:nvPr/>
          </p:nvSpPr>
          <p:spPr>
            <a:xfrm>
              <a:off x="8508121" y="3968265"/>
              <a:ext cx="390525" cy="1056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DF3E48E3-F53C-7223-6204-4A94DE57C5DF}"/>
                </a:ext>
              </a:extLst>
            </p:cNvPr>
            <p:cNvSpPr/>
            <p:nvPr/>
          </p:nvSpPr>
          <p:spPr>
            <a:xfrm>
              <a:off x="11193462" y="5021706"/>
              <a:ext cx="390525" cy="1056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9BD47A4B-B9EF-1EE9-BEE5-AAF83824C397}"/>
                </a:ext>
              </a:extLst>
            </p:cNvPr>
            <p:cNvSpPr/>
            <p:nvPr/>
          </p:nvSpPr>
          <p:spPr>
            <a:xfrm>
              <a:off x="11237912" y="3348903"/>
              <a:ext cx="390525" cy="1056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C681A14E-E863-5113-0DF3-16E1C2553058}"/>
              </a:ext>
            </a:extLst>
          </p:cNvPr>
          <p:cNvSpPr/>
          <p:nvPr/>
        </p:nvSpPr>
        <p:spPr>
          <a:xfrm>
            <a:off x="176565" y="523174"/>
            <a:ext cx="3454402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Software and hardware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82266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E568CB97-BA0E-4E91-901F-150BA3CB2199}"/>
              </a:ext>
            </a:extLst>
          </p:cNvPr>
          <p:cNvGrpSpPr/>
          <p:nvPr/>
        </p:nvGrpSpPr>
        <p:grpSpPr>
          <a:xfrm>
            <a:off x="1427591" y="523174"/>
            <a:ext cx="6511326" cy="6167736"/>
            <a:chOff x="3243580" y="546034"/>
            <a:chExt cx="6511326" cy="6167736"/>
          </a:xfrm>
        </p:grpSpPr>
        <p:sp>
          <p:nvSpPr>
            <p:cNvPr id="8" name="Hexagon 7">
              <a:extLst>
                <a:ext uri="{FF2B5EF4-FFF2-40B4-BE49-F238E27FC236}">
                  <a16:creationId xmlns:a16="http://schemas.microsoft.com/office/drawing/2014/main" id="{43368760-C224-4824-8B24-085379819BED}"/>
                </a:ext>
              </a:extLst>
            </p:cNvPr>
            <p:cNvSpPr/>
            <p:nvPr/>
          </p:nvSpPr>
          <p:spPr>
            <a:xfrm>
              <a:off x="4898816" y="1680610"/>
              <a:ext cx="954187" cy="822159"/>
            </a:xfrm>
            <a:prstGeom prst="hexagon">
              <a:avLst>
                <a:gd name="adj" fmla="val 28900"/>
                <a:gd name="vf" fmla="val 115470"/>
              </a:avLst>
            </a:prstGeom>
          </p:spPr>
          <p:style>
            <a:lnRef idx="0">
              <a:schemeClr val="dk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5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graphicFrame>
          <p:nvGraphicFramePr>
            <p:cNvPr id="3" name="Diagram 2">
              <a:extLst>
                <a:ext uri="{FF2B5EF4-FFF2-40B4-BE49-F238E27FC236}">
                  <a16:creationId xmlns:a16="http://schemas.microsoft.com/office/drawing/2014/main" id="{22CBC6F2-3440-4C95-A7AB-8FF03530DDE3}"/>
                </a:ext>
              </a:extLst>
            </p:cNvPr>
            <p:cNvGraphicFramePr/>
            <p:nvPr/>
          </p:nvGraphicFramePr>
          <p:xfrm>
            <a:off x="3243580" y="546034"/>
            <a:ext cx="6511326" cy="6167736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" r:lo="rId3" r:qs="rId4" r:cs="rId5"/>
            </a:graphicData>
          </a:graphic>
        </p:graphicFrame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5D0913FA-9F95-D6BD-DEC7-95E51BBE10BD}"/>
              </a:ext>
            </a:extLst>
          </p:cNvPr>
          <p:cNvGrpSpPr/>
          <p:nvPr/>
        </p:nvGrpSpPr>
        <p:grpSpPr>
          <a:xfrm>
            <a:off x="7827320" y="1191019"/>
            <a:ext cx="4125098" cy="4475961"/>
            <a:chOff x="8188813" y="1657750"/>
            <a:chExt cx="3783330" cy="4105124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C38315AA-BEFB-3C9E-AE2A-18B400015679}"/>
                </a:ext>
              </a:extLst>
            </p:cNvPr>
            <p:cNvSpPr/>
            <p:nvPr/>
          </p:nvSpPr>
          <p:spPr>
            <a:xfrm>
              <a:off x="8188813" y="1657750"/>
              <a:ext cx="3783330" cy="754380"/>
            </a:xfrm>
            <a:prstGeom prst="rect">
              <a:avLst/>
            </a:prstGeom>
            <a:solidFill>
              <a:srgbClr val="C00000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Application software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BD877DF5-B8A5-B018-00F4-18EDE62A46E2}"/>
                </a:ext>
              </a:extLst>
            </p:cNvPr>
            <p:cNvSpPr/>
            <p:nvPr/>
          </p:nvSpPr>
          <p:spPr>
            <a:xfrm>
              <a:off x="8188813" y="3333122"/>
              <a:ext cx="3783330" cy="754380"/>
            </a:xfrm>
            <a:prstGeom prst="rect">
              <a:avLst/>
            </a:prstGeom>
            <a:solidFill>
              <a:schemeClr val="accent2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Operating system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1D1D0EB0-7C64-C3E6-3EB8-4F8AF9E296AF}"/>
                </a:ext>
              </a:extLst>
            </p:cNvPr>
            <p:cNvSpPr/>
            <p:nvPr/>
          </p:nvSpPr>
          <p:spPr>
            <a:xfrm>
              <a:off x="8188813" y="5008494"/>
              <a:ext cx="3783330" cy="754380"/>
            </a:xfrm>
            <a:prstGeom prst="rect">
              <a:avLst/>
            </a:prstGeom>
            <a:solidFill>
              <a:schemeClr val="accent4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Hardware</a:t>
              </a:r>
            </a:p>
          </p:txBody>
        </p:sp>
        <p:sp>
          <p:nvSpPr>
            <p:cNvPr id="29" name="Arrow: Down 28">
              <a:extLst>
                <a:ext uri="{FF2B5EF4-FFF2-40B4-BE49-F238E27FC236}">
                  <a16:creationId xmlns:a16="http://schemas.microsoft.com/office/drawing/2014/main" id="{65CA6758-58CD-53D7-91E1-C565A70653A6}"/>
                </a:ext>
              </a:extLst>
            </p:cNvPr>
            <p:cNvSpPr/>
            <p:nvPr/>
          </p:nvSpPr>
          <p:spPr>
            <a:xfrm rot="10800000">
              <a:off x="11093450" y="4125602"/>
              <a:ext cx="590550" cy="977900"/>
            </a:xfrm>
            <a:prstGeom prst="downArrow">
              <a:avLst/>
            </a:prstGeom>
            <a:solidFill>
              <a:schemeClr val="accent4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0" name="Arrow: Down 29">
              <a:extLst>
                <a:ext uri="{FF2B5EF4-FFF2-40B4-BE49-F238E27FC236}">
                  <a16:creationId xmlns:a16="http://schemas.microsoft.com/office/drawing/2014/main" id="{C0823CEC-2C77-0529-982F-5ADC899B61DB}"/>
                </a:ext>
              </a:extLst>
            </p:cNvPr>
            <p:cNvSpPr/>
            <p:nvPr/>
          </p:nvSpPr>
          <p:spPr>
            <a:xfrm rot="10800000">
              <a:off x="11137900" y="2451100"/>
              <a:ext cx="590550" cy="977900"/>
            </a:xfrm>
            <a:prstGeom prst="downArrow">
              <a:avLst/>
            </a:prstGeom>
            <a:solidFill>
              <a:schemeClr val="accent2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1" name="Arrow: Down 30">
              <a:extLst>
                <a:ext uri="{FF2B5EF4-FFF2-40B4-BE49-F238E27FC236}">
                  <a16:creationId xmlns:a16="http://schemas.microsoft.com/office/drawing/2014/main" id="{04D2274C-7557-0FB8-B74F-46286C834796}"/>
                </a:ext>
              </a:extLst>
            </p:cNvPr>
            <p:cNvSpPr/>
            <p:nvPr/>
          </p:nvSpPr>
          <p:spPr>
            <a:xfrm rot="10800000" flipV="1">
              <a:off x="8408109" y="3998844"/>
              <a:ext cx="590550" cy="977900"/>
            </a:xfrm>
            <a:prstGeom prst="downArrow">
              <a:avLst/>
            </a:prstGeom>
            <a:solidFill>
              <a:schemeClr val="accent2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2" name="Arrow: Down 31">
              <a:extLst>
                <a:ext uri="{FF2B5EF4-FFF2-40B4-BE49-F238E27FC236}">
                  <a16:creationId xmlns:a16="http://schemas.microsoft.com/office/drawing/2014/main" id="{8914CE09-65CA-FA70-150D-47D1DCCE10E6}"/>
                </a:ext>
              </a:extLst>
            </p:cNvPr>
            <p:cNvSpPr/>
            <p:nvPr/>
          </p:nvSpPr>
          <p:spPr>
            <a:xfrm rot="10800000" flipV="1">
              <a:off x="8452559" y="2324342"/>
              <a:ext cx="590550" cy="977900"/>
            </a:xfrm>
            <a:prstGeom prst="downArrow">
              <a:avLst/>
            </a:prstGeom>
            <a:solidFill>
              <a:srgbClr val="C00000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5A2EE5AE-738F-462E-B009-60FB7E62106A}"/>
                </a:ext>
              </a:extLst>
            </p:cNvPr>
            <p:cNvSpPr/>
            <p:nvPr/>
          </p:nvSpPr>
          <p:spPr>
            <a:xfrm>
              <a:off x="8570119" y="2292593"/>
              <a:ext cx="390525" cy="105611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F9A1DB96-360A-6D27-8710-9E5D3CA9B02C}"/>
                </a:ext>
              </a:extLst>
            </p:cNvPr>
            <p:cNvSpPr/>
            <p:nvPr/>
          </p:nvSpPr>
          <p:spPr>
            <a:xfrm>
              <a:off x="8508121" y="3968265"/>
              <a:ext cx="390525" cy="1056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5716FEB0-853B-9C02-BE25-20754B8DC8BD}"/>
                </a:ext>
              </a:extLst>
            </p:cNvPr>
            <p:cNvSpPr/>
            <p:nvPr/>
          </p:nvSpPr>
          <p:spPr>
            <a:xfrm>
              <a:off x="11193462" y="5021706"/>
              <a:ext cx="390525" cy="1056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4518961C-FD79-DD81-F010-EB20BE53FE49}"/>
                </a:ext>
              </a:extLst>
            </p:cNvPr>
            <p:cNvSpPr/>
            <p:nvPr/>
          </p:nvSpPr>
          <p:spPr>
            <a:xfrm>
              <a:off x="11237912" y="3348903"/>
              <a:ext cx="390525" cy="1056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25DCE37F-2747-1543-5357-31F0352A7ECD}"/>
              </a:ext>
            </a:extLst>
          </p:cNvPr>
          <p:cNvSpPr/>
          <p:nvPr/>
        </p:nvSpPr>
        <p:spPr>
          <a:xfrm>
            <a:off x="176565" y="523174"/>
            <a:ext cx="3454402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Software and hardware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62503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E568CB97-BA0E-4E91-901F-150BA3CB2199}"/>
              </a:ext>
            </a:extLst>
          </p:cNvPr>
          <p:cNvGrpSpPr/>
          <p:nvPr/>
        </p:nvGrpSpPr>
        <p:grpSpPr>
          <a:xfrm>
            <a:off x="1427591" y="523174"/>
            <a:ext cx="6511326" cy="6167736"/>
            <a:chOff x="3243580" y="546034"/>
            <a:chExt cx="6511326" cy="6167736"/>
          </a:xfrm>
        </p:grpSpPr>
        <p:sp>
          <p:nvSpPr>
            <p:cNvPr id="8" name="Hexagon 7">
              <a:extLst>
                <a:ext uri="{FF2B5EF4-FFF2-40B4-BE49-F238E27FC236}">
                  <a16:creationId xmlns:a16="http://schemas.microsoft.com/office/drawing/2014/main" id="{43368760-C224-4824-8B24-085379819BED}"/>
                </a:ext>
              </a:extLst>
            </p:cNvPr>
            <p:cNvSpPr/>
            <p:nvPr/>
          </p:nvSpPr>
          <p:spPr>
            <a:xfrm>
              <a:off x="4898816" y="1680610"/>
              <a:ext cx="954187" cy="822159"/>
            </a:xfrm>
            <a:prstGeom prst="hexagon">
              <a:avLst>
                <a:gd name="adj" fmla="val 28900"/>
                <a:gd name="vf" fmla="val 115470"/>
              </a:avLst>
            </a:prstGeom>
          </p:spPr>
          <p:style>
            <a:lnRef idx="0">
              <a:schemeClr val="dk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5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graphicFrame>
          <p:nvGraphicFramePr>
            <p:cNvPr id="3" name="Diagram 2">
              <a:extLst>
                <a:ext uri="{FF2B5EF4-FFF2-40B4-BE49-F238E27FC236}">
                  <a16:creationId xmlns:a16="http://schemas.microsoft.com/office/drawing/2014/main" id="{22CBC6F2-3440-4C95-A7AB-8FF03530DDE3}"/>
                </a:ext>
              </a:extLst>
            </p:cNvPr>
            <p:cNvGraphicFramePr/>
            <p:nvPr/>
          </p:nvGraphicFramePr>
          <p:xfrm>
            <a:off x="3243580" y="546034"/>
            <a:ext cx="6511326" cy="6167736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" r:lo="rId3" r:qs="rId4" r:cs="rId5"/>
            </a:graphicData>
          </a:graphic>
        </p:graphicFrame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D398439C-DCDF-6FD6-2096-2D07E276A3A1}"/>
              </a:ext>
            </a:extLst>
          </p:cNvPr>
          <p:cNvGrpSpPr/>
          <p:nvPr/>
        </p:nvGrpSpPr>
        <p:grpSpPr>
          <a:xfrm>
            <a:off x="7827320" y="1191019"/>
            <a:ext cx="4125098" cy="4475961"/>
            <a:chOff x="8188813" y="1657750"/>
            <a:chExt cx="3783330" cy="4105124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DDC940B8-3037-5227-CEF9-67B1CA474B18}"/>
                </a:ext>
              </a:extLst>
            </p:cNvPr>
            <p:cNvSpPr/>
            <p:nvPr/>
          </p:nvSpPr>
          <p:spPr>
            <a:xfrm>
              <a:off x="8188813" y="1657750"/>
              <a:ext cx="3783330" cy="754380"/>
            </a:xfrm>
            <a:prstGeom prst="rect">
              <a:avLst/>
            </a:prstGeom>
            <a:solidFill>
              <a:srgbClr val="C00000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Application software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44A2BD2E-7357-6BF9-80E2-20742FAFCFD9}"/>
                </a:ext>
              </a:extLst>
            </p:cNvPr>
            <p:cNvSpPr/>
            <p:nvPr/>
          </p:nvSpPr>
          <p:spPr>
            <a:xfrm>
              <a:off x="8188813" y="3333122"/>
              <a:ext cx="3783330" cy="754380"/>
            </a:xfrm>
            <a:prstGeom prst="rect">
              <a:avLst/>
            </a:prstGeom>
            <a:solidFill>
              <a:schemeClr val="accent2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Operating system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FEECEBE6-B3E2-85EB-73C9-1D18307A31C5}"/>
                </a:ext>
              </a:extLst>
            </p:cNvPr>
            <p:cNvSpPr/>
            <p:nvPr/>
          </p:nvSpPr>
          <p:spPr>
            <a:xfrm>
              <a:off x="8188813" y="5008494"/>
              <a:ext cx="3783330" cy="754380"/>
            </a:xfrm>
            <a:prstGeom prst="rect">
              <a:avLst/>
            </a:prstGeom>
            <a:solidFill>
              <a:schemeClr val="accent4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Hardware</a:t>
              </a:r>
            </a:p>
          </p:txBody>
        </p:sp>
        <p:sp>
          <p:nvSpPr>
            <p:cNvPr id="29" name="Arrow: Down 28">
              <a:extLst>
                <a:ext uri="{FF2B5EF4-FFF2-40B4-BE49-F238E27FC236}">
                  <a16:creationId xmlns:a16="http://schemas.microsoft.com/office/drawing/2014/main" id="{EB393CCD-C92B-4D84-AE0F-718A0ADBBF7A}"/>
                </a:ext>
              </a:extLst>
            </p:cNvPr>
            <p:cNvSpPr/>
            <p:nvPr/>
          </p:nvSpPr>
          <p:spPr>
            <a:xfrm rot="10800000">
              <a:off x="11093450" y="4125602"/>
              <a:ext cx="590550" cy="977900"/>
            </a:xfrm>
            <a:prstGeom prst="downArrow">
              <a:avLst/>
            </a:prstGeom>
            <a:solidFill>
              <a:schemeClr val="accent4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0" name="Arrow: Down 29">
              <a:extLst>
                <a:ext uri="{FF2B5EF4-FFF2-40B4-BE49-F238E27FC236}">
                  <a16:creationId xmlns:a16="http://schemas.microsoft.com/office/drawing/2014/main" id="{05BF6BC5-BB45-2A0C-28A4-8440135D73E7}"/>
                </a:ext>
              </a:extLst>
            </p:cNvPr>
            <p:cNvSpPr/>
            <p:nvPr/>
          </p:nvSpPr>
          <p:spPr>
            <a:xfrm rot="10800000">
              <a:off x="11137900" y="2451100"/>
              <a:ext cx="590550" cy="977900"/>
            </a:xfrm>
            <a:prstGeom prst="downArrow">
              <a:avLst/>
            </a:prstGeom>
            <a:solidFill>
              <a:schemeClr val="accent2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1" name="Arrow: Down 30">
              <a:extLst>
                <a:ext uri="{FF2B5EF4-FFF2-40B4-BE49-F238E27FC236}">
                  <a16:creationId xmlns:a16="http://schemas.microsoft.com/office/drawing/2014/main" id="{CF4F0204-8227-1EF1-BC25-6B074700C62B}"/>
                </a:ext>
              </a:extLst>
            </p:cNvPr>
            <p:cNvSpPr/>
            <p:nvPr/>
          </p:nvSpPr>
          <p:spPr>
            <a:xfrm rot="10800000" flipV="1">
              <a:off x="8408109" y="3998844"/>
              <a:ext cx="590550" cy="977900"/>
            </a:xfrm>
            <a:prstGeom prst="downArrow">
              <a:avLst/>
            </a:prstGeom>
            <a:solidFill>
              <a:schemeClr val="accent2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2" name="Arrow: Down 31">
              <a:extLst>
                <a:ext uri="{FF2B5EF4-FFF2-40B4-BE49-F238E27FC236}">
                  <a16:creationId xmlns:a16="http://schemas.microsoft.com/office/drawing/2014/main" id="{0A9B89A9-961C-63EF-E699-29B10E7D1A63}"/>
                </a:ext>
              </a:extLst>
            </p:cNvPr>
            <p:cNvSpPr/>
            <p:nvPr/>
          </p:nvSpPr>
          <p:spPr>
            <a:xfrm rot="10800000" flipV="1">
              <a:off x="8452559" y="2324342"/>
              <a:ext cx="590550" cy="977900"/>
            </a:xfrm>
            <a:prstGeom prst="downArrow">
              <a:avLst/>
            </a:prstGeom>
            <a:solidFill>
              <a:srgbClr val="C00000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B1B13C34-EB6A-1E3D-5968-B3097AADB037}"/>
                </a:ext>
              </a:extLst>
            </p:cNvPr>
            <p:cNvSpPr/>
            <p:nvPr/>
          </p:nvSpPr>
          <p:spPr>
            <a:xfrm>
              <a:off x="8570119" y="2292593"/>
              <a:ext cx="390525" cy="105611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4D9C4054-D6A3-184F-78D5-65A2A2E87E67}"/>
                </a:ext>
              </a:extLst>
            </p:cNvPr>
            <p:cNvSpPr/>
            <p:nvPr/>
          </p:nvSpPr>
          <p:spPr>
            <a:xfrm>
              <a:off x="8508121" y="3968265"/>
              <a:ext cx="390525" cy="1056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C71A5AEE-072E-C123-78F7-ECCABE18D8C5}"/>
                </a:ext>
              </a:extLst>
            </p:cNvPr>
            <p:cNvSpPr/>
            <p:nvPr/>
          </p:nvSpPr>
          <p:spPr>
            <a:xfrm>
              <a:off x="11193462" y="5021706"/>
              <a:ext cx="390525" cy="1056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8B75C292-62AC-CC0F-EE3F-0F2586F666B0}"/>
                </a:ext>
              </a:extLst>
            </p:cNvPr>
            <p:cNvSpPr/>
            <p:nvPr/>
          </p:nvSpPr>
          <p:spPr>
            <a:xfrm>
              <a:off x="11237912" y="3348903"/>
              <a:ext cx="390525" cy="1056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2A0962BA-5CAF-3E56-3B64-62706BFCD419}"/>
              </a:ext>
            </a:extLst>
          </p:cNvPr>
          <p:cNvSpPr/>
          <p:nvPr/>
        </p:nvSpPr>
        <p:spPr>
          <a:xfrm>
            <a:off x="176565" y="523174"/>
            <a:ext cx="3454402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Software and hardware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84152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E568CB97-BA0E-4E91-901F-150BA3CB2199}"/>
              </a:ext>
            </a:extLst>
          </p:cNvPr>
          <p:cNvGrpSpPr/>
          <p:nvPr/>
        </p:nvGrpSpPr>
        <p:grpSpPr>
          <a:xfrm>
            <a:off x="1427591" y="523174"/>
            <a:ext cx="6511326" cy="6167736"/>
            <a:chOff x="3243580" y="546034"/>
            <a:chExt cx="6511326" cy="6167736"/>
          </a:xfrm>
        </p:grpSpPr>
        <p:sp>
          <p:nvSpPr>
            <p:cNvPr id="8" name="Hexagon 7">
              <a:extLst>
                <a:ext uri="{FF2B5EF4-FFF2-40B4-BE49-F238E27FC236}">
                  <a16:creationId xmlns:a16="http://schemas.microsoft.com/office/drawing/2014/main" id="{43368760-C224-4824-8B24-085379819BED}"/>
                </a:ext>
              </a:extLst>
            </p:cNvPr>
            <p:cNvSpPr/>
            <p:nvPr/>
          </p:nvSpPr>
          <p:spPr>
            <a:xfrm>
              <a:off x="4898816" y="1680610"/>
              <a:ext cx="954187" cy="822159"/>
            </a:xfrm>
            <a:prstGeom prst="hexagon">
              <a:avLst>
                <a:gd name="adj" fmla="val 28900"/>
                <a:gd name="vf" fmla="val 115470"/>
              </a:avLst>
            </a:prstGeom>
          </p:spPr>
          <p:style>
            <a:lnRef idx="0">
              <a:schemeClr val="dk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5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graphicFrame>
          <p:nvGraphicFramePr>
            <p:cNvPr id="3" name="Diagram 2">
              <a:extLst>
                <a:ext uri="{FF2B5EF4-FFF2-40B4-BE49-F238E27FC236}">
                  <a16:creationId xmlns:a16="http://schemas.microsoft.com/office/drawing/2014/main" id="{22CBC6F2-3440-4C95-A7AB-8FF03530DDE3}"/>
                </a:ext>
              </a:extLst>
            </p:cNvPr>
            <p:cNvGraphicFramePr/>
            <p:nvPr/>
          </p:nvGraphicFramePr>
          <p:xfrm>
            <a:off x="3243580" y="546034"/>
            <a:ext cx="6511326" cy="6167736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" r:lo="rId3" r:qs="rId4" r:cs="rId5"/>
            </a:graphicData>
          </a:graphic>
        </p:graphicFrame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F9CBF5F9-D6EE-FCC6-3B57-0B7D3F5666D6}"/>
              </a:ext>
            </a:extLst>
          </p:cNvPr>
          <p:cNvGrpSpPr/>
          <p:nvPr/>
        </p:nvGrpSpPr>
        <p:grpSpPr>
          <a:xfrm>
            <a:off x="7827320" y="1191019"/>
            <a:ext cx="4125098" cy="4475961"/>
            <a:chOff x="8188813" y="1657750"/>
            <a:chExt cx="3783330" cy="4105124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62810230-34D3-6EC2-E49B-5589A38DFA13}"/>
                </a:ext>
              </a:extLst>
            </p:cNvPr>
            <p:cNvSpPr/>
            <p:nvPr/>
          </p:nvSpPr>
          <p:spPr>
            <a:xfrm>
              <a:off x="8188813" y="1657750"/>
              <a:ext cx="3783330" cy="754380"/>
            </a:xfrm>
            <a:prstGeom prst="rect">
              <a:avLst/>
            </a:prstGeom>
            <a:solidFill>
              <a:srgbClr val="C00000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Application software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74834A68-BE65-2AC9-BAEA-C268CEECD609}"/>
                </a:ext>
              </a:extLst>
            </p:cNvPr>
            <p:cNvSpPr/>
            <p:nvPr/>
          </p:nvSpPr>
          <p:spPr>
            <a:xfrm>
              <a:off x="8188813" y="3333122"/>
              <a:ext cx="3783330" cy="754380"/>
            </a:xfrm>
            <a:prstGeom prst="rect">
              <a:avLst/>
            </a:prstGeom>
            <a:solidFill>
              <a:schemeClr val="accent2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Operating system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6B6E5B68-E545-5FCA-C396-91FA3C1C3B36}"/>
                </a:ext>
              </a:extLst>
            </p:cNvPr>
            <p:cNvSpPr/>
            <p:nvPr/>
          </p:nvSpPr>
          <p:spPr>
            <a:xfrm>
              <a:off x="8188813" y="5008494"/>
              <a:ext cx="3783330" cy="754380"/>
            </a:xfrm>
            <a:prstGeom prst="rect">
              <a:avLst/>
            </a:prstGeom>
            <a:solidFill>
              <a:schemeClr val="accent4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Hardware</a:t>
              </a:r>
            </a:p>
          </p:txBody>
        </p:sp>
        <p:sp>
          <p:nvSpPr>
            <p:cNvPr id="29" name="Arrow: Down 28">
              <a:extLst>
                <a:ext uri="{FF2B5EF4-FFF2-40B4-BE49-F238E27FC236}">
                  <a16:creationId xmlns:a16="http://schemas.microsoft.com/office/drawing/2014/main" id="{6A283D67-6119-F615-018F-5F1A2C372117}"/>
                </a:ext>
              </a:extLst>
            </p:cNvPr>
            <p:cNvSpPr/>
            <p:nvPr/>
          </p:nvSpPr>
          <p:spPr>
            <a:xfrm rot="10800000">
              <a:off x="11093450" y="4125602"/>
              <a:ext cx="590550" cy="977900"/>
            </a:xfrm>
            <a:prstGeom prst="downArrow">
              <a:avLst/>
            </a:prstGeom>
            <a:solidFill>
              <a:schemeClr val="accent4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0" name="Arrow: Down 29">
              <a:extLst>
                <a:ext uri="{FF2B5EF4-FFF2-40B4-BE49-F238E27FC236}">
                  <a16:creationId xmlns:a16="http://schemas.microsoft.com/office/drawing/2014/main" id="{296F0539-2DED-E0E8-5A0E-5F96B7BF1398}"/>
                </a:ext>
              </a:extLst>
            </p:cNvPr>
            <p:cNvSpPr/>
            <p:nvPr/>
          </p:nvSpPr>
          <p:spPr>
            <a:xfrm rot="10800000">
              <a:off x="11137900" y="2451100"/>
              <a:ext cx="590550" cy="977900"/>
            </a:xfrm>
            <a:prstGeom prst="downArrow">
              <a:avLst/>
            </a:prstGeom>
            <a:solidFill>
              <a:schemeClr val="accent2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1" name="Arrow: Down 30">
              <a:extLst>
                <a:ext uri="{FF2B5EF4-FFF2-40B4-BE49-F238E27FC236}">
                  <a16:creationId xmlns:a16="http://schemas.microsoft.com/office/drawing/2014/main" id="{1365B209-CF9B-123D-B17D-4E55896E50D2}"/>
                </a:ext>
              </a:extLst>
            </p:cNvPr>
            <p:cNvSpPr/>
            <p:nvPr/>
          </p:nvSpPr>
          <p:spPr>
            <a:xfrm rot="10800000" flipV="1">
              <a:off x="8408109" y="3998844"/>
              <a:ext cx="590550" cy="977900"/>
            </a:xfrm>
            <a:prstGeom prst="downArrow">
              <a:avLst/>
            </a:prstGeom>
            <a:solidFill>
              <a:schemeClr val="accent2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2" name="Arrow: Down 31">
              <a:extLst>
                <a:ext uri="{FF2B5EF4-FFF2-40B4-BE49-F238E27FC236}">
                  <a16:creationId xmlns:a16="http://schemas.microsoft.com/office/drawing/2014/main" id="{82D5E990-6386-162B-C405-6D2592749718}"/>
                </a:ext>
              </a:extLst>
            </p:cNvPr>
            <p:cNvSpPr/>
            <p:nvPr/>
          </p:nvSpPr>
          <p:spPr>
            <a:xfrm rot="10800000" flipV="1">
              <a:off x="8452559" y="2324342"/>
              <a:ext cx="590550" cy="977900"/>
            </a:xfrm>
            <a:prstGeom prst="downArrow">
              <a:avLst/>
            </a:prstGeom>
            <a:solidFill>
              <a:srgbClr val="C00000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BE02CA5E-6B8C-DBB4-494E-C6406BDDDD8E}"/>
                </a:ext>
              </a:extLst>
            </p:cNvPr>
            <p:cNvSpPr/>
            <p:nvPr/>
          </p:nvSpPr>
          <p:spPr>
            <a:xfrm>
              <a:off x="8570119" y="2292593"/>
              <a:ext cx="390525" cy="105611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489AEFE2-531B-E9C4-6A8F-3474D807FA62}"/>
                </a:ext>
              </a:extLst>
            </p:cNvPr>
            <p:cNvSpPr/>
            <p:nvPr/>
          </p:nvSpPr>
          <p:spPr>
            <a:xfrm>
              <a:off x="8508121" y="3968265"/>
              <a:ext cx="390525" cy="1056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19AEB369-F38D-669B-2DFB-0EEE99867328}"/>
                </a:ext>
              </a:extLst>
            </p:cNvPr>
            <p:cNvSpPr/>
            <p:nvPr/>
          </p:nvSpPr>
          <p:spPr>
            <a:xfrm>
              <a:off x="11193462" y="5021706"/>
              <a:ext cx="390525" cy="1056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79529276-C789-8DE8-7F0C-5C74E981AA61}"/>
                </a:ext>
              </a:extLst>
            </p:cNvPr>
            <p:cNvSpPr/>
            <p:nvPr/>
          </p:nvSpPr>
          <p:spPr>
            <a:xfrm>
              <a:off x="11237912" y="3348903"/>
              <a:ext cx="390525" cy="1056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DE2AEED8-53A8-57F7-E94D-754A6F939F59}"/>
              </a:ext>
            </a:extLst>
          </p:cNvPr>
          <p:cNvSpPr/>
          <p:nvPr/>
        </p:nvSpPr>
        <p:spPr>
          <a:xfrm>
            <a:off x="176565" y="523174"/>
            <a:ext cx="3454402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Software and hardware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51795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E568CB97-BA0E-4E91-901F-150BA3CB2199}"/>
              </a:ext>
            </a:extLst>
          </p:cNvPr>
          <p:cNvGrpSpPr/>
          <p:nvPr/>
        </p:nvGrpSpPr>
        <p:grpSpPr>
          <a:xfrm>
            <a:off x="1427591" y="523174"/>
            <a:ext cx="6511326" cy="6167736"/>
            <a:chOff x="3243580" y="546034"/>
            <a:chExt cx="6511326" cy="6167736"/>
          </a:xfrm>
        </p:grpSpPr>
        <p:sp>
          <p:nvSpPr>
            <p:cNvPr id="8" name="Hexagon 7">
              <a:extLst>
                <a:ext uri="{FF2B5EF4-FFF2-40B4-BE49-F238E27FC236}">
                  <a16:creationId xmlns:a16="http://schemas.microsoft.com/office/drawing/2014/main" id="{43368760-C224-4824-8B24-085379819BED}"/>
                </a:ext>
              </a:extLst>
            </p:cNvPr>
            <p:cNvSpPr/>
            <p:nvPr/>
          </p:nvSpPr>
          <p:spPr>
            <a:xfrm>
              <a:off x="4898816" y="1680610"/>
              <a:ext cx="954187" cy="822159"/>
            </a:xfrm>
            <a:prstGeom prst="hexagon">
              <a:avLst>
                <a:gd name="adj" fmla="val 28900"/>
                <a:gd name="vf" fmla="val 115470"/>
              </a:avLst>
            </a:prstGeom>
          </p:spPr>
          <p:style>
            <a:lnRef idx="0">
              <a:schemeClr val="dk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5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graphicFrame>
          <p:nvGraphicFramePr>
            <p:cNvPr id="3" name="Diagram 2">
              <a:extLst>
                <a:ext uri="{FF2B5EF4-FFF2-40B4-BE49-F238E27FC236}">
                  <a16:creationId xmlns:a16="http://schemas.microsoft.com/office/drawing/2014/main" id="{22CBC6F2-3440-4C95-A7AB-8FF03530DDE3}"/>
                </a:ext>
              </a:extLst>
            </p:cNvPr>
            <p:cNvGraphicFramePr/>
            <p:nvPr/>
          </p:nvGraphicFramePr>
          <p:xfrm>
            <a:off x="3243580" y="546034"/>
            <a:ext cx="6511326" cy="6167736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" r:lo="rId3" r:qs="rId4" r:cs="rId5"/>
            </a:graphicData>
          </a:graphic>
        </p:graphicFrame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FE324731-4EEA-C8C5-C8AF-3F53DE921A1A}"/>
              </a:ext>
            </a:extLst>
          </p:cNvPr>
          <p:cNvGrpSpPr/>
          <p:nvPr/>
        </p:nvGrpSpPr>
        <p:grpSpPr>
          <a:xfrm>
            <a:off x="7827320" y="1191019"/>
            <a:ext cx="4125098" cy="4475961"/>
            <a:chOff x="8188813" y="1657750"/>
            <a:chExt cx="3783330" cy="4105124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8D5BDFA9-2C74-6C1D-0BBB-D2DAE6C69CA9}"/>
                </a:ext>
              </a:extLst>
            </p:cNvPr>
            <p:cNvSpPr/>
            <p:nvPr/>
          </p:nvSpPr>
          <p:spPr>
            <a:xfrm>
              <a:off x="8188813" y="1657750"/>
              <a:ext cx="3783330" cy="754380"/>
            </a:xfrm>
            <a:prstGeom prst="rect">
              <a:avLst/>
            </a:prstGeom>
            <a:solidFill>
              <a:srgbClr val="C00000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Application software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EA288396-0166-96EF-E989-E195DD3AEFBE}"/>
                </a:ext>
              </a:extLst>
            </p:cNvPr>
            <p:cNvSpPr/>
            <p:nvPr/>
          </p:nvSpPr>
          <p:spPr>
            <a:xfrm>
              <a:off x="8188813" y="3333122"/>
              <a:ext cx="3783330" cy="754380"/>
            </a:xfrm>
            <a:prstGeom prst="rect">
              <a:avLst/>
            </a:prstGeom>
            <a:solidFill>
              <a:schemeClr val="accent2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Operating system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94DD3DF0-1319-7967-675A-5E27D132F9D1}"/>
                </a:ext>
              </a:extLst>
            </p:cNvPr>
            <p:cNvSpPr/>
            <p:nvPr/>
          </p:nvSpPr>
          <p:spPr>
            <a:xfrm>
              <a:off x="8188813" y="5008494"/>
              <a:ext cx="3783330" cy="754380"/>
            </a:xfrm>
            <a:prstGeom prst="rect">
              <a:avLst/>
            </a:prstGeom>
            <a:solidFill>
              <a:schemeClr val="accent4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Hardware</a:t>
              </a:r>
            </a:p>
          </p:txBody>
        </p:sp>
        <p:sp>
          <p:nvSpPr>
            <p:cNvPr id="29" name="Arrow: Down 28">
              <a:extLst>
                <a:ext uri="{FF2B5EF4-FFF2-40B4-BE49-F238E27FC236}">
                  <a16:creationId xmlns:a16="http://schemas.microsoft.com/office/drawing/2014/main" id="{16280671-2246-45D7-F9F4-1D5C1D47F101}"/>
                </a:ext>
              </a:extLst>
            </p:cNvPr>
            <p:cNvSpPr/>
            <p:nvPr/>
          </p:nvSpPr>
          <p:spPr>
            <a:xfrm rot="10800000">
              <a:off x="11093450" y="4125602"/>
              <a:ext cx="590550" cy="977900"/>
            </a:xfrm>
            <a:prstGeom prst="downArrow">
              <a:avLst/>
            </a:prstGeom>
            <a:solidFill>
              <a:schemeClr val="accent4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0" name="Arrow: Down 29">
              <a:extLst>
                <a:ext uri="{FF2B5EF4-FFF2-40B4-BE49-F238E27FC236}">
                  <a16:creationId xmlns:a16="http://schemas.microsoft.com/office/drawing/2014/main" id="{65C5F0DA-DCF0-1EE1-46CF-F06D9811A68A}"/>
                </a:ext>
              </a:extLst>
            </p:cNvPr>
            <p:cNvSpPr/>
            <p:nvPr/>
          </p:nvSpPr>
          <p:spPr>
            <a:xfrm rot="10800000">
              <a:off x="11137900" y="2451100"/>
              <a:ext cx="590550" cy="977900"/>
            </a:xfrm>
            <a:prstGeom prst="downArrow">
              <a:avLst/>
            </a:prstGeom>
            <a:solidFill>
              <a:schemeClr val="accent2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1" name="Arrow: Down 30">
              <a:extLst>
                <a:ext uri="{FF2B5EF4-FFF2-40B4-BE49-F238E27FC236}">
                  <a16:creationId xmlns:a16="http://schemas.microsoft.com/office/drawing/2014/main" id="{65F470A7-5E1D-A9B9-337C-7AD2170B3216}"/>
                </a:ext>
              </a:extLst>
            </p:cNvPr>
            <p:cNvSpPr/>
            <p:nvPr/>
          </p:nvSpPr>
          <p:spPr>
            <a:xfrm rot="10800000" flipV="1">
              <a:off x="8408109" y="3998844"/>
              <a:ext cx="590550" cy="977900"/>
            </a:xfrm>
            <a:prstGeom prst="downArrow">
              <a:avLst/>
            </a:prstGeom>
            <a:solidFill>
              <a:schemeClr val="accent2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2" name="Arrow: Down 31">
              <a:extLst>
                <a:ext uri="{FF2B5EF4-FFF2-40B4-BE49-F238E27FC236}">
                  <a16:creationId xmlns:a16="http://schemas.microsoft.com/office/drawing/2014/main" id="{5F4EE476-E910-76F4-7A24-827D45034913}"/>
                </a:ext>
              </a:extLst>
            </p:cNvPr>
            <p:cNvSpPr/>
            <p:nvPr/>
          </p:nvSpPr>
          <p:spPr>
            <a:xfrm rot="10800000" flipV="1">
              <a:off x="8452559" y="2324342"/>
              <a:ext cx="590550" cy="977900"/>
            </a:xfrm>
            <a:prstGeom prst="downArrow">
              <a:avLst/>
            </a:prstGeom>
            <a:solidFill>
              <a:srgbClr val="C00000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CA7862EC-6345-7636-6F0A-A87E0A96EF9C}"/>
                </a:ext>
              </a:extLst>
            </p:cNvPr>
            <p:cNvSpPr/>
            <p:nvPr/>
          </p:nvSpPr>
          <p:spPr>
            <a:xfrm>
              <a:off x="8570119" y="2292593"/>
              <a:ext cx="390525" cy="105611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2C7A72CF-8F12-C0B1-9ECA-6A74ACA1F724}"/>
                </a:ext>
              </a:extLst>
            </p:cNvPr>
            <p:cNvSpPr/>
            <p:nvPr/>
          </p:nvSpPr>
          <p:spPr>
            <a:xfrm>
              <a:off x="8508121" y="3968265"/>
              <a:ext cx="390525" cy="1056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030011F9-6D84-D60E-3003-74085F5D124D}"/>
                </a:ext>
              </a:extLst>
            </p:cNvPr>
            <p:cNvSpPr/>
            <p:nvPr/>
          </p:nvSpPr>
          <p:spPr>
            <a:xfrm>
              <a:off x="11193462" y="5021706"/>
              <a:ext cx="390525" cy="1056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B04CE4BD-B4BE-A855-4271-77E569D1EBDA}"/>
                </a:ext>
              </a:extLst>
            </p:cNvPr>
            <p:cNvSpPr/>
            <p:nvPr/>
          </p:nvSpPr>
          <p:spPr>
            <a:xfrm>
              <a:off x="11237912" y="3348903"/>
              <a:ext cx="390525" cy="1056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55ADA2C0-F78D-106D-865C-EB60F4C2E667}"/>
              </a:ext>
            </a:extLst>
          </p:cNvPr>
          <p:cNvSpPr/>
          <p:nvPr/>
        </p:nvSpPr>
        <p:spPr>
          <a:xfrm>
            <a:off x="176565" y="523174"/>
            <a:ext cx="3454402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Software and hardware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52624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E568CB97-BA0E-4E91-901F-150BA3CB2199}"/>
              </a:ext>
            </a:extLst>
          </p:cNvPr>
          <p:cNvGrpSpPr/>
          <p:nvPr/>
        </p:nvGrpSpPr>
        <p:grpSpPr>
          <a:xfrm>
            <a:off x="1427591" y="523174"/>
            <a:ext cx="6511326" cy="6167736"/>
            <a:chOff x="3243580" y="546034"/>
            <a:chExt cx="6511326" cy="6167736"/>
          </a:xfrm>
        </p:grpSpPr>
        <p:sp>
          <p:nvSpPr>
            <p:cNvPr id="8" name="Hexagon 7">
              <a:extLst>
                <a:ext uri="{FF2B5EF4-FFF2-40B4-BE49-F238E27FC236}">
                  <a16:creationId xmlns:a16="http://schemas.microsoft.com/office/drawing/2014/main" id="{43368760-C224-4824-8B24-085379819BED}"/>
                </a:ext>
              </a:extLst>
            </p:cNvPr>
            <p:cNvSpPr/>
            <p:nvPr/>
          </p:nvSpPr>
          <p:spPr>
            <a:xfrm>
              <a:off x="4898816" y="1680610"/>
              <a:ext cx="954187" cy="822159"/>
            </a:xfrm>
            <a:prstGeom prst="hexagon">
              <a:avLst>
                <a:gd name="adj" fmla="val 28900"/>
                <a:gd name="vf" fmla="val 115470"/>
              </a:avLst>
            </a:prstGeom>
          </p:spPr>
          <p:style>
            <a:lnRef idx="0">
              <a:schemeClr val="dk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5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graphicFrame>
          <p:nvGraphicFramePr>
            <p:cNvPr id="3" name="Diagram 2">
              <a:extLst>
                <a:ext uri="{FF2B5EF4-FFF2-40B4-BE49-F238E27FC236}">
                  <a16:creationId xmlns:a16="http://schemas.microsoft.com/office/drawing/2014/main" id="{22CBC6F2-3440-4C95-A7AB-8FF03530DDE3}"/>
                </a:ext>
              </a:extLst>
            </p:cNvPr>
            <p:cNvGraphicFramePr/>
            <p:nvPr/>
          </p:nvGraphicFramePr>
          <p:xfrm>
            <a:off x="3243580" y="546034"/>
            <a:ext cx="6511326" cy="6167736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" r:lo="rId3" r:qs="rId4" r:cs="rId5"/>
            </a:graphicData>
          </a:graphic>
        </p:graphicFrame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43EBCCD5-9765-4AEC-9D72-88CCFB98C0B3}"/>
              </a:ext>
            </a:extLst>
          </p:cNvPr>
          <p:cNvSpPr/>
          <p:nvPr/>
        </p:nvSpPr>
        <p:spPr>
          <a:xfrm>
            <a:off x="7827320" y="2030776"/>
            <a:ext cx="4125098" cy="822527"/>
          </a:xfrm>
          <a:prstGeom prst="rect">
            <a:avLst/>
          </a:prstGeom>
          <a:solidFill>
            <a:srgbClr val="C00000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Application software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BD9B0C7-8DB3-485C-90E8-6B366C9B7C1F}"/>
              </a:ext>
            </a:extLst>
          </p:cNvPr>
          <p:cNvSpPr/>
          <p:nvPr/>
        </p:nvSpPr>
        <p:spPr>
          <a:xfrm>
            <a:off x="7827320" y="3857493"/>
            <a:ext cx="4125098" cy="822527"/>
          </a:xfrm>
          <a:prstGeom prst="rect">
            <a:avLst/>
          </a:prstGeom>
          <a:solidFill>
            <a:schemeClr val="accent2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Operating system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DF197D9-1F1C-4813-B3E2-A45BD0DD6905}"/>
              </a:ext>
            </a:extLst>
          </p:cNvPr>
          <p:cNvSpPr/>
          <p:nvPr/>
        </p:nvSpPr>
        <p:spPr>
          <a:xfrm>
            <a:off x="7827320" y="5684210"/>
            <a:ext cx="4125098" cy="822527"/>
          </a:xfrm>
          <a:prstGeom prst="rect">
            <a:avLst/>
          </a:prstGeom>
          <a:solidFill>
            <a:schemeClr val="accent4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Hardware</a:t>
            </a:r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947A94E2-B7E3-47DC-B96C-58182CCD9D8A}"/>
              </a:ext>
            </a:extLst>
          </p:cNvPr>
          <p:cNvSpPr/>
          <p:nvPr/>
        </p:nvSpPr>
        <p:spPr>
          <a:xfrm rot="10800000">
            <a:off x="10994348" y="4721562"/>
            <a:ext cx="643897" cy="1066239"/>
          </a:xfrm>
          <a:prstGeom prst="downArrow">
            <a:avLst/>
          </a:prstGeom>
          <a:solidFill>
            <a:schemeClr val="accent4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Arrow: Down 17">
            <a:extLst>
              <a:ext uri="{FF2B5EF4-FFF2-40B4-BE49-F238E27FC236}">
                <a16:creationId xmlns:a16="http://schemas.microsoft.com/office/drawing/2014/main" id="{ECB9F72C-AFB7-41D4-ABA8-E03C473EE30A}"/>
              </a:ext>
            </a:extLst>
          </p:cNvPr>
          <p:cNvSpPr/>
          <p:nvPr/>
        </p:nvSpPr>
        <p:spPr>
          <a:xfrm rot="10800000">
            <a:off x="11042813" y="2895793"/>
            <a:ext cx="643897" cy="1066239"/>
          </a:xfrm>
          <a:prstGeom prst="downArrow">
            <a:avLst/>
          </a:prstGeom>
          <a:solidFill>
            <a:schemeClr val="accent2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Arrow: Down 18">
            <a:extLst>
              <a:ext uri="{FF2B5EF4-FFF2-40B4-BE49-F238E27FC236}">
                <a16:creationId xmlns:a16="http://schemas.microsoft.com/office/drawing/2014/main" id="{5839F23C-C4A8-44A6-B398-EEB5708F02B5}"/>
              </a:ext>
            </a:extLst>
          </p:cNvPr>
          <p:cNvSpPr/>
          <p:nvPr/>
        </p:nvSpPr>
        <p:spPr>
          <a:xfrm rot="10800000" flipV="1">
            <a:off x="8066426" y="4583353"/>
            <a:ext cx="643897" cy="1066239"/>
          </a:xfrm>
          <a:prstGeom prst="downArrow">
            <a:avLst/>
          </a:prstGeom>
          <a:solidFill>
            <a:schemeClr val="accent2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Arrow: Down 19">
            <a:extLst>
              <a:ext uri="{FF2B5EF4-FFF2-40B4-BE49-F238E27FC236}">
                <a16:creationId xmlns:a16="http://schemas.microsoft.com/office/drawing/2014/main" id="{C70C71AA-D5A1-4688-A632-73EF7525DD96}"/>
              </a:ext>
            </a:extLst>
          </p:cNvPr>
          <p:cNvSpPr/>
          <p:nvPr/>
        </p:nvSpPr>
        <p:spPr>
          <a:xfrm rot="10800000" flipV="1">
            <a:off x="8114892" y="2757585"/>
            <a:ext cx="643897" cy="1066239"/>
          </a:xfrm>
          <a:prstGeom prst="downArrow">
            <a:avLst/>
          </a:prstGeom>
          <a:solidFill>
            <a:srgbClr val="C00000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D64BDF8-B70E-41C5-B0D3-64FAD2408DF2}"/>
              </a:ext>
            </a:extLst>
          </p:cNvPr>
          <p:cNvSpPr/>
          <p:nvPr/>
        </p:nvSpPr>
        <p:spPr>
          <a:xfrm>
            <a:off x="8243071" y="2722968"/>
            <a:ext cx="425803" cy="115151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0D3164E-57D3-41EF-98BC-F6E6F4A824AE}"/>
              </a:ext>
            </a:extLst>
          </p:cNvPr>
          <p:cNvSpPr/>
          <p:nvPr/>
        </p:nvSpPr>
        <p:spPr>
          <a:xfrm>
            <a:off x="8175473" y="4550012"/>
            <a:ext cx="425803" cy="11515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42A3D00-156E-40DB-B4D0-1D6C65716038}"/>
              </a:ext>
            </a:extLst>
          </p:cNvPr>
          <p:cNvSpPr/>
          <p:nvPr/>
        </p:nvSpPr>
        <p:spPr>
          <a:xfrm>
            <a:off x="11103395" y="5698615"/>
            <a:ext cx="425803" cy="11515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FD09ED2-A0F6-45C4-A111-1E941E150FB8}"/>
              </a:ext>
            </a:extLst>
          </p:cNvPr>
          <p:cNvSpPr/>
          <p:nvPr/>
        </p:nvSpPr>
        <p:spPr>
          <a:xfrm>
            <a:off x="11151860" y="3874700"/>
            <a:ext cx="425803" cy="11515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6" name="Graphic 5" descr="User with solid fill">
            <a:extLst>
              <a:ext uri="{FF2B5EF4-FFF2-40B4-BE49-F238E27FC236}">
                <a16:creationId xmlns:a16="http://schemas.microsoft.com/office/drawing/2014/main" id="{D08BEBA0-FE8F-3ED0-6BAD-730120B7A64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129226" y="352066"/>
            <a:ext cx="1740937" cy="1740937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8A5BFDF3-DE45-AC04-48B2-CA7C77C8B214}"/>
              </a:ext>
            </a:extLst>
          </p:cNvPr>
          <p:cNvSpPr/>
          <p:nvPr/>
        </p:nvSpPr>
        <p:spPr>
          <a:xfrm>
            <a:off x="176565" y="523174"/>
            <a:ext cx="3454402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Software and hardware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73397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989BBE4-38CA-4FFB-B9AA-E0BBB2AB22B7}"/>
              </a:ext>
            </a:extLst>
          </p:cNvPr>
          <p:cNvSpPr/>
          <p:nvPr/>
        </p:nvSpPr>
        <p:spPr>
          <a:xfrm>
            <a:off x="176565" y="993174"/>
            <a:ext cx="7281137" cy="2410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When a computer first loads up, it looks to the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ROM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for its initial boot-up instructions. These are contained in a program called the: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Bootstrap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Bootstrap loader</a:t>
            </a:r>
          </a:p>
          <a:p>
            <a:pPr marL="742950" lvl="1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Bootloader</a:t>
            </a:r>
          </a:p>
          <a:p>
            <a:pPr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This initial process is handled by the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basic input/output system (BIOS)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also referred to as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firmware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– this sits between the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operating system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and the hardware and provides low-level control for devices.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69FF2A9-4349-E58E-755A-9DEC9BC87824}"/>
              </a:ext>
            </a:extLst>
          </p:cNvPr>
          <p:cNvGrpSpPr/>
          <p:nvPr/>
        </p:nvGrpSpPr>
        <p:grpSpPr>
          <a:xfrm>
            <a:off x="7827320" y="3881805"/>
            <a:ext cx="4125098" cy="1785175"/>
            <a:chOff x="7827320" y="3881805"/>
            <a:chExt cx="4125098" cy="1785175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65271DE-F346-417A-1FD4-52C789ADB442}"/>
                </a:ext>
              </a:extLst>
            </p:cNvPr>
            <p:cNvSpPr/>
            <p:nvPr/>
          </p:nvSpPr>
          <p:spPr>
            <a:xfrm>
              <a:off x="7827320" y="4844453"/>
              <a:ext cx="4125098" cy="822527"/>
            </a:xfrm>
            <a:prstGeom prst="rect">
              <a:avLst/>
            </a:prstGeom>
            <a:solidFill>
              <a:schemeClr val="accent4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Hardware</a:t>
              </a:r>
            </a:p>
          </p:txBody>
        </p:sp>
        <p:sp>
          <p:nvSpPr>
            <p:cNvPr id="10" name="Arrow: Down 9">
              <a:extLst>
                <a:ext uri="{FF2B5EF4-FFF2-40B4-BE49-F238E27FC236}">
                  <a16:creationId xmlns:a16="http://schemas.microsoft.com/office/drawing/2014/main" id="{EAE04170-5760-E0D5-EDC5-3068698D2B07}"/>
                </a:ext>
              </a:extLst>
            </p:cNvPr>
            <p:cNvSpPr/>
            <p:nvPr/>
          </p:nvSpPr>
          <p:spPr>
            <a:xfrm rot="10800000">
              <a:off x="10994348" y="3881805"/>
              <a:ext cx="643897" cy="1066239"/>
            </a:xfrm>
            <a:prstGeom prst="downArrow">
              <a:avLst/>
            </a:prstGeom>
            <a:solidFill>
              <a:schemeClr val="accent4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14B0063-C924-806C-511C-84EE8217213C}"/>
                </a:ext>
              </a:extLst>
            </p:cNvPr>
            <p:cNvSpPr/>
            <p:nvPr/>
          </p:nvSpPr>
          <p:spPr>
            <a:xfrm>
              <a:off x="11103395" y="4858858"/>
              <a:ext cx="425803" cy="11515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0F3C0DE2-71F4-3748-9DFD-29879B02A154}"/>
              </a:ext>
            </a:extLst>
          </p:cNvPr>
          <p:cNvGrpSpPr/>
          <p:nvPr/>
        </p:nvGrpSpPr>
        <p:grpSpPr>
          <a:xfrm>
            <a:off x="7827320" y="1191019"/>
            <a:ext cx="4125098" cy="3618816"/>
            <a:chOff x="7827320" y="1191019"/>
            <a:chExt cx="4125098" cy="361881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61D5EB6-0BA0-F8C5-D61E-DE0AE01EFC18}"/>
                </a:ext>
              </a:extLst>
            </p:cNvPr>
            <p:cNvSpPr/>
            <p:nvPr/>
          </p:nvSpPr>
          <p:spPr>
            <a:xfrm>
              <a:off x="7827320" y="3017736"/>
              <a:ext cx="4125098" cy="822527"/>
            </a:xfrm>
            <a:prstGeom prst="rect">
              <a:avLst/>
            </a:prstGeom>
            <a:solidFill>
              <a:schemeClr val="accent2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Operating system</a:t>
              </a:r>
            </a:p>
          </p:txBody>
        </p:sp>
        <p:sp>
          <p:nvSpPr>
            <p:cNvPr id="11" name="Arrow: Down 10">
              <a:extLst>
                <a:ext uri="{FF2B5EF4-FFF2-40B4-BE49-F238E27FC236}">
                  <a16:creationId xmlns:a16="http://schemas.microsoft.com/office/drawing/2014/main" id="{CBA70E78-A15C-C99C-D791-75CAF9D26EFC}"/>
                </a:ext>
              </a:extLst>
            </p:cNvPr>
            <p:cNvSpPr/>
            <p:nvPr/>
          </p:nvSpPr>
          <p:spPr>
            <a:xfrm rot="10800000">
              <a:off x="11042813" y="2056036"/>
              <a:ext cx="643897" cy="1066239"/>
            </a:xfrm>
            <a:prstGeom prst="downArrow">
              <a:avLst/>
            </a:prstGeom>
            <a:solidFill>
              <a:schemeClr val="accent2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Arrow: Down 11">
              <a:extLst>
                <a:ext uri="{FF2B5EF4-FFF2-40B4-BE49-F238E27FC236}">
                  <a16:creationId xmlns:a16="http://schemas.microsoft.com/office/drawing/2014/main" id="{1CBE5D4B-6B28-4827-CF99-CDF829E6573B}"/>
                </a:ext>
              </a:extLst>
            </p:cNvPr>
            <p:cNvSpPr/>
            <p:nvPr/>
          </p:nvSpPr>
          <p:spPr>
            <a:xfrm rot="10800000" flipV="1">
              <a:off x="8066426" y="3743596"/>
              <a:ext cx="643897" cy="1066239"/>
            </a:xfrm>
            <a:prstGeom prst="downArrow">
              <a:avLst/>
            </a:prstGeom>
            <a:solidFill>
              <a:schemeClr val="accent2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452DDEB6-92CD-907B-C5AB-F0967A919815}"/>
                </a:ext>
              </a:extLst>
            </p:cNvPr>
            <p:cNvGrpSpPr/>
            <p:nvPr/>
          </p:nvGrpSpPr>
          <p:grpSpPr>
            <a:xfrm>
              <a:off x="7827320" y="1191019"/>
              <a:ext cx="4125098" cy="1793048"/>
              <a:chOff x="7827320" y="1191019"/>
              <a:chExt cx="4125098" cy="1793048"/>
            </a:xfrm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110F35BB-5AFF-3B0F-69FF-DA5437DE618C}"/>
                  </a:ext>
                </a:extLst>
              </p:cNvPr>
              <p:cNvSpPr/>
              <p:nvPr/>
            </p:nvSpPr>
            <p:spPr>
              <a:xfrm>
                <a:off x="7827320" y="1191019"/>
                <a:ext cx="4125098" cy="822527"/>
              </a:xfrm>
              <a:prstGeom prst="rect">
                <a:avLst/>
              </a:prstGeom>
              <a:solidFill>
                <a:srgbClr val="C00000"/>
              </a:solidFill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2400" dirty="0"/>
                  <a:t>Application software</a:t>
                </a:r>
              </a:p>
            </p:txBody>
          </p:sp>
          <p:sp>
            <p:nvSpPr>
              <p:cNvPr id="13" name="Arrow: Down 12">
                <a:extLst>
                  <a:ext uri="{FF2B5EF4-FFF2-40B4-BE49-F238E27FC236}">
                    <a16:creationId xmlns:a16="http://schemas.microsoft.com/office/drawing/2014/main" id="{8520CD8C-5A6D-2FD8-95CF-CC2EFDE3B156}"/>
                  </a:ext>
                </a:extLst>
              </p:cNvPr>
              <p:cNvSpPr/>
              <p:nvPr/>
            </p:nvSpPr>
            <p:spPr>
              <a:xfrm rot="10800000" flipV="1">
                <a:off x="8114892" y="1917828"/>
                <a:ext cx="643897" cy="1066239"/>
              </a:xfrm>
              <a:prstGeom prst="downArrow">
                <a:avLst/>
              </a:prstGeom>
              <a:solidFill>
                <a:srgbClr val="C00000"/>
              </a:solidFill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BCF2289B-504B-1927-6C5E-231CA5215F69}"/>
                  </a:ext>
                </a:extLst>
              </p:cNvPr>
              <p:cNvSpPr/>
              <p:nvPr/>
            </p:nvSpPr>
            <p:spPr>
              <a:xfrm>
                <a:off x="8243071" y="1883211"/>
                <a:ext cx="425803" cy="115151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B06D110B-FBF0-B90A-F02A-BE707822ACFB}"/>
                </a:ext>
              </a:extLst>
            </p:cNvPr>
            <p:cNvSpPr/>
            <p:nvPr/>
          </p:nvSpPr>
          <p:spPr>
            <a:xfrm>
              <a:off x="8175473" y="3710255"/>
              <a:ext cx="425803" cy="11515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7E0D2888-971E-27AC-6002-76B9B36F716C}"/>
                </a:ext>
              </a:extLst>
            </p:cNvPr>
            <p:cNvSpPr/>
            <p:nvPr/>
          </p:nvSpPr>
          <p:spPr>
            <a:xfrm>
              <a:off x="11151860" y="3034943"/>
              <a:ext cx="425803" cy="11515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5579CCF-4E61-A919-36F6-65AF14433F8B}"/>
              </a:ext>
            </a:extLst>
          </p:cNvPr>
          <p:cNvGrpSpPr/>
          <p:nvPr/>
        </p:nvGrpSpPr>
        <p:grpSpPr>
          <a:xfrm>
            <a:off x="7827320" y="3168004"/>
            <a:ext cx="4125098" cy="2753799"/>
            <a:chOff x="1970902" y="2487792"/>
            <a:chExt cx="4125098" cy="2753799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8577F15-457E-F743-5C08-0F4761C4CF08}"/>
                </a:ext>
              </a:extLst>
            </p:cNvPr>
            <p:cNvSpPr/>
            <p:nvPr/>
          </p:nvSpPr>
          <p:spPr>
            <a:xfrm>
              <a:off x="1970902" y="3449492"/>
              <a:ext cx="4125098" cy="822527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Firmware</a:t>
              </a:r>
            </a:p>
            <a:p>
              <a:pPr algn="ctr"/>
              <a:r>
                <a:rPr lang="en-GB" sz="2400" dirty="0"/>
                <a:t>(Bootloader/BIOS)</a:t>
              </a:r>
            </a:p>
          </p:txBody>
        </p:sp>
        <p:sp>
          <p:nvSpPr>
            <p:cNvPr id="22" name="Arrow: Down 21">
              <a:extLst>
                <a:ext uri="{FF2B5EF4-FFF2-40B4-BE49-F238E27FC236}">
                  <a16:creationId xmlns:a16="http://schemas.microsoft.com/office/drawing/2014/main" id="{4113FAC3-A5B5-1286-4D83-1E3B5CB8AA58}"/>
                </a:ext>
              </a:extLst>
            </p:cNvPr>
            <p:cNvSpPr/>
            <p:nvPr/>
          </p:nvSpPr>
          <p:spPr>
            <a:xfrm rot="10800000">
              <a:off x="5186395" y="2487792"/>
              <a:ext cx="643897" cy="1066239"/>
            </a:xfrm>
            <a:prstGeom prst="downArrow">
              <a:avLst/>
            </a:prstGeom>
            <a:solidFill>
              <a:schemeClr val="bg1">
                <a:lumMod val="5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3" name="Arrow: Down 22">
              <a:extLst>
                <a:ext uri="{FF2B5EF4-FFF2-40B4-BE49-F238E27FC236}">
                  <a16:creationId xmlns:a16="http://schemas.microsoft.com/office/drawing/2014/main" id="{B5993C95-0D85-8414-DD0D-2D55B07CB365}"/>
                </a:ext>
              </a:extLst>
            </p:cNvPr>
            <p:cNvSpPr/>
            <p:nvPr/>
          </p:nvSpPr>
          <p:spPr>
            <a:xfrm rot="10800000" flipV="1">
              <a:off x="2210008" y="4175352"/>
              <a:ext cx="643897" cy="1066239"/>
            </a:xfrm>
            <a:prstGeom prst="downArrow">
              <a:avLst/>
            </a:prstGeom>
            <a:solidFill>
              <a:schemeClr val="bg1">
                <a:lumMod val="5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89B4BF16-C174-322D-D30E-653FFC02500C}"/>
                </a:ext>
              </a:extLst>
            </p:cNvPr>
            <p:cNvSpPr/>
            <p:nvPr/>
          </p:nvSpPr>
          <p:spPr>
            <a:xfrm>
              <a:off x="2319055" y="4142011"/>
              <a:ext cx="425803" cy="115151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7DE3710B-FBBF-7671-5057-98140C934177}"/>
                </a:ext>
              </a:extLst>
            </p:cNvPr>
            <p:cNvSpPr/>
            <p:nvPr/>
          </p:nvSpPr>
          <p:spPr>
            <a:xfrm>
              <a:off x="5295442" y="3466699"/>
              <a:ext cx="425803" cy="115151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27" name="Rectangle 26">
            <a:extLst>
              <a:ext uri="{FF2B5EF4-FFF2-40B4-BE49-F238E27FC236}">
                <a16:creationId xmlns:a16="http://schemas.microsoft.com/office/drawing/2014/main" id="{4F799678-D892-DEE9-7459-8FF8F4AE1241}"/>
              </a:ext>
            </a:extLst>
          </p:cNvPr>
          <p:cNvSpPr/>
          <p:nvPr/>
        </p:nvSpPr>
        <p:spPr>
          <a:xfrm>
            <a:off x="176565" y="523174"/>
            <a:ext cx="3454402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Firmware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15231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2.08333E-6 5.55112E-17 L 2.08333E-6 -0.09861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4931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2.08333E-6 -4.81481E-6 L 2.08333E-6 0.15556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777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30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989BBE4-38CA-4FFB-B9AA-E0BBB2AB22B7}"/>
              </a:ext>
            </a:extLst>
          </p:cNvPr>
          <p:cNvSpPr/>
          <p:nvPr/>
        </p:nvSpPr>
        <p:spPr>
          <a:xfrm>
            <a:off x="254906" y="1887113"/>
            <a:ext cx="10689902" cy="27956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Applications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are run on the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operating system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operating system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is run on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firmware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bootloader (firmware)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is run on the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hardware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bootloader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is located in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ROM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(non-volatile) storage and is one of the first programs loaded into memory when a computer is turned on.</a:t>
            </a:r>
          </a:p>
          <a:p>
            <a:pPr>
              <a:spcAft>
                <a:spcPts val="6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You can think of this like a hierarchy with the user at the top and hardware at the bottom: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User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 Application software  Operating system  Firmware  Hardware</a:t>
            </a: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0213629-B856-4319-B482-ECBCD25E2D9C}"/>
              </a:ext>
            </a:extLst>
          </p:cNvPr>
          <p:cNvSpPr/>
          <p:nvPr/>
        </p:nvSpPr>
        <p:spPr>
          <a:xfrm>
            <a:off x="1368341" y="523174"/>
            <a:ext cx="6189455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Hardware, firmware and the operating system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7" name="Picture 2" descr="make_notes">
            <a:extLst>
              <a:ext uri="{FF2B5EF4-FFF2-40B4-BE49-F238E27FC236}">
                <a16:creationId xmlns:a16="http://schemas.microsoft.com/office/drawing/2014/main" id="{33BAF18A-3EB8-4E4E-BD48-AF88D1F474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906" y="611347"/>
            <a:ext cx="1113436" cy="1113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231512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FABF442-A178-4CA8-8D0A-DF0A8E18C046}"/>
              </a:ext>
            </a:extLst>
          </p:cNvPr>
          <p:cNvSpPr txBox="1"/>
          <p:nvPr/>
        </p:nvSpPr>
        <p:spPr>
          <a:xfrm>
            <a:off x="927652" y="1650609"/>
            <a:ext cx="6997148" cy="34506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1200"/>
              </a:spcAft>
            </a:pPr>
            <a:r>
              <a:rPr lang="en-GB" sz="4000" dirty="0">
                <a:solidFill>
                  <a:schemeClr val="accent2">
                    <a:lumMod val="75000"/>
                  </a:schemeClr>
                </a:solidFill>
              </a:rPr>
              <a:t>Going beyond the </a:t>
            </a:r>
            <a:br>
              <a:rPr lang="en-GB" sz="4000" dirty="0">
                <a:solidFill>
                  <a:schemeClr val="accent2">
                    <a:lumMod val="75000"/>
                  </a:schemeClr>
                </a:solidFill>
              </a:rPr>
            </a:br>
            <a:r>
              <a:rPr lang="en-GB" sz="4000" dirty="0">
                <a:solidFill>
                  <a:schemeClr val="accent2">
                    <a:lumMod val="75000"/>
                  </a:schemeClr>
                </a:solidFill>
              </a:rPr>
              <a:t>IGCSE specification</a:t>
            </a:r>
            <a:endParaRPr lang="en-US" sz="4000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4" name="Picture 3" descr="A picture containing drawing&#10;&#10;Description automatically generated">
            <a:extLst>
              <a:ext uri="{FF2B5EF4-FFF2-40B4-BE49-F238E27FC236}">
                <a16:creationId xmlns:a16="http://schemas.microsoft.com/office/drawing/2014/main" id="{FAC069AA-4085-44FE-AD96-0399346A3879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290" y="2685345"/>
            <a:ext cx="1381140" cy="138114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545DB15-1C37-AB54-279E-FCEDC374A226}"/>
              </a:ext>
            </a:extLst>
          </p:cNvPr>
          <p:cNvSpPr txBox="1"/>
          <p:nvPr/>
        </p:nvSpPr>
        <p:spPr>
          <a:xfrm>
            <a:off x="304800" y="92954"/>
            <a:ext cx="987927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  <a:ea typeface="+mj-ea"/>
                <a:cs typeface="+mj-cs"/>
              </a:rPr>
              <a:t>4.1 Types of software and interrupts</a:t>
            </a:r>
          </a:p>
        </p:txBody>
      </p:sp>
    </p:spTree>
    <p:extLst>
      <p:ext uri="{BB962C8B-B14F-4D97-AF65-F5344CB8AC3E}">
        <p14:creationId xmlns:p14="http://schemas.microsoft.com/office/powerpoint/2010/main" val="35988310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29E307F-7EC9-4667-96F2-A9CA4B99934F}"/>
              </a:ext>
            </a:extLst>
          </p:cNvPr>
          <p:cNvSpPr/>
          <p:nvPr/>
        </p:nvSpPr>
        <p:spPr>
          <a:xfrm>
            <a:off x="176565" y="523174"/>
            <a:ext cx="3669274" cy="470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Powering on your computer</a:t>
            </a:r>
          </a:p>
        </p:txBody>
      </p:sp>
      <p:grpSp>
        <p:nvGrpSpPr>
          <p:cNvPr id="151" name="Group 150">
            <a:extLst>
              <a:ext uri="{FF2B5EF4-FFF2-40B4-BE49-F238E27FC236}">
                <a16:creationId xmlns:a16="http://schemas.microsoft.com/office/drawing/2014/main" id="{41CEE3C4-C42E-4C32-AB00-F7DB2145E704}"/>
              </a:ext>
            </a:extLst>
          </p:cNvPr>
          <p:cNvGrpSpPr/>
          <p:nvPr/>
        </p:nvGrpSpPr>
        <p:grpSpPr>
          <a:xfrm>
            <a:off x="517328" y="1056579"/>
            <a:ext cx="1100994" cy="2007299"/>
            <a:chOff x="517328" y="1056579"/>
            <a:chExt cx="1100994" cy="2007299"/>
          </a:xfrm>
        </p:grpSpPr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5B0C999C-2A9C-40CD-A907-2813C11A97DC}"/>
                </a:ext>
              </a:extLst>
            </p:cNvPr>
            <p:cNvGrpSpPr/>
            <p:nvPr/>
          </p:nvGrpSpPr>
          <p:grpSpPr>
            <a:xfrm>
              <a:off x="517328" y="1056579"/>
              <a:ext cx="1100994" cy="1670843"/>
              <a:chOff x="322592" y="2232091"/>
              <a:chExt cx="1100994" cy="1670843"/>
            </a:xfrm>
          </p:grpSpPr>
          <p:sp>
            <p:nvSpPr>
              <p:cNvPr id="6" name="Text Box 26">
                <a:extLst>
                  <a:ext uri="{FF2B5EF4-FFF2-40B4-BE49-F238E27FC236}">
                    <a16:creationId xmlns:a16="http://schemas.microsoft.com/office/drawing/2014/main" id="{8A60FCCD-EB6C-47F4-A361-0C2358F801E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1912" y="2232091"/>
                <a:ext cx="960509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GB" sz="1400" dirty="0">
                    <a:latin typeface="+mn-lt"/>
                  </a:rPr>
                  <a:t>Power turned on</a:t>
                </a:r>
              </a:p>
            </p:txBody>
          </p:sp>
          <p:pic>
            <p:nvPicPr>
              <p:cNvPr id="3" name="Picture 2" descr="A stop sign&#10;&#10;Description automatically generated">
                <a:extLst>
                  <a:ext uri="{FF2B5EF4-FFF2-40B4-BE49-F238E27FC236}">
                    <a16:creationId xmlns:a16="http://schemas.microsoft.com/office/drawing/2014/main" id="{55AA1DDA-CF9A-4E8E-8998-24D2A583F1F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22592" y="2801940"/>
                <a:ext cx="1100994" cy="1100994"/>
              </a:xfrm>
              <a:prstGeom prst="rect">
                <a:avLst/>
              </a:prstGeom>
            </p:spPr>
          </p:pic>
        </p:grpSp>
        <p:cxnSp>
          <p:nvCxnSpPr>
            <p:cNvPr id="73" name="Straight Arrow Connector 72">
              <a:extLst>
                <a:ext uri="{FF2B5EF4-FFF2-40B4-BE49-F238E27FC236}">
                  <a16:creationId xmlns:a16="http://schemas.microsoft.com/office/drawing/2014/main" id="{B65BBAB6-23E5-440F-8F74-F034D279B583}"/>
                </a:ext>
              </a:extLst>
            </p:cNvPr>
            <p:cNvCxnSpPr>
              <a:stCxn id="3" idx="2"/>
            </p:cNvCxnSpPr>
            <p:nvPr/>
          </p:nvCxnSpPr>
          <p:spPr>
            <a:xfrm flipH="1">
              <a:off x="1066903" y="2727422"/>
              <a:ext cx="922" cy="336456"/>
            </a:xfrm>
            <a:prstGeom prst="straightConnector1">
              <a:avLst/>
            </a:prstGeom>
            <a:ln w="28575">
              <a:solidFill>
                <a:srgbClr val="C00000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2" name="Group 151">
            <a:extLst>
              <a:ext uri="{FF2B5EF4-FFF2-40B4-BE49-F238E27FC236}">
                <a16:creationId xmlns:a16="http://schemas.microsoft.com/office/drawing/2014/main" id="{78DF9DA6-64B3-4C8F-8130-7E935841EBB1}"/>
              </a:ext>
            </a:extLst>
          </p:cNvPr>
          <p:cNvGrpSpPr/>
          <p:nvPr/>
        </p:nvGrpSpPr>
        <p:grpSpPr>
          <a:xfrm>
            <a:off x="333675" y="3084034"/>
            <a:ext cx="1475514" cy="2220516"/>
            <a:chOff x="333675" y="3084034"/>
            <a:chExt cx="1475514" cy="2220516"/>
          </a:xfrm>
        </p:grpSpPr>
        <p:sp>
          <p:nvSpPr>
            <p:cNvPr id="74" name="Text Box 26">
              <a:extLst>
                <a:ext uri="{FF2B5EF4-FFF2-40B4-BE49-F238E27FC236}">
                  <a16:creationId xmlns:a16="http://schemas.microsoft.com/office/drawing/2014/main" id="{DFAAB6F6-B590-485B-B2A3-83D8FAF82D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3675" y="3084034"/>
              <a:ext cx="1475514" cy="7386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GB" sz="1400" dirty="0">
                  <a:latin typeface="+mn-lt"/>
                </a:rPr>
                <a:t>Only data from </a:t>
              </a:r>
            </a:p>
            <a:p>
              <a:pPr algn="ctr" eaLnBrk="1" hangingPunct="1"/>
              <a:r>
                <a:rPr lang="en-GB" sz="1400" dirty="0">
                  <a:latin typeface="+mn-lt"/>
                </a:rPr>
                <a:t>ROM can be used </a:t>
              </a:r>
            </a:p>
            <a:p>
              <a:pPr algn="ctr" eaLnBrk="1" hangingPunct="1"/>
              <a:r>
                <a:rPr lang="en-GB" sz="1400" dirty="0">
                  <a:latin typeface="+mn-lt"/>
                </a:rPr>
                <a:t>at this point.</a:t>
              </a:r>
            </a:p>
          </p:txBody>
        </p:sp>
        <p:pic>
          <p:nvPicPr>
            <p:cNvPr id="76" name="Picture 75" descr="A picture containing fence&#10;&#10;Description automatically generated">
              <a:extLst>
                <a:ext uri="{FF2B5EF4-FFF2-40B4-BE49-F238E27FC236}">
                  <a16:creationId xmlns:a16="http://schemas.microsoft.com/office/drawing/2014/main" id="{A8A238AF-6C16-4962-92FD-58DA0B061E2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9656" y="3821116"/>
              <a:ext cx="1150305" cy="1150305"/>
            </a:xfrm>
            <a:prstGeom prst="rect">
              <a:avLst/>
            </a:prstGeom>
            <a:effectLst/>
          </p:spPr>
        </p:pic>
        <p:cxnSp>
          <p:nvCxnSpPr>
            <p:cNvPr id="79" name="Straight Arrow Connector 78">
              <a:extLst>
                <a:ext uri="{FF2B5EF4-FFF2-40B4-BE49-F238E27FC236}">
                  <a16:creationId xmlns:a16="http://schemas.microsoft.com/office/drawing/2014/main" id="{ABC5991C-5DE7-4CF0-87D2-AE6A77855A5A}"/>
                </a:ext>
              </a:extLst>
            </p:cNvPr>
            <p:cNvCxnSpPr/>
            <p:nvPr/>
          </p:nvCxnSpPr>
          <p:spPr>
            <a:xfrm flipH="1">
              <a:off x="1060655" y="4968094"/>
              <a:ext cx="922" cy="336456"/>
            </a:xfrm>
            <a:prstGeom prst="straightConnector1">
              <a:avLst/>
            </a:prstGeom>
            <a:ln w="28575">
              <a:solidFill>
                <a:srgbClr val="C00000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B3474904-C36F-4C74-A62A-FEB0139562FD}"/>
              </a:ext>
            </a:extLst>
          </p:cNvPr>
          <p:cNvGrpSpPr/>
          <p:nvPr/>
        </p:nvGrpSpPr>
        <p:grpSpPr>
          <a:xfrm>
            <a:off x="28373" y="5344171"/>
            <a:ext cx="3225367" cy="1138773"/>
            <a:chOff x="28373" y="5344171"/>
            <a:chExt cx="3225367" cy="1138773"/>
          </a:xfrm>
        </p:grpSpPr>
        <p:sp>
          <p:nvSpPr>
            <p:cNvPr id="78" name="Text Box 29">
              <a:extLst>
                <a:ext uri="{FF2B5EF4-FFF2-40B4-BE49-F238E27FC236}">
                  <a16:creationId xmlns:a16="http://schemas.microsoft.com/office/drawing/2014/main" id="{3BF18B81-32C2-4788-BA36-59EC1130A2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373" y="5344171"/>
              <a:ext cx="2057909" cy="11387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GB" sz="1400" b="1" dirty="0">
                  <a:latin typeface="+mn-lt"/>
                </a:rPr>
                <a:t>POST</a:t>
              </a:r>
              <a:r>
                <a:rPr lang="en-GB" sz="1400" dirty="0">
                  <a:latin typeface="+mn-lt"/>
                </a:rPr>
                <a:t> (power-on self-test) checks that all required components are present and available.</a:t>
              </a:r>
            </a:p>
            <a:p>
              <a:pPr algn="ctr" eaLnBrk="1" hangingPunct="1"/>
              <a:endParaRPr lang="en-GB" sz="1200" dirty="0">
                <a:latin typeface="+mn-lt"/>
              </a:endParaRPr>
            </a:p>
          </p:txBody>
        </p:sp>
        <p:grpSp>
          <p:nvGrpSpPr>
            <p:cNvPr id="86" name="Group 85">
              <a:extLst>
                <a:ext uri="{FF2B5EF4-FFF2-40B4-BE49-F238E27FC236}">
                  <a16:creationId xmlns:a16="http://schemas.microsoft.com/office/drawing/2014/main" id="{4A3B3574-CA9A-4B2F-A5A2-4CA4739849E4}"/>
                </a:ext>
              </a:extLst>
            </p:cNvPr>
            <p:cNvGrpSpPr/>
            <p:nvPr/>
          </p:nvGrpSpPr>
          <p:grpSpPr>
            <a:xfrm>
              <a:off x="2019600" y="5826222"/>
              <a:ext cx="1234140" cy="336456"/>
              <a:chOff x="2019600" y="5826222"/>
              <a:chExt cx="876000" cy="336456"/>
            </a:xfrm>
          </p:grpSpPr>
          <p:cxnSp>
            <p:nvCxnSpPr>
              <p:cNvPr id="84" name="Straight Connector 83">
                <a:extLst>
                  <a:ext uri="{FF2B5EF4-FFF2-40B4-BE49-F238E27FC236}">
                    <a16:creationId xmlns:a16="http://schemas.microsoft.com/office/drawing/2014/main" id="{D98CE73C-08E4-440A-89D7-63009528D28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019600" y="6148391"/>
                <a:ext cx="876000" cy="0"/>
              </a:xfrm>
              <a:prstGeom prst="line">
                <a:avLst/>
              </a:prstGeom>
              <a:ln w="28575">
                <a:solidFill>
                  <a:srgbClr val="C00000"/>
                </a:solidFill>
                <a:prstDash val="sysDot"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Straight Arrow Connector 86">
                <a:extLst>
                  <a:ext uri="{FF2B5EF4-FFF2-40B4-BE49-F238E27FC236}">
                    <a16:creationId xmlns:a16="http://schemas.microsoft.com/office/drawing/2014/main" id="{4B695473-FDA4-406F-9C82-610172175FB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890216" y="5826222"/>
                <a:ext cx="922" cy="336456"/>
              </a:xfrm>
              <a:prstGeom prst="straightConnector1">
                <a:avLst/>
              </a:prstGeom>
              <a:ln w="28575">
                <a:solidFill>
                  <a:srgbClr val="C00000"/>
                </a:solidFill>
                <a:prstDash val="sysDot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54" name="Group 153">
            <a:extLst>
              <a:ext uri="{FF2B5EF4-FFF2-40B4-BE49-F238E27FC236}">
                <a16:creationId xmlns:a16="http://schemas.microsoft.com/office/drawing/2014/main" id="{429A57F8-424C-4B90-A406-F6D9EC2C16CD}"/>
              </a:ext>
            </a:extLst>
          </p:cNvPr>
          <p:cNvGrpSpPr/>
          <p:nvPr/>
        </p:nvGrpSpPr>
        <p:grpSpPr>
          <a:xfrm>
            <a:off x="2332948" y="4708623"/>
            <a:ext cx="1831974" cy="1101726"/>
            <a:chOff x="2332948" y="4708623"/>
            <a:chExt cx="1831974" cy="1101726"/>
          </a:xfrm>
        </p:grpSpPr>
        <p:sp>
          <p:nvSpPr>
            <p:cNvPr id="88" name="Text Box 31">
              <a:extLst>
                <a:ext uri="{FF2B5EF4-FFF2-40B4-BE49-F238E27FC236}">
                  <a16:creationId xmlns:a16="http://schemas.microsoft.com/office/drawing/2014/main" id="{F48F5653-59C0-48A1-828B-39E31ED9A8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32948" y="5071685"/>
              <a:ext cx="1831974" cy="7386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GB" sz="1400" dirty="0">
                  <a:latin typeface="+mn-lt"/>
                </a:rPr>
                <a:t>Clears anything that may still be in the registers of the CPU.</a:t>
              </a:r>
            </a:p>
          </p:txBody>
        </p:sp>
        <p:cxnSp>
          <p:nvCxnSpPr>
            <p:cNvPr id="91" name="Straight Arrow Connector 90">
              <a:extLst>
                <a:ext uri="{FF2B5EF4-FFF2-40B4-BE49-F238E27FC236}">
                  <a16:creationId xmlns:a16="http://schemas.microsoft.com/office/drawing/2014/main" id="{1BD27FCE-B929-4D3D-8B19-5305228250D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258504" y="4708623"/>
              <a:ext cx="922" cy="336456"/>
            </a:xfrm>
            <a:prstGeom prst="straightConnector1">
              <a:avLst/>
            </a:prstGeom>
            <a:ln w="28575">
              <a:solidFill>
                <a:srgbClr val="C00000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5" name="Group 154">
            <a:extLst>
              <a:ext uri="{FF2B5EF4-FFF2-40B4-BE49-F238E27FC236}">
                <a16:creationId xmlns:a16="http://schemas.microsoft.com/office/drawing/2014/main" id="{0B35EF2A-1748-4CB1-8D12-5617D54E4A7D}"/>
              </a:ext>
            </a:extLst>
          </p:cNvPr>
          <p:cNvGrpSpPr/>
          <p:nvPr/>
        </p:nvGrpSpPr>
        <p:grpSpPr>
          <a:xfrm>
            <a:off x="2270674" y="3385455"/>
            <a:ext cx="1987550" cy="1501835"/>
            <a:chOff x="2270674" y="3385455"/>
            <a:chExt cx="1987550" cy="1501835"/>
          </a:xfrm>
        </p:grpSpPr>
        <p:sp>
          <p:nvSpPr>
            <p:cNvPr id="90" name="Text Box 32">
              <a:extLst>
                <a:ext uri="{FF2B5EF4-FFF2-40B4-BE49-F238E27FC236}">
                  <a16:creationId xmlns:a16="http://schemas.microsoft.com/office/drawing/2014/main" id="{D5102B86-D010-4C32-A6D9-966E2ECBA8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70674" y="3748517"/>
              <a:ext cx="1987550" cy="11387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GB" sz="1400" dirty="0">
                  <a:latin typeface="+mn-lt"/>
                </a:rPr>
                <a:t>Loads the address of the first instruction in the boot program into the program counter.</a:t>
              </a:r>
            </a:p>
            <a:p>
              <a:pPr algn="ctr" eaLnBrk="1" hangingPunct="1"/>
              <a:endParaRPr lang="en-GB" sz="1200" dirty="0">
                <a:latin typeface="+mn-lt"/>
              </a:endParaRPr>
            </a:p>
          </p:txBody>
        </p:sp>
        <p:cxnSp>
          <p:nvCxnSpPr>
            <p:cNvPr id="94" name="Straight Arrow Connector 93">
              <a:extLst>
                <a:ext uri="{FF2B5EF4-FFF2-40B4-BE49-F238E27FC236}">
                  <a16:creationId xmlns:a16="http://schemas.microsoft.com/office/drawing/2014/main" id="{81B8AC2D-36B6-4E43-9EA1-97CCFD511E4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264449" y="3385455"/>
              <a:ext cx="922" cy="336456"/>
            </a:xfrm>
            <a:prstGeom prst="straightConnector1">
              <a:avLst/>
            </a:prstGeom>
            <a:ln w="28575">
              <a:solidFill>
                <a:srgbClr val="C00000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6" name="Group 155">
            <a:extLst>
              <a:ext uri="{FF2B5EF4-FFF2-40B4-BE49-F238E27FC236}">
                <a16:creationId xmlns:a16="http://schemas.microsoft.com/office/drawing/2014/main" id="{3325DDF2-43EC-4843-89CA-1A638AD5648A}"/>
              </a:ext>
            </a:extLst>
          </p:cNvPr>
          <p:cNvGrpSpPr/>
          <p:nvPr/>
        </p:nvGrpSpPr>
        <p:grpSpPr>
          <a:xfrm>
            <a:off x="2118959" y="1056204"/>
            <a:ext cx="3508415" cy="2321949"/>
            <a:chOff x="2118959" y="1056204"/>
            <a:chExt cx="3508415" cy="2321949"/>
          </a:xfrm>
        </p:grpSpPr>
        <p:pic>
          <p:nvPicPr>
            <p:cNvPr id="100" name="Picture 99">
              <a:extLst>
                <a:ext uri="{FF2B5EF4-FFF2-40B4-BE49-F238E27FC236}">
                  <a16:creationId xmlns:a16="http://schemas.microsoft.com/office/drawing/2014/main" id="{4C71CD4F-4CB8-40F7-8202-2ECF5E6C141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180265" y="2036917"/>
              <a:ext cx="2176461" cy="1341236"/>
            </a:xfrm>
            <a:prstGeom prst="rect">
              <a:avLst/>
            </a:prstGeom>
          </p:spPr>
        </p:pic>
        <p:sp>
          <p:nvSpPr>
            <p:cNvPr id="101" name="Text Box 39">
              <a:extLst>
                <a:ext uri="{FF2B5EF4-FFF2-40B4-BE49-F238E27FC236}">
                  <a16:creationId xmlns:a16="http://schemas.microsoft.com/office/drawing/2014/main" id="{23E4DFCB-330B-47C6-B790-3175A752A3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18959" y="1056204"/>
              <a:ext cx="2292671" cy="9541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GB" sz="1400" dirty="0">
                  <a:latin typeface="+mn-lt"/>
                </a:rPr>
                <a:t>Control is passed to the bootloader program (</a:t>
              </a:r>
              <a:r>
                <a:rPr lang="en-GB" sz="1400" b="1" dirty="0">
                  <a:latin typeface="+mn-lt"/>
                </a:rPr>
                <a:t>bootstrap</a:t>
              </a:r>
              <a:r>
                <a:rPr lang="en-GB" sz="1400" dirty="0">
                  <a:latin typeface="+mn-lt"/>
                </a:rPr>
                <a:t>), which carries out checks on the hardware.</a:t>
              </a:r>
            </a:p>
          </p:txBody>
        </p:sp>
        <p:grpSp>
          <p:nvGrpSpPr>
            <p:cNvPr id="104" name="Group 103">
              <a:extLst>
                <a:ext uri="{FF2B5EF4-FFF2-40B4-BE49-F238E27FC236}">
                  <a16:creationId xmlns:a16="http://schemas.microsoft.com/office/drawing/2014/main" id="{7C35F165-948A-41EA-AD38-2925BC725793}"/>
                </a:ext>
              </a:extLst>
            </p:cNvPr>
            <p:cNvGrpSpPr/>
            <p:nvPr/>
          </p:nvGrpSpPr>
          <p:grpSpPr>
            <a:xfrm flipV="1">
              <a:off x="4393234" y="1542887"/>
              <a:ext cx="1234140" cy="336456"/>
              <a:chOff x="2019600" y="5826222"/>
              <a:chExt cx="876000" cy="336456"/>
            </a:xfrm>
          </p:grpSpPr>
          <p:cxnSp>
            <p:nvCxnSpPr>
              <p:cNvPr id="105" name="Straight Connector 104">
                <a:extLst>
                  <a:ext uri="{FF2B5EF4-FFF2-40B4-BE49-F238E27FC236}">
                    <a16:creationId xmlns:a16="http://schemas.microsoft.com/office/drawing/2014/main" id="{2877590A-D21F-4835-A22C-3511F844FC2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019600" y="6148391"/>
                <a:ext cx="876000" cy="0"/>
              </a:xfrm>
              <a:prstGeom prst="line">
                <a:avLst/>
              </a:prstGeom>
              <a:ln w="28575">
                <a:solidFill>
                  <a:srgbClr val="C00000"/>
                </a:solidFill>
                <a:prstDash val="sysDot"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Straight Arrow Connector 105">
                <a:extLst>
                  <a:ext uri="{FF2B5EF4-FFF2-40B4-BE49-F238E27FC236}">
                    <a16:creationId xmlns:a16="http://schemas.microsoft.com/office/drawing/2014/main" id="{80AE9618-4152-4C59-9593-A06CF9A7650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890216" y="5826222"/>
                <a:ext cx="922" cy="336456"/>
              </a:xfrm>
              <a:prstGeom prst="straightConnector1">
                <a:avLst/>
              </a:prstGeom>
              <a:ln w="28575">
                <a:solidFill>
                  <a:srgbClr val="C00000"/>
                </a:solidFill>
                <a:prstDash val="sysDot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59" name="Group 158">
            <a:extLst>
              <a:ext uri="{FF2B5EF4-FFF2-40B4-BE49-F238E27FC236}">
                <a16:creationId xmlns:a16="http://schemas.microsoft.com/office/drawing/2014/main" id="{B7280E39-5B8A-4DE2-908C-0403E6A27EA5}"/>
              </a:ext>
            </a:extLst>
          </p:cNvPr>
          <p:cNvGrpSpPr/>
          <p:nvPr/>
        </p:nvGrpSpPr>
        <p:grpSpPr>
          <a:xfrm>
            <a:off x="6543714" y="1970088"/>
            <a:ext cx="1269553" cy="2062961"/>
            <a:chOff x="6543714" y="1970088"/>
            <a:chExt cx="1269553" cy="2062961"/>
          </a:xfrm>
        </p:grpSpPr>
        <p:pic>
          <p:nvPicPr>
            <p:cNvPr id="103" name="Picture 102" descr="A close up of a logo&#10;&#10;Description automatically generated">
              <a:extLst>
                <a:ext uri="{FF2B5EF4-FFF2-40B4-BE49-F238E27FC236}">
                  <a16:creationId xmlns:a16="http://schemas.microsoft.com/office/drawing/2014/main" id="{81B98759-6866-421E-AB3F-5499DF7210D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57460" y="1970088"/>
              <a:ext cx="1055807" cy="1055807"/>
            </a:xfrm>
            <a:prstGeom prst="rect">
              <a:avLst/>
            </a:prstGeom>
          </p:spPr>
        </p:pic>
        <p:pic>
          <p:nvPicPr>
            <p:cNvPr id="108" name="Picture 107" descr="A picture containing fence&#10;&#10;Description automatically generated">
              <a:extLst>
                <a:ext uri="{FF2B5EF4-FFF2-40B4-BE49-F238E27FC236}">
                  <a16:creationId xmlns:a16="http://schemas.microsoft.com/office/drawing/2014/main" id="{9A8F3814-0049-4471-89ED-52AA3FCCE36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99599" y="3261522"/>
              <a:ext cx="771527" cy="771527"/>
            </a:xfrm>
            <a:prstGeom prst="rect">
              <a:avLst/>
            </a:prstGeom>
            <a:effectLst/>
          </p:spPr>
        </p:pic>
        <p:cxnSp>
          <p:nvCxnSpPr>
            <p:cNvPr id="111" name="Straight Arrow Connector 110">
              <a:extLst>
                <a:ext uri="{FF2B5EF4-FFF2-40B4-BE49-F238E27FC236}">
                  <a16:creationId xmlns:a16="http://schemas.microsoft.com/office/drawing/2014/main" id="{B87D8D0D-80DD-4EB7-A13A-B7853905FAF5}"/>
                </a:ext>
              </a:extLst>
            </p:cNvPr>
            <p:cNvCxnSpPr>
              <a:cxnSpLocks/>
              <a:stCxn id="27" idx="3"/>
            </p:cNvCxnSpPr>
            <p:nvPr/>
          </p:nvCxnSpPr>
          <p:spPr>
            <a:xfrm>
              <a:off x="6543714" y="2387600"/>
              <a:ext cx="379736" cy="77847"/>
            </a:xfrm>
            <a:prstGeom prst="straightConnector1">
              <a:avLst/>
            </a:prstGeom>
            <a:ln w="28575">
              <a:solidFill>
                <a:srgbClr val="C00000"/>
              </a:solidFill>
              <a:prstDash val="sysDot"/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Arrow Connector 113">
              <a:extLst>
                <a:ext uri="{FF2B5EF4-FFF2-40B4-BE49-F238E27FC236}">
                  <a16:creationId xmlns:a16="http://schemas.microsoft.com/office/drawing/2014/main" id="{BC9EAA55-8512-4C16-970B-83CDE3B67C8F}"/>
                </a:ext>
              </a:extLst>
            </p:cNvPr>
            <p:cNvCxnSpPr>
              <a:cxnSpLocks/>
              <a:stCxn id="27" idx="3"/>
              <a:endCxn id="108" idx="1"/>
            </p:cNvCxnSpPr>
            <p:nvPr/>
          </p:nvCxnSpPr>
          <p:spPr>
            <a:xfrm>
              <a:off x="6543714" y="2387600"/>
              <a:ext cx="355885" cy="1259686"/>
            </a:xfrm>
            <a:prstGeom prst="straightConnector1">
              <a:avLst/>
            </a:prstGeom>
            <a:ln w="28575">
              <a:solidFill>
                <a:srgbClr val="C00000"/>
              </a:solidFill>
              <a:prstDash val="sysDot"/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7" name="Group 156">
            <a:extLst>
              <a:ext uri="{FF2B5EF4-FFF2-40B4-BE49-F238E27FC236}">
                <a16:creationId xmlns:a16="http://schemas.microsoft.com/office/drawing/2014/main" id="{4B696A58-FD1A-43D3-9E23-E6F74BD40D65}"/>
              </a:ext>
            </a:extLst>
          </p:cNvPr>
          <p:cNvGrpSpPr/>
          <p:nvPr/>
        </p:nvGrpSpPr>
        <p:grpSpPr>
          <a:xfrm>
            <a:off x="4695864" y="1910546"/>
            <a:ext cx="1847850" cy="2623355"/>
            <a:chOff x="4695864" y="1910546"/>
            <a:chExt cx="1847850" cy="2623355"/>
          </a:xfrm>
        </p:grpSpPr>
        <p:sp>
          <p:nvSpPr>
            <p:cNvPr id="27" name="Text Box 38">
              <a:extLst>
                <a:ext uri="{FF2B5EF4-FFF2-40B4-BE49-F238E27FC236}">
                  <a16:creationId xmlns:a16="http://schemas.microsoft.com/office/drawing/2014/main" id="{B4704EFB-BDB5-433E-A6FF-B9A06C86E9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95864" y="1910546"/>
              <a:ext cx="1847850" cy="9541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GB" sz="1400" dirty="0">
                  <a:latin typeface="+mn-lt"/>
                </a:rPr>
                <a:t>Checks for any BIOS on the hard disk or a storage device called CMOS RAM.</a:t>
              </a:r>
            </a:p>
          </p:txBody>
        </p:sp>
        <p:cxnSp>
          <p:nvCxnSpPr>
            <p:cNvPr id="117" name="Straight Arrow Connector 116">
              <a:extLst>
                <a:ext uri="{FF2B5EF4-FFF2-40B4-BE49-F238E27FC236}">
                  <a16:creationId xmlns:a16="http://schemas.microsoft.com/office/drawing/2014/main" id="{C3CD88A4-D0B9-476D-8746-F7740C78F636}"/>
                </a:ext>
              </a:extLst>
            </p:cNvPr>
            <p:cNvCxnSpPr>
              <a:cxnSpLocks/>
            </p:cNvCxnSpPr>
            <p:nvPr/>
          </p:nvCxnSpPr>
          <p:spPr>
            <a:xfrm>
              <a:off x="5620250" y="2865534"/>
              <a:ext cx="0" cy="1668367"/>
            </a:xfrm>
            <a:prstGeom prst="straightConnector1">
              <a:avLst/>
            </a:prstGeom>
            <a:ln w="28575">
              <a:solidFill>
                <a:srgbClr val="C00000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8" name="Group 157">
            <a:extLst>
              <a:ext uri="{FF2B5EF4-FFF2-40B4-BE49-F238E27FC236}">
                <a16:creationId xmlns:a16="http://schemas.microsoft.com/office/drawing/2014/main" id="{F0BCBA9E-B429-4FFD-B237-AA3FB7C4C1F4}"/>
              </a:ext>
            </a:extLst>
          </p:cNvPr>
          <p:cNvGrpSpPr/>
          <p:nvPr/>
        </p:nvGrpSpPr>
        <p:grpSpPr>
          <a:xfrm>
            <a:off x="4599052" y="4557336"/>
            <a:ext cx="3072074" cy="1675695"/>
            <a:chOff x="4599052" y="4557336"/>
            <a:chExt cx="3072074" cy="1675695"/>
          </a:xfrm>
        </p:grpSpPr>
        <p:sp>
          <p:nvSpPr>
            <p:cNvPr id="118" name="Text Box 40">
              <a:extLst>
                <a:ext uri="{FF2B5EF4-FFF2-40B4-BE49-F238E27FC236}">
                  <a16:creationId xmlns:a16="http://schemas.microsoft.com/office/drawing/2014/main" id="{18E036DD-0DA0-462C-9077-BB0B8DAF05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04851" y="4557336"/>
              <a:ext cx="1847850" cy="9541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GB" sz="1400" dirty="0">
                  <a:latin typeface="+mn-lt"/>
                </a:rPr>
                <a:t>Combines this with the basic BIOS stored on the ROM and then sends it to RAM.</a:t>
              </a:r>
            </a:p>
          </p:txBody>
        </p:sp>
        <p:pic>
          <p:nvPicPr>
            <p:cNvPr id="120" name="Picture 119" descr="A picture containing clock&#10;&#10;Description automatically generated">
              <a:extLst>
                <a:ext uri="{FF2B5EF4-FFF2-40B4-BE49-F238E27FC236}">
                  <a16:creationId xmlns:a16="http://schemas.microsoft.com/office/drawing/2014/main" id="{1F1C1AF6-CB16-4B07-AD57-613881E9C8F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4702" b="50520"/>
            <a:stretch/>
          </p:blipFill>
          <p:spPr>
            <a:xfrm flipV="1">
              <a:off x="4599052" y="5523033"/>
              <a:ext cx="2041474" cy="709998"/>
            </a:xfrm>
            <a:prstGeom prst="rect">
              <a:avLst/>
            </a:prstGeom>
          </p:spPr>
        </p:pic>
        <p:cxnSp>
          <p:nvCxnSpPr>
            <p:cNvPr id="123" name="Straight Arrow Connector 122">
              <a:extLst>
                <a:ext uri="{FF2B5EF4-FFF2-40B4-BE49-F238E27FC236}">
                  <a16:creationId xmlns:a16="http://schemas.microsoft.com/office/drawing/2014/main" id="{C573D30F-18CA-43B0-BB8D-E10ECBA595B8}"/>
                </a:ext>
              </a:extLst>
            </p:cNvPr>
            <p:cNvCxnSpPr>
              <a:cxnSpLocks/>
            </p:cNvCxnSpPr>
            <p:nvPr/>
          </p:nvCxnSpPr>
          <p:spPr>
            <a:xfrm>
              <a:off x="6621476" y="5897082"/>
              <a:ext cx="1049650" cy="0"/>
            </a:xfrm>
            <a:prstGeom prst="straightConnector1">
              <a:avLst/>
            </a:prstGeom>
            <a:ln w="28575">
              <a:solidFill>
                <a:srgbClr val="C00000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1" name="Group 160">
            <a:extLst>
              <a:ext uri="{FF2B5EF4-FFF2-40B4-BE49-F238E27FC236}">
                <a16:creationId xmlns:a16="http://schemas.microsoft.com/office/drawing/2014/main" id="{72842E77-5760-4DE0-B3B7-AE46A8A1834F}"/>
              </a:ext>
            </a:extLst>
          </p:cNvPr>
          <p:cNvGrpSpPr/>
          <p:nvPr/>
        </p:nvGrpSpPr>
        <p:grpSpPr>
          <a:xfrm>
            <a:off x="9029538" y="5272789"/>
            <a:ext cx="1847850" cy="823097"/>
            <a:chOff x="9029538" y="5272789"/>
            <a:chExt cx="1847850" cy="823097"/>
          </a:xfrm>
        </p:grpSpPr>
        <p:sp>
          <p:nvSpPr>
            <p:cNvPr id="125" name="Text Box 48">
              <a:extLst>
                <a:ext uri="{FF2B5EF4-FFF2-40B4-BE49-F238E27FC236}">
                  <a16:creationId xmlns:a16="http://schemas.microsoft.com/office/drawing/2014/main" id="{232E4076-B3EC-4818-BF30-352BA1AD92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029538" y="5572666"/>
              <a:ext cx="1847850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GB" sz="1400" dirty="0">
                  <a:latin typeface="+mn-lt"/>
                </a:rPr>
                <a:t>The computer is now ready to load the OS.</a:t>
              </a:r>
            </a:p>
          </p:txBody>
        </p:sp>
        <p:cxnSp>
          <p:nvCxnSpPr>
            <p:cNvPr id="129" name="Straight Arrow Connector 128">
              <a:extLst>
                <a:ext uri="{FF2B5EF4-FFF2-40B4-BE49-F238E27FC236}">
                  <a16:creationId xmlns:a16="http://schemas.microsoft.com/office/drawing/2014/main" id="{8CF80252-9F80-48D8-9A61-36409536804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195053" y="5272789"/>
              <a:ext cx="922" cy="336456"/>
            </a:xfrm>
            <a:prstGeom prst="straightConnector1">
              <a:avLst/>
            </a:prstGeom>
            <a:ln w="28575">
              <a:solidFill>
                <a:srgbClr val="C00000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05B840F5-B17F-4095-9D43-50103D2E0178}"/>
              </a:ext>
            </a:extLst>
          </p:cNvPr>
          <p:cNvGrpSpPr/>
          <p:nvPr/>
        </p:nvGrpSpPr>
        <p:grpSpPr>
          <a:xfrm>
            <a:off x="7637823" y="2969052"/>
            <a:ext cx="3859289" cy="2335498"/>
            <a:chOff x="7637823" y="2969052"/>
            <a:chExt cx="3859289" cy="2335498"/>
          </a:xfrm>
        </p:grpSpPr>
        <p:sp>
          <p:nvSpPr>
            <p:cNvPr id="130" name="Text Box 49">
              <a:extLst>
                <a:ext uri="{FF2B5EF4-FFF2-40B4-BE49-F238E27FC236}">
                  <a16:creationId xmlns:a16="http://schemas.microsoft.com/office/drawing/2014/main" id="{50BCD970-90E9-453E-9845-2662CE9620F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907580" y="4350443"/>
              <a:ext cx="2589532" cy="9541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GB" sz="1400" dirty="0">
                  <a:latin typeface="+mn-lt"/>
                </a:rPr>
                <a:t>The OS is normally found on the hard disk, but the computer’s BIOS settings can be changed to check other drives first.</a:t>
              </a:r>
            </a:p>
          </p:txBody>
        </p:sp>
        <p:cxnSp>
          <p:nvCxnSpPr>
            <p:cNvPr id="133" name="Straight Arrow Connector 132">
              <a:extLst>
                <a:ext uri="{FF2B5EF4-FFF2-40B4-BE49-F238E27FC236}">
                  <a16:creationId xmlns:a16="http://schemas.microsoft.com/office/drawing/2014/main" id="{BBAEED45-03A1-403B-8739-046961920ED2}"/>
                </a:ext>
              </a:extLst>
            </p:cNvPr>
            <p:cNvCxnSpPr>
              <a:cxnSpLocks/>
            </p:cNvCxnSpPr>
            <p:nvPr/>
          </p:nvCxnSpPr>
          <p:spPr>
            <a:xfrm>
              <a:off x="7637823" y="2969052"/>
              <a:ext cx="1312651" cy="1486943"/>
            </a:xfrm>
            <a:prstGeom prst="straightConnector1">
              <a:avLst/>
            </a:prstGeom>
            <a:ln w="28575">
              <a:solidFill>
                <a:srgbClr val="C00000"/>
              </a:solidFill>
              <a:prstDash val="sysDot"/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Arrow Connector 134">
              <a:extLst>
                <a:ext uri="{FF2B5EF4-FFF2-40B4-BE49-F238E27FC236}">
                  <a16:creationId xmlns:a16="http://schemas.microsoft.com/office/drawing/2014/main" id="{E81A8ECB-1FA1-497A-9AD5-8CF3B9D95E5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985128" y="4013987"/>
              <a:ext cx="922" cy="336456"/>
            </a:xfrm>
            <a:prstGeom prst="straightConnector1">
              <a:avLst/>
            </a:prstGeom>
            <a:ln w="28575">
              <a:solidFill>
                <a:srgbClr val="C00000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0" name="Group 159">
            <a:extLst>
              <a:ext uri="{FF2B5EF4-FFF2-40B4-BE49-F238E27FC236}">
                <a16:creationId xmlns:a16="http://schemas.microsoft.com/office/drawing/2014/main" id="{B5138556-5BCE-479D-BAA3-938D9ED9212A}"/>
              </a:ext>
            </a:extLst>
          </p:cNvPr>
          <p:cNvGrpSpPr/>
          <p:nvPr/>
        </p:nvGrpSpPr>
        <p:grpSpPr>
          <a:xfrm>
            <a:off x="7508074" y="4516393"/>
            <a:ext cx="2467359" cy="2191884"/>
            <a:chOff x="7508074" y="4516393"/>
            <a:chExt cx="2467359" cy="2191884"/>
          </a:xfrm>
        </p:grpSpPr>
        <p:sp>
          <p:nvSpPr>
            <p:cNvPr id="36" name="Text Box 46">
              <a:extLst>
                <a:ext uri="{FF2B5EF4-FFF2-40B4-BE49-F238E27FC236}">
                  <a16:creationId xmlns:a16="http://schemas.microsoft.com/office/drawing/2014/main" id="{529BCF18-0262-4FF6-81E0-B7F40FE883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08074" y="4516393"/>
              <a:ext cx="1233219" cy="9541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GB" sz="1400" dirty="0">
                  <a:latin typeface="+mn-lt"/>
                </a:rPr>
                <a:t>This file of information is called the </a:t>
              </a:r>
              <a:r>
                <a:rPr lang="en-GB" sz="1400" b="1" dirty="0">
                  <a:latin typeface="+mn-lt"/>
                </a:rPr>
                <a:t>boot file</a:t>
              </a:r>
              <a:r>
                <a:rPr lang="en-GB" sz="1400" dirty="0">
                  <a:latin typeface="+mn-lt"/>
                </a:rPr>
                <a:t>.</a:t>
              </a:r>
            </a:p>
          </p:txBody>
        </p:sp>
        <p:pic>
          <p:nvPicPr>
            <p:cNvPr id="124" name="Picture 123" descr="A close up of a sign&#10;&#10;Description automatically generated">
              <a:extLst>
                <a:ext uri="{FF2B5EF4-FFF2-40B4-BE49-F238E27FC236}">
                  <a16:creationId xmlns:a16="http://schemas.microsoft.com/office/drawing/2014/main" id="{00CC9391-5A6E-41EB-A64B-3D0D142111C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96858" y="5474136"/>
              <a:ext cx="1234141" cy="1234141"/>
            </a:xfrm>
            <a:prstGeom prst="rect">
              <a:avLst/>
            </a:prstGeom>
          </p:spPr>
        </p:pic>
        <p:grpSp>
          <p:nvGrpSpPr>
            <p:cNvPr id="142" name="Group 141">
              <a:extLst>
                <a:ext uri="{FF2B5EF4-FFF2-40B4-BE49-F238E27FC236}">
                  <a16:creationId xmlns:a16="http://schemas.microsoft.com/office/drawing/2014/main" id="{7EA7D252-9641-4007-A3F8-215164EBCDE6}"/>
                </a:ext>
              </a:extLst>
            </p:cNvPr>
            <p:cNvGrpSpPr/>
            <p:nvPr/>
          </p:nvGrpSpPr>
          <p:grpSpPr>
            <a:xfrm>
              <a:off x="8741293" y="6064803"/>
              <a:ext cx="1234140" cy="336456"/>
              <a:chOff x="2019600" y="5826222"/>
              <a:chExt cx="876000" cy="336456"/>
            </a:xfrm>
          </p:grpSpPr>
          <p:cxnSp>
            <p:nvCxnSpPr>
              <p:cNvPr id="143" name="Straight Connector 142">
                <a:extLst>
                  <a:ext uri="{FF2B5EF4-FFF2-40B4-BE49-F238E27FC236}">
                    <a16:creationId xmlns:a16="http://schemas.microsoft.com/office/drawing/2014/main" id="{373DFB41-6313-4A12-AD0E-1E32846A1EB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019600" y="6148391"/>
                <a:ext cx="876000" cy="0"/>
              </a:xfrm>
              <a:prstGeom prst="line">
                <a:avLst/>
              </a:prstGeom>
              <a:ln w="28575">
                <a:solidFill>
                  <a:srgbClr val="C00000"/>
                </a:solidFill>
                <a:prstDash val="sysDot"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" name="Straight Arrow Connector 143">
                <a:extLst>
                  <a:ext uri="{FF2B5EF4-FFF2-40B4-BE49-F238E27FC236}">
                    <a16:creationId xmlns:a16="http://schemas.microsoft.com/office/drawing/2014/main" id="{C03214A3-46AB-4521-AF5E-0DF0D99E75B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890216" y="5826222"/>
                <a:ext cx="922" cy="336456"/>
              </a:xfrm>
              <a:prstGeom prst="straightConnector1">
                <a:avLst/>
              </a:prstGeom>
              <a:ln w="28575">
                <a:solidFill>
                  <a:srgbClr val="C00000"/>
                </a:solidFill>
                <a:prstDash val="sysDot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65" name="Group 164">
            <a:extLst>
              <a:ext uri="{FF2B5EF4-FFF2-40B4-BE49-F238E27FC236}">
                <a16:creationId xmlns:a16="http://schemas.microsoft.com/office/drawing/2014/main" id="{84DD100C-4F7C-42DA-91B9-0F5D41A062E0}"/>
              </a:ext>
            </a:extLst>
          </p:cNvPr>
          <p:cNvGrpSpPr/>
          <p:nvPr/>
        </p:nvGrpSpPr>
        <p:grpSpPr>
          <a:xfrm>
            <a:off x="7541971" y="158990"/>
            <a:ext cx="4650029" cy="1668367"/>
            <a:chOff x="7541971" y="158990"/>
            <a:chExt cx="4650029" cy="1668367"/>
          </a:xfrm>
        </p:grpSpPr>
        <p:sp>
          <p:nvSpPr>
            <p:cNvPr id="68" name="Text Box 70">
              <a:extLst>
                <a:ext uri="{FF2B5EF4-FFF2-40B4-BE49-F238E27FC236}">
                  <a16:creationId xmlns:a16="http://schemas.microsoft.com/office/drawing/2014/main" id="{D23753A0-7D33-4C2D-9736-5662958407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41971" y="564566"/>
              <a:ext cx="3140003" cy="9541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GB" sz="1400" dirty="0">
                  <a:latin typeface="+mn-lt"/>
                </a:rPr>
                <a:t>The OS now takes control of the computer and memory and will load jobs into the memory for processing as per the rules of the scheduler.</a:t>
              </a:r>
            </a:p>
          </p:txBody>
        </p:sp>
        <p:pic>
          <p:nvPicPr>
            <p:cNvPr id="146" name="Picture 145" descr="A close up of a sign&#10;&#10;Description automatically generated">
              <a:extLst>
                <a:ext uri="{FF2B5EF4-FFF2-40B4-BE49-F238E27FC236}">
                  <a16:creationId xmlns:a16="http://schemas.microsoft.com/office/drawing/2014/main" id="{D29D9132-566B-4879-99F3-CFA5D7337964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523633" y="158990"/>
              <a:ext cx="1668367" cy="1668367"/>
            </a:xfrm>
            <a:prstGeom prst="rect">
              <a:avLst/>
            </a:prstGeom>
          </p:spPr>
        </p:pic>
      </p:grpSp>
      <p:grpSp>
        <p:nvGrpSpPr>
          <p:cNvPr id="164" name="Group 163">
            <a:extLst>
              <a:ext uri="{FF2B5EF4-FFF2-40B4-BE49-F238E27FC236}">
                <a16:creationId xmlns:a16="http://schemas.microsoft.com/office/drawing/2014/main" id="{9A1CCD08-7829-4229-8913-B90927643EFC}"/>
              </a:ext>
            </a:extLst>
          </p:cNvPr>
          <p:cNvGrpSpPr/>
          <p:nvPr/>
        </p:nvGrpSpPr>
        <p:grpSpPr>
          <a:xfrm>
            <a:off x="7923915" y="1573869"/>
            <a:ext cx="4117398" cy="1255410"/>
            <a:chOff x="7923915" y="1573869"/>
            <a:chExt cx="4117398" cy="1255410"/>
          </a:xfrm>
        </p:grpSpPr>
        <p:sp>
          <p:nvSpPr>
            <p:cNvPr id="49" name="Text Box 64">
              <a:extLst>
                <a:ext uri="{FF2B5EF4-FFF2-40B4-BE49-F238E27FC236}">
                  <a16:creationId xmlns:a16="http://schemas.microsoft.com/office/drawing/2014/main" id="{6108DD4A-FB0C-4621-9FE4-0010C7F7B9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23915" y="1924450"/>
              <a:ext cx="3025819" cy="7386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GB" sz="1400" dirty="0">
                  <a:latin typeface="+mn-lt"/>
                </a:rPr>
                <a:t>Then the OS looks for a file called COMMAND.COM, which contains more info about BIOS and OS utilities.</a:t>
              </a:r>
            </a:p>
          </p:txBody>
        </p:sp>
        <p:cxnSp>
          <p:nvCxnSpPr>
            <p:cNvPr id="138" name="Straight Arrow Connector 137">
              <a:extLst>
                <a:ext uri="{FF2B5EF4-FFF2-40B4-BE49-F238E27FC236}">
                  <a16:creationId xmlns:a16="http://schemas.microsoft.com/office/drawing/2014/main" id="{D8674A34-904B-4544-92B9-753CDBE5B67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583344" y="1573869"/>
              <a:ext cx="922" cy="336456"/>
            </a:xfrm>
            <a:prstGeom prst="straightConnector1">
              <a:avLst/>
            </a:prstGeom>
            <a:ln w="28575">
              <a:solidFill>
                <a:srgbClr val="C00000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48" name="Picture 147" descr="A close up of a logo&#10;&#10;Description automatically generated">
              <a:extLst>
                <a:ext uri="{FF2B5EF4-FFF2-40B4-BE49-F238E27FC236}">
                  <a16:creationId xmlns:a16="http://schemas.microsoft.com/office/drawing/2014/main" id="{BE00479F-5F80-4CEF-BC42-58495524DC3D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060382" y="1848348"/>
              <a:ext cx="980931" cy="980931"/>
            </a:xfrm>
            <a:prstGeom prst="rect">
              <a:avLst/>
            </a:prstGeom>
          </p:spPr>
        </p:pic>
      </p:grpSp>
      <p:grpSp>
        <p:nvGrpSpPr>
          <p:cNvPr id="163" name="Group 162">
            <a:extLst>
              <a:ext uri="{FF2B5EF4-FFF2-40B4-BE49-F238E27FC236}">
                <a16:creationId xmlns:a16="http://schemas.microsoft.com/office/drawing/2014/main" id="{F9C91867-DBF3-48B9-AE38-A6F6C17498F1}"/>
              </a:ext>
            </a:extLst>
          </p:cNvPr>
          <p:cNvGrpSpPr/>
          <p:nvPr/>
        </p:nvGrpSpPr>
        <p:grpSpPr>
          <a:xfrm>
            <a:off x="8413960" y="2681758"/>
            <a:ext cx="3778040" cy="1374899"/>
            <a:chOff x="8413960" y="2681758"/>
            <a:chExt cx="3778040" cy="1374899"/>
          </a:xfrm>
        </p:grpSpPr>
        <p:sp>
          <p:nvSpPr>
            <p:cNvPr id="56" name="Text Box 58">
              <a:extLst>
                <a:ext uri="{FF2B5EF4-FFF2-40B4-BE49-F238E27FC236}">
                  <a16:creationId xmlns:a16="http://schemas.microsoft.com/office/drawing/2014/main" id="{71810553-D572-4F2A-B4F3-BCE00A37C7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13960" y="3039205"/>
              <a:ext cx="2711137" cy="9541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GB" sz="1400" dirty="0">
                  <a:latin typeface="+mn-lt"/>
                </a:rPr>
                <a:t>The OS now searches for files like CONFIG.SYS, which will tell it how many files can be open at a time and which device drivers to load.</a:t>
              </a:r>
            </a:p>
          </p:txBody>
        </p:sp>
        <p:cxnSp>
          <p:nvCxnSpPr>
            <p:cNvPr id="137" name="Straight Arrow Connector 136">
              <a:extLst>
                <a:ext uri="{FF2B5EF4-FFF2-40B4-BE49-F238E27FC236}">
                  <a16:creationId xmlns:a16="http://schemas.microsoft.com/office/drawing/2014/main" id="{6384D917-4EFF-4EF6-B2D1-28C8DEDCB77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688698" y="2681758"/>
              <a:ext cx="922" cy="336456"/>
            </a:xfrm>
            <a:prstGeom prst="straightConnector1">
              <a:avLst/>
            </a:prstGeom>
            <a:ln w="28575">
              <a:solidFill>
                <a:srgbClr val="C00000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50" name="Picture 149" descr="A close up of a sign&#10;&#10;Description automatically generated">
              <a:extLst>
                <a:ext uri="{FF2B5EF4-FFF2-40B4-BE49-F238E27FC236}">
                  <a16:creationId xmlns:a16="http://schemas.microsoft.com/office/drawing/2014/main" id="{BE92F246-01D8-462A-A3F5-9D4BE90C989A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051586" y="2916243"/>
              <a:ext cx="1140414" cy="1140414"/>
            </a:xfrm>
            <a:prstGeom prst="rect">
              <a:avLst/>
            </a:prstGeom>
          </p:spPr>
        </p:pic>
      </p:grpSp>
    </p:spTree>
    <p:custDataLst>
      <p:tags r:id="rId1"/>
    </p:custDataLst>
    <p:extLst>
      <p:ext uri="{BB962C8B-B14F-4D97-AF65-F5344CB8AC3E}">
        <p14:creationId xmlns:p14="http://schemas.microsoft.com/office/powerpoint/2010/main" val="42638909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29E307F-7EC9-4667-96F2-A9CA4B99934F}"/>
              </a:ext>
            </a:extLst>
          </p:cNvPr>
          <p:cNvSpPr/>
          <p:nvPr/>
        </p:nvSpPr>
        <p:spPr>
          <a:xfrm>
            <a:off x="176565" y="523174"/>
            <a:ext cx="2924840" cy="470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evolution of ROM</a:t>
            </a: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170F9FA4-B2F6-4243-9568-BE86F3FC09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6989333"/>
              </p:ext>
            </p:extLst>
          </p:nvPr>
        </p:nvGraphicFramePr>
        <p:xfrm>
          <a:off x="250823" y="2470749"/>
          <a:ext cx="11607800" cy="43332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901950">
                  <a:extLst>
                    <a:ext uri="{9D8B030D-6E8A-4147-A177-3AD203B41FA5}">
                      <a16:colId xmlns:a16="http://schemas.microsoft.com/office/drawing/2014/main" val="428609935"/>
                    </a:ext>
                  </a:extLst>
                </a:gridCol>
                <a:gridCol w="2901950">
                  <a:extLst>
                    <a:ext uri="{9D8B030D-6E8A-4147-A177-3AD203B41FA5}">
                      <a16:colId xmlns:a16="http://schemas.microsoft.com/office/drawing/2014/main" val="2479431497"/>
                    </a:ext>
                  </a:extLst>
                </a:gridCol>
                <a:gridCol w="2901950">
                  <a:extLst>
                    <a:ext uri="{9D8B030D-6E8A-4147-A177-3AD203B41FA5}">
                      <a16:colId xmlns:a16="http://schemas.microsoft.com/office/drawing/2014/main" val="487155252"/>
                    </a:ext>
                  </a:extLst>
                </a:gridCol>
                <a:gridCol w="2901950">
                  <a:extLst>
                    <a:ext uri="{9D8B030D-6E8A-4147-A177-3AD203B41FA5}">
                      <a16:colId xmlns:a16="http://schemas.microsoft.com/office/drawing/2014/main" val="318987902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ROM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PROM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EPROM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EEPROM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7555854"/>
                  </a:ext>
                </a:extLst>
              </a:tr>
              <a:tr h="369166">
                <a:tc>
                  <a:txBody>
                    <a:bodyPr/>
                    <a:lstStyle/>
                    <a:p>
                      <a:r>
                        <a:rPr lang="en-GB" dirty="0"/>
                        <a:t>Read-only memory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Programmable read-only memory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Erasable programmable read-only memory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Electrically erasable programmable read-only memory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10438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700" dirty="0">
                          <a:solidFill>
                            <a:schemeClr val="tx1"/>
                          </a:solidFill>
                        </a:rPr>
                        <a:t>Programming of data must be complete when the chip is created.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GB" sz="1200" b="1" dirty="0">
                        <a:solidFill>
                          <a:schemeClr val="tx1"/>
                        </a:solidFill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700" b="1" dirty="0">
                          <a:solidFill>
                            <a:schemeClr val="tx1"/>
                          </a:solidFill>
                        </a:rPr>
                        <a:t>Cannot</a:t>
                      </a:r>
                      <a:r>
                        <a:rPr lang="en-GB" sz="1700" dirty="0">
                          <a:solidFill>
                            <a:schemeClr val="tx1"/>
                          </a:solidFill>
                        </a:rPr>
                        <a:t> be reprogrammed or rewritten.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GB" sz="1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GB" sz="1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700" dirty="0">
                          <a:solidFill>
                            <a:srgbClr val="FCECE8"/>
                          </a:solidFill>
                        </a:rPr>
                        <a:t>The chip does not have to be removed to be rewritten.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GB" sz="1200" dirty="0">
                        <a:solidFill>
                          <a:srgbClr val="FCECE8"/>
                        </a:solidFill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700" dirty="0">
                          <a:solidFill>
                            <a:srgbClr val="FCECE8"/>
                          </a:solidFill>
                        </a:rPr>
                        <a:t>The entire chip doesn’t need to be completely erased to change a specific portion of it.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GB" sz="1200" dirty="0">
                        <a:solidFill>
                          <a:srgbClr val="FCECE8"/>
                        </a:solidFill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700" dirty="0">
                          <a:solidFill>
                            <a:srgbClr val="FCECE8"/>
                          </a:solidFill>
                        </a:rPr>
                        <a:t>Changing contents doesn’t require specialist equipment.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0911470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8E026EF5-F5D0-4DF0-9D43-486D9C3FD227}"/>
              </a:ext>
            </a:extLst>
          </p:cNvPr>
          <p:cNvSpPr txBox="1"/>
          <p:nvPr/>
        </p:nvSpPr>
        <p:spPr>
          <a:xfrm>
            <a:off x="176565" y="993174"/>
            <a:ext cx="913229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All types are non-volatile. All data is either: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dirty="0"/>
              <a:t>Unchangeable (read-only).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dirty="0"/>
              <a:t>Changeable but requires a special operation to do so.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dirty="0"/>
          </a:p>
        </p:txBody>
      </p:sp>
      <p:pic>
        <p:nvPicPr>
          <p:cNvPr id="4" name="Picture 3" descr="A picture containing fence&#10;&#10;Description automatically generated">
            <a:extLst>
              <a:ext uri="{FF2B5EF4-FFF2-40B4-BE49-F238E27FC236}">
                <a16:creationId xmlns:a16="http://schemas.microsoft.com/office/drawing/2014/main" id="{DDA40A13-B457-408A-829A-BE22295278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7568" y="570799"/>
            <a:ext cx="1747232" cy="1747232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25482935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29E307F-7EC9-4667-96F2-A9CA4B99934F}"/>
              </a:ext>
            </a:extLst>
          </p:cNvPr>
          <p:cNvSpPr/>
          <p:nvPr/>
        </p:nvSpPr>
        <p:spPr>
          <a:xfrm>
            <a:off x="176565" y="523174"/>
            <a:ext cx="2924840" cy="470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evolution of ROM</a:t>
            </a: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170F9FA4-B2F6-4243-9568-BE86F3FC09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1130761"/>
              </p:ext>
            </p:extLst>
          </p:nvPr>
        </p:nvGraphicFramePr>
        <p:xfrm>
          <a:off x="250823" y="2470749"/>
          <a:ext cx="11607800" cy="43332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901950">
                  <a:extLst>
                    <a:ext uri="{9D8B030D-6E8A-4147-A177-3AD203B41FA5}">
                      <a16:colId xmlns:a16="http://schemas.microsoft.com/office/drawing/2014/main" val="428609935"/>
                    </a:ext>
                  </a:extLst>
                </a:gridCol>
                <a:gridCol w="2901950">
                  <a:extLst>
                    <a:ext uri="{9D8B030D-6E8A-4147-A177-3AD203B41FA5}">
                      <a16:colId xmlns:a16="http://schemas.microsoft.com/office/drawing/2014/main" val="2479431497"/>
                    </a:ext>
                  </a:extLst>
                </a:gridCol>
                <a:gridCol w="2901950">
                  <a:extLst>
                    <a:ext uri="{9D8B030D-6E8A-4147-A177-3AD203B41FA5}">
                      <a16:colId xmlns:a16="http://schemas.microsoft.com/office/drawing/2014/main" val="487155252"/>
                    </a:ext>
                  </a:extLst>
                </a:gridCol>
                <a:gridCol w="2901950">
                  <a:extLst>
                    <a:ext uri="{9D8B030D-6E8A-4147-A177-3AD203B41FA5}">
                      <a16:colId xmlns:a16="http://schemas.microsoft.com/office/drawing/2014/main" val="318987902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ROM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PROM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EPROM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EEPROM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75558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Read-only memory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Programmable read-only memory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Erasable programmable read-only memory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Electrically erasable programmable read-only memory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10438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700" dirty="0">
                          <a:solidFill>
                            <a:schemeClr val="tx1"/>
                          </a:solidFill>
                        </a:rPr>
                        <a:t>Programming of data must be complete when the chip is created.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GB" sz="1200" b="1" dirty="0">
                        <a:solidFill>
                          <a:schemeClr val="tx1"/>
                        </a:solidFill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700" b="1" dirty="0">
                          <a:solidFill>
                            <a:schemeClr val="tx1"/>
                          </a:solidFill>
                        </a:rPr>
                        <a:t>Cannot</a:t>
                      </a:r>
                      <a:r>
                        <a:rPr lang="en-GB" sz="1700" dirty="0">
                          <a:solidFill>
                            <a:schemeClr val="tx1"/>
                          </a:solidFill>
                        </a:rPr>
                        <a:t> be reprogrammed or rewritten.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700" b="1" dirty="0">
                          <a:solidFill>
                            <a:schemeClr val="tx1"/>
                          </a:solidFill>
                        </a:rPr>
                        <a:t>Blank</a:t>
                      </a:r>
                      <a:r>
                        <a:rPr lang="en-GB" sz="1700" dirty="0">
                          <a:solidFill>
                            <a:schemeClr val="tx1"/>
                          </a:solidFill>
                        </a:rPr>
                        <a:t> when initially manufactured.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700" dirty="0">
                          <a:solidFill>
                            <a:schemeClr val="tx1"/>
                          </a:solidFill>
                        </a:rPr>
                        <a:t>Can be purchased and coded </a:t>
                      </a:r>
                      <a:r>
                        <a:rPr lang="en-GB" sz="1700" b="1" dirty="0">
                          <a:solidFill>
                            <a:schemeClr val="tx1"/>
                          </a:solidFill>
                        </a:rPr>
                        <a:t>once</a:t>
                      </a:r>
                      <a:r>
                        <a:rPr lang="en-GB" sz="1700" dirty="0">
                          <a:solidFill>
                            <a:schemeClr val="tx1"/>
                          </a:solidFill>
                        </a:rPr>
                        <a:t> with a special tool known as a </a:t>
                      </a:r>
                      <a:r>
                        <a:rPr lang="en-GB" sz="1700" b="1" dirty="0">
                          <a:solidFill>
                            <a:schemeClr val="tx1"/>
                          </a:solidFill>
                        </a:rPr>
                        <a:t>programmer</a:t>
                      </a:r>
                      <a:r>
                        <a:rPr lang="en-GB" sz="1700" dirty="0">
                          <a:solidFill>
                            <a:schemeClr val="tx1"/>
                          </a:solidFill>
                        </a:rPr>
                        <a:t> – known as </a:t>
                      </a:r>
                      <a:r>
                        <a:rPr lang="en-GB" sz="1700" b="1" dirty="0">
                          <a:solidFill>
                            <a:schemeClr val="tx1"/>
                          </a:solidFill>
                        </a:rPr>
                        <a:t>burning the PROM</a:t>
                      </a:r>
                      <a:r>
                        <a:rPr lang="en-GB" sz="17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GB" sz="1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700" dirty="0">
                          <a:solidFill>
                            <a:srgbClr val="FCECE8"/>
                          </a:solidFill>
                        </a:rPr>
                        <a:t>The chip does not have to be removed to be rewritten.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GB" sz="1200" dirty="0">
                        <a:solidFill>
                          <a:srgbClr val="FCECE8"/>
                        </a:solidFill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700" dirty="0">
                          <a:solidFill>
                            <a:srgbClr val="FCECE8"/>
                          </a:solidFill>
                        </a:rPr>
                        <a:t>The entire chip doesn’t need to be completely erased to change a specific portion of it.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GB" sz="1200" dirty="0">
                        <a:solidFill>
                          <a:srgbClr val="FCECE8"/>
                        </a:solidFill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700" dirty="0">
                          <a:solidFill>
                            <a:srgbClr val="FCECE8"/>
                          </a:solidFill>
                        </a:rPr>
                        <a:t>Changing contents doesn’t require specialist equipment.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0911470"/>
                  </a:ext>
                </a:extLst>
              </a:tr>
            </a:tbl>
          </a:graphicData>
        </a:graphic>
      </p:graphicFrame>
      <p:pic>
        <p:nvPicPr>
          <p:cNvPr id="4" name="Picture 3" descr="A picture containing fence&#10;&#10;Description automatically generated">
            <a:extLst>
              <a:ext uri="{FF2B5EF4-FFF2-40B4-BE49-F238E27FC236}">
                <a16:creationId xmlns:a16="http://schemas.microsoft.com/office/drawing/2014/main" id="{DDA40A13-B457-408A-829A-BE22295278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7568" y="570799"/>
            <a:ext cx="1747232" cy="1747232"/>
          </a:xfrm>
          <a:prstGeom prst="rect">
            <a:avLst/>
          </a:prstGeom>
          <a:effectLst/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64F447F-0603-DD91-10A0-86F73168CE33}"/>
              </a:ext>
            </a:extLst>
          </p:cNvPr>
          <p:cNvSpPr txBox="1"/>
          <p:nvPr/>
        </p:nvSpPr>
        <p:spPr>
          <a:xfrm>
            <a:off x="176565" y="993174"/>
            <a:ext cx="913229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All types are non-volatile. All data is either: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dirty="0"/>
              <a:t>Unchangeable (read-only).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dirty="0"/>
              <a:t>Changeable but requires a special operation to do so.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778965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29E307F-7EC9-4667-96F2-A9CA4B99934F}"/>
              </a:ext>
            </a:extLst>
          </p:cNvPr>
          <p:cNvSpPr/>
          <p:nvPr/>
        </p:nvSpPr>
        <p:spPr>
          <a:xfrm>
            <a:off x="176565" y="523174"/>
            <a:ext cx="2924840" cy="470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evolution of ROM</a:t>
            </a: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170F9FA4-B2F6-4243-9568-BE86F3FC094F}"/>
              </a:ext>
            </a:extLst>
          </p:cNvPr>
          <p:cNvGraphicFramePr>
            <a:graphicFrameLocks noGrp="1"/>
          </p:cNvGraphicFramePr>
          <p:nvPr/>
        </p:nvGraphicFramePr>
        <p:xfrm>
          <a:off x="250823" y="2470749"/>
          <a:ext cx="11607800" cy="43332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901950">
                  <a:extLst>
                    <a:ext uri="{9D8B030D-6E8A-4147-A177-3AD203B41FA5}">
                      <a16:colId xmlns:a16="http://schemas.microsoft.com/office/drawing/2014/main" val="428609935"/>
                    </a:ext>
                  </a:extLst>
                </a:gridCol>
                <a:gridCol w="2901950">
                  <a:extLst>
                    <a:ext uri="{9D8B030D-6E8A-4147-A177-3AD203B41FA5}">
                      <a16:colId xmlns:a16="http://schemas.microsoft.com/office/drawing/2014/main" val="2479431497"/>
                    </a:ext>
                  </a:extLst>
                </a:gridCol>
                <a:gridCol w="2901950">
                  <a:extLst>
                    <a:ext uri="{9D8B030D-6E8A-4147-A177-3AD203B41FA5}">
                      <a16:colId xmlns:a16="http://schemas.microsoft.com/office/drawing/2014/main" val="487155252"/>
                    </a:ext>
                  </a:extLst>
                </a:gridCol>
                <a:gridCol w="2901950">
                  <a:extLst>
                    <a:ext uri="{9D8B030D-6E8A-4147-A177-3AD203B41FA5}">
                      <a16:colId xmlns:a16="http://schemas.microsoft.com/office/drawing/2014/main" val="318987902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ROM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PROM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EPROM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EEPROM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75558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Read-only memory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Programmable read-only memory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Erasable programmable read-only memory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Electrically erasable programmable read-only memory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10438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700" dirty="0">
                          <a:solidFill>
                            <a:schemeClr val="tx1"/>
                          </a:solidFill>
                        </a:rPr>
                        <a:t>Programming of data must be complete when the chip is created.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GB" sz="1200" b="1" dirty="0">
                        <a:solidFill>
                          <a:schemeClr val="tx1"/>
                        </a:solidFill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700" b="1" dirty="0">
                          <a:solidFill>
                            <a:schemeClr val="tx1"/>
                          </a:solidFill>
                        </a:rPr>
                        <a:t>Cannot</a:t>
                      </a:r>
                      <a:r>
                        <a:rPr lang="en-GB" sz="1700" dirty="0">
                          <a:solidFill>
                            <a:schemeClr val="tx1"/>
                          </a:solidFill>
                        </a:rPr>
                        <a:t> be reprogrammed or rewritten.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700" b="1" dirty="0">
                          <a:solidFill>
                            <a:schemeClr val="tx1"/>
                          </a:solidFill>
                        </a:rPr>
                        <a:t>Blank</a:t>
                      </a:r>
                      <a:r>
                        <a:rPr lang="en-GB" sz="1700" dirty="0">
                          <a:solidFill>
                            <a:schemeClr val="tx1"/>
                          </a:solidFill>
                        </a:rPr>
                        <a:t> when initially manufactured.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700" dirty="0">
                          <a:solidFill>
                            <a:schemeClr val="tx1"/>
                          </a:solidFill>
                        </a:rPr>
                        <a:t>Can be purchased and coded </a:t>
                      </a:r>
                      <a:r>
                        <a:rPr lang="en-GB" sz="1700" b="1" dirty="0">
                          <a:solidFill>
                            <a:schemeClr val="tx1"/>
                          </a:solidFill>
                        </a:rPr>
                        <a:t>once</a:t>
                      </a:r>
                      <a:r>
                        <a:rPr lang="en-GB" sz="1700" dirty="0">
                          <a:solidFill>
                            <a:schemeClr val="tx1"/>
                          </a:solidFill>
                        </a:rPr>
                        <a:t> with a special tool known as a </a:t>
                      </a:r>
                      <a:r>
                        <a:rPr lang="en-GB" sz="1700" b="1" dirty="0">
                          <a:solidFill>
                            <a:schemeClr val="tx1"/>
                          </a:solidFill>
                        </a:rPr>
                        <a:t>programmer</a:t>
                      </a:r>
                      <a:r>
                        <a:rPr lang="en-GB" sz="1700" dirty="0">
                          <a:solidFill>
                            <a:schemeClr val="tx1"/>
                          </a:solidFill>
                        </a:rPr>
                        <a:t> – known as </a:t>
                      </a:r>
                      <a:r>
                        <a:rPr lang="en-GB" sz="1700" b="1" dirty="0">
                          <a:solidFill>
                            <a:schemeClr val="tx1"/>
                          </a:solidFill>
                        </a:rPr>
                        <a:t>burning the PROM</a:t>
                      </a:r>
                      <a:r>
                        <a:rPr lang="en-GB" sz="17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700" dirty="0">
                          <a:solidFill>
                            <a:schemeClr val="tx1"/>
                          </a:solidFill>
                        </a:rPr>
                        <a:t>Can be rewritten </a:t>
                      </a:r>
                      <a:r>
                        <a:rPr lang="en-GB" sz="1700" b="1" dirty="0">
                          <a:solidFill>
                            <a:schemeClr val="tx1"/>
                          </a:solidFill>
                        </a:rPr>
                        <a:t>many</a:t>
                      </a:r>
                      <a:r>
                        <a:rPr lang="en-GB" sz="1700" dirty="0">
                          <a:solidFill>
                            <a:schemeClr val="tx1"/>
                          </a:solidFill>
                        </a:rPr>
                        <a:t> times.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700" dirty="0">
                          <a:solidFill>
                            <a:schemeClr val="tx1"/>
                          </a:solidFill>
                        </a:rPr>
                        <a:t>Erasing requires a special tool that emits a certain frequency of UV light.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700" b="1" dirty="0">
                          <a:solidFill>
                            <a:schemeClr val="tx1"/>
                          </a:solidFill>
                        </a:rPr>
                        <a:t>Must be removed </a:t>
                      </a:r>
                      <a:r>
                        <a:rPr lang="en-GB" sz="1700" dirty="0">
                          <a:solidFill>
                            <a:schemeClr val="tx1"/>
                          </a:solidFill>
                        </a:rPr>
                        <a:t>from a device before it can be erased and reprogrammed.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700" dirty="0">
                          <a:solidFill>
                            <a:srgbClr val="FCECE8"/>
                          </a:solidFill>
                        </a:rPr>
                        <a:t>The chip does not have to be removed to be rewritten.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GB" sz="1200" dirty="0">
                        <a:solidFill>
                          <a:srgbClr val="FCECE8"/>
                        </a:solidFill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700" dirty="0">
                          <a:solidFill>
                            <a:srgbClr val="FCECE8"/>
                          </a:solidFill>
                        </a:rPr>
                        <a:t>The entire chip doesn’t need to be completely erased to change a specific portion of it.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GB" sz="1200" dirty="0">
                        <a:solidFill>
                          <a:srgbClr val="FCECE8"/>
                        </a:solidFill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700" dirty="0">
                          <a:solidFill>
                            <a:srgbClr val="FCECE8"/>
                          </a:solidFill>
                        </a:rPr>
                        <a:t>Changing contents doesn’t require specialist equipment.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0911470"/>
                  </a:ext>
                </a:extLst>
              </a:tr>
            </a:tbl>
          </a:graphicData>
        </a:graphic>
      </p:graphicFrame>
      <p:pic>
        <p:nvPicPr>
          <p:cNvPr id="4" name="Picture 3" descr="A picture containing fence&#10;&#10;Description automatically generated">
            <a:extLst>
              <a:ext uri="{FF2B5EF4-FFF2-40B4-BE49-F238E27FC236}">
                <a16:creationId xmlns:a16="http://schemas.microsoft.com/office/drawing/2014/main" id="{DDA40A13-B457-408A-829A-BE22295278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7568" y="570799"/>
            <a:ext cx="1747232" cy="1747232"/>
          </a:xfrm>
          <a:prstGeom prst="rect">
            <a:avLst/>
          </a:prstGeom>
          <a:effectLst/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7A74AC5-2E28-6A3F-D9F8-2789DCA3ECBB}"/>
              </a:ext>
            </a:extLst>
          </p:cNvPr>
          <p:cNvSpPr txBox="1"/>
          <p:nvPr/>
        </p:nvSpPr>
        <p:spPr>
          <a:xfrm>
            <a:off x="176565" y="993174"/>
            <a:ext cx="913229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All types are non-volatile. All data is either: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dirty="0"/>
              <a:t>Unchangeable (read-only).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dirty="0"/>
              <a:t>Changeable but requires a special operation to do so.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102231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29E307F-7EC9-4667-96F2-A9CA4B99934F}"/>
              </a:ext>
            </a:extLst>
          </p:cNvPr>
          <p:cNvSpPr/>
          <p:nvPr/>
        </p:nvSpPr>
        <p:spPr>
          <a:xfrm>
            <a:off x="176565" y="523174"/>
            <a:ext cx="2924840" cy="470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evolution of ROM</a:t>
            </a: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170F9FA4-B2F6-4243-9568-BE86F3FC094F}"/>
              </a:ext>
            </a:extLst>
          </p:cNvPr>
          <p:cNvGraphicFramePr>
            <a:graphicFrameLocks noGrp="1"/>
          </p:cNvGraphicFramePr>
          <p:nvPr/>
        </p:nvGraphicFramePr>
        <p:xfrm>
          <a:off x="250823" y="2470749"/>
          <a:ext cx="11607800" cy="43332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901950">
                  <a:extLst>
                    <a:ext uri="{9D8B030D-6E8A-4147-A177-3AD203B41FA5}">
                      <a16:colId xmlns:a16="http://schemas.microsoft.com/office/drawing/2014/main" val="428609935"/>
                    </a:ext>
                  </a:extLst>
                </a:gridCol>
                <a:gridCol w="2901950">
                  <a:extLst>
                    <a:ext uri="{9D8B030D-6E8A-4147-A177-3AD203B41FA5}">
                      <a16:colId xmlns:a16="http://schemas.microsoft.com/office/drawing/2014/main" val="2479431497"/>
                    </a:ext>
                  </a:extLst>
                </a:gridCol>
                <a:gridCol w="2901950">
                  <a:extLst>
                    <a:ext uri="{9D8B030D-6E8A-4147-A177-3AD203B41FA5}">
                      <a16:colId xmlns:a16="http://schemas.microsoft.com/office/drawing/2014/main" val="487155252"/>
                    </a:ext>
                  </a:extLst>
                </a:gridCol>
                <a:gridCol w="2901950">
                  <a:extLst>
                    <a:ext uri="{9D8B030D-6E8A-4147-A177-3AD203B41FA5}">
                      <a16:colId xmlns:a16="http://schemas.microsoft.com/office/drawing/2014/main" val="318987902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ROM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PROM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EPROM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EEPROM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75558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Read-only memory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Programmable read-only memory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Erasable programmable read-only memory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Electrically erasable programmable read-only memory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10438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700" dirty="0">
                          <a:solidFill>
                            <a:schemeClr val="tx1"/>
                          </a:solidFill>
                        </a:rPr>
                        <a:t>Programming of data must be complete when the chip is created.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GB" sz="1200" b="1" dirty="0">
                        <a:solidFill>
                          <a:schemeClr val="tx1"/>
                        </a:solidFill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700" b="1" dirty="0">
                          <a:solidFill>
                            <a:schemeClr val="tx1"/>
                          </a:solidFill>
                        </a:rPr>
                        <a:t>Cannot</a:t>
                      </a:r>
                      <a:r>
                        <a:rPr lang="en-GB" sz="1700" dirty="0">
                          <a:solidFill>
                            <a:schemeClr val="tx1"/>
                          </a:solidFill>
                        </a:rPr>
                        <a:t> be reprogrammed or rewritten.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700" b="1" dirty="0">
                          <a:solidFill>
                            <a:schemeClr val="tx1"/>
                          </a:solidFill>
                        </a:rPr>
                        <a:t>Blank</a:t>
                      </a:r>
                      <a:r>
                        <a:rPr lang="en-GB" sz="1700" dirty="0">
                          <a:solidFill>
                            <a:schemeClr val="tx1"/>
                          </a:solidFill>
                        </a:rPr>
                        <a:t> when initially manufactured.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700" dirty="0">
                          <a:solidFill>
                            <a:schemeClr val="tx1"/>
                          </a:solidFill>
                        </a:rPr>
                        <a:t>Can be purchased and coded </a:t>
                      </a:r>
                      <a:r>
                        <a:rPr lang="en-GB" sz="1700" b="1" dirty="0">
                          <a:solidFill>
                            <a:schemeClr val="tx1"/>
                          </a:solidFill>
                        </a:rPr>
                        <a:t>once</a:t>
                      </a:r>
                      <a:r>
                        <a:rPr lang="en-GB" sz="1700" dirty="0">
                          <a:solidFill>
                            <a:schemeClr val="tx1"/>
                          </a:solidFill>
                        </a:rPr>
                        <a:t> with a special tool known as a </a:t>
                      </a:r>
                      <a:r>
                        <a:rPr lang="en-GB" sz="1700" b="1" dirty="0">
                          <a:solidFill>
                            <a:schemeClr val="tx1"/>
                          </a:solidFill>
                        </a:rPr>
                        <a:t>programmer</a:t>
                      </a:r>
                      <a:r>
                        <a:rPr lang="en-GB" sz="1700" dirty="0">
                          <a:solidFill>
                            <a:schemeClr val="tx1"/>
                          </a:solidFill>
                        </a:rPr>
                        <a:t> – known as </a:t>
                      </a:r>
                      <a:r>
                        <a:rPr lang="en-GB" sz="1700" b="1" dirty="0">
                          <a:solidFill>
                            <a:schemeClr val="tx1"/>
                          </a:solidFill>
                        </a:rPr>
                        <a:t>burning the PROM</a:t>
                      </a:r>
                      <a:r>
                        <a:rPr lang="en-GB" sz="17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700" dirty="0">
                          <a:solidFill>
                            <a:schemeClr val="tx1"/>
                          </a:solidFill>
                        </a:rPr>
                        <a:t>Can be rewritten </a:t>
                      </a:r>
                      <a:r>
                        <a:rPr lang="en-GB" sz="1700" b="1" dirty="0">
                          <a:solidFill>
                            <a:schemeClr val="tx1"/>
                          </a:solidFill>
                        </a:rPr>
                        <a:t>many</a:t>
                      </a:r>
                      <a:r>
                        <a:rPr lang="en-GB" sz="1700" dirty="0">
                          <a:solidFill>
                            <a:schemeClr val="tx1"/>
                          </a:solidFill>
                        </a:rPr>
                        <a:t> times.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700" dirty="0">
                          <a:solidFill>
                            <a:schemeClr val="tx1"/>
                          </a:solidFill>
                        </a:rPr>
                        <a:t>Erasing requires a special tool that emits a certain frequency of UV light.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700" b="1" dirty="0">
                          <a:solidFill>
                            <a:schemeClr val="tx1"/>
                          </a:solidFill>
                        </a:rPr>
                        <a:t>Must be removed </a:t>
                      </a:r>
                      <a:r>
                        <a:rPr lang="en-GB" sz="1700" dirty="0">
                          <a:solidFill>
                            <a:schemeClr val="tx1"/>
                          </a:solidFill>
                        </a:rPr>
                        <a:t>from a device before it can be erased and reprogrammed.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700" dirty="0">
                          <a:solidFill>
                            <a:schemeClr val="tx1"/>
                          </a:solidFill>
                        </a:rPr>
                        <a:t>The chip </a:t>
                      </a:r>
                      <a:r>
                        <a:rPr lang="en-GB" sz="1700" b="1" dirty="0">
                          <a:solidFill>
                            <a:schemeClr val="tx1"/>
                          </a:solidFill>
                        </a:rPr>
                        <a:t>does not </a:t>
                      </a:r>
                      <a:r>
                        <a:rPr lang="en-GB" sz="1700" dirty="0">
                          <a:solidFill>
                            <a:schemeClr val="tx1"/>
                          </a:solidFill>
                        </a:rPr>
                        <a:t>have to be removed to be rewritten.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700" dirty="0">
                          <a:solidFill>
                            <a:schemeClr val="tx1"/>
                          </a:solidFill>
                        </a:rPr>
                        <a:t>The entire chip </a:t>
                      </a:r>
                      <a:r>
                        <a:rPr lang="en-GB" sz="1700" b="1" dirty="0">
                          <a:solidFill>
                            <a:schemeClr val="tx1"/>
                          </a:solidFill>
                        </a:rPr>
                        <a:t>does not </a:t>
                      </a:r>
                      <a:r>
                        <a:rPr lang="en-GB" sz="1700" dirty="0">
                          <a:solidFill>
                            <a:schemeClr val="tx1"/>
                          </a:solidFill>
                        </a:rPr>
                        <a:t>need to be completely erased to change a specific portion of it.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700" dirty="0">
                          <a:solidFill>
                            <a:schemeClr val="tx1"/>
                          </a:solidFill>
                        </a:rPr>
                        <a:t>Changing contents </a:t>
                      </a:r>
                      <a:r>
                        <a:rPr lang="en-GB" sz="1700" b="1" dirty="0">
                          <a:solidFill>
                            <a:schemeClr val="tx1"/>
                          </a:solidFill>
                        </a:rPr>
                        <a:t>does not</a:t>
                      </a:r>
                      <a:r>
                        <a:rPr lang="en-GB" sz="1700" dirty="0">
                          <a:solidFill>
                            <a:schemeClr val="tx1"/>
                          </a:solidFill>
                        </a:rPr>
                        <a:t> require specialist equipment.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0911470"/>
                  </a:ext>
                </a:extLst>
              </a:tr>
            </a:tbl>
          </a:graphicData>
        </a:graphic>
      </p:graphicFrame>
      <p:pic>
        <p:nvPicPr>
          <p:cNvPr id="4" name="Picture 3" descr="A picture containing fence&#10;&#10;Description automatically generated">
            <a:extLst>
              <a:ext uri="{FF2B5EF4-FFF2-40B4-BE49-F238E27FC236}">
                <a16:creationId xmlns:a16="http://schemas.microsoft.com/office/drawing/2014/main" id="{DDA40A13-B457-408A-829A-BE22295278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7568" y="570799"/>
            <a:ext cx="1747232" cy="1747232"/>
          </a:xfrm>
          <a:prstGeom prst="rect">
            <a:avLst/>
          </a:prstGeom>
          <a:effectLst/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668C264-9B6E-3DE8-93D6-59412EBEEDCE}"/>
              </a:ext>
            </a:extLst>
          </p:cNvPr>
          <p:cNvSpPr txBox="1"/>
          <p:nvPr/>
        </p:nvSpPr>
        <p:spPr>
          <a:xfrm>
            <a:off x="176565" y="993174"/>
            <a:ext cx="913229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All types are non-volatile. All data is either: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dirty="0"/>
              <a:t>Unchangeable (read-only).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dirty="0"/>
              <a:t>Changeable but requires a special operation to do so.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468270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82947853-E1EE-4D77-9DC1-BD14C2A806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7625" y="-28575"/>
            <a:ext cx="12239625" cy="6886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4861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8.6|21.8|9.7|11.2|8.5|10.3|11.9|1.8|9|5.6|6.7|19.8|14.9|11.9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912</TotalTime>
  <Words>1442</Words>
  <Application>Microsoft Office PowerPoint</Application>
  <PresentationFormat>Widescreen</PresentationFormat>
  <Paragraphs>237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Calibri Light</vt:lpstr>
      <vt:lpstr>Century Gothic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Craig Sargent</dc:creator>
  <cp:lastModifiedBy>Craig Sargent</cp:lastModifiedBy>
  <cp:revision>115</cp:revision>
  <dcterms:created xsi:type="dcterms:W3CDTF">2019-10-14T15:21:06Z</dcterms:created>
  <dcterms:modified xsi:type="dcterms:W3CDTF">2022-07-22T12:28:22Z</dcterms:modified>
</cp:coreProperties>
</file>