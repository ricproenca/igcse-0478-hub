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3" r:id="rId3"/>
    <p:sldId id="265" r:id="rId4"/>
    <p:sldId id="266" r:id="rId5"/>
    <p:sldId id="268" r:id="rId6"/>
    <p:sldId id="267" r:id="rId7"/>
    <p:sldId id="270" r:id="rId8"/>
    <p:sldId id="271" r:id="rId9"/>
    <p:sldId id="269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60" r:id="rId19"/>
    <p:sldId id="29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8A9BFE-ABCA-48CD-8813-9FF553341774}" type="doc">
      <dgm:prSet loTypeId="urn:microsoft.com/office/officeart/2005/8/layout/cycle1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842DA50-CEE8-47B5-B931-7A9393136184}">
      <dgm:prSet phldrT="[Text]"/>
      <dgm:spPr>
        <a:effectLst/>
      </dgm:spPr>
      <dgm:t>
        <a:bodyPr/>
        <a:lstStyle/>
        <a:p>
          <a:r>
            <a:rPr lang="en-GB" dirty="0">
              <a:effectLst/>
            </a:rPr>
            <a:t>Fetch</a:t>
          </a:r>
        </a:p>
      </dgm:t>
    </dgm:pt>
    <dgm:pt modelId="{12477C33-A3F3-4DDB-9F3C-FE5C58E1F1D5}" type="parTrans" cxnId="{6D4501A0-5EEB-40A9-B0A4-8C715F299173}">
      <dgm:prSet/>
      <dgm:spPr/>
      <dgm:t>
        <a:bodyPr/>
        <a:lstStyle/>
        <a:p>
          <a:endParaRPr lang="en-GB"/>
        </a:p>
      </dgm:t>
    </dgm:pt>
    <dgm:pt modelId="{B8AA122B-A3F6-4DFE-A1E3-9BFCE7A87C39}" type="sibTrans" cxnId="{6D4501A0-5EEB-40A9-B0A4-8C715F299173}">
      <dgm:prSet/>
      <dgm:spPr/>
      <dgm:t>
        <a:bodyPr/>
        <a:lstStyle/>
        <a:p>
          <a:endParaRPr lang="en-GB"/>
        </a:p>
      </dgm:t>
    </dgm:pt>
    <dgm:pt modelId="{BE36BA5D-9AEC-46F0-9263-5B32A2D05211}">
      <dgm:prSet phldrT="[Text]"/>
      <dgm:spPr/>
      <dgm:t>
        <a:bodyPr/>
        <a:lstStyle/>
        <a:p>
          <a:r>
            <a:rPr lang="en-GB" dirty="0"/>
            <a:t>Decode</a:t>
          </a:r>
        </a:p>
      </dgm:t>
    </dgm:pt>
    <dgm:pt modelId="{BA9EE12F-930B-4B2B-94F6-EE37FEB216F4}" type="parTrans" cxnId="{5B5E18A9-B41C-4EDA-89E4-A734E163C4EF}">
      <dgm:prSet/>
      <dgm:spPr/>
      <dgm:t>
        <a:bodyPr/>
        <a:lstStyle/>
        <a:p>
          <a:endParaRPr lang="en-GB"/>
        </a:p>
      </dgm:t>
    </dgm:pt>
    <dgm:pt modelId="{C85AEC76-63E3-476B-A692-C8F6A25AD157}" type="sibTrans" cxnId="{5B5E18A9-B41C-4EDA-89E4-A734E163C4EF}">
      <dgm:prSet/>
      <dgm:spPr>
        <a:solidFill>
          <a:srgbClr val="C11D16"/>
        </a:solidFill>
      </dgm:spPr>
      <dgm:t>
        <a:bodyPr/>
        <a:lstStyle/>
        <a:p>
          <a:endParaRPr lang="en-GB"/>
        </a:p>
      </dgm:t>
    </dgm:pt>
    <dgm:pt modelId="{A770D5D2-7337-4D98-8B0F-2C2793FB4DB9}">
      <dgm:prSet phldrT="[Text]"/>
      <dgm:spPr/>
      <dgm:t>
        <a:bodyPr/>
        <a:lstStyle/>
        <a:p>
          <a:r>
            <a:rPr lang="en-GB" dirty="0"/>
            <a:t>Execute</a:t>
          </a:r>
        </a:p>
      </dgm:t>
    </dgm:pt>
    <dgm:pt modelId="{D2705AFC-BFBF-43A9-8C4C-161618814E83}" type="parTrans" cxnId="{205330DE-97AB-481C-97B0-03F777D5DEE9}">
      <dgm:prSet/>
      <dgm:spPr/>
      <dgm:t>
        <a:bodyPr/>
        <a:lstStyle/>
        <a:p>
          <a:endParaRPr lang="en-GB"/>
        </a:p>
      </dgm:t>
    </dgm:pt>
    <dgm:pt modelId="{6AAE54C8-AE29-4956-A449-E3FA667B8A5B}" type="sibTrans" cxnId="{205330DE-97AB-481C-97B0-03F777D5DEE9}">
      <dgm:prSet/>
      <dgm:spPr/>
      <dgm:t>
        <a:bodyPr/>
        <a:lstStyle/>
        <a:p>
          <a:endParaRPr lang="en-GB"/>
        </a:p>
      </dgm:t>
    </dgm:pt>
    <dgm:pt modelId="{7A1C98A6-2B1F-4DFA-9489-58E38EADB9B3}" type="pres">
      <dgm:prSet presAssocID="{168A9BFE-ABCA-48CD-8813-9FF553341774}" presName="cycle" presStyleCnt="0">
        <dgm:presLayoutVars>
          <dgm:dir/>
          <dgm:resizeHandles val="exact"/>
        </dgm:presLayoutVars>
      </dgm:prSet>
      <dgm:spPr/>
    </dgm:pt>
    <dgm:pt modelId="{E22742FA-E403-4B11-9B5C-CE7E6BB98FD5}" type="pres">
      <dgm:prSet presAssocID="{6842DA50-CEE8-47B5-B931-7A9393136184}" presName="dummy" presStyleCnt="0"/>
      <dgm:spPr/>
    </dgm:pt>
    <dgm:pt modelId="{CB292671-4C80-404E-8B72-59D887C6BBAE}" type="pres">
      <dgm:prSet presAssocID="{6842DA50-CEE8-47B5-B931-7A9393136184}" presName="node" presStyleLbl="revTx" presStyleIdx="0" presStyleCnt="3">
        <dgm:presLayoutVars>
          <dgm:bulletEnabled val="1"/>
        </dgm:presLayoutVars>
      </dgm:prSet>
      <dgm:spPr/>
    </dgm:pt>
    <dgm:pt modelId="{C1AED320-1753-4C0D-842F-2519B09C6001}" type="pres">
      <dgm:prSet presAssocID="{B8AA122B-A3F6-4DFE-A1E3-9BFCE7A87C39}" presName="sibTrans" presStyleLbl="node1" presStyleIdx="0" presStyleCnt="3"/>
      <dgm:spPr/>
    </dgm:pt>
    <dgm:pt modelId="{16DE466F-B06F-4EF2-B443-28569848D041}" type="pres">
      <dgm:prSet presAssocID="{BE36BA5D-9AEC-46F0-9263-5B32A2D05211}" presName="dummy" presStyleCnt="0"/>
      <dgm:spPr/>
    </dgm:pt>
    <dgm:pt modelId="{8BA9E797-AE85-4DB0-97ED-DD2F469D835D}" type="pres">
      <dgm:prSet presAssocID="{BE36BA5D-9AEC-46F0-9263-5B32A2D05211}" presName="node" presStyleLbl="revTx" presStyleIdx="1" presStyleCnt="3">
        <dgm:presLayoutVars>
          <dgm:bulletEnabled val="1"/>
        </dgm:presLayoutVars>
      </dgm:prSet>
      <dgm:spPr/>
    </dgm:pt>
    <dgm:pt modelId="{B58D9F07-3E86-4426-AC66-AA8FB1EA7B68}" type="pres">
      <dgm:prSet presAssocID="{C85AEC76-63E3-476B-A692-C8F6A25AD157}" presName="sibTrans" presStyleLbl="node1" presStyleIdx="1" presStyleCnt="3"/>
      <dgm:spPr/>
    </dgm:pt>
    <dgm:pt modelId="{62D1857F-0C84-44E7-AB84-DAFEB677ED3D}" type="pres">
      <dgm:prSet presAssocID="{A770D5D2-7337-4D98-8B0F-2C2793FB4DB9}" presName="dummy" presStyleCnt="0"/>
      <dgm:spPr/>
    </dgm:pt>
    <dgm:pt modelId="{910C47DD-1A2D-43CB-B8F6-2C86C7C954AC}" type="pres">
      <dgm:prSet presAssocID="{A770D5D2-7337-4D98-8B0F-2C2793FB4DB9}" presName="node" presStyleLbl="revTx" presStyleIdx="2" presStyleCnt="3">
        <dgm:presLayoutVars>
          <dgm:bulletEnabled val="1"/>
        </dgm:presLayoutVars>
      </dgm:prSet>
      <dgm:spPr/>
    </dgm:pt>
    <dgm:pt modelId="{482C25EE-16B8-4C69-BE50-2A045E73C4FF}" type="pres">
      <dgm:prSet presAssocID="{6AAE54C8-AE29-4956-A449-E3FA667B8A5B}" presName="sibTrans" presStyleLbl="node1" presStyleIdx="2" presStyleCnt="3"/>
      <dgm:spPr/>
    </dgm:pt>
  </dgm:ptLst>
  <dgm:cxnLst>
    <dgm:cxn modelId="{7DDDB71B-EE09-4768-9BB0-B41D5234495C}" type="presOf" srcId="{168A9BFE-ABCA-48CD-8813-9FF553341774}" destId="{7A1C98A6-2B1F-4DFA-9489-58E38EADB9B3}" srcOrd="0" destOrd="0" presId="urn:microsoft.com/office/officeart/2005/8/layout/cycle1"/>
    <dgm:cxn modelId="{77E6A060-A62E-474E-A78D-4321D35F4086}" type="presOf" srcId="{6AAE54C8-AE29-4956-A449-E3FA667B8A5B}" destId="{482C25EE-16B8-4C69-BE50-2A045E73C4FF}" srcOrd="0" destOrd="0" presId="urn:microsoft.com/office/officeart/2005/8/layout/cycle1"/>
    <dgm:cxn modelId="{B406557B-E5F0-4A45-B026-75F4F71F09BF}" type="presOf" srcId="{B8AA122B-A3F6-4DFE-A1E3-9BFCE7A87C39}" destId="{C1AED320-1753-4C0D-842F-2519B09C6001}" srcOrd="0" destOrd="0" presId="urn:microsoft.com/office/officeart/2005/8/layout/cycle1"/>
    <dgm:cxn modelId="{D73E317E-353E-4014-ABB6-4CC3BD9AF526}" type="presOf" srcId="{C85AEC76-63E3-476B-A692-C8F6A25AD157}" destId="{B58D9F07-3E86-4426-AC66-AA8FB1EA7B68}" srcOrd="0" destOrd="0" presId="urn:microsoft.com/office/officeart/2005/8/layout/cycle1"/>
    <dgm:cxn modelId="{F1CA2290-D789-4886-9527-7E04DF5F4EE7}" type="presOf" srcId="{BE36BA5D-9AEC-46F0-9263-5B32A2D05211}" destId="{8BA9E797-AE85-4DB0-97ED-DD2F469D835D}" srcOrd="0" destOrd="0" presId="urn:microsoft.com/office/officeart/2005/8/layout/cycle1"/>
    <dgm:cxn modelId="{6D4501A0-5EEB-40A9-B0A4-8C715F299173}" srcId="{168A9BFE-ABCA-48CD-8813-9FF553341774}" destId="{6842DA50-CEE8-47B5-B931-7A9393136184}" srcOrd="0" destOrd="0" parTransId="{12477C33-A3F3-4DDB-9F3C-FE5C58E1F1D5}" sibTransId="{B8AA122B-A3F6-4DFE-A1E3-9BFCE7A87C39}"/>
    <dgm:cxn modelId="{5B5E18A9-B41C-4EDA-89E4-A734E163C4EF}" srcId="{168A9BFE-ABCA-48CD-8813-9FF553341774}" destId="{BE36BA5D-9AEC-46F0-9263-5B32A2D05211}" srcOrd="1" destOrd="0" parTransId="{BA9EE12F-930B-4B2B-94F6-EE37FEB216F4}" sibTransId="{C85AEC76-63E3-476B-A692-C8F6A25AD157}"/>
    <dgm:cxn modelId="{CEFD9DB0-86EA-4485-96C8-40B3008FF674}" type="presOf" srcId="{6842DA50-CEE8-47B5-B931-7A9393136184}" destId="{CB292671-4C80-404E-8B72-59D887C6BBAE}" srcOrd="0" destOrd="0" presId="urn:microsoft.com/office/officeart/2005/8/layout/cycle1"/>
    <dgm:cxn modelId="{205330DE-97AB-481C-97B0-03F777D5DEE9}" srcId="{168A9BFE-ABCA-48CD-8813-9FF553341774}" destId="{A770D5D2-7337-4D98-8B0F-2C2793FB4DB9}" srcOrd="2" destOrd="0" parTransId="{D2705AFC-BFBF-43A9-8C4C-161618814E83}" sibTransId="{6AAE54C8-AE29-4956-A449-E3FA667B8A5B}"/>
    <dgm:cxn modelId="{6001A7F2-2E69-4A5C-BA8D-C68EA8101432}" type="presOf" srcId="{A770D5D2-7337-4D98-8B0F-2C2793FB4DB9}" destId="{910C47DD-1A2D-43CB-B8F6-2C86C7C954AC}" srcOrd="0" destOrd="0" presId="urn:microsoft.com/office/officeart/2005/8/layout/cycle1"/>
    <dgm:cxn modelId="{F609313E-A46B-474E-94D3-F61298D1A5C0}" type="presParOf" srcId="{7A1C98A6-2B1F-4DFA-9489-58E38EADB9B3}" destId="{E22742FA-E403-4B11-9B5C-CE7E6BB98FD5}" srcOrd="0" destOrd="0" presId="urn:microsoft.com/office/officeart/2005/8/layout/cycle1"/>
    <dgm:cxn modelId="{050DB78F-50C8-48F4-8C4C-4B1BAB759462}" type="presParOf" srcId="{7A1C98A6-2B1F-4DFA-9489-58E38EADB9B3}" destId="{CB292671-4C80-404E-8B72-59D887C6BBAE}" srcOrd="1" destOrd="0" presId="urn:microsoft.com/office/officeart/2005/8/layout/cycle1"/>
    <dgm:cxn modelId="{BF501004-5329-4FE3-ADDB-648CD9FEAC73}" type="presParOf" srcId="{7A1C98A6-2B1F-4DFA-9489-58E38EADB9B3}" destId="{C1AED320-1753-4C0D-842F-2519B09C6001}" srcOrd="2" destOrd="0" presId="urn:microsoft.com/office/officeart/2005/8/layout/cycle1"/>
    <dgm:cxn modelId="{48A92789-60E7-4E96-A89B-77668C45F249}" type="presParOf" srcId="{7A1C98A6-2B1F-4DFA-9489-58E38EADB9B3}" destId="{16DE466F-B06F-4EF2-B443-28569848D041}" srcOrd="3" destOrd="0" presId="urn:microsoft.com/office/officeart/2005/8/layout/cycle1"/>
    <dgm:cxn modelId="{CAB52800-044F-43E8-90A8-F31F84B7D487}" type="presParOf" srcId="{7A1C98A6-2B1F-4DFA-9489-58E38EADB9B3}" destId="{8BA9E797-AE85-4DB0-97ED-DD2F469D835D}" srcOrd="4" destOrd="0" presId="urn:microsoft.com/office/officeart/2005/8/layout/cycle1"/>
    <dgm:cxn modelId="{32E147CF-83CB-4B11-A3DC-034AAAD4FA5C}" type="presParOf" srcId="{7A1C98A6-2B1F-4DFA-9489-58E38EADB9B3}" destId="{B58D9F07-3E86-4426-AC66-AA8FB1EA7B68}" srcOrd="5" destOrd="0" presId="urn:microsoft.com/office/officeart/2005/8/layout/cycle1"/>
    <dgm:cxn modelId="{183D90BA-87A1-42DC-B19F-09A131845296}" type="presParOf" srcId="{7A1C98A6-2B1F-4DFA-9489-58E38EADB9B3}" destId="{62D1857F-0C84-44E7-AB84-DAFEB677ED3D}" srcOrd="6" destOrd="0" presId="urn:microsoft.com/office/officeart/2005/8/layout/cycle1"/>
    <dgm:cxn modelId="{003BB5B3-221A-4526-8BD2-28C0229F6B87}" type="presParOf" srcId="{7A1C98A6-2B1F-4DFA-9489-58E38EADB9B3}" destId="{910C47DD-1A2D-43CB-B8F6-2C86C7C954AC}" srcOrd="7" destOrd="0" presId="urn:microsoft.com/office/officeart/2005/8/layout/cycle1"/>
    <dgm:cxn modelId="{057D068E-5248-44F3-B38C-336B16169FD5}" type="presParOf" srcId="{7A1C98A6-2B1F-4DFA-9489-58E38EADB9B3}" destId="{482C25EE-16B8-4C69-BE50-2A045E73C4FF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8A9BFE-ABCA-48CD-8813-9FF553341774}" type="doc">
      <dgm:prSet loTypeId="urn:microsoft.com/office/officeart/2005/8/layout/cycle1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842DA50-CEE8-47B5-B931-7A9393136184}">
      <dgm:prSet phldrT="[Text]"/>
      <dgm:spPr>
        <a:effectLst/>
      </dgm:spPr>
      <dgm:t>
        <a:bodyPr/>
        <a:lstStyle/>
        <a:p>
          <a:r>
            <a:rPr lang="en-GB" dirty="0">
              <a:effectLst/>
            </a:rPr>
            <a:t>Fetch</a:t>
          </a:r>
        </a:p>
      </dgm:t>
    </dgm:pt>
    <dgm:pt modelId="{12477C33-A3F3-4DDB-9F3C-FE5C58E1F1D5}" type="parTrans" cxnId="{6D4501A0-5EEB-40A9-B0A4-8C715F299173}">
      <dgm:prSet/>
      <dgm:spPr/>
      <dgm:t>
        <a:bodyPr/>
        <a:lstStyle/>
        <a:p>
          <a:endParaRPr lang="en-GB"/>
        </a:p>
      </dgm:t>
    </dgm:pt>
    <dgm:pt modelId="{B8AA122B-A3F6-4DFE-A1E3-9BFCE7A87C39}" type="sibTrans" cxnId="{6D4501A0-5EEB-40A9-B0A4-8C715F299173}">
      <dgm:prSet/>
      <dgm:spPr/>
      <dgm:t>
        <a:bodyPr/>
        <a:lstStyle/>
        <a:p>
          <a:endParaRPr lang="en-GB"/>
        </a:p>
      </dgm:t>
    </dgm:pt>
    <dgm:pt modelId="{BE36BA5D-9AEC-46F0-9263-5B32A2D05211}">
      <dgm:prSet phldrT="[Text]"/>
      <dgm:spPr/>
      <dgm:t>
        <a:bodyPr/>
        <a:lstStyle/>
        <a:p>
          <a:r>
            <a:rPr lang="en-GB" dirty="0"/>
            <a:t>Decode</a:t>
          </a:r>
        </a:p>
      </dgm:t>
    </dgm:pt>
    <dgm:pt modelId="{BA9EE12F-930B-4B2B-94F6-EE37FEB216F4}" type="parTrans" cxnId="{5B5E18A9-B41C-4EDA-89E4-A734E163C4EF}">
      <dgm:prSet/>
      <dgm:spPr/>
      <dgm:t>
        <a:bodyPr/>
        <a:lstStyle/>
        <a:p>
          <a:endParaRPr lang="en-GB"/>
        </a:p>
      </dgm:t>
    </dgm:pt>
    <dgm:pt modelId="{C85AEC76-63E3-476B-A692-C8F6A25AD157}" type="sibTrans" cxnId="{5B5E18A9-B41C-4EDA-89E4-A734E163C4EF}">
      <dgm:prSet/>
      <dgm:spPr>
        <a:solidFill>
          <a:srgbClr val="C11D16"/>
        </a:solidFill>
      </dgm:spPr>
      <dgm:t>
        <a:bodyPr/>
        <a:lstStyle/>
        <a:p>
          <a:endParaRPr lang="en-GB"/>
        </a:p>
      </dgm:t>
    </dgm:pt>
    <dgm:pt modelId="{A770D5D2-7337-4D98-8B0F-2C2793FB4DB9}">
      <dgm:prSet phldrT="[Text]"/>
      <dgm:spPr/>
      <dgm:t>
        <a:bodyPr/>
        <a:lstStyle/>
        <a:p>
          <a:r>
            <a:rPr lang="en-GB" dirty="0"/>
            <a:t>Execute</a:t>
          </a:r>
        </a:p>
      </dgm:t>
    </dgm:pt>
    <dgm:pt modelId="{D2705AFC-BFBF-43A9-8C4C-161618814E83}" type="parTrans" cxnId="{205330DE-97AB-481C-97B0-03F777D5DEE9}">
      <dgm:prSet/>
      <dgm:spPr/>
      <dgm:t>
        <a:bodyPr/>
        <a:lstStyle/>
        <a:p>
          <a:endParaRPr lang="en-GB"/>
        </a:p>
      </dgm:t>
    </dgm:pt>
    <dgm:pt modelId="{6AAE54C8-AE29-4956-A449-E3FA667B8A5B}" type="sibTrans" cxnId="{205330DE-97AB-481C-97B0-03F777D5DEE9}">
      <dgm:prSet/>
      <dgm:spPr/>
      <dgm:t>
        <a:bodyPr/>
        <a:lstStyle/>
        <a:p>
          <a:endParaRPr lang="en-GB"/>
        </a:p>
      </dgm:t>
    </dgm:pt>
    <dgm:pt modelId="{7A1C98A6-2B1F-4DFA-9489-58E38EADB9B3}" type="pres">
      <dgm:prSet presAssocID="{168A9BFE-ABCA-48CD-8813-9FF553341774}" presName="cycle" presStyleCnt="0">
        <dgm:presLayoutVars>
          <dgm:dir/>
          <dgm:resizeHandles val="exact"/>
        </dgm:presLayoutVars>
      </dgm:prSet>
      <dgm:spPr/>
    </dgm:pt>
    <dgm:pt modelId="{E22742FA-E403-4B11-9B5C-CE7E6BB98FD5}" type="pres">
      <dgm:prSet presAssocID="{6842DA50-CEE8-47B5-B931-7A9393136184}" presName="dummy" presStyleCnt="0"/>
      <dgm:spPr/>
    </dgm:pt>
    <dgm:pt modelId="{CB292671-4C80-404E-8B72-59D887C6BBAE}" type="pres">
      <dgm:prSet presAssocID="{6842DA50-CEE8-47B5-B931-7A9393136184}" presName="node" presStyleLbl="revTx" presStyleIdx="0" presStyleCnt="3">
        <dgm:presLayoutVars>
          <dgm:bulletEnabled val="1"/>
        </dgm:presLayoutVars>
      </dgm:prSet>
      <dgm:spPr/>
    </dgm:pt>
    <dgm:pt modelId="{C1AED320-1753-4C0D-842F-2519B09C6001}" type="pres">
      <dgm:prSet presAssocID="{B8AA122B-A3F6-4DFE-A1E3-9BFCE7A87C39}" presName="sibTrans" presStyleLbl="node1" presStyleIdx="0" presStyleCnt="3"/>
      <dgm:spPr/>
    </dgm:pt>
    <dgm:pt modelId="{16DE466F-B06F-4EF2-B443-28569848D041}" type="pres">
      <dgm:prSet presAssocID="{BE36BA5D-9AEC-46F0-9263-5B32A2D05211}" presName="dummy" presStyleCnt="0"/>
      <dgm:spPr/>
    </dgm:pt>
    <dgm:pt modelId="{8BA9E797-AE85-4DB0-97ED-DD2F469D835D}" type="pres">
      <dgm:prSet presAssocID="{BE36BA5D-9AEC-46F0-9263-5B32A2D05211}" presName="node" presStyleLbl="revTx" presStyleIdx="1" presStyleCnt="3">
        <dgm:presLayoutVars>
          <dgm:bulletEnabled val="1"/>
        </dgm:presLayoutVars>
      </dgm:prSet>
      <dgm:spPr/>
    </dgm:pt>
    <dgm:pt modelId="{B58D9F07-3E86-4426-AC66-AA8FB1EA7B68}" type="pres">
      <dgm:prSet presAssocID="{C85AEC76-63E3-476B-A692-C8F6A25AD157}" presName="sibTrans" presStyleLbl="node1" presStyleIdx="1" presStyleCnt="3"/>
      <dgm:spPr/>
    </dgm:pt>
    <dgm:pt modelId="{62D1857F-0C84-44E7-AB84-DAFEB677ED3D}" type="pres">
      <dgm:prSet presAssocID="{A770D5D2-7337-4D98-8B0F-2C2793FB4DB9}" presName="dummy" presStyleCnt="0"/>
      <dgm:spPr/>
    </dgm:pt>
    <dgm:pt modelId="{910C47DD-1A2D-43CB-B8F6-2C86C7C954AC}" type="pres">
      <dgm:prSet presAssocID="{A770D5D2-7337-4D98-8B0F-2C2793FB4DB9}" presName="node" presStyleLbl="revTx" presStyleIdx="2" presStyleCnt="3">
        <dgm:presLayoutVars>
          <dgm:bulletEnabled val="1"/>
        </dgm:presLayoutVars>
      </dgm:prSet>
      <dgm:spPr/>
    </dgm:pt>
    <dgm:pt modelId="{482C25EE-16B8-4C69-BE50-2A045E73C4FF}" type="pres">
      <dgm:prSet presAssocID="{6AAE54C8-AE29-4956-A449-E3FA667B8A5B}" presName="sibTrans" presStyleLbl="node1" presStyleIdx="2" presStyleCnt="3"/>
      <dgm:spPr/>
    </dgm:pt>
  </dgm:ptLst>
  <dgm:cxnLst>
    <dgm:cxn modelId="{7DDDB71B-EE09-4768-9BB0-B41D5234495C}" type="presOf" srcId="{168A9BFE-ABCA-48CD-8813-9FF553341774}" destId="{7A1C98A6-2B1F-4DFA-9489-58E38EADB9B3}" srcOrd="0" destOrd="0" presId="urn:microsoft.com/office/officeart/2005/8/layout/cycle1"/>
    <dgm:cxn modelId="{77E6A060-A62E-474E-A78D-4321D35F4086}" type="presOf" srcId="{6AAE54C8-AE29-4956-A449-E3FA667B8A5B}" destId="{482C25EE-16B8-4C69-BE50-2A045E73C4FF}" srcOrd="0" destOrd="0" presId="urn:microsoft.com/office/officeart/2005/8/layout/cycle1"/>
    <dgm:cxn modelId="{B406557B-E5F0-4A45-B026-75F4F71F09BF}" type="presOf" srcId="{B8AA122B-A3F6-4DFE-A1E3-9BFCE7A87C39}" destId="{C1AED320-1753-4C0D-842F-2519B09C6001}" srcOrd="0" destOrd="0" presId="urn:microsoft.com/office/officeart/2005/8/layout/cycle1"/>
    <dgm:cxn modelId="{D73E317E-353E-4014-ABB6-4CC3BD9AF526}" type="presOf" srcId="{C85AEC76-63E3-476B-A692-C8F6A25AD157}" destId="{B58D9F07-3E86-4426-AC66-AA8FB1EA7B68}" srcOrd="0" destOrd="0" presId="urn:microsoft.com/office/officeart/2005/8/layout/cycle1"/>
    <dgm:cxn modelId="{F1CA2290-D789-4886-9527-7E04DF5F4EE7}" type="presOf" srcId="{BE36BA5D-9AEC-46F0-9263-5B32A2D05211}" destId="{8BA9E797-AE85-4DB0-97ED-DD2F469D835D}" srcOrd="0" destOrd="0" presId="urn:microsoft.com/office/officeart/2005/8/layout/cycle1"/>
    <dgm:cxn modelId="{6D4501A0-5EEB-40A9-B0A4-8C715F299173}" srcId="{168A9BFE-ABCA-48CD-8813-9FF553341774}" destId="{6842DA50-CEE8-47B5-B931-7A9393136184}" srcOrd="0" destOrd="0" parTransId="{12477C33-A3F3-4DDB-9F3C-FE5C58E1F1D5}" sibTransId="{B8AA122B-A3F6-4DFE-A1E3-9BFCE7A87C39}"/>
    <dgm:cxn modelId="{5B5E18A9-B41C-4EDA-89E4-A734E163C4EF}" srcId="{168A9BFE-ABCA-48CD-8813-9FF553341774}" destId="{BE36BA5D-9AEC-46F0-9263-5B32A2D05211}" srcOrd="1" destOrd="0" parTransId="{BA9EE12F-930B-4B2B-94F6-EE37FEB216F4}" sibTransId="{C85AEC76-63E3-476B-A692-C8F6A25AD157}"/>
    <dgm:cxn modelId="{CEFD9DB0-86EA-4485-96C8-40B3008FF674}" type="presOf" srcId="{6842DA50-CEE8-47B5-B931-7A9393136184}" destId="{CB292671-4C80-404E-8B72-59D887C6BBAE}" srcOrd="0" destOrd="0" presId="urn:microsoft.com/office/officeart/2005/8/layout/cycle1"/>
    <dgm:cxn modelId="{205330DE-97AB-481C-97B0-03F777D5DEE9}" srcId="{168A9BFE-ABCA-48CD-8813-9FF553341774}" destId="{A770D5D2-7337-4D98-8B0F-2C2793FB4DB9}" srcOrd="2" destOrd="0" parTransId="{D2705AFC-BFBF-43A9-8C4C-161618814E83}" sibTransId="{6AAE54C8-AE29-4956-A449-E3FA667B8A5B}"/>
    <dgm:cxn modelId="{6001A7F2-2E69-4A5C-BA8D-C68EA8101432}" type="presOf" srcId="{A770D5D2-7337-4D98-8B0F-2C2793FB4DB9}" destId="{910C47DD-1A2D-43CB-B8F6-2C86C7C954AC}" srcOrd="0" destOrd="0" presId="urn:microsoft.com/office/officeart/2005/8/layout/cycle1"/>
    <dgm:cxn modelId="{F609313E-A46B-474E-94D3-F61298D1A5C0}" type="presParOf" srcId="{7A1C98A6-2B1F-4DFA-9489-58E38EADB9B3}" destId="{E22742FA-E403-4B11-9B5C-CE7E6BB98FD5}" srcOrd="0" destOrd="0" presId="urn:microsoft.com/office/officeart/2005/8/layout/cycle1"/>
    <dgm:cxn modelId="{050DB78F-50C8-48F4-8C4C-4B1BAB759462}" type="presParOf" srcId="{7A1C98A6-2B1F-4DFA-9489-58E38EADB9B3}" destId="{CB292671-4C80-404E-8B72-59D887C6BBAE}" srcOrd="1" destOrd="0" presId="urn:microsoft.com/office/officeart/2005/8/layout/cycle1"/>
    <dgm:cxn modelId="{BF501004-5329-4FE3-ADDB-648CD9FEAC73}" type="presParOf" srcId="{7A1C98A6-2B1F-4DFA-9489-58E38EADB9B3}" destId="{C1AED320-1753-4C0D-842F-2519B09C6001}" srcOrd="2" destOrd="0" presId="urn:microsoft.com/office/officeart/2005/8/layout/cycle1"/>
    <dgm:cxn modelId="{48A92789-60E7-4E96-A89B-77668C45F249}" type="presParOf" srcId="{7A1C98A6-2B1F-4DFA-9489-58E38EADB9B3}" destId="{16DE466F-B06F-4EF2-B443-28569848D041}" srcOrd="3" destOrd="0" presId="urn:microsoft.com/office/officeart/2005/8/layout/cycle1"/>
    <dgm:cxn modelId="{CAB52800-044F-43E8-90A8-F31F84B7D487}" type="presParOf" srcId="{7A1C98A6-2B1F-4DFA-9489-58E38EADB9B3}" destId="{8BA9E797-AE85-4DB0-97ED-DD2F469D835D}" srcOrd="4" destOrd="0" presId="urn:microsoft.com/office/officeart/2005/8/layout/cycle1"/>
    <dgm:cxn modelId="{32E147CF-83CB-4B11-A3DC-034AAAD4FA5C}" type="presParOf" srcId="{7A1C98A6-2B1F-4DFA-9489-58E38EADB9B3}" destId="{B58D9F07-3E86-4426-AC66-AA8FB1EA7B68}" srcOrd="5" destOrd="0" presId="urn:microsoft.com/office/officeart/2005/8/layout/cycle1"/>
    <dgm:cxn modelId="{183D90BA-87A1-42DC-B19F-09A131845296}" type="presParOf" srcId="{7A1C98A6-2B1F-4DFA-9489-58E38EADB9B3}" destId="{62D1857F-0C84-44E7-AB84-DAFEB677ED3D}" srcOrd="6" destOrd="0" presId="urn:microsoft.com/office/officeart/2005/8/layout/cycle1"/>
    <dgm:cxn modelId="{003BB5B3-221A-4526-8BD2-28C0229F6B87}" type="presParOf" srcId="{7A1C98A6-2B1F-4DFA-9489-58E38EADB9B3}" destId="{910C47DD-1A2D-43CB-B8F6-2C86C7C954AC}" srcOrd="7" destOrd="0" presId="urn:microsoft.com/office/officeart/2005/8/layout/cycle1"/>
    <dgm:cxn modelId="{057D068E-5248-44F3-B38C-336B16169FD5}" type="presParOf" srcId="{7A1C98A6-2B1F-4DFA-9489-58E38EADB9B3}" destId="{482C25EE-16B8-4C69-BE50-2A045E73C4FF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8A9BFE-ABCA-48CD-8813-9FF553341774}" type="doc">
      <dgm:prSet loTypeId="urn:microsoft.com/office/officeart/2005/8/layout/cycle1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842DA50-CEE8-47B5-B931-7A9393136184}">
      <dgm:prSet phldrT="[Text]"/>
      <dgm:spPr>
        <a:effectLst/>
      </dgm:spPr>
      <dgm:t>
        <a:bodyPr/>
        <a:lstStyle/>
        <a:p>
          <a:r>
            <a:rPr lang="en-GB" dirty="0">
              <a:effectLst/>
            </a:rPr>
            <a:t>Fetch</a:t>
          </a:r>
        </a:p>
      </dgm:t>
    </dgm:pt>
    <dgm:pt modelId="{12477C33-A3F3-4DDB-9F3C-FE5C58E1F1D5}" type="parTrans" cxnId="{6D4501A0-5EEB-40A9-B0A4-8C715F299173}">
      <dgm:prSet/>
      <dgm:spPr/>
      <dgm:t>
        <a:bodyPr/>
        <a:lstStyle/>
        <a:p>
          <a:endParaRPr lang="en-GB"/>
        </a:p>
      </dgm:t>
    </dgm:pt>
    <dgm:pt modelId="{B8AA122B-A3F6-4DFE-A1E3-9BFCE7A87C39}" type="sibTrans" cxnId="{6D4501A0-5EEB-40A9-B0A4-8C715F299173}">
      <dgm:prSet/>
      <dgm:spPr/>
      <dgm:t>
        <a:bodyPr/>
        <a:lstStyle/>
        <a:p>
          <a:endParaRPr lang="en-GB"/>
        </a:p>
      </dgm:t>
    </dgm:pt>
    <dgm:pt modelId="{BE36BA5D-9AEC-46F0-9263-5B32A2D05211}">
      <dgm:prSet phldrT="[Text]"/>
      <dgm:spPr/>
      <dgm:t>
        <a:bodyPr/>
        <a:lstStyle/>
        <a:p>
          <a:r>
            <a:rPr lang="en-GB" dirty="0"/>
            <a:t>Decode</a:t>
          </a:r>
        </a:p>
      </dgm:t>
    </dgm:pt>
    <dgm:pt modelId="{BA9EE12F-930B-4B2B-94F6-EE37FEB216F4}" type="parTrans" cxnId="{5B5E18A9-B41C-4EDA-89E4-A734E163C4EF}">
      <dgm:prSet/>
      <dgm:spPr/>
      <dgm:t>
        <a:bodyPr/>
        <a:lstStyle/>
        <a:p>
          <a:endParaRPr lang="en-GB"/>
        </a:p>
      </dgm:t>
    </dgm:pt>
    <dgm:pt modelId="{C85AEC76-63E3-476B-A692-C8F6A25AD157}" type="sibTrans" cxnId="{5B5E18A9-B41C-4EDA-89E4-A734E163C4EF}">
      <dgm:prSet/>
      <dgm:spPr>
        <a:solidFill>
          <a:srgbClr val="C11D16"/>
        </a:solidFill>
      </dgm:spPr>
      <dgm:t>
        <a:bodyPr/>
        <a:lstStyle/>
        <a:p>
          <a:endParaRPr lang="en-GB"/>
        </a:p>
      </dgm:t>
    </dgm:pt>
    <dgm:pt modelId="{A770D5D2-7337-4D98-8B0F-2C2793FB4DB9}">
      <dgm:prSet phldrT="[Text]"/>
      <dgm:spPr/>
      <dgm:t>
        <a:bodyPr/>
        <a:lstStyle/>
        <a:p>
          <a:r>
            <a:rPr lang="en-GB" dirty="0"/>
            <a:t>Execute</a:t>
          </a:r>
        </a:p>
      </dgm:t>
    </dgm:pt>
    <dgm:pt modelId="{D2705AFC-BFBF-43A9-8C4C-161618814E83}" type="parTrans" cxnId="{205330DE-97AB-481C-97B0-03F777D5DEE9}">
      <dgm:prSet/>
      <dgm:spPr/>
      <dgm:t>
        <a:bodyPr/>
        <a:lstStyle/>
        <a:p>
          <a:endParaRPr lang="en-GB"/>
        </a:p>
      </dgm:t>
    </dgm:pt>
    <dgm:pt modelId="{6AAE54C8-AE29-4956-A449-E3FA667B8A5B}" type="sibTrans" cxnId="{205330DE-97AB-481C-97B0-03F777D5DEE9}">
      <dgm:prSet/>
      <dgm:spPr/>
      <dgm:t>
        <a:bodyPr/>
        <a:lstStyle/>
        <a:p>
          <a:endParaRPr lang="en-GB"/>
        </a:p>
      </dgm:t>
    </dgm:pt>
    <dgm:pt modelId="{7A1C98A6-2B1F-4DFA-9489-58E38EADB9B3}" type="pres">
      <dgm:prSet presAssocID="{168A9BFE-ABCA-48CD-8813-9FF553341774}" presName="cycle" presStyleCnt="0">
        <dgm:presLayoutVars>
          <dgm:dir/>
          <dgm:resizeHandles val="exact"/>
        </dgm:presLayoutVars>
      </dgm:prSet>
      <dgm:spPr/>
    </dgm:pt>
    <dgm:pt modelId="{E22742FA-E403-4B11-9B5C-CE7E6BB98FD5}" type="pres">
      <dgm:prSet presAssocID="{6842DA50-CEE8-47B5-B931-7A9393136184}" presName="dummy" presStyleCnt="0"/>
      <dgm:spPr/>
    </dgm:pt>
    <dgm:pt modelId="{CB292671-4C80-404E-8B72-59D887C6BBAE}" type="pres">
      <dgm:prSet presAssocID="{6842DA50-CEE8-47B5-B931-7A9393136184}" presName="node" presStyleLbl="revTx" presStyleIdx="0" presStyleCnt="3">
        <dgm:presLayoutVars>
          <dgm:bulletEnabled val="1"/>
        </dgm:presLayoutVars>
      </dgm:prSet>
      <dgm:spPr/>
    </dgm:pt>
    <dgm:pt modelId="{C1AED320-1753-4C0D-842F-2519B09C6001}" type="pres">
      <dgm:prSet presAssocID="{B8AA122B-A3F6-4DFE-A1E3-9BFCE7A87C39}" presName="sibTrans" presStyleLbl="node1" presStyleIdx="0" presStyleCnt="3"/>
      <dgm:spPr/>
    </dgm:pt>
    <dgm:pt modelId="{16DE466F-B06F-4EF2-B443-28569848D041}" type="pres">
      <dgm:prSet presAssocID="{BE36BA5D-9AEC-46F0-9263-5B32A2D05211}" presName="dummy" presStyleCnt="0"/>
      <dgm:spPr/>
    </dgm:pt>
    <dgm:pt modelId="{8BA9E797-AE85-4DB0-97ED-DD2F469D835D}" type="pres">
      <dgm:prSet presAssocID="{BE36BA5D-9AEC-46F0-9263-5B32A2D05211}" presName="node" presStyleLbl="revTx" presStyleIdx="1" presStyleCnt="3">
        <dgm:presLayoutVars>
          <dgm:bulletEnabled val="1"/>
        </dgm:presLayoutVars>
      </dgm:prSet>
      <dgm:spPr/>
    </dgm:pt>
    <dgm:pt modelId="{B58D9F07-3E86-4426-AC66-AA8FB1EA7B68}" type="pres">
      <dgm:prSet presAssocID="{C85AEC76-63E3-476B-A692-C8F6A25AD157}" presName="sibTrans" presStyleLbl="node1" presStyleIdx="1" presStyleCnt="3"/>
      <dgm:spPr/>
    </dgm:pt>
    <dgm:pt modelId="{62D1857F-0C84-44E7-AB84-DAFEB677ED3D}" type="pres">
      <dgm:prSet presAssocID="{A770D5D2-7337-4D98-8B0F-2C2793FB4DB9}" presName="dummy" presStyleCnt="0"/>
      <dgm:spPr/>
    </dgm:pt>
    <dgm:pt modelId="{910C47DD-1A2D-43CB-B8F6-2C86C7C954AC}" type="pres">
      <dgm:prSet presAssocID="{A770D5D2-7337-4D98-8B0F-2C2793FB4DB9}" presName="node" presStyleLbl="revTx" presStyleIdx="2" presStyleCnt="3">
        <dgm:presLayoutVars>
          <dgm:bulletEnabled val="1"/>
        </dgm:presLayoutVars>
      </dgm:prSet>
      <dgm:spPr/>
    </dgm:pt>
    <dgm:pt modelId="{482C25EE-16B8-4C69-BE50-2A045E73C4FF}" type="pres">
      <dgm:prSet presAssocID="{6AAE54C8-AE29-4956-A449-E3FA667B8A5B}" presName="sibTrans" presStyleLbl="node1" presStyleIdx="2" presStyleCnt="3"/>
      <dgm:spPr/>
    </dgm:pt>
  </dgm:ptLst>
  <dgm:cxnLst>
    <dgm:cxn modelId="{7DDDB71B-EE09-4768-9BB0-B41D5234495C}" type="presOf" srcId="{168A9BFE-ABCA-48CD-8813-9FF553341774}" destId="{7A1C98A6-2B1F-4DFA-9489-58E38EADB9B3}" srcOrd="0" destOrd="0" presId="urn:microsoft.com/office/officeart/2005/8/layout/cycle1"/>
    <dgm:cxn modelId="{77E6A060-A62E-474E-A78D-4321D35F4086}" type="presOf" srcId="{6AAE54C8-AE29-4956-A449-E3FA667B8A5B}" destId="{482C25EE-16B8-4C69-BE50-2A045E73C4FF}" srcOrd="0" destOrd="0" presId="urn:microsoft.com/office/officeart/2005/8/layout/cycle1"/>
    <dgm:cxn modelId="{B406557B-E5F0-4A45-B026-75F4F71F09BF}" type="presOf" srcId="{B8AA122B-A3F6-4DFE-A1E3-9BFCE7A87C39}" destId="{C1AED320-1753-4C0D-842F-2519B09C6001}" srcOrd="0" destOrd="0" presId="urn:microsoft.com/office/officeart/2005/8/layout/cycle1"/>
    <dgm:cxn modelId="{D73E317E-353E-4014-ABB6-4CC3BD9AF526}" type="presOf" srcId="{C85AEC76-63E3-476B-A692-C8F6A25AD157}" destId="{B58D9F07-3E86-4426-AC66-AA8FB1EA7B68}" srcOrd="0" destOrd="0" presId="urn:microsoft.com/office/officeart/2005/8/layout/cycle1"/>
    <dgm:cxn modelId="{F1CA2290-D789-4886-9527-7E04DF5F4EE7}" type="presOf" srcId="{BE36BA5D-9AEC-46F0-9263-5B32A2D05211}" destId="{8BA9E797-AE85-4DB0-97ED-DD2F469D835D}" srcOrd="0" destOrd="0" presId="urn:microsoft.com/office/officeart/2005/8/layout/cycle1"/>
    <dgm:cxn modelId="{6D4501A0-5EEB-40A9-B0A4-8C715F299173}" srcId="{168A9BFE-ABCA-48CD-8813-9FF553341774}" destId="{6842DA50-CEE8-47B5-B931-7A9393136184}" srcOrd="0" destOrd="0" parTransId="{12477C33-A3F3-4DDB-9F3C-FE5C58E1F1D5}" sibTransId="{B8AA122B-A3F6-4DFE-A1E3-9BFCE7A87C39}"/>
    <dgm:cxn modelId="{5B5E18A9-B41C-4EDA-89E4-A734E163C4EF}" srcId="{168A9BFE-ABCA-48CD-8813-9FF553341774}" destId="{BE36BA5D-9AEC-46F0-9263-5B32A2D05211}" srcOrd="1" destOrd="0" parTransId="{BA9EE12F-930B-4B2B-94F6-EE37FEB216F4}" sibTransId="{C85AEC76-63E3-476B-A692-C8F6A25AD157}"/>
    <dgm:cxn modelId="{CEFD9DB0-86EA-4485-96C8-40B3008FF674}" type="presOf" srcId="{6842DA50-CEE8-47B5-B931-7A9393136184}" destId="{CB292671-4C80-404E-8B72-59D887C6BBAE}" srcOrd="0" destOrd="0" presId="urn:microsoft.com/office/officeart/2005/8/layout/cycle1"/>
    <dgm:cxn modelId="{205330DE-97AB-481C-97B0-03F777D5DEE9}" srcId="{168A9BFE-ABCA-48CD-8813-9FF553341774}" destId="{A770D5D2-7337-4D98-8B0F-2C2793FB4DB9}" srcOrd="2" destOrd="0" parTransId="{D2705AFC-BFBF-43A9-8C4C-161618814E83}" sibTransId="{6AAE54C8-AE29-4956-A449-E3FA667B8A5B}"/>
    <dgm:cxn modelId="{6001A7F2-2E69-4A5C-BA8D-C68EA8101432}" type="presOf" srcId="{A770D5D2-7337-4D98-8B0F-2C2793FB4DB9}" destId="{910C47DD-1A2D-43CB-B8F6-2C86C7C954AC}" srcOrd="0" destOrd="0" presId="urn:microsoft.com/office/officeart/2005/8/layout/cycle1"/>
    <dgm:cxn modelId="{F609313E-A46B-474E-94D3-F61298D1A5C0}" type="presParOf" srcId="{7A1C98A6-2B1F-4DFA-9489-58E38EADB9B3}" destId="{E22742FA-E403-4B11-9B5C-CE7E6BB98FD5}" srcOrd="0" destOrd="0" presId="urn:microsoft.com/office/officeart/2005/8/layout/cycle1"/>
    <dgm:cxn modelId="{050DB78F-50C8-48F4-8C4C-4B1BAB759462}" type="presParOf" srcId="{7A1C98A6-2B1F-4DFA-9489-58E38EADB9B3}" destId="{CB292671-4C80-404E-8B72-59D887C6BBAE}" srcOrd="1" destOrd="0" presId="urn:microsoft.com/office/officeart/2005/8/layout/cycle1"/>
    <dgm:cxn modelId="{BF501004-5329-4FE3-ADDB-648CD9FEAC73}" type="presParOf" srcId="{7A1C98A6-2B1F-4DFA-9489-58E38EADB9B3}" destId="{C1AED320-1753-4C0D-842F-2519B09C6001}" srcOrd="2" destOrd="0" presId="urn:microsoft.com/office/officeart/2005/8/layout/cycle1"/>
    <dgm:cxn modelId="{48A92789-60E7-4E96-A89B-77668C45F249}" type="presParOf" srcId="{7A1C98A6-2B1F-4DFA-9489-58E38EADB9B3}" destId="{16DE466F-B06F-4EF2-B443-28569848D041}" srcOrd="3" destOrd="0" presId="urn:microsoft.com/office/officeart/2005/8/layout/cycle1"/>
    <dgm:cxn modelId="{CAB52800-044F-43E8-90A8-F31F84B7D487}" type="presParOf" srcId="{7A1C98A6-2B1F-4DFA-9489-58E38EADB9B3}" destId="{8BA9E797-AE85-4DB0-97ED-DD2F469D835D}" srcOrd="4" destOrd="0" presId="urn:microsoft.com/office/officeart/2005/8/layout/cycle1"/>
    <dgm:cxn modelId="{32E147CF-83CB-4B11-A3DC-034AAAD4FA5C}" type="presParOf" srcId="{7A1C98A6-2B1F-4DFA-9489-58E38EADB9B3}" destId="{B58D9F07-3E86-4426-AC66-AA8FB1EA7B68}" srcOrd="5" destOrd="0" presId="urn:microsoft.com/office/officeart/2005/8/layout/cycle1"/>
    <dgm:cxn modelId="{183D90BA-87A1-42DC-B19F-09A131845296}" type="presParOf" srcId="{7A1C98A6-2B1F-4DFA-9489-58E38EADB9B3}" destId="{62D1857F-0C84-44E7-AB84-DAFEB677ED3D}" srcOrd="6" destOrd="0" presId="urn:microsoft.com/office/officeart/2005/8/layout/cycle1"/>
    <dgm:cxn modelId="{003BB5B3-221A-4526-8BD2-28C0229F6B87}" type="presParOf" srcId="{7A1C98A6-2B1F-4DFA-9489-58E38EADB9B3}" destId="{910C47DD-1A2D-43CB-B8F6-2C86C7C954AC}" srcOrd="7" destOrd="0" presId="urn:microsoft.com/office/officeart/2005/8/layout/cycle1"/>
    <dgm:cxn modelId="{057D068E-5248-44F3-B38C-336B16169FD5}" type="presParOf" srcId="{7A1C98A6-2B1F-4DFA-9489-58E38EADB9B3}" destId="{482C25EE-16B8-4C69-BE50-2A045E73C4FF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8A9BFE-ABCA-48CD-8813-9FF553341774}" type="doc">
      <dgm:prSet loTypeId="urn:microsoft.com/office/officeart/2005/8/layout/cycle1" loCatId="cycle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6842DA50-CEE8-47B5-B931-7A9393136184}">
      <dgm:prSet phldrT="[Text]"/>
      <dgm:spPr>
        <a:effectLst/>
      </dgm:spPr>
      <dgm:t>
        <a:bodyPr/>
        <a:lstStyle/>
        <a:p>
          <a:r>
            <a:rPr lang="en-GB" dirty="0">
              <a:effectLst/>
            </a:rPr>
            <a:t>Fetch</a:t>
          </a:r>
        </a:p>
      </dgm:t>
    </dgm:pt>
    <dgm:pt modelId="{12477C33-A3F3-4DDB-9F3C-FE5C58E1F1D5}" type="parTrans" cxnId="{6D4501A0-5EEB-40A9-B0A4-8C715F299173}">
      <dgm:prSet/>
      <dgm:spPr/>
      <dgm:t>
        <a:bodyPr/>
        <a:lstStyle/>
        <a:p>
          <a:endParaRPr lang="en-GB"/>
        </a:p>
      </dgm:t>
    </dgm:pt>
    <dgm:pt modelId="{B8AA122B-A3F6-4DFE-A1E3-9BFCE7A87C39}" type="sibTrans" cxnId="{6D4501A0-5EEB-40A9-B0A4-8C715F299173}">
      <dgm:prSet/>
      <dgm:spPr/>
      <dgm:t>
        <a:bodyPr/>
        <a:lstStyle/>
        <a:p>
          <a:endParaRPr lang="en-GB"/>
        </a:p>
      </dgm:t>
    </dgm:pt>
    <dgm:pt modelId="{BE36BA5D-9AEC-46F0-9263-5B32A2D05211}">
      <dgm:prSet phldrT="[Text]"/>
      <dgm:spPr/>
      <dgm:t>
        <a:bodyPr/>
        <a:lstStyle/>
        <a:p>
          <a:r>
            <a:rPr lang="en-GB" dirty="0"/>
            <a:t>Decode</a:t>
          </a:r>
        </a:p>
      </dgm:t>
    </dgm:pt>
    <dgm:pt modelId="{BA9EE12F-930B-4B2B-94F6-EE37FEB216F4}" type="parTrans" cxnId="{5B5E18A9-B41C-4EDA-89E4-A734E163C4EF}">
      <dgm:prSet/>
      <dgm:spPr/>
      <dgm:t>
        <a:bodyPr/>
        <a:lstStyle/>
        <a:p>
          <a:endParaRPr lang="en-GB"/>
        </a:p>
      </dgm:t>
    </dgm:pt>
    <dgm:pt modelId="{C85AEC76-63E3-476B-A692-C8F6A25AD157}" type="sibTrans" cxnId="{5B5E18A9-B41C-4EDA-89E4-A734E163C4EF}">
      <dgm:prSet/>
      <dgm:spPr>
        <a:solidFill>
          <a:srgbClr val="C11D16"/>
        </a:solidFill>
      </dgm:spPr>
      <dgm:t>
        <a:bodyPr/>
        <a:lstStyle/>
        <a:p>
          <a:endParaRPr lang="en-GB"/>
        </a:p>
      </dgm:t>
    </dgm:pt>
    <dgm:pt modelId="{A770D5D2-7337-4D98-8B0F-2C2793FB4DB9}">
      <dgm:prSet phldrT="[Text]"/>
      <dgm:spPr/>
      <dgm:t>
        <a:bodyPr/>
        <a:lstStyle/>
        <a:p>
          <a:r>
            <a:rPr lang="en-GB" dirty="0"/>
            <a:t>Execute</a:t>
          </a:r>
        </a:p>
      </dgm:t>
    </dgm:pt>
    <dgm:pt modelId="{D2705AFC-BFBF-43A9-8C4C-161618814E83}" type="parTrans" cxnId="{205330DE-97AB-481C-97B0-03F777D5DEE9}">
      <dgm:prSet/>
      <dgm:spPr/>
      <dgm:t>
        <a:bodyPr/>
        <a:lstStyle/>
        <a:p>
          <a:endParaRPr lang="en-GB"/>
        </a:p>
      </dgm:t>
    </dgm:pt>
    <dgm:pt modelId="{6AAE54C8-AE29-4956-A449-E3FA667B8A5B}" type="sibTrans" cxnId="{205330DE-97AB-481C-97B0-03F777D5DEE9}">
      <dgm:prSet/>
      <dgm:spPr/>
      <dgm:t>
        <a:bodyPr/>
        <a:lstStyle/>
        <a:p>
          <a:endParaRPr lang="en-GB"/>
        </a:p>
      </dgm:t>
    </dgm:pt>
    <dgm:pt modelId="{5324FFE5-DB8C-471D-A796-07898C6FA223}">
      <dgm:prSet phldrT="[Text]"/>
      <dgm:spPr/>
      <dgm:t>
        <a:bodyPr/>
        <a:lstStyle/>
        <a:p>
          <a:r>
            <a:rPr lang="en-GB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rPr>
            <a:t>Interrupt</a:t>
          </a:r>
        </a:p>
      </dgm:t>
    </dgm:pt>
    <dgm:pt modelId="{4CC273D7-4C58-47D5-81F9-093D0F79AF3E}" type="parTrans" cxnId="{A5EF1940-BA32-4445-80F2-55526BD07A2C}">
      <dgm:prSet/>
      <dgm:spPr/>
      <dgm:t>
        <a:bodyPr/>
        <a:lstStyle/>
        <a:p>
          <a:endParaRPr lang="en-GB"/>
        </a:p>
      </dgm:t>
    </dgm:pt>
    <dgm:pt modelId="{F04294F1-1703-4415-BB64-E7D85BE5BBB9}" type="sibTrans" cxnId="{A5EF1940-BA32-4445-80F2-55526BD07A2C}">
      <dgm:prSet/>
      <dgm:spPr/>
      <dgm:t>
        <a:bodyPr/>
        <a:lstStyle/>
        <a:p>
          <a:endParaRPr lang="en-GB"/>
        </a:p>
      </dgm:t>
    </dgm:pt>
    <dgm:pt modelId="{7A1C98A6-2B1F-4DFA-9489-58E38EADB9B3}" type="pres">
      <dgm:prSet presAssocID="{168A9BFE-ABCA-48CD-8813-9FF553341774}" presName="cycle" presStyleCnt="0">
        <dgm:presLayoutVars>
          <dgm:dir/>
          <dgm:resizeHandles val="exact"/>
        </dgm:presLayoutVars>
      </dgm:prSet>
      <dgm:spPr/>
    </dgm:pt>
    <dgm:pt modelId="{E22742FA-E403-4B11-9B5C-CE7E6BB98FD5}" type="pres">
      <dgm:prSet presAssocID="{6842DA50-CEE8-47B5-B931-7A9393136184}" presName="dummy" presStyleCnt="0"/>
      <dgm:spPr/>
    </dgm:pt>
    <dgm:pt modelId="{CB292671-4C80-404E-8B72-59D887C6BBAE}" type="pres">
      <dgm:prSet presAssocID="{6842DA50-CEE8-47B5-B931-7A9393136184}" presName="node" presStyleLbl="revTx" presStyleIdx="0" presStyleCnt="4">
        <dgm:presLayoutVars>
          <dgm:bulletEnabled val="1"/>
        </dgm:presLayoutVars>
      </dgm:prSet>
      <dgm:spPr/>
    </dgm:pt>
    <dgm:pt modelId="{C1AED320-1753-4C0D-842F-2519B09C6001}" type="pres">
      <dgm:prSet presAssocID="{B8AA122B-A3F6-4DFE-A1E3-9BFCE7A87C39}" presName="sibTrans" presStyleLbl="node1" presStyleIdx="0" presStyleCnt="4"/>
      <dgm:spPr/>
    </dgm:pt>
    <dgm:pt modelId="{16DE466F-B06F-4EF2-B443-28569848D041}" type="pres">
      <dgm:prSet presAssocID="{BE36BA5D-9AEC-46F0-9263-5B32A2D05211}" presName="dummy" presStyleCnt="0"/>
      <dgm:spPr/>
    </dgm:pt>
    <dgm:pt modelId="{8BA9E797-AE85-4DB0-97ED-DD2F469D835D}" type="pres">
      <dgm:prSet presAssocID="{BE36BA5D-9AEC-46F0-9263-5B32A2D05211}" presName="node" presStyleLbl="revTx" presStyleIdx="1" presStyleCnt="4">
        <dgm:presLayoutVars>
          <dgm:bulletEnabled val="1"/>
        </dgm:presLayoutVars>
      </dgm:prSet>
      <dgm:spPr/>
    </dgm:pt>
    <dgm:pt modelId="{B58D9F07-3E86-4426-AC66-AA8FB1EA7B68}" type="pres">
      <dgm:prSet presAssocID="{C85AEC76-63E3-476B-A692-C8F6A25AD157}" presName="sibTrans" presStyleLbl="node1" presStyleIdx="1" presStyleCnt="4"/>
      <dgm:spPr/>
    </dgm:pt>
    <dgm:pt modelId="{62D1857F-0C84-44E7-AB84-DAFEB677ED3D}" type="pres">
      <dgm:prSet presAssocID="{A770D5D2-7337-4D98-8B0F-2C2793FB4DB9}" presName="dummy" presStyleCnt="0"/>
      <dgm:spPr/>
    </dgm:pt>
    <dgm:pt modelId="{910C47DD-1A2D-43CB-B8F6-2C86C7C954AC}" type="pres">
      <dgm:prSet presAssocID="{A770D5D2-7337-4D98-8B0F-2C2793FB4DB9}" presName="node" presStyleLbl="revTx" presStyleIdx="2" presStyleCnt="4">
        <dgm:presLayoutVars>
          <dgm:bulletEnabled val="1"/>
        </dgm:presLayoutVars>
      </dgm:prSet>
      <dgm:spPr/>
    </dgm:pt>
    <dgm:pt modelId="{482C25EE-16B8-4C69-BE50-2A045E73C4FF}" type="pres">
      <dgm:prSet presAssocID="{6AAE54C8-AE29-4956-A449-E3FA667B8A5B}" presName="sibTrans" presStyleLbl="node1" presStyleIdx="2" presStyleCnt="4"/>
      <dgm:spPr/>
    </dgm:pt>
    <dgm:pt modelId="{3B03F81C-7E73-4C54-98F7-8BA3BFFDE4A0}" type="pres">
      <dgm:prSet presAssocID="{5324FFE5-DB8C-471D-A796-07898C6FA223}" presName="dummy" presStyleCnt="0"/>
      <dgm:spPr/>
    </dgm:pt>
    <dgm:pt modelId="{31D4FBC5-F609-44A2-8C69-4F4264C56BA9}" type="pres">
      <dgm:prSet presAssocID="{5324FFE5-DB8C-471D-A796-07898C6FA223}" presName="node" presStyleLbl="revTx" presStyleIdx="3" presStyleCnt="4">
        <dgm:presLayoutVars>
          <dgm:bulletEnabled val="1"/>
        </dgm:presLayoutVars>
      </dgm:prSet>
      <dgm:spPr/>
    </dgm:pt>
    <dgm:pt modelId="{B2811C5D-2BC0-4401-B092-56D4B7B156ED}" type="pres">
      <dgm:prSet presAssocID="{F04294F1-1703-4415-BB64-E7D85BE5BBB9}" presName="sibTrans" presStyleLbl="node1" presStyleIdx="3" presStyleCnt="4"/>
      <dgm:spPr/>
    </dgm:pt>
  </dgm:ptLst>
  <dgm:cxnLst>
    <dgm:cxn modelId="{7DDDB71B-EE09-4768-9BB0-B41D5234495C}" type="presOf" srcId="{168A9BFE-ABCA-48CD-8813-9FF553341774}" destId="{7A1C98A6-2B1F-4DFA-9489-58E38EADB9B3}" srcOrd="0" destOrd="0" presId="urn:microsoft.com/office/officeart/2005/8/layout/cycle1"/>
    <dgm:cxn modelId="{A5EF1940-BA32-4445-80F2-55526BD07A2C}" srcId="{168A9BFE-ABCA-48CD-8813-9FF553341774}" destId="{5324FFE5-DB8C-471D-A796-07898C6FA223}" srcOrd="3" destOrd="0" parTransId="{4CC273D7-4C58-47D5-81F9-093D0F79AF3E}" sibTransId="{F04294F1-1703-4415-BB64-E7D85BE5BBB9}"/>
    <dgm:cxn modelId="{77E6A060-A62E-474E-A78D-4321D35F4086}" type="presOf" srcId="{6AAE54C8-AE29-4956-A449-E3FA667B8A5B}" destId="{482C25EE-16B8-4C69-BE50-2A045E73C4FF}" srcOrd="0" destOrd="0" presId="urn:microsoft.com/office/officeart/2005/8/layout/cycle1"/>
    <dgm:cxn modelId="{FB75AC6F-F713-45F3-9186-ED5B3395370A}" type="presOf" srcId="{5324FFE5-DB8C-471D-A796-07898C6FA223}" destId="{31D4FBC5-F609-44A2-8C69-4F4264C56BA9}" srcOrd="0" destOrd="0" presId="urn:microsoft.com/office/officeart/2005/8/layout/cycle1"/>
    <dgm:cxn modelId="{B406557B-E5F0-4A45-B026-75F4F71F09BF}" type="presOf" srcId="{B8AA122B-A3F6-4DFE-A1E3-9BFCE7A87C39}" destId="{C1AED320-1753-4C0D-842F-2519B09C6001}" srcOrd="0" destOrd="0" presId="urn:microsoft.com/office/officeart/2005/8/layout/cycle1"/>
    <dgm:cxn modelId="{D73E317E-353E-4014-ABB6-4CC3BD9AF526}" type="presOf" srcId="{C85AEC76-63E3-476B-A692-C8F6A25AD157}" destId="{B58D9F07-3E86-4426-AC66-AA8FB1EA7B68}" srcOrd="0" destOrd="0" presId="urn:microsoft.com/office/officeart/2005/8/layout/cycle1"/>
    <dgm:cxn modelId="{F1CA2290-D789-4886-9527-7E04DF5F4EE7}" type="presOf" srcId="{BE36BA5D-9AEC-46F0-9263-5B32A2D05211}" destId="{8BA9E797-AE85-4DB0-97ED-DD2F469D835D}" srcOrd="0" destOrd="0" presId="urn:microsoft.com/office/officeart/2005/8/layout/cycle1"/>
    <dgm:cxn modelId="{6D4501A0-5EEB-40A9-B0A4-8C715F299173}" srcId="{168A9BFE-ABCA-48CD-8813-9FF553341774}" destId="{6842DA50-CEE8-47B5-B931-7A9393136184}" srcOrd="0" destOrd="0" parTransId="{12477C33-A3F3-4DDB-9F3C-FE5C58E1F1D5}" sibTransId="{B8AA122B-A3F6-4DFE-A1E3-9BFCE7A87C39}"/>
    <dgm:cxn modelId="{5B5E18A9-B41C-4EDA-89E4-A734E163C4EF}" srcId="{168A9BFE-ABCA-48CD-8813-9FF553341774}" destId="{BE36BA5D-9AEC-46F0-9263-5B32A2D05211}" srcOrd="1" destOrd="0" parTransId="{BA9EE12F-930B-4B2B-94F6-EE37FEB216F4}" sibTransId="{C85AEC76-63E3-476B-A692-C8F6A25AD157}"/>
    <dgm:cxn modelId="{CEFD9DB0-86EA-4485-96C8-40B3008FF674}" type="presOf" srcId="{6842DA50-CEE8-47B5-B931-7A9393136184}" destId="{CB292671-4C80-404E-8B72-59D887C6BBAE}" srcOrd="0" destOrd="0" presId="urn:microsoft.com/office/officeart/2005/8/layout/cycle1"/>
    <dgm:cxn modelId="{198A5FDC-7BD3-4F8D-BC62-D87A555FCC23}" type="presOf" srcId="{F04294F1-1703-4415-BB64-E7D85BE5BBB9}" destId="{B2811C5D-2BC0-4401-B092-56D4B7B156ED}" srcOrd="0" destOrd="0" presId="urn:microsoft.com/office/officeart/2005/8/layout/cycle1"/>
    <dgm:cxn modelId="{205330DE-97AB-481C-97B0-03F777D5DEE9}" srcId="{168A9BFE-ABCA-48CD-8813-9FF553341774}" destId="{A770D5D2-7337-4D98-8B0F-2C2793FB4DB9}" srcOrd="2" destOrd="0" parTransId="{D2705AFC-BFBF-43A9-8C4C-161618814E83}" sibTransId="{6AAE54C8-AE29-4956-A449-E3FA667B8A5B}"/>
    <dgm:cxn modelId="{6001A7F2-2E69-4A5C-BA8D-C68EA8101432}" type="presOf" srcId="{A770D5D2-7337-4D98-8B0F-2C2793FB4DB9}" destId="{910C47DD-1A2D-43CB-B8F6-2C86C7C954AC}" srcOrd="0" destOrd="0" presId="urn:microsoft.com/office/officeart/2005/8/layout/cycle1"/>
    <dgm:cxn modelId="{F609313E-A46B-474E-94D3-F61298D1A5C0}" type="presParOf" srcId="{7A1C98A6-2B1F-4DFA-9489-58E38EADB9B3}" destId="{E22742FA-E403-4B11-9B5C-CE7E6BB98FD5}" srcOrd="0" destOrd="0" presId="urn:microsoft.com/office/officeart/2005/8/layout/cycle1"/>
    <dgm:cxn modelId="{050DB78F-50C8-48F4-8C4C-4B1BAB759462}" type="presParOf" srcId="{7A1C98A6-2B1F-4DFA-9489-58E38EADB9B3}" destId="{CB292671-4C80-404E-8B72-59D887C6BBAE}" srcOrd="1" destOrd="0" presId="urn:microsoft.com/office/officeart/2005/8/layout/cycle1"/>
    <dgm:cxn modelId="{BF501004-5329-4FE3-ADDB-648CD9FEAC73}" type="presParOf" srcId="{7A1C98A6-2B1F-4DFA-9489-58E38EADB9B3}" destId="{C1AED320-1753-4C0D-842F-2519B09C6001}" srcOrd="2" destOrd="0" presId="urn:microsoft.com/office/officeart/2005/8/layout/cycle1"/>
    <dgm:cxn modelId="{48A92789-60E7-4E96-A89B-77668C45F249}" type="presParOf" srcId="{7A1C98A6-2B1F-4DFA-9489-58E38EADB9B3}" destId="{16DE466F-B06F-4EF2-B443-28569848D041}" srcOrd="3" destOrd="0" presId="urn:microsoft.com/office/officeart/2005/8/layout/cycle1"/>
    <dgm:cxn modelId="{CAB52800-044F-43E8-90A8-F31F84B7D487}" type="presParOf" srcId="{7A1C98A6-2B1F-4DFA-9489-58E38EADB9B3}" destId="{8BA9E797-AE85-4DB0-97ED-DD2F469D835D}" srcOrd="4" destOrd="0" presId="urn:microsoft.com/office/officeart/2005/8/layout/cycle1"/>
    <dgm:cxn modelId="{32E147CF-83CB-4B11-A3DC-034AAAD4FA5C}" type="presParOf" srcId="{7A1C98A6-2B1F-4DFA-9489-58E38EADB9B3}" destId="{B58D9F07-3E86-4426-AC66-AA8FB1EA7B68}" srcOrd="5" destOrd="0" presId="urn:microsoft.com/office/officeart/2005/8/layout/cycle1"/>
    <dgm:cxn modelId="{183D90BA-87A1-42DC-B19F-09A131845296}" type="presParOf" srcId="{7A1C98A6-2B1F-4DFA-9489-58E38EADB9B3}" destId="{62D1857F-0C84-44E7-AB84-DAFEB677ED3D}" srcOrd="6" destOrd="0" presId="urn:microsoft.com/office/officeart/2005/8/layout/cycle1"/>
    <dgm:cxn modelId="{003BB5B3-221A-4526-8BD2-28C0229F6B87}" type="presParOf" srcId="{7A1C98A6-2B1F-4DFA-9489-58E38EADB9B3}" destId="{910C47DD-1A2D-43CB-B8F6-2C86C7C954AC}" srcOrd="7" destOrd="0" presId="urn:microsoft.com/office/officeart/2005/8/layout/cycle1"/>
    <dgm:cxn modelId="{057D068E-5248-44F3-B38C-336B16169FD5}" type="presParOf" srcId="{7A1C98A6-2B1F-4DFA-9489-58E38EADB9B3}" destId="{482C25EE-16B8-4C69-BE50-2A045E73C4FF}" srcOrd="8" destOrd="0" presId="urn:microsoft.com/office/officeart/2005/8/layout/cycle1"/>
    <dgm:cxn modelId="{855869EC-C867-489D-B0AC-DDA4CA341652}" type="presParOf" srcId="{7A1C98A6-2B1F-4DFA-9489-58E38EADB9B3}" destId="{3B03F81C-7E73-4C54-98F7-8BA3BFFDE4A0}" srcOrd="9" destOrd="0" presId="urn:microsoft.com/office/officeart/2005/8/layout/cycle1"/>
    <dgm:cxn modelId="{B5FB72CD-A25D-4DF6-82F3-AA1886DBB43C}" type="presParOf" srcId="{7A1C98A6-2B1F-4DFA-9489-58E38EADB9B3}" destId="{31D4FBC5-F609-44A2-8C69-4F4264C56BA9}" srcOrd="10" destOrd="0" presId="urn:microsoft.com/office/officeart/2005/8/layout/cycle1"/>
    <dgm:cxn modelId="{FBD7D9A3-0B1E-4854-AC86-FCECE54C9057}" type="presParOf" srcId="{7A1C98A6-2B1F-4DFA-9489-58E38EADB9B3}" destId="{B2811C5D-2BC0-4401-B092-56D4B7B156E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92671-4C80-404E-8B72-59D887C6BBAE}">
      <dsp:nvSpPr>
        <dsp:cNvPr id="0" name=""/>
        <dsp:cNvSpPr/>
      </dsp:nvSpPr>
      <dsp:spPr>
        <a:xfrm>
          <a:off x="3226516" y="297452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effectLst/>
            </a:rPr>
            <a:t>Fetch</a:t>
          </a:r>
        </a:p>
      </dsp:txBody>
      <dsp:txXfrm>
        <a:off x="3226516" y="297452"/>
        <a:ext cx="1518353" cy="1518353"/>
      </dsp:txXfrm>
    </dsp:sp>
    <dsp:sp modelId="{C1AED320-1753-4C0D-842F-2519B09C6001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2964831"/>
            <a:gd name="adj4" fmla="val 51069"/>
            <a:gd name="adj5" fmla="val 962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9E797-AE85-4DB0-97ED-DD2F469D835D}">
      <dsp:nvSpPr>
        <dsp:cNvPr id="0" name=""/>
        <dsp:cNvSpPr/>
      </dsp:nvSpPr>
      <dsp:spPr>
        <a:xfrm>
          <a:off x="1949523" y="2509270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Decode</a:t>
          </a:r>
        </a:p>
      </dsp:txBody>
      <dsp:txXfrm>
        <a:off x="1949523" y="2509270"/>
        <a:ext cx="1518353" cy="1518353"/>
      </dsp:txXfrm>
    </dsp:sp>
    <dsp:sp modelId="{B58D9F07-3E86-4426-AC66-AA8FB1EA7B68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10173027"/>
            <a:gd name="adj4" fmla="val 7259265"/>
            <a:gd name="adj5" fmla="val 9620"/>
          </a:avLst>
        </a:prstGeom>
        <a:solidFill>
          <a:srgbClr val="C11D1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0C47DD-1A2D-43CB-B8F6-2C86C7C954AC}">
      <dsp:nvSpPr>
        <dsp:cNvPr id="0" name=""/>
        <dsp:cNvSpPr/>
      </dsp:nvSpPr>
      <dsp:spPr>
        <a:xfrm>
          <a:off x="672529" y="297452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Execute</a:t>
          </a:r>
        </a:p>
      </dsp:txBody>
      <dsp:txXfrm>
        <a:off x="672529" y="297452"/>
        <a:ext cx="1518353" cy="1518353"/>
      </dsp:txXfrm>
    </dsp:sp>
    <dsp:sp modelId="{482C25EE-16B8-4C69-BE50-2A045E73C4FF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16857632"/>
            <a:gd name="adj4" fmla="val 14966464"/>
            <a:gd name="adj5" fmla="val 962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92671-4C80-404E-8B72-59D887C6BBAE}">
      <dsp:nvSpPr>
        <dsp:cNvPr id="0" name=""/>
        <dsp:cNvSpPr/>
      </dsp:nvSpPr>
      <dsp:spPr>
        <a:xfrm>
          <a:off x="3226516" y="297452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effectLst/>
            </a:rPr>
            <a:t>Fetch</a:t>
          </a:r>
        </a:p>
      </dsp:txBody>
      <dsp:txXfrm>
        <a:off x="3226516" y="297452"/>
        <a:ext cx="1518353" cy="1518353"/>
      </dsp:txXfrm>
    </dsp:sp>
    <dsp:sp modelId="{C1AED320-1753-4C0D-842F-2519B09C6001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2964831"/>
            <a:gd name="adj4" fmla="val 51069"/>
            <a:gd name="adj5" fmla="val 962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9E797-AE85-4DB0-97ED-DD2F469D835D}">
      <dsp:nvSpPr>
        <dsp:cNvPr id="0" name=""/>
        <dsp:cNvSpPr/>
      </dsp:nvSpPr>
      <dsp:spPr>
        <a:xfrm>
          <a:off x="1949523" y="2509270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Decode</a:t>
          </a:r>
        </a:p>
      </dsp:txBody>
      <dsp:txXfrm>
        <a:off x="1949523" y="2509270"/>
        <a:ext cx="1518353" cy="1518353"/>
      </dsp:txXfrm>
    </dsp:sp>
    <dsp:sp modelId="{B58D9F07-3E86-4426-AC66-AA8FB1EA7B68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10173027"/>
            <a:gd name="adj4" fmla="val 7259265"/>
            <a:gd name="adj5" fmla="val 9620"/>
          </a:avLst>
        </a:prstGeom>
        <a:solidFill>
          <a:srgbClr val="C11D1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0C47DD-1A2D-43CB-B8F6-2C86C7C954AC}">
      <dsp:nvSpPr>
        <dsp:cNvPr id="0" name=""/>
        <dsp:cNvSpPr/>
      </dsp:nvSpPr>
      <dsp:spPr>
        <a:xfrm>
          <a:off x="672529" y="297452"/>
          <a:ext cx="1518353" cy="1518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/>
            <a:t>Execute</a:t>
          </a:r>
        </a:p>
      </dsp:txBody>
      <dsp:txXfrm>
        <a:off x="672529" y="297452"/>
        <a:ext cx="1518353" cy="1518353"/>
      </dsp:txXfrm>
    </dsp:sp>
    <dsp:sp modelId="{482C25EE-16B8-4C69-BE50-2A045E73C4FF}">
      <dsp:nvSpPr>
        <dsp:cNvPr id="0" name=""/>
        <dsp:cNvSpPr/>
      </dsp:nvSpPr>
      <dsp:spPr>
        <a:xfrm>
          <a:off x="913402" y="-1395"/>
          <a:ext cx="3590594" cy="3590594"/>
        </a:xfrm>
        <a:prstGeom prst="circularArrow">
          <a:avLst>
            <a:gd name="adj1" fmla="val 8246"/>
            <a:gd name="adj2" fmla="val 575904"/>
            <a:gd name="adj3" fmla="val 16857632"/>
            <a:gd name="adj4" fmla="val 14966464"/>
            <a:gd name="adj5" fmla="val 962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92671-4C80-404E-8B72-59D887C6BBAE}">
      <dsp:nvSpPr>
        <dsp:cNvPr id="0" name=""/>
        <dsp:cNvSpPr/>
      </dsp:nvSpPr>
      <dsp:spPr>
        <a:xfrm>
          <a:off x="4514273" y="416171"/>
          <a:ext cx="2124353" cy="2124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>
              <a:effectLst/>
            </a:rPr>
            <a:t>Fetch</a:t>
          </a:r>
        </a:p>
      </dsp:txBody>
      <dsp:txXfrm>
        <a:off x="4514273" y="416171"/>
        <a:ext cx="2124353" cy="2124353"/>
      </dsp:txXfrm>
    </dsp:sp>
    <dsp:sp modelId="{C1AED320-1753-4C0D-842F-2519B09C6001}">
      <dsp:nvSpPr>
        <dsp:cNvPr id="0" name=""/>
        <dsp:cNvSpPr/>
      </dsp:nvSpPr>
      <dsp:spPr>
        <a:xfrm>
          <a:off x="1277956" y="-1951"/>
          <a:ext cx="5023661" cy="5023661"/>
        </a:xfrm>
        <a:prstGeom prst="circularArrow">
          <a:avLst>
            <a:gd name="adj1" fmla="val 8246"/>
            <a:gd name="adj2" fmla="val 575904"/>
            <a:gd name="adj3" fmla="val 2964831"/>
            <a:gd name="adj4" fmla="val 51069"/>
            <a:gd name="adj5" fmla="val 962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9E797-AE85-4DB0-97ED-DD2F469D835D}">
      <dsp:nvSpPr>
        <dsp:cNvPr id="0" name=""/>
        <dsp:cNvSpPr/>
      </dsp:nvSpPr>
      <dsp:spPr>
        <a:xfrm>
          <a:off x="2727610" y="3510762"/>
          <a:ext cx="2124353" cy="2124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Decode</a:t>
          </a:r>
        </a:p>
      </dsp:txBody>
      <dsp:txXfrm>
        <a:off x="2727610" y="3510762"/>
        <a:ext cx="2124353" cy="2124353"/>
      </dsp:txXfrm>
    </dsp:sp>
    <dsp:sp modelId="{B58D9F07-3E86-4426-AC66-AA8FB1EA7B68}">
      <dsp:nvSpPr>
        <dsp:cNvPr id="0" name=""/>
        <dsp:cNvSpPr/>
      </dsp:nvSpPr>
      <dsp:spPr>
        <a:xfrm>
          <a:off x="1277956" y="-1951"/>
          <a:ext cx="5023661" cy="5023661"/>
        </a:xfrm>
        <a:prstGeom prst="circularArrow">
          <a:avLst>
            <a:gd name="adj1" fmla="val 8246"/>
            <a:gd name="adj2" fmla="val 575904"/>
            <a:gd name="adj3" fmla="val 10173027"/>
            <a:gd name="adj4" fmla="val 7259265"/>
            <a:gd name="adj5" fmla="val 9620"/>
          </a:avLst>
        </a:prstGeom>
        <a:solidFill>
          <a:srgbClr val="C11D1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0C47DD-1A2D-43CB-B8F6-2C86C7C954AC}">
      <dsp:nvSpPr>
        <dsp:cNvPr id="0" name=""/>
        <dsp:cNvSpPr/>
      </dsp:nvSpPr>
      <dsp:spPr>
        <a:xfrm>
          <a:off x="940947" y="416171"/>
          <a:ext cx="2124353" cy="21243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230" tIns="62230" rIns="62230" bIns="6223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900" kern="1200" dirty="0"/>
            <a:t>Execute</a:t>
          </a:r>
        </a:p>
      </dsp:txBody>
      <dsp:txXfrm>
        <a:off x="940947" y="416171"/>
        <a:ext cx="2124353" cy="2124353"/>
      </dsp:txXfrm>
    </dsp:sp>
    <dsp:sp modelId="{482C25EE-16B8-4C69-BE50-2A045E73C4FF}">
      <dsp:nvSpPr>
        <dsp:cNvPr id="0" name=""/>
        <dsp:cNvSpPr/>
      </dsp:nvSpPr>
      <dsp:spPr>
        <a:xfrm>
          <a:off x="1277956" y="-1951"/>
          <a:ext cx="5023661" cy="5023661"/>
        </a:xfrm>
        <a:prstGeom prst="circularArrow">
          <a:avLst>
            <a:gd name="adj1" fmla="val 8246"/>
            <a:gd name="adj2" fmla="val 575904"/>
            <a:gd name="adj3" fmla="val 16857632"/>
            <a:gd name="adj4" fmla="val 14966464"/>
            <a:gd name="adj5" fmla="val 962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292671-4C80-404E-8B72-59D887C6BBAE}">
      <dsp:nvSpPr>
        <dsp:cNvPr id="0" name=""/>
        <dsp:cNvSpPr/>
      </dsp:nvSpPr>
      <dsp:spPr>
        <a:xfrm>
          <a:off x="4486139" y="126738"/>
          <a:ext cx="1994819" cy="199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effectLst/>
            </a:rPr>
            <a:t>Fetch</a:t>
          </a:r>
        </a:p>
      </dsp:txBody>
      <dsp:txXfrm>
        <a:off x="4486139" y="126738"/>
        <a:ext cx="1994819" cy="1994819"/>
      </dsp:txXfrm>
    </dsp:sp>
    <dsp:sp modelId="{C1AED320-1753-4C0D-842F-2519B09C6001}">
      <dsp:nvSpPr>
        <dsp:cNvPr id="0" name=""/>
        <dsp:cNvSpPr/>
      </dsp:nvSpPr>
      <dsp:spPr>
        <a:xfrm>
          <a:off x="973040" y="1163"/>
          <a:ext cx="5633493" cy="5633493"/>
        </a:xfrm>
        <a:prstGeom prst="circularArrow">
          <a:avLst>
            <a:gd name="adj1" fmla="val 6905"/>
            <a:gd name="adj2" fmla="val 465581"/>
            <a:gd name="adj3" fmla="val 548451"/>
            <a:gd name="adj4" fmla="val 20585968"/>
            <a:gd name="adj5" fmla="val 8056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9E797-AE85-4DB0-97ED-DD2F469D835D}">
      <dsp:nvSpPr>
        <dsp:cNvPr id="0" name=""/>
        <dsp:cNvSpPr/>
      </dsp:nvSpPr>
      <dsp:spPr>
        <a:xfrm>
          <a:off x="4486139" y="3514262"/>
          <a:ext cx="1994819" cy="199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Decode</a:t>
          </a:r>
        </a:p>
      </dsp:txBody>
      <dsp:txXfrm>
        <a:off x="4486139" y="3514262"/>
        <a:ext cx="1994819" cy="1994819"/>
      </dsp:txXfrm>
    </dsp:sp>
    <dsp:sp modelId="{B58D9F07-3E86-4426-AC66-AA8FB1EA7B68}">
      <dsp:nvSpPr>
        <dsp:cNvPr id="0" name=""/>
        <dsp:cNvSpPr/>
      </dsp:nvSpPr>
      <dsp:spPr>
        <a:xfrm>
          <a:off x="973040" y="1163"/>
          <a:ext cx="5633493" cy="5633493"/>
        </a:xfrm>
        <a:prstGeom prst="circularArrow">
          <a:avLst>
            <a:gd name="adj1" fmla="val 6905"/>
            <a:gd name="adj2" fmla="val 465581"/>
            <a:gd name="adj3" fmla="val 5948451"/>
            <a:gd name="adj4" fmla="val 4385968"/>
            <a:gd name="adj5" fmla="val 8056"/>
          </a:avLst>
        </a:prstGeom>
        <a:solidFill>
          <a:srgbClr val="C11D16"/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10C47DD-1A2D-43CB-B8F6-2C86C7C954AC}">
      <dsp:nvSpPr>
        <dsp:cNvPr id="0" name=""/>
        <dsp:cNvSpPr/>
      </dsp:nvSpPr>
      <dsp:spPr>
        <a:xfrm>
          <a:off x="1098615" y="3514262"/>
          <a:ext cx="1994819" cy="199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/>
            <a:t>Execute</a:t>
          </a:r>
        </a:p>
      </dsp:txBody>
      <dsp:txXfrm>
        <a:off x="1098615" y="3514262"/>
        <a:ext cx="1994819" cy="1994819"/>
      </dsp:txXfrm>
    </dsp:sp>
    <dsp:sp modelId="{482C25EE-16B8-4C69-BE50-2A045E73C4FF}">
      <dsp:nvSpPr>
        <dsp:cNvPr id="0" name=""/>
        <dsp:cNvSpPr/>
      </dsp:nvSpPr>
      <dsp:spPr>
        <a:xfrm>
          <a:off x="973040" y="1163"/>
          <a:ext cx="5633493" cy="5633493"/>
        </a:xfrm>
        <a:prstGeom prst="circularArrow">
          <a:avLst>
            <a:gd name="adj1" fmla="val 6905"/>
            <a:gd name="adj2" fmla="val 465581"/>
            <a:gd name="adj3" fmla="val 11348451"/>
            <a:gd name="adj4" fmla="val 9785968"/>
            <a:gd name="adj5" fmla="val 8056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1D4FBC5-F609-44A2-8C69-4F4264C56BA9}">
      <dsp:nvSpPr>
        <dsp:cNvPr id="0" name=""/>
        <dsp:cNvSpPr/>
      </dsp:nvSpPr>
      <dsp:spPr>
        <a:xfrm>
          <a:off x="1098615" y="126738"/>
          <a:ext cx="1994819" cy="199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 dirty="0"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rPr>
            <a:t>Interrupt</a:t>
          </a:r>
        </a:p>
      </dsp:txBody>
      <dsp:txXfrm>
        <a:off x="1098615" y="126738"/>
        <a:ext cx="1994819" cy="1994819"/>
      </dsp:txXfrm>
    </dsp:sp>
    <dsp:sp modelId="{B2811C5D-2BC0-4401-B092-56D4B7B156ED}">
      <dsp:nvSpPr>
        <dsp:cNvPr id="0" name=""/>
        <dsp:cNvSpPr/>
      </dsp:nvSpPr>
      <dsp:spPr>
        <a:xfrm>
          <a:off x="973040" y="1163"/>
          <a:ext cx="5633493" cy="5633493"/>
        </a:xfrm>
        <a:prstGeom prst="circularArrow">
          <a:avLst>
            <a:gd name="adj1" fmla="val 6905"/>
            <a:gd name="adj2" fmla="val 465581"/>
            <a:gd name="adj3" fmla="val 16748451"/>
            <a:gd name="adj4" fmla="val 15185968"/>
            <a:gd name="adj5" fmla="val 8056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10/08/2022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B86045-0178-4FB2-9D7A-08D75B7694C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176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4.1 Types of software and interrupts | Interrupts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10/08/2022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4.1 Types of software and interrupts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Interrupts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84000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interrupt?</a:t>
            </a:r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399B0A02-C39D-4CA9-8392-A77F63917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5351">
            <a:off x="5274522" y="1539609"/>
            <a:ext cx="1636215" cy="163621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13BDE87-D297-42BC-8C8A-8C3E96455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885756"/>
              </p:ext>
            </p:extLst>
          </p:nvPr>
        </p:nvGraphicFramePr>
        <p:xfrm>
          <a:off x="3383930" y="523174"/>
          <a:ext cx="5417400" cy="4028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9228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84000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interrupt?</a:t>
            </a:r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399B0A02-C39D-4CA9-8392-A77F63917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5351">
            <a:off x="5274525" y="1539609"/>
            <a:ext cx="1636215" cy="1636215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13BDE87-D297-42BC-8C8A-8C3E96455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8076890"/>
              </p:ext>
            </p:extLst>
          </p:nvPr>
        </p:nvGraphicFramePr>
        <p:xfrm>
          <a:off x="3383933" y="523174"/>
          <a:ext cx="5417400" cy="40281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 descr="A picture containing clock&#10;&#10;Description automatically generated">
            <a:extLst>
              <a:ext uri="{FF2B5EF4-FFF2-40B4-BE49-F238E27FC236}">
                <a16:creationId xmlns:a16="http://schemas.microsoft.com/office/drawing/2014/main" id="{68126C43-A072-4A6F-BD62-9AD9FC3C6F2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02" b="50520"/>
          <a:stretch/>
        </p:blipFill>
        <p:spPr>
          <a:xfrm rot="4514280">
            <a:off x="8016615" y="4932285"/>
            <a:ext cx="2050422" cy="71311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A5229E45-1FAD-48D3-AB11-F0CA111C30E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60" y="4300073"/>
            <a:ext cx="2119847" cy="2119847"/>
          </a:xfrm>
          <a:prstGeom prst="rect">
            <a:avLst/>
          </a:prstGeom>
        </p:spPr>
      </p:pic>
      <p:pic>
        <p:nvPicPr>
          <p:cNvPr id="10" name="Picture 9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6418B14A-4BBD-4B89-A8DB-2B63A197E6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638" y="4486536"/>
            <a:ext cx="1837926" cy="1837926"/>
          </a:xfrm>
          <a:prstGeom prst="rect">
            <a:avLst/>
          </a:prstGeom>
        </p:spPr>
      </p:pic>
      <p:pic>
        <p:nvPicPr>
          <p:cNvPr id="12" name="Picture 11" descr="A picture containing toy, clock&#10;&#10;Description automatically generated">
            <a:extLst>
              <a:ext uri="{FF2B5EF4-FFF2-40B4-BE49-F238E27FC236}">
                <a16:creationId xmlns:a16="http://schemas.microsoft.com/office/drawing/2014/main" id="{D2851498-97F2-420E-8AE3-53A22CA7708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848" y="4154937"/>
            <a:ext cx="2119848" cy="21198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BC47C4-9871-44B7-AF9C-EC0021AE9524}"/>
              </a:ext>
            </a:extLst>
          </p:cNvPr>
          <p:cNvSpPr txBox="1"/>
          <p:nvPr/>
        </p:nvSpPr>
        <p:spPr>
          <a:xfrm>
            <a:off x="2097524" y="6293905"/>
            <a:ext cx="1932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</a:rPr>
              <a:t>Keyboard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F67115-70BD-47A5-8910-59100903EC7D}"/>
              </a:ext>
            </a:extLst>
          </p:cNvPr>
          <p:cNvSpPr txBox="1"/>
          <p:nvPr/>
        </p:nvSpPr>
        <p:spPr>
          <a:xfrm>
            <a:off x="4373353" y="6299958"/>
            <a:ext cx="1932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</a:rPr>
              <a:t>Printer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272098-E9B4-4F08-B2AC-20F51C0D78E9}"/>
              </a:ext>
            </a:extLst>
          </p:cNvPr>
          <p:cNvSpPr txBox="1"/>
          <p:nvPr/>
        </p:nvSpPr>
        <p:spPr>
          <a:xfrm>
            <a:off x="6374945" y="6296683"/>
            <a:ext cx="2082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</a:rPr>
              <a:t>Hard disk controller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E76758-8ACB-4E49-945D-5FB2CE499DD8}"/>
              </a:ext>
            </a:extLst>
          </p:cNvPr>
          <p:cNvSpPr txBox="1"/>
          <p:nvPr/>
        </p:nvSpPr>
        <p:spPr>
          <a:xfrm>
            <a:off x="8295664" y="6293905"/>
            <a:ext cx="19324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1" dirty="0">
                <a:solidFill>
                  <a:schemeClr val="tx1"/>
                </a:solidFill>
              </a:rPr>
              <a:t>RAM</a:t>
            </a:r>
          </a:p>
        </p:txBody>
      </p:sp>
      <p:pic>
        <p:nvPicPr>
          <p:cNvPr id="21" name="Picture 20" descr="A picture containing toy, clock&#10;&#10;Description automatically generated">
            <a:extLst>
              <a:ext uri="{FF2B5EF4-FFF2-40B4-BE49-F238E27FC236}">
                <a16:creationId xmlns:a16="http://schemas.microsoft.com/office/drawing/2014/main" id="{7A563DF6-C960-4B01-9F1A-9E331A480E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848" y="4151149"/>
            <a:ext cx="2119848" cy="2119848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C777DE00-C8DF-46D4-9B60-6C4F700F03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560" y="4300073"/>
            <a:ext cx="2119847" cy="2119847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25" name="Picture 2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DE994A07-A97E-4D23-BD28-BBF4F94B747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638" y="4486536"/>
            <a:ext cx="1837926" cy="1837926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16575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00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6" presetClass="emph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50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000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oup of people sitting at a table&#10;&#10;Description automatically generated">
            <a:extLst>
              <a:ext uri="{FF2B5EF4-FFF2-40B4-BE49-F238E27FC236}">
                <a16:creationId xmlns:a16="http://schemas.microsoft.com/office/drawing/2014/main" id="{22744B46-1F62-4BC6-B2A5-3614125A38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68"/>
          <a:stretch/>
        </p:blipFill>
        <p:spPr>
          <a:xfrm>
            <a:off x="0" y="425357"/>
            <a:ext cx="12193530" cy="6432643"/>
          </a:xfrm>
          <a:prstGeom prst="rect">
            <a:avLst/>
          </a:prstGeom>
        </p:spPr>
      </p:pic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185895" y="3153746"/>
            <a:ext cx="11799535" cy="89574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Think about it this way – when a student wants to ask a question, they raise their hand, signalling to the teacher that they need attention (i.e., generating an interrupt).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84000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interrupt?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76D51-2A3E-3063-A44D-27287C75A98B}"/>
              </a:ext>
            </a:extLst>
          </p:cNvPr>
          <p:cNvSpPr/>
          <p:nvPr/>
        </p:nvSpPr>
        <p:spPr>
          <a:xfrm>
            <a:off x="4833259" y="2528596"/>
            <a:ext cx="2519265" cy="466527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b="1" dirty="0">
                <a:solidFill>
                  <a:schemeClr val="tx1"/>
                </a:solidFill>
              </a:rPr>
              <a:t>Interrupt analogy</a:t>
            </a:r>
          </a:p>
        </p:txBody>
      </p:sp>
    </p:spTree>
    <p:extLst>
      <p:ext uri="{BB962C8B-B14F-4D97-AF65-F5344CB8AC3E}">
        <p14:creationId xmlns:p14="http://schemas.microsoft.com/office/powerpoint/2010/main" val="82451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840008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 interrupt?</a:t>
            </a:r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399B0A02-C39D-4CA9-8392-A77F63917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95351">
            <a:off x="4994488" y="2543748"/>
            <a:ext cx="2289256" cy="2289256"/>
          </a:xfrm>
          <a:prstGeom prst="rect">
            <a:avLst/>
          </a:prstGeom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13BDE87-D297-42BC-8C8A-8C3E96455C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482015"/>
              </p:ext>
            </p:extLst>
          </p:nvPr>
        </p:nvGraphicFramePr>
        <p:xfrm>
          <a:off x="2311461" y="1049377"/>
          <a:ext cx="7579575" cy="563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CD43649-A7F9-404D-AB42-EA0F03ED0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897667"/>
              </p:ext>
            </p:extLst>
          </p:nvPr>
        </p:nvGraphicFramePr>
        <p:xfrm>
          <a:off x="2301936" y="1058902"/>
          <a:ext cx="7579575" cy="563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87914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b="1" dirty="0">
                <a:solidFill>
                  <a:schemeClr val="tx1"/>
                </a:solidFill>
              </a:rPr>
              <a:t>Interrupts</a:t>
            </a:r>
            <a:r>
              <a:rPr lang="en-GB" dirty="0">
                <a:solidFill>
                  <a:schemeClr val="tx1"/>
                </a:solidFill>
              </a:rPr>
              <a:t> present a problem – the processor will need to stop executing the current program to run code for the interrupt, known as the </a:t>
            </a:r>
            <a:r>
              <a:rPr lang="en-GB" b="1" dirty="0">
                <a:solidFill>
                  <a:schemeClr val="tx1"/>
                </a:solidFill>
              </a:rPr>
              <a:t>interrupt service routine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379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interrupts handled?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1100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700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Remember, the CPU contains registers that hold data currently being handled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Program counter</a:t>
            </a:r>
            <a:r>
              <a:rPr lang="en-GB" dirty="0">
                <a:solidFill>
                  <a:schemeClr val="tx1"/>
                </a:solidFill>
              </a:rPr>
              <a:t>: Memory location of the next instruction to be executed.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1"/>
                </a:solidFill>
              </a:rPr>
              <a:t>Current instruction register</a:t>
            </a:r>
            <a:r>
              <a:rPr lang="en-GB" dirty="0">
                <a:solidFill>
                  <a:schemeClr val="tx1"/>
                </a:solidFill>
              </a:rPr>
              <a:t>: The current instruction being executed.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Various other registers (</a:t>
            </a:r>
            <a:r>
              <a:rPr lang="en-GB" b="1" dirty="0">
                <a:solidFill>
                  <a:schemeClr val="tx1"/>
                </a:solidFill>
              </a:rPr>
              <a:t>MAR</a:t>
            </a:r>
            <a:r>
              <a:rPr lang="en-GB" dirty="0">
                <a:solidFill>
                  <a:schemeClr val="tx1"/>
                </a:solidFill>
              </a:rPr>
              <a:t>/</a:t>
            </a:r>
            <a:r>
              <a:rPr lang="en-GB" b="1" dirty="0">
                <a:solidFill>
                  <a:schemeClr val="tx1"/>
                </a:solidFill>
              </a:rPr>
              <a:t>MDR</a:t>
            </a:r>
            <a:r>
              <a:rPr lang="en-GB" dirty="0">
                <a:solidFill>
                  <a:schemeClr val="tx1"/>
                </a:solidFill>
              </a:rPr>
              <a:t>) and general-purpose registers.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379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interrupts handled?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r>
              <a:rPr lang="en-GB" sz="1100" b="1">
                <a:solidFill>
                  <a:schemeClr val="tx1"/>
                </a:solidFill>
              </a:rPr>
              <a:t>logic unit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1100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1101</a:t>
            </a:r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A159C2E-B511-407F-9645-B6281374831A}"/>
              </a:ext>
            </a:extLst>
          </p:cNvPr>
          <p:cNvSpPr/>
          <p:nvPr/>
        </p:nvSpPr>
        <p:spPr>
          <a:xfrm>
            <a:off x="330452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E9D78C-BA0D-4C86-B615-652DAD0397E6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0100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53955C-74BB-45BD-B1BD-FD2909886BB8}"/>
              </a:ext>
            </a:extLst>
          </p:cNvPr>
          <p:cNvSpPr/>
          <p:nvPr/>
        </p:nvSpPr>
        <p:spPr>
          <a:xfrm>
            <a:off x="4259041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EC3D7E7-AE8E-4E2F-A94D-0BC9B99F661E}"/>
              </a:ext>
            </a:extLst>
          </p:cNvPr>
          <p:cNvSpPr/>
          <p:nvPr/>
        </p:nvSpPr>
        <p:spPr>
          <a:xfrm>
            <a:off x="4259370" y="3555136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3EDFB2B-C2DA-4E2F-8D40-744393BAD3D3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3B64C97-F883-4E38-9E87-865E47800B7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0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50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50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10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50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4" grpId="0" animBg="1"/>
      <p:bldP spid="54" grpId="1" animBg="1"/>
      <p:bldP spid="55" grpId="0" animBg="1"/>
      <p:bldP spid="55" grpId="1" animBg="1"/>
      <p:bldP spid="70" grpId="0" animBg="1"/>
      <p:bldP spid="7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379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interrupts handled?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31A8BFD-85B0-4300-9EC1-25DF2C522DFD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D64AB4A-B427-4248-A3D1-7E4F2BFA1C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16D6CB7-41BC-43F4-9769-805B37E5A6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  <a:solidFill>
            <a:schemeClr val="bg1">
              <a:lumMod val="95000"/>
            </a:schemeClr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rgbClr val="D9D9D9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  <a:grpFill/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sz="1100" b="1" dirty="0">
                  <a:solidFill>
                    <a:schemeClr val="bg1">
                      <a:lumMod val="75000"/>
                    </a:schemeClr>
                  </a:solidFill>
                </a:rPr>
                <a:t>Clock</a:t>
              </a:r>
              <a:endParaRPr lang="en-GB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A6A6A6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A159C2E-B511-407F-9645-B6281374831A}"/>
              </a:ext>
            </a:extLst>
          </p:cNvPr>
          <p:cNvSpPr/>
          <p:nvPr/>
        </p:nvSpPr>
        <p:spPr>
          <a:xfrm>
            <a:off x="330452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479522B-497D-4767-8494-BDFD91E4EA1F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Cache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4E9AEE1-B45A-4272-9EC9-EBDA7058EB0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Current instruction register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333E1AD-37D2-4435-8505-DB6C17D9C04C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Accumulator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7E85200-9741-4D50-A83B-9D64AB4530F8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Arithmetic </a:t>
            </a:r>
            <a:br>
              <a:rPr lang="en-GB" sz="1100" b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7FA56DA-6206-4ADE-BE91-CE7AE839770B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96BFAB-CD10-4AC1-AFB4-EF4CE5E1EEA8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>
                    <a:lumMod val="50000"/>
                  </a:schemeClr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3619927-C985-4BEE-9F0D-C75A7C48FF75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99317C7-D8FA-43CA-ACD2-D30B6E316F7E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CE79E2B-6CB3-41D8-8D7D-179A1C7910E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DA79733-6749-46AC-8EF6-FEA8FAC1DE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9E40844B-89A8-4B12-8FEA-D1AD28FA3008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1055437-F458-4309-8E0D-C2D349AFCA0F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2DDAA4D-9992-43E8-B37C-EA96F9C376FB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AB7376C-62F7-402B-B709-1D10CDE36EBF}"/>
              </a:ext>
            </a:extLst>
          </p:cNvPr>
          <p:cNvGrpSpPr/>
          <p:nvPr/>
        </p:nvGrpSpPr>
        <p:grpSpPr>
          <a:xfrm>
            <a:off x="3806502" y="2770122"/>
            <a:ext cx="1127180" cy="780826"/>
            <a:chOff x="3806502" y="2770122"/>
            <a:chExt cx="1127180" cy="780826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E4CD268-A7FD-46BE-B77C-1E38D17C6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0982" y="2770122"/>
              <a:ext cx="0" cy="780826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EDBAB01F-3F1D-42BC-ABD9-CE32E08B01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6502" y="2770122"/>
              <a:ext cx="1127180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DB14667-3D0F-42E4-8483-51AD8911B5A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925D94F6-C3A2-47FA-AAD3-5E03154A06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23852ED8-B1C9-47D2-9CBA-9781B03E59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chemeClr val="bg1">
                  <a:lumMod val="6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5" name="Table 32">
            <a:extLst>
              <a:ext uri="{FF2B5EF4-FFF2-40B4-BE49-F238E27FC236}">
                <a16:creationId xmlns:a16="http://schemas.microsoft.com/office/drawing/2014/main" id="{B286A74E-3556-4582-915F-BE3CC8297201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OPCODE  OPERAND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INSTRUCTION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0000        0000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end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0001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add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0010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subtract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0011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0101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load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0110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0111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1000        address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1001        0001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1001        0010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1750A9C-7BD2-4F11-9CE2-B6808F5B4384}"/>
              </a:ext>
            </a:extLst>
          </p:cNvPr>
          <p:cNvCxnSpPr>
            <a:cxnSpLocks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1B164E-8F4B-0142-FAB0-CD3A0FF774EA}"/>
              </a:ext>
            </a:extLst>
          </p:cNvPr>
          <p:cNvGrpSpPr/>
          <p:nvPr/>
        </p:nvGrpSpPr>
        <p:grpSpPr>
          <a:xfrm>
            <a:off x="7896127" y="656297"/>
            <a:ext cx="4060205" cy="5985803"/>
            <a:chOff x="7776327" y="877078"/>
            <a:chExt cx="3970914" cy="435565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67508C4-1935-9440-7065-1FC989645E79}"/>
                </a:ext>
              </a:extLst>
            </p:cNvPr>
            <p:cNvSpPr/>
            <p:nvPr/>
          </p:nvSpPr>
          <p:spPr>
            <a:xfrm>
              <a:off x="7776328" y="877078"/>
              <a:ext cx="3970913" cy="1412311"/>
            </a:xfrm>
            <a:prstGeom prst="roundRect">
              <a:avLst>
                <a:gd name="adj" fmla="val 609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bg1"/>
                  </a:solidFill>
                </a:rPr>
                <a:t>The </a:t>
              </a:r>
              <a:r>
                <a:rPr lang="en-GB" sz="1800" b="1" dirty="0">
                  <a:solidFill>
                    <a:schemeClr val="bg1"/>
                  </a:solidFill>
                </a:rPr>
                <a:t>interrupt service routine </a:t>
              </a:r>
              <a:r>
                <a:rPr lang="en-GB" sz="1800" dirty="0">
                  <a:solidFill>
                    <a:schemeClr val="bg1"/>
                  </a:solidFill>
                </a:rPr>
                <a:t>is simply </a:t>
              </a:r>
              <a:br>
                <a:rPr lang="en-GB" sz="1800" dirty="0">
                  <a:solidFill>
                    <a:schemeClr val="bg1"/>
                  </a:solidFill>
                </a:rPr>
              </a:br>
              <a:r>
                <a:rPr lang="en-GB" sz="1800" dirty="0">
                  <a:solidFill>
                    <a:schemeClr val="bg1"/>
                  </a:solidFill>
                </a:rPr>
                <a:t>a program with a set of instructions </a:t>
              </a:r>
              <a:br>
                <a:rPr lang="en-GB" sz="1800" dirty="0">
                  <a:solidFill>
                    <a:schemeClr val="bg1"/>
                  </a:solidFill>
                </a:rPr>
              </a:br>
              <a:r>
                <a:rPr lang="en-GB" sz="1800" dirty="0">
                  <a:solidFill>
                    <a:schemeClr val="bg1"/>
                  </a:solidFill>
                </a:rPr>
                <a:t>that need to be fetched, decoded and executed to carry out the operations </a:t>
              </a:r>
              <a:br>
                <a:rPr lang="en-GB" sz="1800" dirty="0">
                  <a:solidFill>
                    <a:schemeClr val="bg1"/>
                  </a:solidFill>
                </a:rPr>
              </a:br>
              <a:r>
                <a:rPr lang="en-GB" sz="1800" dirty="0">
                  <a:solidFill>
                    <a:schemeClr val="bg1"/>
                  </a:solidFill>
                </a:rPr>
                <a:t>of the </a:t>
              </a:r>
              <a:r>
                <a:rPr lang="en-GB" sz="1800" b="1" dirty="0">
                  <a:solidFill>
                    <a:schemeClr val="bg1"/>
                  </a:solidFill>
                </a:rPr>
                <a:t>interrupt</a:t>
              </a:r>
              <a:r>
                <a:rPr lang="en-GB" sz="18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0B3E85A1-2E65-CDCA-9987-7750838F74B8}"/>
                </a:ext>
              </a:extLst>
            </p:cNvPr>
            <p:cNvSpPr/>
            <p:nvPr/>
          </p:nvSpPr>
          <p:spPr>
            <a:xfrm>
              <a:off x="7776328" y="2348752"/>
              <a:ext cx="3970913" cy="1412311"/>
            </a:xfrm>
            <a:prstGeom prst="roundRect">
              <a:avLst>
                <a:gd name="adj" fmla="val 6096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bg1"/>
                  </a:solidFill>
                </a:rPr>
                <a:t>That means the contents of the </a:t>
              </a:r>
              <a:br>
                <a:rPr lang="en-GB" sz="1800" dirty="0">
                  <a:solidFill>
                    <a:schemeClr val="bg1"/>
                  </a:solidFill>
                </a:rPr>
              </a:br>
              <a:r>
                <a:rPr lang="en-GB" sz="1800" b="1" dirty="0">
                  <a:solidFill>
                    <a:schemeClr val="bg1"/>
                  </a:solidFill>
                </a:rPr>
                <a:t>program counter </a:t>
              </a:r>
              <a:r>
                <a:rPr lang="en-GB" sz="1800" dirty="0">
                  <a:solidFill>
                    <a:schemeClr val="bg1"/>
                  </a:solidFill>
                </a:rPr>
                <a:t>need to be changed </a:t>
              </a:r>
              <a:br>
                <a:rPr lang="en-GB" sz="1800" dirty="0">
                  <a:solidFill>
                    <a:schemeClr val="bg1"/>
                  </a:solidFill>
                </a:rPr>
              </a:br>
              <a:r>
                <a:rPr lang="en-GB" sz="1800" dirty="0">
                  <a:solidFill>
                    <a:schemeClr val="bg1"/>
                  </a:solidFill>
                </a:rPr>
                <a:t>to point to the address for the first instruction of the </a:t>
              </a:r>
              <a:r>
                <a:rPr lang="en-GB" sz="1800" b="1" dirty="0">
                  <a:solidFill>
                    <a:schemeClr val="bg1"/>
                  </a:solidFill>
                </a:rPr>
                <a:t>interrupt</a:t>
              </a:r>
              <a:r>
                <a:rPr lang="en-GB" sz="1800" dirty="0">
                  <a:solidFill>
                    <a:schemeClr val="bg1"/>
                  </a:solidFill>
                </a:rPr>
                <a:t>.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E8A2D7D7-9F4C-AC06-E1F4-614F2E823A42}"/>
                </a:ext>
              </a:extLst>
            </p:cNvPr>
            <p:cNvSpPr/>
            <p:nvPr/>
          </p:nvSpPr>
          <p:spPr>
            <a:xfrm>
              <a:off x="7776327" y="3820426"/>
              <a:ext cx="3970913" cy="1412311"/>
            </a:xfrm>
            <a:prstGeom prst="roundRect">
              <a:avLst>
                <a:gd name="adj" fmla="val 6096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800" dirty="0">
                  <a:solidFill>
                    <a:schemeClr val="bg1"/>
                  </a:solidFill>
                </a:rPr>
                <a:t>When the interrupt is complete, how will the processor know to continue the previously executing program?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19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2783984"/>
            <a:ext cx="0" cy="971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When an </a:t>
            </a:r>
            <a:r>
              <a:rPr lang="en-GB" b="1" dirty="0">
                <a:solidFill>
                  <a:schemeClr val="tx1"/>
                </a:solidFill>
              </a:rPr>
              <a:t>interrupt</a:t>
            </a:r>
            <a:r>
              <a:rPr lang="en-GB" dirty="0">
                <a:solidFill>
                  <a:schemeClr val="tx1"/>
                </a:solidFill>
              </a:rPr>
              <a:t> is received, the values held in the registers are copied into a data structure in memory known as the </a:t>
            </a:r>
            <a:r>
              <a:rPr lang="en-GB" b="1" dirty="0">
                <a:solidFill>
                  <a:schemeClr val="tx1"/>
                </a:solidFill>
              </a:rPr>
              <a:t>stack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These values are </a:t>
            </a:r>
            <a:r>
              <a:rPr lang="en-GB" b="1" dirty="0">
                <a:solidFill>
                  <a:schemeClr val="tx1"/>
                </a:solidFill>
              </a:rPr>
              <a:t>pushed</a:t>
            </a:r>
            <a:r>
              <a:rPr lang="en-GB" dirty="0">
                <a:solidFill>
                  <a:schemeClr val="tx1"/>
                </a:solidFill>
              </a:rPr>
              <a:t> onto the stack in a stack frame, effectively saving them for later retrieval.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379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interrupts handled?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1100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5748F8C-4B27-46AE-9543-8289688E6531}"/>
              </a:ext>
            </a:extLst>
          </p:cNvPr>
          <p:cNvSpPr/>
          <p:nvPr/>
        </p:nvSpPr>
        <p:spPr>
          <a:xfrm>
            <a:off x="330452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31C1E3-FFFD-478A-991F-41D2065F6312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0100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4A75CC-1A79-4CCB-AF34-0A3C22CDDCBD}"/>
              </a:ext>
            </a:extLst>
          </p:cNvPr>
          <p:cNvSpPr/>
          <p:nvPr/>
        </p:nvSpPr>
        <p:spPr>
          <a:xfrm>
            <a:off x="4259041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710B7-052D-4F20-A6B7-BF2CDB0CB162}"/>
              </a:ext>
            </a:extLst>
          </p:cNvPr>
          <p:cNvSpPr/>
          <p:nvPr/>
        </p:nvSpPr>
        <p:spPr>
          <a:xfrm>
            <a:off x="4259370" y="3555136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3FC638-8AB2-447B-97E5-8917A4AEB931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08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3.7037E-7 L 0.17227 0.4638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23194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6.25E-7 3.7037E-7 L 0.49492 0.46389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0" y="23194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-3.7037E-6 L 0.17501 0.1557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7778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91667E-6 -7.40741E-7 L 0.31771 -0.0106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85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500"/>
                            </p:stCondLst>
                            <p:childTnLst>
                              <p:par>
                                <p:cTn id="2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2783984"/>
            <a:ext cx="0" cy="971734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b="1" dirty="0">
                <a:solidFill>
                  <a:schemeClr val="tx1"/>
                </a:solidFill>
              </a:rPr>
              <a:t>interrupt</a:t>
            </a:r>
            <a:r>
              <a:rPr lang="en-GB" dirty="0">
                <a:solidFill>
                  <a:schemeClr val="tx1"/>
                </a:solidFill>
              </a:rPr>
              <a:t> can now be executed.</a:t>
            </a:r>
          </a:p>
          <a:p>
            <a:r>
              <a:rPr lang="en-GB" dirty="0">
                <a:solidFill>
                  <a:schemeClr val="tx1"/>
                </a:solidFill>
              </a:rPr>
              <a:t>Once the interrupt is complete, we </a:t>
            </a:r>
            <a:r>
              <a:rPr lang="en-GB" b="1" dirty="0">
                <a:solidFill>
                  <a:schemeClr val="tx1"/>
                </a:solidFill>
              </a:rPr>
              <a:t>pop </a:t>
            </a:r>
            <a:r>
              <a:rPr lang="en-GB" dirty="0">
                <a:solidFill>
                  <a:schemeClr val="tx1"/>
                </a:solidFill>
              </a:rPr>
              <a:t>the frame off the top of the stack – this allows us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Retrieve previous values for the original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Load them back into the processor registers.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Continue executing the program where it left off.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773790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are interrupts handled?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A15D3682-658C-45B2-B6B8-36C4C008D16A}"/>
              </a:ext>
            </a:extLst>
          </p:cNvPr>
          <p:cNvSpPr/>
          <p:nvPr/>
        </p:nvSpPr>
        <p:spPr>
          <a:xfrm>
            <a:off x="6360496" y="46309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30D98B1-1495-4F57-A26F-F34C4CBF9539}"/>
              </a:ext>
            </a:extLst>
          </p:cNvPr>
          <p:cNvSpPr/>
          <p:nvPr/>
        </p:nvSpPr>
        <p:spPr>
          <a:xfrm>
            <a:off x="6360349" y="462921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0100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7B0614E-E8CB-48B8-A253-12DAD2352133}"/>
              </a:ext>
            </a:extLst>
          </p:cNvPr>
          <p:cNvSpPr/>
          <p:nvPr/>
        </p:nvSpPr>
        <p:spPr>
          <a:xfrm>
            <a:off x="6352252" y="465133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2E3D1D2-0A97-4B6F-B9CD-6C5EE3B3BB5D}"/>
              </a:ext>
            </a:extLst>
          </p:cNvPr>
          <p:cNvSpPr/>
          <p:nvPr/>
        </p:nvSpPr>
        <p:spPr>
          <a:xfrm>
            <a:off x="6357633" y="465133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653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463 L -0.17201 -0.46551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81" y="-23056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85185E-6 L -0.49505 -0.462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753" y="-23125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2.59259E-6 L -0.17227 -0.16042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20" y="-8032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-0.31706 0.01134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59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0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  <p:bldP spid="77" grpId="0" animBg="1"/>
      <p:bldP spid="77" grpId="1" animBg="1"/>
      <p:bldP spid="81" grpId="0" animBg="1"/>
      <p:bldP spid="81" grpId="1" animBg="1"/>
      <p:bldP spid="82" grpId="0" animBg="1"/>
      <p:bldP spid="82" grpId="1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2783984"/>
            <a:ext cx="0" cy="971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In this situation, an </a:t>
            </a:r>
            <a:r>
              <a:rPr lang="en-GB" b="1" dirty="0">
                <a:solidFill>
                  <a:schemeClr val="tx1"/>
                </a:solidFill>
              </a:rPr>
              <a:t>interrupt</a:t>
            </a:r>
            <a:r>
              <a:rPr lang="en-GB" dirty="0">
                <a:solidFill>
                  <a:schemeClr val="tx1"/>
                </a:solidFill>
              </a:rPr>
              <a:t> has come along, the previous program has been suspended and the data has been stored in a stack frame.</a:t>
            </a:r>
          </a:p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The </a:t>
            </a:r>
            <a:r>
              <a:rPr lang="en-GB" b="1" dirty="0">
                <a:solidFill>
                  <a:schemeClr val="tx1"/>
                </a:solidFill>
              </a:rPr>
              <a:t>interrupt</a:t>
            </a:r>
            <a:r>
              <a:rPr lang="en-GB" dirty="0">
                <a:solidFill>
                  <a:schemeClr val="tx1"/>
                </a:solidFill>
              </a:rPr>
              <a:t> is executing – let’s call it </a:t>
            </a:r>
            <a:r>
              <a:rPr lang="en-GB" i="1" dirty="0">
                <a:solidFill>
                  <a:schemeClr val="tx1"/>
                </a:solidFill>
              </a:rPr>
              <a:t>interrupt service routine 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3611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Interrupting an interrupt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1100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5748F8C-4B27-46AE-9543-8289688E6531}"/>
              </a:ext>
            </a:extLst>
          </p:cNvPr>
          <p:cNvSpPr/>
          <p:nvPr/>
        </p:nvSpPr>
        <p:spPr>
          <a:xfrm>
            <a:off x="330452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31C1E3-FFFD-478A-991F-41D2065F6312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0100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4A75CC-1A79-4CCB-AF34-0A3C22CDDCBD}"/>
              </a:ext>
            </a:extLst>
          </p:cNvPr>
          <p:cNvSpPr/>
          <p:nvPr/>
        </p:nvSpPr>
        <p:spPr>
          <a:xfrm>
            <a:off x="4259041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710B7-052D-4F20-A6B7-BF2CDB0CB162}"/>
              </a:ext>
            </a:extLst>
          </p:cNvPr>
          <p:cNvSpPr/>
          <p:nvPr/>
        </p:nvSpPr>
        <p:spPr>
          <a:xfrm>
            <a:off x="4259370" y="3555136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3FC638-8AB2-447B-97E5-8917A4AEB931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3E00B-F817-4BF1-B55D-72092707019F}"/>
              </a:ext>
            </a:extLst>
          </p:cNvPr>
          <p:cNvSpPr/>
          <p:nvPr/>
        </p:nvSpPr>
        <p:spPr>
          <a:xfrm>
            <a:off x="2495532" y="5695612"/>
            <a:ext cx="1308722" cy="83414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1101</a:t>
            </a:r>
            <a:endParaRPr lang="en-GB" sz="1100" b="1" dirty="0"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628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3.7037E-7 L 0.17227 0.4638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23194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6.25E-7 3.7037E-7 L 0.49492 0.46389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0" y="23194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-3.7037E-6 L 0.17501 0.15579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50" y="7778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91667E-6 -7.40741E-7 L 0.31771 -0.0106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85" y="-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2" grpId="0" animBg="1"/>
      <p:bldP spid="3" grpId="0" animBg="1"/>
      <p:bldP spid="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1075981"/>
            <a:ext cx="0" cy="9717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800"/>
              </a:spcAft>
            </a:pPr>
            <a:r>
              <a:rPr lang="en-GB" dirty="0">
                <a:solidFill>
                  <a:schemeClr val="tx1"/>
                </a:solidFill>
              </a:rPr>
              <a:t>While the processor executes </a:t>
            </a:r>
            <a:r>
              <a:rPr lang="en-GB" i="1" dirty="0">
                <a:solidFill>
                  <a:schemeClr val="tx1"/>
                </a:solidFill>
              </a:rPr>
              <a:t>ISR A</a:t>
            </a:r>
            <a:r>
              <a:rPr lang="en-GB" dirty="0">
                <a:solidFill>
                  <a:schemeClr val="tx1"/>
                </a:solidFill>
              </a:rPr>
              <a:t>, another higher-priority </a:t>
            </a:r>
            <a:r>
              <a:rPr lang="en-GB" b="1" dirty="0">
                <a:solidFill>
                  <a:schemeClr val="tx1"/>
                </a:solidFill>
              </a:rPr>
              <a:t>interrupt</a:t>
            </a:r>
            <a:r>
              <a:rPr lang="en-GB" dirty="0">
                <a:solidFill>
                  <a:schemeClr val="tx1"/>
                </a:solidFill>
              </a:rPr>
              <a:t> comes along.</a:t>
            </a:r>
          </a:p>
          <a:p>
            <a:r>
              <a:rPr lang="en-GB" dirty="0">
                <a:solidFill>
                  <a:schemeClr val="tx1"/>
                </a:solidFill>
              </a:rPr>
              <a:t>The stack system handles this perfectly – it simply: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Suspends </a:t>
            </a:r>
            <a:r>
              <a:rPr lang="en-GB" i="1" dirty="0">
                <a:solidFill>
                  <a:schemeClr val="tx1"/>
                </a:solidFill>
              </a:rPr>
              <a:t>ISR 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Pushes register contents onto the top of the stack.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Starts executing </a:t>
            </a:r>
            <a:r>
              <a:rPr lang="en-GB" i="1" dirty="0">
                <a:solidFill>
                  <a:schemeClr val="tx1"/>
                </a:solidFill>
              </a:rPr>
              <a:t>ISR B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3611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Interrupting an interrupt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0101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1100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1111</a:t>
            </a:r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5748F8C-4B27-46AE-9543-8289688E6531}"/>
              </a:ext>
            </a:extLst>
          </p:cNvPr>
          <p:cNvSpPr/>
          <p:nvPr/>
        </p:nvSpPr>
        <p:spPr>
          <a:xfrm>
            <a:off x="330452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0011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31C1E3-FFFD-478A-991F-41D2065F6312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4A75CC-1A79-4CCB-AF34-0A3C22CDDCBD}"/>
              </a:ext>
            </a:extLst>
          </p:cNvPr>
          <p:cNvSpPr/>
          <p:nvPr/>
        </p:nvSpPr>
        <p:spPr>
          <a:xfrm>
            <a:off x="4259041" y="146059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1011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710B7-052D-4F20-A6B7-BF2CDB0CB162}"/>
              </a:ext>
            </a:extLst>
          </p:cNvPr>
          <p:cNvSpPr/>
          <p:nvPr/>
        </p:nvSpPr>
        <p:spPr>
          <a:xfrm>
            <a:off x="4259370" y="3555136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1110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3FC638-8AB2-447B-97E5-8917A4AEB931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7D17B1-2266-4334-8C64-BB749E42132D}"/>
              </a:ext>
            </a:extLst>
          </p:cNvPr>
          <p:cNvSpPr/>
          <p:nvPr/>
        </p:nvSpPr>
        <p:spPr>
          <a:xfrm>
            <a:off x="2495532" y="5695612"/>
            <a:ext cx="1308722" cy="834145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bg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chemeClr val="bg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1111</a:t>
            </a:r>
            <a:endParaRPr lang="en-GB" sz="1100" b="1" dirty="0">
              <a:solidFill>
                <a:schemeClr val="bg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EF28B9-A925-4E2A-8DF6-35A5630CD47B}"/>
              </a:ext>
            </a:extLst>
          </p:cNvPr>
          <p:cNvGrpSpPr/>
          <p:nvPr/>
        </p:nvGrpSpPr>
        <p:grpSpPr>
          <a:xfrm>
            <a:off x="5769593" y="2144729"/>
            <a:ext cx="2404197" cy="1642707"/>
            <a:chOff x="5657453" y="4468139"/>
            <a:chExt cx="2404197" cy="1186215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0315A7A4-BC91-4636-A99F-801320B1AC65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4BA1C1A-5997-4EAF-A4C7-634E52D9B4BD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Interrupt service routine A Stack frame</a:t>
              </a: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4A37E81-6EDB-4175-A0EC-31047577F71F}"/>
              </a:ext>
            </a:extLst>
          </p:cNvPr>
          <p:cNvCxnSpPr>
            <a:cxnSpLocks/>
          </p:cNvCxnSpPr>
          <p:nvPr/>
        </p:nvCxnSpPr>
        <p:spPr>
          <a:xfrm>
            <a:off x="5827371" y="2133573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876E52D-BC21-4A9F-A161-BC5A5F1B4D5E}"/>
              </a:ext>
            </a:extLst>
          </p:cNvPr>
          <p:cNvGrpSpPr/>
          <p:nvPr/>
        </p:nvGrpSpPr>
        <p:grpSpPr>
          <a:xfrm>
            <a:off x="5848029" y="2603437"/>
            <a:ext cx="2286447" cy="1126131"/>
            <a:chOff x="3054935" y="5347425"/>
            <a:chExt cx="2286447" cy="1126131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A58C4893-8A12-44EF-AF0E-04A7DCBF4982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32DB8DC-1110-4665-A471-C1F802AAF755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097A354-1CE2-450C-B13C-2B7721D4D731}"/>
              </a:ext>
            </a:extLst>
          </p:cNvPr>
          <p:cNvSpPr/>
          <p:nvPr/>
        </p:nvSpPr>
        <p:spPr>
          <a:xfrm>
            <a:off x="5870523" y="2855760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0FB81-DEDA-4D8B-B519-C332F42FBA5D}"/>
              </a:ext>
            </a:extLst>
          </p:cNvPr>
          <p:cNvSpPr/>
          <p:nvPr/>
        </p:nvSpPr>
        <p:spPr>
          <a:xfrm>
            <a:off x="5868997" y="285821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0011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1110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1011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67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1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7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3.7037E-7 L 0.17227 0.20671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10324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6.25E-7 3.7037E-7 L 0.49414 0.20648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01" y="10324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5E-6 -3.7037E-6 L 0.17227 -0.0972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07" y="-4861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2.91667E-6 -7.40741E-7 L 0.32006 -0.26551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03" y="-13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6" grpId="0" animBg="1"/>
      <p:bldP spid="76" grpId="1" animBg="1"/>
      <p:bldP spid="88" grpId="0" animBg="1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1075981"/>
            <a:ext cx="0" cy="971734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Once </a:t>
            </a:r>
            <a:r>
              <a:rPr lang="en-GB" i="1" dirty="0">
                <a:solidFill>
                  <a:schemeClr val="tx1"/>
                </a:solidFill>
              </a:rPr>
              <a:t>ISR B </a:t>
            </a:r>
            <a:r>
              <a:rPr lang="en-GB" dirty="0">
                <a:solidFill>
                  <a:schemeClr val="tx1"/>
                </a:solidFill>
              </a:rPr>
              <a:t>has completed executing, we </a:t>
            </a:r>
            <a:r>
              <a:rPr lang="en-GB" b="1" dirty="0">
                <a:solidFill>
                  <a:schemeClr val="tx1"/>
                </a:solidFill>
              </a:rPr>
              <a:t>pop </a:t>
            </a:r>
            <a:r>
              <a:rPr lang="en-GB" dirty="0">
                <a:solidFill>
                  <a:schemeClr val="tx1"/>
                </a:solidFill>
              </a:rPr>
              <a:t>the frame off the top of the stack – in doing so, we: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Retrieve values for </a:t>
            </a:r>
            <a:r>
              <a:rPr lang="en-GB" i="1" dirty="0">
                <a:solidFill>
                  <a:schemeClr val="tx1"/>
                </a:solidFill>
              </a:rPr>
              <a:t>ISR 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Load them back into the processor registers.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Carry on executing </a:t>
            </a:r>
            <a:r>
              <a:rPr lang="en-GB" i="1" dirty="0">
                <a:solidFill>
                  <a:schemeClr val="tx1"/>
                </a:solidFill>
              </a:rPr>
              <a:t>ISR 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3611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Interrupting an interrupt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0110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0011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5748F8C-4B27-46AE-9543-8289688E6531}"/>
              </a:ext>
            </a:extLst>
          </p:cNvPr>
          <p:cNvSpPr/>
          <p:nvPr/>
        </p:nvSpPr>
        <p:spPr>
          <a:xfrm>
            <a:off x="6352862" y="2897616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0011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31C1E3-FFFD-478A-991F-41D2065F6312}"/>
              </a:ext>
            </a:extLst>
          </p:cNvPr>
          <p:cNvSpPr/>
          <p:nvPr/>
        </p:nvSpPr>
        <p:spPr>
          <a:xfrm>
            <a:off x="6339205" y="289033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4A75CC-1A79-4CCB-AF34-0A3C22CDDCBD}"/>
              </a:ext>
            </a:extLst>
          </p:cNvPr>
          <p:cNvSpPr/>
          <p:nvPr/>
        </p:nvSpPr>
        <p:spPr>
          <a:xfrm>
            <a:off x="6361364" y="2887215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1011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710B7-052D-4F20-A6B7-BF2CDB0CB162}"/>
              </a:ext>
            </a:extLst>
          </p:cNvPr>
          <p:cNvSpPr/>
          <p:nvPr/>
        </p:nvSpPr>
        <p:spPr>
          <a:xfrm>
            <a:off x="6428613" y="288235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1110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3FC638-8AB2-447B-97E5-8917A4AEB931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FEF28B9-A925-4E2A-8DF6-35A5630CD47B}"/>
              </a:ext>
            </a:extLst>
          </p:cNvPr>
          <p:cNvGrpSpPr/>
          <p:nvPr/>
        </p:nvGrpSpPr>
        <p:grpSpPr>
          <a:xfrm>
            <a:off x="5769593" y="2144729"/>
            <a:ext cx="2404197" cy="1642707"/>
            <a:chOff x="5657453" y="4468139"/>
            <a:chExt cx="2404197" cy="1186215"/>
          </a:xfrm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0315A7A4-BC91-4636-A99F-801320B1AC65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4BA1C1A-5997-4EAF-A4C7-634E52D9B4BD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Interrupt service routine A Stack frame</a:t>
              </a: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4A37E81-6EDB-4175-A0EC-31047577F71F}"/>
              </a:ext>
            </a:extLst>
          </p:cNvPr>
          <p:cNvCxnSpPr>
            <a:cxnSpLocks/>
          </p:cNvCxnSpPr>
          <p:nvPr/>
        </p:nvCxnSpPr>
        <p:spPr>
          <a:xfrm>
            <a:off x="5827371" y="2133573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876E52D-BC21-4A9F-A161-BC5A5F1B4D5E}"/>
              </a:ext>
            </a:extLst>
          </p:cNvPr>
          <p:cNvGrpSpPr/>
          <p:nvPr/>
        </p:nvGrpSpPr>
        <p:grpSpPr>
          <a:xfrm>
            <a:off x="5848029" y="2603437"/>
            <a:ext cx="2286447" cy="1126131"/>
            <a:chOff x="3054935" y="5347425"/>
            <a:chExt cx="2286447" cy="1126131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A58C4893-8A12-44EF-AF0E-04A7DCBF4982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32DB8DC-1110-4665-A471-C1F802AAF755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9097A354-1CE2-450C-B13C-2B7721D4D731}"/>
              </a:ext>
            </a:extLst>
          </p:cNvPr>
          <p:cNvSpPr/>
          <p:nvPr/>
        </p:nvSpPr>
        <p:spPr>
          <a:xfrm>
            <a:off x="5870523" y="2855760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B0FB81-DEDA-4D8B-B519-C332F42FBA5D}"/>
              </a:ext>
            </a:extLst>
          </p:cNvPr>
          <p:cNvSpPr/>
          <p:nvPr/>
        </p:nvSpPr>
        <p:spPr>
          <a:xfrm>
            <a:off x="5868997" y="285821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0011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1110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1011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422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82 -1.48148E-6 L -0.17266 -0.207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42" y="-1039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91 -3.7037E-7 L -0.49414 -0.2090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61" y="-1046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08333E-7 2.96296E-6 L -0.17786 0.0976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93" y="488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2.08333E-6 0.00162 L -0.31563 0.26436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81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88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4CEE0B6-7C1C-48AE-8C1D-A483E8E2ADB6}"/>
              </a:ext>
            </a:extLst>
          </p:cNvPr>
          <p:cNvGraphicFramePr>
            <a:graphicFrameLocks noGrp="1"/>
          </p:cNvGraphicFramePr>
          <p:nvPr/>
        </p:nvGraphicFramePr>
        <p:xfrm>
          <a:off x="5798797" y="1075981"/>
          <a:ext cx="2462278" cy="547430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62278">
                  <a:extLst>
                    <a:ext uri="{9D8B030D-6E8A-4147-A177-3AD203B41FA5}">
                      <a16:colId xmlns:a16="http://schemas.microsoft.com/office/drawing/2014/main" val="1647495945"/>
                    </a:ext>
                  </a:extLst>
                </a:gridCol>
              </a:tblGrid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623677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2620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360879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80910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3768501"/>
                  </a:ext>
                </a:extLst>
              </a:tr>
              <a:tr h="75856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latin typeface="Exo 2 Light" panose="00000400000000000000" pitchFamily="2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424227"/>
                  </a:ext>
                </a:extLst>
              </a:tr>
              <a:tr h="922918">
                <a:tc>
                  <a:txBody>
                    <a:bodyPr/>
                    <a:lstStyle/>
                    <a:p>
                      <a:pPr algn="ctr"/>
                      <a:r>
                        <a:rPr lang="en-GB" sz="1600" b="1" dirty="0">
                          <a:latin typeface="+mn-lt"/>
                        </a:rPr>
                        <a:t>Stack</a:t>
                      </a: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3069277"/>
                  </a:ext>
                </a:extLst>
              </a:tr>
            </a:tbl>
          </a:graphicData>
        </a:graphic>
      </p:graphicFrame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71E1D16-F4CE-41AD-8216-4546C2F24BFC}"/>
              </a:ext>
            </a:extLst>
          </p:cNvPr>
          <p:cNvCxnSpPr>
            <a:cxnSpLocks/>
          </p:cNvCxnSpPr>
          <p:nvPr/>
        </p:nvCxnSpPr>
        <p:spPr>
          <a:xfrm>
            <a:off x="7020097" y="2823760"/>
            <a:ext cx="0" cy="971734"/>
          </a:xfrm>
          <a:prstGeom prst="straightConnector1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AA291C46-72A2-4DCB-9467-B9BB84DC3DBA}"/>
              </a:ext>
            </a:extLst>
          </p:cNvPr>
          <p:cNvGrpSpPr/>
          <p:nvPr/>
        </p:nvGrpSpPr>
        <p:grpSpPr>
          <a:xfrm>
            <a:off x="5779119" y="3895607"/>
            <a:ext cx="2404197" cy="1642707"/>
            <a:chOff x="5657453" y="4468139"/>
            <a:chExt cx="2404197" cy="1186215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4275C24-9C7B-4FFB-A079-F34110C04BA1}"/>
                </a:ext>
              </a:extLst>
            </p:cNvPr>
            <p:cNvSpPr/>
            <p:nvPr/>
          </p:nvSpPr>
          <p:spPr>
            <a:xfrm>
              <a:off x="5735212" y="4799154"/>
              <a:ext cx="2326438" cy="855200"/>
            </a:xfrm>
            <a:prstGeom prst="roundRect">
              <a:avLst>
                <a:gd name="adj" fmla="val 4383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5D720E2-916F-4B99-A867-A420CBF62DA2}"/>
                </a:ext>
              </a:extLst>
            </p:cNvPr>
            <p:cNvSpPr/>
            <p:nvPr/>
          </p:nvSpPr>
          <p:spPr>
            <a:xfrm>
              <a:off x="5657453" y="4468139"/>
              <a:ext cx="2100985" cy="3333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Original executing program Stack frame</a:t>
              </a: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6076221-71B0-4B6B-9C63-4B958385F731}"/>
              </a:ext>
            </a:extLst>
          </p:cNvPr>
          <p:cNvCxnSpPr>
            <a:cxnSpLocks/>
          </p:cNvCxnSpPr>
          <p:nvPr/>
        </p:nvCxnSpPr>
        <p:spPr>
          <a:xfrm>
            <a:off x="5836897" y="3884451"/>
            <a:ext cx="2424178" cy="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570F366-D62A-4F86-BE23-37B6DC9DCAAA}"/>
              </a:ext>
            </a:extLst>
          </p:cNvPr>
          <p:cNvSpPr/>
          <p:nvPr/>
        </p:nvSpPr>
        <p:spPr>
          <a:xfrm>
            <a:off x="8520652" y="523174"/>
            <a:ext cx="3529637" cy="6185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tx1"/>
                </a:solidFill>
              </a:rPr>
              <a:t>Once </a:t>
            </a:r>
            <a:r>
              <a:rPr lang="en-GB" i="1" dirty="0">
                <a:solidFill>
                  <a:schemeClr val="tx1"/>
                </a:solidFill>
              </a:rPr>
              <a:t>ISR A</a:t>
            </a:r>
            <a:r>
              <a:rPr lang="en-GB" dirty="0">
                <a:solidFill>
                  <a:schemeClr val="tx1"/>
                </a:solidFill>
              </a:rPr>
              <a:t> has completed executing, we </a:t>
            </a:r>
            <a:r>
              <a:rPr lang="en-GB" b="1" dirty="0">
                <a:solidFill>
                  <a:schemeClr val="tx1"/>
                </a:solidFill>
              </a:rPr>
              <a:t>pop </a:t>
            </a:r>
            <a:r>
              <a:rPr lang="en-GB" dirty="0">
                <a:solidFill>
                  <a:schemeClr val="tx1"/>
                </a:solidFill>
              </a:rPr>
              <a:t>the frame off the top of the stack – in doing so, we: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Retrieve previous values for the original program.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Load them back into the processor registers.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Carry on executing the program where it left off.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3361113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Interrupting an interrupt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0C6C6-94CA-4BF4-95DA-51B92E592800}"/>
              </a:ext>
            </a:extLst>
          </p:cNvPr>
          <p:cNvSpPr/>
          <p:nvPr/>
        </p:nvSpPr>
        <p:spPr>
          <a:xfrm>
            <a:off x="144573" y="1076892"/>
            <a:ext cx="5425625" cy="5632293"/>
          </a:xfrm>
          <a:prstGeom prst="rect">
            <a:avLst/>
          </a:prstGeom>
          <a:solidFill>
            <a:srgbClr val="FFB3B3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72000" tIns="1260000" rtlCol="0" anchor="t" anchorCtr="0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08A21-4A5D-4385-A4E3-9F406976C961}"/>
              </a:ext>
            </a:extLst>
          </p:cNvPr>
          <p:cNvSpPr/>
          <p:nvPr/>
        </p:nvSpPr>
        <p:spPr>
          <a:xfrm>
            <a:off x="235668" y="1158753"/>
            <a:ext cx="5229018" cy="546444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Central processing unit (CPU)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F374DC4-6873-42C4-B872-478CF1A74CDE}"/>
              </a:ext>
            </a:extLst>
          </p:cNvPr>
          <p:cNvGrpSpPr/>
          <p:nvPr/>
        </p:nvGrpSpPr>
        <p:grpSpPr>
          <a:xfrm>
            <a:off x="1641577" y="2169083"/>
            <a:ext cx="3500410" cy="4333994"/>
            <a:chOff x="1773554" y="2169083"/>
            <a:chExt cx="3500410" cy="433399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2F61CB3-EED5-4729-8CFB-75DF192F9B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904" y="6503077"/>
              <a:ext cx="191165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DAC407D-D530-4FC0-8563-DEA95F4CA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5226" y="6389225"/>
              <a:ext cx="1838337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E79350-32F0-4C72-8F79-98276F6C0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4019" y="6281065"/>
              <a:ext cx="1109544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87B7DD-47C7-4999-946D-FC45A99359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2638" y="6178598"/>
              <a:ext cx="300926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A844A32-54F1-44D9-BEB3-CA29117D0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5188" y="6070440"/>
              <a:ext cx="21837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2F29466-DD90-4156-8DB3-7F1F29908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7434" y="59565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F9E2EF0-78CC-4754-862F-ABC88B39F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3" y="5848429"/>
              <a:ext cx="5941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BABF1A1-10A3-4E87-BB2C-ABD679FA7A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80064" y="5542644"/>
              <a:ext cx="0" cy="73842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19F982-B0C3-4264-A5D7-7C183FB44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0893" y="4701128"/>
              <a:ext cx="0" cy="21377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944FC6-BC0E-4AB0-83A5-2557E373B5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4544" y="4914900"/>
              <a:ext cx="480682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339C80-EE56-4750-95DB-0DCC65D6F9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5226" y="4910139"/>
              <a:ext cx="0" cy="147908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751C01F-751F-49DE-9F85-9C0D7DF6B5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3964" y="4381492"/>
              <a:ext cx="0" cy="1317756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C1E637F-E132-4250-BA2B-A041AA467B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153" y="2169083"/>
              <a:ext cx="0" cy="367934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058BA90-C8D0-4CD3-956B-52BCFBF8B3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7434" y="2230993"/>
              <a:ext cx="0" cy="3725597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22DAA0-233A-46F8-8AEB-FA5B298F66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5188" y="3054908"/>
              <a:ext cx="0" cy="3015532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CB43CE-7BF1-4DB1-9F85-D199BFACB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638" y="3966927"/>
              <a:ext cx="0" cy="2211671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743DE61-BC64-47FE-A8B7-03924A61A5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2" y="3971689"/>
              <a:ext cx="13612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EF0C845-0A2E-4847-A8A2-485EFA48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42503" y="3054908"/>
              <a:ext cx="222685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D0C1F9F-597F-4D17-9ED1-5A767CE8EA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4154" y="2173845"/>
              <a:ext cx="66319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D4F57AA-647D-4174-9294-6914A8A294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3554" y="2233374"/>
              <a:ext cx="2473880" cy="0"/>
            </a:xfrm>
            <a:prstGeom prst="line">
              <a:avLst/>
            </a:prstGeom>
            <a:ln w="1270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086F101-4589-4708-A7E4-85CA3BC52398}"/>
              </a:ext>
            </a:extLst>
          </p:cNvPr>
          <p:cNvSpPr/>
          <p:nvPr/>
        </p:nvSpPr>
        <p:spPr>
          <a:xfrm>
            <a:off x="329506" y="5279014"/>
            <a:ext cx="2010421" cy="1241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6BEC3D-637E-499E-A8F7-0D440D6FF138}"/>
              </a:ext>
            </a:extLst>
          </p:cNvPr>
          <p:cNvSpPr/>
          <p:nvPr/>
        </p:nvSpPr>
        <p:spPr>
          <a:xfrm>
            <a:off x="2491086" y="47086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1000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DF49DA-A62E-4338-9DEB-8D12DE6A815B}"/>
              </a:ext>
            </a:extLst>
          </p:cNvPr>
          <p:cNvSpPr/>
          <p:nvPr/>
        </p:nvSpPr>
        <p:spPr>
          <a:xfrm>
            <a:off x="32950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0110</a:t>
            </a:r>
            <a:endParaRPr lang="en-GB" sz="1100" b="1" dirty="0">
              <a:solidFill>
                <a:srgbClr val="C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0E7D-3652-4075-9811-E8519DF779FE}"/>
              </a:ext>
            </a:extLst>
          </p:cNvPr>
          <p:cNvSpPr/>
          <p:nvPr/>
        </p:nvSpPr>
        <p:spPr>
          <a:xfrm>
            <a:off x="2492502" y="2398380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A7BE24-AE7D-46D0-AE52-E102E43E7159}"/>
              </a:ext>
            </a:extLst>
          </p:cNvPr>
          <p:cNvSpPr/>
          <p:nvPr/>
        </p:nvSpPr>
        <p:spPr>
          <a:xfrm>
            <a:off x="2494433" y="3553492"/>
            <a:ext cx="1312069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Arithmetic </a:t>
            </a:r>
            <a:br>
              <a:rPr lang="en-GB" sz="1100" b="1" dirty="0">
                <a:solidFill>
                  <a:schemeClr val="tx1"/>
                </a:solidFill>
              </a:rPr>
            </a:br>
            <a:r>
              <a:rPr lang="en-GB" sz="1100" b="1" dirty="0">
                <a:solidFill>
                  <a:schemeClr val="tx1"/>
                </a:solidFill>
              </a:rPr>
              <a:t>logic 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3FA1911-A57A-401C-9239-98E1283B228F}"/>
              </a:ext>
            </a:extLst>
          </p:cNvPr>
          <p:cNvSpPr/>
          <p:nvPr/>
        </p:nvSpPr>
        <p:spPr>
          <a:xfrm>
            <a:off x="4258496" y="1461652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0001</a:t>
            </a:r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08A3F7-51BB-46C6-B703-49B84F61010E}"/>
              </a:ext>
            </a:extLst>
          </p:cNvPr>
          <p:cNvSpPr/>
          <p:nvPr/>
        </p:nvSpPr>
        <p:spPr>
          <a:xfrm>
            <a:off x="4258496" y="3554121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</a:rPr>
              <a:t>0011</a:t>
            </a:r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3E60F5-ADFC-46AF-89C5-EC79D7CDAC9D}"/>
              </a:ext>
            </a:extLst>
          </p:cNvPr>
          <p:cNvSpPr/>
          <p:nvPr/>
        </p:nvSpPr>
        <p:spPr>
          <a:xfrm>
            <a:off x="4258597" y="5699247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Control</a:t>
            </a:r>
          </a:p>
          <a:p>
            <a:pPr algn="ctr"/>
            <a:r>
              <a:rPr lang="en-GB" sz="1100" b="1" dirty="0">
                <a:solidFill>
                  <a:schemeClr val="tx1"/>
                </a:solidFill>
              </a:rPr>
              <a:t>unit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4E54105-DB5D-4740-9570-4CE891DB8036}"/>
              </a:ext>
            </a:extLst>
          </p:cNvPr>
          <p:cNvCxnSpPr>
            <a:cxnSpLocks/>
          </p:cNvCxnSpPr>
          <p:nvPr/>
        </p:nvCxnSpPr>
        <p:spPr>
          <a:xfrm>
            <a:off x="1641576" y="1677928"/>
            <a:ext cx="2610570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00020-DCED-4B98-8E3A-5DB3761188D9}"/>
              </a:ext>
            </a:extLst>
          </p:cNvPr>
          <p:cNvGrpSpPr/>
          <p:nvPr/>
        </p:nvGrpSpPr>
        <p:grpSpPr>
          <a:xfrm>
            <a:off x="1641576" y="1973102"/>
            <a:ext cx="305278" cy="418928"/>
            <a:chOff x="1641576" y="1973102"/>
            <a:chExt cx="305278" cy="418928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1DEB39C-F49B-47EB-8758-3B49956D735B}"/>
                </a:ext>
              </a:extLst>
            </p:cNvPr>
            <p:cNvCxnSpPr/>
            <p:nvPr/>
          </p:nvCxnSpPr>
          <p:spPr>
            <a:xfrm flipV="1">
              <a:off x="1932566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34C7E4C-BA7C-479B-8D25-20B3A577C6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1576" y="1973102"/>
              <a:ext cx="305278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92294E7-9059-4B60-BA8F-3A64C1AAEDC7}"/>
              </a:ext>
            </a:extLst>
          </p:cNvPr>
          <p:cNvGrpSpPr/>
          <p:nvPr/>
        </p:nvGrpSpPr>
        <p:grpSpPr>
          <a:xfrm>
            <a:off x="2175453" y="1973102"/>
            <a:ext cx="2076693" cy="418928"/>
            <a:chOff x="2175453" y="1973102"/>
            <a:chExt cx="2076693" cy="41892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B8CF75-7EF6-4862-B148-7779E6184DE2}"/>
                </a:ext>
              </a:extLst>
            </p:cNvPr>
            <p:cNvCxnSpPr/>
            <p:nvPr/>
          </p:nvCxnSpPr>
          <p:spPr>
            <a:xfrm flipV="1">
              <a:off x="2189740" y="1980723"/>
              <a:ext cx="0" cy="411307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E50BBFD-8B6F-4C6E-90C3-5EF357B24D27}"/>
                </a:ext>
              </a:extLst>
            </p:cNvPr>
            <p:cNvCxnSpPr>
              <a:cxnSpLocks/>
            </p:cNvCxnSpPr>
            <p:nvPr/>
          </p:nvCxnSpPr>
          <p:spPr>
            <a:xfrm>
              <a:off x="2175453" y="1973102"/>
              <a:ext cx="2076693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731ACC-C439-49FD-9881-5A507ACB4016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3142042" y="3232336"/>
            <a:ext cx="8426" cy="32115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2BDFCD-631E-488B-9205-BF8E83294BD1}"/>
              </a:ext>
            </a:extLst>
          </p:cNvPr>
          <p:cNvCxnSpPr>
            <a:cxnSpLocks/>
          </p:cNvCxnSpPr>
          <p:nvPr/>
        </p:nvCxnSpPr>
        <p:spPr>
          <a:xfrm flipV="1">
            <a:off x="4920982" y="2770122"/>
            <a:ext cx="0" cy="780826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88E4EF2-A511-43F1-8BE7-90693E1D7F12}"/>
              </a:ext>
            </a:extLst>
          </p:cNvPr>
          <p:cNvCxnSpPr>
            <a:cxnSpLocks/>
          </p:cNvCxnSpPr>
          <p:nvPr/>
        </p:nvCxnSpPr>
        <p:spPr>
          <a:xfrm flipH="1">
            <a:off x="3806502" y="2770122"/>
            <a:ext cx="1127180" cy="0"/>
          </a:xfrm>
          <a:prstGeom prst="line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A77B7B8-901C-4CE0-A748-5DE55F4802D4}"/>
              </a:ext>
            </a:extLst>
          </p:cNvPr>
          <p:cNvGrpSpPr/>
          <p:nvPr/>
        </p:nvGrpSpPr>
        <p:grpSpPr>
          <a:xfrm>
            <a:off x="3810525" y="4382913"/>
            <a:ext cx="1123157" cy="741531"/>
            <a:chOff x="3863234" y="4382913"/>
            <a:chExt cx="1202425" cy="1144394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9B8ABF-D42B-4D77-8AB5-3EE2924183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2B08274-2DE7-40A9-B061-BC079219B6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E0A175B-67CF-4C30-ABA8-4C62C188969F}"/>
              </a:ext>
            </a:extLst>
          </p:cNvPr>
          <p:cNvGrpSpPr/>
          <p:nvPr/>
        </p:nvGrpSpPr>
        <p:grpSpPr>
          <a:xfrm rot="5400000">
            <a:off x="1448476" y="4082207"/>
            <a:ext cx="423320" cy="1661159"/>
            <a:chOff x="3863234" y="4382913"/>
            <a:chExt cx="1202425" cy="1144394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0E428E-89B0-4942-ACAF-1673EF13A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3234" y="5527307"/>
              <a:ext cx="1202425" cy="0"/>
            </a:xfrm>
            <a:prstGeom prst="line">
              <a:avLst/>
            </a:prstGeom>
            <a:ln w="28575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9C12915-7A86-48BC-AF24-80E464BDB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1318" y="4382913"/>
              <a:ext cx="0" cy="114439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3" name="Table 32">
            <a:extLst>
              <a:ext uri="{FF2B5EF4-FFF2-40B4-BE49-F238E27FC236}">
                <a16:creationId xmlns:a16="http://schemas.microsoft.com/office/drawing/2014/main" id="{4DF4572D-DA26-4F10-A9B3-B46BFD814593}"/>
              </a:ext>
            </a:extLst>
          </p:cNvPr>
          <p:cNvGraphicFramePr>
            <a:graphicFrameLocks noGrp="1"/>
          </p:cNvGraphicFramePr>
          <p:nvPr/>
        </p:nvGraphicFramePr>
        <p:xfrm>
          <a:off x="321886" y="2384887"/>
          <a:ext cx="2091363" cy="231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450">
                  <a:extLst>
                    <a:ext uri="{9D8B030D-6E8A-4147-A177-3AD203B41FA5}">
                      <a16:colId xmlns:a16="http://schemas.microsoft.com/office/drawing/2014/main" val="3614015831"/>
                    </a:ext>
                  </a:extLst>
                </a:gridCol>
                <a:gridCol w="958913">
                  <a:extLst>
                    <a:ext uri="{9D8B030D-6E8A-4147-A177-3AD203B41FA5}">
                      <a16:colId xmlns:a16="http://schemas.microsoft.com/office/drawing/2014/main" val="3794086153"/>
                    </a:ext>
                  </a:extLst>
                </a:gridCol>
              </a:tblGrid>
              <a:tr h="144131">
                <a:tc gridSpan="2">
                  <a:txBody>
                    <a:bodyPr/>
                    <a:lstStyle/>
                    <a:p>
                      <a:pPr algn="ctr"/>
                      <a:r>
                        <a:rPr lang="en-GB" sz="1000" b="1"/>
                        <a:t>DECODE UNIT</a:t>
                      </a:r>
                      <a:endParaRPr lang="en-GB" sz="1000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b="0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211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OPCODE  OPERAND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1" dirty="0"/>
                        <a:t>INSTRUCTION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78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0000        0000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end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188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add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60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subtract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267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0011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store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340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0101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load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70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always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443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0111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824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1000        address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branch if ACC&gt;=0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2441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1001        0001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183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GB" sz="1000" dirty="0"/>
                        <a:t>1001        0010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marL="36000" marR="36000" marT="18000" marB="1800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64556"/>
                  </a:ext>
                </a:extLst>
              </a:tr>
            </a:tbl>
          </a:graphicData>
        </a:graphic>
      </p:graphicFrame>
      <p:sp>
        <p:nvSpPr>
          <p:cNvPr id="56" name="Rectangle 55">
            <a:extLst>
              <a:ext uri="{FF2B5EF4-FFF2-40B4-BE49-F238E27FC236}">
                <a16:creationId xmlns:a16="http://schemas.microsoft.com/office/drawing/2014/main" id="{037787AE-73CB-4B5F-A8DE-15B39419C8C0}"/>
              </a:ext>
            </a:extLst>
          </p:cNvPr>
          <p:cNvSpPr/>
          <p:nvPr/>
        </p:nvSpPr>
        <p:spPr>
          <a:xfrm>
            <a:off x="2494433" y="5696176"/>
            <a:ext cx="1308722" cy="8341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Interrupt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endParaRPr lang="en-GB" sz="1100" b="1" dirty="0">
              <a:solidFill>
                <a:srgbClr val="C00000"/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ED49B1B-0730-4DCE-87F5-C4F2BC193C75}"/>
              </a:ext>
            </a:extLst>
          </p:cNvPr>
          <p:cNvCxnSpPr>
            <a:cxnSpLocks/>
          </p:cNvCxnSpPr>
          <p:nvPr/>
        </p:nvCxnSpPr>
        <p:spPr>
          <a:xfrm>
            <a:off x="3804383" y="6078895"/>
            <a:ext cx="453747" cy="0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FF32BE3-22FF-45B5-8B70-0F9CE52A2305}"/>
              </a:ext>
            </a:extLst>
          </p:cNvPr>
          <p:cNvGrpSpPr/>
          <p:nvPr/>
        </p:nvGrpSpPr>
        <p:grpSpPr>
          <a:xfrm>
            <a:off x="4274133" y="4593357"/>
            <a:ext cx="828000" cy="828792"/>
            <a:chOff x="4274133" y="4593357"/>
            <a:chExt cx="828000" cy="828792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5CB24C1-DDD4-48E8-86A4-90CA64F1FD1B}"/>
                </a:ext>
              </a:extLst>
            </p:cNvPr>
            <p:cNvSpPr/>
            <p:nvPr/>
          </p:nvSpPr>
          <p:spPr>
            <a:xfrm>
              <a:off x="4274133" y="4593357"/>
              <a:ext cx="828000" cy="82879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GB" sz="1100" b="1" dirty="0">
                <a:solidFill>
                  <a:schemeClr val="tx1"/>
                </a:solidFill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C94DF155-2CA2-4012-A7CF-2DD819A0C4DC}"/>
                </a:ext>
              </a:extLst>
            </p:cNvPr>
            <p:cNvGrpSpPr/>
            <p:nvPr/>
          </p:nvGrpSpPr>
          <p:grpSpPr>
            <a:xfrm>
              <a:off x="4292939" y="4609663"/>
              <a:ext cx="781105" cy="777131"/>
              <a:chOff x="4364100" y="4688521"/>
              <a:chExt cx="641729" cy="638464"/>
            </a:xfrm>
          </p:grpSpPr>
          <p:pic>
            <p:nvPicPr>
              <p:cNvPr id="62" name="Picture 61">
                <a:extLst>
                  <a:ext uri="{FF2B5EF4-FFF2-40B4-BE49-F238E27FC236}">
                    <a16:creationId xmlns:a16="http://schemas.microsoft.com/office/drawing/2014/main" id="{0D85F3E1-A996-4F82-9858-8468083FAC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64100" y="4688521"/>
                <a:ext cx="641729" cy="638464"/>
              </a:xfrm>
              <a:prstGeom prst="rect">
                <a:avLst/>
              </a:prstGeom>
            </p:spPr>
          </p:pic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5B12330-57C1-4C4A-BE3C-03E7FBF0C86E}"/>
                  </a:ext>
                </a:extLst>
              </p:cNvPr>
              <p:cNvSpPr/>
              <p:nvPr/>
            </p:nvSpPr>
            <p:spPr>
              <a:xfrm>
                <a:off x="4641057" y="4957763"/>
                <a:ext cx="113004" cy="97630"/>
              </a:xfrm>
              <a:prstGeom prst="rect">
                <a:avLst/>
              </a:prstGeom>
              <a:solidFill>
                <a:srgbClr val="F4B18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575455B-1FAD-4256-A341-3B6CF304999B}"/>
                </a:ext>
              </a:extLst>
            </p:cNvPr>
            <p:cNvSpPr txBox="1"/>
            <p:nvPr/>
          </p:nvSpPr>
          <p:spPr>
            <a:xfrm>
              <a:off x="4450195" y="4905828"/>
              <a:ext cx="4972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b="1" dirty="0"/>
                <a:t>Clock</a:t>
              </a:r>
              <a:endParaRPr lang="en-GB" b="1" dirty="0"/>
            </a:p>
          </p:txBody>
        </p:sp>
      </p:grp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F1E35D5-3919-446E-87D3-994AECC8C04A}"/>
              </a:ext>
            </a:extLst>
          </p:cNvPr>
          <p:cNvCxnSpPr>
            <a:cxnSpLocks/>
          </p:cNvCxnSpPr>
          <p:nvPr/>
        </p:nvCxnSpPr>
        <p:spPr>
          <a:xfrm flipV="1">
            <a:off x="4688407" y="5424375"/>
            <a:ext cx="0" cy="271801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A5748F8C-4B27-46AE-9543-8289688E6531}"/>
              </a:ext>
            </a:extLst>
          </p:cNvPr>
          <p:cNvSpPr/>
          <p:nvPr/>
        </p:nvSpPr>
        <p:spPr>
          <a:xfrm>
            <a:off x="6399508" y="4650638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Program counter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0101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431C1E3-FFFD-478A-991F-41D2065F6312}"/>
              </a:ext>
            </a:extLst>
          </p:cNvPr>
          <p:cNvSpPr/>
          <p:nvPr/>
        </p:nvSpPr>
        <p:spPr>
          <a:xfrm>
            <a:off x="6399679" y="4641104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Current instruction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0100</a:t>
            </a:r>
            <a:endParaRPr lang="en-GB" sz="1100" b="1" dirty="0">
              <a:solidFill>
                <a:srgbClr val="C00000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34A75CC-1A79-4CCB-AF34-0A3C22CDDCBD}"/>
              </a:ext>
            </a:extLst>
          </p:cNvPr>
          <p:cNvSpPr/>
          <p:nvPr/>
        </p:nvSpPr>
        <p:spPr>
          <a:xfrm>
            <a:off x="6419392" y="4657759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address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1001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A3710B7-052D-4F20-A6B7-BF2CDB0CB162}"/>
              </a:ext>
            </a:extLst>
          </p:cNvPr>
          <p:cNvSpPr/>
          <p:nvPr/>
        </p:nvSpPr>
        <p:spPr>
          <a:xfrm>
            <a:off x="6405979" y="4651723"/>
            <a:ext cx="1312070" cy="828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Memory data register</a:t>
            </a:r>
          </a:p>
          <a:p>
            <a:pPr algn="ctr"/>
            <a:endParaRPr lang="en-GB" sz="1100" b="1" dirty="0">
              <a:solidFill>
                <a:schemeClr val="tx1"/>
              </a:solidFill>
            </a:endParaRPr>
          </a:p>
          <a:p>
            <a:pPr algn="ctr"/>
            <a:r>
              <a:rPr lang="en-GB" sz="1600" b="1" dirty="0">
                <a:solidFill>
                  <a:srgbClr val="C00000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</a:effectLst>
              </a:rPr>
              <a:t>1100</a:t>
            </a:r>
            <a:endParaRPr lang="en-GB" sz="1100" b="1" dirty="0">
              <a:solidFill>
                <a:schemeClr val="tx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A3FC638-8AB2-447B-97E5-8917A4AEB931}"/>
              </a:ext>
            </a:extLst>
          </p:cNvPr>
          <p:cNvSpPr/>
          <p:nvPr/>
        </p:nvSpPr>
        <p:spPr>
          <a:xfrm>
            <a:off x="2493909" y="2398057"/>
            <a:ext cx="1314000" cy="82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C0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100" b="1" dirty="0">
                <a:solidFill>
                  <a:schemeClr val="tx1"/>
                </a:solidFill>
              </a:rPr>
              <a:t>Accumulator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D36C919-970D-4503-AA53-9203E2C0E68E}"/>
              </a:ext>
            </a:extLst>
          </p:cNvPr>
          <p:cNvGrpSpPr/>
          <p:nvPr/>
        </p:nvGrpSpPr>
        <p:grpSpPr>
          <a:xfrm>
            <a:off x="5870523" y="4353998"/>
            <a:ext cx="2286447" cy="1126131"/>
            <a:chOff x="3054935" y="5347425"/>
            <a:chExt cx="2286447" cy="1126131"/>
          </a:xfrm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3780FA2F-0205-4D81-AB41-001A49F5C3FD}"/>
                </a:ext>
              </a:extLst>
            </p:cNvPr>
            <p:cNvSpPr/>
            <p:nvPr/>
          </p:nvSpPr>
          <p:spPr>
            <a:xfrm>
              <a:off x="3077282" y="5598977"/>
              <a:ext cx="2264100" cy="874579"/>
            </a:xfrm>
            <a:prstGeom prst="roundRect">
              <a:avLst>
                <a:gd name="adj" fmla="val 8631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5CFA7D4-C9D9-4BAE-9386-ADB8CBA634CD}"/>
                </a:ext>
              </a:extLst>
            </p:cNvPr>
            <p:cNvSpPr/>
            <p:nvPr/>
          </p:nvSpPr>
          <p:spPr>
            <a:xfrm>
              <a:off x="3054935" y="5347425"/>
              <a:ext cx="154246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200" dirty="0"/>
                <a:t>Contents of registers</a:t>
              </a: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17080AF-9A60-4119-A146-4C99AECAE721}"/>
              </a:ext>
            </a:extLst>
          </p:cNvPr>
          <p:cNvSpPr/>
          <p:nvPr/>
        </p:nvSpPr>
        <p:spPr>
          <a:xfrm>
            <a:off x="5893017" y="4606321"/>
            <a:ext cx="2264100" cy="874579"/>
          </a:xfrm>
          <a:prstGeom prst="roundRect">
            <a:avLst>
              <a:gd name="adj" fmla="val 8631"/>
            </a:avLst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1050" dirty="0">
                <a:solidFill>
                  <a:schemeClr val="tx1"/>
                </a:solidFill>
              </a:rPr>
              <a:t>PC: </a:t>
            </a:r>
            <a:r>
              <a:rPr lang="en-GB" sz="1050" b="1" dirty="0">
                <a:solidFill>
                  <a:srgbClr val="C00000"/>
                </a:solidFill>
              </a:rPr>
              <a:t>0101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CIR: </a:t>
            </a:r>
            <a:r>
              <a:rPr lang="en-GB" sz="1050" b="1" dirty="0">
                <a:solidFill>
                  <a:srgbClr val="C00000"/>
                </a:solidFill>
              </a:rPr>
              <a:t>0100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MDR: </a:t>
            </a:r>
            <a:r>
              <a:rPr lang="en-GB" sz="1050" b="1" dirty="0">
                <a:solidFill>
                  <a:srgbClr val="C00000"/>
                </a:solidFill>
              </a:rPr>
              <a:t>1100</a:t>
            </a:r>
          </a:p>
          <a:p>
            <a:r>
              <a:rPr lang="en-GB" sz="1050" dirty="0">
                <a:solidFill>
                  <a:schemeClr val="tx1"/>
                </a:solidFill>
              </a:rPr>
              <a:t>MAR: </a:t>
            </a:r>
            <a:r>
              <a:rPr lang="en-GB" sz="1050" b="1" dirty="0">
                <a:solidFill>
                  <a:srgbClr val="C00000"/>
                </a:solidFill>
              </a:rPr>
              <a:t>1001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949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182 0.00162 L -0.17708 -0.466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63" y="-2340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547 -0.00162 L -0.49805 -0.46574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35" y="-23218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3.33333E-6 2.59259E-6 L -0.17591 -0.1601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02" y="-800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0092 1.48148E-6 L -0.3211 0.0106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16" y="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0" presetClass="exit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0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C62B7594-4ACE-48C3-842C-4B1D1F52A2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52"/>
          <a:stretch/>
        </p:blipFill>
        <p:spPr>
          <a:xfrm>
            <a:off x="0" y="415224"/>
            <a:ext cx="12196992" cy="6442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487171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interrupt priorities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8D10E6-522A-AD52-83EF-3378B70DB55B}"/>
              </a:ext>
            </a:extLst>
          </p:cNvPr>
          <p:cNvGrpSpPr/>
          <p:nvPr/>
        </p:nvGrpSpPr>
        <p:grpSpPr>
          <a:xfrm>
            <a:off x="2232763" y="1894113"/>
            <a:ext cx="7726474" cy="3069773"/>
            <a:chOff x="541176" y="2444619"/>
            <a:chExt cx="5405534" cy="2147650"/>
          </a:xfrm>
        </p:grpSpPr>
        <p:sp>
          <p:nvSpPr>
            <p:cNvPr id="3" name="Hexagon 2">
              <a:extLst>
                <a:ext uri="{FF2B5EF4-FFF2-40B4-BE49-F238E27FC236}">
                  <a16:creationId xmlns:a16="http://schemas.microsoft.com/office/drawing/2014/main" id="{118FC26B-6AA0-E53A-A6E4-C4AF5050678A}"/>
                </a:ext>
              </a:extLst>
            </p:cNvPr>
            <p:cNvSpPr/>
            <p:nvPr/>
          </p:nvSpPr>
          <p:spPr>
            <a:xfrm>
              <a:off x="541176" y="2444620"/>
              <a:ext cx="2491273" cy="2147649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bg1"/>
                  </a:solidFill>
                </a:rPr>
                <a:t>Interrupt service routine priorities are important</a:t>
              </a:r>
            </a:p>
          </p:txBody>
        </p:sp>
        <p:sp>
          <p:nvSpPr>
            <p:cNvPr id="8" name="Hexagon 7">
              <a:extLst>
                <a:ext uri="{FF2B5EF4-FFF2-40B4-BE49-F238E27FC236}">
                  <a16:creationId xmlns:a16="http://schemas.microsoft.com/office/drawing/2014/main" id="{8A982971-74C5-0462-96E4-868D5EC098EF}"/>
                </a:ext>
              </a:extLst>
            </p:cNvPr>
            <p:cNvSpPr/>
            <p:nvPr/>
          </p:nvSpPr>
          <p:spPr>
            <a:xfrm>
              <a:off x="3455437" y="2444619"/>
              <a:ext cx="2491273" cy="2147649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dirty="0">
                  <a:solidFill>
                    <a:schemeClr val="bg1"/>
                  </a:solidFill>
                </a:rPr>
                <a:t>Interrupts always have a higher priority than normal programs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393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C62B7594-4ACE-48C3-842C-4B1D1F52A2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852"/>
          <a:stretch/>
        </p:blipFill>
        <p:spPr>
          <a:xfrm>
            <a:off x="0" y="415224"/>
            <a:ext cx="12196992" cy="6442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487171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importance of interrupt priorities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F96658-34DC-4CAA-BBC7-DFF90B325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847" y="1138052"/>
            <a:ext cx="4561071" cy="53047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C12BC2-9013-C7E4-E9FA-61D82B7FF469}"/>
              </a:ext>
            </a:extLst>
          </p:cNvPr>
          <p:cNvSpPr/>
          <p:nvPr/>
        </p:nvSpPr>
        <p:spPr>
          <a:xfrm>
            <a:off x="7955231" y="597931"/>
            <a:ext cx="4060204" cy="1146893"/>
          </a:xfrm>
          <a:prstGeom prst="roundRect">
            <a:avLst>
              <a:gd name="adj" fmla="val 6096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Say your computer stops responding and you want to open the task manager or shut your PC down.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D2A7F4-C3E5-5D16-CEAF-B318FC9B8035}"/>
              </a:ext>
            </a:extLst>
          </p:cNvPr>
          <p:cNvSpPr/>
          <p:nvPr/>
        </p:nvSpPr>
        <p:spPr>
          <a:xfrm>
            <a:off x="7955231" y="1833574"/>
            <a:ext cx="4060204" cy="2206583"/>
          </a:xfrm>
          <a:prstGeom prst="roundRect">
            <a:avLst>
              <a:gd name="adj" fmla="val 609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800" dirty="0">
                <a:solidFill>
                  <a:schemeClr val="bg1"/>
                </a:solidFill>
              </a:rPr>
              <a:t>The processor is caught in a situation it can’t resolve. If we cannot interrupt the cycle by pressing Ctrl + Alt + Del or the power button, the only way to recover the situation is by pulling the plug.</a:t>
            </a:r>
          </a:p>
        </p:txBody>
      </p:sp>
    </p:spTree>
    <p:extLst>
      <p:ext uri="{BB962C8B-B14F-4D97-AF65-F5344CB8AC3E}">
        <p14:creationId xmlns:p14="http://schemas.microsoft.com/office/powerpoint/2010/main" val="346906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9E307F-7EC9-4667-96F2-A9CA4B99934F}"/>
              </a:ext>
            </a:extLst>
          </p:cNvPr>
          <p:cNvSpPr/>
          <p:nvPr/>
        </p:nvSpPr>
        <p:spPr>
          <a:xfrm>
            <a:off x="176565" y="523174"/>
            <a:ext cx="2503058" cy="470000"/>
          </a:xfrm>
          <a:prstGeom prst="rect">
            <a:avLst/>
          </a:prstGeom>
          <a:solidFill>
            <a:schemeClr val="bg1">
              <a:alpha val="7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priorities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BB633D9-B3A0-4804-AD7A-0478FDD6E6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278699"/>
              </p:ext>
            </p:extLst>
          </p:nvPr>
        </p:nvGraphicFramePr>
        <p:xfrm>
          <a:off x="990272" y="1139256"/>
          <a:ext cx="10211456" cy="51955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88194">
                  <a:extLst>
                    <a:ext uri="{9D8B030D-6E8A-4147-A177-3AD203B41FA5}">
                      <a16:colId xmlns:a16="http://schemas.microsoft.com/office/drawing/2014/main" val="1297829203"/>
                    </a:ext>
                  </a:extLst>
                </a:gridCol>
                <a:gridCol w="7123262">
                  <a:extLst>
                    <a:ext uri="{9D8B030D-6E8A-4147-A177-3AD203B41FA5}">
                      <a16:colId xmlns:a16="http://schemas.microsoft.com/office/drawing/2014/main" val="3904799599"/>
                    </a:ext>
                  </a:extLst>
                </a:gridCol>
              </a:tblGrid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Interrupt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29579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Power supply failure.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Power/reset button pressed.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Power-down command (screen off, hibernate).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272164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Moving the mouse.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Clicking/tapping an icon to open a new program.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Keyboard presses.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781512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Illegal instruction encountered.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Arithmetic overflow.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New login request.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7736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Timer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Data-logging program reading an input sensor every second.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Screen recording application.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250744"/>
                  </a:ext>
                </a:extLst>
              </a:tr>
              <a:tr h="768985">
                <a:tc>
                  <a:txBody>
                    <a:bodyPr/>
                    <a:lstStyle/>
                    <a:p>
                      <a:r>
                        <a:rPr lang="en-GB" dirty="0"/>
                        <a:t>Input/output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Buffer nearly empty.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Signal the completion of a data transfer to/from a device.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GB" dirty="0"/>
                        <a:t>Printer ink supply notification.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1075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3610" y="1882880"/>
            <a:ext cx="11417690" cy="2718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request for the processor’s attention.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can be generated by either software or hardware.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Software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include division-by-zero and two processes trying to access the same memory location.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Hardware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include pressing a key on the keyboard and moving the mouse.</a:t>
            </a:r>
          </a:p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Interrupts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are placed into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register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register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checked after each fetch-decode-execute cycle.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an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detected and is higher priority that what is currently being executed, then control is passed to the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 service routine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current contents of the registers are stored away so the program being interrupted can be resumed later.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Interrupts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468C6C54-D1E4-4EE2-86E6-819ED8872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1829</Words>
  <Application>Microsoft Office PowerPoint</Application>
  <PresentationFormat>Widescreen</PresentationFormat>
  <Paragraphs>649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Exo 2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113</cp:revision>
  <dcterms:created xsi:type="dcterms:W3CDTF">2019-10-14T15:21:06Z</dcterms:created>
  <dcterms:modified xsi:type="dcterms:W3CDTF">2022-08-10T11:43:26Z</dcterms:modified>
</cp:coreProperties>
</file>