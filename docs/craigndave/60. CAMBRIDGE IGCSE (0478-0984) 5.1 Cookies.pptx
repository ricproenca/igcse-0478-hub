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93" r:id="rId3"/>
    <p:sldId id="294" r:id="rId4"/>
    <p:sldId id="265" r:id="rId5"/>
    <p:sldId id="295" r:id="rId6"/>
    <p:sldId id="260" r:id="rId7"/>
    <p:sldId id="29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3" d="100"/>
          <a:sy n="103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09F1A9-0413-45AE-A5EF-25492008C14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0B13829A-21E6-46CA-93F7-1D7F6BBF319E}">
      <dgm:prSet phldrT="[Text]" custT="1"/>
      <dgm:spPr/>
      <dgm:t>
        <a:bodyPr/>
        <a:lstStyle/>
        <a:p>
          <a:r>
            <a:rPr lang="en-GB" sz="2800" dirty="0"/>
            <a:t>Resuming where you left off when you revisit the site.</a:t>
          </a:r>
        </a:p>
      </dgm:t>
    </dgm:pt>
    <dgm:pt modelId="{F7A4EF63-803F-44A2-AB73-57761BD9DDD2}" type="parTrans" cxnId="{1FD2A3A2-A1DA-45A0-8724-E213993AFF91}">
      <dgm:prSet/>
      <dgm:spPr/>
      <dgm:t>
        <a:bodyPr/>
        <a:lstStyle/>
        <a:p>
          <a:endParaRPr lang="en-GB"/>
        </a:p>
      </dgm:t>
    </dgm:pt>
    <dgm:pt modelId="{381D2366-678A-4305-AC2F-F9C176CC0FEA}" type="sibTrans" cxnId="{1FD2A3A2-A1DA-45A0-8724-E213993AFF91}">
      <dgm:prSet/>
      <dgm:spPr/>
      <dgm:t>
        <a:bodyPr/>
        <a:lstStyle/>
        <a:p>
          <a:endParaRPr lang="en-GB"/>
        </a:p>
      </dgm:t>
    </dgm:pt>
    <dgm:pt modelId="{CE675A17-B567-4F7B-B42F-E465BC8D5391}">
      <dgm:prSet custT="1"/>
      <dgm:spPr/>
      <dgm:t>
        <a:bodyPr/>
        <a:lstStyle/>
        <a:p>
          <a:r>
            <a:rPr lang="en-GB" sz="2800" dirty="0"/>
            <a:t>Remembering your registered login.</a:t>
          </a:r>
        </a:p>
      </dgm:t>
    </dgm:pt>
    <dgm:pt modelId="{9784CB07-1F48-40AC-AE50-9081A57C1388}" type="parTrans" cxnId="{9C32B17E-25A9-4167-BF87-419A43D1BB42}">
      <dgm:prSet/>
      <dgm:spPr/>
      <dgm:t>
        <a:bodyPr/>
        <a:lstStyle/>
        <a:p>
          <a:endParaRPr lang="en-GB"/>
        </a:p>
      </dgm:t>
    </dgm:pt>
    <dgm:pt modelId="{134A731A-B911-418C-8A24-154DBD6A9FD4}" type="sibTrans" cxnId="{9C32B17E-25A9-4167-BF87-419A43D1BB42}">
      <dgm:prSet/>
      <dgm:spPr/>
      <dgm:t>
        <a:bodyPr/>
        <a:lstStyle/>
        <a:p>
          <a:endParaRPr lang="en-GB"/>
        </a:p>
      </dgm:t>
    </dgm:pt>
    <dgm:pt modelId="{C2CB4373-DE45-425A-86D4-338CB2163FC8}">
      <dgm:prSet custT="1"/>
      <dgm:spPr/>
      <dgm:t>
        <a:bodyPr/>
        <a:lstStyle/>
        <a:p>
          <a:r>
            <a:rPr lang="en-GB" sz="2800" dirty="0"/>
            <a:t>Remembering theme selections.</a:t>
          </a:r>
        </a:p>
      </dgm:t>
    </dgm:pt>
    <dgm:pt modelId="{6797DE5C-5D23-443A-B998-181B40B451B9}" type="parTrans" cxnId="{B7325DDE-C1DA-41BB-A3A0-89A338C7A7CA}">
      <dgm:prSet/>
      <dgm:spPr/>
      <dgm:t>
        <a:bodyPr/>
        <a:lstStyle/>
        <a:p>
          <a:endParaRPr lang="en-GB"/>
        </a:p>
      </dgm:t>
    </dgm:pt>
    <dgm:pt modelId="{E19BC9B0-D231-4CF8-8AE5-3A52F21C38B9}" type="sibTrans" cxnId="{B7325DDE-C1DA-41BB-A3A0-89A338C7A7CA}">
      <dgm:prSet/>
      <dgm:spPr/>
      <dgm:t>
        <a:bodyPr/>
        <a:lstStyle/>
        <a:p>
          <a:endParaRPr lang="en-GB"/>
        </a:p>
      </dgm:t>
    </dgm:pt>
    <dgm:pt modelId="{0DA898C7-FE9E-4306-921E-D369B83738B8}">
      <dgm:prSet/>
      <dgm:spPr/>
      <dgm:t>
        <a:bodyPr/>
        <a:lstStyle/>
        <a:p>
          <a:r>
            <a:rPr lang="en-GB" dirty="0"/>
            <a:t>Remembering preferences.</a:t>
          </a:r>
        </a:p>
      </dgm:t>
    </dgm:pt>
    <dgm:pt modelId="{145D0139-E425-4268-86D4-A9C0501E3F49}" type="parTrans" cxnId="{B262D8D3-F936-4F06-A682-5A5B4700F603}">
      <dgm:prSet/>
      <dgm:spPr/>
      <dgm:t>
        <a:bodyPr/>
        <a:lstStyle/>
        <a:p>
          <a:endParaRPr lang="en-GB"/>
        </a:p>
      </dgm:t>
    </dgm:pt>
    <dgm:pt modelId="{EFCCAB91-A21E-4233-A3D9-9D57A3F46CF7}" type="sibTrans" cxnId="{B262D8D3-F936-4F06-A682-5A5B4700F603}">
      <dgm:prSet/>
      <dgm:spPr/>
      <dgm:t>
        <a:bodyPr/>
        <a:lstStyle/>
        <a:p>
          <a:endParaRPr lang="en-GB"/>
        </a:p>
      </dgm:t>
    </dgm:pt>
    <dgm:pt modelId="{65F71F36-DF70-4927-809C-23331A6B6D84}">
      <dgm:prSet/>
      <dgm:spPr/>
      <dgm:t>
        <a:bodyPr/>
        <a:lstStyle/>
        <a:p>
          <a:r>
            <a:rPr lang="en-GB" dirty="0"/>
            <a:t>Customising your experience in other ways.</a:t>
          </a:r>
        </a:p>
      </dgm:t>
    </dgm:pt>
    <dgm:pt modelId="{64FDF3C3-EE33-43E3-A2D0-E1CAF75ED53A}" type="parTrans" cxnId="{60E4D6B2-3ECC-42CD-8ABF-3707BB494AFE}">
      <dgm:prSet/>
      <dgm:spPr/>
      <dgm:t>
        <a:bodyPr/>
        <a:lstStyle/>
        <a:p>
          <a:endParaRPr lang="en-GB"/>
        </a:p>
      </dgm:t>
    </dgm:pt>
    <dgm:pt modelId="{22639505-108D-45C2-8980-3D22D9723AB5}" type="sibTrans" cxnId="{60E4D6B2-3ECC-42CD-8ABF-3707BB494AFE}">
      <dgm:prSet/>
      <dgm:spPr/>
      <dgm:t>
        <a:bodyPr/>
        <a:lstStyle/>
        <a:p>
          <a:endParaRPr lang="en-GB"/>
        </a:p>
      </dgm:t>
    </dgm:pt>
    <dgm:pt modelId="{189E00FA-C278-4C43-86E9-3065472E5F19}" type="pres">
      <dgm:prSet presAssocID="{8B09F1A9-0413-45AE-A5EF-25492008C143}" presName="Name0" presStyleCnt="0">
        <dgm:presLayoutVars>
          <dgm:chMax val="7"/>
          <dgm:chPref val="7"/>
          <dgm:dir/>
        </dgm:presLayoutVars>
      </dgm:prSet>
      <dgm:spPr/>
    </dgm:pt>
    <dgm:pt modelId="{575D19B1-1964-4CAA-9793-1901CC599F68}" type="pres">
      <dgm:prSet presAssocID="{8B09F1A9-0413-45AE-A5EF-25492008C143}" presName="Name1" presStyleCnt="0"/>
      <dgm:spPr/>
    </dgm:pt>
    <dgm:pt modelId="{B33215BC-7F45-49AA-9B64-1FD4B44A8B17}" type="pres">
      <dgm:prSet presAssocID="{8B09F1A9-0413-45AE-A5EF-25492008C143}" presName="cycle" presStyleCnt="0"/>
      <dgm:spPr/>
    </dgm:pt>
    <dgm:pt modelId="{A83D6CA6-507C-4ED3-B448-309F96F692AB}" type="pres">
      <dgm:prSet presAssocID="{8B09F1A9-0413-45AE-A5EF-25492008C143}" presName="srcNode" presStyleLbl="node1" presStyleIdx="0" presStyleCnt="5"/>
      <dgm:spPr/>
    </dgm:pt>
    <dgm:pt modelId="{26C5CCF2-973E-49C9-88E0-8A858731517C}" type="pres">
      <dgm:prSet presAssocID="{8B09F1A9-0413-45AE-A5EF-25492008C143}" presName="conn" presStyleLbl="parChTrans1D2" presStyleIdx="0" presStyleCnt="1"/>
      <dgm:spPr/>
    </dgm:pt>
    <dgm:pt modelId="{B42F529E-8133-43F7-B37E-722F275EA194}" type="pres">
      <dgm:prSet presAssocID="{8B09F1A9-0413-45AE-A5EF-25492008C143}" presName="extraNode" presStyleLbl="node1" presStyleIdx="0" presStyleCnt="5"/>
      <dgm:spPr/>
    </dgm:pt>
    <dgm:pt modelId="{6CF3342C-F6C1-4CA5-8E09-61619AB7F50B}" type="pres">
      <dgm:prSet presAssocID="{8B09F1A9-0413-45AE-A5EF-25492008C143}" presName="dstNode" presStyleLbl="node1" presStyleIdx="0" presStyleCnt="5"/>
      <dgm:spPr/>
    </dgm:pt>
    <dgm:pt modelId="{B67B2192-A513-4DCD-A023-3A93CB46D902}" type="pres">
      <dgm:prSet presAssocID="{0B13829A-21E6-46CA-93F7-1D7F6BBF319E}" presName="text_1" presStyleLbl="node1" presStyleIdx="0" presStyleCnt="5">
        <dgm:presLayoutVars>
          <dgm:bulletEnabled val="1"/>
        </dgm:presLayoutVars>
      </dgm:prSet>
      <dgm:spPr/>
    </dgm:pt>
    <dgm:pt modelId="{D0A52197-B358-41B8-AA81-1CD2E4A66ABC}" type="pres">
      <dgm:prSet presAssocID="{0B13829A-21E6-46CA-93F7-1D7F6BBF319E}" presName="accent_1" presStyleCnt="0"/>
      <dgm:spPr/>
    </dgm:pt>
    <dgm:pt modelId="{4DCD8B20-8A78-4EC3-B14D-19F7E1B05B5E}" type="pres">
      <dgm:prSet presAssocID="{0B13829A-21E6-46CA-93F7-1D7F6BBF319E}" presName="accentRepeatNode" presStyleLbl="solidFgAcc1" presStyleIdx="0" presStyleCnt="5"/>
      <dgm:spPr/>
    </dgm:pt>
    <dgm:pt modelId="{98CD21D3-6F7F-4F78-853C-619D83E5E211}" type="pres">
      <dgm:prSet presAssocID="{CE675A17-B567-4F7B-B42F-E465BC8D5391}" presName="text_2" presStyleLbl="node1" presStyleIdx="1" presStyleCnt="5">
        <dgm:presLayoutVars>
          <dgm:bulletEnabled val="1"/>
        </dgm:presLayoutVars>
      </dgm:prSet>
      <dgm:spPr/>
    </dgm:pt>
    <dgm:pt modelId="{788A4D2D-C285-426F-A9CD-1CD201758961}" type="pres">
      <dgm:prSet presAssocID="{CE675A17-B567-4F7B-B42F-E465BC8D5391}" presName="accent_2" presStyleCnt="0"/>
      <dgm:spPr/>
    </dgm:pt>
    <dgm:pt modelId="{4E8DF347-0FAC-428A-BD24-9018513B7B94}" type="pres">
      <dgm:prSet presAssocID="{CE675A17-B567-4F7B-B42F-E465BC8D5391}" presName="accentRepeatNode" presStyleLbl="solidFgAcc1" presStyleIdx="1" presStyleCnt="5"/>
      <dgm:spPr/>
    </dgm:pt>
    <dgm:pt modelId="{FF05E659-0D03-4C0A-8B93-4C4CC558B61D}" type="pres">
      <dgm:prSet presAssocID="{C2CB4373-DE45-425A-86D4-338CB2163FC8}" presName="text_3" presStyleLbl="node1" presStyleIdx="2" presStyleCnt="5">
        <dgm:presLayoutVars>
          <dgm:bulletEnabled val="1"/>
        </dgm:presLayoutVars>
      </dgm:prSet>
      <dgm:spPr/>
    </dgm:pt>
    <dgm:pt modelId="{335FEB0E-74F2-4C87-96D5-334EBCD2C082}" type="pres">
      <dgm:prSet presAssocID="{C2CB4373-DE45-425A-86D4-338CB2163FC8}" presName="accent_3" presStyleCnt="0"/>
      <dgm:spPr/>
    </dgm:pt>
    <dgm:pt modelId="{213CA3F8-F640-4302-8CBE-8E7172359E2F}" type="pres">
      <dgm:prSet presAssocID="{C2CB4373-DE45-425A-86D4-338CB2163FC8}" presName="accentRepeatNode" presStyleLbl="solidFgAcc1" presStyleIdx="2" presStyleCnt="5"/>
      <dgm:spPr/>
    </dgm:pt>
    <dgm:pt modelId="{2BF0084F-6A2E-4D03-95C9-0D81EF817173}" type="pres">
      <dgm:prSet presAssocID="{0DA898C7-FE9E-4306-921E-D369B83738B8}" presName="text_4" presStyleLbl="node1" presStyleIdx="3" presStyleCnt="5">
        <dgm:presLayoutVars>
          <dgm:bulletEnabled val="1"/>
        </dgm:presLayoutVars>
      </dgm:prSet>
      <dgm:spPr/>
    </dgm:pt>
    <dgm:pt modelId="{9B94F62D-F497-421A-95B0-4426CD7B99FC}" type="pres">
      <dgm:prSet presAssocID="{0DA898C7-FE9E-4306-921E-D369B83738B8}" presName="accent_4" presStyleCnt="0"/>
      <dgm:spPr/>
    </dgm:pt>
    <dgm:pt modelId="{8B70BB54-85E5-4894-9D20-70BCA354E401}" type="pres">
      <dgm:prSet presAssocID="{0DA898C7-FE9E-4306-921E-D369B83738B8}" presName="accentRepeatNode" presStyleLbl="solidFgAcc1" presStyleIdx="3" presStyleCnt="5"/>
      <dgm:spPr/>
    </dgm:pt>
    <dgm:pt modelId="{A82822CA-BA1D-47DA-918A-7D386C0B79FB}" type="pres">
      <dgm:prSet presAssocID="{65F71F36-DF70-4927-809C-23331A6B6D84}" presName="text_5" presStyleLbl="node1" presStyleIdx="4" presStyleCnt="5">
        <dgm:presLayoutVars>
          <dgm:bulletEnabled val="1"/>
        </dgm:presLayoutVars>
      </dgm:prSet>
      <dgm:spPr/>
    </dgm:pt>
    <dgm:pt modelId="{8A44C740-55ED-4A9C-9A45-4C3F89451FC8}" type="pres">
      <dgm:prSet presAssocID="{65F71F36-DF70-4927-809C-23331A6B6D84}" presName="accent_5" presStyleCnt="0"/>
      <dgm:spPr/>
    </dgm:pt>
    <dgm:pt modelId="{10402E01-9565-4B9F-BEA8-EB5F62D08959}" type="pres">
      <dgm:prSet presAssocID="{65F71F36-DF70-4927-809C-23331A6B6D84}" presName="accentRepeatNode" presStyleLbl="solidFgAcc1" presStyleIdx="4" presStyleCnt="5"/>
      <dgm:spPr/>
    </dgm:pt>
  </dgm:ptLst>
  <dgm:cxnLst>
    <dgm:cxn modelId="{64C23906-6F89-42BB-BECA-B1E0D84521B7}" type="presOf" srcId="{0B13829A-21E6-46CA-93F7-1D7F6BBF319E}" destId="{B67B2192-A513-4DCD-A023-3A93CB46D902}" srcOrd="0" destOrd="0" presId="urn:microsoft.com/office/officeart/2008/layout/VerticalCurvedList"/>
    <dgm:cxn modelId="{D98B9925-F3A3-4A81-BAEF-45FEB6C5EC54}" type="presOf" srcId="{C2CB4373-DE45-425A-86D4-338CB2163FC8}" destId="{FF05E659-0D03-4C0A-8B93-4C4CC558B61D}" srcOrd="0" destOrd="0" presId="urn:microsoft.com/office/officeart/2008/layout/VerticalCurvedList"/>
    <dgm:cxn modelId="{F154352F-5E5D-4A85-950D-3E8342BF04FB}" type="presOf" srcId="{381D2366-678A-4305-AC2F-F9C176CC0FEA}" destId="{26C5CCF2-973E-49C9-88E0-8A858731517C}" srcOrd="0" destOrd="0" presId="urn:microsoft.com/office/officeart/2008/layout/VerticalCurvedList"/>
    <dgm:cxn modelId="{6D40945F-1F99-4454-8112-938CF6A666E1}" type="presOf" srcId="{65F71F36-DF70-4927-809C-23331A6B6D84}" destId="{A82822CA-BA1D-47DA-918A-7D386C0B79FB}" srcOrd="0" destOrd="0" presId="urn:microsoft.com/office/officeart/2008/layout/VerticalCurvedList"/>
    <dgm:cxn modelId="{C2ADAF64-5CBE-4571-BDFB-64E53BF63FF6}" type="presOf" srcId="{8B09F1A9-0413-45AE-A5EF-25492008C143}" destId="{189E00FA-C278-4C43-86E9-3065472E5F19}" srcOrd="0" destOrd="0" presId="urn:microsoft.com/office/officeart/2008/layout/VerticalCurvedList"/>
    <dgm:cxn modelId="{EB590458-E3BA-42B4-97C3-770382EF809F}" type="presOf" srcId="{CE675A17-B567-4F7B-B42F-E465BC8D5391}" destId="{98CD21D3-6F7F-4F78-853C-619D83E5E211}" srcOrd="0" destOrd="0" presId="urn:microsoft.com/office/officeart/2008/layout/VerticalCurvedList"/>
    <dgm:cxn modelId="{CD1F937B-7C4C-4D03-B11B-6D25755E138F}" type="presOf" srcId="{0DA898C7-FE9E-4306-921E-D369B83738B8}" destId="{2BF0084F-6A2E-4D03-95C9-0D81EF817173}" srcOrd="0" destOrd="0" presId="urn:microsoft.com/office/officeart/2008/layout/VerticalCurvedList"/>
    <dgm:cxn modelId="{9C32B17E-25A9-4167-BF87-419A43D1BB42}" srcId="{8B09F1A9-0413-45AE-A5EF-25492008C143}" destId="{CE675A17-B567-4F7B-B42F-E465BC8D5391}" srcOrd="1" destOrd="0" parTransId="{9784CB07-1F48-40AC-AE50-9081A57C1388}" sibTransId="{134A731A-B911-418C-8A24-154DBD6A9FD4}"/>
    <dgm:cxn modelId="{1FD2A3A2-A1DA-45A0-8724-E213993AFF91}" srcId="{8B09F1A9-0413-45AE-A5EF-25492008C143}" destId="{0B13829A-21E6-46CA-93F7-1D7F6BBF319E}" srcOrd="0" destOrd="0" parTransId="{F7A4EF63-803F-44A2-AB73-57761BD9DDD2}" sibTransId="{381D2366-678A-4305-AC2F-F9C176CC0FEA}"/>
    <dgm:cxn modelId="{60E4D6B2-3ECC-42CD-8ABF-3707BB494AFE}" srcId="{8B09F1A9-0413-45AE-A5EF-25492008C143}" destId="{65F71F36-DF70-4927-809C-23331A6B6D84}" srcOrd="4" destOrd="0" parTransId="{64FDF3C3-EE33-43E3-A2D0-E1CAF75ED53A}" sibTransId="{22639505-108D-45C2-8980-3D22D9723AB5}"/>
    <dgm:cxn modelId="{B262D8D3-F936-4F06-A682-5A5B4700F603}" srcId="{8B09F1A9-0413-45AE-A5EF-25492008C143}" destId="{0DA898C7-FE9E-4306-921E-D369B83738B8}" srcOrd="3" destOrd="0" parTransId="{145D0139-E425-4268-86D4-A9C0501E3F49}" sibTransId="{EFCCAB91-A21E-4233-A3D9-9D57A3F46CF7}"/>
    <dgm:cxn modelId="{B7325DDE-C1DA-41BB-A3A0-89A338C7A7CA}" srcId="{8B09F1A9-0413-45AE-A5EF-25492008C143}" destId="{C2CB4373-DE45-425A-86D4-338CB2163FC8}" srcOrd="2" destOrd="0" parTransId="{6797DE5C-5D23-443A-B998-181B40B451B9}" sibTransId="{E19BC9B0-D231-4CF8-8AE5-3A52F21C38B9}"/>
    <dgm:cxn modelId="{92C34099-16C1-4E28-A635-71687D531725}" type="presParOf" srcId="{189E00FA-C278-4C43-86E9-3065472E5F19}" destId="{575D19B1-1964-4CAA-9793-1901CC599F68}" srcOrd="0" destOrd="0" presId="urn:microsoft.com/office/officeart/2008/layout/VerticalCurvedList"/>
    <dgm:cxn modelId="{2C19C2AE-7844-4068-A11B-72FDBFBADC54}" type="presParOf" srcId="{575D19B1-1964-4CAA-9793-1901CC599F68}" destId="{B33215BC-7F45-49AA-9B64-1FD4B44A8B17}" srcOrd="0" destOrd="0" presId="urn:microsoft.com/office/officeart/2008/layout/VerticalCurvedList"/>
    <dgm:cxn modelId="{7136558F-C445-4905-85EA-C01D210082E3}" type="presParOf" srcId="{B33215BC-7F45-49AA-9B64-1FD4B44A8B17}" destId="{A83D6CA6-507C-4ED3-B448-309F96F692AB}" srcOrd="0" destOrd="0" presId="urn:microsoft.com/office/officeart/2008/layout/VerticalCurvedList"/>
    <dgm:cxn modelId="{B42F4561-5D51-49B8-BB36-A43A7EBEE83D}" type="presParOf" srcId="{B33215BC-7F45-49AA-9B64-1FD4B44A8B17}" destId="{26C5CCF2-973E-49C9-88E0-8A858731517C}" srcOrd="1" destOrd="0" presId="urn:microsoft.com/office/officeart/2008/layout/VerticalCurvedList"/>
    <dgm:cxn modelId="{352C07B6-CA32-4117-8BB9-3BDCE7813A4A}" type="presParOf" srcId="{B33215BC-7F45-49AA-9B64-1FD4B44A8B17}" destId="{B42F529E-8133-43F7-B37E-722F275EA194}" srcOrd="2" destOrd="0" presId="urn:microsoft.com/office/officeart/2008/layout/VerticalCurvedList"/>
    <dgm:cxn modelId="{11A36DD1-833F-421B-BEDA-0E1ACDA51325}" type="presParOf" srcId="{B33215BC-7F45-49AA-9B64-1FD4B44A8B17}" destId="{6CF3342C-F6C1-4CA5-8E09-61619AB7F50B}" srcOrd="3" destOrd="0" presId="urn:microsoft.com/office/officeart/2008/layout/VerticalCurvedList"/>
    <dgm:cxn modelId="{9808814D-4E5C-476B-B9FD-D7F26D1DAF0B}" type="presParOf" srcId="{575D19B1-1964-4CAA-9793-1901CC599F68}" destId="{B67B2192-A513-4DCD-A023-3A93CB46D902}" srcOrd="1" destOrd="0" presId="urn:microsoft.com/office/officeart/2008/layout/VerticalCurvedList"/>
    <dgm:cxn modelId="{2682FB11-49FB-4E2B-82BF-A8D93EC4A528}" type="presParOf" srcId="{575D19B1-1964-4CAA-9793-1901CC599F68}" destId="{D0A52197-B358-41B8-AA81-1CD2E4A66ABC}" srcOrd="2" destOrd="0" presId="urn:microsoft.com/office/officeart/2008/layout/VerticalCurvedList"/>
    <dgm:cxn modelId="{66CED117-55BA-498B-9A8E-B37C809AF8CB}" type="presParOf" srcId="{D0A52197-B358-41B8-AA81-1CD2E4A66ABC}" destId="{4DCD8B20-8A78-4EC3-B14D-19F7E1B05B5E}" srcOrd="0" destOrd="0" presId="urn:microsoft.com/office/officeart/2008/layout/VerticalCurvedList"/>
    <dgm:cxn modelId="{79BCE460-6194-4CE0-A06B-A9FE97E64485}" type="presParOf" srcId="{575D19B1-1964-4CAA-9793-1901CC599F68}" destId="{98CD21D3-6F7F-4F78-853C-619D83E5E211}" srcOrd="3" destOrd="0" presId="urn:microsoft.com/office/officeart/2008/layout/VerticalCurvedList"/>
    <dgm:cxn modelId="{CAEA462C-B889-42D4-95D1-FFDD0A85B8EF}" type="presParOf" srcId="{575D19B1-1964-4CAA-9793-1901CC599F68}" destId="{788A4D2D-C285-426F-A9CD-1CD201758961}" srcOrd="4" destOrd="0" presId="urn:microsoft.com/office/officeart/2008/layout/VerticalCurvedList"/>
    <dgm:cxn modelId="{332C65DE-D5D1-4F75-ADDF-2450E547246A}" type="presParOf" srcId="{788A4D2D-C285-426F-A9CD-1CD201758961}" destId="{4E8DF347-0FAC-428A-BD24-9018513B7B94}" srcOrd="0" destOrd="0" presId="urn:microsoft.com/office/officeart/2008/layout/VerticalCurvedList"/>
    <dgm:cxn modelId="{1990FB20-2B75-44A6-951E-B2E2CC417866}" type="presParOf" srcId="{575D19B1-1964-4CAA-9793-1901CC599F68}" destId="{FF05E659-0D03-4C0A-8B93-4C4CC558B61D}" srcOrd="5" destOrd="0" presId="urn:microsoft.com/office/officeart/2008/layout/VerticalCurvedList"/>
    <dgm:cxn modelId="{E779A145-39B6-4A2C-B62F-6420EA1562C9}" type="presParOf" srcId="{575D19B1-1964-4CAA-9793-1901CC599F68}" destId="{335FEB0E-74F2-4C87-96D5-334EBCD2C082}" srcOrd="6" destOrd="0" presId="urn:microsoft.com/office/officeart/2008/layout/VerticalCurvedList"/>
    <dgm:cxn modelId="{83E488EC-6B8A-4A0B-AC68-D74A07C69264}" type="presParOf" srcId="{335FEB0E-74F2-4C87-96D5-334EBCD2C082}" destId="{213CA3F8-F640-4302-8CBE-8E7172359E2F}" srcOrd="0" destOrd="0" presId="urn:microsoft.com/office/officeart/2008/layout/VerticalCurvedList"/>
    <dgm:cxn modelId="{5FD6EEF5-FB69-4E35-942F-61059149B085}" type="presParOf" srcId="{575D19B1-1964-4CAA-9793-1901CC599F68}" destId="{2BF0084F-6A2E-4D03-95C9-0D81EF817173}" srcOrd="7" destOrd="0" presId="urn:microsoft.com/office/officeart/2008/layout/VerticalCurvedList"/>
    <dgm:cxn modelId="{B7DF817F-5D9C-4F81-9A68-CE8F8C8789F0}" type="presParOf" srcId="{575D19B1-1964-4CAA-9793-1901CC599F68}" destId="{9B94F62D-F497-421A-95B0-4426CD7B99FC}" srcOrd="8" destOrd="0" presId="urn:microsoft.com/office/officeart/2008/layout/VerticalCurvedList"/>
    <dgm:cxn modelId="{B9400DF3-3792-4F6E-B64A-E93F71A3819F}" type="presParOf" srcId="{9B94F62D-F497-421A-95B0-4426CD7B99FC}" destId="{8B70BB54-85E5-4894-9D20-70BCA354E401}" srcOrd="0" destOrd="0" presId="urn:microsoft.com/office/officeart/2008/layout/VerticalCurvedList"/>
    <dgm:cxn modelId="{2C59B1F7-3CE5-4D7A-AF91-829141A7D34D}" type="presParOf" srcId="{575D19B1-1964-4CAA-9793-1901CC599F68}" destId="{A82822CA-BA1D-47DA-918A-7D386C0B79FB}" srcOrd="9" destOrd="0" presId="urn:microsoft.com/office/officeart/2008/layout/VerticalCurvedList"/>
    <dgm:cxn modelId="{71F10044-8C28-4811-95D8-A18D5F1B3CBC}" type="presParOf" srcId="{575D19B1-1964-4CAA-9793-1901CC599F68}" destId="{8A44C740-55ED-4A9C-9A45-4C3F89451FC8}" srcOrd="10" destOrd="0" presId="urn:microsoft.com/office/officeart/2008/layout/VerticalCurvedList"/>
    <dgm:cxn modelId="{C02B2B7B-0167-409E-B8CE-650E01F9B895}" type="presParOf" srcId="{8A44C740-55ED-4A9C-9A45-4C3F89451FC8}" destId="{10402E01-9565-4B9F-BEA8-EB5F62D0895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CEC04D-8737-4ACD-BC0B-A9FF08E5B39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D2066173-1A7D-495F-8F08-4626E1BDDF36}">
      <dgm:prSet phldrT="[Text]"/>
      <dgm:spPr/>
      <dgm:t>
        <a:bodyPr/>
        <a:lstStyle/>
        <a:p>
          <a:r>
            <a:rPr lang="en-GB" dirty="0"/>
            <a:t>Tell users the cookies are there.</a:t>
          </a:r>
        </a:p>
      </dgm:t>
    </dgm:pt>
    <dgm:pt modelId="{4E5AC295-921A-4235-9418-6F444659D570}" type="parTrans" cxnId="{39DBA4D1-6075-4CD2-87A6-CA1A0ADF9778}">
      <dgm:prSet/>
      <dgm:spPr/>
      <dgm:t>
        <a:bodyPr/>
        <a:lstStyle/>
        <a:p>
          <a:endParaRPr lang="en-GB"/>
        </a:p>
      </dgm:t>
    </dgm:pt>
    <dgm:pt modelId="{FFC39F25-150B-4602-937D-6C975A2302F5}" type="sibTrans" cxnId="{39DBA4D1-6075-4CD2-87A6-CA1A0ADF9778}">
      <dgm:prSet/>
      <dgm:spPr/>
      <dgm:t>
        <a:bodyPr/>
        <a:lstStyle/>
        <a:p>
          <a:endParaRPr lang="en-GB"/>
        </a:p>
      </dgm:t>
    </dgm:pt>
    <dgm:pt modelId="{20F9F28B-CD7A-4BF3-8B4A-D423DE35EDE0}">
      <dgm:prSet phldrT="[Text]"/>
      <dgm:spPr/>
      <dgm:t>
        <a:bodyPr/>
        <a:lstStyle/>
        <a:p>
          <a:r>
            <a:rPr lang="en-GB" dirty="0"/>
            <a:t>Explain what the cookies are doing.</a:t>
          </a:r>
        </a:p>
      </dgm:t>
    </dgm:pt>
    <dgm:pt modelId="{FDE90A72-9264-4B96-8C2B-B4A888951A8E}" type="parTrans" cxnId="{B6A3EC13-08BD-4C6E-9BF8-A9E89E6D6AF7}">
      <dgm:prSet/>
      <dgm:spPr/>
      <dgm:t>
        <a:bodyPr/>
        <a:lstStyle/>
        <a:p>
          <a:endParaRPr lang="en-GB"/>
        </a:p>
      </dgm:t>
    </dgm:pt>
    <dgm:pt modelId="{9CC32306-6252-42F5-9E6F-9DC9F48304AB}" type="sibTrans" cxnId="{B6A3EC13-08BD-4C6E-9BF8-A9E89E6D6AF7}">
      <dgm:prSet/>
      <dgm:spPr/>
      <dgm:t>
        <a:bodyPr/>
        <a:lstStyle/>
        <a:p>
          <a:endParaRPr lang="en-GB"/>
        </a:p>
      </dgm:t>
    </dgm:pt>
    <dgm:pt modelId="{D658A29C-BE46-40BA-BDE8-EF7AE99C7D49}">
      <dgm:prSet phldrT="[Text]"/>
      <dgm:spPr/>
      <dgm:t>
        <a:bodyPr/>
        <a:lstStyle/>
        <a:p>
          <a:r>
            <a:rPr lang="en-GB" dirty="0"/>
            <a:t>Obtain users’ consent to store </a:t>
          </a:r>
          <a:br>
            <a:rPr lang="en-GB" dirty="0"/>
          </a:br>
          <a:r>
            <a:rPr lang="en-GB" dirty="0"/>
            <a:t>cookies on their device.</a:t>
          </a:r>
        </a:p>
      </dgm:t>
    </dgm:pt>
    <dgm:pt modelId="{118A4DBA-D961-4284-A8C8-DB3646317B8A}" type="parTrans" cxnId="{3FC44417-3F3D-4C6A-968D-3008A7EA9888}">
      <dgm:prSet/>
      <dgm:spPr/>
      <dgm:t>
        <a:bodyPr/>
        <a:lstStyle/>
        <a:p>
          <a:endParaRPr lang="en-GB"/>
        </a:p>
      </dgm:t>
    </dgm:pt>
    <dgm:pt modelId="{56B5FEAF-93A6-44A4-B01C-7F00B9FFFC90}" type="sibTrans" cxnId="{3FC44417-3F3D-4C6A-968D-3008A7EA9888}">
      <dgm:prSet/>
      <dgm:spPr/>
      <dgm:t>
        <a:bodyPr/>
        <a:lstStyle/>
        <a:p>
          <a:endParaRPr lang="en-GB"/>
        </a:p>
      </dgm:t>
    </dgm:pt>
    <dgm:pt modelId="{A40E0A5A-3F30-46FC-B5C8-245ECBFE1E6B}" type="pres">
      <dgm:prSet presAssocID="{57CEC04D-8737-4ACD-BC0B-A9FF08E5B392}" presName="Name0" presStyleCnt="0">
        <dgm:presLayoutVars>
          <dgm:chMax val="7"/>
          <dgm:chPref val="7"/>
          <dgm:dir/>
        </dgm:presLayoutVars>
      </dgm:prSet>
      <dgm:spPr/>
    </dgm:pt>
    <dgm:pt modelId="{0DE32BA1-44C9-4E6C-A1A4-73A2ADDCB16C}" type="pres">
      <dgm:prSet presAssocID="{57CEC04D-8737-4ACD-BC0B-A9FF08E5B392}" presName="Name1" presStyleCnt="0"/>
      <dgm:spPr/>
    </dgm:pt>
    <dgm:pt modelId="{AA3A334A-1079-484F-B8EC-5FF832CCD048}" type="pres">
      <dgm:prSet presAssocID="{57CEC04D-8737-4ACD-BC0B-A9FF08E5B392}" presName="cycle" presStyleCnt="0"/>
      <dgm:spPr/>
    </dgm:pt>
    <dgm:pt modelId="{F33C04FD-B90E-42B3-AFA2-C1ADB841542C}" type="pres">
      <dgm:prSet presAssocID="{57CEC04D-8737-4ACD-BC0B-A9FF08E5B392}" presName="srcNode" presStyleLbl="node1" presStyleIdx="0" presStyleCnt="3"/>
      <dgm:spPr/>
    </dgm:pt>
    <dgm:pt modelId="{4EB2A3A4-E0D4-49B7-9E24-32BD68C988E4}" type="pres">
      <dgm:prSet presAssocID="{57CEC04D-8737-4ACD-BC0B-A9FF08E5B392}" presName="conn" presStyleLbl="parChTrans1D2" presStyleIdx="0" presStyleCnt="1"/>
      <dgm:spPr/>
    </dgm:pt>
    <dgm:pt modelId="{882A13B0-C6E8-4122-8067-63B544519BE3}" type="pres">
      <dgm:prSet presAssocID="{57CEC04D-8737-4ACD-BC0B-A9FF08E5B392}" presName="extraNode" presStyleLbl="node1" presStyleIdx="0" presStyleCnt="3"/>
      <dgm:spPr/>
    </dgm:pt>
    <dgm:pt modelId="{D51F4E3E-9CD6-43CB-825E-96F4B849269C}" type="pres">
      <dgm:prSet presAssocID="{57CEC04D-8737-4ACD-BC0B-A9FF08E5B392}" presName="dstNode" presStyleLbl="node1" presStyleIdx="0" presStyleCnt="3"/>
      <dgm:spPr/>
    </dgm:pt>
    <dgm:pt modelId="{9D372F81-DE75-493A-B46C-C6C5E363469D}" type="pres">
      <dgm:prSet presAssocID="{D2066173-1A7D-495F-8F08-4626E1BDDF36}" presName="text_1" presStyleLbl="node1" presStyleIdx="0" presStyleCnt="3">
        <dgm:presLayoutVars>
          <dgm:bulletEnabled val="1"/>
        </dgm:presLayoutVars>
      </dgm:prSet>
      <dgm:spPr/>
    </dgm:pt>
    <dgm:pt modelId="{F52D102F-58A3-4DEB-9022-291ABB08A764}" type="pres">
      <dgm:prSet presAssocID="{D2066173-1A7D-495F-8F08-4626E1BDDF36}" presName="accent_1" presStyleCnt="0"/>
      <dgm:spPr/>
    </dgm:pt>
    <dgm:pt modelId="{B58D427C-1767-474E-95E8-2561D5C0724B}" type="pres">
      <dgm:prSet presAssocID="{D2066173-1A7D-495F-8F08-4626E1BDDF36}" presName="accentRepeatNode" presStyleLbl="solidFgAcc1" presStyleIdx="0" presStyleCnt="3"/>
      <dgm:spPr/>
    </dgm:pt>
    <dgm:pt modelId="{3FE5D038-055C-4A97-AAEB-AAA63DE04839}" type="pres">
      <dgm:prSet presAssocID="{20F9F28B-CD7A-4BF3-8B4A-D423DE35EDE0}" presName="text_2" presStyleLbl="node1" presStyleIdx="1" presStyleCnt="3">
        <dgm:presLayoutVars>
          <dgm:bulletEnabled val="1"/>
        </dgm:presLayoutVars>
      </dgm:prSet>
      <dgm:spPr/>
    </dgm:pt>
    <dgm:pt modelId="{6EF82386-9A40-4E5C-A950-67D7054E9144}" type="pres">
      <dgm:prSet presAssocID="{20F9F28B-CD7A-4BF3-8B4A-D423DE35EDE0}" presName="accent_2" presStyleCnt="0"/>
      <dgm:spPr/>
    </dgm:pt>
    <dgm:pt modelId="{AA907A08-F153-4587-A128-6CCCF59710F4}" type="pres">
      <dgm:prSet presAssocID="{20F9F28B-CD7A-4BF3-8B4A-D423DE35EDE0}" presName="accentRepeatNode" presStyleLbl="solidFgAcc1" presStyleIdx="1" presStyleCnt="3"/>
      <dgm:spPr/>
    </dgm:pt>
    <dgm:pt modelId="{83B56615-6EEA-4FAB-9AEE-F834A0BDC556}" type="pres">
      <dgm:prSet presAssocID="{D658A29C-BE46-40BA-BDE8-EF7AE99C7D49}" presName="text_3" presStyleLbl="node1" presStyleIdx="2" presStyleCnt="3">
        <dgm:presLayoutVars>
          <dgm:bulletEnabled val="1"/>
        </dgm:presLayoutVars>
      </dgm:prSet>
      <dgm:spPr/>
    </dgm:pt>
    <dgm:pt modelId="{2082BD57-1542-46FF-A854-6456B6D7EA20}" type="pres">
      <dgm:prSet presAssocID="{D658A29C-BE46-40BA-BDE8-EF7AE99C7D49}" presName="accent_3" presStyleCnt="0"/>
      <dgm:spPr/>
    </dgm:pt>
    <dgm:pt modelId="{D5B43F8B-C6A6-40B3-B17F-60DD0B41DBBE}" type="pres">
      <dgm:prSet presAssocID="{D658A29C-BE46-40BA-BDE8-EF7AE99C7D49}" presName="accentRepeatNode" presStyleLbl="solidFgAcc1" presStyleIdx="2" presStyleCnt="3"/>
      <dgm:spPr/>
    </dgm:pt>
  </dgm:ptLst>
  <dgm:cxnLst>
    <dgm:cxn modelId="{B6A3EC13-08BD-4C6E-9BF8-A9E89E6D6AF7}" srcId="{57CEC04D-8737-4ACD-BC0B-A9FF08E5B392}" destId="{20F9F28B-CD7A-4BF3-8B4A-D423DE35EDE0}" srcOrd="1" destOrd="0" parTransId="{FDE90A72-9264-4B96-8C2B-B4A888951A8E}" sibTransId="{9CC32306-6252-42F5-9E6F-9DC9F48304AB}"/>
    <dgm:cxn modelId="{3FC44417-3F3D-4C6A-968D-3008A7EA9888}" srcId="{57CEC04D-8737-4ACD-BC0B-A9FF08E5B392}" destId="{D658A29C-BE46-40BA-BDE8-EF7AE99C7D49}" srcOrd="2" destOrd="0" parTransId="{118A4DBA-D961-4284-A8C8-DB3646317B8A}" sibTransId="{56B5FEAF-93A6-44A4-B01C-7F00B9FFFC90}"/>
    <dgm:cxn modelId="{6F921B2D-B5C5-42B9-8837-4067B2D71439}" type="presOf" srcId="{57CEC04D-8737-4ACD-BC0B-A9FF08E5B392}" destId="{A40E0A5A-3F30-46FC-B5C8-245ECBFE1E6B}" srcOrd="0" destOrd="0" presId="urn:microsoft.com/office/officeart/2008/layout/VerticalCurvedList"/>
    <dgm:cxn modelId="{F16996B9-F524-4262-BF4A-51B7AFA3488D}" type="presOf" srcId="{FFC39F25-150B-4602-937D-6C975A2302F5}" destId="{4EB2A3A4-E0D4-49B7-9E24-32BD68C988E4}" srcOrd="0" destOrd="0" presId="urn:microsoft.com/office/officeart/2008/layout/VerticalCurvedList"/>
    <dgm:cxn modelId="{7C0B69C1-D0D6-40E0-9A1A-95C4A5CFE3A6}" type="presOf" srcId="{20F9F28B-CD7A-4BF3-8B4A-D423DE35EDE0}" destId="{3FE5D038-055C-4A97-AAEB-AAA63DE04839}" srcOrd="0" destOrd="0" presId="urn:microsoft.com/office/officeart/2008/layout/VerticalCurvedList"/>
    <dgm:cxn modelId="{39DBA4D1-6075-4CD2-87A6-CA1A0ADF9778}" srcId="{57CEC04D-8737-4ACD-BC0B-A9FF08E5B392}" destId="{D2066173-1A7D-495F-8F08-4626E1BDDF36}" srcOrd="0" destOrd="0" parTransId="{4E5AC295-921A-4235-9418-6F444659D570}" sibTransId="{FFC39F25-150B-4602-937D-6C975A2302F5}"/>
    <dgm:cxn modelId="{E380BDEE-BCC4-4AF8-ADCC-2527AFBBD88A}" type="presOf" srcId="{D2066173-1A7D-495F-8F08-4626E1BDDF36}" destId="{9D372F81-DE75-493A-B46C-C6C5E363469D}" srcOrd="0" destOrd="0" presId="urn:microsoft.com/office/officeart/2008/layout/VerticalCurvedList"/>
    <dgm:cxn modelId="{D73BC5FC-4E5A-4BAF-9D7B-75AACFE3F850}" type="presOf" srcId="{D658A29C-BE46-40BA-BDE8-EF7AE99C7D49}" destId="{83B56615-6EEA-4FAB-9AEE-F834A0BDC556}" srcOrd="0" destOrd="0" presId="urn:microsoft.com/office/officeart/2008/layout/VerticalCurvedList"/>
    <dgm:cxn modelId="{81F083A0-3521-4F2C-8D5C-884970EC28C2}" type="presParOf" srcId="{A40E0A5A-3F30-46FC-B5C8-245ECBFE1E6B}" destId="{0DE32BA1-44C9-4E6C-A1A4-73A2ADDCB16C}" srcOrd="0" destOrd="0" presId="urn:microsoft.com/office/officeart/2008/layout/VerticalCurvedList"/>
    <dgm:cxn modelId="{F16F1CD0-181C-434E-8F59-53932023F5D4}" type="presParOf" srcId="{0DE32BA1-44C9-4E6C-A1A4-73A2ADDCB16C}" destId="{AA3A334A-1079-484F-B8EC-5FF832CCD048}" srcOrd="0" destOrd="0" presId="urn:microsoft.com/office/officeart/2008/layout/VerticalCurvedList"/>
    <dgm:cxn modelId="{0361DF3F-0FBE-4297-A5F2-44189CB69ED2}" type="presParOf" srcId="{AA3A334A-1079-484F-B8EC-5FF832CCD048}" destId="{F33C04FD-B90E-42B3-AFA2-C1ADB841542C}" srcOrd="0" destOrd="0" presId="urn:microsoft.com/office/officeart/2008/layout/VerticalCurvedList"/>
    <dgm:cxn modelId="{9D2BDE8F-ADE4-4373-8315-CDA1F526AB93}" type="presParOf" srcId="{AA3A334A-1079-484F-B8EC-5FF832CCD048}" destId="{4EB2A3A4-E0D4-49B7-9E24-32BD68C988E4}" srcOrd="1" destOrd="0" presId="urn:microsoft.com/office/officeart/2008/layout/VerticalCurvedList"/>
    <dgm:cxn modelId="{307BC5D5-E057-4BE8-B7F1-E70F691A2F5B}" type="presParOf" srcId="{AA3A334A-1079-484F-B8EC-5FF832CCD048}" destId="{882A13B0-C6E8-4122-8067-63B544519BE3}" srcOrd="2" destOrd="0" presId="urn:microsoft.com/office/officeart/2008/layout/VerticalCurvedList"/>
    <dgm:cxn modelId="{6B616347-AD39-4445-971A-D1F2CBB1A2DE}" type="presParOf" srcId="{AA3A334A-1079-484F-B8EC-5FF832CCD048}" destId="{D51F4E3E-9CD6-43CB-825E-96F4B849269C}" srcOrd="3" destOrd="0" presId="urn:microsoft.com/office/officeart/2008/layout/VerticalCurvedList"/>
    <dgm:cxn modelId="{A357922D-96D2-4BF1-AF87-015D5152B59E}" type="presParOf" srcId="{0DE32BA1-44C9-4E6C-A1A4-73A2ADDCB16C}" destId="{9D372F81-DE75-493A-B46C-C6C5E363469D}" srcOrd="1" destOrd="0" presId="urn:microsoft.com/office/officeart/2008/layout/VerticalCurvedList"/>
    <dgm:cxn modelId="{BC55192F-21A2-4966-BC0F-69B7C91BF752}" type="presParOf" srcId="{0DE32BA1-44C9-4E6C-A1A4-73A2ADDCB16C}" destId="{F52D102F-58A3-4DEB-9022-291ABB08A764}" srcOrd="2" destOrd="0" presId="urn:microsoft.com/office/officeart/2008/layout/VerticalCurvedList"/>
    <dgm:cxn modelId="{E9EBBEC0-5519-42C4-B4A1-8C23666B0D38}" type="presParOf" srcId="{F52D102F-58A3-4DEB-9022-291ABB08A764}" destId="{B58D427C-1767-474E-95E8-2561D5C0724B}" srcOrd="0" destOrd="0" presId="urn:microsoft.com/office/officeart/2008/layout/VerticalCurvedList"/>
    <dgm:cxn modelId="{7F502265-C14A-457C-8A7D-EFBC7678B672}" type="presParOf" srcId="{0DE32BA1-44C9-4E6C-A1A4-73A2ADDCB16C}" destId="{3FE5D038-055C-4A97-AAEB-AAA63DE04839}" srcOrd="3" destOrd="0" presId="urn:microsoft.com/office/officeart/2008/layout/VerticalCurvedList"/>
    <dgm:cxn modelId="{13A315CD-406B-42A5-B546-7F92E5CFDFA6}" type="presParOf" srcId="{0DE32BA1-44C9-4E6C-A1A4-73A2ADDCB16C}" destId="{6EF82386-9A40-4E5C-A950-67D7054E9144}" srcOrd="4" destOrd="0" presId="urn:microsoft.com/office/officeart/2008/layout/VerticalCurvedList"/>
    <dgm:cxn modelId="{7B8837B5-11D2-4224-A793-24B5A35BCE7C}" type="presParOf" srcId="{6EF82386-9A40-4E5C-A950-67D7054E9144}" destId="{AA907A08-F153-4587-A128-6CCCF59710F4}" srcOrd="0" destOrd="0" presId="urn:microsoft.com/office/officeart/2008/layout/VerticalCurvedList"/>
    <dgm:cxn modelId="{906E1147-F125-491D-8925-A6707296521E}" type="presParOf" srcId="{0DE32BA1-44C9-4E6C-A1A4-73A2ADDCB16C}" destId="{83B56615-6EEA-4FAB-9AEE-F834A0BDC556}" srcOrd="5" destOrd="0" presId="urn:microsoft.com/office/officeart/2008/layout/VerticalCurvedList"/>
    <dgm:cxn modelId="{5754AA8A-E9B6-4E71-BF35-B937521DF2E7}" type="presParOf" srcId="{0DE32BA1-44C9-4E6C-A1A4-73A2ADDCB16C}" destId="{2082BD57-1542-46FF-A854-6456B6D7EA20}" srcOrd="6" destOrd="0" presId="urn:microsoft.com/office/officeart/2008/layout/VerticalCurvedList"/>
    <dgm:cxn modelId="{5FDFC93E-84AF-4BDD-B64F-F105CE263FF9}" type="presParOf" srcId="{2082BD57-1542-46FF-A854-6456B6D7EA20}" destId="{D5B43F8B-C6A6-40B3-B17F-60DD0B41DBB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839A59-0982-4923-B2B2-45F9E48DC22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D2EAF31F-A0C0-40C2-A274-4DCF216B568B}">
      <dgm:prSet phldrT="[Text]" custT="1"/>
      <dgm:spPr/>
      <dgm:t>
        <a:bodyPr/>
        <a:lstStyle/>
        <a:p>
          <a:r>
            <a:rPr lang="en-GB" sz="4800" dirty="0"/>
            <a:t>Session cookie</a:t>
          </a:r>
        </a:p>
      </dgm:t>
    </dgm:pt>
    <dgm:pt modelId="{28F57F9E-1E47-44A4-8AD8-1834EA9449C3}" type="parTrans" cxnId="{27499AA5-B295-4D7A-97C0-7DCD31305500}">
      <dgm:prSet/>
      <dgm:spPr/>
      <dgm:t>
        <a:bodyPr/>
        <a:lstStyle/>
        <a:p>
          <a:endParaRPr lang="en-GB"/>
        </a:p>
      </dgm:t>
    </dgm:pt>
    <dgm:pt modelId="{D23082E5-E274-443F-A78E-D27B96CD252A}" type="sibTrans" cxnId="{27499AA5-B295-4D7A-97C0-7DCD31305500}">
      <dgm:prSet/>
      <dgm:spPr/>
      <dgm:t>
        <a:bodyPr/>
        <a:lstStyle/>
        <a:p>
          <a:endParaRPr lang="en-GB"/>
        </a:p>
      </dgm:t>
    </dgm:pt>
    <dgm:pt modelId="{43B51365-8402-4353-BCDF-55A77996567E}">
      <dgm:prSet phldrT="[Text]" custT="1"/>
      <dgm:spPr/>
      <dgm:t>
        <a:bodyPr/>
        <a:lstStyle/>
        <a:p>
          <a:r>
            <a:rPr lang="en-GB" sz="3200" dirty="0"/>
            <a:t>Created and replaced every time a user visits a website.</a:t>
          </a:r>
        </a:p>
      </dgm:t>
    </dgm:pt>
    <dgm:pt modelId="{E84F1E07-EA35-4982-9EB0-42451DFF2CDB}" type="parTrans" cxnId="{5336C80E-74DC-4001-9821-5ABB4E4CD670}">
      <dgm:prSet/>
      <dgm:spPr/>
      <dgm:t>
        <a:bodyPr/>
        <a:lstStyle/>
        <a:p>
          <a:endParaRPr lang="en-GB"/>
        </a:p>
      </dgm:t>
    </dgm:pt>
    <dgm:pt modelId="{0CADA2CA-9944-4033-AFF4-C55DD6D21FA3}" type="sibTrans" cxnId="{5336C80E-74DC-4001-9821-5ABB4E4CD670}">
      <dgm:prSet/>
      <dgm:spPr/>
      <dgm:t>
        <a:bodyPr/>
        <a:lstStyle/>
        <a:p>
          <a:endParaRPr lang="en-GB"/>
        </a:p>
      </dgm:t>
    </dgm:pt>
    <dgm:pt modelId="{EF95397C-A3FE-44F9-8B3B-355890535FFB}">
      <dgm:prSet phldrT="[Text]" custT="1"/>
      <dgm:spPr/>
      <dgm:t>
        <a:bodyPr/>
        <a:lstStyle/>
        <a:p>
          <a:r>
            <a:rPr lang="en-GB" sz="4800" dirty="0"/>
            <a:t>Persistent cookie</a:t>
          </a:r>
        </a:p>
      </dgm:t>
    </dgm:pt>
    <dgm:pt modelId="{85E21A76-7017-42AA-9779-D540612E9869}" type="parTrans" cxnId="{7488015B-44CC-4C51-98AC-5B7698672F2C}">
      <dgm:prSet/>
      <dgm:spPr/>
      <dgm:t>
        <a:bodyPr/>
        <a:lstStyle/>
        <a:p>
          <a:endParaRPr lang="en-GB"/>
        </a:p>
      </dgm:t>
    </dgm:pt>
    <dgm:pt modelId="{09C121E2-1BA3-46C1-A4D3-A06D3E6E30FE}" type="sibTrans" cxnId="{7488015B-44CC-4C51-98AC-5B7698672F2C}">
      <dgm:prSet/>
      <dgm:spPr/>
      <dgm:t>
        <a:bodyPr/>
        <a:lstStyle/>
        <a:p>
          <a:endParaRPr lang="en-GB"/>
        </a:p>
      </dgm:t>
    </dgm:pt>
    <dgm:pt modelId="{2FF570D0-3D75-4CC8-87EC-6C7C9DF5176E}">
      <dgm:prSet phldrT="[Text]" custT="1"/>
      <dgm:spPr/>
      <dgm:t>
        <a:bodyPr/>
        <a:lstStyle/>
        <a:p>
          <a:r>
            <a:rPr lang="en-GB" sz="3200" dirty="0"/>
            <a:t>Created and saved on the first visit to a website.</a:t>
          </a:r>
        </a:p>
      </dgm:t>
    </dgm:pt>
    <dgm:pt modelId="{03C581C5-0BC7-4010-9175-84FBDBAAA023}" type="parTrans" cxnId="{21FB8A01-4012-46BA-9798-956D0DB8C0FD}">
      <dgm:prSet/>
      <dgm:spPr/>
      <dgm:t>
        <a:bodyPr/>
        <a:lstStyle/>
        <a:p>
          <a:endParaRPr lang="en-GB"/>
        </a:p>
      </dgm:t>
    </dgm:pt>
    <dgm:pt modelId="{71E6C44D-3B62-4C29-81D2-032EA1E1D511}" type="sibTrans" cxnId="{21FB8A01-4012-46BA-9798-956D0DB8C0FD}">
      <dgm:prSet/>
      <dgm:spPr/>
      <dgm:t>
        <a:bodyPr/>
        <a:lstStyle/>
        <a:p>
          <a:endParaRPr lang="en-GB"/>
        </a:p>
      </dgm:t>
    </dgm:pt>
    <dgm:pt modelId="{2FC5CAF4-037D-4E9A-877B-F932E9564752}">
      <dgm:prSet phldrT="[Text]" custT="1"/>
      <dgm:spPr/>
      <dgm:t>
        <a:bodyPr/>
        <a:lstStyle/>
        <a:p>
          <a:r>
            <a:rPr lang="en-GB" sz="3200" dirty="0"/>
            <a:t>Retained until they expire.</a:t>
          </a:r>
        </a:p>
      </dgm:t>
    </dgm:pt>
    <dgm:pt modelId="{84D51B7E-8985-4CC0-8723-B173C8F2A7B6}" type="parTrans" cxnId="{578F4A34-D3AE-48B1-9E33-5717D47F6835}">
      <dgm:prSet/>
      <dgm:spPr/>
      <dgm:t>
        <a:bodyPr/>
        <a:lstStyle/>
        <a:p>
          <a:endParaRPr lang="en-GB"/>
        </a:p>
      </dgm:t>
    </dgm:pt>
    <dgm:pt modelId="{2B34FEEF-F1A1-4EDA-ADA8-DDFBBCC5D094}" type="sibTrans" cxnId="{578F4A34-D3AE-48B1-9E33-5717D47F6835}">
      <dgm:prSet/>
      <dgm:spPr/>
      <dgm:t>
        <a:bodyPr/>
        <a:lstStyle/>
        <a:p>
          <a:endParaRPr lang="en-GB"/>
        </a:p>
      </dgm:t>
    </dgm:pt>
    <dgm:pt modelId="{C7E26374-A217-49A4-A5B1-BDE9BAF9BB52}" type="pres">
      <dgm:prSet presAssocID="{1F839A59-0982-4923-B2B2-45F9E48DC223}" presName="Name0" presStyleCnt="0">
        <dgm:presLayoutVars>
          <dgm:dir/>
          <dgm:animLvl val="lvl"/>
          <dgm:resizeHandles val="exact"/>
        </dgm:presLayoutVars>
      </dgm:prSet>
      <dgm:spPr/>
    </dgm:pt>
    <dgm:pt modelId="{4D272EFB-D3B4-47D2-B485-671F7EB59007}" type="pres">
      <dgm:prSet presAssocID="{D2EAF31F-A0C0-40C2-A274-4DCF216B568B}" presName="composite" presStyleCnt="0"/>
      <dgm:spPr/>
    </dgm:pt>
    <dgm:pt modelId="{247C4025-8FD9-46EA-8EF1-CE05B5F10EBD}" type="pres">
      <dgm:prSet presAssocID="{D2EAF31F-A0C0-40C2-A274-4DCF216B568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C0511E5-88C4-4231-B436-50B3FC7DDB69}" type="pres">
      <dgm:prSet presAssocID="{D2EAF31F-A0C0-40C2-A274-4DCF216B568B}" presName="desTx" presStyleLbl="alignAccFollowNode1" presStyleIdx="0" presStyleCnt="2">
        <dgm:presLayoutVars>
          <dgm:bulletEnabled val="1"/>
        </dgm:presLayoutVars>
      </dgm:prSet>
      <dgm:spPr/>
    </dgm:pt>
    <dgm:pt modelId="{2B9EB9CF-1D22-4635-8EB5-3C6EA24D366B}" type="pres">
      <dgm:prSet presAssocID="{D23082E5-E274-443F-A78E-D27B96CD252A}" presName="space" presStyleCnt="0"/>
      <dgm:spPr/>
    </dgm:pt>
    <dgm:pt modelId="{5B1C84E5-A0E9-4360-8BC3-49A0D7E736C8}" type="pres">
      <dgm:prSet presAssocID="{EF95397C-A3FE-44F9-8B3B-355890535FFB}" presName="composite" presStyleCnt="0"/>
      <dgm:spPr/>
    </dgm:pt>
    <dgm:pt modelId="{2386719B-1910-4F12-8237-1E7E83DAB884}" type="pres">
      <dgm:prSet presAssocID="{EF95397C-A3FE-44F9-8B3B-355890535FF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CC702F5-AC01-4BFE-AEF5-F1AC4378905B}" type="pres">
      <dgm:prSet presAssocID="{EF95397C-A3FE-44F9-8B3B-355890535FF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1FB8A01-4012-46BA-9798-956D0DB8C0FD}" srcId="{EF95397C-A3FE-44F9-8B3B-355890535FFB}" destId="{2FF570D0-3D75-4CC8-87EC-6C7C9DF5176E}" srcOrd="0" destOrd="0" parTransId="{03C581C5-0BC7-4010-9175-84FBDBAAA023}" sibTransId="{71E6C44D-3B62-4C29-81D2-032EA1E1D511}"/>
    <dgm:cxn modelId="{5336C80E-74DC-4001-9821-5ABB4E4CD670}" srcId="{D2EAF31F-A0C0-40C2-A274-4DCF216B568B}" destId="{43B51365-8402-4353-BCDF-55A77996567E}" srcOrd="0" destOrd="0" parTransId="{E84F1E07-EA35-4982-9EB0-42451DFF2CDB}" sibTransId="{0CADA2CA-9944-4033-AFF4-C55DD6D21FA3}"/>
    <dgm:cxn modelId="{F657DB0F-89ED-42F1-8D54-61260864E79D}" type="presOf" srcId="{D2EAF31F-A0C0-40C2-A274-4DCF216B568B}" destId="{247C4025-8FD9-46EA-8EF1-CE05B5F10EBD}" srcOrd="0" destOrd="0" presId="urn:microsoft.com/office/officeart/2005/8/layout/hList1"/>
    <dgm:cxn modelId="{77809822-4813-4CE4-B8F6-BBA4112C1889}" type="presOf" srcId="{2FC5CAF4-037D-4E9A-877B-F932E9564752}" destId="{ECC702F5-AC01-4BFE-AEF5-F1AC4378905B}" srcOrd="0" destOrd="1" presId="urn:microsoft.com/office/officeart/2005/8/layout/hList1"/>
    <dgm:cxn modelId="{9C189927-FC9F-4227-B753-48A2D1D162E3}" type="presOf" srcId="{43B51365-8402-4353-BCDF-55A77996567E}" destId="{2C0511E5-88C4-4231-B436-50B3FC7DDB69}" srcOrd="0" destOrd="0" presId="urn:microsoft.com/office/officeart/2005/8/layout/hList1"/>
    <dgm:cxn modelId="{578F4A34-D3AE-48B1-9E33-5717D47F6835}" srcId="{EF95397C-A3FE-44F9-8B3B-355890535FFB}" destId="{2FC5CAF4-037D-4E9A-877B-F932E9564752}" srcOrd="1" destOrd="0" parTransId="{84D51B7E-8985-4CC0-8723-B173C8F2A7B6}" sibTransId="{2B34FEEF-F1A1-4EDA-ADA8-DDFBBCC5D094}"/>
    <dgm:cxn modelId="{7488015B-44CC-4C51-98AC-5B7698672F2C}" srcId="{1F839A59-0982-4923-B2B2-45F9E48DC223}" destId="{EF95397C-A3FE-44F9-8B3B-355890535FFB}" srcOrd="1" destOrd="0" parTransId="{85E21A76-7017-42AA-9779-D540612E9869}" sibTransId="{09C121E2-1BA3-46C1-A4D3-A06D3E6E30FE}"/>
    <dgm:cxn modelId="{B8023C4B-F372-4E0A-BC9C-195F45E3C51F}" type="presOf" srcId="{2FF570D0-3D75-4CC8-87EC-6C7C9DF5176E}" destId="{ECC702F5-AC01-4BFE-AEF5-F1AC4378905B}" srcOrd="0" destOrd="0" presId="urn:microsoft.com/office/officeart/2005/8/layout/hList1"/>
    <dgm:cxn modelId="{27499AA5-B295-4D7A-97C0-7DCD31305500}" srcId="{1F839A59-0982-4923-B2B2-45F9E48DC223}" destId="{D2EAF31F-A0C0-40C2-A274-4DCF216B568B}" srcOrd="0" destOrd="0" parTransId="{28F57F9E-1E47-44A4-8AD8-1834EA9449C3}" sibTransId="{D23082E5-E274-443F-A78E-D27B96CD252A}"/>
    <dgm:cxn modelId="{76F8D9C4-2A58-4AC7-8CB9-17D480B266D9}" type="presOf" srcId="{1F839A59-0982-4923-B2B2-45F9E48DC223}" destId="{C7E26374-A217-49A4-A5B1-BDE9BAF9BB52}" srcOrd="0" destOrd="0" presId="urn:microsoft.com/office/officeart/2005/8/layout/hList1"/>
    <dgm:cxn modelId="{097A68F2-A1CD-4446-ABBF-8564D32C14B2}" type="presOf" srcId="{EF95397C-A3FE-44F9-8B3B-355890535FFB}" destId="{2386719B-1910-4F12-8237-1E7E83DAB884}" srcOrd="0" destOrd="0" presId="urn:microsoft.com/office/officeart/2005/8/layout/hList1"/>
    <dgm:cxn modelId="{19468C89-E57F-4F20-972A-66934F89A450}" type="presParOf" srcId="{C7E26374-A217-49A4-A5B1-BDE9BAF9BB52}" destId="{4D272EFB-D3B4-47D2-B485-671F7EB59007}" srcOrd="0" destOrd="0" presId="urn:microsoft.com/office/officeart/2005/8/layout/hList1"/>
    <dgm:cxn modelId="{D3110BA2-1AE5-492A-8A1E-ECDF3889BC1D}" type="presParOf" srcId="{4D272EFB-D3B4-47D2-B485-671F7EB59007}" destId="{247C4025-8FD9-46EA-8EF1-CE05B5F10EBD}" srcOrd="0" destOrd="0" presId="urn:microsoft.com/office/officeart/2005/8/layout/hList1"/>
    <dgm:cxn modelId="{E83CEDD2-01E5-4691-B5E4-9D9CDC2D003D}" type="presParOf" srcId="{4D272EFB-D3B4-47D2-B485-671F7EB59007}" destId="{2C0511E5-88C4-4231-B436-50B3FC7DDB69}" srcOrd="1" destOrd="0" presId="urn:microsoft.com/office/officeart/2005/8/layout/hList1"/>
    <dgm:cxn modelId="{49755F7B-EC02-49B4-9F59-DBCB4552E468}" type="presParOf" srcId="{C7E26374-A217-49A4-A5B1-BDE9BAF9BB52}" destId="{2B9EB9CF-1D22-4635-8EB5-3C6EA24D366B}" srcOrd="1" destOrd="0" presId="urn:microsoft.com/office/officeart/2005/8/layout/hList1"/>
    <dgm:cxn modelId="{34482E18-CC15-4224-813E-3823DA155DB8}" type="presParOf" srcId="{C7E26374-A217-49A4-A5B1-BDE9BAF9BB52}" destId="{5B1C84E5-A0E9-4360-8BC3-49A0D7E736C8}" srcOrd="2" destOrd="0" presId="urn:microsoft.com/office/officeart/2005/8/layout/hList1"/>
    <dgm:cxn modelId="{F5E07C54-EA88-4296-A365-B4335E6F2645}" type="presParOf" srcId="{5B1C84E5-A0E9-4360-8BC3-49A0D7E736C8}" destId="{2386719B-1910-4F12-8237-1E7E83DAB884}" srcOrd="0" destOrd="0" presId="urn:microsoft.com/office/officeart/2005/8/layout/hList1"/>
    <dgm:cxn modelId="{DD0DF5E8-1E71-4903-A070-4076CC3D6294}" type="presParOf" srcId="{5B1C84E5-A0E9-4360-8BC3-49A0D7E736C8}" destId="{ECC702F5-AC01-4BFE-AEF5-F1AC4378905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5CCF2-973E-49C9-88E0-8A858731517C}">
      <dsp:nvSpPr>
        <dsp:cNvPr id="0" name=""/>
        <dsp:cNvSpPr/>
      </dsp:nvSpPr>
      <dsp:spPr>
        <a:xfrm>
          <a:off x="-5081617" y="-778487"/>
          <a:ext cx="6051671" cy="6051671"/>
        </a:xfrm>
        <a:prstGeom prst="blockArc">
          <a:avLst>
            <a:gd name="adj1" fmla="val 18900000"/>
            <a:gd name="adj2" fmla="val 2700000"/>
            <a:gd name="adj3" fmla="val 357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B2192-A513-4DCD-A023-3A93CB46D902}">
      <dsp:nvSpPr>
        <dsp:cNvPr id="0" name=""/>
        <dsp:cNvSpPr/>
      </dsp:nvSpPr>
      <dsp:spPr>
        <a:xfrm>
          <a:off x="424337" y="280828"/>
          <a:ext cx="8704326" cy="5620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61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Resuming where you left off when you revisit the site.</a:t>
          </a:r>
        </a:p>
      </dsp:txBody>
      <dsp:txXfrm>
        <a:off x="424337" y="280828"/>
        <a:ext cx="8704326" cy="562016"/>
      </dsp:txXfrm>
    </dsp:sp>
    <dsp:sp modelId="{4DCD8B20-8A78-4EC3-B14D-19F7E1B05B5E}">
      <dsp:nvSpPr>
        <dsp:cNvPr id="0" name=""/>
        <dsp:cNvSpPr/>
      </dsp:nvSpPr>
      <dsp:spPr>
        <a:xfrm>
          <a:off x="73076" y="210576"/>
          <a:ext cx="702520" cy="702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D21D3-6F7F-4F78-853C-619D83E5E211}">
      <dsp:nvSpPr>
        <dsp:cNvPr id="0" name=""/>
        <dsp:cNvSpPr/>
      </dsp:nvSpPr>
      <dsp:spPr>
        <a:xfrm>
          <a:off x="827061" y="1123584"/>
          <a:ext cx="8301602" cy="562016"/>
        </a:xfrm>
        <a:prstGeom prst="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61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Remembering your registered login.</a:t>
          </a:r>
        </a:p>
      </dsp:txBody>
      <dsp:txXfrm>
        <a:off x="827061" y="1123584"/>
        <a:ext cx="8301602" cy="562016"/>
      </dsp:txXfrm>
    </dsp:sp>
    <dsp:sp modelId="{4E8DF347-0FAC-428A-BD24-9018513B7B94}">
      <dsp:nvSpPr>
        <dsp:cNvPr id="0" name=""/>
        <dsp:cNvSpPr/>
      </dsp:nvSpPr>
      <dsp:spPr>
        <a:xfrm>
          <a:off x="475801" y="1053332"/>
          <a:ext cx="702520" cy="702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677650"/>
              <a:satOff val="25000"/>
              <a:lumOff val="-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5E659-0D03-4C0A-8B93-4C4CC558B61D}">
      <dsp:nvSpPr>
        <dsp:cNvPr id="0" name=""/>
        <dsp:cNvSpPr/>
      </dsp:nvSpPr>
      <dsp:spPr>
        <a:xfrm>
          <a:off x="950666" y="1966339"/>
          <a:ext cx="8177997" cy="562016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61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Remembering theme selections.</a:t>
          </a:r>
        </a:p>
      </dsp:txBody>
      <dsp:txXfrm>
        <a:off x="950666" y="1966339"/>
        <a:ext cx="8177997" cy="562016"/>
      </dsp:txXfrm>
    </dsp:sp>
    <dsp:sp modelId="{213CA3F8-F640-4302-8CBE-8E7172359E2F}">
      <dsp:nvSpPr>
        <dsp:cNvPr id="0" name=""/>
        <dsp:cNvSpPr/>
      </dsp:nvSpPr>
      <dsp:spPr>
        <a:xfrm>
          <a:off x="599405" y="1896087"/>
          <a:ext cx="702520" cy="702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0084F-6A2E-4D03-95C9-0D81EF817173}">
      <dsp:nvSpPr>
        <dsp:cNvPr id="0" name=""/>
        <dsp:cNvSpPr/>
      </dsp:nvSpPr>
      <dsp:spPr>
        <a:xfrm>
          <a:off x="827061" y="2809095"/>
          <a:ext cx="8301602" cy="562016"/>
        </a:xfrm>
        <a:prstGeom prst="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6101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Remembering preferences.</a:t>
          </a:r>
        </a:p>
      </dsp:txBody>
      <dsp:txXfrm>
        <a:off x="827061" y="2809095"/>
        <a:ext cx="8301602" cy="562016"/>
      </dsp:txXfrm>
    </dsp:sp>
    <dsp:sp modelId="{8B70BB54-85E5-4894-9D20-70BCA354E401}">
      <dsp:nvSpPr>
        <dsp:cNvPr id="0" name=""/>
        <dsp:cNvSpPr/>
      </dsp:nvSpPr>
      <dsp:spPr>
        <a:xfrm>
          <a:off x="475801" y="2738843"/>
          <a:ext cx="702520" cy="702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32949"/>
              <a:satOff val="75000"/>
              <a:lumOff val="-1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822CA-BA1D-47DA-918A-7D386C0B79FB}">
      <dsp:nvSpPr>
        <dsp:cNvPr id="0" name=""/>
        <dsp:cNvSpPr/>
      </dsp:nvSpPr>
      <dsp:spPr>
        <a:xfrm>
          <a:off x="424337" y="3651850"/>
          <a:ext cx="8704326" cy="562016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6101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Customising your experience in other ways.</a:t>
          </a:r>
        </a:p>
      </dsp:txBody>
      <dsp:txXfrm>
        <a:off x="424337" y="3651850"/>
        <a:ext cx="8704326" cy="562016"/>
      </dsp:txXfrm>
    </dsp:sp>
    <dsp:sp modelId="{10402E01-9565-4B9F-BEA8-EB5F62D08959}">
      <dsp:nvSpPr>
        <dsp:cNvPr id="0" name=""/>
        <dsp:cNvSpPr/>
      </dsp:nvSpPr>
      <dsp:spPr>
        <a:xfrm>
          <a:off x="73076" y="3581598"/>
          <a:ext cx="702520" cy="7025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2A3A4-E0D4-49B7-9E24-32BD68C988E4}">
      <dsp:nvSpPr>
        <dsp:cNvPr id="0" name=""/>
        <dsp:cNvSpPr/>
      </dsp:nvSpPr>
      <dsp:spPr>
        <a:xfrm>
          <a:off x="-6021622" y="-921639"/>
          <a:ext cx="7170255" cy="7170255"/>
        </a:xfrm>
        <a:prstGeom prst="blockArc">
          <a:avLst>
            <a:gd name="adj1" fmla="val 18900000"/>
            <a:gd name="adj2" fmla="val 2700000"/>
            <a:gd name="adj3" fmla="val 301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372F81-DE75-493A-B46C-C6C5E363469D}">
      <dsp:nvSpPr>
        <dsp:cNvPr id="0" name=""/>
        <dsp:cNvSpPr/>
      </dsp:nvSpPr>
      <dsp:spPr>
        <a:xfrm>
          <a:off x="739384" y="532697"/>
          <a:ext cx="7677960" cy="10653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65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Tell users the cookies are there.</a:t>
          </a:r>
        </a:p>
      </dsp:txBody>
      <dsp:txXfrm>
        <a:off x="739384" y="532697"/>
        <a:ext cx="7677960" cy="1065395"/>
      </dsp:txXfrm>
    </dsp:sp>
    <dsp:sp modelId="{B58D427C-1767-474E-95E8-2561D5C0724B}">
      <dsp:nvSpPr>
        <dsp:cNvPr id="0" name=""/>
        <dsp:cNvSpPr/>
      </dsp:nvSpPr>
      <dsp:spPr>
        <a:xfrm>
          <a:off x="73512" y="399523"/>
          <a:ext cx="1331744" cy="13317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5D038-055C-4A97-AAEB-AAA63DE04839}">
      <dsp:nvSpPr>
        <dsp:cNvPr id="0" name=""/>
        <dsp:cNvSpPr/>
      </dsp:nvSpPr>
      <dsp:spPr>
        <a:xfrm>
          <a:off x="1126655" y="2130790"/>
          <a:ext cx="7290689" cy="1065395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65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Explain what the cookies are doing.</a:t>
          </a:r>
        </a:p>
      </dsp:txBody>
      <dsp:txXfrm>
        <a:off x="1126655" y="2130790"/>
        <a:ext cx="7290689" cy="1065395"/>
      </dsp:txXfrm>
    </dsp:sp>
    <dsp:sp modelId="{AA907A08-F153-4587-A128-6CCCF59710F4}">
      <dsp:nvSpPr>
        <dsp:cNvPr id="0" name=""/>
        <dsp:cNvSpPr/>
      </dsp:nvSpPr>
      <dsp:spPr>
        <a:xfrm>
          <a:off x="460783" y="1997616"/>
          <a:ext cx="1331744" cy="13317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56615-6EEA-4FAB-9AEE-F834A0BDC556}">
      <dsp:nvSpPr>
        <dsp:cNvPr id="0" name=""/>
        <dsp:cNvSpPr/>
      </dsp:nvSpPr>
      <dsp:spPr>
        <a:xfrm>
          <a:off x="739384" y="3728883"/>
          <a:ext cx="7677960" cy="1065395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565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Obtain users’ consent to store </a:t>
          </a:r>
          <a:br>
            <a:rPr lang="en-GB" sz="3200" kern="1200" dirty="0"/>
          </a:br>
          <a:r>
            <a:rPr lang="en-GB" sz="3200" kern="1200" dirty="0"/>
            <a:t>cookies on their device.</a:t>
          </a:r>
        </a:p>
      </dsp:txBody>
      <dsp:txXfrm>
        <a:off x="739384" y="3728883"/>
        <a:ext cx="7677960" cy="1065395"/>
      </dsp:txXfrm>
    </dsp:sp>
    <dsp:sp modelId="{D5B43F8B-C6A6-40B3-B17F-60DD0B41DBBE}">
      <dsp:nvSpPr>
        <dsp:cNvPr id="0" name=""/>
        <dsp:cNvSpPr/>
      </dsp:nvSpPr>
      <dsp:spPr>
        <a:xfrm>
          <a:off x="73512" y="3595708"/>
          <a:ext cx="1331744" cy="13317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C4025-8FD9-46EA-8EF1-CE05B5F10EBD}">
      <dsp:nvSpPr>
        <dsp:cNvPr id="0" name=""/>
        <dsp:cNvSpPr/>
      </dsp:nvSpPr>
      <dsp:spPr>
        <a:xfrm>
          <a:off x="55" y="17894"/>
          <a:ext cx="5354149" cy="1670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195072" rIns="341376" bIns="195072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dirty="0"/>
            <a:t>Session cookie</a:t>
          </a:r>
        </a:p>
      </dsp:txBody>
      <dsp:txXfrm>
        <a:off x="55" y="17894"/>
        <a:ext cx="5354149" cy="1670400"/>
      </dsp:txXfrm>
    </dsp:sp>
    <dsp:sp modelId="{2C0511E5-88C4-4231-B436-50B3FC7DDB69}">
      <dsp:nvSpPr>
        <dsp:cNvPr id="0" name=""/>
        <dsp:cNvSpPr/>
      </dsp:nvSpPr>
      <dsp:spPr>
        <a:xfrm>
          <a:off x="55" y="1688294"/>
          <a:ext cx="5354149" cy="25473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 dirty="0"/>
            <a:t>Created and replaced every time a user visits a website.</a:t>
          </a:r>
        </a:p>
      </dsp:txBody>
      <dsp:txXfrm>
        <a:off x="55" y="1688294"/>
        <a:ext cx="5354149" cy="2547360"/>
      </dsp:txXfrm>
    </dsp:sp>
    <dsp:sp modelId="{2386719B-1910-4F12-8237-1E7E83DAB884}">
      <dsp:nvSpPr>
        <dsp:cNvPr id="0" name=""/>
        <dsp:cNvSpPr/>
      </dsp:nvSpPr>
      <dsp:spPr>
        <a:xfrm>
          <a:off x="6103786" y="17894"/>
          <a:ext cx="5354149" cy="167040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195072" rIns="341376" bIns="195072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dirty="0"/>
            <a:t>Persistent cookie</a:t>
          </a:r>
        </a:p>
      </dsp:txBody>
      <dsp:txXfrm>
        <a:off x="6103786" y="17894"/>
        <a:ext cx="5354149" cy="1670400"/>
      </dsp:txXfrm>
    </dsp:sp>
    <dsp:sp modelId="{ECC702F5-AC01-4BFE-AEF5-F1AC4378905B}">
      <dsp:nvSpPr>
        <dsp:cNvPr id="0" name=""/>
        <dsp:cNvSpPr/>
      </dsp:nvSpPr>
      <dsp:spPr>
        <a:xfrm>
          <a:off x="6103786" y="1688294"/>
          <a:ext cx="5354149" cy="254736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 dirty="0"/>
            <a:t>Created and saved on the first visit to a website.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 dirty="0"/>
            <a:t>Retained until they expire.</a:t>
          </a:r>
        </a:p>
      </dsp:txBody>
      <dsp:txXfrm>
        <a:off x="6103786" y="1688294"/>
        <a:ext cx="5354149" cy="2547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5.1 The internet and the world wide web | Cookies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5.1 The internet and the world wide web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Cookies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wheel&#10;&#10;Description automatically generated">
            <a:extLst>
              <a:ext uri="{FF2B5EF4-FFF2-40B4-BE49-F238E27FC236}">
                <a16:creationId xmlns:a16="http://schemas.microsoft.com/office/drawing/2014/main" id="{97163F46-8068-F440-9841-97C7B8E10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61" y="662508"/>
            <a:ext cx="5951375" cy="5951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220676" y="992360"/>
            <a:ext cx="5951376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Typically, a cookie is a small text file with ID tags that is stored on your computer. Cookies are created when you use your browser to visit a website. They are typically used track your movements on the website and can help by: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E469FFB-88C5-0A5C-EA08-E9F022749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9872908"/>
              </p:ext>
            </p:extLst>
          </p:nvPr>
        </p:nvGraphicFramePr>
        <p:xfrm>
          <a:off x="-84373" y="2249447"/>
          <a:ext cx="9190653" cy="449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477B67C-5306-70E6-48BA-D58A44BABF0E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cookie?</a:t>
            </a:r>
          </a:p>
        </p:txBody>
      </p:sp>
    </p:spTree>
    <p:extLst>
      <p:ext uri="{BB962C8B-B14F-4D97-AF65-F5344CB8AC3E}">
        <p14:creationId xmlns:p14="http://schemas.microsoft.com/office/powerpoint/2010/main" val="17672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C5CCF2-973E-49C9-88E0-8A85873151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26C5CCF2-973E-49C9-88E0-8A85873151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DCD8B20-8A78-4EC3-B14D-19F7E1B05B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4DCD8B20-8A78-4EC3-B14D-19F7E1B05B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7B2192-A513-4DCD-A023-3A93CB46D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B67B2192-A513-4DCD-A023-3A93CB46D9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E8DF347-0FAC-428A-BD24-9018513B7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4E8DF347-0FAC-428A-BD24-9018513B7B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CD21D3-6F7F-4F78-853C-619D83E5E2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98CD21D3-6F7F-4F78-853C-619D83E5E2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13CA3F8-F640-4302-8CBE-8E7172359E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213CA3F8-F640-4302-8CBE-8E7172359E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F05E659-0D03-4C0A-8B93-4C4CC558B6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FF05E659-0D03-4C0A-8B93-4C4CC558B6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B70BB54-85E5-4894-9D20-70BCA354E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dgm id="{8B70BB54-85E5-4894-9D20-70BCA354E4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F0084F-6A2E-4D03-95C9-0D81EF8171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2BF0084F-6A2E-4D03-95C9-0D81EF8171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402E01-9565-4B9F-BEA8-EB5F62D089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10402E01-9565-4B9F-BEA8-EB5F62D089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2822CA-BA1D-47DA-918A-7D386C0B7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A82822CA-BA1D-47DA-918A-7D386C0B7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wheel&#10;&#10;Description automatically generated">
            <a:extLst>
              <a:ext uri="{FF2B5EF4-FFF2-40B4-BE49-F238E27FC236}">
                <a16:creationId xmlns:a16="http://schemas.microsoft.com/office/drawing/2014/main" id="{6317CEB4-4045-46CF-9A71-799F50C16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61" y="662508"/>
            <a:ext cx="5951375" cy="5951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F5BE03-8EA9-4F95-8471-49A8043A1F78}"/>
              </a:ext>
            </a:extLst>
          </p:cNvPr>
          <p:cNvSpPr/>
          <p:nvPr/>
        </p:nvSpPr>
        <p:spPr>
          <a:xfrm>
            <a:off x="220675" y="974512"/>
            <a:ext cx="6643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law, any website operator using cookies must: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1A288D3-F77C-420E-AFD1-7E1253398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715049"/>
              </p:ext>
            </p:extLst>
          </p:nvPr>
        </p:nvGraphicFramePr>
        <p:xfrm>
          <a:off x="-83975" y="1417117"/>
          <a:ext cx="8490857" cy="5326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EA64233-DBE7-E78B-6417-D21CA76A29D7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cookie?</a:t>
            </a:r>
          </a:p>
        </p:txBody>
      </p:sp>
    </p:spTree>
    <p:extLst>
      <p:ext uri="{BB962C8B-B14F-4D97-AF65-F5344CB8AC3E}">
        <p14:creationId xmlns:p14="http://schemas.microsoft.com/office/powerpoint/2010/main" val="40705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B2A3A4-E0D4-49B7-9E24-32BD68C98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4EB2A3A4-E0D4-49B7-9E24-32BD68C988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58D427C-1767-474E-95E8-2561D5C072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graphicEl>
                                              <a:dgm id="{B58D427C-1767-474E-95E8-2561D5C072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D372F81-DE75-493A-B46C-C6C5E36346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9D372F81-DE75-493A-B46C-C6C5E36346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A907A08-F153-4587-A128-6CCCF5971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graphicEl>
                                              <a:dgm id="{AA907A08-F153-4587-A128-6CCCF59710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FE5D038-055C-4A97-AAEB-AAA63DE04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3FE5D038-055C-4A97-AAEB-AAA63DE048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5B43F8B-C6A6-40B3-B17F-60DD0B41DB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D5B43F8B-C6A6-40B3-B17F-60DD0B41DB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3B56615-6EEA-4FAB-9AEE-F834A0BDC5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83B56615-6EEA-4FAB-9AEE-F834A0BDC5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974512"/>
            <a:ext cx="11563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Cookies can broadly be divided into two main categories: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cookies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2FEBC6-8F1A-1D5B-2694-3C69BF3E1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867190"/>
              </p:ext>
            </p:extLst>
          </p:nvPr>
        </p:nvGraphicFramePr>
        <p:xfrm>
          <a:off x="326571" y="1884784"/>
          <a:ext cx="11457992" cy="4253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220675" y="974512"/>
            <a:ext cx="4672338" cy="92333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modern browsers will allow you to view the contents of all cookies currently stored on your device and clear them if you wish.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5C2DE0-B83C-E689-F259-43BBDAAA7495}"/>
              </a:ext>
            </a:extLst>
          </p:cNvPr>
          <p:cNvGrpSpPr/>
          <p:nvPr/>
        </p:nvGrpSpPr>
        <p:grpSpPr>
          <a:xfrm>
            <a:off x="5365103" y="446451"/>
            <a:ext cx="6728100" cy="6284390"/>
            <a:chOff x="-454820" y="213864"/>
            <a:chExt cx="6277851" cy="58638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 descr="Graphical user interface, text, application, Teams&#10;&#10;Description automatically generated">
              <a:extLst>
                <a:ext uri="{FF2B5EF4-FFF2-40B4-BE49-F238E27FC236}">
                  <a16:creationId xmlns:a16="http://schemas.microsoft.com/office/drawing/2014/main" id="{8F1ECD69-31DC-1C07-B66E-A4A6FE66D7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118"/>
            <a:stretch/>
          </p:blipFill>
          <p:spPr>
            <a:xfrm>
              <a:off x="-454820" y="683864"/>
              <a:ext cx="6277851" cy="5393834"/>
            </a:xfrm>
            <a:prstGeom prst="rect">
              <a:avLst/>
            </a:prstGeom>
          </p:spPr>
        </p:pic>
        <p:pic>
          <p:nvPicPr>
            <p:cNvPr id="10" name="Picture 9" descr="Graphical user interface, text, application, Teams&#10;&#10;Description automatically generated">
              <a:extLst>
                <a:ext uri="{FF2B5EF4-FFF2-40B4-BE49-F238E27FC236}">
                  <a16:creationId xmlns:a16="http://schemas.microsoft.com/office/drawing/2014/main" id="{260AA418-2F21-A93E-5D1D-E26D7062A4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2691"/>
            <a:stretch/>
          </p:blipFill>
          <p:spPr>
            <a:xfrm>
              <a:off x="-454820" y="213864"/>
              <a:ext cx="6277851" cy="470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D6557F9-2EDB-3541-BF90-48FE777AB0A0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cookie?</a:t>
            </a:r>
          </a:p>
        </p:txBody>
      </p:sp>
    </p:spTree>
    <p:extLst>
      <p:ext uri="{BB962C8B-B14F-4D97-AF65-F5344CB8AC3E}">
        <p14:creationId xmlns:p14="http://schemas.microsoft.com/office/powerpoint/2010/main" val="144455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251363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cookie is a small text file with ID tags that is stored on your computer.  Cookies are created when you use your browser to visit a website. They are used to track your movements on the website and can help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Resuming where you left off when you revisit the site.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Remembering your registered login.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Remembering theme selections.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Remembering preferences.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Customising your experience in other ways.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Session cookies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Created and replaced every time a user visits a website.</a:t>
            </a:r>
          </a:p>
          <a:p>
            <a:pPr lvl="0"/>
            <a:r>
              <a:rPr lang="en-GB" b="1" dirty="0"/>
              <a:t>Persistent cookies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Created and saved on the first visit to a website.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Retained until they expire.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Cookies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66F4C643-59FF-47D3-B8D9-79726900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313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123</cp:revision>
  <dcterms:created xsi:type="dcterms:W3CDTF">2019-10-14T15:21:06Z</dcterms:created>
  <dcterms:modified xsi:type="dcterms:W3CDTF">2022-08-15T13:40:56Z</dcterms:modified>
</cp:coreProperties>
</file>